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301" r:id="rId2"/>
    <p:sldId id="660" r:id="rId3"/>
    <p:sldId id="665" r:id="rId4"/>
    <p:sldId id="556" r:id="rId5"/>
    <p:sldId id="560" r:id="rId6"/>
    <p:sldId id="667" r:id="rId7"/>
    <p:sldId id="566" r:id="rId8"/>
    <p:sldId id="609" r:id="rId9"/>
    <p:sldId id="745" r:id="rId10"/>
    <p:sldId id="746" r:id="rId11"/>
    <p:sldId id="671" r:id="rId12"/>
    <p:sldId id="672" r:id="rId13"/>
    <p:sldId id="728" r:id="rId14"/>
    <p:sldId id="677" r:id="rId15"/>
    <p:sldId id="683" r:id="rId16"/>
    <p:sldId id="729" r:id="rId17"/>
    <p:sldId id="678" r:id="rId18"/>
    <p:sldId id="731" r:id="rId19"/>
    <p:sldId id="784" r:id="rId20"/>
    <p:sldId id="786" r:id="rId21"/>
    <p:sldId id="779" r:id="rId22"/>
    <p:sldId id="780" r:id="rId23"/>
    <p:sldId id="782" r:id="rId24"/>
    <p:sldId id="732" r:id="rId25"/>
    <p:sldId id="733" r:id="rId26"/>
    <p:sldId id="734" r:id="rId27"/>
    <p:sldId id="686" r:id="rId28"/>
    <p:sldId id="791" r:id="rId29"/>
    <p:sldId id="792" r:id="rId30"/>
    <p:sldId id="793" r:id="rId31"/>
    <p:sldId id="794" r:id="rId32"/>
    <p:sldId id="687" r:id="rId33"/>
    <p:sldId id="690" r:id="rId34"/>
    <p:sldId id="736" r:id="rId35"/>
    <p:sldId id="691" r:id="rId36"/>
    <p:sldId id="778" r:id="rId37"/>
    <p:sldId id="696" r:id="rId38"/>
    <p:sldId id="697" r:id="rId39"/>
    <p:sldId id="789" r:id="rId40"/>
    <p:sldId id="738" r:id="rId41"/>
    <p:sldId id="698" r:id="rId42"/>
    <p:sldId id="700" r:id="rId43"/>
    <p:sldId id="702" r:id="rId44"/>
    <p:sldId id="739" r:id="rId45"/>
    <p:sldId id="747" r:id="rId46"/>
    <p:sldId id="741" r:id="rId47"/>
    <p:sldId id="748" r:id="rId48"/>
    <p:sldId id="749" r:id="rId49"/>
    <p:sldId id="740" r:id="rId50"/>
    <p:sldId id="742" r:id="rId51"/>
    <p:sldId id="743" r:id="rId52"/>
    <p:sldId id="744" r:id="rId53"/>
    <p:sldId id="750" r:id="rId54"/>
    <p:sldId id="751" r:id="rId55"/>
    <p:sldId id="752" r:id="rId56"/>
    <p:sldId id="753" r:id="rId57"/>
    <p:sldId id="754" r:id="rId58"/>
    <p:sldId id="755" r:id="rId59"/>
    <p:sldId id="787" r:id="rId60"/>
    <p:sldId id="783" r:id="rId61"/>
    <p:sldId id="788" r:id="rId62"/>
    <p:sldId id="756" r:id="rId63"/>
    <p:sldId id="757" r:id="rId64"/>
    <p:sldId id="758" r:id="rId65"/>
    <p:sldId id="762" r:id="rId66"/>
    <p:sldId id="763" r:id="rId67"/>
    <p:sldId id="759" r:id="rId68"/>
    <p:sldId id="760" r:id="rId69"/>
    <p:sldId id="761" r:id="rId70"/>
    <p:sldId id="764" r:id="rId71"/>
    <p:sldId id="765" r:id="rId72"/>
    <p:sldId id="766" r:id="rId73"/>
    <p:sldId id="767" r:id="rId74"/>
    <p:sldId id="768" r:id="rId75"/>
    <p:sldId id="769" r:id="rId76"/>
    <p:sldId id="770" r:id="rId77"/>
    <p:sldId id="775" r:id="rId78"/>
    <p:sldId id="771" r:id="rId79"/>
    <p:sldId id="772" r:id="rId80"/>
    <p:sldId id="773" r:id="rId81"/>
    <p:sldId id="774" r:id="rId82"/>
    <p:sldId id="776" r:id="rId8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23A"/>
    <a:srgbClr val="1A3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F3DAD-07CA-4A5E-9E2E-2D3EA79FCE65}" v="19" dt="2022-12-14T07:45:06.35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0" autoAdjust="0"/>
    <p:restoredTop sz="87421" autoAdjust="0"/>
  </p:normalViewPr>
  <p:slideViewPr>
    <p:cSldViewPr snapToGrid="0">
      <p:cViewPr varScale="1">
        <p:scale>
          <a:sx n="77" d="100"/>
          <a:sy n="77" d="100"/>
        </p:scale>
        <p:origin x="992" y="56"/>
      </p:cViewPr>
      <p:guideLst>
        <p:guide orient="horz" pos="1678"/>
        <p:guide pos="29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microsoft.com/office/2015/10/relationships/revisionInfo" Target="revisionInfo.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B95F3DAD-07CA-4A5E-9E2E-2D3EA79FCE65}"/>
    <pc:docChg chg="undo custSel addSld delSld modSld sldOrd">
      <pc:chgData name="翟 锐" userId="fef11181f709266a" providerId="LiveId" clId="{B95F3DAD-07CA-4A5E-9E2E-2D3EA79FCE65}" dt="2022-12-14T07:46:03.724" v="220" actId="20577"/>
      <pc:docMkLst>
        <pc:docMk/>
      </pc:docMkLst>
      <pc:sldChg chg="modSp">
        <pc:chgData name="翟 锐" userId="fef11181f709266a" providerId="LiveId" clId="{B95F3DAD-07CA-4A5E-9E2E-2D3EA79FCE65}" dt="2022-12-12T11:15:40.472" v="44" actId="1076"/>
        <pc:sldMkLst>
          <pc:docMk/>
          <pc:sldMk cId="1180436317" sldId="609"/>
        </pc:sldMkLst>
        <pc:spChg chg="mod">
          <ac:chgData name="翟 锐" userId="fef11181f709266a" providerId="LiveId" clId="{B95F3DAD-07CA-4A5E-9E2E-2D3EA79FCE65}" dt="2022-12-12T11:15:40.472" v="44" actId="1076"/>
          <ac:spMkLst>
            <pc:docMk/>
            <pc:sldMk cId="1180436317" sldId="609"/>
            <ac:spMk id="9" creationId="{3285768A-E62E-49F8-BE0C-73B83FDAAFDF}"/>
          </ac:spMkLst>
        </pc:spChg>
        <pc:spChg chg="mod">
          <ac:chgData name="翟 锐" userId="fef11181f709266a" providerId="LiveId" clId="{B95F3DAD-07CA-4A5E-9E2E-2D3EA79FCE65}" dt="2022-12-12T11:15:40.472" v="44" actId="1076"/>
          <ac:spMkLst>
            <pc:docMk/>
            <pc:sldMk cId="1180436317" sldId="609"/>
            <ac:spMk id="11" creationId="{69A79885-98FE-4FCE-B479-9CEB74209E9A}"/>
          </ac:spMkLst>
        </pc:spChg>
        <pc:spChg chg="mod">
          <ac:chgData name="翟 锐" userId="fef11181f709266a" providerId="LiveId" clId="{B95F3DAD-07CA-4A5E-9E2E-2D3EA79FCE65}" dt="2022-12-12T11:15:40.472" v="44" actId="1076"/>
          <ac:spMkLst>
            <pc:docMk/>
            <pc:sldMk cId="1180436317" sldId="609"/>
            <ac:spMk id="12" creationId="{9FDB9542-A5FD-49B1-BF05-DEE399331DA0}"/>
          </ac:spMkLst>
        </pc:spChg>
        <pc:spChg chg="mod">
          <ac:chgData name="翟 锐" userId="fef11181f709266a" providerId="LiveId" clId="{B95F3DAD-07CA-4A5E-9E2E-2D3EA79FCE65}" dt="2022-12-12T11:15:40.472" v="44" actId="1076"/>
          <ac:spMkLst>
            <pc:docMk/>
            <pc:sldMk cId="1180436317" sldId="609"/>
            <ac:spMk id="13" creationId="{2E661129-9E05-41DF-90DE-064BEA14FF8A}"/>
          </ac:spMkLst>
        </pc:spChg>
        <pc:spChg chg="mod">
          <ac:chgData name="翟 锐" userId="fef11181f709266a" providerId="LiveId" clId="{B95F3DAD-07CA-4A5E-9E2E-2D3EA79FCE65}" dt="2022-12-12T11:15:40.472" v="44" actId="1076"/>
          <ac:spMkLst>
            <pc:docMk/>
            <pc:sldMk cId="1180436317" sldId="609"/>
            <ac:spMk id="14" creationId="{95E0158E-3086-4D8F-AF8A-7B10F91F4EC8}"/>
          </ac:spMkLst>
        </pc:spChg>
        <pc:spChg chg="mod">
          <ac:chgData name="翟 锐" userId="fef11181f709266a" providerId="LiveId" clId="{B95F3DAD-07CA-4A5E-9E2E-2D3EA79FCE65}" dt="2022-12-12T11:15:40.472" v="44" actId="1076"/>
          <ac:spMkLst>
            <pc:docMk/>
            <pc:sldMk cId="1180436317" sldId="609"/>
            <ac:spMk id="15" creationId="{E9796388-8900-442B-B332-34B012755CF0}"/>
          </ac:spMkLst>
        </pc:spChg>
        <pc:spChg chg="mod">
          <ac:chgData name="翟 锐" userId="fef11181f709266a" providerId="LiveId" clId="{B95F3DAD-07CA-4A5E-9E2E-2D3EA79FCE65}" dt="2022-12-12T11:15:40.472" v="44" actId="1076"/>
          <ac:spMkLst>
            <pc:docMk/>
            <pc:sldMk cId="1180436317" sldId="609"/>
            <ac:spMk id="16" creationId="{7DB0BD8C-FB39-4D83-8AA8-C42C93C28F9D}"/>
          </ac:spMkLst>
        </pc:spChg>
        <pc:spChg chg="mod">
          <ac:chgData name="翟 锐" userId="fef11181f709266a" providerId="LiveId" clId="{B95F3DAD-07CA-4A5E-9E2E-2D3EA79FCE65}" dt="2022-12-12T11:15:40.472" v="44" actId="1076"/>
          <ac:spMkLst>
            <pc:docMk/>
            <pc:sldMk cId="1180436317" sldId="609"/>
            <ac:spMk id="17" creationId="{102D99F3-6AB9-4255-A64B-7A52716C4BD7}"/>
          </ac:spMkLst>
        </pc:spChg>
        <pc:spChg chg="mod">
          <ac:chgData name="翟 锐" userId="fef11181f709266a" providerId="LiveId" clId="{B95F3DAD-07CA-4A5E-9E2E-2D3EA79FCE65}" dt="2022-12-12T11:15:40.472" v="44" actId="1076"/>
          <ac:spMkLst>
            <pc:docMk/>
            <pc:sldMk cId="1180436317" sldId="609"/>
            <ac:spMk id="18" creationId="{04E86B24-7F7C-4533-8D57-42EB24A1363C}"/>
          </ac:spMkLst>
        </pc:spChg>
        <pc:spChg chg="mod">
          <ac:chgData name="翟 锐" userId="fef11181f709266a" providerId="LiveId" clId="{B95F3DAD-07CA-4A5E-9E2E-2D3EA79FCE65}" dt="2022-12-12T11:15:40.472" v="44" actId="1076"/>
          <ac:spMkLst>
            <pc:docMk/>
            <pc:sldMk cId="1180436317" sldId="609"/>
            <ac:spMk id="19" creationId="{6D00C371-6E2E-4FF6-A63A-CDAD2EE17608}"/>
          </ac:spMkLst>
        </pc:spChg>
        <pc:spChg chg="mod">
          <ac:chgData name="翟 锐" userId="fef11181f709266a" providerId="LiveId" clId="{B95F3DAD-07CA-4A5E-9E2E-2D3EA79FCE65}" dt="2022-12-12T11:15:40.472" v="44" actId="1076"/>
          <ac:spMkLst>
            <pc:docMk/>
            <pc:sldMk cId="1180436317" sldId="609"/>
            <ac:spMk id="20" creationId="{C8C1648F-E11B-46CB-832F-7BAFE4B0B509}"/>
          </ac:spMkLst>
        </pc:spChg>
        <pc:spChg chg="mod">
          <ac:chgData name="翟 锐" userId="fef11181f709266a" providerId="LiveId" clId="{B95F3DAD-07CA-4A5E-9E2E-2D3EA79FCE65}" dt="2022-12-12T11:15:40.472" v="44" actId="1076"/>
          <ac:spMkLst>
            <pc:docMk/>
            <pc:sldMk cId="1180436317" sldId="609"/>
            <ac:spMk id="21" creationId="{23395533-1FED-4F14-8E50-B404491CDF86}"/>
          </ac:spMkLst>
        </pc:spChg>
        <pc:spChg chg="mod">
          <ac:chgData name="翟 锐" userId="fef11181f709266a" providerId="LiveId" clId="{B95F3DAD-07CA-4A5E-9E2E-2D3EA79FCE65}" dt="2022-12-12T11:15:40.472" v="44" actId="1076"/>
          <ac:spMkLst>
            <pc:docMk/>
            <pc:sldMk cId="1180436317" sldId="609"/>
            <ac:spMk id="22" creationId="{0B67A14D-BF62-41B0-A6B4-1328A8EC7B5A}"/>
          </ac:spMkLst>
        </pc:spChg>
        <pc:spChg chg="mod">
          <ac:chgData name="翟 锐" userId="fef11181f709266a" providerId="LiveId" clId="{B95F3DAD-07CA-4A5E-9E2E-2D3EA79FCE65}" dt="2022-12-12T11:15:40.472" v="44" actId="1076"/>
          <ac:spMkLst>
            <pc:docMk/>
            <pc:sldMk cId="1180436317" sldId="609"/>
            <ac:spMk id="23" creationId="{74C6EB40-AFE9-41D9-819F-77F6BF71A194}"/>
          </ac:spMkLst>
        </pc:spChg>
        <pc:spChg chg="mod">
          <ac:chgData name="翟 锐" userId="fef11181f709266a" providerId="LiveId" clId="{B95F3DAD-07CA-4A5E-9E2E-2D3EA79FCE65}" dt="2022-12-12T11:15:40.472" v="44" actId="1076"/>
          <ac:spMkLst>
            <pc:docMk/>
            <pc:sldMk cId="1180436317" sldId="609"/>
            <ac:spMk id="24" creationId="{732348B6-D3FB-4587-AAEA-4CBFF2612518}"/>
          </ac:spMkLst>
        </pc:spChg>
        <pc:spChg chg="mod">
          <ac:chgData name="翟 锐" userId="fef11181f709266a" providerId="LiveId" clId="{B95F3DAD-07CA-4A5E-9E2E-2D3EA79FCE65}" dt="2022-12-12T11:15:40.472" v="44" actId="1076"/>
          <ac:spMkLst>
            <pc:docMk/>
            <pc:sldMk cId="1180436317" sldId="609"/>
            <ac:spMk id="25" creationId="{E729E159-8C2F-4ECD-86E3-0F1107DB6468}"/>
          </ac:spMkLst>
        </pc:spChg>
        <pc:spChg chg="mod">
          <ac:chgData name="翟 锐" userId="fef11181f709266a" providerId="LiveId" clId="{B95F3DAD-07CA-4A5E-9E2E-2D3EA79FCE65}" dt="2022-12-12T11:15:40.472" v="44" actId="1076"/>
          <ac:spMkLst>
            <pc:docMk/>
            <pc:sldMk cId="1180436317" sldId="609"/>
            <ac:spMk id="26" creationId="{A239D7A1-1B8E-4797-8BB8-15D3F4EED064}"/>
          </ac:spMkLst>
        </pc:spChg>
        <pc:spChg chg="mod">
          <ac:chgData name="翟 锐" userId="fef11181f709266a" providerId="LiveId" clId="{B95F3DAD-07CA-4A5E-9E2E-2D3EA79FCE65}" dt="2022-12-12T11:15:40.472" v="44" actId="1076"/>
          <ac:spMkLst>
            <pc:docMk/>
            <pc:sldMk cId="1180436317" sldId="609"/>
            <ac:spMk id="27" creationId="{1C88DFD6-9A7A-4800-BB6D-6AE0886535F7}"/>
          </ac:spMkLst>
        </pc:spChg>
        <pc:spChg chg="mod">
          <ac:chgData name="翟 锐" userId="fef11181f709266a" providerId="LiveId" clId="{B95F3DAD-07CA-4A5E-9E2E-2D3EA79FCE65}" dt="2022-12-12T11:15:40.472" v="44" actId="1076"/>
          <ac:spMkLst>
            <pc:docMk/>
            <pc:sldMk cId="1180436317" sldId="609"/>
            <ac:spMk id="28" creationId="{FA9F28EB-0F62-41EE-9F6C-DC75A198186E}"/>
          </ac:spMkLst>
        </pc:spChg>
        <pc:spChg chg="mod">
          <ac:chgData name="翟 锐" userId="fef11181f709266a" providerId="LiveId" clId="{B95F3DAD-07CA-4A5E-9E2E-2D3EA79FCE65}" dt="2022-12-12T11:15:40.472" v="44" actId="1076"/>
          <ac:spMkLst>
            <pc:docMk/>
            <pc:sldMk cId="1180436317" sldId="609"/>
            <ac:spMk id="29" creationId="{99649CAA-FF6E-40C4-B402-54586CA912FA}"/>
          </ac:spMkLst>
        </pc:spChg>
        <pc:spChg chg="mod">
          <ac:chgData name="翟 锐" userId="fef11181f709266a" providerId="LiveId" clId="{B95F3DAD-07CA-4A5E-9E2E-2D3EA79FCE65}" dt="2022-12-12T11:15:40.472" v="44" actId="1076"/>
          <ac:spMkLst>
            <pc:docMk/>
            <pc:sldMk cId="1180436317" sldId="609"/>
            <ac:spMk id="30" creationId="{30F24C68-05E3-4CF3-BD30-435CE5AA9564}"/>
          </ac:spMkLst>
        </pc:spChg>
        <pc:spChg chg="mod">
          <ac:chgData name="翟 锐" userId="fef11181f709266a" providerId="LiveId" clId="{B95F3DAD-07CA-4A5E-9E2E-2D3EA79FCE65}" dt="2022-12-12T11:15:40.472" v="44" actId="1076"/>
          <ac:spMkLst>
            <pc:docMk/>
            <pc:sldMk cId="1180436317" sldId="609"/>
            <ac:spMk id="31" creationId="{676A902F-ADD3-4127-94B5-77AF0B9BEC6E}"/>
          </ac:spMkLst>
        </pc:spChg>
        <pc:spChg chg="mod">
          <ac:chgData name="翟 锐" userId="fef11181f709266a" providerId="LiveId" clId="{B95F3DAD-07CA-4A5E-9E2E-2D3EA79FCE65}" dt="2022-12-12T11:15:40.472" v="44" actId="1076"/>
          <ac:spMkLst>
            <pc:docMk/>
            <pc:sldMk cId="1180436317" sldId="609"/>
            <ac:spMk id="32" creationId="{2F9D57A2-5E9B-478B-9AA4-B7095121E011}"/>
          </ac:spMkLst>
        </pc:spChg>
        <pc:spChg chg="mod">
          <ac:chgData name="翟 锐" userId="fef11181f709266a" providerId="LiveId" clId="{B95F3DAD-07CA-4A5E-9E2E-2D3EA79FCE65}" dt="2022-12-12T11:15:40.472" v="44" actId="1076"/>
          <ac:spMkLst>
            <pc:docMk/>
            <pc:sldMk cId="1180436317" sldId="609"/>
            <ac:spMk id="36" creationId="{97E7DAEB-2B6C-4CEE-B784-BC5531E1B8D7}"/>
          </ac:spMkLst>
        </pc:spChg>
        <pc:grpChg chg="mod">
          <ac:chgData name="翟 锐" userId="fef11181f709266a" providerId="LiveId" clId="{B95F3DAD-07CA-4A5E-9E2E-2D3EA79FCE65}" dt="2022-12-12T11:15:40.472" v="44" actId="1076"/>
          <ac:grpSpMkLst>
            <pc:docMk/>
            <pc:sldMk cId="1180436317" sldId="609"/>
            <ac:grpSpMk id="7" creationId="{1EECF2DF-5921-4ECD-9067-D5599C8F00B7}"/>
          </ac:grpSpMkLst>
        </pc:grpChg>
        <pc:grpChg chg="mod">
          <ac:chgData name="翟 锐" userId="fef11181f709266a" providerId="LiveId" clId="{B95F3DAD-07CA-4A5E-9E2E-2D3EA79FCE65}" dt="2022-12-12T11:15:40.472" v="44" actId="1076"/>
          <ac:grpSpMkLst>
            <pc:docMk/>
            <pc:sldMk cId="1180436317" sldId="609"/>
            <ac:grpSpMk id="8" creationId="{0051B1D5-B111-446D-AD1B-9339A3D0D5AE}"/>
          </ac:grpSpMkLst>
        </pc:grpChg>
        <pc:grpChg chg="mod">
          <ac:chgData name="翟 锐" userId="fef11181f709266a" providerId="LiveId" clId="{B95F3DAD-07CA-4A5E-9E2E-2D3EA79FCE65}" dt="2022-12-12T11:15:40.472" v="44" actId="1076"/>
          <ac:grpSpMkLst>
            <pc:docMk/>
            <pc:sldMk cId="1180436317" sldId="609"/>
            <ac:grpSpMk id="10" creationId="{A669BEB8-8730-4744-811F-6490F9E88FCE}"/>
          </ac:grpSpMkLst>
        </pc:grpChg>
      </pc:sldChg>
      <pc:sldChg chg="modSp mod">
        <pc:chgData name="翟 锐" userId="fef11181f709266a" providerId="LiveId" clId="{B95F3DAD-07CA-4A5E-9E2E-2D3EA79FCE65}" dt="2022-12-12T11:48:12.174" v="95" actId="20577"/>
        <pc:sldMkLst>
          <pc:docMk/>
          <pc:sldMk cId="2282940426" sldId="660"/>
        </pc:sldMkLst>
        <pc:spChg chg="mod">
          <ac:chgData name="翟 锐" userId="fef11181f709266a" providerId="LiveId" clId="{B95F3DAD-07CA-4A5E-9E2E-2D3EA79FCE65}" dt="2022-12-12T11:48:12.174" v="95" actId="20577"/>
          <ac:spMkLst>
            <pc:docMk/>
            <pc:sldMk cId="2282940426" sldId="660"/>
            <ac:spMk id="2" creationId="{1A343DEC-CFF6-41F5-B87C-0DFC08C67B76}"/>
          </ac:spMkLst>
        </pc:spChg>
      </pc:sldChg>
      <pc:sldChg chg="modSp add del ord">
        <pc:chgData name="翟 锐" userId="fef11181f709266a" providerId="LiveId" clId="{B95F3DAD-07CA-4A5E-9E2E-2D3EA79FCE65}" dt="2022-12-12T11:53:38.954" v="148" actId="47"/>
        <pc:sldMkLst>
          <pc:docMk/>
          <pc:sldMk cId="2650993462" sldId="680"/>
        </pc:sldMkLst>
        <pc:picChg chg="mod">
          <ac:chgData name="翟 锐" userId="fef11181f709266a" providerId="LiveId" clId="{B95F3DAD-07CA-4A5E-9E2E-2D3EA79FCE65}" dt="2022-12-12T11:26:05.491" v="45" actId="1076"/>
          <ac:picMkLst>
            <pc:docMk/>
            <pc:sldMk cId="2650993462" sldId="680"/>
            <ac:picMk id="6" creationId="{FB98109C-C2F7-486C-A403-AE5DD0DF4F42}"/>
          </ac:picMkLst>
        </pc:picChg>
      </pc:sldChg>
      <pc:sldChg chg="modSp add del ord">
        <pc:chgData name="翟 锐" userId="fef11181f709266a" providerId="LiveId" clId="{B95F3DAD-07CA-4A5E-9E2E-2D3EA79FCE65}" dt="2022-12-12T11:53:36.722" v="147" actId="47"/>
        <pc:sldMkLst>
          <pc:docMk/>
          <pc:sldMk cId="2697606341" sldId="682"/>
        </pc:sldMkLst>
        <pc:spChg chg="mod">
          <ac:chgData name="翟 锐" userId="fef11181f709266a" providerId="LiveId" clId="{B95F3DAD-07CA-4A5E-9E2E-2D3EA79FCE65}" dt="2022-12-12T11:48:58.575" v="100" actId="20577"/>
          <ac:spMkLst>
            <pc:docMk/>
            <pc:sldMk cId="2697606341" sldId="682"/>
            <ac:spMk id="35" creationId="{00000000-0000-0000-0000-000000000000}"/>
          </ac:spMkLst>
        </pc:spChg>
        <pc:spChg chg="mod">
          <ac:chgData name="翟 锐" userId="fef11181f709266a" providerId="LiveId" clId="{B95F3DAD-07CA-4A5E-9E2E-2D3EA79FCE65}" dt="2022-12-12T00:32:14.309" v="1" actId="14100"/>
          <ac:spMkLst>
            <pc:docMk/>
            <pc:sldMk cId="2697606341" sldId="682"/>
            <ac:spMk id="271" creationId="{BC1F75AD-D8AE-4C45-A10B-9A2EBB6C1803}"/>
          </ac:spMkLst>
        </pc:spChg>
        <pc:spChg chg="mod">
          <ac:chgData name="翟 锐" userId="fef11181f709266a" providerId="LiveId" clId="{B95F3DAD-07CA-4A5E-9E2E-2D3EA79FCE65}" dt="2022-12-12T00:32:14.309" v="1" actId="14100"/>
          <ac:spMkLst>
            <pc:docMk/>
            <pc:sldMk cId="2697606341" sldId="682"/>
            <ac:spMk id="272" creationId="{A86C6935-0FC8-42B0-8ECE-1BCDE41DDC09}"/>
          </ac:spMkLst>
        </pc:spChg>
        <pc:spChg chg="mod">
          <ac:chgData name="翟 锐" userId="fef11181f709266a" providerId="LiveId" clId="{B95F3DAD-07CA-4A5E-9E2E-2D3EA79FCE65}" dt="2022-12-12T00:32:14.309" v="1" actId="14100"/>
          <ac:spMkLst>
            <pc:docMk/>
            <pc:sldMk cId="2697606341" sldId="682"/>
            <ac:spMk id="273" creationId="{C6EEB1D2-50EC-4E7E-A6B8-DDD9A82C4A3F}"/>
          </ac:spMkLst>
        </pc:spChg>
        <pc:spChg chg="mod">
          <ac:chgData name="翟 锐" userId="fef11181f709266a" providerId="LiveId" clId="{B95F3DAD-07CA-4A5E-9E2E-2D3EA79FCE65}" dt="2022-12-12T00:32:14.309" v="1" actId="14100"/>
          <ac:spMkLst>
            <pc:docMk/>
            <pc:sldMk cId="2697606341" sldId="682"/>
            <ac:spMk id="274" creationId="{C1692653-6DE2-4DD4-9BE0-FBC6952862F8}"/>
          </ac:spMkLst>
        </pc:spChg>
        <pc:spChg chg="mod">
          <ac:chgData name="翟 锐" userId="fef11181f709266a" providerId="LiveId" clId="{B95F3DAD-07CA-4A5E-9E2E-2D3EA79FCE65}" dt="2022-12-12T00:32:14.309" v="1" actId="14100"/>
          <ac:spMkLst>
            <pc:docMk/>
            <pc:sldMk cId="2697606341" sldId="682"/>
            <ac:spMk id="275" creationId="{1E4BE089-A9AC-4B88-9C69-E3AB753DF5E2}"/>
          </ac:spMkLst>
        </pc:spChg>
        <pc:spChg chg="mod">
          <ac:chgData name="翟 锐" userId="fef11181f709266a" providerId="LiveId" clId="{B95F3DAD-07CA-4A5E-9E2E-2D3EA79FCE65}" dt="2022-12-12T00:32:14.309" v="1" actId="14100"/>
          <ac:spMkLst>
            <pc:docMk/>
            <pc:sldMk cId="2697606341" sldId="682"/>
            <ac:spMk id="276" creationId="{935292EB-735B-437B-9DB7-5D751F827DE7}"/>
          </ac:spMkLst>
        </pc:spChg>
        <pc:spChg chg="mod">
          <ac:chgData name="翟 锐" userId="fef11181f709266a" providerId="LiveId" clId="{B95F3DAD-07CA-4A5E-9E2E-2D3EA79FCE65}" dt="2022-12-12T00:32:14.309" v="1" actId="14100"/>
          <ac:spMkLst>
            <pc:docMk/>
            <pc:sldMk cId="2697606341" sldId="682"/>
            <ac:spMk id="277" creationId="{0DB7187E-BDF3-44F8-B442-C424141D63E9}"/>
          </ac:spMkLst>
        </pc:spChg>
        <pc:spChg chg="mod">
          <ac:chgData name="翟 锐" userId="fef11181f709266a" providerId="LiveId" clId="{B95F3DAD-07CA-4A5E-9E2E-2D3EA79FCE65}" dt="2022-12-12T00:32:14.309" v="1" actId="14100"/>
          <ac:spMkLst>
            <pc:docMk/>
            <pc:sldMk cId="2697606341" sldId="682"/>
            <ac:spMk id="278" creationId="{37B35BF6-15EB-4F7E-866A-918D00392E51}"/>
          </ac:spMkLst>
        </pc:spChg>
        <pc:spChg chg="mod">
          <ac:chgData name="翟 锐" userId="fef11181f709266a" providerId="LiveId" clId="{B95F3DAD-07CA-4A5E-9E2E-2D3EA79FCE65}" dt="2022-12-12T00:32:14.309" v="1" actId="14100"/>
          <ac:spMkLst>
            <pc:docMk/>
            <pc:sldMk cId="2697606341" sldId="682"/>
            <ac:spMk id="279" creationId="{EFB799FA-9866-401A-A329-8AF78843A2CE}"/>
          </ac:spMkLst>
        </pc:spChg>
        <pc:spChg chg="mod">
          <ac:chgData name="翟 锐" userId="fef11181f709266a" providerId="LiveId" clId="{B95F3DAD-07CA-4A5E-9E2E-2D3EA79FCE65}" dt="2022-12-12T00:32:14.309" v="1" actId="14100"/>
          <ac:spMkLst>
            <pc:docMk/>
            <pc:sldMk cId="2697606341" sldId="682"/>
            <ac:spMk id="280" creationId="{FADF8BFD-5DB7-4594-90DE-C0D11E7D3AF9}"/>
          </ac:spMkLst>
        </pc:spChg>
        <pc:spChg chg="mod">
          <ac:chgData name="翟 锐" userId="fef11181f709266a" providerId="LiveId" clId="{B95F3DAD-07CA-4A5E-9E2E-2D3EA79FCE65}" dt="2022-12-12T00:32:14.309" v="1" actId="14100"/>
          <ac:spMkLst>
            <pc:docMk/>
            <pc:sldMk cId="2697606341" sldId="682"/>
            <ac:spMk id="281" creationId="{1F3EDA53-A8CE-4842-A378-7CCCBDE5EB28}"/>
          </ac:spMkLst>
        </pc:spChg>
        <pc:spChg chg="mod">
          <ac:chgData name="翟 锐" userId="fef11181f709266a" providerId="LiveId" clId="{B95F3DAD-07CA-4A5E-9E2E-2D3EA79FCE65}" dt="2022-12-12T00:32:14.309" v="1" actId="14100"/>
          <ac:spMkLst>
            <pc:docMk/>
            <pc:sldMk cId="2697606341" sldId="682"/>
            <ac:spMk id="282" creationId="{191AA362-3148-40FF-A118-C77FDB56154A}"/>
          </ac:spMkLst>
        </pc:spChg>
        <pc:spChg chg="mod">
          <ac:chgData name="翟 锐" userId="fef11181f709266a" providerId="LiveId" clId="{B95F3DAD-07CA-4A5E-9E2E-2D3EA79FCE65}" dt="2022-12-12T00:32:14.309" v="1" actId="14100"/>
          <ac:spMkLst>
            <pc:docMk/>
            <pc:sldMk cId="2697606341" sldId="682"/>
            <ac:spMk id="283" creationId="{D10D86E1-AE79-4CB6-89FF-B2ED0D96E7B0}"/>
          </ac:spMkLst>
        </pc:spChg>
        <pc:spChg chg="mod">
          <ac:chgData name="翟 锐" userId="fef11181f709266a" providerId="LiveId" clId="{B95F3DAD-07CA-4A5E-9E2E-2D3EA79FCE65}" dt="2022-12-12T00:32:14.309" v="1" actId="14100"/>
          <ac:spMkLst>
            <pc:docMk/>
            <pc:sldMk cId="2697606341" sldId="682"/>
            <ac:spMk id="284" creationId="{B65CE5DA-9493-4F28-8303-1CAA0B071855}"/>
          </ac:spMkLst>
        </pc:spChg>
        <pc:spChg chg="mod">
          <ac:chgData name="翟 锐" userId="fef11181f709266a" providerId="LiveId" clId="{B95F3DAD-07CA-4A5E-9E2E-2D3EA79FCE65}" dt="2022-12-12T00:32:14.309" v="1" actId="14100"/>
          <ac:spMkLst>
            <pc:docMk/>
            <pc:sldMk cId="2697606341" sldId="682"/>
            <ac:spMk id="285" creationId="{C9CE0CF4-690A-401B-A6C7-8E72413518EA}"/>
          </ac:spMkLst>
        </pc:spChg>
        <pc:spChg chg="mod">
          <ac:chgData name="翟 锐" userId="fef11181f709266a" providerId="LiveId" clId="{B95F3DAD-07CA-4A5E-9E2E-2D3EA79FCE65}" dt="2022-12-12T00:32:14.309" v="1" actId="14100"/>
          <ac:spMkLst>
            <pc:docMk/>
            <pc:sldMk cId="2697606341" sldId="682"/>
            <ac:spMk id="286" creationId="{9A40E203-A394-4EF8-B36E-CF3C9A041502}"/>
          </ac:spMkLst>
        </pc:spChg>
        <pc:spChg chg="mod">
          <ac:chgData name="翟 锐" userId="fef11181f709266a" providerId="LiveId" clId="{B95F3DAD-07CA-4A5E-9E2E-2D3EA79FCE65}" dt="2022-12-12T00:32:14.309" v="1" actId="14100"/>
          <ac:spMkLst>
            <pc:docMk/>
            <pc:sldMk cId="2697606341" sldId="682"/>
            <ac:spMk id="287" creationId="{52875745-B13B-4A8E-B5D8-E5E458705932}"/>
          </ac:spMkLst>
        </pc:spChg>
        <pc:spChg chg="mod">
          <ac:chgData name="翟 锐" userId="fef11181f709266a" providerId="LiveId" clId="{B95F3DAD-07CA-4A5E-9E2E-2D3EA79FCE65}" dt="2022-12-12T00:32:14.309" v="1" actId="14100"/>
          <ac:spMkLst>
            <pc:docMk/>
            <pc:sldMk cId="2697606341" sldId="682"/>
            <ac:spMk id="288" creationId="{30BF9FD0-E323-40E1-A7A6-6789E82375D7}"/>
          </ac:spMkLst>
        </pc:spChg>
        <pc:spChg chg="mod">
          <ac:chgData name="翟 锐" userId="fef11181f709266a" providerId="LiveId" clId="{B95F3DAD-07CA-4A5E-9E2E-2D3EA79FCE65}" dt="2022-12-12T00:32:14.309" v="1" actId="14100"/>
          <ac:spMkLst>
            <pc:docMk/>
            <pc:sldMk cId="2697606341" sldId="682"/>
            <ac:spMk id="289" creationId="{D809F281-63AF-4471-B77B-3FB74D1971A5}"/>
          </ac:spMkLst>
        </pc:spChg>
        <pc:spChg chg="mod">
          <ac:chgData name="翟 锐" userId="fef11181f709266a" providerId="LiveId" clId="{B95F3DAD-07CA-4A5E-9E2E-2D3EA79FCE65}" dt="2022-12-12T00:32:14.309" v="1" actId="14100"/>
          <ac:spMkLst>
            <pc:docMk/>
            <pc:sldMk cId="2697606341" sldId="682"/>
            <ac:spMk id="290" creationId="{9044B562-149F-4493-8536-ACDDC25EE551}"/>
          </ac:spMkLst>
        </pc:spChg>
        <pc:spChg chg="mod">
          <ac:chgData name="翟 锐" userId="fef11181f709266a" providerId="LiveId" clId="{B95F3DAD-07CA-4A5E-9E2E-2D3EA79FCE65}" dt="2022-12-12T00:32:14.309" v="1" actId="14100"/>
          <ac:spMkLst>
            <pc:docMk/>
            <pc:sldMk cId="2697606341" sldId="682"/>
            <ac:spMk id="291" creationId="{533CC980-F094-4A99-A1A4-8209080C3E78}"/>
          </ac:spMkLst>
        </pc:spChg>
        <pc:spChg chg="mod">
          <ac:chgData name="翟 锐" userId="fef11181f709266a" providerId="LiveId" clId="{B95F3DAD-07CA-4A5E-9E2E-2D3EA79FCE65}" dt="2022-12-12T00:32:14.309" v="1" actId="14100"/>
          <ac:spMkLst>
            <pc:docMk/>
            <pc:sldMk cId="2697606341" sldId="682"/>
            <ac:spMk id="292" creationId="{43F36902-6755-4749-AB34-5BB7134F2FBB}"/>
          </ac:spMkLst>
        </pc:spChg>
        <pc:spChg chg="mod">
          <ac:chgData name="翟 锐" userId="fef11181f709266a" providerId="LiveId" clId="{B95F3DAD-07CA-4A5E-9E2E-2D3EA79FCE65}" dt="2022-12-12T00:32:14.309" v="1" actId="14100"/>
          <ac:spMkLst>
            <pc:docMk/>
            <pc:sldMk cId="2697606341" sldId="682"/>
            <ac:spMk id="293" creationId="{10DBC5EA-A779-487F-BE15-AC5BC534557A}"/>
          </ac:spMkLst>
        </pc:spChg>
        <pc:spChg chg="mod">
          <ac:chgData name="翟 锐" userId="fef11181f709266a" providerId="LiveId" clId="{B95F3DAD-07CA-4A5E-9E2E-2D3EA79FCE65}" dt="2022-12-12T00:32:14.309" v="1" actId="14100"/>
          <ac:spMkLst>
            <pc:docMk/>
            <pc:sldMk cId="2697606341" sldId="682"/>
            <ac:spMk id="294" creationId="{9E67DFF6-E0CB-4A9D-9558-B5DA58972859}"/>
          </ac:spMkLst>
        </pc:spChg>
        <pc:spChg chg="mod">
          <ac:chgData name="翟 锐" userId="fef11181f709266a" providerId="LiveId" clId="{B95F3DAD-07CA-4A5E-9E2E-2D3EA79FCE65}" dt="2022-12-12T00:32:14.309" v="1" actId="14100"/>
          <ac:spMkLst>
            <pc:docMk/>
            <pc:sldMk cId="2697606341" sldId="682"/>
            <ac:spMk id="295" creationId="{BD9E4DC6-66C2-4849-AE22-1C98FA82B4DD}"/>
          </ac:spMkLst>
        </pc:spChg>
        <pc:spChg chg="mod">
          <ac:chgData name="翟 锐" userId="fef11181f709266a" providerId="LiveId" clId="{B95F3DAD-07CA-4A5E-9E2E-2D3EA79FCE65}" dt="2022-12-12T00:32:14.309" v="1" actId="14100"/>
          <ac:spMkLst>
            <pc:docMk/>
            <pc:sldMk cId="2697606341" sldId="682"/>
            <ac:spMk id="296" creationId="{BC3F0253-6B68-4542-9AAE-C1E5AE34B196}"/>
          </ac:spMkLst>
        </pc:spChg>
        <pc:spChg chg="mod">
          <ac:chgData name="翟 锐" userId="fef11181f709266a" providerId="LiveId" clId="{B95F3DAD-07CA-4A5E-9E2E-2D3EA79FCE65}" dt="2022-12-12T00:32:14.309" v="1" actId="14100"/>
          <ac:spMkLst>
            <pc:docMk/>
            <pc:sldMk cId="2697606341" sldId="682"/>
            <ac:spMk id="297" creationId="{5AD3E622-7611-4798-BBF4-6F5711D5EA89}"/>
          </ac:spMkLst>
        </pc:spChg>
        <pc:spChg chg="mod">
          <ac:chgData name="翟 锐" userId="fef11181f709266a" providerId="LiveId" clId="{B95F3DAD-07CA-4A5E-9E2E-2D3EA79FCE65}" dt="2022-12-12T00:32:14.309" v="1" actId="14100"/>
          <ac:spMkLst>
            <pc:docMk/>
            <pc:sldMk cId="2697606341" sldId="682"/>
            <ac:spMk id="298" creationId="{D8483303-12B4-4563-BFE4-AE4557FA5EB3}"/>
          </ac:spMkLst>
        </pc:spChg>
        <pc:spChg chg="mod">
          <ac:chgData name="翟 锐" userId="fef11181f709266a" providerId="LiveId" clId="{B95F3DAD-07CA-4A5E-9E2E-2D3EA79FCE65}" dt="2022-12-12T00:32:14.309" v="1" actId="14100"/>
          <ac:spMkLst>
            <pc:docMk/>
            <pc:sldMk cId="2697606341" sldId="682"/>
            <ac:spMk id="299" creationId="{FEEC94A0-DC45-467A-8100-54B91F0FFBAF}"/>
          </ac:spMkLst>
        </pc:spChg>
        <pc:spChg chg="mod">
          <ac:chgData name="翟 锐" userId="fef11181f709266a" providerId="LiveId" clId="{B95F3DAD-07CA-4A5E-9E2E-2D3EA79FCE65}" dt="2022-12-12T00:32:14.309" v="1" actId="14100"/>
          <ac:spMkLst>
            <pc:docMk/>
            <pc:sldMk cId="2697606341" sldId="682"/>
            <ac:spMk id="300" creationId="{773CF6AE-56A9-4373-8FFE-7C82C0C94BF3}"/>
          </ac:spMkLst>
        </pc:spChg>
        <pc:spChg chg="mod">
          <ac:chgData name="翟 锐" userId="fef11181f709266a" providerId="LiveId" clId="{B95F3DAD-07CA-4A5E-9E2E-2D3EA79FCE65}" dt="2022-12-12T00:32:14.309" v="1" actId="14100"/>
          <ac:spMkLst>
            <pc:docMk/>
            <pc:sldMk cId="2697606341" sldId="682"/>
            <ac:spMk id="301" creationId="{4F02DB65-AC7E-4746-84BB-CC7A1236C18A}"/>
          </ac:spMkLst>
        </pc:spChg>
        <pc:spChg chg="mod">
          <ac:chgData name="翟 锐" userId="fef11181f709266a" providerId="LiveId" clId="{B95F3DAD-07CA-4A5E-9E2E-2D3EA79FCE65}" dt="2022-12-12T00:32:14.309" v="1" actId="14100"/>
          <ac:spMkLst>
            <pc:docMk/>
            <pc:sldMk cId="2697606341" sldId="682"/>
            <ac:spMk id="302" creationId="{C03B3001-B1D0-4B72-8BFA-C04F26B0B6C5}"/>
          </ac:spMkLst>
        </pc:spChg>
        <pc:spChg chg="mod">
          <ac:chgData name="翟 锐" userId="fef11181f709266a" providerId="LiveId" clId="{B95F3DAD-07CA-4A5E-9E2E-2D3EA79FCE65}" dt="2022-12-12T00:32:14.309" v="1" actId="14100"/>
          <ac:spMkLst>
            <pc:docMk/>
            <pc:sldMk cId="2697606341" sldId="682"/>
            <ac:spMk id="303" creationId="{18302CC9-7F26-4AA9-9C3D-3A2569FF2208}"/>
          </ac:spMkLst>
        </pc:spChg>
        <pc:spChg chg="mod">
          <ac:chgData name="翟 锐" userId="fef11181f709266a" providerId="LiveId" clId="{B95F3DAD-07CA-4A5E-9E2E-2D3EA79FCE65}" dt="2022-12-12T00:32:14.309" v="1" actId="14100"/>
          <ac:spMkLst>
            <pc:docMk/>
            <pc:sldMk cId="2697606341" sldId="682"/>
            <ac:spMk id="304" creationId="{1B76BE8B-F1E2-48DC-AD89-B4E860B4B689}"/>
          </ac:spMkLst>
        </pc:spChg>
        <pc:spChg chg="mod">
          <ac:chgData name="翟 锐" userId="fef11181f709266a" providerId="LiveId" clId="{B95F3DAD-07CA-4A5E-9E2E-2D3EA79FCE65}" dt="2022-12-12T00:32:14.309" v="1" actId="14100"/>
          <ac:spMkLst>
            <pc:docMk/>
            <pc:sldMk cId="2697606341" sldId="682"/>
            <ac:spMk id="305" creationId="{EAF2440E-99DF-4582-B98D-CA8247343D57}"/>
          </ac:spMkLst>
        </pc:spChg>
        <pc:spChg chg="mod">
          <ac:chgData name="翟 锐" userId="fef11181f709266a" providerId="LiveId" clId="{B95F3DAD-07CA-4A5E-9E2E-2D3EA79FCE65}" dt="2022-12-12T00:32:14.309" v="1" actId="14100"/>
          <ac:spMkLst>
            <pc:docMk/>
            <pc:sldMk cId="2697606341" sldId="682"/>
            <ac:spMk id="306" creationId="{2B6668B0-432A-4EC7-A95F-614F283974EF}"/>
          </ac:spMkLst>
        </pc:spChg>
        <pc:spChg chg="mod">
          <ac:chgData name="翟 锐" userId="fef11181f709266a" providerId="LiveId" clId="{B95F3DAD-07CA-4A5E-9E2E-2D3EA79FCE65}" dt="2022-12-12T00:32:14.309" v="1" actId="14100"/>
          <ac:spMkLst>
            <pc:docMk/>
            <pc:sldMk cId="2697606341" sldId="682"/>
            <ac:spMk id="307" creationId="{EEC31C75-5AD7-4C81-A977-66FAAD18DD17}"/>
          </ac:spMkLst>
        </pc:spChg>
        <pc:spChg chg="mod">
          <ac:chgData name="翟 锐" userId="fef11181f709266a" providerId="LiveId" clId="{B95F3DAD-07CA-4A5E-9E2E-2D3EA79FCE65}" dt="2022-12-12T00:32:14.309" v="1" actId="14100"/>
          <ac:spMkLst>
            <pc:docMk/>
            <pc:sldMk cId="2697606341" sldId="682"/>
            <ac:spMk id="308" creationId="{7834DFD2-E0D4-4F43-AC14-7C0EEF7298AA}"/>
          </ac:spMkLst>
        </pc:spChg>
        <pc:spChg chg="mod">
          <ac:chgData name="翟 锐" userId="fef11181f709266a" providerId="LiveId" clId="{B95F3DAD-07CA-4A5E-9E2E-2D3EA79FCE65}" dt="2022-12-12T00:32:14.309" v="1" actId="14100"/>
          <ac:spMkLst>
            <pc:docMk/>
            <pc:sldMk cId="2697606341" sldId="682"/>
            <ac:spMk id="309" creationId="{ECB9F2E2-436E-424F-9278-105A1A77F3B0}"/>
          </ac:spMkLst>
        </pc:spChg>
        <pc:spChg chg="mod">
          <ac:chgData name="翟 锐" userId="fef11181f709266a" providerId="LiveId" clId="{B95F3DAD-07CA-4A5E-9E2E-2D3EA79FCE65}" dt="2022-12-12T00:32:14.309" v="1" actId="14100"/>
          <ac:spMkLst>
            <pc:docMk/>
            <pc:sldMk cId="2697606341" sldId="682"/>
            <ac:spMk id="310" creationId="{D7107F02-A17B-43B6-B6C2-D37E7F726205}"/>
          </ac:spMkLst>
        </pc:spChg>
        <pc:spChg chg="mod">
          <ac:chgData name="翟 锐" userId="fef11181f709266a" providerId="LiveId" clId="{B95F3DAD-07CA-4A5E-9E2E-2D3EA79FCE65}" dt="2022-12-12T00:32:14.309" v="1" actId="14100"/>
          <ac:spMkLst>
            <pc:docMk/>
            <pc:sldMk cId="2697606341" sldId="682"/>
            <ac:spMk id="311" creationId="{721798E2-2391-4CD8-A7B7-A8306E844DFA}"/>
          </ac:spMkLst>
        </pc:spChg>
        <pc:spChg chg="mod">
          <ac:chgData name="翟 锐" userId="fef11181f709266a" providerId="LiveId" clId="{B95F3DAD-07CA-4A5E-9E2E-2D3EA79FCE65}" dt="2022-12-12T00:32:14.309" v="1" actId="14100"/>
          <ac:spMkLst>
            <pc:docMk/>
            <pc:sldMk cId="2697606341" sldId="682"/>
            <ac:spMk id="312" creationId="{726024BC-28F2-43D6-A07A-E75ABFBC7448}"/>
          </ac:spMkLst>
        </pc:spChg>
        <pc:spChg chg="mod">
          <ac:chgData name="翟 锐" userId="fef11181f709266a" providerId="LiveId" clId="{B95F3DAD-07CA-4A5E-9E2E-2D3EA79FCE65}" dt="2022-12-12T00:32:14.309" v="1" actId="14100"/>
          <ac:spMkLst>
            <pc:docMk/>
            <pc:sldMk cId="2697606341" sldId="682"/>
            <ac:spMk id="313" creationId="{C8735B03-9DD8-4506-9FB4-4B76AC464AC8}"/>
          </ac:spMkLst>
        </pc:spChg>
        <pc:spChg chg="mod">
          <ac:chgData name="翟 锐" userId="fef11181f709266a" providerId="LiveId" clId="{B95F3DAD-07CA-4A5E-9E2E-2D3EA79FCE65}" dt="2022-12-12T00:32:14.309" v="1" actId="14100"/>
          <ac:spMkLst>
            <pc:docMk/>
            <pc:sldMk cId="2697606341" sldId="682"/>
            <ac:spMk id="314" creationId="{6EBE79C9-A03E-4FC3-8285-77366A027A12}"/>
          </ac:spMkLst>
        </pc:spChg>
        <pc:spChg chg="mod">
          <ac:chgData name="翟 锐" userId="fef11181f709266a" providerId="LiveId" clId="{B95F3DAD-07CA-4A5E-9E2E-2D3EA79FCE65}" dt="2022-12-12T00:32:14.309" v="1" actId="14100"/>
          <ac:spMkLst>
            <pc:docMk/>
            <pc:sldMk cId="2697606341" sldId="682"/>
            <ac:spMk id="315" creationId="{4A664745-A967-4F90-B05A-18EF7B4623A5}"/>
          </ac:spMkLst>
        </pc:spChg>
        <pc:spChg chg="mod">
          <ac:chgData name="翟 锐" userId="fef11181f709266a" providerId="LiveId" clId="{B95F3DAD-07CA-4A5E-9E2E-2D3EA79FCE65}" dt="2022-12-12T00:32:14.309" v="1" actId="14100"/>
          <ac:spMkLst>
            <pc:docMk/>
            <pc:sldMk cId="2697606341" sldId="682"/>
            <ac:spMk id="317" creationId="{19C48438-3D04-4296-ADB7-B179931B481D}"/>
          </ac:spMkLst>
        </pc:spChg>
        <pc:spChg chg="mod">
          <ac:chgData name="翟 锐" userId="fef11181f709266a" providerId="LiveId" clId="{B95F3DAD-07CA-4A5E-9E2E-2D3EA79FCE65}" dt="2022-12-12T00:32:14.309" v="1" actId="14100"/>
          <ac:spMkLst>
            <pc:docMk/>
            <pc:sldMk cId="2697606341" sldId="682"/>
            <ac:spMk id="318" creationId="{087D4DC9-ADB8-4291-A24D-6E169060F7C7}"/>
          </ac:spMkLst>
        </pc:spChg>
        <pc:spChg chg="mod">
          <ac:chgData name="翟 锐" userId="fef11181f709266a" providerId="LiveId" clId="{B95F3DAD-07CA-4A5E-9E2E-2D3EA79FCE65}" dt="2022-12-12T00:32:14.309" v="1" actId="14100"/>
          <ac:spMkLst>
            <pc:docMk/>
            <pc:sldMk cId="2697606341" sldId="682"/>
            <ac:spMk id="319" creationId="{DB55CDE3-2FF9-42E4-8548-1F9C42A6864E}"/>
          </ac:spMkLst>
        </pc:spChg>
        <pc:spChg chg="mod">
          <ac:chgData name="翟 锐" userId="fef11181f709266a" providerId="LiveId" clId="{B95F3DAD-07CA-4A5E-9E2E-2D3EA79FCE65}" dt="2022-12-12T00:32:14.309" v="1" actId="14100"/>
          <ac:spMkLst>
            <pc:docMk/>
            <pc:sldMk cId="2697606341" sldId="682"/>
            <ac:spMk id="320" creationId="{FB5ADC4E-5D01-4DDB-9DEA-A38FEEDA3B0A}"/>
          </ac:spMkLst>
        </pc:spChg>
        <pc:spChg chg="mod">
          <ac:chgData name="翟 锐" userId="fef11181f709266a" providerId="LiveId" clId="{B95F3DAD-07CA-4A5E-9E2E-2D3EA79FCE65}" dt="2022-12-12T00:32:14.309" v="1" actId="14100"/>
          <ac:spMkLst>
            <pc:docMk/>
            <pc:sldMk cId="2697606341" sldId="682"/>
            <ac:spMk id="321" creationId="{3A014022-D415-47EA-96F7-A913F63DD1E3}"/>
          </ac:spMkLst>
        </pc:spChg>
        <pc:spChg chg="mod">
          <ac:chgData name="翟 锐" userId="fef11181f709266a" providerId="LiveId" clId="{B95F3DAD-07CA-4A5E-9E2E-2D3EA79FCE65}" dt="2022-12-12T00:32:14.309" v="1" actId="14100"/>
          <ac:spMkLst>
            <pc:docMk/>
            <pc:sldMk cId="2697606341" sldId="682"/>
            <ac:spMk id="322" creationId="{BA24AF2D-130C-4D34-9877-5AAD5B555924}"/>
          </ac:spMkLst>
        </pc:spChg>
        <pc:spChg chg="mod">
          <ac:chgData name="翟 锐" userId="fef11181f709266a" providerId="LiveId" clId="{B95F3DAD-07CA-4A5E-9E2E-2D3EA79FCE65}" dt="2022-12-12T00:32:14.309" v="1" actId="14100"/>
          <ac:spMkLst>
            <pc:docMk/>
            <pc:sldMk cId="2697606341" sldId="682"/>
            <ac:spMk id="323" creationId="{DB94E0EA-95AA-4AAA-BE71-7B9FA30CB802}"/>
          </ac:spMkLst>
        </pc:spChg>
        <pc:spChg chg="mod">
          <ac:chgData name="翟 锐" userId="fef11181f709266a" providerId="LiveId" clId="{B95F3DAD-07CA-4A5E-9E2E-2D3EA79FCE65}" dt="2022-12-12T00:32:14.309" v="1" actId="14100"/>
          <ac:spMkLst>
            <pc:docMk/>
            <pc:sldMk cId="2697606341" sldId="682"/>
            <ac:spMk id="324" creationId="{15DACDFE-0E68-422E-BD96-6EFD9D6CD654}"/>
          </ac:spMkLst>
        </pc:spChg>
        <pc:spChg chg="mod">
          <ac:chgData name="翟 锐" userId="fef11181f709266a" providerId="LiveId" clId="{B95F3DAD-07CA-4A5E-9E2E-2D3EA79FCE65}" dt="2022-12-12T00:32:14.309" v="1" actId="14100"/>
          <ac:spMkLst>
            <pc:docMk/>
            <pc:sldMk cId="2697606341" sldId="682"/>
            <ac:spMk id="325" creationId="{3A30A386-97EE-4EFE-A1D2-B976840DE473}"/>
          </ac:spMkLst>
        </pc:spChg>
        <pc:spChg chg="mod">
          <ac:chgData name="翟 锐" userId="fef11181f709266a" providerId="LiveId" clId="{B95F3DAD-07CA-4A5E-9E2E-2D3EA79FCE65}" dt="2022-12-12T00:32:14.309" v="1" actId="14100"/>
          <ac:spMkLst>
            <pc:docMk/>
            <pc:sldMk cId="2697606341" sldId="682"/>
            <ac:spMk id="326" creationId="{432B9E0D-8FC8-41FB-A8D3-B495A52A127E}"/>
          </ac:spMkLst>
        </pc:spChg>
        <pc:spChg chg="mod">
          <ac:chgData name="翟 锐" userId="fef11181f709266a" providerId="LiveId" clId="{B95F3DAD-07CA-4A5E-9E2E-2D3EA79FCE65}" dt="2022-12-12T00:32:14.309" v="1" actId="14100"/>
          <ac:spMkLst>
            <pc:docMk/>
            <pc:sldMk cId="2697606341" sldId="682"/>
            <ac:spMk id="327" creationId="{8F9EC903-37A0-4ECA-A099-38753CF1473E}"/>
          </ac:spMkLst>
        </pc:spChg>
        <pc:spChg chg="mod">
          <ac:chgData name="翟 锐" userId="fef11181f709266a" providerId="LiveId" clId="{B95F3DAD-07CA-4A5E-9E2E-2D3EA79FCE65}" dt="2022-12-12T00:32:14.309" v="1" actId="14100"/>
          <ac:spMkLst>
            <pc:docMk/>
            <pc:sldMk cId="2697606341" sldId="682"/>
            <ac:spMk id="328" creationId="{188D4BB4-E183-4F84-81A3-51FDFB9339CA}"/>
          </ac:spMkLst>
        </pc:spChg>
        <pc:spChg chg="mod">
          <ac:chgData name="翟 锐" userId="fef11181f709266a" providerId="LiveId" clId="{B95F3DAD-07CA-4A5E-9E2E-2D3EA79FCE65}" dt="2022-12-12T00:32:14.309" v="1" actId="14100"/>
          <ac:spMkLst>
            <pc:docMk/>
            <pc:sldMk cId="2697606341" sldId="682"/>
            <ac:spMk id="329" creationId="{D6EC0FB0-E57D-449C-B832-F9D6AD5083D5}"/>
          </ac:spMkLst>
        </pc:spChg>
        <pc:spChg chg="mod">
          <ac:chgData name="翟 锐" userId="fef11181f709266a" providerId="LiveId" clId="{B95F3DAD-07CA-4A5E-9E2E-2D3EA79FCE65}" dt="2022-12-12T00:32:14.309" v="1" actId="14100"/>
          <ac:spMkLst>
            <pc:docMk/>
            <pc:sldMk cId="2697606341" sldId="682"/>
            <ac:spMk id="330" creationId="{EEA2D8C6-2057-4652-885B-F38A65B2C1F8}"/>
          </ac:spMkLst>
        </pc:spChg>
        <pc:spChg chg="mod">
          <ac:chgData name="翟 锐" userId="fef11181f709266a" providerId="LiveId" clId="{B95F3DAD-07CA-4A5E-9E2E-2D3EA79FCE65}" dt="2022-12-12T00:32:14.309" v="1" actId="14100"/>
          <ac:spMkLst>
            <pc:docMk/>
            <pc:sldMk cId="2697606341" sldId="682"/>
            <ac:spMk id="331" creationId="{F37E246E-C971-44B7-B93F-D39A549C0A66}"/>
          </ac:spMkLst>
        </pc:spChg>
        <pc:spChg chg="mod">
          <ac:chgData name="翟 锐" userId="fef11181f709266a" providerId="LiveId" clId="{B95F3DAD-07CA-4A5E-9E2E-2D3EA79FCE65}" dt="2022-12-12T00:32:14.309" v="1" actId="14100"/>
          <ac:spMkLst>
            <pc:docMk/>
            <pc:sldMk cId="2697606341" sldId="682"/>
            <ac:spMk id="332" creationId="{3D609E6E-0478-4E01-9E7E-ED48506BE6BD}"/>
          </ac:spMkLst>
        </pc:spChg>
        <pc:spChg chg="mod">
          <ac:chgData name="翟 锐" userId="fef11181f709266a" providerId="LiveId" clId="{B95F3DAD-07CA-4A5E-9E2E-2D3EA79FCE65}" dt="2022-12-12T00:32:14.309" v="1" actId="14100"/>
          <ac:spMkLst>
            <pc:docMk/>
            <pc:sldMk cId="2697606341" sldId="682"/>
            <ac:spMk id="333" creationId="{14EDCDBE-6A04-4CCD-AE19-1F555114F776}"/>
          </ac:spMkLst>
        </pc:spChg>
        <pc:spChg chg="mod">
          <ac:chgData name="翟 锐" userId="fef11181f709266a" providerId="LiveId" clId="{B95F3DAD-07CA-4A5E-9E2E-2D3EA79FCE65}" dt="2022-12-12T00:32:14.309" v="1" actId="14100"/>
          <ac:spMkLst>
            <pc:docMk/>
            <pc:sldMk cId="2697606341" sldId="682"/>
            <ac:spMk id="334" creationId="{5BCD1769-C96D-4B25-A3A5-E26BB5CB4A24}"/>
          </ac:spMkLst>
        </pc:spChg>
        <pc:spChg chg="mod">
          <ac:chgData name="翟 锐" userId="fef11181f709266a" providerId="LiveId" clId="{B95F3DAD-07CA-4A5E-9E2E-2D3EA79FCE65}" dt="2022-12-12T00:32:14.309" v="1" actId="14100"/>
          <ac:spMkLst>
            <pc:docMk/>
            <pc:sldMk cId="2697606341" sldId="682"/>
            <ac:spMk id="335" creationId="{810478E2-8E50-4E43-97F5-3C0440F813E0}"/>
          </ac:spMkLst>
        </pc:spChg>
        <pc:spChg chg="mod">
          <ac:chgData name="翟 锐" userId="fef11181f709266a" providerId="LiveId" clId="{B95F3DAD-07CA-4A5E-9E2E-2D3EA79FCE65}" dt="2022-12-12T00:32:14.309" v="1" actId="14100"/>
          <ac:spMkLst>
            <pc:docMk/>
            <pc:sldMk cId="2697606341" sldId="682"/>
            <ac:spMk id="336" creationId="{5A1AA348-E7D8-46F5-B22C-12A3DA84D954}"/>
          </ac:spMkLst>
        </pc:spChg>
        <pc:spChg chg="mod">
          <ac:chgData name="翟 锐" userId="fef11181f709266a" providerId="LiveId" clId="{B95F3DAD-07CA-4A5E-9E2E-2D3EA79FCE65}" dt="2022-12-12T00:32:14.309" v="1" actId="14100"/>
          <ac:spMkLst>
            <pc:docMk/>
            <pc:sldMk cId="2697606341" sldId="682"/>
            <ac:spMk id="337" creationId="{39D8B9C3-81B6-423C-8B95-4022C912414A}"/>
          </ac:spMkLst>
        </pc:spChg>
        <pc:spChg chg="mod">
          <ac:chgData name="翟 锐" userId="fef11181f709266a" providerId="LiveId" clId="{B95F3DAD-07CA-4A5E-9E2E-2D3EA79FCE65}" dt="2022-12-12T00:32:14.309" v="1" actId="14100"/>
          <ac:spMkLst>
            <pc:docMk/>
            <pc:sldMk cId="2697606341" sldId="682"/>
            <ac:spMk id="338" creationId="{63E08553-6D91-4A44-A125-96E2788053F6}"/>
          </ac:spMkLst>
        </pc:spChg>
        <pc:spChg chg="mod">
          <ac:chgData name="翟 锐" userId="fef11181f709266a" providerId="LiveId" clId="{B95F3DAD-07CA-4A5E-9E2E-2D3EA79FCE65}" dt="2022-12-12T00:32:14.309" v="1" actId="14100"/>
          <ac:spMkLst>
            <pc:docMk/>
            <pc:sldMk cId="2697606341" sldId="682"/>
            <ac:spMk id="339" creationId="{48981EBD-DE8C-4BE9-B737-1CB326742460}"/>
          </ac:spMkLst>
        </pc:spChg>
        <pc:spChg chg="mod">
          <ac:chgData name="翟 锐" userId="fef11181f709266a" providerId="LiveId" clId="{B95F3DAD-07CA-4A5E-9E2E-2D3EA79FCE65}" dt="2022-12-12T00:32:14.309" v="1" actId="14100"/>
          <ac:spMkLst>
            <pc:docMk/>
            <pc:sldMk cId="2697606341" sldId="682"/>
            <ac:spMk id="340" creationId="{45E957B2-6BD5-436D-8B4C-D557E9BC6DB9}"/>
          </ac:spMkLst>
        </pc:spChg>
        <pc:spChg chg="mod">
          <ac:chgData name="翟 锐" userId="fef11181f709266a" providerId="LiveId" clId="{B95F3DAD-07CA-4A5E-9E2E-2D3EA79FCE65}" dt="2022-12-12T00:32:14.309" v="1" actId="14100"/>
          <ac:spMkLst>
            <pc:docMk/>
            <pc:sldMk cId="2697606341" sldId="682"/>
            <ac:spMk id="341" creationId="{228D2909-A9AD-4E2A-AA66-D1ADA1C7E6D3}"/>
          </ac:spMkLst>
        </pc:spChg>
        <pc:spChg chg="mod">
          <ac:chgData name="翟 锐" userId="fef11181f709266a" providerId="LiveId" clId="{B95F3DAD-07CA-4A5E-9E2E-2D3EA79FCE65}" dt="2022-12-12T00:32:14.309" v="1" actId="14100"/>
          <ac:spMkLst>
            <pc:docMk/>
            <pc:sldMk cId="2697606341" sldId="682"/>
            <ac:spMk id="342" creationId="{C66A8C66-A543-4413-BCEC-BB69EE7756C1}"/>
          </ac:spMkLst>
        </pc:spChg>
        <pc:spChg chg="mod">
          <ac:chgData name="翟 锐" userId="fef11181f709266a" providerId="LiveId" clId="{B95F3DAD-07CA-4A5E-9E2E-2D3EA79FCE65}" dt="2022-12-12T00:32:14.309" v="1" actId="14100"/>
          <ac:spMkLst>
            <pc:docMk/>
            <pc:sldMk cId="2697606341" sldId="682"/>
            <ac:spMk id="343" creationId="{11F6AD80-C057-49B5-A710-0599177DA19D}"/>
          </ac:spMkLst>
        </pc:spChg>
        <pc:spChg chg="mod">
          <ac:chgData name="翟 锐" userId="fef11181f709266a" providerId="LiveId" clId="{B95F3DAD-07CA-4A5E-9E2E-2D3EA79FCE65}" dt="2022-12-12T00:32:14.309" v="1" actId="14100"/>
          <ac:spMkLst>
            <pc:docMk/>
            <pc:sldMk cId="2697606341" sldId="682"/>
            <ac:spMk id="344" creationId="{390CD5CF-4140-4174-8FD0-7229325355C9}"/>
          </ac:spMkLst>
        </pc:spChg>
        <pc:spChg chg="mod">
          <ac:chgData name="翟 锐" userId="fef11181f709266a" providerId="LiveId" clId="{B95F3DAD-07CA-4A5E-9E2E-2D3EA79FCE65}" dt="2022-12-12T00:32:14.309" v="1" actId="14100"/>
          <ac:spMkLst>
            <pc:docMk/>
            <pc:sldMk cId="2697606341" sldId="682"/>
            <ac:spMk id="345" creationId="{51EFEB02-6BBA-4937-90C7-EFA1B53E6453}"/>
          </ac:spMkLst>
        </pc:spChg>
        <pc:spChg chg="mod">
          <ac:chgData name="翟 锐" userId="fef11181f709266a" providerId="LiveId" clId="{B95F3DAD-07CA-4A5E-9E2E-2D3EA79FCE65}" dt="2022-12-12T00:32:14.309" v="1" actId="14100"/>
          <ac:spMkLst>
            <pc:docMk/>
            <pc:sldMk cId="2697606341" sldId="682"/>
            <ac:spMk id="346" creationId="{0B45A140-335C-4759-A800-81D247C6184B}"/>
          </ac:spMkLst>
        </pc:spChg>
        <pc:spChg chg="mod">
          <ac:chgData name="翟 锐" userId="fef11181f709266a" providerId="LiveId" clId="{B95F3DAD-07CA-4A5E-9E2E-2D3EA79FCE65}" dt="2022-12-12T00:32:14.309" v="1" actId="14100"/>
          <ac:spMkLst>
            <pc:docMk/>
            <pc:sldMk cId="2697606341" sldId="682"/>
            <ac:spMk id="347" creationId="{3EFF84D2-A599-4167-940C-B4068C38927E}"/>
          </ac:spMkLst>
        </pc:spChg>
        <pc:spChg chg="mod">
          <ac:chgData name="翟 锐" userId="fef11181f709266a" providerId="LiveId" clId="{B95F3DAD-07CA-4A5E-9E2E-2D3EA79FCE65}" dt="2022-12-12T00:32:14.309" v="1" actId="14100"/>
          <ac:spMkLst>
            <pc:docMk/>
            <pc:sldMk cId="2697606341" sldId="682"/>
            <ac:spMk id="348" creationId="{68229579-A518-401E-A7B4-C2144F014E1F}"/>
          </ac:spMkLst>
        </pc:spChg>
        <pc:spChg chg="mod">
          <ac:chgData name="翟 锐" userId="fef11181f709266a" providerId="LiveId" clId="{B95F3DAD-07CA-4A5E-9E2E-2D3EA79FCE65}" dt="2022-12-12T00:32:14.309" v="1" actId="14100"/>
          <ac:spMkLst>
            <pc:docMk/>
            <pc:sldMk cId="2697606341" sldId="682"/>
            <ac:spMk id="349" creationId="{B2342773-1E18-4358-B1AB-A30570C36A86}"/>
          </ac:spMkLst>
        </pc:spChg>
        <pc:spChg chg="mod">
          <ac:chgData name="翟 锐" userId="fef11181f709266a" providerId="LiveId" clId="{B95F3DAD-07CA-4A5E-9E2E-2D3EA79FCE65}" dt="2022-12-12T00:32:14.309" v="1" actId="14100"/>
          <ac:spMkLst>
            <pc:docMk/>
            <pc:sldMk cId="2697606341" sldId="682"/>
            <ac:spMk id="350" creationId="{569A0B1E-996D-4E18-828F-2227D0C9A5E8}"/>
          </ac:spMkLst>
        </pc:spChg>
        <pc:spChg chg="mod">
          <ac:chgData name="翟 锐" userId="fef11181f709266a" providerId="LiveId" clId="{B95F3DAD-07CA-4A5E-9E2E-2D3EA79FCE65}" dt="2022-12-12T00:32:14.309" v="1" actId="14100"/>
          <ac:spMkLst>
            <pc:docMk/>
            <pc:sldMk cId="2697606341" sldId="682"/>
            <ac:spMk id="351" creationId="{9BC50741-FF38-41F0-A16E-FFFA3930AB06}"/>
          </ac:spMkLst>
        </pc:spChg>
        <pc:spChg chg="mod">
          <ac:chgData name="翟 锐" userId="fef11181f709266a" providerId="LiveId" clId="{B95F3DAD-07CA-4A5E-9E2E-2D3EA79FCE65}" dt="2022-12-12T00:32:14.309" v="1" actId="14100"/>
          <ac:spMkLst>
            <pc:docMk/>
            <pc:sldMk cId="2697606341" sldId="682"/>
            <ac:spMk id="352" creationId="{A0A49F5E-EF13-4BA0-88EB-B6D28F4A05D3}"/>
          </ac:spMkLst>
        </pc:spChg>
        <pc:spChg chg="mod">
          <ac:chgData name="翟 锐" userId="fef11181f709266a" providerId="LiveId" clId="{B95F3DAD-07CA-4A5E-9E2E-2D3EA79FCE65}" dt="2022-12-12T00:32:14.309" v="1" actId="14100"/>
          <ac:spMkLst>
            <pc:docMk/>
            <pc:sldMk cId="2697606341" sldId="682"/>
            <ac:spMk id="353" creationId="{7FE73E8C-7F53-4C28-A0CD-BAF8FDC01B7A}"/>
          </ac:spMkLst>
        </pc:spChg>
        <pc:spChg chg="mod">
          <ac:chgData name="翟 锐" userId="fef11181f709266a" providerId="LiveId" clId="{B95F3DAD-07CA-4A5E-9E2E-2D3EA79FCE65}" dt="2022-12-12T00:32:14.309" v="1" actId="14100"/>
          <ac:spMkLst>
            <pc:docMk/>
            <pc:sldMk cId="2697606341" sldId="682"/>
            <ac:spMk id="354" creationId="{70EAA12F-014B-44FB-8965-FF09C6ADD978}"/>
          </ac:spMkLst>
        </pc:spChg>
        <pc:spChg chg="mod">
          <ac:chgData name="翟 锐" userId="fef11181f709266a" providerId="LiveId" clId="{B95F3DAD-07CA-4A5E-9E2E-2D3EA79FCE65}" dt="2022-12-12T00:32:14.309" v="1" actId="14100"/>
          <ac:spMkLst>
            <pc:docMk/>
            <pc:sldMk cId="2697606341" sldId="682"/>
            <ac:spMk id="355" creationId="{5B825466-3656-4A61-84A2-535C199424CA}"/>
          </ac:spMkLst>
        </pc:spChg>
        <pc:spChg chg="mod">
          <ac:chgData name="翟 锐" userId="fef11181f709266a" providerId="LiveId" clId="{B95F3DAD-07CA-4A5E-9E2E-2D3EA79FCE65}" dt="2022-12-12T00:32:14.309" v="1" actId="14100"/>
          <ac:spMkLst>
            <pc:docMk/>
            <pc:sldMk cId="2697606341" sldId="682"/>
            <ac:spMk id="356" creationId="{232D3ECC-8772-419A-902B-7A3661C25D20}"/>
          </ac:spMkLst>
        </pc:spChg>
        <pc:spChg chg="mod">
          <ac:chgData name="翟 锐" userId="fef11181f709266a" providerId="LiveId" clId="{B95F3DAD-07CA-4A5E-9E2E-2D3EA79FCE65}" dt="2022-12-12T00:32:14.309" v="1" actId="14100"/>
          <ac:spMkLst>
            <pc:docMk/>
            <pc:sldMk cId="2697606341" sldId="682"/>
            <ac:spMk id="357" creationId="{63FE8A9D-CD0F-4AEF-B23F-7BDF5A7DBC17}"/>
          </ac:spMkLst>
        </pc:spChg>
        <pc:spChg chg="mod">
          <ac:chgData name="翟 锐" userId="fef11181f709266a" providerId="LiveId" clId="{B95F3DAD-07CA-4A5E-9E2E-2D3EA79FCE65}" dt="2022-12-12T00:32:14.309" v="1" actId="14100"/>
          <ac:spMkLst>
            <pc:docMk/>
            <pc:sldMk cId="2697606341" sldId="682"/>
            <ac:spMk id="358" creationId="{B5A1A992-BBBA-4546-90BE-88A20124ED1F}"/>
          </ac:spMkLst>
        </pc:spChg>
        <pc:spChg chg="mod">
          <ac:chgData name="翟 锐" userId="fef11181f709266a" providerId="LiveId" clId="{B95F3DAD-07CA-4A5E-9E2E-2D3EA79FCE65}" dt="2022-12-12T00:32:14.309" v="1" actId="14100"/>
          <ac:spMkLst>
            <pc:docMk/>
            <pc:sldMk cId="2697606341" sldId="682"/>
            <ac:spMk id="359" creationId="{ADB28D84-3CB2-42B5-90F0-26D8DAD3E27C}"/>
          </ac:spMkLst>
        </pc:spChg>
        <pc:spChg chg="mod">
          <ac:chgData name="翟 锐" userId="fef11181f709266a" providerId="LiveId" clId="{B95F3DAD-07CA-4A5E-9E2E-2D3EA79FCE65}" dt="2022-12-12T00:32:14.309" v="1" actId="14100"/>
          <ac:spMkLst>
            <pc:docMk/>
            <pc:sldMk cId="2697606341" sldId="682"/>
            <ac:spMk id="360" creationId="{7F452657-7216-4AB1-A429-A03EEC4947F3}"/>
          </ac:spMkLst>
        </pc:spChg>
        <pc:spChg chg="mod">
          <ac:chgData name="翟 锐" userId="fef11181f709266a" providerId="LiveId" clId="{B95F3DAD-07CA-4A5E-9E2E-2D3EA79FCE65}" dt="2022-12-12T00:32:14.309" v="1" actId="14100"/>
          <ac:spMkLst>
            <pc:docMk/>
            <pc:sldMk cId="2697606341" sldId="682"/>
            <ac:spMk id="361" creationId="{21F5D6A8-CDCF-4A3A-9988-58002C6B885E}"/>
          </ac:spMkLst>
        </pc:spChg>
        <pc:spChg chg="mod">
          <ac:chgData name="翟 锐" userId="fef11181f709266a" providerId="LiveId" clId="{B95F3DAD-07CA-4A5E-9E2E-2D3EA79FCE65}" dt="2022-12-12T00:32:14.309" v="1" actId="14100"/>
          <ac:spMkLst>
            <pc:docMk/>
            <pc:sldMk cId="2697606341" sldId="682"/>
            <ac:spMk id="362" creationId="{E6C6BF17-0F3C-4202-B20B-049E16A21FA5}"/>
          </ac:spMkLst>
        </pc:spChg>
        <pc:spChg chg="mod">
          <ac:chgData name="翟 锐" userId="fef11181f709266a" providerId="LiveId" clId="{B95F3DAD-07CA-4A5E-9E2E-2D3EA79FCE65}" dt="2022-12-12T00:32:14.309" v="1" actId="14100"/>
          <ac:spMkLst>
            <pc:docMk/>
            <pc:sldMk cId="2697606341" sldId="682"/>
            <ac:spMk id="363" creationId="{86B31A18-6C95-48C9-8F77-D9645BBF2B63}"/>
          </ac:spMkLst>
        </pc:spChg>
        <pc:spChg chg="mod">
          <ac:chgData name="翟 锐" userId="fef11181f709266a" providerId="LiveId" clId="{B95F3DAD-07CA-4A5E-9E2E-2D3EA79FCE65}" dt="2022-12-12T00:32:14.309" v="1" actId="14100"/>
          <ac:spMkLst>
            <pc:docMk/>
            <pc:sldMk cId="2697606341" sldId="682"/>
            <ac:spMk id="364" creationId="{2889D5C4-093A-4E6A-8D75-6F565737937F}"/>
          </ac:spMkLst>
        </pc:spChg>
        <pc:spChg chg="mod">
          <ac:chgData name="翟 锐" userId="fef11181f709266a" providerId="LiveId" clId="{B95F3DAD-07CA-4A5E-9E2E-2D3EA79FCE65}" dt="2022-12-12T00:32:14.309" v="1" actId="14100"/>
          <ac:spMkLst>
            <pc:docMk/>
            <pc:sldMk cId="2697606341" sldId="682"/>
            <ac:spMk id="365" creationId="{62E7B7BF-8B3B-499E-BF6B-5407FA70B9B1}"/>
          </ac:spMkLst>
        </pc:spChg>
        <pc:spChg chg="mod">
          <ac:chgData name="翟 锐" userId="fef11181f709266a" providerId="LiveId" clId="{B95F3DAD-07CA-4A5E-9E2E-2D3EA79FCE65}" dt="2022-12-12T00:32:14.309" v="1" actId="14100"/>
          <ac:spMkLst>
            <pc:docMk/>
            <pc:sldMk cId="2697606341" sldId="682"/>
            <ac:spMk id="366" creationId="{B86AB5F7-FB97-42CC-B70B-2C981C6C0AF3}"/>
          </ac:spMkLst>
        </pc:spChg>
        <pc:spChg chg="mod">
          <ac:chgData name="翟 锐" userId="fef11181f709266a" providerId="LiveId" clId="{B95F3DAD-07CA-4A5E-9E2E-2D3EA79FCE65}" dt="2022-12-12T00:32:14.309" v="1" actId="14100"/>
          <ac:spMkLst>
            <pc:docMk/>
            <pc:sldMk cId="2697606341" sldId="682"/>
            <ac:spMk id="367" creationId="{7FF43468-6B76-433B-817A-A507652B6A02}"/>
          </ac:spMkLst>
        </pc:spChg>
        <pc:spChg chg="mod">
          <ac:chgData name="翟 锐" userId="fef11181f709266a" providerId="LiveId" clId="{B95F3DAD-07CA-4A5E-9E2E-2D3EA79FCE65}" dt="2022-12-12T00:32:14.309" v="1" actId="14100"/>
          <ac:spMkLst>
            <pc:docMk/>
            <pc:sldMk cId="2697606341" sldId="682"/>
            <ac:spMk id="368" creationId="{85B083B4-1968-471D-BB95-D9AC977ECE6E}"/>
          </ac:spMkLst>
        </pc:spChg>
        <pc:spChg chg="mod">
          <ac:chgData name="翟 锐" userId="fef11181f709266a" providerId="LiveId" clId="{B95F3DAD-07CA-4A5E-9E2E-2D3EA79FCE65}" dt="2022-12-12T00:32:14.309" v="1" actId="14100"/>
          <ac:spMkLst>
            <pc:docMk/>
            <pc:sldMk cId="2697606341" sldId="682"/>
            <ac:spMk id="369" creationId="{DC26FF1D-146D-4E34-AABE-81095FB16BC7}"/>
          </ac:spMkLst>
        </pc:spChg>
        <pc:spChg chg="mod">
          <ac:chgData name="翟 锐" userId="fef11181f709266a" providerId="LiveId" clId="{B95F3DAD-07CA-4A5E-9E2E-2D3EA79FCE65}" dt="2022-12-12T00:32:14.309" v="1" actId="14100"/>
          <ac:spMkLst>
            <pc:docMk/>
            <pc:sldMk cId="2697606341" sldId="682"/>
            <ac:spMk id="370" creationId="{9C19B418-E463-4D37-8C76-C8C4BCB26F01}"/>
          </ac:spMkLst>
        </pc:spChg>
        <pc:spChg chg="mod">
          <ac:chgData name="翟 锐" userId="fef11181f709266a" providerId="LiveId" clId="{B95F3DAD-07CA-4A5E-9E2E-2D3EA79FCE65}" dt="2022-12-12T00:32:14.309" v="1" actId="14100"/>
          <ac:spMkLst>
            <pc:docMk/>
            <pc:sldMk cId="2697606341" sldId="682"/>
            <ac:spMk id="371" creationId="{E2DD9884-08F5-4935-B348-DFCA1EF6683D}"/>
          </ac:spMkLst>
        </pc:spChg>
        <pc:spChg chg="mod">
          <ac:chgData name="翟 锐" userId="fef11181f709266a" providerId="LiveId" clId="{B95F3DAD-07CA-4A5E-9E2E-2D3EA79FCE65}" dt="2022-12-12T00:32:14.309" v="1" actId="14100"/>
          <ac:spMkLst>
            <pc:docMk/>
            <pc:sldMk cId="2697606341" sldId="682"/>
            <ac:spMk id="372" creationId="{FFAF8B7A-AF37-4332-BAF1-E04E4E320108}"/>
          </ac:spMkLst>
        </pc:spChg>
        <pc:spChg chg="mod">
          <ac:chgData name="翟 锐" userId="fef11181f709266a" providerId="LiveId" clId="{B95F3DAD-07CA-4A5E-9E2E-2D3EA79FCE65}" dt="2022-12-12T00:32:14.309" v="1" actId="14100"/>
          <ac:spMkLst>
            <pc:docMk/>
            <pc:sldMk cId="2697606341" sldId="682"/>
            <ac:spMk id="373" creationId="{0EB11321-8EE4-41C3-A378-646F81F9065E}"/>
          </ac:spMkLst>
        </pc:spChg>
        <pc:spChg chg="mod">
          <ac:chgData name="翟 锐" userId="fef11181f709266a" providerId="LiveId" clId="{B95F3DAD-07CA-4A5E-9E2E-2D3EA79FCE65}" dt="2022-12-12T00:32:14.309" v="1" actId="14100"/>
          <ac:spMkLst>
            <pc:docMk/>
            <pc:sldMk cId="2697606341" sldId="682"/>
            <ac:spMk id="374" creationId="{9CE7F169-E0DE-454C-B6B0-FA37F866DD88}"/>
          </ac:spMkLst>
        </pc:spChg>
        <pc:spChg chg="mod">
          <ac:chgData name="翟 锐" userId="fef11181f709266a" providerId="LiveId" clId="{B95F3DAD-07CA-4A5E-9E2E-2D3EA79FCE65}" dt="2022-12-12T00:32:14.309" v="1" actId="14100"/>
          <ac:spMkLst>
            <pc:docMk/>
            <pc:sldMk cId="2697606341" sldId="682"/>
            <ac:spMk id="375" creationId="{B64CEA13-3029-4642-9353-BB7E34145B53}"/>
          </ac:spMkLst>
        </pc:spChg>
        <pc:spChg chg="mod">
          <ac:chgData name="翟 锐" userId="fef11181f709266a" providerId="LiveId" clId="{B95F3DAD-07CA-4A5E-9E2E-2D3EA79FCE65}" dt="2022-12-12T00:32:14.309" v="1" actId="14100"/>
          <ac:spMkLst>
            <pc:docMk/>
            <pc:sldMk cId="2697606341" sldId="682"/>
            <ac:spMk id="376" creationId="{2637C891-EA58-4E7A-B4A3-2727E33EF45A}"/>
          </ac:spMkLst>
        </pc:spChg>
        <pc:spChg chg="mod">
          <ac:chgData name="翟 锐" userId="fef11181f709266a" providerId="LiveId" clId="{B95F3DAD-07CA-4A5E-9E2E-2D3EA79FCE65}" dt="2022-12-12T00:32:14.309" v="1" actId="14100"/>
          <ac:spMkLst>
            <pc:docMk/>
            <pc:sldMk cId="2697606341" sldId="682"/>
            <ac:spMk id="377" creationId="{7378B231-9479-4680-B875-EA4600E3387A}"/>
          </ac:spMkLst>
        </pc:spChg>
        <pc:spChg chg="mod">
          <ac:chgData name="翟 锐" userId="fef11181f709266a" providerId="LiveId" clId="{B95F3DAD-07CA-4A5E-9E2E-2D3EA79FCE65}" dt="2022-12-12T00:32:14.309" v="1" actId="14100"/>
          <ac:spMkLst>
            <pc:docMk/>
            <pc:sldMk cId="2697606341" sldId="682"/>
            <ac:spMk id="378" creationId="{BE6B264C-B06D-4544-8836-37029B8873D6}"/>
          </ac:spMkLst>
        </pc:spChg>
        <pc:spChg chg="mod">
          <ac:chgData name="翟 锐" userId="fef11181f709266a" providerId="LiveId" clId="{B95F3DAD-07CA-4A5E-9E2E-2D3EA79FCE65}" dt="2022-12-12T00:32:14.309" v="1" actId="14100"/>
          <ac:spMkLst>
            <pc:docMk/>
            <pc:sldMk cId="2697606341" sldId="682"/>
            <ac:spMk id="379" creationId="{FA36B831-11F2-432A-B77E-E80B66D57D78}"/>
          </ac:spMkLst>
        </pc:spChg>
        <pc:spChg chg="mod">
          <ac:chgData name="翟 锐" userId="fef11181f709266a" providerId="LiveId" clId="{B95F3DAD-07CA-4A5E-9E2E-2D3EA79FCE65}" dt="2022-12-12T00:32:14.309" v="1" actId="14100"/>
          <ac:spMkLst>
            <pc:docMk/>
            <pc:sldMk cId="2697606341" sldId="682"/>
            <ac:spMk id="380" creationId="{DD7C311A-459D-4211-A893-187CF44FC38E}"/>
          </ac:spMkLst>
        </pc:spChg>
        <pc:spChg chg="mod">
          <ac:chgData name="翟 锐" userId="fef11181f709266a" providerId="LiveId" clId="{B95F3DAD-07CA-4A5E-9E2E-2D3EA79FCE65}" dt="2022-12-12T00:32:14.309" v="1" actId="14100"/>
          <ac:spMkLst>
            <pc:docMk/>
            <pc:sldMk cId="2697606341" sldId="682"/>
            <ac:spMk id="381" creationId="{B5957A7F-7A36-45FD-B887-F3309232E149}"/>
          </ac:spMkLst>
        </pc:spChg>
        <pc:spChg chg="mod">
          <ac:chgData name="翟 锐" userId="fef11181f709266a" providerId="LiveId" clId="{B95F3DAD-07CA-4A5E-9E2E-2D3EA79FCE65}" dt="2022-12-12T00:32:14.309" v="1" actId="14100"/>
          <ac:spMkLst>
            <pc:docMk/>
            <pc:sldMk cId="2697606341" sldId="682"/>
            <ac:spMk id="382" creationId="{47871E74-3A72-4FBF-B9B4-1D9C96D19E7C}"/>
          </ac:spMkLst>
        </pc:spChg>
        <pc:spChg chg="mod">
          <ac:chgData name="翟 锐" userId="fef11181f709266a" providerId="LiveId" clId="{B95F3DAD-07CA-4A5E-9E2E-2D3EA79FCE65}" dt="2022-12-12T00:32:14.309" v="1" actId="14100"/>
          <ac:spMkLst>
            <pc:docMk/>
            <pc:sldMk cId="2697606341" sldId="682"/>
            <ac:spMk id="383" creationId="{5DF0618A-5B84-4232-96DF-0ACF4F2888E2}"/>
          </ac:spMkLst>
        </pc:spChg>
        <pc:spChg chg="mod">
          <ac:chgData name="翟 锐" userId="fef11181f709266a" providerId="LiveId" clId="{B95F3DAD-07CA-4A5E-9E2E-2D3EA79FCE65}" dt="2022-12-12T00:32:14.309" v="1" actId="14100"/>
          <ac:spMkLst>
            <pc:docMk/>
            <pc:sldMk cId="2697606341" sldId="682"/>
            <ac:spMk id="384" creationId="{B243421C-8E01-4192-8596-A044CE88AD98}"/>
          </ac:spMkLst>
        </pc:spChg>
        <pc:spChg chg="mod">
          <ac:chgData name="翟 锐" userId="fef11181f709266a" providerId="LiveId" clId="{B95F3DAD-07CA-4A5E-9E2E-2D3EA79FCE65}" dt="2022-12-12T00:32:14.309" v="1" actId="14100"/>
          <ac:spMkLst>
            <pc:docMk/>
            <pc:sldMk cId="2697606341" sldId="682"/>
            <ac:spMk id="385" creationId="{29F5EA80-B5A6-4B06-AD1D-9F6C9D9CC9F5}"/>
          </ac:spMkLst>
        </pc:spChg>
        <pc:spChg chg="mod">
          <ac:chgData name="翟 锐" userId="fef11181f709266a" providerId="LiveId" clId="{B95F3DAD-07CA-4A5E-9E2E-2D3EA79FCE65}" dt="2022-12-12T00:32:14.309" v="1" actId="14100"/>
          <ac:spMkLst>
            <pc:docMk/>
            <pc:sldMk cId="2697606341" sldId="682"/>
            <ac:spMk id="386" creationId="{78393C8D-588C-46D3-ACA8-3B6DC9AA29DD}"/>
          </ac:spMkLst>
        </pc:spChg>
        <pc:spChg chg="mod">
          <ac:chgData name="翟 锐" userId="fef11181f709266a" providerId="LiveId" clId="{B95F3DAD-07CA-4A5E-9E2E-2D3EA79FCE65}" dt="2022-12-12T00:32:14.309" v="1" actId="14100"/>
          <ac:spMkLst>
            <pc:docMk/>
            <pc:sldMk cId="2697606341" sldId="682"/>
            <ac:spMk id="387" creationId="{066FCF5E-EE07-44A3-85E7-7FCF71823E7E}"/>
          </ac:spMkLst>
        </pc:spChg>
        <pc:spChg chg="mod">
          <ac:chgData name="翟 锐" userId="fef11181f709266a" providerId="LiveId" clId="{B95F3DAD-07CA-4A5E-9E2E-2D3EA79FCE65}" dt="2022-12-12T00:32:14.309" v="1" actId="14100"/>
          <ac:spMkLst>
            <pc:docMk/>
            <pc:sldMk cId="2697606341" sldId="682"/>
            <ac:spMk id="388" creationId="{6691102C-DE79-4C74-A0B1-EC67E2F8550E}"/>
          </ac:spMkLst>
        </pc:spChg>
        <pc:spChg chg="mod">
          <ac:chgData name="翟 锐" userId="fef11181f709266a" providerId="LiveId" clId="{B95F3DAD-07CA-4A5E-9E2E-2D3EA79FCE65}" dt="2022-12-12T00:32:14.309" v="1" actId="14100"/>
          <ac:spMkLst>
            <pc:docMk/>
            <pc:sldMk cId="2697606341" sldId="682"/>
            <ac:spMk id="389" creationId="{E2481F8F-29AF-441A-B727-E65E50DB18CC}"/>
          </ac:spMkLst>
        </pc:spChg>
        <pc:spChg chg="mod">
          <ac:chgData name="翟 锐" userId="fef11181f709266a" providerId="LiveId" clId="{B95F3DAD-07CA-4A5E-9E2E-2D3EA79FCE65}" dt="2022-12-12T00:32:14.309" v="1" actId="14100"/>
          <ac:spMkLst>
            <pc:docMk/>
            <pc:sldMk cId="2697606341" sldId="682"/>
            <ac:spMk id="390" creationId="{372F9BC3-CBCF-456F-900F-74E510C4AB34}"/>
          </ac:spMkLst>
        </pc:spChg>
        <pc:spChg chg="mod">
          <ac:chgData name="翟 锐" userId="fef11181f709266a" providerId="LiveId" clId="{B95F3DAD-07CA-4A5E-9E2E-2D3EA79FCE65}" dt="2022-12-12T00:32:14.309" v="1" actId="14100"/>
          <ac:spMkLst>
            <pc:docMk/>
            <pc:sldMk cId="2697606341" sldId="682"/>
            <ac:spMk id="391" creationId="{5E1A9A3C-5F7E-4F15-85A3-3FE22A5D23EC}"/>
          </ac:spMkLst>
        </pc:spChg>
        <pc:spChg chg="mod">
          <ac:chgData name="翟 锐" userId="fef11181f709266a" providerId="LiveId" clId="{B95F3DAD-07CA-4A5E-9E2E-2D3EA79FCE65}" dt="2022-12-12T00:32:14.309" v="1" actId="14100"/>
          <ac:spMkLst>
            <pc:docMk/>
            <pc:sldMk cId="2697606341" sldId="682"/>
            <ac:spMk id="392" creationId="{DD07BD20-4320-4D86-B7A0-38FFFD13A80A}"/>
          </ac:spMkLst>
        </pc:spChg>
        <pc:spChg chg="mod">
          <ac:chgData name="翟 锐" userId="fef11181f709266a" providerId="LiveId" clId="{B95F3DAD-07CA-4A5E-9E2E-2D3EA79FCE65}" dt="2022-12-12T00:32:14.309" v="1" actId="14100"/>
          <ac:spMkLst>
            <pc:docMk/>
            <pc:sldMk cId="2697606341" sldId="682"/>
            <ac:spMk id="393" creationId="{29C5942D-A8BB-44AE-94FC-65845E7D2AC9}"/>
          </ac:spMkLst>
        </pc:spChg>
        <pc:spChg chg="mod">
          <ac:chgData name="翟 锐" userId="fef11181f709266a" providerId="LiveId" clId="{B95F3DAD-07CA-4A5E-9E2E-2D3EA79FCE65}" dt="2022-12-12T00:32:14.309" v="1" actId="14100"/>
          <ac:spMkLst>
            <pc:docMk/>
            <pc:sldMk cId="2697606341" sldId="682"/>
            <ac:spMk id="394" creationId="{80DB3AF3-87DB-4ACB-9059-2421A1722D7B}"/>
          </ac:spMkLst>
        </pc:spChg>
        <pc:spChg chg="mod">
          <ac:chgData name="翟 锐" userId="fef11181f709266a" providerId="LiveId" clId="{B95F3DAD-07CA-4A5E-9E2E-2D3EA79FCE65}" dt="2022-12-12T00:32:14.309" v="1" actId="14100"/>
          <ac:spMkLst>
            <pc:docMk/>
            <pc:sldMk cId="2697606341" sldId="682"/>
            <ac:spMk id="395" creationId="{1090B01C-50D1-4D41-AA02-AC64566A0464}"/>
          </ac:spMkLst>
        </pc:spChg>
        <pc:spChg chg="mod">
          <ac:chgData name="翟 锐" userId="fef11181f709266a" providerId="LiveId" clId="{B95F3DAD-07CA-4A5E-9E2E-2D3EA79FCE65}" dt="2022-12-12T00:32:14.309" v="1" actId="14100"/>
          <ac:spMkLst>
            <pc:docMk/>
            <pc:sldMk cId="2697606341" sldId="682"/>
            <ac:spMk id="396" creationId="{E2FA510A-F813-4F2A-9A9A-CEB4F7E8F31A}"/>
          </ac:spMkLst>
        </pc:spChg>
        <pc:spChg chg="mod">
          <ac:chgData name="翟 锐" userId="fef11181f709266a" providerId="LiveId" clId="{B95F3DAD-07CA-4A5E-9E2E-2D3EA79FCE65}" dt="2022-12-12T00:32:14.309" v="1" actId="14100"/>
          <ac:spMkLst>
            <pc:docMk/>
            <pc:sldMk cId="2697606341" sldId="682"/>
            <ac:spMk id="397" creationId="{2DC10BB6-FFA4-4857-82C9-FD9BD08A1517}"/>
          </ac:spMkLst>
        </pc:spChg>
        <pc:spChg chg="mod">
          <ac:chgData name="翟 锐" userId="fef11181f709266a" providerId="LiveId" clId="{B95F3DAD-07CA-4A5E-9E2E-2D3EA79FCE65}" dt="2022-12-12T00:32:14.309" v="1" actId="14100"/>
          <ac:spMkLst>
            <pc:docMk/>
            <pc:sldMk cId="2697606341" sldId="682"/>
            <ac:spMk id="398" creationId="{0CE1BB2E-B798-400E-910F-C98BEBBB2C91}"/>
          </ac:spMkLst>
        </pc:spChg>
        <pc:spChg chg="mod">
          <ac:chgData name="翟 锐" userId="fef11181f709266a" providerId="LiveId" clId="{B95F3DAD-07CA-4A5E-9E2E-2D3EA79FCE65}" dt="2022-12-12T00:32:14.309" v="1" actId="14100"/>
          <ac:spMkLst>
            <pc:docMk/>
            <pc:sldMk cId="2697606341" sldId="682"/>
            <ac:spMk id="399" creationId="{25B2623A-45DC-4A3B-9C69-EE4F0E44545A}"/>
          </ac:spMkLst>
        </pc:spChg>
        <pc:spChg chg="mod">
          <ac:chgData name="翟 锐" userId="fef11181f709266a" providerId="LiveId" clId="{B95F3DAD-07CA-4A5E-9E2E-2D3EA79FCE65}" dt="2022-12-12T00:32:14.309" v="1" actId="14100"/>
          <ac:spMkLst>
            <pc:docMk/>
            <pc:sldMk cId="2697606341" sldId="682"/>
            <ac:spMk id="400" creationId="{1E283729-C93B-4EDF-B925-C5D5E539CEEE}"/>
          </ac:spMkLst>
        </pc:spChg>
        <pc:spChg chg="mod">
          <ac:chgData name="翟 锐" userId="fef11181f709266a" providerId="LiveId" clId="{B95F3DAD-07CA-4A5E-9E2E-2D3EA79FCE65}" dt="2022-12-12T00:32:14.309" v="1" actId="14100"/>
          <ac:spMkLst>
            <pc:docMk/>
            <pc:sldMk cId="2697606341" sldId="682"/>
            <ac:spMk id="401" creationId="{35F68C9E-1B10-43F7-87CF-6E603ADCAC3D}"/>
          </ac:spMkLst>
        </pc:spChg>
        <pc:grpChg chg="mod">
          <ac:chgData name="翟 锐" userId="fef11181f709266a" providerId="LiveId" clId="{B95F3DAD-07CA-4A5E-9E2E-2D3EA79FCE65}" dt="2022-12-12T00:32:14.309" v="1" actId="14100"/>
          <ac:grpSpMkLst>
            <pc:docMk/>
            <pc:sldMk cId="2697606341" sldId="682"/>
            <ac:grpSpMk id="270" creationId="{4CE51B73-84DA-4200-813C-323A5C857A5C}"/>
          </ac:grpSpMkLst>
        </pc:grpChg>
      </pc:sldChg>
      <pc:sldChg chg="modSp mod ord">
        <pc:chgData name="翟 锐" userId="fef11181f709266a" providerId="LiveId" clId="{B95F3DAD-07CA-4A5E-9E2E-2D3EA79FCE65}" dt="2022-12-12T11:53:03.295" v="142" actId="20577"/>
        <pc:sldMkLst>
          <pc:docMk/>
          <pc:sldMk cId="877360523" sldId="683"/>
        </pc:sldMkLst>
        <pc:spChg chg="mod">
          <ac:chgData name="翟 锐" userId="fef11181f709266a" providerId="LiveId" clId="{B95F3DAD-07CA-4A5E-9E2E-2D3EA79FCE65}" dt="2022-12-12T11:51:51.479" v="121" actId="207"/>
          <ac:spMkLst>
            <pc:docMk/>
            <pc:sldMk cId="877360523" sldId="683"/>
            <ac:spMk id="7" creationId="{06A4D5C0-27AB-4881-A236-DCECC8311DF0}"/>
          </ac:spMkLst>
        </pc:spChg>
        <pc:spChg chg="mod">
          <ac:chgData name="翟 锐" userId="fef11181f709266a" providerId="LiveId" clId="{B95F3DAD-07CA-4A5E-9E2E-2D3EA79FCE65}" dt="2022-12-12T11:53:03.295" v="142" actId="20577"/>
          <ac:spMkLst>
            <pc:docMk/>
            <pc:sldMk cId="877360523" sldId="683"/>
            <ac:spMk id="9" creationId="{BFF7CEE7-43DD-4CFE-BC49-25C89592ADD5}"/>
          </ac:spMkLst>
        </pc:spChg>
        <pc:spChg chg="mod">
          <ac:chgData name="翟 锐" userId="fef11181f709266a" providerId="LiveId" clId="{B95F3DAD-07CA-4A5E-9E2E-2D3EA79FCE65}" dt="2022-12-12T11:51:06.997" v="119" actId="207"/>
          <ac:spMkLst>
            <pc:docMk/>
            <pc:sldMk cId="877360523" sldId="683"/>
            <ac:spMk id="14" creationId="{757A39B2-DBD4-462F-AFDE-39F456495855}"/>
          </ac:spMkLst>
        </pc:spChg>
        <pc:spChg chg="mod">
          <ac:chgData name="翟 锐" userId="fef11181f709266a" providerId="LiveId" clId="{B95F3DAD-07CA-4A5E-9E2E-2D3EA79FCE65}" dt="2022-12-12T11:51:11.975" v="120" actId="207"/>
          <ac:spMkLst>
            <pc:docMk/>
            <pc:sldMk cId="877360523" sldId="683"/>
            <ac:spMk id="16" creationId="{38D8EF73-0838-4C07-93E8-11A2C8C0BCA3}"/>
          </ac:spMkLst>
        </pc:spChg>
      </pc:sldChg>
      <pc:sldChg chg="modSp">
        <pc:chgData name="翟 锐" userId="fef11181f709266a" providerId="LiveId" clId="{B95F3DAD-07CA-4A5E-9E2E-2D3EA79FCE65}" dt="2022-12-14T07:28:14.655" v="163" actId="1076"/>
        <pc:sldMkLst>
          <pc:docMk/>
          <pc:sldMk cId="378011854" sldId="686"/>
        </pc:sldMkLst>
        <pc:spChg chg="mod">
          <ac:chgData name="翟 锐" userId="fef11181f709266a" providerId="LiveId" clId="{B95F3DAD-07CA-4A5E-9E2E-2D3EA79FCE65}" dt="2022-12-14T07:28:14.655" v="163" actId="1076"/>
          <ac:spMkLst>
            <pc:docMk/>
            <pc:sldMk cId="378011854" sldId="686"/>
            <ac:spMk id="7" creationId="{7CF1FE0F-8A21-419E-8F48-17B0180C66BC}"/>
          </ac:spMkLst>
        </pc:spChg>
        <pc:spChg chg="mod">
          <ac:chgData name="翟 锐" userId="fef11181f709266a" providerId="LiveId" clId="{B95F3DAD-07CA-4A5E-9E2E-2D3EA79FCE65}" dt="2022-12-14T07:28:14.655" v="163" actId="1076"/>
          <ac:spMkLst>
            <pc:docMk/>
            <pc:sldMk cId="378011854" sldId="686"/>
            <ac:spMk id="8" creationId="{4C177296-4046-4B64-AA3C-28A07EB7D2C8}"/>
          </ac:spMkLst>
        </pc:spChg>
        <pc:spChg chg="mod">
          <ac:chgData name="翟 锐" userId="fef11181f709266a" providerId="LiveId" clId="{B95F3DAD-07CA-4A5E-9E2E-2D3EA79FCE65}" dt="2022-12-14T07:28:14.655" v="163" actId="1076"/>
          <ac:spMkLst>
            <pc:docMk/>
            <pc:sldMk cId="378011854" sldId="686"/>
            <ac:spMk id="9" creationId="{06A1A843-FCE1-4D24-AA7C-B9153CF735CA}"/>
          </ac:spMkLst>
        </pc:spChg>
        <pc:spChg chg="mod">
          <ac:chgData name="翟 锐" userId="fef11181f709266a" providerId="LiveId" clId="{B95F3DAD-07CA-4A5E-9E2E-2D3EA79FCE65}" dt="2022-12-14T07:28:14.655" v="163" actId="1076"/>
          <ac:spMkLst>
            <pc:docMk/>
            <pc:sldMk cId="378011854" sldId="686"/>
            <ac:spMk id="10" creationId="{E8F867F5-0838-4446-A14B-472B5B6B49FE}"/>
          </ac:spMkLst>
        </pc:spChg>
        <pc:spChg chg="mod">
          <ac:chgData name="翟 锐" userId="fef11181f709266a" providerId="LiveId" clId="{B95F3DAD-07CA-4A5E-9E2E-2D3EA79FCE65}" dt="2022-12-14T07:28:14.655" v="163" actId="1076"/>
          <ac:spMkLst>
            <pc:docMk/>
            <pc:sldMk cId="378011854" sldId="686"/>
            <ac:spMk id="11" creationId="{21B2C2AE-4E8A-43A0-8422-78AA90C6AE85}"/>
          </ac:spMkLst>
        </pc:spChg>
        <pc:spChg chg="mod">
          <ac:chgData name="翟 锐" userId="fef11181f709266a" providerId="LiveId" clId="{B95F3DAD-07CA-4A5E-9E2E-2D3EA79FCE65}" dt="2022-12-14T07:28:14.655" v="163" actId="1076"/>
          <ac:spMkLst>
            <pc:docMk/>
            <pc:sldMk cId="378011854" sldId="686"/>
            <ac:spMk id="12" creationId="{58B84156-E3F0-4FD0-B799-7AEF0C9E9AC5}"/>
          </ac:spMkLst>
        </pc:spChg>
        <pc:spChg chg="mod">
          <ac:chgData name="翟 锐" userId="fef11181f709266a" providerId="LiveId" clId="{B95F3DAD-07CA-4A5E-9E2E-2D3EA79FCE65}" dt="2022-12-14T07:28:14.655" v="163" actId="1076"/>
          <ac:spMkLst>
            <pc:docMk/>
            <pc:sldMk cId="378011854" sldId="686"/>
            <ac:spMk id="13" creationId="{1E9A74C0-9039-41AF-96F9-D3FEFAB92DCA}"/>
          </ac:spMkLst>
        </pc:spChg>
        <pc:spChg chg="mod">
          <ac:chgData name="翟 锐" userId="fef11181f709266a" providerId="LiveId" clId="{B95F3DAD-07CA-4A5E-9E2E-2D3EA79FCE65}" dt="2022-12-14T07:28:14.655" v="163" actId="1076"/>
          <ac:spMkLst>
            <pc:docMk/>
            <pc:sldMk cId="378011854" sldId="686"/>
            <ac:spMk id="14" creationId="{9551A4B5-1380-4EE4-BD99-DB7783A6C6BD}"/>
          </ac:spMkLst>
        </pc:spChg>
        <pc:spChg chg="mod">
          <ac:chgData name="翟 锐" userId="fef11181f709266a" providerId="LiveId" clId="{B95F3DAD-07CA-4A5E-9E2E-2D3EA79FCE65}" dt="2022-12-14T07:28:14.655" v="163" actId="1076"/>
          <ac:spMkLst>
            <pc:docMk/>
            <pc:sldMk cId="378011854" sldId="686"/>
            <ac:spMk id="15" creationId="{5668691C-A89A-43C9-A602-069605C57E36}"/>
          </ac:spMkLst>
        </pc:spChg>
        <pc:spChg chg="mod">
          <ac:chgData name="翟 锐" userId="fef11181f709266a" providerId="LiveId" clId="{B95F3DAD-07CA-4A5E-9E2E-2D3EA79FCE65}" dt="2022-12-14T07:28:14.655" v="163" actId="1076"/>
          <ac:spMkLst>
            <pc:docMk/>
            <pc:sldMk cId="378011854" sldId="686"/>
            <ac:spMk id="16" creationId="{42280CB1-8B61-4380-8C69-0D05CD7C4D6F}"/>
          </ac:spMkLst>
        </pc:spChg>
        <pc:spChg chg="mod">
          <ac:chgData name="翟 锐" userId="fef11181f709266a" providerId="LiveId" clId="{B95F3DAD-07CA-4A5E-9E2E-2D3EA79FCE65}" dt="2022-12-14T07:28:14.655" v="163" actId="1076"/>
          <ac:spMkLst>
            <pc:docMk/>
            <pc:sldMk cId="378011854" sldId="686"/>
            <ac:spMk id="17" creationId="{27606C4C-2F3F-4D94-8BDF-9F3016830D55}"/>
          </ac:spMkLst>
        </pc:spChg>
        <pc:spChg chg="mod">
          <ac:chgData name="翟 锐" userId="fef11181f709266a" providerId="LiveId" clId="{B95F3DAD-07CA-4A5E-9E2E-2D3EA79FCE65}" dt="2022-12-14T07:28:14.655" v="163" actId="1076"/>
          <ac:spMkLst>
            <pc:docMk/>
            <pc:sldMk cId="378011854" sldId="686"/>
            <ac:spMk id="18" creationId="{776F24D0-3426-4B5C-89AE-9EC882BB8288}"/>
          </ac:spMkLst>
        </pc:spChg>
        <pc:spChg chg="mod">
          <ac:chgData name="翟 锐" userId="fef11181f709266a" providerId="LiveId" clId="{B95F3DAD-07CA-4A5E-9E2E-2D3EA79FCE65}" dt="2022-12-14T07:28:14.655" v="163" actId="1076"/>
          <ac:spMkLst>
            <pc:docMk/>
            <pc:sldMk cId="378011854" sldId="686"/>
            <ac:spMk id="19" creationId="{8825D546-8D83-4316-B1C2-7F2806E05D56}"/>
          </ac:spMkLst>
        </pc:spChg>
        <pc:spChg chg="mod">
          <ac:chgData name="翟 锐" userId="fef11181f709266a" providerId="LiveId" clId="{B95F3DAD-07CA-4A5E-9E2E-2D3EA79FCE65}" dt="2022-12-14T07:28:14.655" v="163" actId="1076"/>
          <ac:spMkLst>
            <pc:docMk/>
            <pc:sldMk cId="378011854" sldId="686"/>
            <ac:spMk id="20" creationId="{90E5BD16-A9D6-49ED-8CD5-FD225546B9C3}"/>
          </ac:spMkLst>
        </pc:spChg>
        <pc:spChg chg="mod">
          <ac:chgData name="翟 锐" userId="fef11181f709266a" providerId="LiveId" clId="{B95F3DAD-07CA-4A5E-9E2E-2D3EA79FCE65}" dt="2022-12-14T07:28:14.655" v="163" actId="1076"/>
          <ac:spMkLst>
            <pc:docMk/>
            <pc:sldMk cId="378011854" sldId="686"/>
            <ac:spMk id="21" creationId="{BDA4C3EF-4479-484E-87C9-B870E9F9A674}"/>
          </ac:spMkLst>
        </pc:spChg>
        <pc:spChg chg="mod">
          <ac:chgData name="翟 锐" userId="fef11181f709266a" providerId="LiveId" clId="{B95F3DAD-07CA-4A5E-9E2E-2D3EA79FCE65}" dt="2022-12-14T07:28:14.655" v="163" actId="1076"/>
          <ac:spMkLst>
            <pc:docMk/>
            <pc:sldMk cId="378011854" sldId="686"/>
            <ac:spMk id="22" creationId="{11791C42-B06B-41E0-9E58-E81583A99272}"/>
          </ac:spMkLst>
        </pc:spChg>
        <pc:spChg chg="mod">
          <ac:chgData name="翟 锐" userId="fef11181f709266a" providerId="LiveId" clId="{B95F3DAD-07CA-4A5E-9E2E-2D3EA79FCE65}" dt="2022-12-14T07:28:14.655" v="163" actId="1076"/>
          <ac:spMkLst>
            <pc:docMk/>
            <pc:sldMk cId="378011854" sldId="686"/>
            <ac:spMk id="23" creationId="{776BD1F8-4316-43BF-B0C2-FD6023434AF3}"/>
          </ac:spMkLst>
        </pc:spChg>
        <pc:spChg chg="mod">
          <ac:chgData name="翟 锐" userId="fef11181f709266a" providerId="LiveId" clId="{B95F3DAD-07CA-4A5E-9E2E-2D3EA79FCE65}" dt="2022-12-14T07:28:14.655" v="163" actId="1076"/>
          <ac:spMkLst>
            <pc:docMk/>
            <pc:sldMk cId="378011854" sldId="686"/>
            <ac:spMk id="24" creationId="{849D0C9F-CFD1-4DF4-9288-D9BB9F8E9F0E}"/>
          </ac:spMkLst>
        </pc:spChg>
        <pc:spChg chg="mod">
          <ac:chgData name="翟 锐" userId="fef11181f709266a" providerId="LiveId" clId="{B95F3DAD-07CA-4A5E-9E2E-2D3EA79FCE65}" dt="2022-12-14T07:28:14.655" v="163" actId="1076"/>
          <ac:spMkLst>
            <pc:docMk/>
            <pc:sldMk cId="378011854" sldId="686"/>
            <ac:spMk id="25" creationId="{1BB4D119-0A43-47F7-80C4-61CA3EC61E45}"/>
          </ac:spMkLst>
        </pc:spChg>
        <pc:spChg chg="mod">
          <ac:chgData name="翟 锐" userId="fef11181f709266a" providerId="LiveId" clId="{B95F3DAD-07CA-4A5E-9E2E-2D3EA79FCE65}" dt="2022-12-14T07:28:14.655" v="163" actId="1076"/>
          <ac:spMkLst>
            <pc:docMk/>
            <pc:sldMk cId="378011854" sldId="686"/>
            <ac:spMk id="26" creationId="{E4D9B231-6CD2-417D-BF54-90034C2DABFE}"/>
          </ac:spMkLst>
        </pc:spChg>
        <pc:spChg chg="mod">
          <ac:chgData name="翟 锐" userId="fef11181f709266a" providerId="LiveId" clId="{B95F3DAD-07CA-4A5E-9E2E-2D3EA79FCE65}" dt="2022-12-12T11:36:37.519" v="72" actId="1076"/>
          <ac:spMkLst>
            <pc:docMk/>
            <pc:sldMk cId="378011854" sldId="686"/>
            <ac:spMk id="28" creationId="{65B9F88F-5C12-4706-9D7A-46632B4B5C95}"/>
          </ac:spMkLst>
        </pc:spChg>
        <pc:spChg chg="mod">
          <ac:chgData name="翟 锐" userId="fef11181f709266a" providerId="LiveId" clId="{B95F3DAD-07CA-4A5E-9E2E-2D3EA79FCE65}" dt="2022-12-12T11:36:37.519" v="72" actId="1076"/>
          <ac:spMkLst>
            <pc:docMk/>
            <pc:sldMk cId="378011854" sldId="686"/>
            <ac:spMk id="29" creationId="{B91854B0-CEE9-42B5-BEFD-DF843A66A8D4}"/>
          </ac:spMkLst>
        </pc:spChg>
        <pc:spChg chg="mod">
          <ac:chgData name="翟 锐" userId="fef11181f709266a" providerId="LiveId" clId="{B95F3DAD-07CA-4A5E-9E2E-2D3EA79FCE65}" dt="2022-12-12T11:36:37.519" v="72" actId="1076"/>
          <ac:spMkLst>
            <pc:docMk/>
            <pc:sldMk cId="378011854" sldId="686"/>
            <ac:spMk id="30" creationId="{303552EC-C015-4C88-87F4-2CF9456541CA}"/>
          </ac:spMkLst>
        </pc:spChg>
        <pc:spChg chg="mod">
          <ac:chgData name="翟 锐" userId="fef11181f709266a" providerId="LiveId" clId="{B95F3DAD-07CA-4A5E-9E2E-2D3EA79FCE65}" dt="2022-12-12T11:36:37.519" v="72" actId="1076"/>
          <ac:spMkLst>
            <pc:docMk/>
            <pc:sldMk cId="378011854" sldId="686"/>
            <ac:spMk id="31" creationId="{2561ACCB-C92D-49B6-9A1F-9F63B2E31240}"/>
          </ac:spMkLst>
        </pc:spChg>
        <pc:spChg chg="mod">
          <ac:chgData name="翟 锐" userId="fef11181f709266a" providerId="LiveId" clId="{B95F3DAD-07CA-4A5E-9E2E-2D3EA79FCE65}" dt="2022-12-12T11:36:37.519" v="72" actId="1076"/>
          <ac:spMkLst>
            <pc:docMk/>
            <pc:sldMk cId="378011854" sldId="686"/>
            <ac:spMk id="32" creationId="{90DFBA33-037B-4A9E-8B6C-F4AD62E7CD13}"/>
          </ac:spMkLst>
        </pc:spChg>
        <pc:spChg chg="mod">
          <ac:chgData name="翟 锐" userId="fef11181f709266a" providerId="LiveId" clId="{B95F3DAD-07CA-4A5E-9E2E-2D3EA79FCE65}" dt="2022-12-12T11:36:37.519" v="72" actId="1076"/>
          <ac:spMkLst>
            <pc:docMk/>
            <pc:sldMk cId="378011854" sldId="686"/>
            <ac:spMk id="36" creationId="{C09444D2-CEEC-42DB-A843-3541E2985642}"/>
          </ac:spMkLst>
        </pc:spChg>
        <pc:spChg chg="mod">
          <ac:chgData name="翟 锐" userId="fef11181f709266a" providerId="LiveId" clId="{B95F3DAD-07CA-4A5E-9E2E-2D3EA79FCE65}" dt="2022-12-12T11:36:37.519" v="72" actId="1076"/>
          <ac:spMkLst>
            <pc:docMk/>
            <pc:sldMk cId="378011854" sldId="686"/>
            <ac:spMk id="37" creationId="{9A6ED395-44FF-4A84-B0AB-C9FCCA7C6333}"/>
          </ac:spMkLst>
        </pc:spChg>
        <pc:spChg chg="mod">
          <ac:chgData name="翟 锐" userId="fef11181f709266a" providerId="LiveId" clId="{B95F3DAD-07CA-4A5E-9E2E-2D3EA79FCE65}" dt="2022-12-12T11:36:37.519" v="72" actId="1076"/>
          <ac:spMkLst>
            <pc:docMk/>
            <pc:sldMk cId="378011854" sldId="686"/>
            <ac:spMk id="38" creationId="{12DC6706-82A5-4251-BC33-E1CA152B5971}"/>
          </ac:spMkLst>
        </pc:spChg>
        <pc:spChg chg="mod">
          <ac:chgData name="翟 锐" userId="fef11181f709266a" providerId="LiveId" clId="{B95F3DAD-07CA-4A5E-9E2E-2D3EA79FCE65}" dt="2022-12-12T11:36:37.519" v="72" actId="1076"/>
          <ac:spMkLst>
            <pc:docMk/>
            <pc:sldMk cId="378011854" sldId="686"/>
            <ac:spMk id="39" creationId="{AE89DFC0-38F5-4ACD-BF63-BEE8620F7F4B}"/>
          </ac:spMkLst>
        </pc:spChg>
        <pc:spChg chg="mod">
          <ac:chgData name="翟 锐" userId="fef11181f709266a" providerId="LiveId" clId="{B95F3DAD-07CA-4A5E-9E2E-2D3EA79FCE65}" dt="2022-12-12T11:36:37.519" v="72" actId="1076"/>
          <ac:spMkLst>
            <pc:docMk/>
            <pc:sldMk cId="378011854" sldId="686"/>
            <ac:spMk id="40" creationId="{F0C483AE-1EE1-4020-8F71-91C97F3C7689}"/>
          </ac:spMkLst>
        </pc:spChg>
        <pc:spChg chg="mod">
          <ac:chgData name="翟 锐" userId="fef11181f709266a" providerId="LiveId" clId="{B95F3DAD-07CA-4A5E-9E2E-2D3EA79FCE65}" dt="2022-12-12T11:36:37.519" v="72" actId="1076"/>
          <ac:spMkLst>
            <pc:docMk/>
            <pc:sldMk cId="378011854" sldId="686"/>
            <ac:spMk id="41" creationId="{EC689814-4017-4360-B9CD-0F0271125C54}"/>
          </ac:spMkLst>
        </pc:spChg>
        <pc:spChg chg="mod">
          <ac:chgData name="翟 锐" userId="fef11181f709266a" providerId="LiveId" clId="{B95F3DAD-07CA-4A5E-9E2E-2D3EA79FCE65}" dt="2022-12-12T11:36:37.519" v="72" actId="1076"/>
          <ac:spMkLst>
            <pc:docMk/>
            <pc:sldMk cId="378011854" sldId="686"/>
            <ac:spMk id="42" creationId="{3CC8DBE9-C013-408F-930F-9E13C3558376}"/>
          </ac:spMkLst>
        </pc:spChg>
        <pc:spChg chg="mod">
          <ac:chgData name="翟 锐" userId="fef11181f709266a" providerId="LiveId" clId="{B95F3DAD-07CA-4A5E-9E2E-2D3EA79FCE65}" dt="2022-12-12T11:36:37.519" v="72" actId="1076"/>
          <ac:spMkLst>
            <pc:docMk/>
            <pc:sldMk cId="378011854" sldId="686"/>
            <ac:spMk id="43" creationId="{F12E9646-4D64-4BE7-9723-361CE22A3407}"/>
          </ac:spMkLst>
        </pc:spChg>
        <pc:spChg chg="mod">
          <ac:chgData name="翟 锐" userId="fef11181f709266a" providerId="LiveId" clId="{B95F3DAD-07CA-4A5E-9E2E-2D3EA79FCE65}" dt="2022-12-12T11:36:37.519" v="72" actId="1076"/>
          <ac:spMkLst>
            <pc:docMk/>
            <pc:sldMk cId="378011854" sldId="686"/>
            <ac:spMk id="44" creationId="{8FA78D5B-BE62-4222-88A5-C6FCFD6DA8F0}"/>
          </ac:spMkLst>
        </pc:spChg>
        <pc:spChg chg="mod">
          <ac:chgData name="翟 锐" userId="fef11181f709266a" providerId="LiveId" clId="{B95F3DAD-07CA-4A5E-9E2E-2D3EA79FCE65}" dt="2022-12-12T11:36:37.519" v="72" actId="1076"/>
          <ac:spMkLst>
            <pc:docMk/>
            <pc:sldMk cId="378011854" sldId="686"/>
            <ac:spMk id="45" creationId="{53F7941A-8A77-49FB-A764-7E9362C79E1F}"/>
          </ac:spMkLst>
        </pc:spChg>
        <pc:spChg chg="mod">
          <ac:chgData name="翟 锐" userId="fef11181f709266a" providerId="LiveId" clId="{B95F3DAD-07CA-4A5E-9E2E-2D3EA79FCE65}" dt="2022-12-12T11:36:37.519" v="72" actId="1076"/>
          <ac:spMkLst>
            <pc:docMk/>
            <pc:sldMk cId="378011854" sldId="686"/>
            <ac:spMk id="46" creationId="{583788F6-77B6-4C62-AA03-39EF0C2A4A10}"/>
          </ac:spMkLst>
        </pc:spChg>
        <pc:spChg chg="mod">
          <ac:chgData name="翟 锐" userId="fef11181f709266a" providerId="LiveId" clId="{B95F3DAD-07CA-4A5E-9E2E-2D3EA79FCE65}" dt="2022-12-12T11:36:37.519" v="72" actId="1076"/>
          <ac:spMkLst>
            <pc:docMk/>
            <pc:sldMk cId="378011854" sldId="686"/>
            <ac:spMk id="47" creationId="{781355D5-BB30-4C4D-B13A-3B8D174CBDFA}"/>
          </ac:spMkLst>
        </pc:spChg>
        <pc:spChg chg="mod">
          <ac:chgData name="翟 锐" userId="fef11181f709266a" providerId="LiveId" clId="{B95F3DAD-07CA-4A5E-9E2E-2D3EA79FCE65}" dt="2022-12-12T11:36:37.519" v="72" actId="1076"/>
          <ac:spMkLst>
            <pc:docMk/>
            <pc:sldMk cId="378011854" sldId="686"/>
            <ac:spMk id="48" creationId="{D611D76E-DA31-4055-AA56-42EF484A86B7}"/>
          </ac:spMkLst>
        </pc:spChg>
        <pc:spChg chg="mod">
          <ac:chgData name="翟 锐" userId="fef11181f709266a" providerId="LiveId" clId="{B95F3DAD-07CA-4A5E-9E2E-2D3EA79FCE65}" dt="2022-12-12T11:36:37.519" v="72" actId="1076"/>
          <ac:spMkLst>
            <pc:docMk/>
            <pc:sldMk cId="378011854" sldId="686"/>
            <ac:spMk id="49" creationId="{A5AEFB4D-58CC-4313-B714-FAC8181FE417}"/>
          </ac:spMkLst>
        </pc:spChg>
        <pc:spChg chg="mod">
          <ac:chgData name="翟 锐" userId="fef11181f709266a" providerId="LiveId" clId="{B95F3DAD-07CA-4A5E-9E2E-2D3EA79FCE65}" dt="2022-12-12T11:36:37.519" v="72" actId="1076"/>
          <ac:spMkLst>
            <pc:docMk/>
            <pc:sldMk cId="378011854" sldId="686"/>
            <ac:spMk id="50" creationId="{A61D0E38-ED28-4666-B0D7-29702EAEEC6D}"/>
          </ac:spMkLst>
        </pc:spChg>
        <pc:spChg chg="mod">
          <ac:chgData name="翟 锐" userId="fef11181f709266a" providerId="LiveId" clId="{B95F3DAD-07CA-4A5E-9E2E-2D3EA79FCE65}" dt="2022-12-12T11:36:37.519" v="72" actId="1076"/>
          <ac:spMkLst>
            <pc:docMk/>
            <pc:sldMk cId="378011854" sldId="686"/>
            <ac:spMk id="51" creationId="{0A60BDBC-5EF5-459A-ADEC-266C069EB6CE}"/>
          </ac:spMkLst>
        </pc:spChg>
        <pc:spChg chg="mod">
          <ac:chgData name="翟 锐" userId="fef11181f709266a" providerId="LiveId" clId="{B95F3DAD-07CA-4A5E-9E2E-2D3EA79FCE65}" dt="2022-12-12T11:36:37.519" v="72" actId="1076"/>
          <ac:spMkLst>
            <pc:docMk/>
            <pc:sldMk cId="378011854" sldId="686"/>
            <ac:spMk id="52" creationId="{1779EE22-3C52-4330-91C9-7450C4CC4596}"/>
          </ac:spMkLst>
        </pc:spChg>
        <pc:spChg chg="mod">
          <ac:chgData name="翟 锐" userId="fef11181f709266a" providerId="LiveId" clId="{B95F3DAD-07CA-4A5E-9E2E-2D3EA79FCE65}" dt="2022-12-12T11:36:37.519" v="72" actId="1076"/>
          <ac:spMkLst>
            <pc:docMk/>
            <pc:sldMk cId="378011854" sldId="686"/>
            <ac:spMk id="53" creationId="{7DE01416-1B2C-438E-B408-0CCFCDD8AE9F}"/>
          </ac:spMkLst>
        </pc:spChg>
        <pc:spChg chg="mod">
          <ac:chgData name="翟 锐" userId="fef11181f709266a" providerId="LiveId" clId="{B95F3DAD-07CA-4A5E-9E2E-2D3EA79FCE65}" dt="2022-12-12T11:36:37.519" v="72" actId="1076"/>
          <ac:spMkLst>
            <pc:docMk/>
            <pc:sldMk cId="378011854" sldId="686"/>
            <ac:spMk id="54" creationId="{C2E29026-3E69-49FE-99F5-B4103C027E54}"/>
          </ac:spMkLst>
        </pc:spChg>
        <pc:spChg chg="mod">
          <ac:chgData name="翟 锐" userId="fef11181f709266a" providerId="LiveId" clId="{B95F3DAD-07CA-4A5E-9E2E-2D3EA79FCE65}" dt="2022-12-12T11:36:37.519" v="72" actId="1076"/>
          <ac:spMkLst>
            <pc:docMk/>
            <pc:sldMk cId="378011854" sldId="686"/>
            <ac:spMk id="55" creationId="{D53FA871-4449-43AF-ACC6-F479A93D56F7}"/>
          </ac:spMkLst>
        </pc:spChg>
        <pc:spChg chg="mod">
          <ac:chgData name="翟 锐" userId="fef11181f709266a" providerId="LiveId" clId="{B95F3DAD-07CA-4A5E-9E2E-2D3EA79FCE65}" dt="2022-12-12T11:36:37.519" v="72" actId="1076"/>
          <ac:spMkLst>
            <pc:docMk/>
            <pc:sldMk cId="378011854" sldId="686"/>
            <ac:spMk id="56" creationId="{921B70E5-68A7-4758-8B37-8B5A5BD0D111}"/>
          </ac:spMkLst>
        </pc:spChg>
        <pc:spChg chg="mod">
          <ac:chgData name="翟 锐" userId="fef11181f709266a" providerId="LiveId" clId="{B95F3DAD-07CA-4A5E-9E2E-2D3EA79FCE65}" dt="2022-12-12T11:36:37.519" v="72" actId="1076"/>
          <ac:spMkLst>
            <pc:docMk/>
            <pc:sldMk cId="378011854" sldId="686"/>
            <ac:spMk id="57" creationId="{FCFA1A93-7190-49F5-B24F-1B61DE5D0E91}"/>
          </ac:spMkLst>
        </pc:spChg>
        <pc:spChg chg="mod">
          <ac:chgData name="翟 锐" userId="fef11181f709266a" providerId="LiveId" clId="{B95F3DAD-07CA-4A5E-9E2E-2D3EA79FCE65}" dt="2022-12-12T11:36:37.519" v="72" actId="1076"/>
          <ac:spMkLst>
            <pc:docMk/>
            <pc:sldMk cId="378011854" sldId="686"/>
            <ac:spMk id="58" creationId="{F1F8E7E0-2DFD-40F4-8EB2-489EE724F830}"/>
          </ac:spMkLst>
        </pc:spChg>
        <pc:spChg chg="mod">
          <ac:chgData name="翟 锐" userId="fef11181f709266a" providerId="LiveId" clId="{B95F3DAD-07CA-4A5E-9E2E-2D3EA79FCE65}" dt="2022-12-12T11:36:37.519" v="72" actId="1076"/>
          <ac:spMkLst>
            <pc:docMk/>
            <pc:sldMk cId="378011854" sldId="686"/>
            <ac:spMk id="59" creationId="{DFAD8973-BCE2-422B-AE50-F81067316283}"/>
          </ac:spMkLst>
        </pc:spChg>
        <pc:spChg chg="mod">
          <ac:chgData name="翟 锐" userId="fef11181f709266a" providerId="LiveId" clId="{B95F3DAD-07CA-4A5E-9E2E-2D3EA79FCE65}" dt="2022-12-12T11:36:37.519" v="72" actId="1076"/>
          <ac:spMkLst>
            <pc:docMk/>
            <pc:sldMk cId="378011854" sldId="686"/>
            <ac:spMk id="60" creationId="{088AFD7A-7B20-4013-A660-533811936F34}"/>
          </ac:spMkLst>
        </pc:spChg>
        <pc:grpChg chg="mod">
          <ac:chgData name="翟 锐" userId="fef11181f709266a" providerId="LiveId" clId="{B95F3DAD-07CA-4A5E-9E2E-2D3EA79FCE65}" dt="2022-12-14T07:28:14.655" v="163" actId="1076"/>
          <ac:grpSpMkLst>
            <pc:docMk/>
            <pc:sldMk cId="378011854" sldId="686"/>
            <ac:grpSpMk id="6" creationId="{62E7BD7A-478D-4656-91E7-7EED8191EF9D}"/>
          </ac:grpSpMkLst>
        </pc:grpChg>
        <pc:grpChg chg="mod">
          <ac:chgData name="翟 锐" userId="fef11181f709266a" providerId="LiveId" clId="{B95F3DAD-07CA-4A5E-9E2E-2D3EA79FCE65}" dt="2022-12-12T11:36:37.519" v="72" actId="1076"/>
          <ac:grpSpMkLst>
            <pc:docMk/>
            <pc:sldMk cId="378011854" sldId="686"/>
            <ac:grpSpMk id="27" creationId="{16FC58BF-1B51-4429-A151-822A64A3BDE3}"/>
          </ac:grpSpMkLst>
        </pc:grpChg>
      </pc:sldChg>
      <pc:sldChg chg="modSp">
        <pc:chgData name="翟 锐" userId="fef11181f709266a" providerId="LiveId" clId="{B95F3DAD-07CA-4A5E-9E2E-2D3EA79FCE65}" dt="2022-12-14T07:31:41.963" v="165" actId="1076"/>
        <pc:sldMkLst>
          <pc:docMk/>
          <pc:sldMk cId="2193853624" sldId="687"/>
        </pc:sldMkLst>
        <pc:spChg chg="mod">
          <ac:chgData name="翟 锐" userId="fef11181f709266a" providerId="LiveId" clId="{B95F3DAD-07CA-4A5E-9E2E-2D3EA79FCE65}" dt="2022-12-14T07:31:41.963" v="165" actId="1076"/>
          <ac:spMkLst>
            <pc:docMk/>
            <pc:sldMk cId="2193853624" sldId="687"/>
            <ac:spMk id="7" creationId="{37FADE77-6D33-4C87-B87D-84DB5719DBC8}"/>
          </ac:spMkLst>
        </pc:spChg>
        <pc:spChg chg="mod">
          <ac:chgData name="翟 锐" userId="fef11181f709266a" providerId="LiveId" clId="{B95F3DAD-07CA-4A5E-9E2E-2D3EA79FCE65}" dt="2022-12-14T07:31:41.963" v="165" actId="1076"/>
          <ac:spMkLst>
            <pc:docMk/>
            <pc:sldMk cId="2193853624" sldId="687"/>
            <ac:spMk id="8" creationId="{A344B045-9E58-4983-914A-4FCB379482C1}"/>
          </ac:spMkLst>
        </pc:spChg>
        <pc:spChg chg="mod">
          <ac:chgData name="翟 锐" userId="fef11181f709266a" providerId="LiveId" clId="{B95F3DAD-07CA-4A5E-9E2E-2D3EA79FCE65}" dt="2022-12-14T07:31:41.963" v="165" actId="1076"/>
          <ac:spMkLst>
            <pc:docMk/>
            <pc:sldMk cId="2193853624" sldId="687"/>
            <ac:spMk id="9" creationId="{C19B010D-F357-4EE7-B8B3-2B622710E29B}"/>
          </ac:spMkLst>
        </pc:spChg>
        <pc:spChg chg="mod">
          <ac:chgData name="翟 锐" userId="fef11181f709266a" providerId="LiveId" clId="{B95F3DAD-07CA-4A5E-9E2E-2D3EA79FCE65}" dt="2022-12-14T07:31:41.963" v="165" actId="1076"/>
          <ac:spMkLst>
            <pc:docMk/>
            <pc:sldMk cId="2193853624" sldId="687"/>
            <ac:spMk id="10" creationId="{E17E92B9-C9E3-4117-878E-F31FC4315759}"/>
          </ac:spMkLst>
        </pc:spChg>
        <pc:spChg chg="mod">
          <ac:chgData name="翟 锐" userId="fef11181f709266a" providerId="LiveId" clId="{B95F3DAD-07CA-4A5E-9E2E-2D3EA79FCE65}" dt="2022-12-14T07:31:41.963" v="165" actId="1076"/>
          <ac:spMkLst>
            <pc:docMk/>
            <pc:sldMk cId="2193853624" sldId="687"/>
            <ac:spMk id="11" creationId="{34648802-CA9D-4B5D-9B4E-43AEA653862B}"/>
          </ac:spMkLst>
        </pc:spChg>
        <pc:spChg chg="mod">
          <ac:chgData name="翟 锐" userId="fef11181f709266a" providerId="LiveId" clId="{B95F3DAD-07CA-4A5E-9E2E-2D3EA79FCE65}" dt="2022-12-14T07:31:41.963" v="165" actId="1076"/>
          <ac:spMkLst>
            <pc:docMk/>
            <pc:sldMk cId="2193853624" sldId="687"/>
            <ac:spMk id="12" creationId="{CFD226BB-5B77-493C-92DB-250E1CB36045}"/>
          </ac:spMkLst>
        </pc:spChg>
        <pc:spChg chg="mod">
          <ac:chgData name="翟 锐" userId="fef11181f709266a" providerId="LiveId" clId="{B95F3DAD-07CA-4A5E-9E2E-2D3EA79FCE65}" dt="2022-12-14T07:31:41.963" v="165" actId="1076"/>
          <ac:spMkLst>
            <pc:docMk/>
            <pc:sldMk cId="2193853624" sldId="687"/>
            <ac:spMk id="13" creationId="{46A4CB85-414F-430B-8CE1-01DB16171F21}"/>
          </ac:spMkLst>
        </pc:spChg>
        <pc:spChg chg="mod">
          <ac:chgData name="翟 锐" userId="fef11181f709266a" providerId="LiveId" clId="{B95F3DAD-07CA-4A5E-9E2E-2D3EA79FCE65}" dt="2022-12-14T07:31:41.963" v="165" actId="1076"/>
          <ac:spMkLst>
            <pc:docMk/>
            <pc:sldMk cId="2193853624" sldId="687"/>
            <ac:spMk id="14" creationId="{8F0D91AB-45B3-414C-B8C6-5A036CF5B55E}"/>
          </ac:spMkLst>
        </pc:spChg>
        <pc:spChg chg="mod">
          <ac:chgData name="翟 锐" userId="fef11181f709266a" providerId="LiveId" clId="{B95F3DAD-07CA-4A5E-9E2E-2D3EA79FCE65}" dt="2022-12-14T07:31:41.963" v="165" actId="1076"/>
          <ac:spMkLst>
            <pc:docMk/>
            <pc:sldMk cId="2193853624" sldId="687"/>
            <ac:spMk id="15" creationId="{89897E96-B932-465F-9610-B2EC2E281842}"/>
          </ac:spMkLst>
        </pc:spChg>
        <pc:spChg chg="mod">
          <ac:chgData name="翟 锐" userId="fef11181f709266a" providerId="LiveId" clId="{B95F3DAD-07CA-4A5E-9E2E-2D3EA79FCE65}" dt="2022-12-14T07:31:41.963" v="165" actId="1076"/>
          <ac:spMkLst>
            <pc:docMk/>
            <pc:sldMk cId="2193853624" sldId="687"/>
            <ac:spMk id="16" creationId="{F09ECD9B-7DD3-4C8B-8569-588AD9B40BCD}"/>
          </ac:spMkLst>
        </pc:spChg>
        <pc:spChg chg="mod">
          <ac:chgData name="翟 锐" userId="fef11181f709266a" providerId="LiveId" clId="{B95F3DAD-07CA-4A5E-9E2E-2D3EA79FCE65}" dt="2022-12-14T07:31:41.963" v="165" actId="1076"/>
          <ac:spMkLst>
            <pc:docMk/>
            <pc:sldMk cId="2193853624" sldId="687"/>
            <ac:spMk id="17" creationId="{AE7FB688-3E5B-4357-9883-D15C410D512A}"/>
          </ac:spMkLst>
        </pc:spChg>
        <pc:spChg chg="mod">
          <ac:chgData name="翟 锐" userId="fef11181f709266a" providerId="LiveId" clId="{B95F3DAD-07CA-4A5E-9E2E-2D3EA79FCE65}" dt="2022-12-14T07:31:41.963" v="165" actId="1076"/>
          <ac:spMkLst>
            <pc:docMk/>
            <pc:sldMk cId="2193853624" sldId="687"/>
            <ac:spMk id="18" creationId="{59C6D609-74BA-4425-8177-DCFBD904072D}"/>
          </ac:spMkLst>
        </pc:spChg>
        <pc:spChg chg="mod">
          <ac:chgData name="翟 锐" userId="fef11181f709266a" providerId="LiveId" clId="{B95F3DAD-07CA-4A5E-9E2E-2D3EA79FCE65}" dt="2022-12-14T07:31:41.963" v="165" actId="1076"/>
          <ac:spMkLst>
            <pc:docMk/>
            <pc:sldMk cId="2193853624" sldId="687"/>
            <ac:spMk id="19" creationId="{BA878E8D-548D-42F2-8300-FFD432B8E1BA}"/>
          </ac:spMkLst>
        </pc:spChg>
        <pc:spChg chg="mod">
          <ac:chgData name="翟 锐" userId="fef11181f709266a" providerId="LiveId" clId="{B95F3DAD-07CA-4A5E-9E2E-2D3EA79FCE65}" dt="2022-12-14T07:31:41.963" v="165" actId="1076"/>
          <ac:spMkLst>
            <pc:docMk/>
            <pc:sldMk cId="2193853624" sldId="687"/>
            <ac:spMk id="20" creationId="{E1E98BAC-ED2D-4F67-AFA9-B7D885757914}"/>
          </ac:spMkLst>
        </pc:spChg>
        <pc:spChg chg="mod">
          <ac:chgData name="翟 锐" userId="fef11181f709266a" providerId="LiveId" clId="{B95F3DAD-07CA-4A5E-9E2E-2D3EA79FCE65}" dt="2022-12-14T07:31:41.963" v="165" actId="1076"/>
          <ac:spMkLst>
            <pc:docMk/>
            <pc:sldMk cId="2193853624" sldId="687"/>
            <ac:spMk id="21" creationId="{33451DCB-F273-402F-A708-B3B092E27084}"/>
          </ac:spMkLst>
        </pc:spChg>
        <pc:spChg chg="mod">
          <ac:chgData name="翟 锐" userId="fef11181f709266a" providerId="LiveId" clId="{B95F3DAD-07CA-4A5E-9E2E-2D3EA79FCE65}" dt="2022-12-14T07:31:41.963" v="165" actId="1076"/>
          <ac:spMkLst>
            <pc:docMk/>
            <pc:sldMk cId="2193853624" sldId="687"/>
            <ac:spMk id="22" creationId="{BA82C9D6-1B04-4ACC-AB75-B59DFDC7227D}"/>
          </ac:spMkLst>
        </pc:spChg>
        <pc:grpChg chg="mod">
          <ac:chgData name="翟 锐" userId="fef11181f709266a" providerId="LiveId" clId="{B95F3DAD-07CA-4A5E-9E2E-2D3EA79FCE65}" dt="2022-12-14T07:31:41.963" v="165" actId="1076"/>
          <ac:grpSpMkLst>
            <pc:docMk/>
            <pc:sldMk cId="2193853624" sldId="687"/>
            <ac:grpSpMk id="6" creationId="{DE736D42-DFF9-4D68-AD99-419DA21A953D}"/>
          </ac:grpSpMkLst>
        </pc:grpChg>
      </pc:sldChg>
      <pc:sldChg chg="modSp mod">
        <pc:chgData name="翟 锐" userId="fef11181f709266a" providerId="LiveId" clId="{B95F3DAD-07CA-4A5E-9E2E-2D3EA79FCE65}" dt="2022-12-14T07:37:55.442" v="184" actId="1076"/>
        <pc:sldMkLst>
          <pc:docMk/>
          <pc:sldMk cId="3758664426" sldId="697"/>
        </pc:sldMkLst>
        <pc:picChg chg="mod ord">
          <ac:chgData name="翟 锐" userId="fef11181f709266a" providerId="LiveId" clId="{B95F3DAD-07CA-4A5E-9E2E-2D3EA79FCE65}" dt="2022-12-14T07:37:55.442" v="184" actId="1076"/>
          <ac:picMkLst>
            <pc:docMk/>
            <pc:sldMk cId="3758664426" sldId="697"/>
            <ac:picMk id="3" creationId="{54DA0C12-238B-4FDA-B4DD-F16F6DEB9464}"/>
          </ac:picMkLst>
        </pc:picChg>
        <pc:picChg chg="mod ord">
          <ac:chgData name="翟 锐" userId="fef11181f709266a" providerId="LiveId" clId="{B95F3DAD-07CA-4A5E-9E2E-2D3EA79FCE65}" dt="2022-12-14T07:37:52.630" v="183" actId="1076"/>
          <ac:picMkLst>
            <pc:docMk/>
            <pc:sldMk cId="3758664426" sldId="697"/>
            <ac:picMk id="4" creationId="{B6B25C49-863F-44A5-9082-A01A014E2F45}"/>
          </ac:picMkLst>
        </pc:picChg>
      </pc:sldChg>
      <pc:sldChg chg="modSp mod">
        <pc:chgData name="翟 锐" userId="fef11181f709266a" providerId="LiveId" clId="{B95F3DAD-07CA-4A5E-9E2E-2D3EA79FCE65}" dt="2022-12-12T11:50:25.486" v="118" actId="20577"/>
        <pc:sldMkLst>
          <pc:docMk/>
          <pc:sldMk cId="2134814896" sldId="729"/>
        </pc:sldMkLst>
        <pc:spChg chg="mod">
          <ac:chgData name="翟 锐" userId="fef11181f709266a" providerId="LiveId" clId="{B95F3DAD-07CA-4A5E-9E2E-2D3EA79FCE65}" dt="2022-12-12T11:50:25.486" v="118" actId="20577"/>
          <ac:spMkLst>
            <pc:docMk/>
            <pc:sldMk cId="2134814896" sldId="729"/>
            <ac:spMk id="2" creationId="{1A343DEC-CFF6-41F5-B87C-0DFC08C67B76}"/>
          </ac:spMkLst>
        </pc:spChg>
        <pc:spChg chg="mod">
          <ac:chgData name="翟 锐" userId="fef11181f709266a" providerId="LiveId" clId="{B95F3DAD-07CA-4A5E-9E2E-2D3EA79FCE65}" dt="2022-12-12T02:11:42.895" v="22" actId="1076"/>
          <ac:spMkLst>
            <pc:docMk/>
            <pc:sldMk cId="2134814896" sldId="729"/>
            <ac:spMk id="7" creationId="{0B9D85CB-0E8C-425D-9E2D-0E4319A11E03}"/>
          </ac:spMkLst>
        </pc:spChg>
      </pc:sldChg>
      <pc:sldChg chg="modSp mod">
        <pc:chgData name="翟 锐" userId="fef11181f709266a" providerId="LiveId" clId="{B95F3DAD-07CA-4A5E-9E2E-2D3EA79FCE65}" dt="2022-12-12T11:31:27.024" v="71" actId="20577"/>
        <pc:sldMkLst>
          <pc:docMk/>
          <pc:sldMk cId="784297793" sldId="734"/>
        </pc:sldMkLst>
        <pc:spChg chg="mod">
          <ac:chgData name="翟 锐" userId="fef11181f709266a" providerId="LiveId" clId="{B95F3DAD-07CA-4A5E-9E2E-2D3EA79FCE65}" dt="2022-12-12T11:31:27.024" v="71" actId="20577"/>
          <ac:spMkLst>
            <pc:docMk/>
            <pc:sldMk cId="784297793" sldId="734"/>
            <ac:spMk id="2" creationId="{1A343DEC-CFF6-41F5-B87C-0DFC08C67B76}"/>
          </ac:spMkLst>
        </pc:spChg>
      </pc:sldChg>
      <pc:sldChg chg="modSp">
        <pc:chgData name="翟 锐" userId="fef11181f709266a" providerId="LiveId" clId="{B95F3DAD-07CA-4A5E-9E2E-2D3EA79FCE65}" dt="2022-12-14T07:45:06.355" v="204" actId="1076"/>
        <pc:sldMkLst>
          <pc:docMk/>
          <pc:sldMk cId="3258613187" sldId="770"/>
        </pc:sldMkLst>
        <pc:spChg chg="mod">
          <ac:chgData name="翟 锐" userId="fef11181f709266a" providerId="LiveId" clId="{B95F3DAD-07CA-4A5E-9E2E-2D3EA79FCE65}" dt="2022-12-14T07:45:06.355" v="204" actId="1076"/>
          <ac:spMkLst>
            <pc:docMk/>
            <pc:sldMk cId="3258613187" sldId="770"/>
            <ac:spMk id="43" creationId="{35E2F807-D1F7-47E9-9CE4-DA61FB0DD0A3}"/>
          </ac:spMkLst>
        </pc:spChg>
      </pc:sldChg>
      <pc:sldChg chg="modSp mod">
        <pc:chgData name="翟 锐" userId="fef11181f709266a" providerId="LiveId" clId="{B95F3DAD-07CA-4A5E-9E2E-2D3EA79FCE65}" dt="2022-12-14T07:46:03.724" v="220" actId="20577"/>
        <pc:sldMkLst>
          <pc:docMk/>
          <pc:sldMk cId="1508102949" sldId="774"/>
        </pc:sldMkLst>
        <pc:spChg chg="mod">
          <ac:chgData name="翟 锐" userId="fef11181f709266a" providerId="LiveId" clId="{B95F3DAD-07CA-4A5E-9E2E-2D3EA79FCE65}" dt="2022-12-14T07:46:03.724" v="220" actId="20577"/>
          <ac:spMkLst>
            <pc:docMk/>
            <pc:sldMk cId="1508102949" sldId="774"/>
            <ac:spMk id="2" creationId="{1A343DEC-CFF6-41F5-B87C-0DFC08C67B76}"/>
          </ac:spMkLst>
        </pc:spChg>
      </pc:sldChg>
      <pc:sldChg chg="modSp mod">
        <pc:chgData name="翟 锐" userId="fef11181f709266a" providerId="LiveId" clId="{B95F3DAD-07CA-4A5E-9E2E-2D3EA79FCE65}" dt="2022-12-14T07:45:32.932" v="205" actId="20577"/>
        <pc:sldMkLst>
          <pc:docMk/>
          <pc:sldMk cId="3293484663" sldId="775"/>
        </pc:sldMkLst>
        <pc:spChg chg="mod">
          <ac:chgData name="翟 锐" userId="fef11181f709266a" providerId="LiveId" clId="{B95F3DAD-07CA-4A5E-9E2E-2D3EA79FCE65}" dt="2022-12-14T07:45:32.932" v="205" actId="20577"/>
          <ac:spMkLst>
            <pc:docMk/>
            <pc:sldMk cId="3293484663" sldId="775"/>
            <ac:spMk id="2" creationId="{1A343DEC-CFF6-41F5-B87C-0DFC08C67B76}"/>
          </ac:spMkLst>
        </pc:spChg>
      </pc:sldChg>
      <pc:sldChg chg="add del">
        <pc:chgData name="翟 锐" userId="fef11181f709266a" providerId="LiveId" clId="{B95F3DAD-07CA-4A5E-9E2E-2D3EA79FCE65}" dt="2022-12-12T11:54:33.480" v="151" actId="47"/>
        <pc:sldMkLst>
          <pc:docMk/>
          <pc:sldMk cId="3159023074" sldId="777"/>
        </pc:sldMkLst>
      </pc:sldChg>
      <pc:sldChg chg="modSp mod">
        <pc:chgData name="翟 锐" userId="fef11181f709266a" providerId="LiveId" clId="{B95F3DAD-07CA-4A5E-9E2E-2D3EA79FCE65}" dt="2022-12-12T02:21:02.519" v="31" actId="20577"/>
        <pc:sldMkLst>
          <pc:docMk/>
          <pc:sldMk cId="2795244736" sldId="780"/>
        </pc:sldMkLst>
        <pc:spChg chg="mod">
          <ac:chgData name="翟 锐" userId="fef11181f709266a" providerId="LiveId" clId="{B95F3DAD-07CA-4A5E-9E2E-2D3EA79FCE65}" dt="2022-12-12T02:21:02.519" v="31" actId="20577"/>
          <ac:spMkLst>
            <pc:docMk/>
            <pc:sldMk cId="2795244736" sldId="780"/>
            <ac:spMk id="2" creationId="{1A343DEC-CFF6-41F5-B87C-0DFC08C67B76}"/>
          </ac:spMkLst>
        </pc:spChg>
      </pc:sldChg>
      <pc:sldChg chg="modSp">
        <pc:chgData name="翟 锐" userId="fef11181f709266a" providerId="LiveId" clId="{B95F3DAD-07CA-4A5E-9E2E-2D3EA79FCE65}" dt="2022-12-12T02:55:35.313" v="43" actId="1076"/>
        <pc:sldMkLst>
          <pc:docMk/>
          <pc:sldMk cId="428334650" sldId="783"/>
        </pc:sldMkLst>
        <pc:picChg chg="mod">
          <ac:chgData name="翟 锐" userId="fef11181f709266a" providerId="LiveId" clId="{B95F3DAD-07CA-4A5E-9E2E-2D3EA79FCE65}" dt="2022-12-12T02:55:35.313" v="43" actId="1076"/>
          <ac:picMkLst>
            <pc:docMk/>
            <pc:sldMk cId="428334650" sldId="783"/>
            <ac:picMk id="4098" creationId="{5314B86A-8961-4900-87B1-911391D81797}"/>
          </ac:picMkLst>
        </pc:picChg>
      </pc:sldChg>
      <pc:sldChg chg="modSp mod">
        <pc:chgData name="翟 锐" userId="fef11181f709266a" providerId="LiveId" clId="{B95F3DAD-07CA-4A5E-9E2E-2D3EA79FCE65}" dt="2022-12-14T07:22:58.757" v="157" actId="20577"/>
        <pc:sldMkLst>
          <pc:docMk/>
          <pc:sldMk cId="1740100988" sldId="784"/>
        </pc:sldMkLst>
        <pc:spChg chg="mod">
          <ac:chgData name="翟 锐" userId="fef11181f709266a" providerId="LiveId" clId="{B95F3DAD-07CA-4A5E-9E2E-2D3EA79FCE65}" dt="2022-12-14T07:22:58.757" v="157" actId="20577"/>
          <ac:spMkLst>
            <pc:docMk/>
            <pc:sldMk cId="1740100988" sldId="784"/>
            <ac:spMk id="2" creationId="{1A343DEC-CFF6-41F5-B87C-0DFC08C67B76}"/>
          </ac:spMkLst>
        </pc:spChg>
        <pc:picChg chg="mod">
          <ac:chgData name="翟 锐" userId="fef11181f709266a" providerId="LiveId" clId="{B95F3DAD-07CA-4A5E-9E2E-2D3EA79FCE65}" dt="2022-12-12T02:19:33.857" v="24" actId="1076"/>
          <ac:picMkLst>
            <pc:docMk/>
            <pc:sldMk cId="1740100988" sldId="784"/>
            <ac:picMk id="5" creationId="{A8489AD4-7175-4EC2-AC48-915C6C5DF449}"/>
          </ac:picMkLst>
        </pc:picChg>
      </pc:sldChg>
      <pc:sldChg chg="delSp modSp del mod">
        <pc:chgData name="翟 锐" userId="fef11181f709266a" providerId="LiveId" clId="{B95F3DAD-07CA-4A5E-9E2E-2D3EA79FCE65}" dt="2022-12-12T11:29:24.934" v="62" actId="47"/>
        <pc:sldMkLst>
          <pc:docMk/>
          <pc:sldMk cId="905963127" sldId="785"/>
        </pc:sldMkLst>
        <pc:spChg chg="del mod">
          <ac:chgData name="翟 锐" userId="fef11181f709266a" providerId="LiveId" clId="{B95F3DAD-07CA-4A5E-9E2E-2D3EA79FCE65}" dt="2022-12-12T11:29:07.746" v="57"/>
          <ac:spMkLst>
            <pc:docMk/>
            <pc:sldMk cId="905963127" sldId="785"/>
            <ac:spMk id="2" creationId="{1A343DEC-CFF6-41F5-B87C-0DFC08C67B76}"/>
          </ac:spMkLst>
        </pc:spChg>
      </pc:sldChg>
      <pc:sldChg chg="modSp mod">
        <pc:chgData name="翟 锐" userId="fef11181f709266a" providerId="LiveId" clId="{B95F3DAD-07CA-4A5E-9E2E-2D3EA79FCE65}" dt="2022-12-14T07:23:49.851" v="161" actId="113"/>
        <pc:sldMkLst>
          <pc:docMk/>
          <pc:sldMk cId="1483230486" sldId="786"/>
        </pc:sldMkLst>
        <pc:spChg chg="mod">
          <ac:chgData name="翟 锐" userId="fef11181f709266a" providerId="LiveId" clId="{B95F3DAD-07CA-4A5E-9E2E-2D3EA79FCE65}" dt="2022-12-14T07:23:49.851" v="161" actId="113"/>
          <ac:spMkLst>
            <pc:docMk/>
            <pc:sldMk cId="1483230486" sldId="786"/>
            <ac:spMk id="2" creationId="{1A343DEC-CFF6-41F5-B87C-0DFC08C67B76}"/>
          </ac:spMkLst>
        </pc:spChg>
      </pc:sldChg>
      <pc:sldChg chg="modSp">
        <pc:chgData name="翟 锐" userId="fef11181f709266a" providerId="LiveId" clId="{B95F3DAD-07CA-4A5E-9E2E-2D3EA79FCE65}" dt="2022-12-14T07:41:14.516" v="203" actId="1076"/>
        <pc:sldMkLst>
          <pc:docMk/>
          <pc:sldMk cId="4092715847" sldId="787"/>
        </pc:sldMkLst>
        <pc:picChg chg="mod">
          <ac:chgData name="翟 锐" userId="fef11181f709266a" providerId="LiveId" clId="{B95F3DAD-07CA-4A5E-9E2E-2D3EA79FCE65}" dt="2022-12-14T07:41:14.516" v="203" actId="1076"/>
          <ac:picMkLst>
            <pc:docMk/>
            <pc:sldMk cId="4092715847" sldId="787"/>
            <ac:picMk id="6148" creationId="{A2BC88C9-1A3B-422A-A65B-2017D0D6397A}"/>
          </ac:picMkLst>
        </pc:picChg>
      </pc:sldChg>
      <pc:sldChg chg="modSp add mod">
        <pc:chgData name="翟 锐" userId="fef11181f709266a" providerId="LiveId" clId="{B95F3DAD-07CA-4A5E-9E2E-2D3EA79FCE65}" dt="2022-12-14T07:40:00.692" v="202" actId="6549"/>
        <pc:sldMkLst>
          <pc:docMk/>
          <pc:sldMk cId="3974759026" sldId="789"/>
        </pc:sldMkLst>
        <pc:graphicFrameChg chg="mod modGraphic">
          <ac:chgData name="翟 锐" userId="fef11181f709266a" providerId="LiveId" clId="{B95F3DAD-07CA-4A5E-9E2E-2D3EA79FCE65}" dt="2022-12-14T07:40:00.692" v="202" actId="6549"/>
          <ac:graphicFrameMkLst>
            <pc:docMk/>
            <pc:sldMk cId="3974759026" sldId="789"/>
            <ac:graphicFrameMk id="3" creationId="{811ABDA6-ABB3-43AD-AF80-34B2896AC0C1}"/>
          </ac:graphicFrameMkLst>
        </pc:graphicFrameChg>
      </pc:sldChg>
    </pc:docChg>
  </pc:docChgLst>
  <pc:docChgLst>
    <pc:chgData name="翟 锐" userId="fef11181f709266a" providerId="LiveId" clId="{727D35D6-B4E6-4AF0-8F74-99EBC6E1954B}"/>
    <pc:docChg chg="undo redo custSel addSld delSld modSld sldOrd">
      <pc:chgData name="翟 锐" userId="fef11181f709266a" providerId="LiveId" clId="{727D35D6-B4E6-4AF0-8F74-99EBC6E1954B}" dt="2020-09-24T13:51:29.172" v="4024"/>
      <pc:docMkLst>
        <pc:docMk/>
      </pc:docMkLst>
      <pc:sldChg chg="add">
        <pc:chgData name="翟 锐" userId="fef11181f709266a" providerId="LiveId" clId="{727D35D6-B4E6-4AF0-8F74-99EBC6E1954B}" dt="2020-09-05T02:09:13.893" v="252"/>
        <pc:sldMkLst>
          <pc:docMk/>
          <pc:sldMk cId="0" sldId="276"/>
        </pc:sldMkLst>
      </pc:sldChg>
      <pc:sldChg chg="add">
        <pc:chgData name="翟 锐" userId="fef11181f709266a" providerId="LiveId" clId="{727D35D6-B4E6-4AF0-8F74-99EBC6E1954B}" dt="2020-09-05T02:09:13.893" v="252"/>
        <pc:sldMkLst>
          <pc:docMk/>
          <pc:sldMk cId="0" sldId="348"/>
        </pc:sldMkLst>
      </pc:sldChg>
      <pc:sldChg chg="add">
        <pc:chgData name="翟 锐" userId="fef11181f709266a" providerId="LiveId" clId="{727D35D6-B4E6-4AF0-8F74-99EBC6E1954B}" dt="2020-09-05T02:09:13.893" v="252"/>
        <pc:sldMkLst>
          <pc:docMk/>
          <pc:sldMk cId="0" sldId="380"/>
        </pc:sldMkLst>
      </pc:sldChg>
      <pc:sldChg chg="add">
        <pc:chgData name="翟 锐" userId="fef11181f709266a" providerId="LiveId" clId="{727D35D6-B4E6-4AF0-8F74-99EBC6E1954B}" dt="2020-09-05T02:09:13.893" v="252"/>
        <pc:sldMkLst>
          <pc:docMk/>
          <pc:sldMk cId="0" sldId="381"/>
        </pc:sldMkLst>
      </pc:sldChg>
      <pc:sldChg chg="del">
        <pc:chgData name="翟 锐" userId="fef11181f709266a" providerId="LiveId" clId="{727D35D6-B4E6-4AF0-8F74-99EBC6E1954B}" dt="2020-09-05T16:27:12.088" v="1293" actId="47"/>
        <pc:sldMkLst>
          <pc:docMk/>
          <pc:sldMk cId="126446515" sldId="521"/>
        </pc:sldMkLst>
      </pc:sldChg>
      <pc:sldChg chg="addSp delSp modSp mod">
        <pc:chgData name="翟 锐" userId="fef11181f709266a" providerId="LiveId" clId="{727D35D6-B4E6-4AF0-8F74-99EBC6E1954B}" dt="2020-09-23T16:38:43.201" v="2015" actId="20577"/>
        <pc:sldMkLst>
          <pc:docMk/>
          <pc:sldMk cId="2981006032" sldId="556"/>
        </pc:sldMkLst>
        <pc:spChg chg="add del mod">
          <ac:chgData name="翟 锐" userId="fef11181f709266a" providerId="LiveId" clId="{727D35D6-B4E6-4AF0-8F74-99EBC6E1954B}" dt="2020-09-23T16:38:43.201" v="2015" actId="20577"/>
          <ac:spMkLst>
            <pc:docMk/>
            <pc:sldMk cId="2981006032" sldId="556"/>
            <ac:spMk id="2" creationId="{1A343DEC-CFF6-41F5-B87C-0DFC08C67B76}"/>
          </ac:spMkLst>
        </pc:spChg>
      </pc:sldChg>
      <pc:sldChg chg="modSp">
        <pc:chgData name="翟 锐" userId="fef11181f709266a" providerId="LiveId" clId="{727D35D6-B4E6-4AF0-8F74-99EBC6E1954B}" dt="2020-09-24T13:39:25.997" v="3917" actId="6549"/>
        <pc:sldMkLst>
          <pc:docMk/>
          <pc:sldMk cId="4115886382" sldId="558"/>
        </pc:sldMkLst>
        <pc:spChg chg="mod">
          <ac:chgData name="翟 锐" userId="fef11181f709266a" providerId="LiveId" clId="{727D35D6-B4E6-4AF0-8F74-99EBC6E1954B}" dt="2020-09-24T13:39:25.997" v="3917" actId="6549"/>
          <ac:spMkLst>
            <pc:docMk/>
            <pc:sldMk cId="4115886382" sldId="558"/>
            <ac:spMk id="16" creationId="{00000000-0000-0000-0000-000000000000}"/>
          </ac:spMkLst>
        </pc:spChg>
        <pc:spChg chg="mod">
          <ac:chgData name="翟 锐" userId="fef11181f709266a" providerId="LiveId" clId="{727D35D6-B4E6-4AF0-8F74-99EBC6E1954B}" dt="2020-09-24T13:39:18.508" v="3915"/>
          <ac:spMkLst>
            <pc:docMk/>
            <pc:sldMk cId="4115886382" sldId="558"/>
            <ac:spMk id="28" creationId="{00000000-0000-0000-0000-000000000000}"/>
          </ac:spMkLst>
        </pc:spChg>
      </pc:sldChg>
      <pc:sldChg chg="modSp">
        <pc:chgData name="翟 锐" userId="fef11181f709266a" providerId="LiveId" clId="{727D35D6-B4E6-4AF0-8F74-99EBC6E1954B}" dt="2020-09-24T13:39:34.276" v="3919" actId="6549"/>
        <pc:sldMkLst>
          <pc:docMk/>
          <pc:sldMk cId="3827089109" sldId="559"/>
        </pc:sldMkLst>
        <pc:spChg chg="mod">
          <ac:chgData name="翟 锐" userId="fef11181f709266a" providerId="LiveId" clId="{727D35D6-B4E6-4AF0-8F74-99EBC6E1954B}" dt="2020-09-24T13:39:34.276" v="3919" actId="6549"/>
          <ac:spMkLst>
            <pc:docMk/>
            <pc:sldMk cId="3827089109" sldId="559"/>
            <ac:spMk id="16" creationId="{00000000-0000-0000-0000-000000000000}"/>
          </ac:spMkLst>
        </pc:spChg>
        <pc:spChg chg="mod">
          <ac:chgData name="翟 锐" userId="fef11181f709266a" providerId="LiveId" clId="{727D35D6-B4E6-4AF0-8F74-99EBC6E1954B}" dt="2020-09-24T13:35:30.448" v="3850"/>
          <ac:spMkLst>
            <pc:docMk/>
            <pc:sldMk cId="3827089109" sldId="559"/>
            <ac:spMk id="28" creationId="{00000000-0000-0000-0000-000000000000}"/>
          </ac:spMkLst>
        </pc:spChg>
      </pc:sldChg>
      <pc:sldChg chg="modSp mod">
        <pc:chgData name="翟 锐" userId="fef11181f709266a" providerId="LiveId" clId="{727D35D6-B4E6-4AF0-8F74-99EBC6E1954B}" dt="2020-09-24T09:45:16.417" v="2347" actId="21"/>
        <pc:sldMkLst>
          <pc:docMk/>
          <pc:sldMk cId="40839046" sldId="560"/>
        </pc:sldMkLst>
        <pc:spChg chg="mod">
          <ac:chgData name="翟 锐" userId="fef11181f709266a" providerId="LiveId" clId="{727D35D6-B4E6-4AF0-8F74-99EBC6E1954B}" dt="2020-09-24T09:45:16.417" v="2347" actId="21"/>
          <ac:spMkLst>
            <pc:docMk/>
            <pc:sldMk cId="40839046" sldId="560"/>
            <ac:spMk id="2" creationId="{1A343DEC-CFF6-41F5-B87C-0DFC08C67B76}"/>
          </ac:spMkLst>
        </pc:spChg>
      </pc:sldChg>
      <pc:sldChg chg="modSp">
        <pc:chgData name="翟 锐" userId="fef11181f709266a" providerId="LiveId" clId="{727D35D6-B4E6-4AF0-8F74-99EBC6E1954B}" dt="2020-09-24T13:44:16.674" v="3980" actId="207"/>
        <pc:sldMkLst>
          <pc:docMk/>
          <pc:sldMk cId="4092072796" sldId="561"/>
        </pc:sldMkLst>
        <pc:spChg chg="mod">
          <ac:chgData name="翟 锐" userId="fef11181f709266a" providerId="LiveId" clId="{727D35D6-B4E6-4AF0-8F74-99EBC6E1954B}" dt="2020-09-24T13:33:59.818" v="3816"/>
          <ac:spMkLst>
            <pc:docMk/>
            <pc:sldMk cId="4092072796" sldId="561"/>
            <ac:spMk id="16" creationId="{00000000-0000-0000-0000-000000000000}"/>
          </ac:spMkLst>
        </pc:spChg>
        <pc:spChg chg="mod">
          <ac:chgData name="翟 锐" userId="fef11181f709266a" providerId="LiveId" clId="{727D35D6-B4E6-4AF0-8F74-99EBC6E1954B}" dt="2020-09-24T13:44:16.674" v="3980" actId="207"/>
          <ac:spMkLst>
            <pc:docMk/>
            <pc:sldMk cId="4092072796" sldId="561"/>
            <ac:spMk id="28" creationId="{00000000-0000-0000-0000-000000000000}"/>
          </ac:spMkLst>
        </pc:spChg>
      </pc:sldChg>
      <pc:sldChg chg="modSp mod ord">
        <pc:chgData name="翟 锐" userId="fef11181f709266a" providerId="LiveId" clId="{727D35D6-B4E6-4AF0-8F74-99EBC6E1954B}" dt="2020-09-24T13:42:43.189" v="3927" actId="20577"/>
        <pc:sldMkLst>
          <pc:docMk/>
          <pc:sldMk cId="634261918" sldId="562"/>
        </pc:sldMkLst>
        <pc:spChg chg="mod">
          <ac:chgData name="翟 锐" userId="fef11181f709266a" providerId="LiveId" clId="{727D35D6-B4E6-4AF0-8F74-99EBC6E1954B}" dt="2020-09-24T13:42:43.189" v="3927" actId="20577"/>
          <ac:spMkLst>
            <pc:docMk/>
            <pc:sldMk cId="634261918" sldId="562"/>
            <ac:spMk id="2" creationId="{1A343DEC-CFF6-41F5-B87C-0DFC08C67B76}"/>
          </ac:spMkLst>
        </pc:spChg>
        <pc:spChg chg="mod">
          <ac:chgData name="翟 锐" userId="fef11181f709266a" providerId="LiveId" clId="{727D35D6-B4E6-4AF0-8F74-99EBC6E1954B}" dt="2020-09-24T13:37:29.044" v="3902"/>
          <ac:spMkLst>
            <pc:docMk/>
            <pc:sldMk cId="634261918" sldId="562"/>
            <ac:spMk id="35" creationId="{00000000-0000-0000-0000-000000000000}"/>
          </ac:spMkLst>
        </pc:spChg>
      </pc:sldChg>
      <pc:sldChg chg="modSp mod ord">
        <pc:chgData name="翟 锐" userId="fef11181f709266a" providerId="LiveId" clId="{727D35D6-B4E6-4AF0-8F74-99EBC6E1954B}" dt="2020-09-06T05:20:13.136" v="1757"/>
        <pc:sldMkLst>
          <pc:docMk/>
          <pc:sldMk cId="3051887953" sldId="563"/>
        </pc:sldMkLst>
        <pc:spChg chg="mod">
          <ac:chgData name="翟 锐" userId="fef11181f709266a" providerId="LiveId" clId="{727D35D6-B4E6-4AF0-8F74-99EBC6E1954B}" dt="2020-09-05T16:21:16.670" v="1186" actId="6549"/>
          <ac:spMkLst>
            <pc:docMk/>
            <pc:sldMk cId="3051887953" sldId="563"/>
            <ac:spMk id="2" creationId="{1A343DEC-CFF6-41F5-B87C-0DFC08C67B76}"/>
          </ac:spMkLst>
        </pc:spChg>
        <pc:spChg chg="mod">
          <ac:chgData name="翟 锐" userId="fef11181f709266a" providerId="LiveId" clId="{727D35D6-B4E6-4AF0-8F74-99EBC6E1954B}" dt="2020-09-06T05:20:13.136" v="1757"/>
          <ac:spMkLst>
            <pc:docMk/>
            <pc:sldMk cId="3051887953" sldId="563"/>
            <ac:spMk id="35" creationId="{00000000-0000-0000-0000-000000000000}"/>
          </ac:spMkLst>
        </pc:spChg>
      </pc:sldChg>
      <pc:sldChg chg="modSp mod ord">
        <pc:chgData name="翟 锐" userId="fef11181f709266a" providerId="LiveId" clId="{727D35D6-B4E6-4AF0-8F74-99EBC6E1954B}" dt="2020-09-24T13:23:27.274" v="3727" actId="15"/>
        <pc:sldMkLst>
          <pc:docMk/>
          <pc:sldMk cId="3404202409" sldId="564"/>
        </pc:sldMkLst>
        <pc:spChg chg="mod">
          <ac:chgData name="翟 锐" userId="fef11181f709266a" providerId="LiveId" clId="{727D35D6-B4E6-4AF0-8F74-99EBC6E1954B}" dt="2020-09-24T13:23:27.274" v="3727" actId="15"/>
          <ac:spMkLst>
            <pc:docMk/>
            <pc:sldMk cId="3404202409" sldId="564"/>
            <ac:spMk id="2" creationId="{1A343DEC-CFF6-41F5-B87C-0DFC08C67B76}"/>
          </ac:spMkLst>
        </pc:spChg>
        <pc:spChg chg="mod">
          <ac:chgData name="翟 锐" userId="fef11181f709266a" providerId="LiveId" clId="{727D35D6-B4E6-4AF0-8F74-99EBC6E1954B}" dt="2020-09-06T05:20:10.751" v="1756"/>
          <ac:spMkLst>
            <pc:docMk/>
            <pc:sldMk cId="3404202409" sldId="564"/>
            <ac:spMk id="35" creationId="{00000000-0000-0000-0000-000000000000}"/>
          </ac:spMkLst>
        </pc:spChg>
      </pc:sldChg>
      <pc:sldChg chg="modSp mod">
        <pc:chgData name="翟 锐" userId="fef11181f709266a" providerId="LiveId" clId="{727D35D6-B4E6-4AF0-8F74-99EBC6E1954B}" dt="2020-09-24T13:23:40.214" v="3728" actId="1076"/>
        <pc:sldMkLst>
          <pc:docMk/>
          <pc:sldMk cId="146979102" sldId="565"/>
        </pc:sldMkLst>
        <pc:spChg chg="mod">
          <ac:chgData name="翟 锐" userId="fef11181f709266a" providerId="LiveId" clId="{727D35D6-B4E6-4AF0-8F74-99EBC6E1954B}" dt="2020-09-06T05:16:31.977" v="1535"/>
          <ac:spMkLst>
            <pc:docMk/>
            <pc:sldMk cId="146979102" sldId="565"/>
            <ac:spMk id="2" creationId="{1A343DEC-CFF6-41F5-B87C-0DFC08C67B76}"/>
          </ac:spMkLst>
        </pc:spChg>
        <pc:spChg chg="mod">
          <ac:chgData name="翟 锐" userId="fef11181f709266a" providerId="LiveId" clId="{727D35D6-B4E6-4AF0-8F74-99EBC6E1954B}" dt="2020-09-06T05:16:55.787" v="1606" actId="20577"/>
          <ac:spMkLst>
            <pc:docMk/>
            <pc:sldMk cId="146979102" sldId="565"/>
            <ac:spMk id="35" creationId="{00000000-0000-0000-0000-000000000000}"/>
          </ac:spMkLst>
        </pc:spChg>
        <pc:picChg chg="mod">
          <ac:chgData name="翟 锐" userId="fef11181f709266a" providerId="LiveId" clId="{727D35D6-B4E6-4AF0-8F74-99EBC6E1954B}" dt="2020-09-24T13:23:40.214" v="3728" actId="1076"/>
          <ac:picMkLst>
            <pc:docMk/>
            <pc:sldMk cId="146979102" sldId="565"/>
            <ac:picMk id="6" creationId="{CEC16A83-D065-4F47-95B4-63FF26FFD825}"/>
          </ac:picMkLst>
        </pc:picChg>
      </pc:sldChg>
      <pc:sldChg chg="modSp mod ord">
        <pc:chgData name="翟 锐" userId="fef11181f709266a" providerId="LiveId" clId="{727D35D6-B4E6-4AF0-8F74-99EBC6E1954B}" dt="2020-09-24T13:16:41.123" v="3720" actId="20578"/>
        <pc:sldMkLst>
          <pc:docMk/>
          <pc:sldMk cId="727514361" sldId="566"/>
        </pc:sldMkLst>
        <pc:spChg chg="mod">
          <ac:chgData name="翟 锐" userId="fef11181f709266a" providerId="LiveId" clId="{727D35D6-B4E6-4AF0-8F74-99EBC6E1954B}" dt="2020-09-23T16:44:35.487" v="2085" actId="6549"/>
          <ac:spMkLst>
            <pc:docMk/>
            <pc:sldMk cId="727514361" sldId="566"/>
            <ac:spMk id="2" creationId="{1A343DEC-CFF6-41F5-B87C-0DFC08C67B76}"/>
          </ac:spMkLst>
        </pc:spChg>
      </pc:sldChg>
      <pc:sldChg chg="modSp add mod">
        <pc:chgData name="翟 锐" userId="fef11181f709266a" providerId="LiveId" clId="{727D35D6-B4E6-4AF0-8F74-99EBC6E1954B}" dt="2020-09-23T16:46:43.808" v="2093" actId="12"/>
        <pc:sldMkLst>
          <pc:docMk/>
          <pc:sldMk cId="1981665619" sldId="567"/>
        </pc:sldMkLst>
        <pc:spChg chg="mod">
          <ac:chgData name="翟 锐" userId="fef11181f709266a" providerId="LiveId" clId="{727D35D6-B4E6-4AF0-8F74-99EBC6E1954B}" dt="2020-09-23T16:46:43.808" v="2093" actId="12"/>
          <ac:spMkLst>
            <pc:docMk/>
            <pc:sldMk cId="1981665619" sldId="567"/>
            <ac:spMk id="2" creationId="{1A343DEC-CFF6-41F5-B87C-0DFC08C67B76}"/>
          </ac:spMkLst>
        </pc:spChg>
      </pc:sldChg>
      <pc:sldChg chg="modSp del mod">
        <pc:chgData name="翟 锐" userId="fef11181f709266a" providerId="LiveId" clId="{727D35D6-B4E6-4AF0-8F74-99EBC6E1954B}" dt="2020-08-29T09:10:51.105" v="244" actId="2696"/>
        <pc:sldMkLst>
          <pc:docMk/>
          <pc:sldMk cId="2335307117" sldId="567"/>
        </pc:sldMkLst>
        <pc:spChg chg="mod">
          <ac:chgData name="翟 锐" userId="fef11181f709266a" providerId="LiveId" clId="{727D35D6-B4E6-4AF0-8F74-99EBC6E1954B}" dt="2020-08-29T08:53:05.156" v="130" actId="20577"/>
          <ac:spMkLst>
            <pc:docMk/>
            <pc:sldMk cId="2335307117" sldId="567"/>
            <ac:spMk id="2" creationId="{1A343DEC-CFF6-41F5-B87C-0DFC08C67B76}"/>
          </ac:spMkLst>
        </pc:spChg>
      </pc:sldChg>
      <pc:sldChg chg="modSp ord">
        <pc:chgData name="翟 锐" userId="fef11181f709266a" providerId="LiveId" clId="{727D35D6-B4E6-4AF0-8F74-99EBC6E1954B}" dt="2020-09-24T13:38:24.519" v="3912"/>
        <pc:sldMkLst>
          <pc:docMk/>
          <pc:sldMk cId="1385814803" sldId="568"/>
        </pc:sldMkLst>
        <pc:spChg chg="mod">
          <ac:chgData name="翟 锐" userId="fef11181f709266a" providerId="LiveId" clId="{727D35D6-B4E6-4AF0-8F74-99EBC6E1954B}" dt="2020-09-24T13:38:00.925" v="3906" actId="20577"/>
          <ac:spMkLst>
            <pc:docMk/>
            <pc:sldMk cId="1385814803" sldId="568"/>
            <ac:spMk id="35" creationId="{00000000-0000-0000-0000-000000000000}"/>
          </ac:spMkLst>
        </pc:spChg>
      </pc:sldChg>
      <pc:sldChg chg="modSp mod modAnim">
        <pc:chgData name="翟 锐" userId="fef11181f709266a" providerId="LiveId" clId="{727D35D6-B4E6-4AF0-8F74-99EBC6E1954B}" dt="2020-09-06T05:20:31.850" v="1759" actId="1076"/>
        <pc:sldMkLst>
          <pc:docMk/>
          <pc:sldMk cId="4047933167" sldId="569"/>
        </pc:sldMkLst>
        <pc:spChg chg="mod">
          <ac:chgData name="翟 锐" userId="fef11181f709266a" providerId="LiveId" clId="{727D35D6-B4E6-4AF0-8F74-99EBC6E1954B}" dt="2020-09-06T05:16:36.303" v="1537"/>
          <ac:spMkLst>
            <pc:docMk/>
            <pc:sldMk cId="4047933167" sldId="569"/>
            <ac:spMk id="2" creationId="{1A343DEC-CFF6-41F5-B87C-0DFC08C67B76}"/>
          </ac:spMkLst>
        </pc:spChg>
        <pc:spChg chg="mod">
          <ac:chgData name="翟 锐" userId="fef11181f709266a" providerId="LiveId" clId="{727D35D6-B4E6-4AF0-8F74-99EBC6E1954B}" dt="2020-09-06T05:17:00.813" v="1607"/>
          <ac:spMkLst>
            <pc:docMk/>
            <pc:sldMk cId="4047933167" sldId="569"/>
            <ac:spMk id="35" creationId="{00000000-0000-0000-0000-000000000000}"/>
          </ac:spMkLst>
        </pc:spChg>
        <pc:picChg chg="mod">
          <ac:chgData name="翟 锐" userId="fef11181f709266a" providerId="LiveId" clId="{727D35D6-B4E6-4AF0-8F74-99EBC6E1954B}" dt="2020-09-06T05:20:31.850" v="1759" actId="1076"/>
          <ac:picMkLst>
            <pc:docMk/>
            <pc:sldMk cId="4047933167" sldId="569"/>
            <ac:picMk id="6" creationId="{1E7935DF-D7B7-4F76-A56E-2E87D67F1A2D}"/>
          </ac:picMkLst>
        </pc:picChg>
      </pc:sldChg>
      <pc:sldChg chg="modSp ord modAnim">
        <pc:chgData name="翟 锐" userId="fef11181f709266a" providerId="LiveId" clId="{727D35D6-B4E6-4AF0-8F74-99EBC6E1954B}" dt="2020-09-06T05:17:07.781" v="1608"/>
        <pc:sldMkLst>
          <pc:docMk/>
          <pc:sldMk cId="1248462053" sldId="570"/>
        </pc:sldMkLst>
        <pc:spChg chg="mod">
          <ac:chgData name="翟 锐" userId="fef11181f709266a" providerId="LiveId" clId="{727D35D6-B4E6-4AF0-8F74-99EBC6E1954B}" dt="2020-09-06T05:17:07.781" v="1608"/>
          <ac:spMkLst>
            <pc:docMk/>
            <pc:sldMk cId="1248462053" sldId="570"/>
            <ac:spMk id="35" creationId="{00000000-0000-0000-0000-000000000000}"/>
          </ac:spMkLst>
        </pc:spChg>
      </pc:sldChg>
      <pc:sldChg chg="modSp add del">
        <pc:chgData name="翟 锐" userId="fef11181f709266a" providerId="LiveId" clId="{727D35D6-B4E6-4AF0-8F74-99EBC6E1954B}" dt="2020-09-24T13:45:00.488" v="3981" actId="2696"/>
        <pc:sldMkLst>
          <pc:docMk/>
          <pc:sldMk cId="1183802789" sldId="571"/>
        </pc:sldMkLst>
        <pc:spChg chg="mod">
          <ac:chgData name="翟 锐" userId="fef11181f709266a" providerId="LiveId" clId="{727D35D6-B4E6-4AF0-8F74-99EBC6E1954B}" dt="2020-09-05T16:43:47.396" v="1422"/>
          <ac:spMkLst>
            <pc:docMk/>
            <pc:sldMk cId="1183802789" sldId="571"/>
            <ac:spMk id="35" creationId="{00000000-0000-0000-0000-000000000000}"/>
          </ac:spMkLst>
        </pc:spChg>
      </pc:sldChg>
      <pc:sldChg chg="add ord">
        <pc:chgData name="翟 锐" userId="fef11181f709266a" providerId="LiveId" clId="{727D35D6-B4E6-4AF0-8F74-99EBC6E1954B}" dt="2020-09-24T13:45:44.065" v="3984"/>
        <pc:sldMkLst>
          <pc:docMk/>
          <pc:sldMk cId="3236092290" sldId="571"/>
        </pc:sldMkLst>
      </pc:sldChg>
      <pc:sldChg chg="modSp del mod ord">
        <pc:chgData name="翟 锐" userId="fef11181f709266a" providerId="LiveId" clId="{727D35D6-B4E6-4AF0-8F74-99EBC6E1954B}" dt="2020-09-05T16:42:53.448" v="1401" actId="2696"/>
        <pc:sldMkLst>
          <pc:docMk/>
          <pc:sldMk cId="4135861373" sldId="571"/>
        </pc:sldMkLst>
        <pc:picChg chg="mod">
          <ac:chgData name="翟 锐" userId="fef11181f709266a" providerId="LiveId" clId="{727D35D6-B4E6-4AF0-8F74-99EBC6E1954B}" dt="2020-09-05T16:26:59.492" v="1292" actId="1076"/>
          <ac:picMkLst>
            <pc:docMk/>
            <pc:sldMk cId="4135861373" sldId="571"/>
            <ac:picMk id="4" creationId="{05F69294-5C7E-47CA-AF72-F2B1779893E8}"/>
          </ac:picMkLst>
        </pc:picChg>
      </pc:sldChg>
      <pc:sldChg chg="modSp ord">
        <pc:chgData name="翟 锐" userId="fef11181f709266a" providerId="LiveId" clId="{727D35D6-B4E6-4AF0-8F74-99EBC6E1954B}" dt="2020-09-06T05:17:11.810" v="1609"/>
        <pc:sldMkLst>
          <pc:docMk/>
          <pc:sldMk cId="1120019373" sldId="572"/>
        </pc:sldMkLst>
        <pc:spChg chg="mod">
          <ac:chgData name="翟 锐" userId="fef11181f709266a" providerId="LiveId" clId="{727D35D6-B4E6-4AF0-8F74-99EBC6E1954B}" dt="2020-09-06T05:17:11.810" v="1609"/>
          <ac:spMkLst>
            <pc:docMk/>
            <pc:sldMk cId="1120019373" sldId="572"/>
            <ac:spMk id="35" creationId="{00000000-0000-0000-0000-000000000000}"/>
          </ac:spMkLst>
        </pc:spChg>
      </pc:sldChg>
      <pc:sldChg chg="modSp add">
        <pc:chgData name="翟 锐" userId="fef11181f709266a" providerId="LiveId" clId="{727D35D6-B4E6-4AF0-8F74-99EBC6E1954B}" dt="2020-09-24T13:37:36.152" v="3903" actId="20577"/>
        <pc:sldMkLst>
          <pc:docMk/>
          <pc:sldMk cId="743746202" sldId="573"/>
        </pc:sldMkLst>
        <pc:spChg chg="mod">
          <ac:chgData name="翟 锐" userId="fef11181f709266a" providerId="LiveId" clId="{727D35D6-B4E6-4AF0-8F74-99EBC6E1954B}" dt="2020-09-24T13:37:36.152" v="3903" actId="20577"/>
          <ac:spMkLst>
            <pc:docMk/>
            <pc:sldMk cId="743746202" sldId="573"/>
            <ac:spMk id="35" creationId="{00000000-0000-0000-0000-000000000000}"/>
          </ac:spMkLst>
        </pc:spChg>
      </pc:sldChg>
      <pc:sldChg chg="del">
        <pc:chgData name="翟 锐" userId="fef11181f709266a" providerId="LiveId" clId="{727D35D6-B4E6-4AF0-8F74-99EBC6E1954B}" dt="2020-09-05T16:44:41.315" v="1461" actId="2696"/>
        <pc:sldMkLst>
          <pc:docMk/>
          <pc:sldMk cId="757202342" sldId="573"/>
        </pc:sldMkLst>
      </pc:sldChg>
      <pc:sldChg chg="add del">
        <pc:chgData name="翟 锐" userId="fef11181f709266a" providerId="LiveId" clId="{727D35D6-B4E6-4AF0-8F74-99EBC6E1954B}" dt="2020-09-06T05:18:15.069" v="1637" actId="2696"/>
        <pc:sldMkLst>
          <pc:docMk/>
          <pc:sldMk cId="1679827655" sldId="573"/>
        </pc:sldMkLst>
      </pc:sldChg>
      <pc:sldChg chg="add del">
        <pc:chgData name="翟 锐" userId="fef11181f709266a" providerId="LiveId" clId="{727D35D6-B4E6-4AF0-8F74-99EBC6E1954B}" dt="2020-09-24T13:34:47.866" v="3825" actId="2696"/>
        <pc:sldMkLst>
          <pc:docMk/>
          <pc:sldMk cId="2580293751" sldId="573"/>
        </pc:sldMkLst>
      </pc:sldChg>
      <pc:sldChg chg="add del">
        <pc:chgData name="翟 锐" userId="fef11181f709266a" providerId="LiveId" clId="{727D35D6-B4E6-4AF0-8F74-99EBC6E1954B}" dt="2020-09-24T13:36:29.179" v="3851" actId="2696"/>
        <pc:sldMkLst>
          <pc:docMk/>
          <pc:sldMk cId="3666979464" sldId="573"/>
        </pc:sldMkLst>
      </pc:sldChg>
      <pc:sldChg chg="modSp add modAnim">
        <pc:chgData name="翟 锐" userId="fef11181f709266a" providerId="LiveId" clId="{727D35D6-B4E6-4AF0-8F74-99EBC6E1954B}" dt="2020-09-24T13:28:20.584" v="3755"/>
        <pc:sldMkLst>
          <pc:docMk/>
          <pc:sldMk cId="620485273" sldId="574"/>
        </pc:sldMkLst>
        <pc:spChg chg="mod">
          <ac:chgData name="翟 锐" userId="fef11181f709266a" providerId="LiveId" clId="{727D35D6-B4E6-4AF0-8F74-99EBC6E1954B}" dt="2020-09-24T13:28:20.584" v="3755"/>
          <ac:spMkLst>
            <pc:docMk/>
            <pc:sldMk cId="620485273" sldId="574"/>
            <ac:spMk id="35" creationId="{00000000-0000-0000-0000-000000000000}"/>
          </ac:spMkLst>
        </pc:spChg>
      </pc:sldChg>
      <pc:sldChg chg="addSp delSp modSp add del mod addAnim delAnim modAnim">
        <pc:chgData name="翟 锐" userId="fef11181f709266a" providerId="LiveId" clId="{727D35D6-B4E6-4AF0-8F74-99EBC6E1954B}" dt="2020-09-06T05:17:54.152" v="1635" actId="2696"/>
        <pc:sldMkLst>
          <pc:docMk/>
          <pc:sldMk cId="2409571992" sldId="574"/>
        </pc:sldMkLst>
        <pc:spChg chg="add del mod">
          <ac:chgData name="翟 锐" userId="fef11181f709266a" providerId="LiveId" clId="{727D35D6-B4E6-4AF0-8F74-99EBC6E1954B}" dt="2020-09-06T05:17:45.018" v="1634" actId="20577"/>
          <ac:spMkLst>
            <pc:docMk/>
            <pc:sldMk cId="2409571992" sldId="574"/>
            <ac:spMk id="35" creationId="{00000000-0000-0000-0000-000000000000}"/>
          </ac:spMkLst>
        </pc:spChg>
      </pc:sldChg>
      <pc:sldChg chg="add del">
        <pc:chgData name="翟 锐" userId="fef11181f709266a" providerId="LiveId" clId="{727D35D6-B4E6-4AF0-8F74-99EBC6E1954B}" dt="2020-09-05T16:40:33.077" v="1389" actId="2696"/>
        <pc:sldMkLst>
          <pc:docMk/>
          <pc:sldMk cId="2476374595" sldId="574"/>
        </pc:sldMkLst>
      </pc:sldChg>
      <pc:sldChg chg="add del">
        <pc:chgData name="翟 锐" userId="fef11181f709266a" providerId="LiveId" clId="{727D35D6-B4E6-4AF0-8F74-99EBC6E1954B}" dt="2020-09-05T16:39:39.369" v="1385" actId="2696"/>
        <pc:sldMkLst>
          <pc:docMk/>
          <pc:sldMk cId="2834995072" sldId="574"/>
        </pc:sldMkLst>
      </pc:sldChg>
      <pc:sldChg chg="modSp del mod">
        <pc:chgData name="翟 锐" userId="fef11181f709266a" providerId="LiveId" clId="{727D35D6-B4E6-4AF0-8F74-99EBC6E1954B}" dt="2020-09-05T16:39:27.174" v="1383" actId="2696"/>
        <pc:sldMkLst>
          <pc:docMk/>
          <pc:sldMk cId="3813965798" sldId="574"/>
        </pc:sldMkLst>
        <pc:spChg chg="mod">
          <ac:chgData name="翟 锐" userId="fef11181f709266a" providerId="LiveId" clId="{727D35D6-B4E6-4AF0-8F74-99EBC6E1954B}" dt="2020-09-05T16:28:10.707" v="1295" actId="12"/>
          <ac:spMkLst>
            <pc:docMk/>
            <pc:sldMk cId="3813965798" sldId="574"/>
            <ac:spMk id="2" creationId="{1A343DEC-CFF6-41F5-B87C-0DFC08C67B76}"/>
          </ac:spMkLst>
        </pc:spChg>
      </pc:sldChg>
      <pc:sldChg chg="modSp add del modAnim">
        <pc:chgData name="翟 锐" userId="fef11181f709266a" providerId="LiveId" clId="{727D35D6-B4E6-4AF0-8F74-99EBC6E1954B}" dt="2020-09-24T13:27:43.024" v="3729" actId="2696"/>
        <pc:sldMkLst>
          <pc:docMk/>
          <pc:sldMk cId="4182787323" sldId="574"/>
        </pc:sldMkLst>
        <pc:spChg chg="mod">
          <ac:chgData name="翟 锐" userId="fef11181f709266a" providerId="LiveId" clId="{727D35D6-B4E6-4AF0-8F74-99EBC6E1954B}" dt="2020-09-06T05:18:35.395" v="1690"/>
          <ac:spMkLst>
            <pc:docMk/>
            <pc:sldMk cId="4182787323" sldId="574"/>
            <ac:spMk id="35" creationId="{00000000-0000-0000-0000-000000000000}"/>
          </ac:spMkLst>
        </pc:spChg>
      </pc:sldChg>
      <pc:sldChg chg="modSp add del">
        <pc:chgData name="翟 锐" userId="fef11181f709266a" providerId="LiveId" clId="{727D35D6-B4E6-4AF0-8F74-99EBC6E1954B}" dt="2020-09-24T13:27:43.024" v="3729" actId="2696"/>
        <pc:sldMkLst>
          <pc:docMk/>
          <pc:sldMk cId="502649617" sldId="575"/>
        </pc:sldMkLst>
        <pc:spChg chg="mod">
          <ac:chgData name="翟 锐" userId="fef11181f709266a" providerId="LiveId" clId="{727D35D6-B4E6-4AF0-8F74-99EBC6E1954B}" dt="2020-09-06T05:18:41.178" v="1692"/>
          <ac:spMkLst>
            <pc:docMk/>
            <pc:sldMk cId="502649617" sldId="575"/>
            <ac:spMk id="35" creationId="{00000000-0000-0000-0000-000000000000}"/>
          </ac:spMkLst>
        </pc:spChg>
      </pc:sldChg>
      <pc:sldChg chg="add del">
        <pc:chgData name="翟 锐" userId="fef11181f709266a" providerId="LiveId" clId="{727D35D6-B4E6-4AF0-8F74-99EBC6E1954B}" dt="2020-09-06T05:17:54.152" v="1635" actId="2696"/>
        <pc:sldMkLst>
          <pc:docMk/>
          <pc:sldMk cId="821896192" sldId="575"/>
        </pc:sldMkLst>
      </pc:sldChg>
      <pc:sldChg chg="modSp add">
        <pc:chgData name="翟 锐" userId="fef11181f709266a" providerId="LiveId" clId="{727D35D6-B4E6-4AF0-8F74-99EBC6E1954B}" dt="2020-09-24T13:28:26.053" v="3757"/>
        <pc:sldMkLst>
          <pc:docMk/>
          <pc:sldMk cId="1067089501" sldId="575"/>
        </pc:sldMkLst>
        <pc:spChg chg="mod">
          <ac:chgData name="翟 锐" userId="fef11181f709266a" providerId="LiveId" clId="{727D35D6-B4E6-4AF0-8F74-99EBC6E1954B}" dt="2020-09-24T13:28:26.053" v="3757"/>
          <ac:spMkLst>
            <pc:docMk/>
            <pc:sldMk cId="1067089501" sldId="575"/>
            <ac:spMk id="35" creationId="{00000000-0000-0000-0000-000000000000}"/>
          </ac:spMkLst>
        </pc:spChg>
      </pc:sldChg>
      <pc:sldChg chg="add del">
        <pc:chgData name="翟 锐" userId="fef11181f709266a" providerId="LiveId" clId="{727D35D6-B4E6-4AF0-8F74-99EBC6E1954B}" dt="2020-09-05T16:39:39.369" v="1385" actId="2696"/>
        <pc:sldMkLst>
          <pc:docMk/>
          <pc:sldMk cId="1843174693" sldId="575"/>
        </pc:sldMkLst>
      </pc:sldChg>
      <pc:sldChg chg="modSp del mod">
        <pc:chgData name="翟 锐" userId="fef11181f709266a" providerId="LiveId" clId="{727D35D6-B4E6-4AF0-8F74-99EBC6E1954B}" dt="2020-09-05T16:39:27.174" v="1383" actId="2696"/>
        <pc:sldMkLst>
          <pc:docMk/>
          <pc:sldMk cId="2437343248" sldId="575"/>
        </pc:sldMkLst>
        <pc:spChg chg="mod">
          <ac:chgData name="翟 锐" userId="fef11181f709266a" providerId="LiveId" clId="{727D35D6-B4E6-4AF0-8F74-99EBC6E1954B}" dt="2020-09-05T16:28:19.173" v="1298" actId="12"/>
          <ac:spMkLst>
            <pc:docMk/>
            <pc:sldMk cId="2437343248" sldId="575"/>
            <ac:spMk id="2" creationId="{1A343DEC-CFF6-41F5-B87C-0DFC08C67B76}"/>
          </ac:spMkLst>
        </pc:spChg>
      </pc:sldChg>
      <pc:sldChg chg="add del">
        <pc:chgData name="翟 锐" userId="fef11181f709266a" providerId="LiveId" clId="{727D35D6-B4E6-4AF0-8F74-99EBC6E1954B}" dt="2020-09-05T16:40:33.077" v="1389" actId="2696"/>
        <pc:sldMkLst>
          <pc:docMk/>
          <pc:sldMk cId="3574920604" sldId="575"/>
        </pc:sldMkLst>
      </pc:sldChg>
      <pc:sldChg chg="modSp add del">
        <pc:chgData name="翟 锐" userId="fef11181f709266a" providerId="LiveId" clId="{727D35D6-B4E6-4AF0-8F74-99EBC6E1954B}" dt="2020-09-24T13:27:43.024" v="3729" actId="2696"/>
        <pc:sldMkLst>
          <pc:docMk/>
          <pc:sldMk cId="1218141294" sldId="576"/>
        </pc:sldMkLst>
        <pc:spChg chg="mod">
          <ac:chgData name="翟 锐" userId="fef11181f709266a" providerId="LiveId" clId="{727D35D6-B4E6-4AF0-8F74-99EBC6E1954B}" dt="2020-09-06T05:18:44.104" v="1693"/>
          <ac:spMkLst>
            <pc:docMk/>
            <pc:sldMk cId="1218141294" sldId="576"/>
            <ac:spMk id="35" creationId="{00000000-0000-0000-0000-000000000000}"/>
          </ac:spMkLst>
        </pc:spChg>
      </pc:sldChg>
      <pc:sldChg chg="modSp del mod">
        <pc:chgData name="翟 锐" userId="fef11181f709266a" providerId="LiveId" clId="{727D35D6-B4E6-4AF0-8F74-99EBC6E1954B}" dt="2020-09-05T16:39:27.174" v="1383" actId="2696"/>
        <pc:sldMkLst>
          <pc:docMk/>
          <pc:sldMk cId="2216433463" sldId="576"/>
        </pc:sldMkLst>
        <pc:spChg chg="mod">
          <ac:chgData name="翟 锐" userId="fef11181f709266a" providerId="LiveId" clId="{727D35D6-B4E6-4AF0-8F74-99EBC6E1954B}" dt="2020-09-05T16:28:22.766" v="1300" actId="12"/>
          <ac:spMkLst>
            <pc:docMk/>
            <pc:sldMk cId="2216433463" sldId="576"/>
            <ac:spMk id="2" creationId="{1A343DEC-CFF6-41F5-B87C-0DFC08C67B76}"/>
          </ac:spMkLst>
        </pc:spChg>
      </pc:sldChg>
      <pc:sldChg chg="add del">
        <pc:chgData name="翟 锐" userId="fef11181f709266a" providerId="LiveId" clId="{727D35D6-B4E6-4AF0-8F74-99EBC6E1954B}" dt="2020-09-06T05:17:54.152" v="1635" actId="2696"/>
        <pc:sldMkLst>
          <pc:docMk/>
          <pc:sldMk cId="2534175997" sldId="576"/>
        </pc:sldMkLst>
      </pc:sldChg>
      <pc:sldChg chg="modSp add">
        <pc:chgData name="翟 锐" userId="fef11181f709266a" providerId="LiveId" clId="{727D35D6-B4E6-4AF0-8F74-99EBC6E1954B}" dt="2020-09-24T13:28:27.470" v="3758"/>
        <pc:sldMkLst>
          <pc:docMk/>
          <pc:sldMk cId="2636534021" sldId="576"/>
        </pc:sldMkLst>
        <pc:spChg chg="mod">
          <ac:chgData name="翟 锐" userId="fef11181f709266a" providerId="LiveId" clId="{727D35D6-B4E6-4AF0-8F74-99EBC6E1954B}" dt="2020-09-24T13:28:27.470" v="3758"/>
          <ac:spMkLst>
            <pc:docMk/>
            <pc:sldMk cId="2636534021" sldId="576"/>
            <ac:spMk id="35" creationId="{00000000-0000-0000-0000-000000000000}"/>
          </ac:spMkLst>
        </pc:spChg>
      </pc:sldChg>
      <pc:sldChg chg="add del">
        <pc:chgData name="翟 锐" userId="fef11181f709266a" providerId="LiveId" clId="{727D35D6-B4E6-4AF0-8F74-99EBC6E1954B}" dt="2020-09-05T16:39:39.369" v="1385" actId="2696"/>
        <pc:sldMkLst>
          <pc:docMk/>
          <pc:sldMk cId="2893003110" sldId="576"/>
        </pc:sldMkLst>
      </pc:sldChg>
      <pc:sldChg chg="add del">
        <pc:chgData name="翟 锐" userId="fef11181f709266a" providerId="LiveId" clId="{727D35D6-B4E6-4AF0-8F74-99EBC6E1954B}" dt="2020-09-05T16:40:33.077" v="1389" actId="2696"/>
        <pc:sldMkLst>
          <pc:docMk/>
          <pc:sldMk cId="3591004234" sldId="576"/>
        </pc:sldMkLst>
      </pc:sldChg>
      <pc:sldChg chg="add del">
        <pc:chgData name="翟 锐" userId="fef11181f709266a" providerId="LiveId" clId="{727D35D6-B4E6-4AF0-8F74-99EBC6E1954B}" dt="2020-09-05T16:40:33.077" v="1389" actId="2696"/>
        <pc:sldMkLst>
          <pc:docMk/>
          <pc:sldMk cId="1108804641" sldId="577"/>
        </pc:sldMkLst>
      </pc:sldChg>
      <pc:sldChg chg="modSp del mod">
        <pc:chgData name="翟 锐" userId="fef11181f709266a" providerId="LiveId" clId="{727D35D6-B4E6-4AF0-8F74-99EBC6E1954B}" dt="2020-09-05T16:39:27.174" v="1383" actId="2696"/>
        <pc:sldMkLst>
          <pc:docMk/>
          <pc:sldMk cId="1412906642" sldId="577"/>
        </pc:sldMkLst>
        <pc:spChg chg="mod">
          <ac:chgData name="翟 锐" userId="fef11181f709266a" providerId="LiveId" clId="{727D35D6-B4E6-4AF0-8F74-99EBC6E1954B}" dt="2020-09-05T16:28:27.011" v="1302" actId="12"/>
          <ac:spMkLst>
            <pc:docMk/>
            <pc:sldMk cId="1412906642" sldId="577"/>
            <ac:spMk id="2" creationId="{1A343DEC-CFF6-41F5-B87C-0DFC08C67B76}"/>
          </ac:spMkLst>
        </pc:spChg>
      </pc:sldChg>
      <pc:sldChg chg="modSp add">
        <pc:chgData name="翟 锐" userId="fef11181f709266a" providerId="LiveId" clId="{727D35D6-B4E6-4AF0-8F74-99EBC6E1954B}" dt="2020-09-24T13:28:28.866" v="3759"/>
        <pc:sldMkLst>
          <pc:docMk/>
          <pc:sldMk cId="1554101574" sldId="577"/>
        </pc:sldMkLst>
        <pc:spChg chg="mod">
          <ac:chgData name="翟 锐" userId="fef11181f709266a" providerId="LiveId" clId="{727D35D6-B4E6-4AF0-8F74-99EBC6E1954B}" dt="2020-09-24T13:28:28.866" v="3759"/>
          <ac:spMkLst>
            <pc:docMk/>
            <pc:sldMk cId="1554101574" sldId="577"/>
            <ac:spMk id="35" creationId="{00000000-0000-0000-0000-000000000000}"/>
          </ac:spMkLst>
        </pc:spChg>
      </pc:sldChg>
      <pc:sldChg chg="add del">
        <pc:chgData name="翟 锐" userId="fef11181f709266a" providerId="LiveId" clId="{727D35D6-B4E6-4AF0-8F74-99EBC6E1954B}" dt="2020-09-05T16:39:39.369" v="1385" actId="2696"/>
        <pc:sldMkLst>
          <pc:docMk/>
          <pc:sldMk cId="2835892315" sldId="577"/>
        </pc:sldMkLst>
      </pc:sldChg>
      <pc:sldChg chg="add del">
        <pc:chgData name="翟 锐" userId="fef11181f709266a" providerId="LiveId" clId="{727D35D6-B4E6-4AF0-8F74-99EBC6E1954B}" dt="2020-09-06T05:17:54.152" v="1635" actId="2696"/>
        <pc:sldMkLst>
          <pc:docMk/>
          <pc:sldMk cId="2875469035" sldId="577"/>
        </pc:sldMkLst>
      </pc:sldChg>
      <pc:sldChg chg="modSp add del">
        <pc:chgData name="翟 锐" userId="fef11181f709266a" providerId="LiveId" clId="{727D35D6-B4E6-4AF0-8F74-99EBC6E1954B}" dt="2020-09-24T13:27:43.024" v="3729" actId="2696"/>
        <pc:sldMkLst>
          <pc:docMk/>
          <pc:sldMk cId="3781538199" sldId="577"/>
        </pc:sldMkLst>
        <pc:spChg chg="mod">
          <ac:chgData name="翟 锐" userId="fef11181f709266a" providerId="LiveId" clId="{727D35D6-B4E6-4AF0-8F74-99EBC6E1954B}" dt="2020-09-06T05:18:45.993" v="1694"/>
          <ac:spMkLst>
            <pc:docMk/>
            <pc:sldMk cId="3781538199" sldId="577"/>
            <ac:spMk id="35" creationId="{00000000-0000-0000-0000-000000000000}"/>
          </ac:spMkLst>
        </pc:spChg>
      </pc:sldChg>
      <pc:sldChg chg="modSp add del">
        <pc:chgData name="翟 锐" userId="fef11181f709266a" providerId="LiveId" clId="{727D35D6-B4E6-4AF0-8F74-99EBC6E1954B}" dt="2020-09-24T13:27:43.024" v="3729" actId="2696"/>
        <pc:sldMkLst>
          <pc:docMk/>
          <pc:sldMk cId="505177542" sldId="578"/>
        </pc:sldMkLst>
        <pc:spChg chg="mod">
          <ac:chgData name="翟 锐" userId="fef11181f709266a" providerId="LiveId" clId="{727D35D6-B4E6-4AF0-8F74-99EBC6E1954B}" dt="2020-09-06T05:18:47.816" v="1695"/>
          <ac:spMkLst>
            <pc:docMk/>
            <pc:sldMk cId="505177542" sldId="578"/>
            <ac:spMk id="35" creationId="{00000000-0000-0000-0000-000000000000}"/>
          </ac:spMkLst>
        </pc:spChg>
      </pc:sldChg>
      <pc:sldChg chg="add del">
        <pc:chgData name="翟 锐" userId="fef11181f709266a" providerId="LiveId" clId="{727D35D6-B4E6-4AF0-8F74-99EBC6E1954B}" dt="2020-09-06T05:17:54.152" v="1635" actId="2696"/>
        <pc:sldMkLst>
          <pc:docMk/>
          <pc:sldMk cId="1656038659" sldId="578"/>
        </pc:sldMkLst>
      </pc:sldChg>
      <pc:sldChg chg="modSp del mod">
        <pc:chgData name="翟 锐" userId="fef11181f709266a" providerId="LiveId" clId="{727D35D6-B4E6-4AF0-8F74-99EBC6E1954B}" dt="2020-09-05T16:39:27.174" v="1383" actId="2696"/>
        <pc:sldMkLst>
          <pc:docMk/>
          <pc:sldMk cId="1727444032" sldId="578"/>
        </pc:sldMkLst>
        <pc:spChg chg="mod">
          <ac:chgData name="翟 锐" userId="fef11181f709266a" providerId="LiveId" clId="{727D35D6-B4E6-4AF0-8F74-99EBC6E1954B}" dt="2020-09-05T16:28:30.874" v="1304" actId="12"/>
          <ac:spMkLst>
            <pc:docMk/>
            <pc:sldMk cId="1727444032" sldId="578"/>
            <ac:spMk id="2" creationId="{1A343DEC-CFF6-41F5-B87C-0DFC08C67B76}"/>
          </ac:spMkLst>
        </pc:spChg>
      </pc:sldChg>
      <pc:sldChg chg="add del">
        <pc:chgData name="翟 锐" userId="fef11181f709266a" providerId="LiveId" clId="{727D35D6-B4E6-4AF0-8F74-99EBC6E1954B}" dt="2020-09-05T16:40:33.077" v="1389" actId="2696"/>
        <pc:sldMkLst>
          <pc:docMk/>
          <pc:sldMk cId="2893419762" sldId="578"/>
        </pc:sldMkLst>
      </pc:sldChg>
      <pc:sldChg chg="modSp add">
        <pc:chgData name="翟 锐" userId="fef11181f709266a" providerId="LiveId" clId="{727D35D6-B4E6-4AF0-8F74-99EBC6E1954B}" dt="2020-09-24T13:28:30.327" v="3760"/>
        <pc:sldMkLst>
          <pc:docMk/>
          <pc:sldMk cId="3422299790" sldId="578"/>
        </pc:sldMkLst>
        <pc:spChg chg="mod">
          <ac:chgData name="翟 锐" userId="fef11181f709266a" providerId="LiveId" clId="{727D35D6-B4E6-4AF0-8F74-99EBC6E1954B}" dt="2020-09-24T13:28:30.327" v="3760"/>
          <ac:spMkLst>
            <pc:docMk/>
            <pc:sldMk cId="3422299790" sldId="578"/>
            <ac:spMk id="35" creationId="{00000000-0000-0000-0000-000000000000}"/>
          </ac:spMkLst>
        </pc:spChg>
      </pc:sldChg>
      <pc:sldChg chg="add del">
        <pc:chgData name="翟 锐" userId="fef11181f709266a" providerId="LiveId" clId="{727D35D6-B4E6-4AF0-8F74-99EBC6E1954B}" dt="2020-09-05T16:39:39.369" v="1385" actId="2696"/>
        <pc:sldMkLst>
          <pc:docMk/>
          <pc:sldMk cId="4251655058" sldId="578"/>
        </pc:sldMkLst>
      </pc:sldChg>
      <pc:sldChg chg="modSp add del">
        <pc:chgData name="翟 锐" userId="fef11181f709266a" providerId="LiveId" clId="{727D35D6-B4E6-4AF0-8F74-99EBC6E1954B}" dt="2020-09-24T13:27:43.024" v="3729" actId="2696"/>
        <pc:sldMkLst>
          <pc:docMk/>
          <pc:sldMk cId="1527811131" sldId="579"/>
        </pc:sldMkLst>
        <pc:spChg chg="mod">
          <ac:chgData name="翟 锐" userId="fef11181f709266a" providerId="LiveId" clId="{727D35D6-B4E6-4AF0-8F74-99EBC6E1954B}" dt="2020-09-06T05:18:39.288" v="1691"/>
          <ac:spMkLst>
            <pc:docMk/>
            <pc:sldMk cId="1527811131" sldId="579"/>
            <ac:spMk id="35" creationId="{00000000-0000-0000-0000-000000000000}"/>
          </ac:spMkLst>
        </pc:spChg>
      </pc:sldChg>
      <pc:sldChg chg="add del">
        <pc:chgData name="翟 锐" userId="fef11181f709266a" providerId="LiveId" clId="{727D35D6-B4E6-4AF0-8F74-99EBC6E1954B}" dt="2020-09-05T16:40:33.077" v="1389" actId="2696"/>
        <pc:sldMkLst>
          <pc:docMk/>
          <pc:sldMk cId="1938557577" sldId="579"/>
        </pc:sldMkLst>
      </pc:sldChg>
      <pc:sldChg chg="modSp add">
        <pc:chgData name="翟 锐" userId="fef11181f709266a" providerId="LiveId" clId="{727D35D6-B4E6-4AF0-8F74-99EBC6E1954B}" dt="2020-09-24T13:28:24.344" v="3756"/>
        <pc:sldMkLst>
          <pc:docMk/>
          <pc:sldMk cId="2625504127" sldId="579"/>
        </pc:sldMkLst>
        <pc:spChg chg="mod">
          <ac:chgData name="翟 锐" userId="fef11181f709266a" providerId="LiveId" clId="{727D35D6-B4E6-4AF0-8F74-99EBC6E1954B}" dt="2020-09-24T13:28:24.344" v="3756"/>
          <ac:spMkLst>
            <pc:docMk/>
            <pc:sldMk cId="2625504127" sldId="579"/>
            <ac:spMk id="35" creationId="{00000000-0000-0000-0000-000000000000}"/>
          </ac:spMkLst>
        </pc:spChg>
      </pc:sldChg>
      <pc:sldChg chg="add del">
        <pc:chgData name="翟 锐" userId="fef11181f709266a" providerId="LiveId" clId="{727D35D6-B4E6-4AF0-8F74-99EBC6E1954B}" dt="2020-09-06T05:17:54.152" v="1635" actId="2696"/>
        <pc:sldMkLst>
          <pc:docMk/>
          <pc:sldMk cId="2927550175" sldId="579"/>
        </pc:sldMkLst>
      </pc:sldChg>
      <pc:sldChg chg="modSp del mod">
        <pc:chgData name="翟 锐" userId="fef11181f709266a" providerId="LiveId" clId="{727D35D6-B4E6-4AF0-8F74-99EBC6E1954B}" dt="2020-09-05T16:39:27.174" v="1383" actId="2696"/>
        <pc:sldMkLst>
          <pc:docMk/>
          <pc:sldMk cId="3171092185" sldId="579"/>
        </pc:sldMkLst>
        <pc:spChg chg="mod">
          <ac:chgData name="翟 锐" userId="fef11181f709266a" providerId="LiveId" clId="{727D35D6-B4E6-4AF0-8F74-99EBC6E1954B}" dt="2020-09-05T16:28:14.636" v="1296" actId="12"/>
          <ac:spMkLst>
            <pc:docMk/>
            <pc:sldMk cId="3171092185" sldId="579"/>
            <ac:spMk id="2" creationId="{1A343DEC-CFF6-41F5-B87C-0DFC08C67B76}"/>
          </ac:spMkLst>
        </pc:spChg>
      </pc:sldChg>
      <pc:sldChg chg="add del">
        <pc:chgData name="翟 锐" userId="fef11181f709266a" providerId="LiveId" clId="{727D35D6-B4E6-4AF0-8F74-99EBC6E1954B}" dt="2020-09-05T16:39:39.369" v="1385" actId="2696"/>
        <pc:sldMkLst>
          <pc:docMk/>
          <pc:sldMk cId="3754728407" sldId="579"/>
        </pc:sldMkLst>
      </pc:sldChg>
      <pc:sldChg chg="add del">
        <pc:chgData name="翟 锐" userId="fef11181f709266a" providerId="LiveId" clId="{727D35D6-B4E6-4AF0-8F74-99EBC6E1954B}" dt="2020-09-24T13:34:47.866" v="3825" actId="2696"/>
        <pc:sldMkLst>
          <pc:docMk/>
          <pc:sldMk cId="47608815" sldId="580"/>
        </pc:sldMkLst>
      </pc:sldChg>
      <pc:sldChg chg="del">
        <pc:chgData name="翟 锐" userId="fef11181f709266a" providerId="LiveId" clId="{727D35D6-B4E6-4AF0-8F74-99EBC6E1954B}" dt="2020-09-05T16:44:41.315" v="1461" actId="2696"/>
        <pc:sldMkLst>
          <pc:docMk/>
          <pc:sldMk cId="779357039" sldId="580"/>
        </pc:sldMkLst>
      </pc:sldChg>
      <pc:sldChg chg="add del ord">
        <pc:chgData name="翟 锐" userId="fef11181f709266a" providerId="LiveId" clId="{727D35D6-B4E6-4AF0-8F74-99EBC6E1954B}" dt="2020-09-06T05:21:12.950" v="1824" actId="2696"/>
        <pc:sldMkLst>
          <pc:docMk/>
          <pc:sldMk cId="892188647" sldId="580"/>
        </pc:sldMkLst>
      </pc:sldChg>
      <pc:sldChg chg="add del">
        <pc:chgData name="翟 锐" userId="fef11181f709266a" providerId="LiveId" clId="{727D35D6-B4E6-4AF0-8F74-99EBC6E1954B}" dt="2020-09-24T13:36:29.179" v="3851" actId="2696"/>
        <pc:sldMkLst>
          <pc:docMk/>
          <pc:sldMk cId="2038185028" sldId="580"/>
        </pc:sldMkLst>
      </pc:sldChg>
      <pc:sldChg chg="modSp add">
        <pc:chgData name="翟 锐" userId="fef11181f709266a" providerId="LiveId" clId="{727D35D6-B4E6-4AF0-8F74-99EBC6E1954B}" dt="2020-09-24T13:37:19.168" v="3874"/>
        <pc:sldMkLst>
          <pc:docMk/>
          <pc:sldMk cId="2070724557" sldId="580"/>
        </pc:sldMkLst>
        <pc:spChg chg="mod">
          <ac:chgData name="翟 锐" userId="fef11181f709266a" providerId="LiveId" clId="{727D35D6-B4E6-4AF0-8F74-99EBC6E1954B}" dt="2020-09-24T13:37:19.168" v="3874"/>
          <ac:spMkLst>
            <pc:docMk/>
            <pc:sldMk cId="2070724557" sldId="580"/>
            <ac:spMk id="35" creationId="{00000000-0000-0000-0000-000000000000}"/>
          </ac:spMkLst>
        </pc:spChg>
      </pc:sldChg>
      <pc:sldChg chg="modSp mod">
        <pc:chgData name="翟 锐" userId="fef11181f709266a" providerId="LiveId" clId="{727D35D6-B4E6-4AF0-8F74-99EBC6E1954B}" dt="2020-09-05T15:40:13.340" v="1098" actId="12"/>
        <pc:sldMkLst>
          <pc:docMk/>
          <pc:sldMk cId="261589731" sldId="582"/>
        </pc:sldMkLst>
        <pc:spChg chg="mod">
          <ac:chgData name="翟 锐" userId="fef11181f709266a" providerId="LiveId" clId="{727D35D6-B4E6-4AF0-8F74-99EBC6E1954B}" dt="2020-09-05T15:40:13.340" v="1098" actId="12"/>
          <ac:spMkLst>
            <pc:docMk/>
            <pc:sldMk cId="261589731" sldId="582"/>
            <ac:spMk id="2" creationId="{1A343DEC-CFF6-41F5-B87C-0DFC08C67B76}"/>
          </ac:spMkLst>
        </pc:spChg>
      </pc:sldChg>
      <pc:sldChg chg="modSp mod">
        <pc:chgData name="翟 锐" userId="fef11181f709266a" providerId="LiveId" clId="{727D35D6-B4E6-4AF0-8F74-99EBC6E1954B}" dt="2020-09-05T15:39:57.593" v="1096" actId="6549"/>
        <pc:sldMkLst>
          <pc:docMk/>
          <pc:sldMk cId="1594480700" sldId="583"/>
        </pc:sldMkLst>
        <pc:spChg chg="mod">
          <ac:chgData name="翟 锐" userId="fef11181f709266a" providerId="LiveId" clId="{727D35D6-B4E6-4AF0-8F74-99EBC6E1954B}" dt="2020-09-05T15:39:57.593" v="1096" actId="6549"/>
          <ac:spMkLst>
            <pc:docMk/>
            <pc:sldMk cId="1594480700" sldId="583"/>
            <ac:spMk id="2" creationId="{1A343DEC-CFF6-41F5-B87C-0DFC08C67B76}"/>
          </ac:spMkLst>
        </pc:spChg>
      </pc:sldChg>
      <pc:sldChg chg="modSp mod">
        <pc:chgData name="翟 锐" userId="fef11181f709266a" providerId="LiveId" clId="{727D35D6-B4E6-4AF0-8F74-99EBC6E1954B}" dt="2020-09-05T15:40:47.206" v="1101" actId="6549"/>
        <pc:sldMkLst>
          <pc:docMk/>
          <pc:sldMk cId="3771257398" sldId="584"/>
        </pc:sldMkLst>
        <pc:spChg chg="mod">
          <ac:chgData name="翟 锐" userId="fef11181f709266a" providerId="LiveId" clId="{727D35D6-B4E6-4AF0-8F74-99EBC6E1954B}" dt="2020-09-05T15:40:47.206" v="1101" actId="6549"/>
          <ac:spMkLst>
            <pc:docMk/>
            <pc:sldMk cId="3771257398" sldId="584"/>
            <ac:spMk id="2" creationId="{1A343DEC-CFF6-41F5-B87C-0DFC08C67B76}"/>
          </ac:spMkLst>
        </pc:spChg>
      </pc:sldChg>
      <pc:sldChg chg="del">
        <pc:chgData name="翟 锐" userId="fef11181f709266a" providerId="LiveId" clId="{727D35D6-B4E6-4AF0-8F74-99EBC6E1954B}" dt="2020-08-29T08:53:36.199" v="131" actId="47"/>
        <pc:sldMkLst>
          <pc:docMk/>
          <pc:sldMk cId="2817423939" sldId="585"/>
        </pc:sldMkLst>
      </pc:sldChg>
      <pc:sldChg chg="add">
        <pc:chgData name="翟 锐" userId="fef11181f709266a" providerId="LiveId" clId="{727D35D6-B4E6-4AF0-8F74-99EBC6E1954B}" dt="2020-09-24T13:44:03.699" v="3979"/>
        <pc:sldMkLst>
          <pc:docMk/>
          <pc:sldMk cId="370822182" sldId="586"/>
        </pc:sldMkLst>
      </pc:sldChg>
      <pc:sldChg chg="add del">
        <pc:chgData name="翟 锐" userId="fef11181f709266a" providerId="LiveId" clId="{727D35D6-B4E6-4AF0-8F74-99EBC6E1954B}" dt="2020-09-24T13:44:00.105" v="3978" actId="2696"/>
        <pc:sldMkLst>
          <pc:docMk/>
          <pc:sldMk cId="1319636198" sldId="586"/>
        </pc:sldMkLst>
      </pc:sldChg>
      <pc:sldChg chg="add del">
        <pc:chgData name="翟 锐" userId="fef11181f709266a" providerId="LiveId" clId="{727D35D6-B4E6-4AF0-8F74-99EBC6E1954B}" dt="2020-09-24T13:43:10.414" v="3955" actId="2696"/>
        <pc:sldMkLst>
          <pc:docMk/>
          <pc:sldMk cId="2512578461" sldId="586"/>
        </pc:sldMkLst>
      </pc:sldChg>
      <pc:sldChg chg="modSp add del mod ord">
        <pc:chgData name="翟 锐" userId="fef11181f709266a" providerId="LiveId" clId="{727D35D6-B4E6-4AF0-8F74-99EBC6E1954B}" dt="2020-09-24T13:16:43.832" v="3722" actId="2696"/>
        <pc:sldMkLst>
          <pc:docMk/>
          <pc:sldMk cId="2748688468" sldId="586"/>
        </pc:sldMkLst>
        <pc:spChg chg="mod">
          <ac:chgData name="翟 锐" userId="fef11181f709266a" providerId="LiveId" clId="{727D35D6-B4E6-4AF0-8F74-99EBC6E1954B}" dt="2020-09-24T13:16:06.002" v="3712" actId="6549"/>
          <ac:spMkLst>
            <pc:docMk/>
            <pc:sldMk cId="2748688468" sldId="586"/>
            <ac:spMk id="2" creationId="{1A343DEC-CFF6-41F5-B87C-0DFC08C67B76}"/>
          </ac:spMkLst>
        </pc:spChg>
        <pc:spChg chg="mod">
          <ac:chgData name="翟 锐" userId="fef11181f709266a" providerId="LiveId" clId="{727D35D6-B4E6-4AF0-8F74-99EBC6E1954B}" dt="2020-09-05T15:42:12.751" v="1118"/>
          <ac:spMkLst>
            <pc:docMk/>
            <pc:sldMk cId="2748688468" sldId="586"/>
            <ac:spMk id="35" creationId="{00000000-0000-0000-0000-000000000000}"/>
          </ac:spMkLst>
        </pc:spChg>
      </pc:sldChg>
      <pc:sldChg chg="add del">
        <pc:chgData name="翟 锐" userId="fef11181f709266a" providerId="LiveId" clId="{727D35D6-B4E6-4AF0-8F74-99EBC6E1954B}" dt="2020-09-24T13:42:48.626" v="3931" actId="2696"/>
        <pc:sldMkLst>
          <pc:docMk/>
          <pc:sldMk cId="3429049048" sldId="586"/>
        </pc:sldMkLst>
      </pc:sldChg>
      <pc:sldChg chg="add del">
        <pc:chgData name="翟 锐" userId="fef11181f709266a" providerId="LiveId" clId="{727D35D6-B4E6-4AF0-8F74-99EBC6E1954B}" dt="2020-09-24T13:42:42.675" v="3926"/>
        <pc:sldMkLst>
          <pc:docMk/>
          <pc:sldMk cId="4214390472" sldId="586"/>
        </pc:sldMkLst>
      </pc:sldChg>
      <pc:sldChg chg="modSp mod modAnim">
        <pc:chgData name="翟 锐" userId="fef11181f709266a" providerId="LiveId" clId="{727D35D6-B4E6-4AF0-8F74-99EBC6E1954B}" dt="2020-09-24T13:47:43.606" v="3992" actId="12"/>
        <pc:sldMkLst>
          <pc:docMk/>
          <pc:sldMk cId="661421327" sldId="592"/>
        </pc:sldMkLst>
        <pc:spChg chg="mod">
          <ac:chgData name="翟 锐" userId="fef11181f709266a" providerId="LiveId" clId="{727D35D6-B4E6-4AF0-8F74-99EBC6E1954B}" dt="2020-09-24T13:47:43.606" v="3992" actId="12"/>
          <ac:spMkLst>
            <pc:docMk/>
            <pc:sldMk cId="661421327" sldId="592"/>
            <ac:spMk id="2" creationId="{1A343DEC-CFF6-41F5-B87C-0DFC08C67B76}"/>
          </ac:spMkLst>
        </pc:spChg>
        <pc:spChg chg="mod">
          <ac:chgData name="翟 锐" userId="fef11181f709266a" providerId="LiveId" clId="{727D35D6-B4E6-4AF0-8F74-99EBC6E1954B}" dt="2020-09-05T16:48:05.628" v="1469" actId="20577"/>
          <ac:spMkLst>
            <pc:docMk/>
            <pc:sldMk cId="661421327" sldId="592"/>
            <ac:spMk id="35" creationId="{00000000-0000-0000-0000-000000000000}"/>
          </ac:spMkLst>
        </pc:spChg>
      </pc:sldChg>
      <pc:sldChg chg="del">
        <pc:chgData name="翟 锐" userId="fef11181f709266a" providerId="LiveId" clId="{727D35D6-B4E6-4AF0-8F74-99EBC6E1954B}" dt="2020-09-05T16:22:49.787" v="1199" actId="2696"/>
        <pc:sldMkLst>
          <pc:docMk/>
          <pc:sldMk cId="1318928078" sldId="597"/>
        </pc:sldMkLst>
      </pc:sldChg>
      <pc:sldChg chg="add del">
        <pc:chgData name="翟 锐" userId="fef11181f709266a" providerId="LiveId" clId="{727D35D6-B4E6-4AF0-8F74-99EBC6E1954B}" dt="2020-09-05T16:30:36.232" v="1318" actId="47"/>
        <pc:sldMkLst>
          <pc:docMk/>
          <pc:sldMk cId="1658159981" sldId="597"/>
        </pc:sldMkLst>
      </pc:sldChg>
      <pc:sldChg chg="add del">
        <pc:chgData name="翟 锐" userId="fef11181f709266a" providerId="LiveId" clId="{727D35D6-B4E6-4AF0-8F74-99EBC6E1954B}" dt="2020-09-05T16:22:58.852" v="1201"/>
        <pc:sldMkLst>
          <pc:docMk/>
          <pc:sldMk cId="3289305581" sldId="597"/>
        </pc:sldMkLst>
      </pc:sldChg>
      <pc:sldChg chg="modSp add mod ord modAnim">
        <pc:chgData name="翟 锐" userId="fef11181f709266a" providerId="LiveId" clId="{727D35D6-B4E6-4AF0-8F74-99EBC6E1954B}" dt="2020-09-05T16:33:34.078" v="1363"/>
        <pc:sldMkLst>
          <pc:docMk/>
          <pc:sldMk cId="3502602879" sldId="598"/>
        </pc:sldMkLst>
        <pc:spChg chg="mod">
          <ac:chgData name="翟 锐" userId="fef11181f709266a" providerId="LiveId" clId="{727D35D6-B4E6-4AF0-8F74-99EBC6E1954B}" dt="2020-09-05T16:24:59.782" v="1273" actId="6549"/>
          <ac:spMkLst>
            <pc:docMk/>
            <pc:sldMk cId="3502602879" sldId="598"/>
            <ac:spMk id="2" creationId="{1A343DEC-CFF6-41F5-B87C-0DFC08C67B76}"/>
          </ac:spMkLst>
        </pc:spChg>
        <pc:spChg chg="mod">
          <ac:chgData name="翟 锐" userId="fef11181f709266a" providerId="LiveId" clId="{727D35D6-B4E6-4AF0-8F74-99EBC6E1954B}" dt="2020-09-05T16:33:34.078" v="1363"/>
          <ac:spMkLst>
            <pc:docMk/>
            <pc:sldMk cId="3502602879" sldId="598"/>
            <ac:spMk id="35" creationId="{00000000-0000-0000-0000-000000000000}"/>
          </ac:spMkLst>
        </pc:spChg>
      </pc:sldChg>
      <pc:sldChg chg="add del">
        <pc:chgData name="翟 锐" userId="fef11181f709266a" providerId="LiveId" clId="{727D35D6-B4E6-4AF0-8F74-99EBC6E1954B}" dt="2020-09-05T16:22:49.787" v="1199" actId="2696"/>
        <pc:sldMkLst>
          <pc:docMk/>
          <pc:sldMk cId="3981761768" sldId="598"/>
        </pc:sldMkLst>
      </pc:sldChg>
      <pc:sldChg chg="add del">
        <pc:chgData name="翟 锐" userId="fef11181f709266a" providerId="LiveId" clId="{727D35D6-B4E6-4AF0-8F74-99EBC6E1954B}" dt="2020-09-05T16:22:58.852" v="1201"/>
        <pc:sldMkLst>
          <pc:docMk/>
          <pc:sldMk cId="4055131064" sldId="598"/>
        </pc:sldMkLst>
      </pc:sldChg>
      <pc:sldChg chg="modSp add del mod ord">
        <pc:chgData name="翟 锐" userId="fef11181f709266a" providerId="LiveId" clId="{727D35D6-B4E6-4AF0-8F74-99EBC6E1954B}" dt="2020-09-24T10:23:46.824" v="3530" actId="47"/>
        <pc:sldMkLst>
          <pc:docMk/>
          <pc:sldMk cId="515395942" sldId="599"/>
        </pc:sldMkLst>
        <pc:spChg chg="mod">
          <ac:chgData name="翟 锐" userId="fef11181f709266a" providerId="LiveId" clId="{727D35D6-B4E6-4AF0-8F74-99EBC6E1954B}" dt="2020-09-24T10:23:20.492" v="3529" actId="6549"/>
          <ac:spMkLst>
            <pc:docMk/>
            <pc:sldMk cId="515395942" sldId="599"/>
            <ac:spMk id="2" creationId="{1A343DEC-CFF6-41F5-B87C-0DFC08C67B76}"/>
          </ac:spMkLst>
        </pc:spChg>
        <pc:spChg chg="mod">
          <ac:chgData name="翟 锐" userId="fef11181f709266a" providerId="LiveId" clId="{727D35D6-B4E6-4AF0-8F74-99EBC6E1954B}" dt="2020-09-05T16:30:51.367" v="1332"/>
          <ac:spMkLst>
            <pc:docMk/>
            <pc:sldMk cId="515395942" sldId="599"/>
            <ac:spMk id="35" creationId="{00000000-0000-0000-0000-000000000000}"/>
          </ac:spMkLst>
        </pc:spChg>
      </pc:sldChg>
      <pc:sldChg chg="add del">
        <pc:chgData name="翟 锐" userId="fef11181f709266a" providerId="LiveId" clId="{727D35D6-B4E6-4AF0-8F74-99EBC6E1954B}" dt="2020-09-05T16:22:49.787" v="1199" actId="2696"/>
        <pc:sldMkLst>
          <pc:docMk/>
          <pc:sldMk cId="1329126494" sldId="599"/>
        </pc:sldMkLst>
      </pc:sldChg>
      <pc:sldChg chg="add del">
        <pc:chgData name="翟 锐" userId="fef11181f709266a" providerId="LiveId" clId="{727D35D6-B4E6-4AF0-8F74-99EBC6E1954B}" dt="2020-09-05T16:22:58.852" v="1201"/>
        <pc:sldMkLst>
          <pc:docMk/>
          <pc:sldMk cId="2450573312" sldId="599"/>
        </pc:sldMkLst>
      </pc:sldChg>
      <pc:sldChg chg="add del">
        <pc:chgData name="翟 锐" userId="fef11181f709266a" providerId="LiveId" clId="{727D35D6-B4E6-4AF0-8F74-99EBC6E1954B}" dt="2020-09-05T16:22:58.852" v="1201"/>
        <pc:sldMkLst>
          <pc:docMk/>
          <pc:sldMk cId="1618176838" sldId="600"/>
        </pc:sldMkLst>
      </pc:sldChg>
      <pc:sldChg chg="modSp add ord modAnim modNotesTx">
        <pc:chgData name="翟 锐" userId="fef11181f709266a" providerId="LiveId" clId="{727D35D6-B4E6-4AF0-8F74-99EBC6E1954B}" dt="2020-09-24T13:37:48.091" v="3905"/>
        <pc:sldMkLst>
          <pc:docMk/>
          <pc:sldMk cId="1624425854" sldId="600"/>
        </pc:sldMkLst>
        <pc:spChg chg="mod">
          <ac:chgData name="翟 锐" userId="fef11181f709266a" providerId="LiveId" clId="{727D35D6-B4E6-4AF0-8F74-99EBC6E1954B}" dt="2020-09-24T10:22:37.315" v="3518"/>
          <ac:spMkLst>
            <pc:docMk/>
            <pc:sldMk cId="1624425854" sldId="600"/>
            <ac:spMk id="35" creationId="{00000000-0000-0000-0000-000000000000}"/>
          </ac:spMkLst>
        </pc:spChg>
      </pc:sldChg>
      <pc:sldChg chg="add del">
        <pc:chgData name="翟 锐" userId="fef11181f709266a" providerId="LiveId" clId="{727D35D6-B4E6-4AF0-8F74-99EBC6E1954B}" dt="2020-09-05T16:22:49.787" v="1199" actId="2696"/>
        <pc:sldMkLst>
          <pc:docMk/>
          <pc:sldMk cId="1744918970" sldId="600"/>
        </pc:sldMkLst>
      </pc:sldChg>
      <pc:sldChg chg="modSp add del mod ord">
        <pc:chgData name="翟 锐" userId="fef11181f709266a" providerId="LiveId" clId="{727D35D6-B4E6-4AF0-8F74-99EBC6E1954B}" dt="2020-09-05T16:40:59.892" v="1391" actId="2696"/>
        <pc:sldMkLst>
          <pc:docMk/>
          <pc:sldMk cId="3103103898" sldId="600"/>
        </pc:sldMkLst>
        <pc:spChg chg="mod">
          <ac:chgData name="翟 锐" userId="fef11181f709266a" providerId="LiveId" clId="{727D35D6-B4E6-4AF0-8F74-99EBC6E1954B}" dt="2020-09-05T16:33:06.367" v="1356"/>
          <ac:spMkLst>
            <pc:docMk/>
            <pc:sldMk cId="3103103898" sldId="600"/>
            <ac:spMk id="2" creationId="{1A343DEC-CFF6-41F5-B87C-0DFC08C67B76}"/>
          </ac:spMkLst>
        </pc:spChg>
      </pc:sldChg>
      <pc:sldChg chg="modSp">
        <pc:chgData name="翟 锐" userId="fef11181f709266a" providerId="LiveId" clId="{727D35D6-B4E6-4AF0-8F74-99EBC6E1954B}" dt="2020-09-05T16:03:02.222" v="1155"/>
        <pc:sldMkLst>
          <pc:docMk/>
          <pc:sldMk cId="2101326762" sldId="601"/>
        </pc:sldMkLst>
        <pc:spChg chg="mod">
          <ac:chgData name="翟 锐" userId="fef11181f709266a" providerId="LiveId" clId="{727D35D6-B4E6-4AF0-8F74-99EBC6E1954B}" dt="2020-09-05T16:03:02.222" v="1155"/>
          <ac:spMkLst>
            <pc:docMk/>
            <pc:sldMk cId="2101326762" sldId="601"/>
            <ac:spMk id="35" creationId="{00000000-0000-0000-0000-000000000000}"/>
          </ac:spMkLst>
        </pc:spChg>
      </pc:sldChg>
      <pc:sldChg chg="delSp modSp del mod">
        <pc:chgData name="翟 锐" userId="fef11181f709266a" providerId="LiveId" clId="{727D35D6-B4E6-4AF0-8F74-99EBC6E1954B}" dt="2020-09-24T09:28:03.375" v="2107" actId="2696"/>
        <pc:sldMkLst>
          <pc:docMk/>
          <pc:sldMk cId="2142524837" sldId="602"/>
        </pc:sldMkLst>
        <pc:spChg chg="del mod">
          <ac:chgData name="翟 锐" userId="fef11181f709266a" providerId="LiveId" clId="{727D35D6-B4E6-4AF0-8F74-99EBC6E1954B}" dt="2020-09-24T09:26:32.250" v="2098"/>
          <ac:spMkLst>
            <pc:docMk/>
            <pc:sldMk cId="2142524837" sldId="602"/>
            <ac:spMk id="2" creationId="{1A343DEC-CFF6-41F5-B87C-0DFC08C67B76}"/>
          </ac:spMkLst>
        </pc:spChg>
      </pc:sldChg>
      <pc:sldChg chg="addSp delSp modSp add mod">
        <pc:chgData name="翟 锐" userId="fef11181f709266a" providerId="LiveId" clId="{727D35D6-B4E6-4AF0-8F74-99EBC6E1954B}" dt="2020-09-05T15:36:19.939" v="808" actId="123"/>
        <pc:sldMkLst>
          <pc:docMk/>
          <pc:sldMk cId="1440985517" sldId="603"/>
        </pc:sldMkLst>
        <pc:spChg chg="mod">
          <ac:chgData name="翟 锐" userId="fef11181f709266a" providerId="LiveId" clId="{727D35D6-B4E6-4AF0-8F74-99EBC6E1954B}" dt="2020-09-05T15:32:27.052" v="318" actId="21"/>
          <ac:spMkLst>
            <pc:docMk/>
            <pc:sldMk cId="1440985517" sldId="603"/>
            <ac:spMk id="2" creationId="{1A343DEC-CFF6-41F5-B87C-0DFC08C67B76}"/>
          </ac:spMkLst>
        </pc:spChg>
        <pc:spChg chg="add del">
          <ac:chgData name="翟 锐" userId="fef11181f709266a" providerId="LiveId" clId="{727D35D6-B4E6-4AF0-8F74-99EBC6E1954B}" dt="2020-09-05T15:31:31.903" v="296" actId="22"/>
          <ac:spMkLst>
            <pc:docMk/>
            <pc:sldMk cId="1440985517" sldId="603"/>
            <ac:spMk id="7" creationId="{75F0DD2E-82DC-4B6A-8619-53E3F1F80FA5}"/>
          </ac:spMkLst>
        </pc:spChg>
        <pc:spChg chg="add mod">
          <ac:chgData name="翟 锐" userId="fef11181f709266a" providerId="LiveId" clId="{727D35D6-B4E6-4AF0-8F74-99EBC6E1954B}" dt="2020-09-05T15:36:19.939" v="808" actId="123"/>
          <ac:spMkLst>
            <pc:docMk/>
            <pc:sldMk cId="1440985517" sldId="603"/>
            <ac:spMk id="9" creationId="{F2F000C4-A5F3-4FC3-AFF7-D0D6C6EB3026}"/>
          </ac:spMkLst>
        </pc:spChg>
      </pc:sldChg>
      <pc:sldChg chg="del ord">
        <pc:chgData name="翟 锐" userId="fef11181f709266a" providerId="LiveId" clId="{727D35D6-B4E6-4AF0-8F74-99EBC6E1954B}" dt="2020-09-05T15:29:23.107" v="277" actId="2696"/>
        <pc:sldMkLst>
          <pc:docMk/>
          <pc:sldMk cId="2952034791" sldId="603"/>
        </pc:sldMkLst>
      </pc:sldChg>
      <pc:sldChg chg="modSp add del">
        <pc:chgData name="翟 锐" userId="fef11181f709266a" providerId="LiveId" clId="{727D35D6-B4E6-4AF0-8F74-99EBC6E1954B}" dt="2020-09-06T05:21:12.950" v="1824" actId="2696"/>
        <pc:sldMkLst>
          <pc:docMk/>
          <pc:sldMk cId="1463843720" sldId="604"/>
        </pc:sldMkLst>
        <pc:spChg chg="mod">
          <ac:chgData name="翟 锐" userId="fef11181f709266a" providerId="LiveId" clId="{727D35D6-B4E6-4AF0-8F74-99EBC6E1954B}" dt="2020-09-06T05:21:03.334" v="1823"/>
          <ac:spMkLst>
            <pc:docMk/>
            <pc:sldMk cId="1463843720" sldId="604"/>
            <ac:spMk id="35" creationId="{00000000-0000-0000-0000-000000000000}"/>
          </ac:spMkLst>
        </pc:spChg>
      </pc:sldChg>
      <pc:sldChg chg="modSp add ord modAnim">
        <pc:chgData name="翟 锐" userId="fef11181f709266a" providerId="LiveId" clId="{727D35D6-B4E6-4AF0-8F74-99EBC6E1954B}" dt="2020-09-24T13:43:01.077" v="3953"/>
        <pc:sldMkLst>
          <pc:docMk/>
          <pc:sldMk cId="2706525350" sldId="604"/>
        </pc:sldMkLst>
        <pc:spChg chg="mod">
          <ac:chgData name="翟 锐" userId="fef11181f709266a" providerId="LiveId" clId="{727D35D6-B4E6-4AF0-8F74-99EBC6E1954B}" dt="2020-09-24T13:43:01.077" v="3953"/>
          <ac:spMkLst>
            <pc:docMk/>
            <pc:sldMk cId="2706525350" sldId="604"/>
            <ac:spMk id="35" creationId="{00000000-0000-0000-0000-000000000000}"/>
          </ac:spMkLst>
        </pc:spChg>
      </pc:sldChg>
      <pc:sldChg chg="add del">
        <pc:chgData name="翟 锐" userId="fef11181f709266a" providerId="LiveId" clId="{727D35D6-B4E6-4AF0-8F74-99EBC6E1954B}" dt="2020-09-24T13:34:47.866" v="3825" actId="2696"/>
        <pc:sldMkLst>
          <pc:docMk/>
          <pc:sldMk cId="2817390793" sldId="604"/>
        </pc:sldMkLst>
      </pc:sldChg>
      <pc:sldChg chg="modSp del mod">
        <pc:chgData name="翟 锐" userId="fef11181f709266a" providerId="LiveId" clId="{727D35D6-B4E6-4AF0-8F74-99EBC6E1954B}" dt="2020-09-05T16:44:41.315" v="1461" actId="2696"/>
        <pc:sldMkLst>
          <pc:docMk/>
          <pc:sldMk cId="3459061754" sldId="604"/>
        </pc:sldMkLst>
        <pc:spChg chg="mod">
          <ac:chgData name="翟 锐" userId="fef11181f709266a" providerId="LiveId" clId="{727D35D6-B4E6-4AF0-8F74-99EBC6E1954B}" dt="2020-09-05T16:28:04.362" v="1294" actId="12"/>
          <ac:spMkLst>
            <pc:docMk/>
            <pc:sldMk cId="3459061754" sldId="604"/>
            <ac:spMk id="2" creationId="{1A343DEC-CFF6-41F5-B87C-0DFC08C67B76}"/>
          </ac:spMkLst>
        </pc:spChg>
      </pc:sldChg>
      <pc:sldChg chg="modSp">
        <pc:chgData name="翟 锐" userId="fef11181f709266a" providerId="LiveId" clId="{727D35D6-B4E6-4AF0-8F74-99EBC6E1954B}" dt="2020-09-05T16:03:06.588" v="1156"/>
        <pc:sldMkLst>
          <pc:docMk/>
          <pc:sldMk cId="715867822" sldId="605"/>
        </pc:sldMkLst>
        <pc:spChg chg="mod">
          <ac:chgData name="翟 锐" userId="fef11181f709266a" providerId="LiveId" clId="{727D35D6-B4E6-4AF0-8F74-99EBC6E1954B}" dt="2020-09-05T16:03:06.588" v="1156"/>
          <ac:spMkLst>
            <pc:docMk/>
            <pc:sldMk cId="715867822" sldId="605"/>
            <ac:spMk id="35" creationId="{00000000-0000-0000-0000-000000000000}"/>
          </ac:spMkLst>
        </pc:spChg>
      </pc:sldChg>
      <pc:sldChg chg="modSp">
        <pc:chgData name="翟 锐" userId="fef11181f709266a" providerId="LiveId" clId="{727D35D6-B4E6-4AF0-8F74-99EBC6E1954B}" dt="2020-09-05T16:03:09.266" v="1157"/>
        <pc:sldMkLst>
          <pc:docMk/>
          <pc:sldMk cId="419261417" sldId="606"/>
        </pc:sldMkLst>
        <pc:spChg chg="mod">
          <ac:chgData name="翟 锐" userId="fef11181f709266a" providerId="LiveId" clId="{727D35D6-B4E6-4AF0-8F74-99EBC6E1954B}" dt="2020-09-05T16:03:09.266" v="1157"/>
          <ac:spMkLst>
            <pc:docMk/>
            <pc:sldMk cId="419261417" sldId="606"/>
            <ac:spMk id="35" creationId="{00000000-0000-0000-0000-000000000000}"/>
          </ac:spMkLst>
        </pc:spChg>
      </pc:sldChg>
      <pc:sldChg chg="modSp">
        <pc:chgData name="翟 锐" userId="fef11181f709266a" providerId="LiveId" clId="{727D35D6-B4E6-4AF0-8F74-99EBC6E1954B}" dt="2020-09-05T16:03:11.537" v="1158"/>
        <pc:sldMkLst>
          <pc:docMk/>
          <pc:sldMk cId="2933535704" sldId="607"/>
        </pc:sldMkLst>
        <pc:spChg chg="mod">
          <ac:chgData name="翟 锐" userId="fef11181f709266a" providerId="LiveId" clId="{727D35D6-B4E6-4AF0-8F74-99EBC6E1954B}" dt="2020-09-05T16:03:11.537" v="1158"/>
          <ac:spMkLst>
            <pc:docMk/>
            <pc:sldMk cId="2933535704" sldId="607"/>
            <ac:spMk id="35" creationId="{00000000-0000-0000-0000-000000000000}"/>
          </ac:spMkLst>
        </pc:spChg>
      </pc:sldChg>
      <pc:sldChg chg="modSp">
        <pc:chgData name="翟 锐" userId="fef11181f709266a" providerId="LiveId" clId="{727D35D6-B4E6-4AF0-8F74-99EBC6E1954B}" dt="2020-09-05T16:03:13.698" v="1159"/>
        <pc:sldMkLst>
          <pc:docMk/>
          <pc:sldMk cId="2083321002" sldId="608"/>
        </pc:sldMkLst>
        <pc:spChg chg="mod">
          <ac:chgData name="翟 锐" userId="fef11181f709266a" providerId="LiveId" clId="{727D35D6-B4E6-4AF0-8F74-99EBC6E1954B}" dt="2020-09-05T16:03:13.698" v="1159"/>
          <ac:spMkLst>
            <pc:docMk/>
            <pc:sldMk cId="2083321002" sldId="608"/>
            <ac:spMk id="35" creationId="{00000000-0000-0000-0000-000000000000}"/>
          </ac:spMkLst>
        </pc:spChg>
      </pc:sldChg>
      <pc:sldChg chg="ord">
        <pc:chgData name="翟 锐" userId="fef11181f709266a" providerId="LiveId" clId="{727D35D6-B4E6-4AF0-8F74-99EBC6E1954B}" dt="2020-09-24T13:43:25.741" v="3957"/>
        <pc:sldMkLst>
          <pc:docMk/>
          <pc:sldMk cId="1180436317" sldId="609"/>
        </pc:sldMkLst>
      </pc:sldChg>
      <pc:sldChg chg="modSp mod ord">
        <pc:chgData name="翟 锐" userId="fef11181f709266a" providerId="LiveId" clId="{727D35D6-B4E6-4AF0-8F74-99EBC6E1954B}" dt="2020-09-24T13:43:25.741" v="3957"/>
        <pc:sldMkLst>
          <pc:docMk/>
          <pc:sldMk cId="2461849974" sldId="610"/>
        </pc:sldMkLst>
        <pc:spChg chg="mod">
          <ac:chgData name="翟 锐" userId="fef11181f709266a" providerId="LiveId" clId="{727D35D6-B4E6-4AF0-8F74-99EBC6E1954B}" dt="2020-09-05T15:45:20.764" v="1127" actId="15"/>
          <ac:spMkLst>
            <pc:docMk/>
            <pc:sldMk cId="2461849974" sldId="610"/>
            <ac:spMk id="2" creationId="{1A343DEC-CFF6-41F5-B87C-0DFC08C67B76}"/>
          </ac:spMkLst>
        </pc:spChg>
      </pc:sldChg>
      <pc:sldChg chg="modSp add del">
        <pc:chgData name="翟 锐" userId="fef11181f709266a" providerId="LiveId" clId="{727D35D6-B4E6-4AF0-8F74-99EBC6E1954B}" dt="2020-09-24T13:44:00.105" v="3978" actId="2696"/>
        <pc:sldMkLst>
          <pc:docMk/>
          <pc:sldMk cId="360706203" sldId="611"/>
        </pc:sldMkLst>
        <pc:spChg chg="mod">
          <ac:chgData name="翟 锐" userId="fef11181f709266a" providerId="LiveId" clId="{727D35D6-B4E6-4AF0-8F74-99EBC6E1954B}" dt="2020-09-24T13:43:35.660" v="3976"/>
          <ac:spMkLst>
            <pc:docMk/>
            <pc:sldMk cId="360706203" sldId="611"/>
            <ac:spMk id="35" creationId="{00000000-0000-0000-0000-000000000000}"/>
          </ac:spMkLst>
        </pc:spChg>
      </pc:sldChg>
      <pc:sldChg chg="add del">
        <pc:chgData name="翟 锐" userId="fef11181f709266a" providerId="LiveId" clId="{727D35D6-B4E6-4AF0-8F74-99EBC6E1954B}" dt="2020-09-24T13:42:42.675" v="3926"/>
        <pc:sldMkLst>
          <pc:docMk/>
          <pc:sldMk cId="476525597" sldId="611"/>
        </pc:sldMkLst>
      </pc:sldChg>
      <pc:sldChg chg="add del">
        <pc:chgData name="翟 锐" userId="fef11181f709266a" providerId="LiveId" clId="{727D35D6-B4E6-4AF0-8F74-99EBC6E1954B}" dt="2020-09-24T13:43:10.414" v="3955" actId="2696"/>
        <pc:sldMkLst>
          <pc:docMk/>
          <pc:sldMk cId="724625149" sldId="611"/>
        </pc:sldMkLst>
      </pc:sldChg>
      <pc:sldChg chg="modSp add del mod">
        <pc:chgData name="翟 锐" userId="fef11181f709266a" providerId="LiveId" clId="{727D35D6-B4E6-4AF0-8F74-99EBC6E1954B}" dt="2020-09-24T13:42:48.626" v="3931" actId="2696"/>
        <pc:sldMkLst>
          <pc:docMk/>
          <pc:sldMk cId="2010353434" sldId="611"/>
        </pc:sldMkLst>
        <pc:spChg chg="mod">
          <ac:chgData name="翟 锐" userId="fef11181f709266a" providerId="LiveId" clId="{727D35D6-B4E6-4AF0-8F74-99EBC6E1954B}" dt="2020-08-12T16:14:56.789" v="70" actId="12"/>
          <ac:spMkLst>
            <pc:docMk/>
            <pc:sldMk cId="2010353434" sldId="611"/>
            <ac:spMk id="2" creationId="{1A343DEC-CFF6-41F5-B87C-0DFC08C67B76}"/>
          </ac:spMkLst>
        </pc:spChg>
        <pc:spChg chg="mod">
          <ac:chgData name="翟 锐" userId="fef11181f709266a" providerId="LiveId" clId="{727D35D6-B4E6-4AF0-8F74-99EBC6E1954B}" dt="2020-08-12T16:14:43.314" v="43"/>
          <ac:spMkLst>
            <pc:docMk/>
            <pc:sldMk cId="2010353434" sldId="611"/>
            <ac:spMk id="35" creationId="{00000000-0000-0000-0000-000000000000}"/>
          </ac:spMkLst>
        </pc:spChg>
      </pc:sldChg>
      <pc:sldChg chg="add">
        <pc:chgData name="翟 锐" userId="fef11181f709266a" providerId="LiveId" clId="{727D35D6-B4E6-4AF0-8F74-99EBC6E1954B}" dt="2020-09-24T13:46:13.299" v="3986"/>
        <pc:sldMkLst>
          <pc:docMk/>
          <pc:sldMk cId="2014760614" sldId="611"/>
        </pc:sldMkLst>
      </pc:sldChg>
      <pc:sldChg chg="add del">
        <pc:chgData name="翟 锐" userId="fef11181f709266a" providerId="LiveId" clId="{727D35D6-B4E6-4AF0-8F74-99EBC6E1954B}" dt="2020-09-24T13:46:03.843" v="3985" actId="2696"/>
        <pc:sldMkLst>
          <pc:docMk/>
          <pc:sldMk cId="2198151279" sldId="611"/>
        </pc:sldMkLst>
      </pc:sldChg>
      <pc:sldChg chg="modSp add del mod ord modAnim">
        <pc:chgData name="翟 锐" userId="fef11181f709266a" providerId="LiveId" clId="{727D35D6-B4E6-4AF0-8F74-99EBC6E1954B}" dt="2020-09-24T13:42:48.626" v="3931" actId="2696"/>
        <pc:sldMkLst>
          <pc:docMk/>
          <pc:sldMk cId="1713728164" sldId="612"/>
        </pc:sldMkLst>
        <pc:spChg chg="mod">
          <ac:chgData name="翟 锐" userId="fef11181f709266a" providerId="LiveId" clId="{727D35D6-B4E6-4AF0-8F74-99EBC6E1954B}" dt="2020-08-12T16:15:00.382" v="71" actId="12"/>
          <ac:spMkLst>
            <pc:docMk/>
            <pc:sldMk cId="1713728164" sldId="612"/>
            <ac:spMk id="2" creationId="{1A343DEC-CFF6-41F5-B87C-0DFC08C67B76}"/>
          </ac:spMkLst>
        </pc:spChg>
        <pc:spChg chg="mod">
          <ac:chgData name="翟 锐" userId="fef11181f709266a" providerId="LiveId" clId="{727D35D6-B4E6-4AF0-8F74-99EBC6E1954B}" dt="2020-08-12T16:14:49.683" v="69"/>
          <ac:spMkLst>
            <pc:docMk/>
            <pc:sldMk cId="1713728164" sldId="612"/>
            <ac:spMk id="35" creationId="{00000000-0000-0000-0000-000000000000}"/>
          </ac:spMkLst>
        </pc:spChg>
      </pc:sldChg>
      <pc:sldChg chg="add">
        <pc:chgData name="翟 锐" userId="fef11181f709266a" providerId="LiveId" clId="{727D35D6-B4E6-4AF0-8F74-99EBC6E1954B}" dt="2020-09-24T13:46:13.299" v="3986"/>
        <pc:sldMkLst>
          <pc:docMk/>
          <pc:sldMk cId="1825163591" sldId="612"/>
        </pc:sldMkLst>
      </pc:sldChg>
      <pc:sldChg chg="add del">
        <pc:chgData name="翟 锐" userId="fef11181f709266a" providerId="LiveId" clId="{727D35D6-B4E6-4AF0-8F74-99EBC6E1954B}" dt="2020-09-24T13:43:10.414" v="3955" actId="2696"/>
        <pc:sldMkLst>
          <pc:docMk/>
          <pc:sldMk cId="2320604352" sldId="612"/>
        </pc:sldMkLst>
      </pc:sldChg>
      <pc:sldChg chg="new del">
        <pc:chgData name="翟 锐" userId="fef11181f709266a" providerId="LiveId" clId="{727D35D6-B4E6-4AF0-8F74-99EBC6E1954B}" dt="2020-08-12T16:14:20.572" v="23" actId="680"/>
        <pc:sldMkLst>
          <pc:docMk/>
          <pc:sldMk cId="2975282294" sldId="612"/>
        </pc:sldMkLst>
      </pc:sldChg>
      <pc:sldChg chg="modSp add del">
        <pc:chgData name="翟 锐" userId="fef11181f709266a" providerId="LiveId" clId="{727D35D6-B4E6-4AF0-8F74-99EBC6E1954B}" dt="2020-09-24T13:44:00.105" v="3978" actId="2696"/>
        <pc:sldMkLst>
          <pc:docMk/>
          <pc:sldMk cId="3015502999" sldId="612"/>
        </pc:sldMkLst>
        <pc:spChg chg="mod">
          <ac:chgData name="翟 锐" userId="fef11181f709266a" providerId="LiveId" clId="{727D35D6-B4E6-4AF0-8F74-99EBC6E1954B}" dt="2020-09-24T13:43:40.341" v="3977"/>
          <ac:spMkLst>
            <pc:docMk/>
            <pc:sldMk cId="3015502999" sldId="612"/>
            <ac:spMk id="35" creationId="{00000000-0000-0000-0000-000000000000}"/>
          </ac:spMkLst>
        </pc:spChg>
      </pc:sldChg>
      <pc:sldChg chg="add del">
        <pc:chgData name="翟 锐" userId="fef11181f709266a" providerId="LiveId" clId="{727D35D6-B4E6-4AF0-8F74-99EBC6E1954B}" dt="2020-09-24T13:46:03.843" v="3985" actId="2696"/>
        <pc:sldMkLst>
          <pc:docMk/>
          <pc:sldMk cId="3951010564" sldId="612"/>
        </pc:sldMkLst>
      </pc:sldChg>
      <pc:sldChg chg="add del">
        <pc:chgData name="翟 锐" userId="fef11181f709266a" providerId="LiveId" clId="{727D35D6-B4E6-4AF0-8F74-99EBC6E1954B}" dt="2020-09-24T13:42:42.675" v="3926"/>
        <pc:sldMkLst>
          <pc:docMk/>
          <pc:sldMk cId="4268807955" sldId="612"/>
        </pc:sldMkLst>
      </pc:sldChg>
      <pc:sldChg chg="modSp add mod">
        <pc:chgData name="翟 锐" userId="fef11181f709266a" providerId="LiveId" clId="{727D35D6-B4E6-4AF0-8F74-99EBC6E1954B}" dt="2020-09-05T15:28:25.314" v="276"/>
        <pc:sldMkLst>
          <pc:docMk/>
          <pc:sldMk cId="1397344220" sldId="613"/>
        </pc:sldMkLst>
        <pc:spChg chg="mod">
          <ac:chgData name="翟 锐" userId="fef11181f709266a" providerId="LiveId" clId="{727D35D6-B4E6-4AF0-8F74-99EBC6E1954B}" dt="2020-09-05T15:28:25.314" v="276"/>
          <ac:spMkLst>
            <pc:docMk/>
            <pc:sldMk cId="1397344220" sldId="613"/>
            <ac:spMk id="2" creationId="{1A343DEC-CFF6-41F5-B87C-0DFC08C67B76}"/>
          </ac:spMkLst>
        </pc:spChg>
      </pc:sldChg>
      <pc:sldChg chg="modSp del mod">
        <pc:chgData name="翟 锐" userId="fef11181f709266a" providerId="LiveId" clId="{727D35D6-B4E6-4AF0-8F74-99EBC6E1954B}" dt="2020-09-05T16:29:59.646" v="1311" actId="47"/>
        <pc:sldMkLst>
          <pc:docMk/>
          <pc:sldMk cId="2382010412" sldId="614"/>
        </pc:sldMkLst>
        <pc:spChg chg="mod">
          <ac:chgData name="翟 锐" userId="fef11181f709266a" providerId="LiveId" clId="{727D35D6-B4E6-4AF0-8F74-99EBC6E1954B}" dt="2020-09-05T15:43:19.462" v="1124" actId="20577"/>
          <ac:spMkLst>
            <pc:docMk/>
            <pc:sldMk cId="2382010412" sldId="614"/>
            <ac:spMk id="2" creationId="{1A343DEC-CFF6-41F5-B87C-0DFC08C67B76}"/>
          </ac:spMkLst>
        </pc:spChg>
      </pc:sldChg>
      <pc:sldChg chg="del">
        <pc:chgData name="翟 锐" userId="fef11181f709266a" providerId="LiveId" clId="{727D35D6-B4E6-4AF0-8F74-99EBC6E1954B}" dt="2020-09-24T13:34:47.866" v="3825" actId="2696"/>
        <pc:sldMkLst>
          <pc:docMk/>
          <pc:sldMk cId="2504951130" sldId="615"/>
        </pc:sldMkLst>
      </pc:sldChg>
      <pc:sldChg chg="modSp add del mod">
        <pc:chgData name="翟 锐" userId="fef11181f709266a" providerId="LiveId" clId="{727D35D6-B4E6-4AF0-8F74-99EBC6E1954B}" dt="2020-09-24T13:46:51.976" v="3990" actId="2696"/>
        <pc:sldMkLst>
          <pc:docMk/>
          <pc:sldMk cId="2961626144" sldId="615"/>
        </pc:sldMkLst>
        <pc:picChg chg="mod">
          <ac:chgData name="翟 锐" userId="fef11181f709266a" providerId="LiveId" clId="{727D35D6-B4E6-4AF0-8F74-99EBC6E1954B}" dt="2020-09-24T13:46:20.069" v="3987" actId="1076"/>
          <ac:picMkLst>
            <pc:docMk/>
            <pc:sldMk cId="2961626144" sldId="615"/>
            <ac:picMk id="3" creationId="{4513675E-3A4A-4165-88B5-A971D0D6F4F6}"/>
          </ac:picMkLst>
        </pc:picChg>
      </pc:sldChg>
      <pc:sldChg chg="add">
        <pc:chgData name="翟 锐" userId="fef11181f709266a" providerId="LiveId" clId="{727D35D6-B4E6-4AF0-8F74-99EBC6E1954B}" dt="2020-09-24T13:47:08.063" v="3991"/>
        <pc:sldMkLst>
          <pc:docMk/>
          <pc:sldMk cId="3257022711" sldId="615"/>
        </pc:sldMkLst>
      </pc:sldChg>
      <pc:sldChg chg="addSp delSp modSp del mod">
        <pc:chgData name="翟 锐" userId="fef11181f709266a" providerId="LiveId" clId="{727D35D6-B4E6-4AF0-8F74-99EBC6E1954B}" dt="2020-09-23T16:38:44.942" v="2016" actId="47"/>
        <pc:sldMkLst>
          <pc:docMk/>
          <pc:sldMk cId="2773477050" sldId="622"/>
        </pc:sldMkLst>
        <pc:spChg chg="del mod">
          <ac:chgData name="翟 锐" userId="fef11181f709266a" providerId="LiveId" clId="{727D35D6-B4E6-4AF0-8F74-99EBC6E1954B}" dt="2020-09-23T16:38:40.425" v="2012"/>
          <ac:spMkLst>
            <pc:docMk/>
            <pc:sldMk cId="2773477050" sldId="622"/>
            <ac:spMk id="2" creationId="{1A343DEC-CFF6-41F5-B87C-0DFC08C67B76}"/>
          </ac:spMkLst>
        </pc:spChg>
        <pc:spChg chg="del mod">
          <ac:chgData name="翟 锐" userId="fef11181f709266a" providerId="LiveId" clId="{727D35D6-B4E6-4AF0-8F74-99EBC6E1954B}" dt="2020-09-23T16:38:06.300" v="1989" actId="478"/>
          <ac:spMkLst>
            <pc:docMk/>
            <pc:sldMk cId="2773477050" sldId="622"/>
            <ac:spMk id="13" creationId="{E4994335-AA39-4752-8CFD-A96B51899648}"/>
          </ac:spMkLst>
        </pc:spChg>
        <pc:spChg chg="del mod">
          <ac:chgData name="翟 锐" userId="fef11181f709266a" providerId="LiveId" clId="{727D35D6-B4E6-4AF0-8F74-99EBC6E1954B}" dt="2020-09-23T16:38:06.300" v="1989" actId="478"/>
          <ac:spMkLst>
            <pc:docMk/>
            <pc:sldMk cId="2773477050" sldId="622"/>
            <ac:spMk id="17" creationId="{819086CB-0C63-4563-95C0-0C55043E3D08}"/>
          </ac:spMkLst>
        </pc:spChg>
        <pc:spChg chg="del mod">
          <ac:chgData name="翟 锐" userId="fef11181f709266a" providerId="LiveId" clId="{727D35D6-B4E6-4AF0-8F74-99EBC6E1954B}" dt="2020-09-23T16:38:06.300" v="1989" actId="478"/>
          <ac:spMkLst>
            <pc:docMk/>
            <pc:sldMk cId="2773477050" sldId="622"/>
            <ac:spMk id="19" creationId="{6721E054-506A-4B18-8AA2-4F66D34C8149}"/>
          </ac:spMkLst>
        </pc:spChg>
        <pc:spChg chg="del mod">
          <ac:chgData name="翟 锐" userId="fef11181f709266a" providerId="LiveId" clId="{727D35D6-B4E6-4AF0-8F74-99EBC6E1954B}" dt="2020-09-23T16:38:06.300" v="1989" actId="478"/>
          <ac:spMkLst>
            <pc:docMk/>
            <pc:sldMk cId="2773477050" sldId="622"/>
            <ac:spMk id="21" creationId="{27D7FD0A-A32A-46B4-8974-19054E93102A}"/>
          </ac:spMkLst>
        </pc:spChg>
        <pc:spChg chg="del mod">
          <ac:chgData name="翟 锐" userId="fef11181f709266a" providerId="LiveId" clId="{727D35D6-B4E6-4AF0-8F74-99EBC6E1954B}" dt="2020-09-23T16:38:06.300" v="1989" actId="478"/>
          <ac:spMkLst>
            <pc:docMk/>
            <pc:sldMk cId="2773477050" sldId="622"/>
            <ac:spMk id="23" creationId="{83F9C811-0015-4A5F-BE5B-EB62C3EC59B4}"/>
          </ac:spMkLst>
        </pc:spChg>
        <pc:spChg chg="del">
          <ac:chgData name="翟 锐" userId="fef11181f709266a" providerId="LiveId" clId="{727D35D6-B4E6-4AF0-8F74-99EBC6E1954B}" dt="2020-09-05T15:25:43.240" v="264" actId="478"/>
          <ac:spMkLst>
            <pc:docMk/>
            <pc:sldMk cId="2773477050" sldId="622"/>
            <ac:spMk id="25" creationId="{3CCFFB08-24CF-4719-AA6F-90BDD79775F2}"/>
          </ac:spMkLst>
        </pc:spChg>
        <pc:cxnChg chg="add del mod">
          <ac:chgData name="翟 锐" userId="fef11181f709266a" providerId="LiveId" clId="{727D35D6-B4E6-4AF0-8F74-99EBC6E1954B}" dt="2020-09-05T15:25:41.736" v="263" actId="478"/>
          <ac:cxnSpMkLst>
            <pc:docMk/>
            <pc:sldMk cId="2773477050" sldId="622"/>
            <ac:cxnSpMk id="29" creationId="{30AD0D39-DF4C-4C24-A7A0-BB7DD8745745}"/>
          </ac:cxnSpMkLst>
        </pc:cxnChg>
      </pc:sldChg>
      <pc:sldChg chg="add">
        <pc:chgData name="翟 锐" userId="fef11181f709266a" providerId="LiveId" clId="{727D35D6-B4E6-4AF0-8F74-99EBC6E1954B}" dt="2020-09-05T02:09:13.893" v="252"/>
        <pc:sldMkLst>
          <pc:docMk/>
          <pc:sldMk cId="3207547080" sldId="623"/>
        </pc:sldMkLst>
      </pc:sldChg>
      <pc:sldChg chg="add">
        <pc:chgData name="翟 锐" userId="fef11181f709266a" providerId="LiveId" clId="{727D35D6-B4E6-4AF0-8F74-99EBC6E1954B}" dt="2020-09-05T02:09:13.893" v="252"/>
        <pc:sldMkLst>
          <pc:docMk/>
          <pc:sldMk cId="4143411237" sldId="624"/>
        </pc:sldMkLst>
      </pc:sldChg>
      <pc:sldChg chg="add">
        <pc:chgData name="翟 锐" userId="fef11181f709266a" providerId="LiveId" clId="{727D35D6-B4E6-4AF0-8F74-99EBC6E1954B}" dt="2020-09-05T02:09:13.893" v="252"/>
        <pc:sldMkLst>
          <pc:docMk/>
          <pc:sldMk cId="1438907146" sldId="625"/>
        </pc:sldMkLst>
      </pc:sldChg>
      <pc:sldChg chg="add">
        <pc:chgData name="翟 锐" userId="fef11181f709266a" providerId="LiveId" clId="{727D35D6-B4E6-4AF0-8F74-99EBC6E1954B}" dt="2020-09-05T02:09:13.893" v="252"/>
        <pc:sldMkLst>
          <pc:docMk/>
          <pc:sldMk cId="470226652" sldId="626"/>
        </pc:sldMkLst>
      </pc:sldChg>
      <pc:sldChg chg="add">
        <pc:chgData name="翟 锐" userId="fef11181f709266a" providerId="LiveId" clId="{727D35D6-B4E6-4AF0-8F74-99EBC6E1954B}" dt="2020-09-05T02:09:13.893" v="252"/>
        <pc:sldMkLst>
          <pc:docMk/>
          <pc:sldMk cId="692890702" sldId="627"/>
        </pc:sldMkLst>
      </pc:sldChg>
      <pc:sldChg chg="add">
        <pc:chgData name="翟 锐" userId="fef11181f709266a" providerId="LiveId" clId="{727D35D6-B4E6-4AF0-8F74-99EBC6E1954B}" dt="2020-09-05T02:09:13.893" v="252"/>
        <pc:sldMkLst>
          <pc:docMk/>
          <pc:sldMk cId="368713057" sldId="628"/>
        </pc:sldMkLst>
      </pc:sldChg>
      <pc:sldChg chg="add">
        <pc:chgData name="翟 锐" userId="fef11181f709266a" providerId="LiveId" clId="{727D35D6-B4E6-4AF0-8F74-99EBC6E1954B}" dt="2020-09-05T02:09:13.893" v="252"/>
        <pc:sldMkLst>
          <pc:docMk/>
          <pc:sldMk cId="3719496626" sldId="629"/>
        </pc:sldMkLst>
      </pc:sldChg>
      <pc:sldChg chg="add">
        <pc:chgData name="翟 锐" userId="fef11181f709266a" providerId="LiveId" clId="{727D35D6-B4E6-4AF0-8F74-99EBC6E1954B}" dt="2020-09-05T02:09:13.893" v="252"/>
        <pc:sldMkLst>
          <pc:docMk/>
          <pc:sldMk cId="652861076" sldId="630"/>
        </pc:sldMkLst>
      </pc:sldChg>
      <pc:sldChg chg="add">
        <pc:chgData name="翟 锐" userId="fef11181f709266a" providerId="LiveId" clId="{727D35D6-B4E6-4AF0-8F74-99EBC6E1954B}" dt="2020-09-05T02:09:13.893" v="252"/>
        <pc:sldMkLst>
          <pc:docMk/>
          <pc:sldMk cId="2149074646" sldId="631"/>
        </pc:sldMkLst>
      </pc:sldChg>
      <pc:sldChg chg="modSp add mod">
        <pc:chgData name="翟 锐" userId="fef11181f709266a" providerId="LiveId" clId="{727D35D6-B4E6-4AF0-8F74-99EBC6E1954B}" dt="2020-09-23T16:27:45.557" v="1988" actId="404"/>
        <pc:sldMkLst>
          <pc:docMk/>
          <pc:sldMk cId="3891491368" sldId="632"/>
        </pc:sldMkLst>
        <pc:spChg chg="mod">
          <ac:chgData name="翟 锐" userId="fef11181f709266a" providerId="LiveId" clId="{727D35D6-B4E6-4AF0-8F74-99EBC6E1954B}" dt="2020-09-23T16:27:45.557" v="1988" actId="404"/>
          <ac:spMkLst>
            <pc:docMk/>
            <pc:sldMk cId="3891491368" sldId="632"/>
            <ac:spMk id="2" creationId="{1A343DEC-CFF6-41F5-B87C-0DFC08C67B76}"/>
          </ac:spMkLst>
        </pc:spChg>
      </pc:sldChg>
      <pc:sldChg chg="add">
        <pc:chgData name="翟 锐" userId="fef11181f709266a" providerId="LiveId" clId="{727D35D6-B4E6-4AF0-8F74-99EBC6E1954B}" dt="2020-09-05T02:09:13.893" v="252"/>
        <pc:sldMkLst>
          <pc:docMk/>
          <pc:sldMk cId="1632195621" sldId="633"/>
        </pc:sldMkLst>
      </pc:sldChg>
      <pc:sldChg chg="add">
        <pc:chgData name="翟 锐" userId="fef11181f709266a" providerId="LiveId" clId="{727D35D6-B4E6-4AF0-8F74-99EBC6E1954B}" dt="2020-09-05T02:09:13.893" v="252"/>
        <pc:sldMkLst>
          <pc:docMk/>
          <pc:sldMk cId="3210494518" sldId="634"/>
        </pc:sldMkLst>
      </pc:sldChg>
      <pc:sldChg chg="add">
        <pc:chgData name="翟 锐" userId="fef11181f709266a" providerId="LiveId" clId="{727D35D6-B4E6-4AF0-8F74-99EBC6E1954B}" dt="2020-09-05T02:09:13.893" v="252"/>
        <pc:sldMkLst>
          <pc:docMk/>
          <pc:sldMk cId="3381113624" sldId="635"/>
        </pc:sldMkLst>
      </pc:sldChg>
      <pc:sldChg chg="add">
        <pc:chgData name="翟 锐" userId="fef11181f709266a" providerId="LiveId" clId="{727D35D6-B4E6-4AF0-8F74-99EBC6E1954B}" dt="2020-09-05T02:09:13.893" v="252"/>
        <pc:sldMkLst>
          <pc:docMk/>
          <pc:sldMk cId="1023961295" sldId="636"/>
        </pc:sldMkLst>
      </pc:sldChg>
      <pc:sldChg chg="add">
        <pc:chgData name="翟 锐" userId="fef11181f709266a" providerId="LiveId" clId="{727D35D6-B4E6-4AF0-8F74-99EBC6E1954B}" dt="2020-09-05T02:09:13.893" v="252"/>
        <pc:sldMkLst>
          <pc:docMk/>
          <pc:sldMk cId="364815988" sldId="637"/>
        </pc:sldMkLst>
      </pc:sldChg>
      <pc:sldChg chg="add">
        <pc:chgData name="翟 锐" userId="fef11181f709266a" providerId="LiveId" clId="{727D35D6-B4E6-4AF0-8F74-99EBC6E1954B}" dt="2020-09-05T02:09:13.893" v="252"/>
        <pc:sldMkLst>
          <pc:docMk/>
          <pc:sldMk cId="432108149" sldId="638"/>
        </pc:sldMkLst>
      </pc:sldChg>
      <pc:sldChg chg="add">
        <pc:chgData name="翟 锐" userId="fef11181f709266a" providerId="LiveId" clId="{727D35D6-B4E6-4AF0-8F74-99EBC6E1954B}" dt="2020-09-05T02:09:13.893" v="252"/>
        <pc:sldMkLst>
          <pc:docMk/>
          <pc:sldMk cId="2799856299" sldId="639"/>
        </pc:sldMkLst>
      </pc:sldChg>
      <pc:sldChg chg="add">
        <pc:chgData name="翟 锐" userId="fef11181f709266a" providerId="LiveId" clId="{727D35D6-B4E6-4AF0-8F74-99EBC6E1954B}" dt="2020-09-05T02:09:13.893" v="252"/>
        <pc:sldMkLst>
          <pc:docMk/>
          <pc:sldMk cId="378116688" sldId="640"/>
        </pc:sldMkLst>
      </pc:sldChg>
      <pc:sldChg chg="add">
        <pc:chgData name="翟 锐" userId="fef11181f709266a" providerId="LiveId" clId="{727D35D6-B4E6-4AF0-8F74-99EBC6E1954B}" dt="2020-09-05T02:09:13.893" v="252"/>
        <pc:sldMkLst>
          <pc:docMk/>
          <pc:sldMk cId="2227459113" sldId="641"/>
        </pc:sldMkLst>
      </pc:sldChg>
      <pc:sldChg chg="add">
        <pc:chgData name="翟 锐" userId="fef11181f709266a" providerId="LiveId" clId="{727D35D6-B4E6-4AF0-8F74-99EBC6E1954B}" dt="2020-09-05T02:09:13.893" v="252"/>
        <pc:sldMkLst>
          <pc:docMk/>
          <pc:sldMk cId="1290627896" sldId="642"/>
        </pc:sldMkLst>
      </pc:sldChg>
      <pc:sldChg chg="add">
        <pc:chgData name="翟 锐" userId="fef11181f709266a" providerId="LiveId" clId="{727D35D6-B4E6-4AF0-8F74-99EBC6E1954B}" dt="2020-09-05T02:09:13.893" v="252"/>
        <pc:sldMkLst>
          <pc:docMk/>
          <pc:sldMk cId="3998261402" sldId="643"/>
        </pc:sldMkLst>
      </pc:sldChg>
      <pc:sldChg chg="add">
        <pc:chgData name="翟 锐" userId="fef11181f709266a" providerId="LiveId" clId="{727D35D6-B4E6-4AF0-8F74-99EBC6E1954B}" dt="2020-09-05T02:09:13.893" v="252"/>
        <pc:sldMkLst>
          <pc:docMk/>
          <pc:sldMk cId="2916805578" sldId="644"/>
        </pc:sldMkLst>
      </pc:sldChg>
      <pc:sldChg chg="add">
        <pc:chgData name="翟 锐" userId="fef11181f709266a" providerId="LiveId" clId="{727D35D6-B4E6-4AF0-8F74-99EBC6E1954B}" dt="2020-09-05T02:09:13.893" v="252"/>
        <pc:sldMkLst>
          <pc:docMk/>
          <pc:sldMk cId="4156365499" sldId="645"/>
        </pc:sldMkLst>
      </pc:sldChg>
      <pc:sldChg chg="modSp add">
        <pc:chgData name="翟 锐" userId="fef11181f709266a" providerId="LiveId" clId="{727D35D6-B4E6-4AF0-8F74-99EBC6E1954B}" dt="2020-09-24T13:50:35.811" v="3997" actId="1076"/>
        <pc:sldMkLst>
          <pc:docMk/>
          <pc:sldMk cId="966206790" sldId="646"/>
        </pc:sldMkLst>
        <pc:spChg chg="mod">
          <ac:chgData name="翟 锐" userId="fef11181f709266a" providerId="LiveId" clId="{727D35D6-B4E6-4AF0-8F74-99EBC6E1954B}" dt="2020-09-24T13:50:12.317" v="3993" actId="2711"/>
          <ac:spMkLst>
            <pc:docMk/>
            <pc:sldMk cId="966206790" sldId="646"/>
            <ac:spMk id="3" creationId="{8FC88935-25F7-4E10-873A-5F5EF6173575}"/>
          </ac:spMkLst>
        </pc:spChg>
        <pc:spChg chg="mod">
          <ac:chgData name="翟 锐" userId="fef11181f709266a" providerId="LiveId" clId="{727D35D6-B4E6-4AF0-8F74-99EBC6E1954B}" dt="2020-09-24T13:50:12.317" v="3993" actId="2711"/>
          <ac:spMkLst>
            <pc:docMk/>
            <pc:sldMk cId="966206790" sldId="646"/>
            <ac:spMk id="4" creationId="{F2640E99-CB86-4161-9C30-12E7DDD166F4}"/>
          </ac:spMkLst>
        </pc:spChg>
        <pc:spChg chg="mod">
          <ac:chgData name="翟 锐" userId="fef11181f709266a" providerId="LiveId" clId="{727D35D6-B4E6-4AF0-8F74-99EBC6E1954B}" dt="2020-09-24T13:50:12.317" v="3993" actId="2711"/>
          <ac:spMkLst>
            <pc:docMk/>
            <pc:sldMk cId="966206790" sldId="646"/>
            <ac:spMk id="5" creationId="{552DF5DF-9CAF-4F63-8729-D9228679652C}"/>
          </ac:spMkLst>
        </pc:spChg>
        <pc:spChg chg="mod">
          <ac:chgData name="翟 锐" userId="fef11181f709266a" providerId="LiveId" clId="{727D35D6-B4E6-4AF0-8F74-99EBC6E1954B}" dt="2020-09-24T13:50:12.317" v="3993" actId="2711"/>
          <ac:spMkLst>
            <pc:docMk/>
            <pc:sldMk cId="966206790" sldId="646"/>
            <ac:spMk id="7" creationId="{CF99EA99-C82C-46CE-B303-3BB8BD1C559D}"/>
          </ac:spMkLst>
        </pc:spChg>
        <pc:spChg chg="mod">
          <ac:chgData name="翟 锐" userId="fef11181f709266a" providerId="LiveId" clId="{727D35D6-B4E6-4AF0-8F74-99EBC6E1954B}" dt="2020-09-24T13:50:12.317" v="3993" actId="2711"/>
          <ac:spMkLst>
            <pc:docMk/>
            <pc:sldMk cId="966206790" sldId="646"/>
            <ac:spMk id="9" creationId="{F751C472-FABC-4823-B368-0444C3FE126B}"/>
          </ac:spMkLst>
        </pc:spChg>
        <pc:spChg chg="mod">
          <ac:chgData name="翟 锐" userId="fef11181f709266a" providerId="LiveId" clId="{727D35D6-B4E6-4AF0-8F74-99EBC6E1954B}" dt="2020-09-24T13:50:12.317" v="3993" actId="2711"/>
          <ac:spMkLst>
            <pc:docMk/>
            <pc:sldMk cId="966206790" sldId="646"/>
            <ac:spMk id="11" creationId="{99363432-3EDC-4200-B6B1-2B51F4335089}"/>
          </ac:spMkLst>
        </pc:spChg>
        <pc:spChg chg="mod">
          <ac:chgData name="翟 锐" userId="fef11181f709266a" providerId="LiveId" clId="{727D35D6-B4E6-4AF0-8F74-99EBC6E1954B}" dt="2020-09-24T13:50:12.317" v="3993" actId="2711"/>
          <ac:spMkLst>
            <pc:docMk/>
            <pc:sldMk cId="966206790" sldId="646"/>
            <ac:spMk id="13" creationId="{56C93B87-1A1A-4255-850B-DDF979FB6A59}"/>
          </ac:spMkLst>
        </pc:spChg>
        <pc:spChg chg="mod">
          <ac:chgData name="翟 锐" userId="fef11181f709266a" providerId="LiveId" clId="{727D35D6-B4E6-4AF0-8F74-99EBC6E1954B}" dt="2020-09-24T13:50:12.317" v="3993" actId="2711"/>
          <ac:spMkLst>
            <pc:docMk/>
            <pc:sldMk cId="966206790" sldId="646"/>
            <ac:spMk id="15" creationId="{FA17C40A-A15A-4236-91C6-B49325A3F7CE}"/>
          </ac:spMkLst>
        </pc:spChg>
        <pc:spChg chg="mod">
          <ac:chgData name="翟 锐" userId="fef11181f709266a" providerId="LiveId" clId="{727D35D6-B4E6-4AF0-8F74-99EBC6E1954B}" dt="2020-09-24T13:50:12.317" v="3993" actId="2711"/>
          <ac:spMkLst>
            <pc:docMk/>
            <pc:sldMk cId="966206790" sldId="646"/>
            <ac:spMk id="17" creationId="{442D78DE-DA3B-4046-A52D-5DB1CA806078}"/>
          </ac:spMkLst>
        </pc:spChg>
        <pc:spChg chg="mod">
          <ac:chgData name="翟 锐" userId="fef11181f709266a" providerId="LiveId" clId="{727D35D6-B4E6-4AF0-8F74-99EBC6E1954B}" dt="2020-09-24T13:50:12.317" v="3993" actId="2711"/>
          <ac:spMkLst>
            <pc:docMk/>
            <pc:sldMk cId="966206790" sldId="646"/>
            <ac:spMk id="19" creationId="{327FFC13-B2F0-412E-A648-58A3AE459AF8}"/>
          </ac:spMkLst>
        </pc:spChg>
        <pc:spChg chg="mod">
          <ac:chgData name="翟 锐" userId="fef11181f709266a" providerId="LiveId" clId="{727D35D6-B4E6-4AF0-8F74-99EBC6E1954B}" dt="2020-09-24T13:50:12.317" v="3993" actId="2711"/>
          <ac:spMkLst>
            <pc:docMk/>
            <pc:sldMk cId="966206790" sldId="646"/>
            <ac:spMk id="21" creationId="{5A7EE50B-1F95-4EB4-84BA-DBB51BA78AD1}"/>
          </ac:spMkLst>
        </pc:spChg>
        <pc:spChg chg="mod">
          <ac:chgData name="翟 锐" userId="fef11181f709266a" providerId="LiveId" clId="{727D35D6-B4E6-4AF0-8F74-99EBC6E1954B}" dt="2020-09-24T13:50:12.317" v="3993" actId="2711"/>
          <ac:spMkLst>
            <pc:docMk/>
            <pc:sldMk cId="966206790" sldId="646"/>
            <ac:spMk id="23" creationId="{EDF72DC8-D960-49F2-9774-57EFA275BE97}"/>
          </ac:spMkLst>
        </pc:spChg>
        <pc:spChg chg="mod">
          <ac:chgData name="翟 锐" userId="fef11181f709266a" providerId="LiveId" clId="{727D35D6-B4E6-4AF0-8F74-99EBC6E1954B}" dt="2020-09-24T13:50:12.317" v="3993" actId="2711"/>
          <ac:spMkLst>
            <pc:docMk/>
            <pc:sldMk cId="966206790" sldId="646"/>
            <ac:spMk id="25" creationId="{499177E9-DEBC-4FD6-8B58-DC618950D007}"/>
          </ac:spMkLst>
        </pc:spChg>
        <pc:spChg chg="mod">
          <ac:chgData name="翟 锐" userId="fef11181f709266a" providerId="LiveId" clId="{727D35D6-B4E6-4AF0-8F74-99EBC6E1954B}" dt="2020-09-24T13:50:25.716" v="3996" actId="1076"/>
          <ac:spMkLst>
            <pc:docMk/>
            <pc:sldMk cId="966206790" sldId="646"/>
            <ac:spMk id="27" creationId="{ABA591E7-DA4E-41D3-82CF-9318E8D936EC}"/>
          </ac:spMkLst>
        </pc:spChg>
        <pc:spChg chg="mod">
          <ac:chgData name="翟 锐" userId="fef11181f709266a" providerId="LiveId" clId="{727D35D6-B4E6-4AF0-8F74-99EBC6E1954B}" dt="2020-09-24T13:50:12.317" v="3993" actId="2711"/>
          <ac:spMkLst>
            <pc:docMk/>
            <pc:sldMk cId="966206790" sldId="646"/>
            <ac:spMk id="29" creationId="{4B51E1CF-C808-4418-A31B-B0AF429E39BA}"/>
          </ac:spMkLst>
        </pc:spChg>
        <pc:spChg chg="mod">
          <ac:chgData name="翟 锐" userId="fef11181f709266a" providerId="LiveId" clId="{727D35D6-B4E6-4AF0-8F74-99EBC6E1954B}" dt="2020-09-24T13:50:35.811" v="3997" actId="1076"/>
          <ac:spMkLst>
            <pc:docMk/>
            <pc:sldMk cId="966206790" sldId="646"/>
            <ac:spMk id="31" creationId="{BE3F740A-A07C-437E-805D-872B3A8E0266}"/>
          </ac:spMkLst>
        </pc:spChg>
        <pc:spChg chg="mod">
          <ac:chgData name="翟 锐" userId="fef11181f709266a" providerId="LiveId" clId="{727D35D6-B4E6-4AF0-8F74-99EBC6E1954B}" dt="2020-09-24T13:50:12.317" v="3993" actId="2711"/>
          <ac:spMkLst>
            <pc:docMk/>
            <pc:sldMk cId="966206790" sldId="646"/>
            <ac:spMk id="34" creationId="{00000000-0000-0000-0000-000000000000}"/>
          </ac:spMkLst>
        </pc:spChg>
        <pc:spChg chg="mod">
          <ac:chgData name="翟 锐" userId="fef11181f709266a" providerId="LiveId" clId="{727D35D6-B4E6-4AF0-8F74-99EBC6E1954B}" dt="2020-09-24T13:50:12.317" v="3993" actId="2711"/>
          <ac:spMkLst>
            <pc:docMk/>
            <pc:sldMk cId="966206790" sldId="646"/>
            <ac:spMk id="35" creationId="{00000000-0000-0000-0000-000000000000}"/>
          </ac:spMkLst>
        </pc:spChg>
        <pc:spChg chg="mod">
          <ac:chgData name="翟 锐" userId="fef11181f709266a" providerId="LiveId" clId="{727D35D6-B4E6-4AF0-8F74-99EBC6E1954B}" dt="2020-09-24T13:50:12.317" v="3993" actId="2711"/>
          <ac:spMkLst>
            <pc:docMk/>
            <pc:sldMk cId="966206790" sldId="646"/>
            <ac:spMk id="39" creationId="{518A373F-1871-4D45-A61C-891ED746E1F6}"/>
          </ac:spMkLst>
        </pc:spChg>
        <pc:spChg chg="mod">
          <ac:chgData name="翟 锐" userId="fef11181f709266a" providerId="LiveId" clId="{727D35D6-B4E6-4AF0-8F74-99EBC6E1954B}" dt="2020-09-24T13:50:18.104" v="3994" actId="1076"/>
          <ac:spMkLst>
            <pc:docMk/>
            <pc:sldMk cId="966206790" sldId="646"/>
            <ac:spMk id="41" creationId="{6F56EBEA-F928-49DC-8663-2B587B28DB2A}"/>
          </ac:spMkLst>
        </pc:spChg>
        <pc:cxnChg chg="mod">
          <ac:chgData name="翟 锐" userId="fef11181f709266a" providerId="LiveId" clId="{727D35D6-B4E6-4AF0-8F74-99EBC6E1954B}" dt="2020-09-24T13:50:12.317" v="3993" actId="2711"/>
          <ac:cxnSpMkLst>
            <pc:docMk/>
            <pc:sldMk cId="966206790" sldId="646"/>
            <ac:cxnSpMk id="33" creationId="{00000000-0000-0000-0000-000000000000}"/>
          </ac:cxnSpMkLst>
        </pc:cxnChg>
      </pc:sldChg>
      <pc:sldChg chg="add">
        <pc:chgData name="翟 锐" userId="fef11181f709266a" providerId="LiveId" clId="{727D35D6-B4E6-4AF0-8F74-99EBC6E1954B}" dt="2020-09-05T02:09:13.893" v="252"/>
        <pc:sldMkLst>
          <pc:docMk/>
          <pc:sldMk cId="3222846923" sldId="647"/>
        </pc:sldMkLst>
      </pc:sldChg>
      <pc:sldChg chg="add">
        <pc:chgData name="翟 锐" userId="fef11181f709266a" providerId="LiveId" clId="{727D35D6-B4E6-4AF0-8F74-99EBC6E1954B}" dt="2020-09-05T02:09:13.893" v="252"/>
        <pc:sldMkLst>
          <pc:docMk/>
          <pc:sldMk cId="4139344712" sldId="648"/>
        </pc:sldMkLst>
      </pc:sldChg>
      <pc:sldChg chg="add">
        <pc:chgData name="翟 锐" userId="fef11181f709266a" providerId="LiveId" clId="{727D35D6-B4E6-4AF0-8F74-99EBC6E1954B}" dt="2020-09-05T02:09:13.893" v="252"/>
        <pc:sldMkLst>
          <pc:docMk/>
          <pc:sldMk cId="3730321688" sldId="649"/>
        </pc:sldMkLst>
      </pc:sldChg>
      <pc:sldChg chg="add">
        <pc:chgData name="翟 锐" userId="fef11181f709266a" providerId="LiveId" clId="{727D35D6-B4E6-4AF0-8F74-99EBC6E1954B}" dt="2020-09-05T02:09:13.893" v="252"/>
        <pc:sldMkLst>
          <pc:docMk/>
          <pc:sldMk cId="726596640" sldId="650"/>
        </pc:sldMkLst>
      </pc:sldChg>
      <pc:sldChg chg="addSp modSp add modAnim">
        <pc:chgData name="翟 锐" userId="fef11181f709266a" providerId="LiveId" clId="{727D35D6-B4E6-4AF0-8F74-99EBC6E1954B}" dt="2020-09-24T13:33:04.701" v="3796" actId="14100"/>
        <pc:sldMkLst>
          <pc:docMk/>
          <pc:sldMk cId="303286655" sldId="651"/>
        </pc:sldMkLst>
        <pc:spChg chg="mod">
          <ac:chgData name="翟 锐" userId="fef11181f709266a" providerId="LiveId" clId="{727D35D6-B4E6-4AF0-8F74-99EBC6E1954B}" dt="2020-09-24T13:33:04.701" v="3796" actId="14100"/>
          <ac:spMkLst>
            <pc:docMk/>
            <pc:sldMk cId="303286655" sldId="651"/>
            <ac:spMk id="6" creationId="{9698088A-F83D-4566-9AFD-0E9167CA4B05}"/>
          </ac:spMkLst>
        </pc:spChg>
        <pc:spChg chg="mod">
          <ac:chgData name="翟 锐" userId="fef11181f709266a" providerId="LiveId" clId="{727D35D6-B4E6-4AF0-8F74-99EBC6E1954B}" dt="2020-09-24T13:33:04.701" v="3796" actId="14100"/>
          <ac:spMkLst>
            <pc:docMk/>
            <pc:sldMk cId="303286655" sldId="651"/>
            <ac:spMk id="7" creationId="{20BFF2E6-2B01-4BBD-ACDA-C5F19F7B2FE2}"/>
          </ac:spMkLst>
        </pc:spChg>
        <pc:spChg chg="mod">
          <ac:chgData name="翟 锐" userId="fef11181f709266a" providerId="LiveId" clId="{727D35D6-B4E6-4AF0-8F74-99EBC6E1954B}" dt="2020-09-24T13:33:04.701" v="3796" actId="14100"/>
          <ac:spMkLst>
            <pc:docMk/>
            <pc:sldMk cId="303286655" sldId="651"/>
            <ac:spMk id="8" creationId="{CFC17D6F-8F45-4604-9D2F-95210EAE526D}"/>
          </ac:spMkLst>
        </pc:spChg>
        <pc:spChg chg="mod">
          <ac:chgData name="翟 锐" userId="fef11181f709266a" providerId="LiveId" clId="{727D35D6-B4E6-4AF0-8F74-99EBC6E1954B}" dt="2020-09-24T13:33:04.701" v="3796" actId="14100"/>
          <ac:spMkLst>
            <pc:docMk/>
            <pc:sldMk cId="303286655" sldId="651"/>
            <ac:spMk id="9" creationId="{087144BF-A7F7-4E7D-A4AF-CC882F5A2B96}"/>
          </ac:spMkLst>
        </pc:spChg>
        <pc:spChg chg="mod">
          <ac:chgData name="翟 锐" userId="fef11181f709266a" providerId="LiveId" clId="{727D35D6-B4E6-4AF0-8F74-99EBC6E1954B}" dt="2020-09-24T13:33:04.701" v="3796" actId="14100"/>
          <ac:spMkLst>
            <pc:docMk/>
            <pc:sldMk cId="303286655" sldId="651"/>
            <ac:spMk id="10" creationId="{8802EC3E-6B2F-4164-BECE-62502036DB12}"/>
          </ac:spMkLst>
        </pc:spChg>
        <pc:spChg chg="mod">
          <ac:chgData name="翟 锐" userId="fef11181f709266a" providerId="LiveId" clId="{727D35D6-B4E6-4AF0-8F74-99EBC6E1954B}" dt="2020-09-24T13:33:04.701" v="3796" actId="14100"/>
          <ac:spMkLst>
            <pc:docMk/>
            <pc:sldMk cId="303286655" sldId="651"/>
            <ac:spMk id="11" creationId="{8A709AE1-580C-47EE-BB25-CE047CB09B2A}"/>
          </ac:spMkLst>
        </pc:spChg>
        <pc:spChg chg="mod">
          <ac:chgData name="翟 锐" userId="fef11181f709266a" providerId="LiveId" clId="{727D35D6-B4E6-4AF0-8F74-99EBC6E1954B}" dt="2020-09-24T13:33:04.701" v="3796" actId="14100"/>
          <ac:spMkLst>
            <pc:docMk/>
            <pc:sldMk cId="303286655" sldId="651"/>
            <ac:spMk id="12" creationId="{70DD1B9D-081A-46E1-802F-33FB7F9D3205}"/>
          </ac:spMkLst>
        </pc:spChg>
        <pc:spChg chg="mod">
          <ac:chgData name="翟 锐" userId="fef11181f709266a" providerId="LiveId" clId="{727D35D6-B4E6-4AF0-8F74-99EBC6E1954B}" dt="2020-09-24T13:33:04.701" v="3796" actId="14100"/>
          <ac:spMkLst>
            <pc:docMk/>
            <pc:sldMk cId="303286655" sldId="651"/>
            <ac:spMk id="13" creationId="{AE380602-5C89-45D3-8A1B-05B349085ACE}"/>
          </ac:spMkLst>
        </pc:spChg>
        <pc:spChg chg="mod">
          <ac:chgData name="翟 锐" userId="fef11181f709266a" providerId="LiveId" clId="{727D35D6-B4E6-4AF0-8F74-99EBC6E1954B}" dt="2020-09-24T13:33:04.701" v="3796" actId="14100"/>
          <ac:spMkLst>
            <pc:docMk/>
            <pc:sldMk cId="303286655" sldId="651"/>
            <ac:spMk id="14" creationId="{CC949237-3931-4C45-9D11-2F4067B6EAB5}"/>
          </ac:spMkLst>
        </pc:spChg>
        <pc:spChg chg="mod">
          <ac:chgData name="翟 锐" userId="fef11181f709266a" providerId="LiveId" clId="{727D35D6-B4E6-4AF0-8F74-99EBC6E1954B}" dt="2020-09-24T13:33:04.701" v="3796" actId="14100"/>
          <ac:spMkLst>
            <pc:docMk/>
            <pc:sldMk cId="303286655" sldId="651"/>
            <ac:spMk id="15" creationId="{138CD6CC-5717-4E5B-B368-A03E458ECACD}"/>
          </ac:spMkLst>
        </pc:spChg>
        <pc:spChg chg="mod">
          <ac:chgData name="翟 锐" userId="fef11181f709266a" providerId="LiveId" clId="{727D35D6-B4E6-4AF0-8F74-99EBC6E1954B}" dt="2020-09-24T13:33:04.701" v="3796" actId="14100"/>
          <ac:spMkLst>
            <pc:docMk/>
            <pc:sldMk cId="303286655" sldId="651"/>
            <ac:spMk id="16" creationId="{6FDA478E-778D-4784-A7AD-D3A3077B86B8}"/>
          </ac:spMkLst>
        </pc:spChg>
        <pc:spChg chg="mod">
          <ac:chgData name="翟 锐" userId="fef11181f709266a" providerId="LiveId" clId="{727D35D6-B4E6-4AF0-8F74-99EBC6E1954B}" dt="2020-09-24T13:33:04.701" v="3796" actId="14100"/>
          <ac:spMkLst>
            <pc:docMk/>
            <pc:sldMk cId="303286655" sldId="651"/>
            <ac:spMk id="17" creationId="{0ED9FFB6-CEB4-47F9-9875-BC64BA0F4900}"/>
          </ac:spMkLst>
        </pc:spChg>
        <pc:spChg chg="mod">
          <ac:chgData name="翟 锐" userId="fef11181f709266a" providerId="LiveId" clId="{727D35D6-B4E6-4AF0-8F74-99EBC6E1954B}" dt="2020-09-24T13:33:04.701" v="3796" actId="14100"/>
          <ac:spMkLst>
            <pc:docMk/>
            <pc:sldMk cId="303286655" sldId="651"/>
            <ac:spMk id="18" creationId="{D9D48B37-F7C4-4455-BB29-45815BDB1B05}"/>
          </ac:spMkLst>
        </pc:spChg>
        <pc:spChg chg="mod">
          <ac:chgData name="翟 锐" userId="fef11181f709266a" providerId="LiveId" clId="{727D35D6-B4E6-4AF0-8F74-99EBC6E1954B}" dt="2020-09-24T13:33:04.701" v="3796" actId="14100"/>
          <ac:spMkLst>
            <pc:docMk/>
            <pc:sldMk cId="303286655" sldId="651"/>
            <ac:spMk id="19" creationId="{9F2823FF-0B31-4F25-8B02-BE479FD2E0A7}"/>
          </ac:spMkLst>
        </pc:spChg>
        <pc:spChg chg="mod">
          <ac:chgData name="翟 锐" userId="fef11181f709266a" providerId="LiveId" clId="{727D35D6-B4E6-4AF0-8F74-99EBC6E1954B}" dt="2020-09-24T13:33:04.701" v="3796" actId="14100"/>
          <ac:spMkLst>
            <pc:docMk/>
            <pc:sldMk cId="303286655" sldId="651"/>
            <ac:spMk id="20" creationId="{57A1D1CC-B168-4EB7-BE1F-0C7E7638B550}"/>
          </ac:spMkLst>
        </pc:spChg>
        <pc:spChg chg="mod">
          <ac:chgData name="翟 锐" userId="fef11181f709266a" providerId="LiveId" clId="{727D35D6-B4E6-4AF0-8F74-99EBC6E1954B}" dt="2020-09-24T13:33:04.701" v="3796" actId="14100"/>
          <ac:spMkLst>
            <pc:docMk/>
            <pc:sldMk cId="303286655" sldId="651"/>
            <ac:spMk id="21" creationId="{8EC352C4-E693-4C44-93A3-DC7169669D19}"/>
          </ac:spMkLst>
        </pc:spChg>
        <pc:spChg chg="mod">
          <ac:chgData name="翟 锐" userId="fef11181f709266a" providerId="LiveId" clId="{727D35D6-B4E6-4AF0-8F74-99EBC6E1954B}" dt="2020-09-24T13:33:04.701" v="3796" actId="14100"/>
          <ac:spMkLst>
            <pc:docMk/>
            <pc:sldMk cId="303286655" sldId="651"/>
            <ac:spMk id="22" creationId="{95124D90-B4BB-40F1-AB9B-29C1C97F0895}"/>
          </ac:spMkLst>
        </pc:spChg>
        <pc:spChg chg="mod">
          <ac:chgData name="翟 锐" userId="fef11181f709266a" providerId="LiveId" clId="{727D35D6-B4E6-4AF0-8F74-99EBC6E1954B}" dt="2020-09-24T13:33:04.701" v="3796" actId="14100"/>
          <ac:spMkLst>
            <pc:docMk/>
            <pc:sldMk cId="303286655" sldId="651"/>
            <ac:spMk id="23" creationId="{63B63CD1-C4CE-49D5-93D6-4E553D55C9D0}"/>
          </ac:spMkLst>
        </pc:spChg>
        <pc:spChg chg="mod">
          <ac:chgData name="翟 锐" userId="fef11181f709266a" providerId="LiveId" clId="{727D35D6-B4E6-4AF0-8F74-99EBC6E1954B}" dt="2020-09-24T13:33:04.701" v="3796" actId="14100"/>
          <ac:spMkLst>
            <pc:docMk/>
            <pc:sldMk cId="303286655" sldId="651"/>
            <ac:spMk id="24" creationId="{CE71E2ED-B493-4250-84EC-CBB3B294DD33}"/>
          </ac:spMkLst>
        </pc:spChg>
        <pc:spChg chg="mod">
          <ac:chgData name="翟 锐" userId="fef11181f709266a" providerId="LiveId" clId="{727D35D6-B4E6-4AF0-8F74-99EBC6E1954B}" dt="2020-09-24T13:33:04.701" v="3796" actId="14100"/>
          <ac:spMkLst>
            <pc:docMk/>
            <pc:sldMk cId="303286655" sldId="651"/>
            <ac:spMk id="25" creationId="{1396C08E-9117-48B8-8CAD-62464977F253}"/>
          </ac:spMkLst>
        </pc:spChg>
        <pc:spChg chg="mod">
          <ac:chgData name="翟 锐" userId="fef11181f709266a" providerId="LiveId" clId="{727D35D6-B4E6-4AF0-8F74-99EBC6E1954B}" dt="2020-09-24T13:33:04.701" v="3796" actId="14100"/>
          <ac:spMkLst>
            <pc:docMk/>
            <pc:sldMk cId="303286655" sldId="651"/>
            <ac:spMk id="26" creationId="{A6391CE5-E65B-4A3E-895C-2F4C3E0B650E}"/>
          </ac:spMkLst>
        </pc:spChg>
        <pc:spChg chg="mod">
          <ac:chgData name="翟 锐" userId="fef11181f709266a" providerId="LiveId" clId="{727D35D6-B4E6-4AF0-8F74-99EBC6E1954B}" dt="2020-09-24T13:33:04.701" v="3796" actId="14100"/>
          <ac:spMkLst>
            <pc:docMk/>
            <pc:sldMk cId="303286655" sldId="651"/>
            <ac:spMk id="27" creationId="{8B30BA4E-ECC8-431D-95F8-A2ACE8FEB931}"/>
          </ac:spMkLst>
        </pc:spChg>
        <pc:spChg chg="mod">
          <ac:chgData name="翟 锐" userId="fef11181f709266a" providerId="LiveId" clId="{727D35D6-B4E6-4AF0-8F74-99EBC6E1954B}" dt="2020-09-24T13:33:04.701" v="3796" actId="14100"/>
          <ac:spMkLst>
            <pc:docMk/>
            <pc:sldMk cId="303286655" sldId="651"/>
            <ac:spMk id="28" creationId="{BCBF28E0-3DDB-475E-AEE8-54F3749DD47D}"/>
          </ac:spMkLst>
        </pc:spChg>
        <pc:spChg chg="mod">
          <ac:chgData name="翟 锐" userId="fef11181f709266a" providerId="LiveId" clId="{727D35D6-B4E6-4AF0-8F74-99EBC6E1954B}" dt="2020-09-24T13:33:04.701" v="3796" actId="14100"/>
          <ac:spMkLst>
            <pc:docMk/>
            <pc:sldMk cId="303286655" sldId="651"/>
            <ac:spMk id="29" creationId="{9D106730-A645-405D-9F68-605F027D468F}"/>
          </ac:spMkLst>
        </pc:spChg>
        <pc:spChg chg="mod">
          <ac:chgData name="翟 锐" userId="fef11181f709266a" providerId="LiveId" clId="{727D35D6-B4E6-4AF0-8F74-99EBC6E1954B}" dt="2020-09-24T13:33:04.701" v="3796" actId="14100"/>
          <ac:spMkLst>
            <pc:docMk/>
            <pc:sldMk cId="303286655" sldId="651"/>
            <ac:spMk id="30" creationId="{A884E584-0337-46B7-85D1-BC707DC35EA6}"/>
          </ac:spMkLst>
        </pc:spChg>
        <pc:spChg chg="mod">
          <ac:chgData name="翟 锐" userId="fef11181f709266a" providerId="LiveId" clId="{727D35D6-B4E6-4AF0-8F74-99EBC6E1954B}" dt="2020-09-24T13:33:04.701" v="3796" actId="14100"/>
          <ac:spMkLst>
            <pc:docMk/>
            <pc:sldMk cId="303286655" sldId="651"/>
            <ac:spMk id="31" creationId="{1FE03FFA-71F8-4810-9437-EA734949EF95}"/>
          </ac:spMkLst>
        </pc:spChg>
        <pc:spChg chg="mod">
          <ac:chgData name="翟 锐" userId="fef11181f709266a" providerId="LiveId" clId="{727D35D6-B4E6-4AF0-8F74-99EBC6E1954B}" dt="2020-09-24T13:33:04.701" v="3796" actId="14100"/>
          <ac:spMkLst>
            <pc:docMk/>
            <pc:sldMk cId="303286655" sldId="651"/>
            <ac:spMk id="32" creationId="{C8D3C869-4D8B-4C22-A662-4EBF2EACA865}"/>
          </ac:spMkLst>
        </pc:spChg>
        <pc:spChg chg="mod">
          <ac:chgData name="翟 锐" userId="fef11181f709266a" providerId="LiveId" clId="{727D35D6-B4E6-4AF0-8F74-99EBC6E1954B}" dt="2020-09-24T13:31:01.282" v="3766" actId="164"/>
          <ac:spMkLst>
            <pc:docMk/>
            <pc:sldMk cId="303286655" sldId="651"/>
            <ac:spMk id="34" creationId="{00000000-0000-0000-0000-000000000000}"/>
          </ac:spMkLst>
        </pc:spChg>
        <pc:spChg chg="mod">
          <ac:chgData name="翟 锐" userId="fef11181f709266a" providerId="LiveId" clId="{727D35D6-B4E6-4AF0-8F74-99EBC6E1954B}" dt="2020-09-24T13:33:04.701" v="3796" actId="14100"/>
          <ac:spMkLst>
            <pc:docMk/>
            <pc:sldMk cId="303286655" sldId="651"/>
            <ac:spMk id="36" creationId="{B3FFBD69-F59B-447F-A088-6A38CD60B6C0}"/>
          </ac:spMkLst>
        </pc:spChg>
        <pc:spChg chg="mod">
          <ac:chgData name="翟 锐" userId="fef11181f709266a" providerId="LiveId" clId="{727D35D6-B4E6-4AF0-8F74-99EBC6E1954B}" dt="2020-09-24T13:33:04.701" v="3796" actId="14100"/>
          <ac:spMkLst>
            <pc:docMk/>
            <pc:sldMk cId="303286655" sldId="651"/>
            <ac:spMk id="37" creationId="{DBE09F2D-E9F6-4CF7-87AE-ECFF49FC4825}"/>
          </ac:spMkLst>
        </pc:spChg>
        <pc:spChg chg="mod">
          <ac:chgData name="翟 锐" userId="fef11181f709266a" providerId="LiveId" clId="{727D35D6-B4E6-4AF0-8F74-99EBC6E1954B}" dt="2020-09-24T13:33:04.701" v="3796" actId="14100"/>
          <ac:spMkLst>
            <pc:docMk/>
            <pc:sldMk cId="303286655" sldId="651"/>
            <ac:spMk id="38" creationId="{263E6716-1A88-453A-832D-9CBBF4D85120}"/>
          </ac:spMkLst>
        </pc:spChg>
        <pc:spChg chg="mod">
          <ac:chgData name="翟 锐" userId="fef11181f709266a" providerId="LiveId" clId="{727D35D6-B4E6-4AF0-8F74-99EBC6E1954B}" dt="2020-09-24T13:33:04.701" v="3796" actId="14100"/>
          <ac:spMkLst>
            <pc:docMk/>
            <pc:sldMk cId="303286655" sldId="651"/>
            <ac:spMk id="39" creationId="{68580A50-BD37-4839-B5D8-4B178318ED02}"/>
          </ac:spMkLst>
        </pc:spChg>
        <pc:grpChg chg="add mod">
          <ac:chgData name="翟 锐" userId="fef11181f709266a" providerId="LiveId" clId="{727D35D6-B4E6-4AF0-8F74-99EBC6E1954B}" dt="2020-09-24T13:31:01.282" v="3766" actId="164"/>
          <ac:grpSpMkLst>
            <pc:docMk/>
            <pc:sldMk cId="303286655" sldId="651"/>
            <ac:grpSpMk id="2" creationId="{1CF4238A-2FBA-4B54-BC8F-360190ED1CDF}"/>
          </ac:grpSpMkLst>
        </pc:grpChg>
        <pc:grpChg chg="add mod">
          <ac:chgData name="翟 锐" userId="fef11181f709266a" providerId="LiveId" clId="{727D35D6-B4E6-4AF0-8F74-99EBC6E1954B}" dt="2020-09-24T13:33:04.701" v="3796" actId="14100"/>
          <ac:grpSpMkLst>
            <pc:docMk/>
            <pc:sldMk cId="303286655" sldId="651"/>
            <ac:grpSpMk id="3" creationId="{6563EB65-19D8-4F0A-BDA6-A2F1113BC3E3}"/>
          </ac:grpSpMkLst>
        </pc:grpChg>
        <pc:cxnChg chg="mod">
          <ac:chgData name="翟 锐" userId="fef11181f709266a" providerId="LiveId" clId="{727D35D6-B4E6-4AF0-8F74-99EBC6E1954B}" dt="2020-09-24T13:31:01.282" v="3766" actId="164"/>
          <ac:cxnSpMkLst>
            <pc:docMk/>
            <pc:sldMk cId="303286655" sldId="651"/>
            <ac:cxnSpMk id="33" creationId="{00000000-0000-0000-0000-000000000000}"/>
          </ac:cxnSpMkLst>
        </pc:cxnChg>
      </pc:sldChg>
      <pc:sldChg chg="modSp add">
        <pc:chgData name="翟 锐" userId="fef11181f709266a" providerId="LiveId" clId="{727D35D6-B4E6-4AF0-8F74-99EBC6E1954B}" dt="2020-09-24T13:51:17.226" v="4000"/>
        <pc:sldMkLst>
          <pc:docMk/>
          <pc:sldMk cId="843143412" sldId="652"/>
        </pc:sldMkLst>
        <pc:spChg chg="mod">
          <ac:chgData name="翟 锐" userId="fef11181f709266a" providerId="LiveId" clId="{727D35D6-B4E6-4AF0-8F74-99EBC6E1954B}" dt="2020-09-24T13:51:17.226" v="4000"/>
          <ac:spMkLst>
            <pc:docMk/>
            <pc:sldMk cId="843143412" sldId="652"/>
            <ac:spMk id="35" creationId="{00000000-0000-0000-0000-000000000000}"/>
          </ac:spMkLst>
        </pc:spChg>
      </pc:sldChg>
      <pc:sldChg chg="add del">
        <pc:chgData name="翟 锐" userId="fef11181f709266a" providerId="LiveId" clId="{727D35D6-B4E6-4AF0-8F74-99EBC6E1954B}" dt="2020-09-24T13:51:02.203" v="3998" actId="2696"/>
        <pc:sldMkLst>
          <pc:docMk/>
          <pc:sldMk cId="2623457256" sldId="652"/>
        </pc:sldMkLst>
      </pc:sldChg>
      <pc:sldChg chg="add">
        <pc:chgData name="翟 锐" userId="fef11181f709266a" providerId="LiveId" clId="{727D35D6-B4E6-4AF0-8F74-99EBC6E1954B}" dt="2020-09-05T02:09:13.893" v="252"/>
        <pc:sldMkLst>
          <pc:docMk/>
          <pc:sldMk cId="1900271857" sldId="653"/>
        </pc:sldMkLst>
      </pc:sldChg>
      <pc:sldChg chg="add">
        <pc:chgData name="翟 锐" userId="fef11181f709266a" providerId="LiveId" clId="{727D35D6-B4E6-4AF0-8F74-99EBC6E1954B}" dt="2020-09-05T02:09:13.893" v="252"/>
        <pc:sldMkLst>
          <pc:docMk/>
          <pc:sldMk cId="821615060" sldId="654"/>
        </pc:sldMkLst>
      </pc:sldChg>
      <pc:sldChg chg="add">
        <pc:chgData name="翟 锐" userId="fef11181f709266a" providerId="LiveId" clId="{727D35D6-B4E6-4AF0-8F74-99EBC6E1954B}" dt="2020-09-05T02:09:13.893" v="252"/>
        <pc:sldMkLst>
          <pc:docMk/>
          <pc:sldMk cId="3026258030" sldId="655"/>
        </pc:sldMkLst>
      </pc:sldChg>
      <pc:sldChg chg="add">
        <pc:chgData name="翟 锐" userId="fef11181f709266a" providerId="LiveId" clId="{727D35D6-B4E6-4AF0-8F74-99EBC6E1954B}" dt="2020-09-05T02:09:13.893" v="252"/>
        <pc:sldMkLst>
          <pc:docMk/>
          <pc:sldMk cId="136167118" sldId="656"/>
        </pc:sldMkLst>
      </pc:sldChg>
      <pc:sldChg chg="delSp modSp add del mod">
        <pc:chgData name="翟 锐" userId="fef11181f709266a" providerId="LiveId" clId="{727D35D6-B4E6-4AF0-8F74-99EBC6E1954B}" dt="2020-09-23T16:24:30.469" v="1986" actId="47"/>
        <pc:sldMkLst>
          <pc:docMk/>
          <pc:sldMk cId="1862911527" sldId="657"/>
        </pc:sldMkLst>
        <pc:spChg chg="del mod">
          <ac:chgData name="翟 锐" userId="fef11181f709266a" providerId="LiveId" clId="{727D35D6-B4E6-4AF0-8F74-99EBC6E1954B}" dt="2020-09-23T16:24:29.329" v="1985"/>
          <ac:spMkLst>
            <pc:docMk/>
            <pc:sldMk cId="1862911527" sldId="657"/>
            <ac:spMk id="2" creationId="{1A343DEC-CFF6-41F5-B87C-0DFC08C67B76}"/>
          </ac:spMkLst>
        </pc:spChg>
        <pc:spChg chg="del">
          <ac:chgData name="翟 锐" userId="fef11181f709266a" providerId="LiveId" clId="{727D35D6-B4E6-4AF0-8F74-99EBC6E1954B}" dt="2020-09-05T15:33:29.645" v="367" actId="478"/>
          <ac:spMkLst>
            <pc:docMk/>
            <pc:sldMk cId="1862911527" sldId="657"/>
            <ac:spMk id="9" creationId="{F2F000C4-A5F3-4FC3-AFF7-D0D6C6EB3026}"/>
          </ac:spMkLst>
        </pc:spChg>
        <pc:spChg chg="mod">
          <ac:chgData name="翟 锐" userId="fef11181f709266a" providerId="LiveId" clId="{727D35D6-B4E6-4AF0-8F74-99EBC6E1954B}" dt="2020-09-05T15:33:16.754" v="340"/>
          <ac:spMkLst>
            <pc:docMk/>
            <pc:sldMk cId="1862911527" sldId="657"/>
            <ac:spMk id="35" creationId="{00000000-0000-0000-0000-000000000000}"/>
          </ac:spMkLst>
        </pc:spChg>
      </pc:sldChg>
      <pc:sldChg chg="modSp add del">
        <pc:chgData name="翟 锐" userId="fef11181f709266a" providerId="LiveId" clId="{727D35D6-B4E6-4AF0-8F74-99EBC6E1954B}" dt="2020-09-24T13:16:53.166" v="3723" actId="47"/>
        <pc:sldMkLst>
          <pc:docMk/>
          <pc:sldMk cId="3541112199" sldId="658"/>
        </pc:sldMkLst>
        <pc:spChg chg="mod">
          <ac:chgData name="翟 锐" userId="fef11181f709266a" providerId="LiveId" clId="{727D35D6-B4E6-4AF0-8F74-99EBC6E1954B}" dt="2020-09-05T16:03:52.397" v="1179"/>
          <ac:spMkLst>
            <pc:docMk/>
            <pc:sldMk cId="3541112199" sldId="658"/>
            <ac:spMk id="2" creationId="{00000000-0000-0000-0000-000000000000}"/>
          </ac:spMkLst>
        </pc:spChg>
      </pc:sldChg>
      <pc:sldChg chg="modSp add mod">
        <pc:chgData name="翟 锐" userId="fef11181f709266a" providerId="LiveId" clId="{727D35D6-B4E6-4AF0-8F74-99EBC6E1954B}" dt="2020-09-24T13:51:29.172" v="4024"/>
        <pc:sldMkLst>
          <pc:docMk/>
          <pc:sldMk cId="682694001" sldId="659"/>
        </pc:sldMkLst>
        <pc:spChg chg="mod">
          <ac:chgData name="翟 锐" userId="fef11181f709266a" providerId="LiveId" clId="{727D35D6-B4E6-4AF0-8F74-99EBC6E1954B}" dt="2020-09-24T13:51:29.172" v="4024"/>
          <ac:spMkLst>
            <pc:docMk/>
            <pc:sldMk cId="682694001" sldId="659"/>
            <ac:spMk id="2" creationId="{1A343DEC-CFF6-41F5-B87C-0DFC08C67B76}"/>
          </ac:spMkLst>
        </pc:spChg>
        <pc:spChg chg="mod">
          <ac:chgData name="翟 锐" userId="fef11181f709266a" providerId="LiveId" clId="{727D35D6-B4E6-4AF0-8F74-99EBC6E1954B}" dt="2020-09-06T05:37:25.540" v="1980" actId="20577"/>
          <ac:spMkLst>
            <pc:docMk/>
            <pc:sldMk cId="682694001" sldId="659"/>
            <ac:spMk id="35" creationId="{00000000-0000-0000-0000-000000000000}"/>
          </ac:spMkLst>
        </pc:spChg>
      </pc:sldChg>
      <pc:sldChg chg="add del">
        <pc:chgData name="翟 锐" userId="fef11181f709266a" providerId="LiveId" clId="{727D35D6-B4E6-4AF0-8F74-99EBC6E1954B}" dt="2020-09-06T05:21:33.783" v="1827" actId="47"/>
        <pc:sldMkLst>
          <pc:docMk/>
          <pc:sldMk cId="2586824896" sldId="659"/>
        </pc:sldMkLst>
      </pc:sldChg>
      <pc:sldChg chg="modSp mod">
        <pc:chgData name="翟 锐" userId="fef11181f709266a" providerId="LiveId" clId="{727D35D6-B4E6-4AF0-8F74-99EBC6E1954B}" dt="2020-09-24T09:26:52.355" v="2106" actId="404"/>
        <pc:sldMkLst>
          <pc:docMk/>
          <pc:sldMk cId="2870330272" sldId="661"/>
        </pc:sldMkLst>
        <pc:spChg chg="mod">
          <ac:chgData name="翟 锐" userId="fef11181f709266a" providerId="LiveId" clId="{727D35D6-B4E6-4AF0-8F74-99EBC6E1954B}" dt="2020-09-24T09:26:52.355" v="2106" actId="404"/>
          <ac:spMkLst>
            <pc:docMk/>
            <pc:sldMk cId="2870330272" sldId="661"/>
            <ac:spMk id="2" creationId="{1A343DEC-CFF6-41F5-B87C-0DFC08C67B76}"/>
          </ac:spMkLst>
        </pc:spChg>
      </pc:sldChg>
      <pc:sldChg chg="modSp add mod ord">
        <pc:chgData name="翟 锐" userId="fef11181f709266a" providerId="LiveId" clId="{727D35D6-B4E6-4AF0-8F74-99EBC6E1954B}" dt="2020-09-24T13:37:24.072" v="3888"/>
        <pc:sldMkLst>
          <pc:docMk/>
          <pc:sldMk cId="3556646648" sldId="662"/>
        </pc:sldMkLst>
        <pc:spChg chg="mod">
          <ac:chgData name="翟 锐" userId="fef11181f709266a" providerId="LiveId" clId="{727D35D6-B4E6-4AF0-8F74-99EBC6E1954B}" dt="2020-09-24T09:46:00.293" v="2352" actId="6549"/>
          <ac:spMkLst>
            <pc:docMk/>
            <pc:sldMk cId="3556646648" sldId="662"/>
            <ac:spMk id="2" creationId="{1A343DEC-CFF6-41F5-B87C-0DFC08C67B76}"/>
          </ac:spMkLst>
        </pc:spChg>
        <pc:spChg chg="mod">
          <ac:chgData name="翟 锐" userId="fef11181f709266a" providerId="LiveId" clId="{727D35D6-B4E6-4AF0-8F74-99EBC6E1954B}" dt="2020-09-24T13:37:24.072" v="3888"/>
          <ac:spMkLst>
            <pc:docMk/>
            <pc:sldMk cId="3556646648" sldId="662"/>
            <ac:spMk id="35" creationId="{00000000-0000-0000-0000-000000000000}"/>
          </ac:spMkLst>
        </pc:spChg>
      </pc:sldChg>
      <pc:sldChg chg="modSp add mod ord">
        <pc:chgData name="翟 锐" userId="fef11181f709266a" providerId="LiveId" clId="{727D35D6-B4E6-4AF0-8F74-99EBC6E1954B}" dt="2020-09-24T13:38:15.346" v="3908"/>
        <pc:sldMkLst>
          <pc:docMk/>
          <pc:sldMk cId="2997070940" sldId="663"/>
        </pc:sldMkLst>
        <pc:spChg chg="mod">
          <ac:chgData name="翟 锐" userId="fef11181f709266a" providerId="LiveId" clId="{727D35D6-B4E6-4AF0-8F74-99EBC6E1954B}" dt="2020-09-24T12:45:56.249" v="3536" actId="6549"/>
          <ac:spMkLst>
            <pc:docMk/>
            <pc:sldMk cId="2997070940" sldId="663"/>
            <ac:spMk id="2" creationId="{1A343DEC-CFF6-41F5-B87C-0DFC08C67B76}"/>
          </ac:spMkLst>
        </pc:spChg>
        <pc:spChg chg="mod">
          <ac:chgData name="翟 锐" userId="fef11181f709266a" providerId="LiveId" clId="{727D35D6-B4E6-4AF0-8F74-99EBC6E1954B}" dt="2020-09-24T10:24:02.262" v="3534"/>
          <ac:spMkLst>
            <pc:docMk/>
            <pc:sldMk cId="2997070940" sldId="663"/>
            <ac:spMk id="35" creationId="{00000000-0000-0000-0000-000000000000}"/>
          </ac:spMkLst>
        </pc:spChg>
      </pc:sldChg>
      <pc:sldChg chg="modSp add mod">
        <pc:chgData name="翟 锐" userId="fef11181f709266a" providerId="LiveId" clId="{727D35D6-B4E6-4AF0-8F74-99EBC6E1954B}" dt="2020-09-24T13:46:46.772" v="3989" actId="6549"/>
        <pc:sldMkLst>
          <pc:docMk/>
          <pc:sldMk cId="1032184243" sldId="664"/>
        </pc:sldMkLst>
        <pc:spChg chg="mod">
          <ac:chgData name="翟 锐" userId="fef11181f709266a" providerId="LiveId" clId="{727D35D6-B4E6-4AF0-8F74-99EBC6E1954B}" dt="2020-09-24T13:46:46.772" v="3989" actId="6549"/>
          <ac:spMkLst>
            <pc:docMk/>
            <pc:sldMk cId="1032184243" sldId="664"/>
            <ac:spMk id="16" creationId="{00000000-0000-0000-0000-000000000000}"/>
          </ac:spMkLst>
        </pc:spChg>
        <pc:spChg chg="mod">
          <ac:chgData name="翟 锐" userId="fef11181f709266a" providerId="LiveId" clId="{727D35D6-B4E6-4AF0-8F74-99EBC6E1954B}" dt="2020-09-24T13:34:28.304" v="3823" actId="1076"/>
          <ac:spMkLst>
            <pc:docMk/>
            <pc:sldMk cId="1032184243" sldId="664"/>
            <ac:spMk id="17" creationId="{00000000-0000-0000-0000-000000000000}"/>
          </ac:spMkLst>
        </pc:spChg>
        <pc:spChg chg="mod">
          <ac:chgData name="翟 锐" userId="fef11181f709266a" providerId="LiveId" clId="{727D35D6-B4E6-4AF0-8F74-99EBC6E1954B}" dt="2020-09-24T13:35:14.494" v="3848"/>
          <ac:spMkLst>
            <pc:docMk/>
            <pc:sldMk cId="1032184243" sldId="664"/>
            <ac:spMk id="28" creationId="{00000000-0000-0000-0000-000000000000}"/>
          </ac:spMkLst>
        </pc:spChg>
      </pc:sldChg>
      <pc:sldChg chg="add del">
        <pc:chgData name="翟 锐" userId="fef11181f709266a" providerId="LiveId" clId="{727D35D6-B4E6-4AF0-8F74-99EBC6E1954B}" dt="2020-09-24T10:23:07.697" v="3521"/>
        <pc:sldMkLst>
          <pc:docMk/>
          <pc:sldMk cId="1971336409" sldId="664"/>
        </pc:sldMkLst>
      </pc:sldChg>
      <pc:sldChg chg="new del">
        <pc:chgData name="翟 锐" userId="fef11181f709266a" providerId="LiveId" clId="{727D35D6-B4E6-4AF0-8F74-99EBC6E1954B}" dt="2020-09-24T12:46:15.740" v="3538" actId="47"/>
        <pc:sldMkLst>
          <pc:docMk/>
          <pc:sldMk cId="3539007511" sldId="664"/>
        </pc:sldMkLst>
      </pc:sldChg>
    </pc:docChg>
  </pc:docChgLst>
  <pc:docChgLst>
    <pc:chgData name="翟 锐" userId="fef11181f709266a" providerId="LiveId" clId="{C0002306-8AAE-445D-8BB2-3FFD8060546B}"/>
    <pc:docChg chg="undo custSel addSld modSld">
      <pc:chgData name="翟 锐" userId="fef11181f709266a" providerId="LiveId" clId="{C0002306-8AAE-445D-8BB2-3FFD8060546B}" dt="2020-09-24T02:56:13.672" v="260" actId="6549"/>
      <pc:docMkLst>
        <pc:docMk/>
      </pc:docMkLst>
      <pc:sldChg chg="modSp mod">
        <pc:chgData name="翟 锐" userId="fef11181f709266a" providerId="LiveId" clId="{C0002306-8AAE-445D-8BB2-3FFD8060546B}" dt="2020-09-24T02:55:21.312" v="258" actId="20577"/>
        <pc:sldMkLst>
          <pc:docMk/>
          <pc:sldMk cId="2142524837" sldId="602"/>
        </pc:sldMkLst>
        <pc:spChg chg="mod">
          <ac:chgData name="翟 锐" userId="fef11181f709266a" providerId="LiveId" clId="{C0002306-8AAE-445D-8BB2-3FFD8060546B}" dt="2020-09-24T02:55:21.312" v="258" actId="20577"/>
          <ac:spMkLst>
            <pc:docMk/>
            <pc:sldMk cId="2142524837" sldId="602"/>
            <ac:spMk id="2" creationId="{1A343DEC-CFF6-41F5-B87C-0DFC08C67B76}"/>
          </ac:spMkLst>
        </pc:spChg>
      </pc:sldChg>
      <pc:sldChg chg="modSp mod">
        <pc:chgData name="翟 锐" userId="fef11181f709266a" providerId="LiveId" clId="{C0002306-8AAE-445D-8BB2-3FFD8060546B}" dt="2020-09-24T02:56:13.672" v="260" actId="6549"/>
        <pc:sldMkLst>
          <pc:docMk/>
          <pc:sldMk cId="2933535704" sldId="607"/>
        </pc:sldMkLst>
        <pc:spChg chg="mod">
          <ac:chgData name="翟 锐" userId="fef11181f709266a" providerId="LiveId" clId="{C0002306-8AAE-445D-8BB2-3FFD8060546B}" dt="2020-09-24T02:56:13.672" v="260" actId="6549"/>
          <ac:spMkLst>
            <pc:docMk/>
            <pc:sldMk cId="2933535704" sldId="607"/>
            <ac:spMk id="2" creationId="{1A343DEC-CFF6-41F5-B87C-0DFC08C67B76}"/>
          </ac:spMkLst>
        </pc:spChg>
      </pc:sldChg>
      <pc:sldChg chg="modSp add mod modAnim">
        <pc:chgData name="翟 锐" userId="fef11181f709266a" providerId="LiveId" clId="{C0002306-8AAE-445D-8BB2-3FFD8060546B}" dt="2020-09-24T02:40:27.006" v="228"/>
        <pc:sldMkLst>
          <pc:docMk/>
          <pc:sldMk cId="2282940426" sldId="660"/>
        </pc:sldMkLst>
        <pc:spChg chg="mod">
          <ac:chgData name="翟 锐" userId="fef11181f709266a" providerId="LiveId" clId="{C0002306-8AAE-445D-8BB2-3FFD8060546B}" dt="2020-09-24T02:39:28.915" v="218" actId="12"/>
          <ac:spMkLst>
            <pc:docMk/>
            <pc:sldMk cId="2282940426" sldId="660"/>
            <ac:spMk id="2" creationId="{1A343DEC-CFF6-41F5-B87C-0DFC08C67B76}"/>
          </ac:spMkLst>
        </pc:spChg>
      </pc:sldChg>
      <pc:sldChg chg="modSp add mod">
        <pc:chgData name="翟 锐" userId="fef11181f709266a" providerId="LiveId" clId="{C0002306-8AAE-445D-8BB2-3FFD8060546B}" dt="2020-09-24T02:55:34.202" v="259" actId="6549"/>
        <pc:sldMkLst>
          <pc:docMk/>
          <pc:sldMk cId="2870330272" sldId="661"/>
        </pc:sldMkLst>
        <pc:spChg chg="mod">
          <ac:chgData name="翟 锐" userId="fef11181f709266a" providerId="LiveId" clId="{C0002306-8AAE-445D-8BB2-3FFD8060546B}" dt="2020-09-24T02:55:34.202" v="259" actId="6549"/>
          <ac:spMkLst>
            <pc:docMk/>
            <pc:sldMk cId="2870330272" sldId="661"/>
            <ac:spMk id="2" creationId="{1A343DEC-CFF6-41F5-B87C-0DFC08C67B76}"/>
          </ac:spMkLst>
        </pc:spChg>
      </pc:sldChg>
    </pc:docChg>
  </pc:docChgLst>
  <pc:docChgLst>
    <pc:chgData name="翟 锐" userId="fef11181f709266a" providerId="LiveId" clId="{10275908-82CB-4111-8AC1-0D131A21EACA}"/>
    <pc:docChg chg="undo redo custSel addSld delSld modSld sldOrd">
      <pc:chgData name="翟 锐" userId="fef11181f709266a" providerId="LiveId" clId="{10275908-82CB-4111-8AC1-0D131A21EACA}" dt="2020-08-12T15:57:51.155" v="1446" actId="12"/>
      <pc:docMkLst>
        <pc:docMk/>
      </pc:docMkLst>
      <pc:sldChg chg="modSp add del mod">
        <pc:chgData name="翟 锐" userId="fef11181f709266a" providerId="LiveId" clId="{10275908-82CB-4111-8AC1-0D131A21EACA}" dt="2020-08-12T06:01:23.417" v="23"/>
        <pc:sldMkLst>
          <pc:docMk/>
          <pc:sldMk cId="0" sldId="256"/>
        </pc:sldMkLst>
        <pc:spChg chg="mod">
          <ac:chgData name="翟 锐" userId="fef11181f709266a" providerId="LiveId" clId="{10275908-82CB-4111-8AC1-0D131A21EACA}" dt="2020-08-12T06:01:23.417" v="23"/>
          <ac:spMkLst>
            <pc:docMk/>
            <pc:sldMk cId="0" sldId="256"/>
            <ac:spMk id="2055" creationId="{14A68A61-CC6E-40FC-87F9-39638A4ECB40}"/>
          </ac:spMkLst>
        </pc:spChg>
      </pc:sldChg>
      <pc:sldChg chg="del">
        <pc:chgData name="翟 锐" userId="fef11181f709266a" providerId="LiveId" clId="{10275908-82CB-4111-8AC1-0D131A21EACA}" dt="2020-08-12T06:07:21.227" v="24" actId="47"/>
        <pc:sldMkLst>
          <pc:docMk/>
          <pc:sldMk cId="0" sldId="257"/>
        </pc:sldMkLst>
      </pc:sldChg>
      <pc:sldChg chg="add del">
        <pc:chgData name="翟 锐" userId="fef11181f709266a" providerId="LiveId" clId="{10275908-82CB-4111-8AC1-0D131A21EACA}" dt="2020-08-12T06:01:23.417" v="23"/>
        <pc:sldMkLst>
          <pc:docMk/>
          <pc:sldMk cId="0" sldId="259"/>
        </pc:sldMkLst>
      </pc:sldChg>
      <pc:sldChg chg="add del modTransition">
        <pc:chgData name="翟 锐" userId="fef11181f709266a" providerId="LiveId" clId="{10275908-82CB-4111-8AC1-0D131A21EACA}" dt="2020-08-12T06:01:23.417" v="23"/>
        <pc:sldMkLst>
          <pc:docMk/>
          <pc:sldMk cId="0" sldId="276"/>
        </pc:sldMkLst>
      </pc:sldChg>
      <pc:sldChg chg="add del">
        <pc:chgData name="翟 锐" userId="fef11181f709266a" providerId="LiveId" clId="{10275908-82CB-4111-8AC1-0D131A21EACA}" dt="2020-08-12T06:01:23.417" v="23"/>
        <pc:sldMkLst>
          <pc:docMk/>
          <pc:sldMk cId="0" sldId="277"/>
        </pc:sldMkLst>
      </pc:sldChg>
      <pc:sldChg chg="del">
        <pc:chgData name="翟 锐" userId="fef11181f709266a" providerId="LiveId" clId="{10275908-82CB-4111-8AC1-0D131A21EACA}" dt="2020-08-12T13:18:01.648" v="741" actId="47"/>
        <pc:sldMkLst>
          <pc:docMk/>
          <pc:sldMk cId="0" sldId="290"/>
        </pc:sldMkLst>
      </pc:sldChg>
      <pc:sldChg chg="delSp modSp mod delAnim modNotesTx">
        <pc:chgData name="翟 锐" userId="fef11181f709266a" providerId="LiveId" clId="{10275908-82CB-4111-8AC1-0D131A21EACA}" dt="2020-08-12T13:47:07.808" v="919"/>
        <pc:sldMkLst>
          <pc:docMk/>
          <pc:sldMk cId="0" sldId="301"/>
        </pc:sldMkLst>
        <pc:spChg chg="mod">
          <ac:chgData name="翟 锐" userId="fef11181f709266a" providerId="LiveId" clId="{10275908-82CB-4111-8AC1-0D131A21EACA}" dt="2020-08-12T06:07:55.545" v="61" actId="6549"/>
          <ac:spMkLst>
            <pc:docMk/>
            <pc:sldMk cId="0" sldId="301"/>
            <ac:spMk id="10" creationId="{00000000-0000-0000-0000-000000000000}"/>
          </ac:spMkLst>
        </pc:spChg>
        <pc:picChg chg="del">
          <ac:chgData name="翟 锐" userId="fef11181f709266a" providerId="LiveId" clId="{10275908-82CB-4111-8AC1-0D131A21EACA}" dt="2020-08-12T05:58:00.891" v="0" actId="478"/>
          <ac:picMkLst>
            <pc:docMk/>
            <pc:sldMk cId="0" sldId="301"/>
            <ac:picMk id="2" creationId="{42CEE4C9-462F-43D7-9DCA-CAE8D3EDD5D3}"/>
          </ac:picMkLst>
        </pc:picChg>
      </pc:sldChg>
      <pc:sldChg chg="add del">
        <pc:chgData name="翟 锐" userId="fef11181f709266a" providerId="LiveId" clId="{10275908-82CB-4111-8AC1-0D131A21EACA}" dt="2020-08-12T06:01:23.417" v="23"/>
        <pc:sldMkLst>
          <pc:docMk/>
          <pc:sldMk cId="0" sldId="306"/>
        </pc:sldMkLst>
      </pc:sldChg>
      <pc:sldChg chg="add del">
        <pc:chgData name="翟 锐" userId="fef11181f709266a" providerId="LiveId" clId="{10275908-82CB-4111-8AC1-0D131A21EACA}" dt="2020-08-12T06:01:23.417" v="23"/>
        <pc:sldMkLst>
          <pc:docMk/>
          <pc:sldMk cId="0" sldId="308"/>
        </pc:sldMkLst>
      </pc:sldChg>
      <pc:sldChg chg="add del">
        <pc:chgData name="翟 锐" userId="fef11181f709266a" providerId="LiveId" clId="{10275908-82CB-4111-8AC1-0D131A21EACA}" dt="2020-08-12T06:01:23.417" v="23"/>
        <pc:sldMkLst>
          <pc:docMk/>
          <pc:sldMk cId="0" sldId="315"/>
        </pc:sldMkLst>
      </pc:sldChg>
      <pc:sldChg chg="add del">
        <pc:chgData name="翟 锐" userId="fef11181f709266a" providerId="LiveId" clId="{10275908-82CB-4111-8AC1-0D131A21EACA}" dt="2020-08-12T06:01:23.417" v="23"/>
        <pc:sldMkLst>
          <pc:docMk/>
          <pc:sldMk cId="0" sldId="323"/>
        </pc:sldMkLst>
      </pc:sldChg>
      <pc:sldChg chg="add del modTransition">
        <pc:chgData name="翟 锐" userId="fef11181f709266a" providerId="LiveId" clId="{10275908-82CB-4111-8AC1-0D131A21EACA}" dt="2020-08-12T06:01:23.417" v="23"/>
        <pc:sldMkLst>
          <pc:docMk/>
          <pc:sldMk cId="0" sldId="324"/>
        </pc:sldMkLst>
      </pc:sldChg>
      <pc:sldChg chg="add del">
        <pc:chgData name="翟 锐" userId="fef11181f709266a" providerId="LiveId" clId="{10275908-82CB-4111-8AC1-0D131A21EACA}" dt="2020-08-12T06:01:23.417" v="23"/>
        <pc:sldMkLst>
          <pc:docMk/>
          <pc:sldMk cId="0" sldId="325"/>
        </pc:sldMkLst>
      </pc:sldChg>
      <pc:sldChg chg="add del">
        <pc:chgData name="翟 锐" userId="fef11181f709266a" providerId="LiveId" clId="{10275908-82CB-4111-8AC1-0D131A21EACA}" dt="2020-08-12T06:01:23.417" v="23"/>
        <pc:sldMkLst>
          <pc:docMk/>
          <pc:sldMk cId="0" sldId="326"/>
        </pc:sldMkLst>
      </pc:sldChg>
      <pc:sldChg chg="add del">
        <pc:chgData name="翟 锐" userId="fef11181f709266a" providerId="LiveId" clId="{10275908-82CB-4111-8AC1-0D131A21EACA}" dt="2020-08-12T06:01:23.417" v="23"/>
        <pc:sldMkLst>
          <pc:docMk/>
          <pc:sldMk cId="0" sldId="327"/>
        </pc:sldMkLst>
      </pc:sldChg>
      <pc:sldChg chg="add del">
        <pc:chgData name="翟 锐" userId="fef11181f709266a" providerId="LiveId" clId="{10275908-82CB-4111-8AC1-0D131A21EACA}" dt="2020-08-12T06:01:23.417" v="23"/>
        <pc:sldMkLst>
          <pc:docMk/>
          <pc:sldMk cId="0" sldId="328"/>
        </pc:sldMkLst>
      </pc:sldChg>
      <pc:sldChg chg="add del">
        <pc:chgData name="翟 锐" userId="fef11181f709266a" providerId="LiveId" clId="{10275908-82CB-4111-8AC1-0D131A21EACA}" dt="2020-08-12T06:01:23.417" v="23"/>
        <pc:sldMkLst>
          <pc:docMk/>
          <pc:sldMk cId="0" sldId="330"/>
        </pc:sldMkLst>
      </pc:sldChg>
      <pc:sldChg chg="add del">
        <pc:chgData name="翟 锐" userId="fef11181f709266a" providerId="LiveId" clId="{10275908-82CB-4111-8AC1-0D131A21EACA}" dt="2020-08-12T06:01:23.417" v="23"/>
        <pc:sldMkLst>
          <pc:docMk/>
          <pc:sldMk cId="0" sldId="331"/>
        </pc:sldMkLst>
      </pc:sldChg>
      <pc:sldChg chg="add del">
        <pc:chgData name="翟 锐" userId="fef11181f709266a" providerId="LiveId" clId="{10275908-82CB-4111-8AC1-0D131A21EACA}" dt="2020-08-12T06:01:23.417" v="23"/>
        <pc:sldMkLst>
          <pc:docMk/>
          <pc:sldMk cId="0" sldId="332"/>
        </pc:sldMkLst>
      </pc:sldChg>
      <pc:sldChg chg="add del">
        <pc:chgData name="翟 锐" userId="fef11181f709266a" providerId="LiveId" clId="{10275908-82CB-4111-8AC1-0D131A21EACA}" dt="2020-08-12T06:01:23.417" v="23"/>
        <pc:sldMkLst>
          <pc:docMk/>
          <pc:sldMk cId="0" sldId="335"/>
        </pc:sldMkLst>
      </pc:sldChg>
      <pc:sldChg chg="add del">
        <pc:chgData name="翟 锐" userId="fef11181f709266a" providerId="LiveId" clId="{10275908-82CB-4111-8AC1-0D131A21EACA}" dt="2020-08-12T06:01:23.417" v="23"/>
        <pc:sldMkLst>
          <pc:docMk/>
          <pc:sldMk cId="0" sldId="336"/>
        </pc:sldMkLst>
      </pc:sldChg>
      <pc:sldChg chg="add del">
        <pc:chgData name="翟 锐" userId="fef11181f709266a" providerId="LiveId" clId="{10275908-82CB-4111-8AC1-0D131A21EACA}" dt="2020-08-12T06:01:23.417" v="23"/>
        <pc:sldMkLst>
          <pc:docMk/>
          <pc:sldMk cId="0" sldId="337"/>
        </pc:sldMkLst>
      </pc:sldChg>
      <pc:sldChg chg="add del">
        <pc:chgData name="翟 锐" userId="fef11181f709266a" providerId="LiveId" clId="{10275908-82CB-4111-8AC1-0D131A21EACA}" dt="2020-08-12T06:01:23.417" v="23"/>
        <pc:sldMkLst>
          <pc:docMk/>
          <pc:sldMk cId="0" sldId="338"/>
        </pc:sldMkLst>
      </pc:sldChg>
      <pc:sldChg chg="add del">
        <pc:chgData name="翟 锐" userId="fef11181f709266a" providerId="LiveId" clId="{10275908-82CB-4111-8AC1-0D131A21EACA}" dt="2020-08-12T06:01:23.417" v="23"/>
        <pc:sldMkLst>
          <pc:docMk/>
          <pc:sldMk cId="0" sldId="339"/>
        </pc:sldMkLst>
      </pc:sldChg>
      <pc:sldChg chg="add del">
        <pc:chgData name="翟 锐" userId="fef11181f709266a" providerId="LiveId" clId="{10275908-82CB-4111-8AC1-0D131A21EACA}" dt="2020-08-12T06:01:23.417" v="23"/>
        <pc:sldMkLst>
          <pc:docMk/>
          <pc:sldMk cId="0" sldId="340"/>
        </pc:sldMkLst>
      </pc:sldChg>
      <pc:sldChg chg="add del">
        <pc:chgData name="翟 锐" userId="fef11181f709266a" providerId="LiveId" clId="{10275908-82CB-4111-8AC1-0D131A21EACA}" dt="2020-08-12T06:01:23.417" v="23"/>
        <pc:sldMkLst>
          <pc:docMk/>
          <pc:sldMk cId="0" sldId="341"/>
        </pc:sldMkLst>
      </pc:sldChg>
      <pc:sldChg chg="add del">
        <pc:chgData name="翟 锐" userId="fef11181f709266a" providerId="LiveId" clId="{10275908-82CB-4111-8AC1-0D131A21EACA}" dt="2020-08-12T06:01:23.417" v="23"/>
        <pc:sldMkLst>
          <pc:docMk/>
          <pc:sldMk cId="0" sldId="342"/>
        </pc:sldMkLst>
      </pc:sldChg>
      <pc:sldChg chg="add del">
        <pc:chgData name="翟 锐" userId="fef11181f709266a" providerId="LiveId" clId="{10275908-82CB-4111-8AC1-0D131A21EACA}" dt="2020-08-12T06:01:23.417" v="23"/>
        <pc:sldMkLst>
          <pc:docMk/>
          <pc:sldMk cId="0" sldId="343"/>
        </pc:sldMkLst>
      </pc:sldChg>
      <pc:sldChg chg="addSp delSp modSp add del mod modTransition">
        <pc:chgData name="翟 锐" userId="fef11181f709266a" providerId="LiveId" clId="{10275908-82CB-4111-8AC1-0D131A21EACA}" dt="2020-08-12T14:37:18.491" v="941" actId="47"/>
        <pc:sldMkLst>
          <pc:docMk/>
          <pc:sldMk cId="0" sldId="345"/>
        </pc:sldMkLst>
        <pc:spChg chg="del">
          <ac:chgData name="翟 锐" userId="fef11181f709266a" providerId="LiveId" clId="{10275908-82CB-4111-8AC1-0D131A21EACA}" dt="2020-08-12T14:36:54.407" v="935" actId="478"/>
          <ac:spMkLst>
            <pc:docMk/>
            <pc:sldMk cId="0" sldId="345"/>
            <ac:spMk id="26" creationId="{6C8412D6-967F-4E80-913B-6DCDEEA97C80}"/>
          </ac:spMkLst>
        </pc:spChg>
        <pc:spChg chg="del">
          <ac:chgData name="翟 锐" userId="fef11181f709266a" providerId="LiveId" clId="{10275908-82CB-4111-8AC1-0D131A21EACA}" dt="2020-08-12T14:36:55.329" v="936" actId="478"/>
          <ac:spMkLst>
            <pc:docMk/>
            <pc:sldMk cId="0" sldId="345"/>
            <ac:spMk id="27" creationId="{8C6D2B26-7A69-4EEF-A845-C6E5CF88389F}"/>
          </ac:spMkLst>
        </pc:spChg>
        <pc:spChg chg="mod">
          <ac:chgData name="翟 锐" userId="fef11181f709266a" providerId="LiveId" clId="{10275908-82CB-4111-8AC1-0D131A21EACA}" dt="2020-08-12T14:37:02.020" v="937" actId="164"/>
          <ac:spMkLst>
            <pc:docMk/>
            <pc:sldMk cId="0" sldId="345"/>
            <ac:spMk id="24580" creationId="{71A1A34A-2DC6-4625-852F-EDD1D0E03C6A}"/>
          </ac:spMkLst>
        </pc:spChg>
        <pc:spChg chg="mod">
          <ac:chgData name="翟 锐" userId="fef11181f709266a" providerId="LiveId" clId="{10275908-82CB-4111-8AC1-0D131A21EACA}" dt="2020-08-12T14:37:02.020" v="937" actId="164"/>
          <ac:spMkLst>
            <pc:docMk/>
            <pc:sldMk cId="0" sldId="345"/>
            <ac:spMk id="24581" creationId="{5A8EB96D-D6C7-476D-9110-831F866E6BD3}"/>
          </ac:spMkLst>
        </pc:spChg>
        <pc:spChg chg="mod">
          <ac:chgData name="翟 锐" userId="fef11181f709266a" providerId="LiveId" clId="{10275908-82CB-4111-8AC1-0D131A21EACA}" dt="2020-08-12T14:37:02.020" v="937" actId="164"/>
          <ac:spMkLst>
            <pc:docMk/>
            <pc:sldMk cId="0" sldId="345"/>
            <ac:spMk id="24582" creationId="{0E10FA7D-285E-442F-8B68-51DE13393E1A}"/>
          </ac:spMkLst>
        </pc:spChg>
        <pc:spChg chg="mod">
          <ac:chgData name="翟 锐" userId="fef11181f709266a" providerId="LiveId" clId="{10275908-82CB-4111-8AC1-0D131A21EACA}" dt="2020-08-12T14:37:02.020" v="937" actId="164"/>
          <ac:spMkLst>
            <pc:docMk/>
            <pc:sldMk cId="0" sldId="345"/>
            <ac:spMk id="24583" creationId="{C8714C58-E047-40D1-AB06-137E8EB52F3E}"/>
          </ac:spMkLst>
        </pc:spChg>
        <pc:spChg chg="mod">
          <ac:chgData name="翟 锐" userId="fef11181f709266a" providerId="LiveId" clId="{10275908-82CB-4111-8AC1-0D131A21EACA}" dt="2020-08-12T14:37:02.020" v="937" actId="164"/>
          <ac:spMkLst>
            <pc:docMk/>
            <pc:sldMk cId="0" sldId="345"/>
            <ac:spMk id="24584" creationId="{F202F5A6-DAD9-4FB4-A89C-77EBD9367ECD}"/>
          </ac:spMkLst>
        </pc:spChg>
        <pc:spChg chg="mod">
          <ac:chgData name="翟 锐" userId="fef11181f709266a" providerId="LiveId" clId="{10275908-82CB-4111-8AC1-0D131A21EACA}" dt="2020-08-12T14:37:02.020" v="937" actId="164"/>
          <ac:spMkLst>
            <pc:docMk/>
            <pc:sldMk cId="0" sldId="345"/>
            <ac:spMk id="24585" creationId="{BECC6DD6-2C1B-4ABE-89A7-867DECA6AA94}"/>
          </ac:spMkLst>
        </pc:spChg>
        <pc:spChg chg="mod">
          <ac:chgData name="翟 锐" userId="fef11181f709266a" providerId="LiveId" clId="{10275908-82CB-4111-8AC1-0D131A21EACA}" dt="2020-08-12T14:37:02.020" v="937" actId="164"/>
          <ac:spMkLst>
            <pc:docMk/>
            <pc:sldMk cId="0" sldId="345"/>
            <ac:spMk id="24586" creationId="{6306FBF9-A764-46BD-BD8E-1978216F5A88}"/>
          </ac:spMkLst>
        </pc:spChg>
        <pc:spChg chg="mod">
          <ac:chgData name="翟 锐" userId="fef11181f709266a" providerId="LiveId" clId="{10275908-82CB-4111-8AC1-0D131A21EACA}" dt="2020-08-12T14:37:02.020" v="937" actId="164"/>
          <ac:spMkLst>
            <pc:docMk/>
            <pc:sldMk cId="0" sldId="345"/>
            <ac:spMk id="24587" creationId="{5449659D-4698-457A-B316-676352941194}"/>
          </ac:spMkLst>
        </pc:spChg>
        <pc:spChg chg="mod">
          <ac:chgData name="翟 锐" userId="fef11181f709266a" providerId="LiveId" clId="{10275908-82CB-4111-8AC1-0D131A21EACA}" dt="2020-08-12T14:37:02.020" v="937" actId="164"/>
          <ac:spMkLst>
            <pc:docMk/>
            <pc:sldMk cId="0" sldId="345"/>
            <ac:spMk id="24588" creationId="{D1DBCBD2-5D63-4D46-B200-C43D578E1DC3}"/>
          </ac:spMkLst>
        </pc:spChg>
        <pc:spChg chg="mod">
          <ac:chgData name="翟 锐" userId="fef11181f709266a" providerId="LiveId" clId="{10275908-82CB-4111-8AC1-0D131A21EACA}" dt="2020-08-12T14:37:02.020" v="937" actId="164"/>
          <ac:spMkLst>
            <pc:docMk/>
            <pc:sldMk cId="0" sldId="345"/>
            <ac:spMk id="24589" creationId="{31FA6ECA-418C-4139-AA10-3AD0D2900D0E}"/>
          </ac:spMkLst>
        </pc:spChg>
        <pc:spChg chg="mod">
          <ac:chgData name="翟 锐" userId="fef11181f709266a" providerId="LiveId" clId="{10275908-82CB-4111-8AC1-0D131A21EACA}" dt="2020-08-12T14:37:02.020" v="937" actId="164"/>
          <ac:spMkLst>
            <pc:docMk/>
            <pc:sldMk cId="0" sldId="345"/>
            <ac:spMk id="24590" creationId="{BD0884B9-89D5-460F-B70B-A9804F743105}"/>
          </ac:spMkLst>
        </pc:spChg>
        <pc:spChg chg="mod">
          <ac:chgData name="翟 锐" userId="fef11181f709266a" providerId="LiveId" clId="{10275908-82CB-4111-8AC1-0D131A21EACA}" dt="2020-08-12T14:37:02.020" v="937" actId="164"/>
          <ac:spMkLst>
            <pc:docMk/>
            <pc:sldMk cId="0" sldId="345"/>
            <ac:spMk id="24591" creationId="{A68DA5F6-95AD-4412-815F-97D8073931BA}"/>
          </ac:spMkLst>
        </pc:spChg>
        <pc:spChg chg="mod">
          <ac:chgData name="翟 锐" userId="fef11181f709266a" providerId="LiveId" clId="{10275908-82CB-4111-8AC1-0D131A21EACA}" dt="2020-08-12T14:37:02.020" v="937" actId="164"/>
          <ac:spMkLst>
            <pc:docMk/>
            <pc:sldMk cId="0" sldId="345"/>
            <ac:spMk id="24592" creationId="{8C68C35F-73FC-44F3-8458-5F13745A3CB1}"/>
          </ac:spMkLst>
        </pc:spChg>
        <pc:spChg chg="mod">
          <ac:chgData name="翟 锐" userId="fef11181f709266a" providerId="LiveId" clId="{10275908-82CB-4111-8AC1-0D131A21EACA}" dt="2020-08-12T14:37:02.020" v="937" actId="164"/>
          <ac:spMkLst>
            <pc:docMk/>
            <pc:sldMk cId="0" sldId="345"/>
            <ac:spMk id="24593" creationId="{FDBF368C-565F-4FDC-9AF0-D0FE25184F26}"/>
          </ac:spMkLst>
        </pc:spChg>
        <pc:spChg chg="mod">
          <ac:chgData name="翟 锐" userId="fef11181f709266a" providerId="LiveId" clId="{10275908-82CB-4111-8AC1-0D131A21EACA}" dt="2020-08-12T14:37:02.020" v="937" actId="164"/>
          <ac:spMkLst>
            <pc:docMk/>
            <pc:sldMk cId="0" sldId="345"/>
            <ac:spMk id="24594" creationId="{77910994-CAEE-478E-9A57-6DBD0E5B9657}"/>
          </ac:spMkLst>
        </pc:spChg>
        <pc:spChg chg="mod">
          <ac:chgData name="翟 锐" userId="fef11181f709266a" providerId="LiveId" clId="{10275908-82CB-4111-8AC1-0D131A21EACA}" dt="2020-08-12T14:37:02.020" v="937" actId="164"/>
          <ac:spMkLst>
            <pc:docMk/>
            <pc:sldMk cId="0" sldId="345"/>
            <ac:spMk id="24595" creationId="{A003BD6A-7AC8-4DEE-8BF1-476A7FDD6422}"/>
          </ac:spMkLst>
        </pc:spChg>
        <pc:spChg chg="mod">
          <ac:chgData name="翟 锐" userId="fef11181f709266a" providerId="LiveId" clId="{10275908-82CB-4111-8AC1-0D131A21EACA}" dt="2020-08-12T14:37:02.020" v="937" actId="164"/>
          <ac:spMkLst>
            <pc:docMk/>
            <pc:sldMk cId="0" sldId="345"/>
            <ac:spMk id="24596" creationId="{32D2BAE1-5727-4EB7-B040-D7CE0C87EF88}"/>
          </ac:spMkLst>
        </pc:spChg>
        <pc:spChg chg="mod">
          <ac:chgData name="翟 锐" userId="fef11181f709266a" providerId="LiveId" clId="{10275908-82CB-4111-8AC1-0D131A21EACA}" dt="2020-08-12T14:37:02.020" v="937" actId="164"/>
          <ac:spMkLst>
            <pc:docMk/>
            <pc:sldMk cId="0" sldId="345"/>
            <ac:spMk id="24597" creationId="{EE4E98CC-9A74-462B-8CFD-C8C97329E1C4}"/>
          </ac:spMkLst>
        </pc:spChg>
        <pc:spChg chg="mod">
          <ac:chgData name="翟 锐" userId="fef11181f709266a" providerId="LiveId" clId="{10275908-82CB-4111-8AC1-0D131A21EACA}" dt="2020-08-12T14:37:02.020" v="937" actId="164"/>
          <ac:spMkLst>
            <pc:docMk/>
            <pc:sldMk cId="0" sldId="345"/>
            <ac:spMk id="24598" creationId="{BC53754F-FB4E-4611-BBC1-7EE60285F2D4}"/>
          </ac:spMkLst>
        </pc:spChg>
        <pc:spChg chg="mod">
          <ac:chgData name="翟 锐" userId="fef11181f709266a" providerId="LiveId" clId="{10275908-82CB-4111-8AC1-0D131A21EACA}" dt="2020-08-12T14:37:02.020" v="937" actId="164"/>
          <ac:spMkLst>
            <pc:docMk/>
            <pc:sldMk cId="0" sldId="345"/>
            <ac:spMk id="24599" creationId="{A518F7AE-7173-4035-9AAC-B555790C46B9}"/>
          </ac:spMkLst>
        </pc:spChg>
        <pc:spChg chg="mod">
          <ac:chgData name="翟 锐" userId="fef11181f709266a" providerId="LiveId" clId="{10275908-82CB-4111-8AC1-0D131A21EACA}" dt="2020-08-12T14:37:02.020" v="937" actId="164"/>
          <ac:spMkLst>
            <pc:docMk/>
            <pc:sldMk cId="0" sldId="345"/>
            <ac:spMk id="24600" creationId="{B9F3699C-B32C-46BD-8E58-87DEE52D4F7A}"/>
          </ac:spMkLst>
        </pc:spChg>
        <pc:spChg chg="mod">
          <ac:chgData name="翟 锐" userId="fef11181f709266a" providerId="LiveId" clId="{10275908-82CB-4111-8AC1-0D131A21EACA}" dt="2020-08-12T14:37:02.020" v="937" actId="164"/>
          <ac:spMkLst>
            <pc:docMk/>
            <pc:sldMk cId="0" sldId="345"/>
            <ac:spMk id="24601" creationId="{2EFDC7C3-5123-4EAD-8394-0C3A6ABAF069}"/>
          </ac:spMkLst>
        </pc:spChg>
        <pc:spChg chg="mod">
          <ac:chgData name="翟 锐" userId="fef11181f709266a" providerId="LiveId" clId="{10275908-82CB-4111-8AC1-0D131A21EACA}" dt="2020-08-12T14:37:02.020" v="937" actId="164"/>
          <ac:spMkLst>
            <pc:docMk/>
            <pc:sldMk cId="0" sldId="345"/>
            <ac:spMk id="24602" creationId="{F2FD77E3-17A4-4D54-842C-3FEB2C909026}"/>
          </ac:spMkLst>
        </pc:spChg>
        <pc:spChg chg="mod">
          <ac:chgData name="翟 锐" userId="fef11181f709266a" providerId="LiveId" clId="{10275908-82CB-4111-8AC1-0D131A21EACA}" dt="2020-08-12T14:37:02.020" v="937" actId="164"/>
          <ac:spMkLst>
            <pc:docMk/>
            <pc:sldMk cId="0" sldId="345"/>
            <ac:spMk id="24603" creationId="{E413130E-7CDD-449D-8305-D46485D64C5D}"/>
          </ac:spMkLst>
        </pc:spChg>
        <pc:grpChg chg="add del mod">
          <ac:chgData name="翟 锐" userId="fef11181f709266a" providerId="LiveId" clId="{10275908-82CB-4111-8AC1-0D131A21EACA}" dt="2020-08-12T14:37:03.973" v="938" actId="21"/>
          <ac:grpSpMkLst>
            <pc:docMk/>
            <pc:sldMk cId="0" sldId="345"/>
            <ac:grpSpMk id="2" creationId="{7895CDB9-B430-4853-A719-D46D4E50A9DF}"/>
          </ac:grpSpMkLst>
        </pc:grpChg>
      </pc:sldChg>
      <pc:sldChg chg="add del">
        <pc:chgData name="翟 锐" userId="fef11181f709266a" providerId="LiveId" clId="{10275908-82CB-4111-8AC1-0D131A21EACA}" dt="2020-08-12T06:01:23.417" v="23"/>
        <pc:sldMkLst>
          <pc:docMk/>
          <pc:sldMk cId="0" sldId="346"/>
        </pc:sldMkLst>
      </pc:sldChg>
      <pc:sldChg chg="add del">
        <pc:chgData name="翟 锐" userId="fef11181f709266a" providerId="LiveId" clId="{10275908-82CB-4111-8AC1-0D131A21EACA}" dt="2020-08-12T06:01:23.417" v="23"/>
        <pc:sldMkLst>
          <pc:docMk/>
          <pc:sldMk cId="0" sldId="347"/>
        </pc:sldMkLst>
      </pc:sldChg>
      <pc:sldChg chg="add del">
        <pc:chgData name="翟 锐" userId="fef11181f709266a" providerId="LiveId" clId="{10275908-82CB-4111-8AC1-0D131A21EACA}" dt="2020-08-12T06:01:23.417" v="23"/>
        <pc:sldMkLst>
          <pc:docMk/>
          <pc:sldMk cId="0" sldId="348"/>
        </pc:sldMkLst>
      </pc:sldChg>
      <pc:sldChg chg="add del">
        <pc:chgData name="翟 锐" userId="fef11181f709266a" providerId="LiveId" clId="{10275908-82CB-4111-8AC1-0D131A21EACA}" dt="2020-08-12T06:01:23.417" v="23"/>
        <pc:sldMkLst>
          <pc:docMk/>
          <pc:sldMk cId="0" sldId="349"/>
        </pc:sldMkLst>
      </pc:sldChg>
      <pc:sldChg chg="modSp add del mod">
        <pc:chgData name="翟 锐" userId="fef11181f709266a" providerId="LiveId" clId="{10275908-82CB-4111-8AC1-0D131A21EACA}" dt="2020-08-12T06:01:23.417" v="23"/>
        <pc:sldMkLst>
          <pc:docMk/>
          <pc:sldMk cId="0" sldId="350"/>
        </pc:sldMkLst>
        <pc:spChg chg="mod">
          <ac:chgData name="翟 锐" userId="fef11181f709266a" providerId="LiveId" clId="{10275908-82CB-4111-8AC1-0D131A21EACA}" dt="2020-08-12T06:01:23.417" v="23"/>
          <ac:spMkLst>
            <pc:docMk/>
            <pc:sldMk cId="0" sldId="350"/>
            <ac:spMk id="240642" creationId="{A4ACFBA2-BE4F-40CF-99B1-09469BFCCB39}"/>
          </ac:spMkLst>
        </pc:spChg>
        <pc:spChg chg="mod">
          <ac:chgData name="翟 锐" userId="fef11181f709266a" providerId="LiveId" clId="{10275908-82CB-4111-8AC1-0D131A21EACA}" dt="2020-08-12T06:01:23.417" v="23"/>
          <ac:spMkLst>
            <pc:docMk/>
            <pc:sldMk cId="0" sldId="350"/>
            <ac:spMk id="240643" creationId="{7466FE5C-4E8B-4A3A-B2C1-FF5A4178BAD9}"/>
          </ac:spMkLst>
        </pc:spChg>
      </pc:sldChg>
      <pc:sldChg chg="add del modTransition">
        <pc:chgData name="翟 锐" userId="fef11181f709266a" providerId="LiveId" clId="{10275908-82CB-4111-8AC1-0D131A21EACA}" dt="2020-08-12T06:01:23.417" v="23"/>
        <pc:sldMkLst>
          <pc:docMk/>
          <pc:sldMk cId="0" sldId="351"/>
        </pc:sldMkLst>
      </pc:sldChg>
      <pc:sldChg chg="add del">
        <pc:chgData name="翟 锐" userId="fef11181f709266a" providerId="LiveId" clId="{10275908-82CB-4111-8AC1-0D131A21EACA}" dt="2020-08-12T06:01:23.417" v="23"/>
        <pc:sldMkLst>
          <pc:docMk/>
          <pc:sldMk cId="0" sldId="353"/>
        </pc:sldMkLst>
      </pc:sldChg>
      <pc:sldChg chg="add del">
        <pc:chgData name="翟 锐" userId="fef11181f709266a" providerId="LiveId" clId="{10275908-82CB-4111-8AC1-0D131A21EACA}" dt="2020-08-12T06:01:23.417" v="23"/>
        <pc:sldMkLst>
          <pc:docMk/>
          <pc:sldMk cId="0" sldId="354"/>
        </pc:sldMkLst>
      </pc:sldChg>
      <pc:sldChg chg="add del modTransition">
        <pc:chgData name="翟 锐" userId="fef11181f709266a" providerId="LiveId" clId="{10275908-82CB-4111-8AC1-0D131A21EACA}" dt="2020-08-12T06:01:23.417" v="23"/>
        <pc:sldMkLst>
          <pc:docMk/>
          <pc:sldMk cId="0" sldId="355"/>
        </pc:sldMkLst>
      </pc:sldChg>
      <pc:sldChg chg="add del">
        <pc:chgData name="翟 锐" userId="fef11181f709266a" providerId="LiveId" clId="{10275908-82CB-4111-8AC1-0D131A21EACA}" dt="2020-08-12T06:01:23.417" v="23"/>
        <pc:sldMkLst>
          <pc:docMk/>
          <pc:sldMk cId="0" sldId="356"/>
        </pc:sldMkLst>
      </pc:sldChg>
      <pc:sldChg chg="add del">
        <pc:chgData name="翟 锐" userId="fef11181f709266a" providerId="LiveId" clId="{10275908-82CB-4111-8AC1-0D131A21EACA}" dt="2020-08-12T06:01:23.417" v="23"/>
        <pc:sldMkLst>
          <pc:docMk/>
          <pc:sldMk cId="0" sldId="357"/>
        </pc:sldMkLst>
      </pc:sldChg>
      <pc:sldChg chg="modSp add del mod">
        <pc:chgData name="翟 锐" userId="fef11181f709266a" providerId="LiveId" clId="{10275908-82CB-4111-8AC1-0D131A21EACA}" dt="2020-08-12T06:01:23.417" v="23"/>
        <pc:sldMkLst>
          <pc:docMk/>
          <pc:sldMk cId="0" sldId="358"/>
        </pc:sldMkLst>
        <pc:spChg chg="mod">
          <ac:chgData name="翟 锐" userId="fef11181f709266a" providerId="LiveId" clId="{10275908-82CB-4111-8AC1-0D131A21EACA}" dt="2020-08-12T06:01:23.417" v="23"/>
          <ac:spMkLst>
            <pc:docMk/>
            <pc:sldMk cId="0" sldId="358"/>
            <ac:spMk id="252930" creationId="{288BAEF4-D827-4BC0-AFD8-FA6F36647EEE}"/>
          </ac:spMkLst>
        </pc:spChg>
      </pc:sldChg>
      <pc:sldChg chg="modSp add del mod modTransition">
        <pc:chgData name="翟 锐" userId="fef11181f709266a" providerId="LiveId" clId="{10275908-82CB-4111-8AC1-0D131A21EACA}" dt="2020-08-12T06:01:23.417" v="23"/>
        <pc:sldMkLst>
          <pc:docMk/>
          <pc:sldMk cId="0" sldId="359"/>
        </pc:sldMkLst>
        <pc:spChg chg="mod">
          <ac:chgData name="翟 锐" userId="fef11181f709266a" providerId="LiveId" clId="{10275908-82CB-4111-8AC1-0D131A21EACA}" dt="2020-08-12T06:01:23.417" v="23"/>
          <ac:spMkLst>
            <pc:docMk/>
            <pc:sldMk cId="0" sldId="359"/>
            <ac:spMk id="257026" creationId="{46A7FD29-FB43-4DE6-ABAB-A2C0172B6B97}"/>
          </ac:spMkLst>
        </pc:spChg>
      </pc:sldChg>
      <pc:sldChg chg="modSp add del mod modTransition">
        <pc:chgData name="翟 锐" userId="fef11181f709266a" providerId="LiveId" clId="{10275908-82CB-4111-8AC1-0D131A21EACA}" dt="2020-08-12T06:01:23.417" v="23"/>
        <pc:sldMkLst>
          <pc:docMk/>
          <pc:sldMk cId="0" sldId="360"/>
        </pc:sldMkLst>
        <pc:spChg chg="mod">
          <ac:chgData name="翟 锐" userId="fef11181f709266a" providerId="LiveId" clId="{10275908-82CB-4111-8AC1-0D131A21EACA}" dt="2020-08-12T06:01:23.417" v="23"/>
          <ac:spMkLst>
            <pc:docMk/>
            <pc:sldMk cId="0" sldId="360"/>
            <ac:spMk id="258050" creationId="{A6F1DD9B-9100-4198-8B45-E4205292FA8B}"/>
          </ac:spMkLst>
        </pc:spChg>
      </pc:sldChg>
      <pc:sldChg chg="modSp add del mod modTransition">
        <pc:chgData name="翟 锐" userId="fef11181f709266a" providerId="LiveId" clId="{10275908-82CB-4111-8AC1-0D131A21EACA}" dt="2020-08-12T06:01:23.417" v="23"/>
        <pc:sldMkLst>
          <pc:docMk/>
          <pc:sldMk cId="0" sldId="361"/>
        </pc:sldMkLst>
        <pc:spChg chg="mod">
          <ac:chgData name="翟 锐" userId="fef11181f709266a" providerId="LiveId" clId="{10275908-82CB-4111-8AC1-0D131A21EACA}" dt="2020-08-12T06:01:23.417" v="23"/>
          <ac:spMkLst>
            <pc:docMk/>
            <pc:sldMk cId="0" sldId="361"/>
            <ac:spMk id="261122" creationId="{EAA8884A-5E58-44DD-A198-62FA83170C20}"/>
          </ac:spMkLst>
        </pc:spChg>
      </pc:sldChg>
      <pc:sldChg chg="modSp add del mod modTransition">
        <pc:chgData name="翟 锐" userId="fef11181f709266a" providerId="LiveId" clId="{10275908-82CB-4111-8AC1-0D131A21EACA}" dt="2020-08-12T06:01:23.417" v="23"/>
        <pc:sldMkLst>
          <pc:docMk/>
          <pc:sldMk cId="0" sldId="362"/>
        </pc:sldMkLst>
        <pc:spChg chg="mod">
          <ac:chgData name="翟 锐" userId="fef11181f709266a" providerId="LiveId" clId="{10275908-82CB-4111-8AC1-0D131A21EACA}" dt="2020-08-12T06:01:23.417" v="23"/>
          <ac:spMkLst>
            <pc:docMk/>
            <pc:sldMk cId="0" sldId="362"/>
            <ac:spMk id="263170" creationId="{45ED5C97-F1BE-43D9-BB7D-9C980A712F58}"/>
          </ac:spMkLst>
        </pc:spChg>
      </pc:sldChg>
      <pc:sldChg chg="modSp add del mod modTransition">
        <pc:chgData name="翟 锐" userId="fef11181f709266a" providerId="LiveId" clId="{10275908-82CB-4111-8AC1-0D131A21EACA}" dt="2020-08-12T06:01:23.417" v="23"/>
        <pc:sldMkLst>
          <pc:docMk/>
          <pc:sldMk cId="0" sldId="363"/>
        </pc:sldMkLst>
        <pc:spChg chg="mod">
          <ac:chgData name="翟 锐" userId="fef11181f709266a" providerId="LiveId" clId="{10275908-82CB-4111-8AC1-0D131A21EACA}" dt="2020-08-12T06:01:23.417" v="23"/>
          <ac:spMkLst>
            <pc:docMk/>
            <pc:sldMk cId="0" sldId="363"/>
            <ac:spMk id="266242" creationId="{7154BDB5-BCA5-49B9-B747-2D9B13905F06}"/>
          </ac:spMkLst>
        </pc:spChg>
      </pc:sldChg>
      <pc:sldChg chg="modSp add del mod modTransition">
        <pc:chgData name="翟 锐" userId="fef11181f709266a" providerId="LiveId" clId="{10275908-82CB-4111-8AC1-0D131A21EACA}" dt="2020-08-12T06:01:23.417" v="23"/>
        <pc:sldMkLst>
          <pc:docMk/>
          <pc:sldMk cId="0" sldId="364"/>
        </pc:sldMkLst>
        <pc:spChg chg="mod">
          <ac:chgData name="翟 锐" userId="fef11181f709266a" providerId="LiveId" clId="{10275908-82CB-4111-8AC1-0D131A21EACA}" dt="2020-08-12T06:01:23.417" v="23"/>
          <ac:spMkLst>
            <pc:docMk/>
            <pc:sldMk cId="0" sldId="364"/>
            <ac:spMk id="269314" creationId="{9E95D430-0217-4662-A767-30F4F3310339}"/>
          </ac:spMkLst>
        </pc:spChg>
        <pc:spChg chg="mod">
          <ac:chgData name="翟 锐" userId="fef11181f709266a" providerId="LiveId" clId="{10275908-82CB-4111-8AC1-0D131A21EACA}" dt="2020-08-12T06:01:23.417" v="23"/>
          <ac:spMkLst>
            <pc:docMk/>
            <pc:sldMk cId="0" sldId="364"/>
            <ac:spMk id="269315" creationId="{852682F0-7795-4A08-96E3-8E0F97D09871}"/>
          </ac:spMkLst>
        </pc:spChg>
      </pc:sldChg>
      <pc:sldChg chg="modSp add del mod modTransition">
        <pc:chgData name="翟 锐" userId="fef11181f709266a" providerId="LiveId" clId="{10275908-82CB-4111-8AC1-0D131A21EACA}" dt="2020-08-12T06:01:23.417" v="23"/>
        <pc:sldMkLst>
          <pc:docMk/>
          <pc:sldMk cId="0" sldId="365"/>
        </pc:sldMkLst>
        <pc:spChg chg="mod">
          <ac:chgData name="翟 锐" userId="fef11181f709266a" providerId="LiveId" clId="{10275908-82CB-4111-8AC1-0D131A21EACA}" dt="2020-08-12T06:01:23.417" v="23"/>
          <ac:spMkLst>
            <pc:docMk/>
            <pc:sldMk cId="0" sldId="365"/>
            <ac:spMk id="271362" creationId="{A6170C11-4C95-410A-8EA8-C523B804AD94}"/>
          </ac:spMkLst>
        </pc:spChg>
        <pc:spChg chg="mod">
          <ac:chgData name="翟 锐" userId="fef11181f709266a" providerId="LiveId" clId="{10275908-82CB-4111-8AC1-0D131A21EACA}" dt="2020-08-12T06:01:23.417" v="23"/>
          <ac:spMkLst>
            <pc:docMk/>
            <pc:sldMk cId="0" sldId="365"/>
            <ac:spMk id="271363" creationId="{7857D23C-7AB9-4212-99BD-2E215FBAF8A2}"/>
          </ac:spMkLst>
        </pc:spChg>
      </pc:sldChg>
      <pc:sldChg chg="modSp add del mod modTransition">
        <pc:chgData name="翟 锐" userId="fef11181f709266a" providerId="LiveId" clId="{10275908-82CB-4111-8AC1-0D131A21EACA}" dt="2020-08-12T06:01:23.417" v="23"/>
        <pc:sldMkLst>
          <pc:docMk/>
          <pc:sldMk cId="0" sldId="366"/>
        </pc:sldMkLst>
        <pc:spChg chg="mod">
          <ac:chgData name="翟 锐" userId="fef11181f709266a" providerId="LiveId" clId="{10275908-82CB-4111-8AC1-0D131A21EACA}" dt="2020-08-12T06:01:23.417" v="23"/>
          <ac:spMkLst>
            <pc:docMk/>
            <pc:sldMk cId="0" sldId="366"/>
            <ac:spMk id="273410" creationId="{B3F08A29-147F-4EA8-A01A-3025A8A6CA28}"/>
          </ac:spMkLst>
        </pc:spChg>
      </pc:sldChg>
      <pc:sldChg chg="modSp add del mod modTransition">
        <pc:chgData name="翟 锐" userId="fef11181f709266a" providerId="LiveId" clId="{10275908-82CB-4111-8AC1-0D131A21EACA}" dt="2020-08-12T06:01:23.417" v="23"/>
        <pc:sldMkLst>
          <pc:docMk/>
          <pc:sldMk cId="0" sldId="367"/>
        </pc:sldMkLst>
        <pc:spChg chg="mod">
          <ac:chgData name="翟 锐" userId="fef11181f709266a" providerId="LiveId" clId="{10275908-82CB-4111-8AC1-0D131A21EACA}" dt="2020-08-12T06:01:23.417" v="23"/>
          <ac:spMkLst>
            <pc:docMk/>
            <pc:sldMk cId="0" sldId="367"/>
            <ac:spMk id="275459" creationId="{F7A8F4B8-C278-4A33-92A3-D16D513240F8}"/>
          </ac:spMkLst>
        </pc:spChg>
      </pc:sldChg>
      <pc:sldChg chg="add del modTransition">
        <pc:chgData name="翟 锐" userId="fef11181f709266a" providerId="LiveId" clId="{10275908-82CB-4111-8AC1-0D131A21EACA}" dt="2020-08-12T06:01:23.417" v="23"/>
        <pc:sldMkLst>
          <pc:docMk/>
          <pc:sldMk cId="0" sldId="368"/>
        </pc:sldMkLst>
      </pc:sldChg>
      <pc:sldChg chg="add del">
        <pc:chgData name="翟 锐" userId="fef11181f709266a" providerId="LiveId" clId="{10275908-82CB-4111-8AC1-0D131A21EACA}" dt="2020-08-12T06:01:23.417" v="23"/>
        <pc:sldMkLst>
          <pc:docMk/>
          <pc:sldMk cId="0" sldId="369"/>
        </pc:sldMkLst>
      </pc:sldChg>
      <pc:sldChg chg="add del">
        <pc:chgData name="翟 锐" userId="fef11181f709266a" providerId="LiveId" clId="{10275908-82CB-4111-8AC1-0D131A21EACA}" dt="2020-08-12T06:01:23.417" v="23"/>
        <pc:sldMkLst>
          <pc:docMk/>
          <pc:sldMk cId="0" sldId="370"/>
        </pc:sldMkLst>
      </pc:sldChg>
      <pc:sldChg chg="modSp add del mod modTransition">
        <pc:chgData name="翟 锐" userId="fef11181f709266a" providerId="LiveId" clId="{10275908-82CB-4111-8AC1-0D131A21EACA}" dt="2020-08-12T06:01:23.417" v="23"/>
        <pc:sldMkLst>
          <pc:docMk/>
          <pc:sldMk cId="0" sldId="371"/>
        </pc:sldMkLst>
        <pc:spChg chg="mod">
          <ac:chgData name="翟 锐" userId="fef11181f709266a" providerId="LiveId" clId="{10275908-82CB-4111-8AC1-0D131A21EACA}" dt="2020-08-12T06:01:23.417" v="23"/>
          <ac:spMkLst>
            <pc:docMk/>
            <pc:sldMk cId="0" sldId="371"/>
            <ac:spMk id="282627" creationId="{0B5B1F17-0BAC-46B9-A8C5-FBDDF4BEE53F}"/>
          </ac:spMkLst>
        </pc:spChg>
      </pc:sldChg>
      <pc:sldChg chg="modSp add del mod modTransition">
        <pc:chgData name="翟 锐" userId="fef11181f709266a" providerId="LiveId" clId="{10275908-82CB-4111-8AC1-0D131A21EACA}" dt="2020-08-12T06:01:23.417" v="23"/>
        <pc:sldMkLst>
          <pc:docMk/>
          <pc:sldMk cId="0" sldId="372"/>
        </pc:sldMkLst>
        <pc:spChg chg="mod">
          <ac:chgData name="翟 锐" userId="fef11181f709266a" providerId="LiveId" clId="{10275908-82CB-4111-8AC1-0D131A21EACA}" dt="2020-08-12T06:01:23.417" v="23"/>
          <ac:spMkLst>
            <pc:docMk/>
            <pc:sldMk cId="0" sldId="372"/>
            <ac:spMk id="283650" creationId="{1EE0A14C-52D0-43EB-A52B-8B60CCE6D406}"/>
          </ac:spMkLst>
        </pc:spChg>
      </pc:sldChg>
      <pc:sldChg chg="add del modTransition">
        <pc:chgData name="翟 锐" userId="fef11181f709266a" providerId="LiveId" clId="{10275908-82CB-4111-8AC1-0D131A21EACA}" dt="2020-08-12T06:01:23.417" v="23"/>
        <pc:sldMkLst>
          <pc:docMk/>
          <pc:sldMk cId="0" sldId="373"/>
        </pc:sldMkLst>
      </pc:sldChg>
      <pc:sldChg chg="add del">
        <pc:chgData name="翟 锐" userId="fef11181f709266a" providerId="LiveId" clId="{10275908-82CB-4111-8AC1-0D131A21EACA}" dt="2020-08-12T06:01:23.417" v="23"/>
        <pc:sldMkLst>
          <pc:docMk/>
          <pc:sldMk cId="0" sldId="374"/>
        </pc:sldMkLst>
      </pc:sldChg>
      <pc:sldChg chg="modSp add del mod">
        <pc:chgData name="翟 锐" userId="fef11181f709266a" providerId="LiveId" clId="{10275908-82CB-4111-8AC1-0D131A21EACA}" dt="2020-08-12T06:01:23.417" v="23"/>
        <pc:sldMkLst>
          <pc:docMk/>
          <pc:sldMk cId="0" sldId="375"/>
        </pc:sldMkLst>
        <pc:spChg chg="mod">
          <ac:chgData name="翟 锐" userId="fef11181f709266a" providerId="LiveId" clId="{10275908-82CB-4111-8AC1-0D131A21EACA}" dt="2020-08-12T06:01:23.417" v="23"/>
          <ac:spMkLst>
            <pc:docMk/>
            <pc:sldMk cId="0" sldId="375"/>
            <ac:spMk id="288770" creationId="{275A5B26-173E-49E3-B0BD-888DB34F0551}"/>
          </ac:spMkLst>
        </pc:spChg>
        <pc:spChg chg="mod">
          <ac:chgData name="翟 锐" userId="fef11181f709266a" providerId="LiveId" clId="{10275908-82CB-4111-8AC1-0D131A21EACA}" dt="2020-08-12T06:01:23.417" v="23"/>
          <ac:spMkLst>
            <pc:docMk/>
            <pc:sldMk cId="0" sldId="375"/>
            <ac:spMk id="288771" creationId="{FB2BEC54-415D-4C81-8614-2BAE86FB4EE1}"/>
          </ac:spMkLst>
        </pc:spChg>
      </pc:sldChg>
      <pc:sldChg chg="add del modTransition">
        <pc:chgData name="翟 锐" userId="fef11181f709266a" providerId="LiveId" clId="{10275908-82CB-4111-8AC1-0D131A21EACA}" dt="2020-08-12T06:01:23.417" v="23"/>
        <pc:sldMkLst>
          <pc:docMk/>
          <pc:sldMk cId="0" sldId="376"/>
        </pc:sldMkLst>
      </pc:sldChg>
      <pc:sldChg chg="add del">
        <pc:chgData name="翟 锐" userId="fef11181f709266a" providerId="LiveId" clId="{10275908-82CB-4111-8AC1-0D131A21EACA}" dt="2020-08-12T06:01:23.417" v="23"/>
        <pc:sldMkLst>
          <pc:docMk/>
          <pc:sldMk cId="0" sldId="377"/>
        </pc:sldMkLst>
      </pc:sldChg>
      <pc:sldChg chg="add del modTransition">
        <pc:chgData name="翟 锐" userId="fef11181f709266a" providerId="LiveId" clId="{10275908-82CB-4111-8AC1-0D131A21EACA}" dt="2020-08-12T06:01:23.417" v="23"/>
        <pc:sldMkLst>
          <pc:docMk/>
          <pc:sldMk cId="0" sldId="378"/>
        </pc:sldMkLst>
      </pc:sldChg>
      <pc:sldChg chg="modSp add del mod modTransition">
        <pc:chgData name="翟 锐" userId="fef11181f709266a" providerId="LiveId" clId="{10275908-82CB-4111-8AC1-0D131A21EACA}" dt="2020-08-12T06:01:23.417" v="23"/>
        <pc:sldMkLst>
          <pc:docMk/>
          <pc:sldMk cId="0" sldId="379"/>
        </pc:sldMkLst>
        <pc:spChg chg="mod">
          <ac:chgData name="翟 锐" userId="fef11181f709266a" providerId="LiveId" clId="{10275908-82CB-4111-8AC1-0D131A21EACA}" dt="2020-08-12T06:01:23.417" v="23"/>
          <ac:spMkLst>
            <pc:docMk/>
            <pc:sldMk cId="0" sldId="379"/>
            <ac:spMk id="295938" creationId="{B8ABC22F-8023-431C-8573-4795526B8BA3}"/>
          </ac:spMkLst>
        </pc:spChg>
      </pc:sldChg>
      <pc:sldChg chg="add del modTransition">
        <pc:chgData name="翟 锐" userId="fef11181f709266a" providerId="LiveId" clId="{10275908-82CB-4111-8AC1-0D131A21EACA}" dt="2020-08-12T06:01:23.417" v="23"/>
        <pc:sldMkLst>
          <pc:docMk/>
          <pc:sldMk cId="0" sldId="380"/>
        </pc:sldMkLst>
      </pc:sldChg>
      <pc:sldChg chg="add del modTransition">
        <pc:chgData name="翟 锐" userId="fef11181f709266a" providerId="LiveId" clId="{10275908-82CB-4111-8AC1-0D131A21EACA}" dt="2020-08-12T06:01:23.417" v="23"/>
        <pc:sldMkLst>
          <pc:docMk/>
          <pc:sldMk cId="0" sldId="381"/>
        </pc:sldMkLst>
      </pc:sldChg>
      <pc:sldChg chg="add del modTransition">
        <pc:chgData name="翟 锐" userId="fef11181f709266a" providerId="LiveId" clId="{10275908-82CB-4111-8AC1-0D131A21EACA}" dt="2020-08-12T06:01:23.417" v="23"/>
        <pc:sldMkLst>
          <pc:docMk/>
          <pc:sldMk cId="0" sldId="382"/>
        </pc:sldMkLst>
      </pc:sldChg>
      <pc:sldChg chg="add del modTransition">
        <pc:chgData name="翟 锐" userId="fef11181f709266a" providerId="LiveId" clId="{10275908-82CB-4111-8AC1-0D131A21EACA}" dt="2020-08-12T06:01:23.417" v="23"/>
        <pc:sldMkLst>
          <pc:docMk/>
          <pc:sldMk cId="0" sldId="383"/>
        </pc:sldMkLst>
      </pc:sldChg>
      <pc:sldChg chg="add del modTransition">
        <pc:chgData name="翟 锐" userId="fef11181f709266a" providerId="LiveId" clId="{10275908-82CB-4111-8AC1-0D131A21EACA}" dt="2020-08-12T06:01:23.417" v="23"/>
        <pc:sldMkLst>
          <pc:docMk/>
          <pc:sldMk cId="0" sldId="384"/>
        </pc:sldMkLst>
      </pc:sldChg>
      <pc:sldChg chg="del">
        <pc:chgData name="翟 锐" userId="fef11181f709266a" providerId="LiveId" clId="{10275908-82CB-4111-8AC1-0D131A21EACA}" dt="2020-08-12T13:17:33.204" v="737" actId="47"/>
        <pc:sldMkLst>
          <pc:docMk/>
          <pc:sldMk cId="3418838990" sldId="454"/>
        </pc:sldMkLst>
      </pc:sldChg>
      <pc:sldChg chg="del">
        <pc:chgData name="翟 锐" userId="fef11181f709266a" providerId="LiveId" clId="{10275908-82CB-4111-8AC1-0D131A21EACA}" dt="2020-08-12T13:17:33.204" v="737" actId="47"/>
        <pc:sldMkLst>
          <pc:docMk/>
          <pc:sldMk cId="4285362779" sldId="474"/>
        </pc:sldMkLst>
      </pc:sldChg>
      <pc:sldChg chg="del">
        <pc:chgData name="翟 锐" userId="fef11181f709266a" providerId="LiveId" clId="{10275908-82CB-4111-8AC1-0D131A21EACA}" dt="2020-08-12T06:07:22.405" v="25" actId="47"/>
        <pc:sldMkLst>
          <pc:docMk/>
          <pc:sldMk cId="2435764834" sldId="512"/>
        </pc:sldMkLst>
      </pc:sldChg>
      <pc:sldChg chg="modSp del modAnim">
        <pc:chgData name="翟 锐" userId="fef11181f709266a" providerId="LiveId" clId="{10275908-82CB-4111-8AC1-0D131A21EACA}" dt="2020-08-12T13:17:33.204" v="737" actId="47"/>
        <pc:sldMkLst>
          <pc:docMk/>
          <pc:sldMk cId="2113831009" sldId="514"/>
        </pc:sldMkLst>
        <pc:spChg chg="mod">
          <ac:chgData name="翟 锐" userId="fef11181f709266a" providerId="LiveId" clId="{10275908-82CB-4111-8AC1-0D131A21EACA}" dt="2020-08-12T06:21:51.857" v="243"/>
          <ac:spMkLst>
            <pc:docMk/>
            <pc:sldMk cId="2113831009" sldId="514"/>
            <ac:spMk id="15" creationId="{00000000-0000-0000-0000-000000000000}"/>
          </ac:spMkLst>
        </pc:spChg>
        <pc:spChg chg="mod">
          <ac:chgData name="翟 锐" userId="fef11181f709266a" providerId="LiveId" clId="{10275908-82CB-4111-8AC1-0D131A21EACA}" dt="2020-08-12T06:21:59.120" v="249"/>
          <ac:spMkLst>
            <pc:docMk/>
            <pc:sldMk cId="2113831009" sldId="514"/>
            <ac:spMk id="16" creationId="{00000000-0000-0000-0000-000000000000}"/>
          </ac:spMkLst>
        </pc:spChg>
        <pc:spChg chg="mod">
          <ac:chgData name="翟 锐" userId="fef11181f709266a" providerId="LiveId" clId="{10275908-82CB-4111-8AC1-0D131A21EACA}" dt="2020-08-12T06:22:02.112" v="252"/>
          <ac:spMkLst>
            <pc:docMk/>
            <pc:sldMk cId="2113831009" sldId="514"/>
            <ac:spMk id="17" creationId="{00000000-0000-0000-0000-000000000000}"/>
          </ac:spMkLst>
        </pc:spChg>
        <pc:spChg chg="mod">
          <ac:chgData name="翟 锐" userId="fef11181f709266a" providerId="LiveId" clId="{10275908-82CB-4111-8AC1-0D131A21EACA}" dt="2020-08-12T06:22:04.430" v="255"/>
          <ac:spMkLst>
            <pc:docMk/>
            <pc:sldMk cId="2113831009" sldId="514"/>
            <ac:spMk id="18" creationId="{00000000-0000-0000-0000-000000000000}"/>
          </ac:spMkLst>
        </pc:spChg>
        <pc:spChg chg="mod">
          <ac:chgData name="翟 锐" userId="fef11181f709266a" providerId="LiveId" clId="{10275908-82CB-4111-8AC1-0D131A21EACA}" dt="2020-08-12T06:21:55.813" v="246"/>
          <ac:spMkLst>
            <pc:docMk/>
            <pc:sldMk cId="2113831009" sldId="514"/>
            <ac:spMk id="28" creationId="{00000000-0000-0000-0000-000000000000}"/>
          </ac:spMkLst>
        </pc:spChg>
      </pc:sldChg>
      <pc:sldChg chg="del">
        <pc:chgData name="翟 锐" userId="fef11181f709266a" providerId="LiveId" clId="{10275908-82CB-4111-8AC1-0D131A21EACA}" dt="2020-08-12T13:17:33.204" v="737" actId="47"/>
        <pc:sldMkLst>
          <pc:docMk/>
          <pc:sldMk cId="3977796518" sldId="515"/>
        </pc:sldMkLst>
      </pc:sldChg>
      <pc:sldChg chg="modSp">
        <pc:chgData name="翟 锐" userId="fef11181f709266a" providerId="LiveId" clId="{10275908-82CB-4111-8AC1-0D131A21EACA}" dt="2020-08-12T13:20:31.852" v="781"/>
        <pc:sldMkLst>
          <pc:docMk/>
          <pc:sldMk cId="126446515" sldId="521"/>
        </pc:sldMkLst>
        <pc:spChg chg="mod">
          <ac:chgData name="翟 锐" userId="fef11181f709266a" providerId="LiveId" clId="{10275908-82CB-4111-8AC1-0D131A21EACA}" dt="2020-08-12T13:20:31.852" v="781"/>
          <ac:spMkLst>
            <pc:docMk/>
            <pc:sldMk cId="126446515" sldId="521"/>
            <ac:spMk id="2" creationId="{00000000-0000-0000-0000-000000000000}"/>
          </ac:spMkLst>
        </pc:spChg>
      </pc:sldChg>
      <pc:sldChg chg="del">
        <pc:chgData name="翟 锐" userId="fef11181f709266a" providerId="LiveId" clId="{10275908-82CB-4111-8AC1-0D131A21EACA}" dt="2020-08-12T13:18:02.889" v="742" actId="47"/>
        <pc:sldMkLst>
          <pc:docMk/>
          <pc:sldMk cId="2564856266" sldId="523"/>
        </pc:sldMkLst>
      </pc:sldChg>
      <pc:sldChg chg="del">
        <pc:chgData name="翟 锐" userId="fef11181f709266a" providerId="LiveId" clId="{10275908-82CB-4111-8AC1-0D131A21EACA}" dt="2020-08-12T13:17:33.204" v="737" actId="47"/>
        <pc:sldMkLst>
          <pc:docMk/>
          <pc:sldMk cId="3798856873" sldId="524"/>
        </pc:sldMkLst>
      </pc:sldChg>
      <pc:sldChg chg="del">
        <pc:chgData name="翟 锐" userId="fef11181f709266a" providerId="LiveId" clId="{10275908-82CB-4111-8AC1-0D131A21EACA}" dt="2020-08-12T13:17:33.204" v="737" actId="47"/>
        <pc:sldMkLst>
          <pc:docMk/>
          <pc:sldMk cId="1863681333" sldId="525"/>
        </pc:sldMkLst>
      </pc:sldChg>
      <pc:sldChg chg="del">
        <pc:chgData name="翟 锐" userId="fef11181f709266a" providerId="LiveId" clId="{10275908-82CB-4111-8AC1-0D131A21EACA}" dt="2020-08-12T13:17:33.204" v="737" actId="47"/>
        <pc:sldMkLst>
          <pc:docMk/>
          <pc:sldMk cId="213587464" sldId="526"/>
        </pc:sldMkLst>
      </pc:sldChg>
      <pc:sldChg chg="del">
        <pc:chgData name="翟 锐" userId="fef11181f709266a" providerId="LiveId" clId="{10275908-82CB-4111-8AC1-0D131A21EACA}" dt="2020-08-12T13:17:33.204" v="737" actId="47"/>
        <pc:sldMkLst>
          <pc:docMk/>
          <pc:sldMk cId="3377042063" sldId="527"/>
        </pc:sldMkLst>
      </pc:sldChg>
      <pc:sldChg chg="del">
        <pc:chgData name="翟 锐" userId="fef11181f709266a" providerId="LiveId" clId="{10275908-82CB-4111-8AC1-0D131A21EACA}" dt="2020-08-12T13:17:33.204" v="737" actId="47"/>
        <pc:sldMkLst>
          <pc:docMk/>
          <pc:sldMk cId="2247187880" sldId="528"/>
        </pc:sldMkLst>
      </pc:sldChg>
      <pc:sldChg chg="del">
        <pc:chgData name="翟 锐" userId="fef11181f709266a" providerId="LiveId" clId="{10275908-82CB-4111-8AC1-0D131A21EACA}" dt="2020-08-12T13:17:33.204" v="737" actId="47"/>
        <pc:sldMkLst>
          <pc:docMk/>
          <pc:sldMk cId="2327867712" sldId="529"/>
        </pc:sldMkLst>
      </pc:sldChg>
      <pc:sldChg chg="del">
        <pc:chgData name="翟 锐" userId="fef11181f709266a" providerId="LiveId" clId="{10275908-82CB-4111-8AC1-0D131A21EACA}" dt="2020-08-12T13:17:33.204" v="737" actId="47"/>
        <pc:sldMkLst>
          <pc:docMk/>
          <pc:sldMk cId="1634610131" sldId="531"/>
        </pc:sldMkLst>
      </pc:sldChg>
      <pc:sldChg chg="del">
        <pc:chgData name="翟 锐" userId="fef11181f709266a" providerId="LiveId" clId="{10275908-82CB-4111-8AC1-0D131A21EACA}" dt="2020-08-12T13:17:33.204" v="737" actId="47"/>
        <pc:sldMkLst>
          <pc:docMk/>
          <pc:sldMk cId="3864182188" sldId="533"/>
        </pc:sldMkLst>
      </pc:sldChg>
      <pc:sldChg chg="del">
        <pc:chgData name="翟 锐" userId="fef11181f709266a" providerId="LiveId" clId="{10275908-82CB-4111-8AC1-0D131A21EACA}" dt="2020-08-12T13:17:33.204" v="737" actId="47"/>
        <pc:sldMkLst>
          <pc:docMk/>
          <pc:sldMk cId="3907438085" sldId="534"/>
        </pc:sldMkLst>
      </pc:sldChg>
      <pc:sldChg chg="del">
        <pc:chgData name="翟 锐" userId="fef11181f709266a" providerId="LiveId" clId="{10275908-82CB-4111-8AC1-0D131A21EACA}" dt="2020-08-12T13:17:33.204" v="737" actId="47"/>
        <pc:sldMkLst>
          <pc:docMk/>
          <pc:sldMk cId="3785464556" sldId="535"/>
        </pc:sldMkLst>
      </pc:sldChg>
      <pc:sldChg chg="del">
        <pc:chgData name="翟 锐" userId="fef11181f709266a" providerId="LiveId" clId="{10275908-82CB-4111-8AC1-0D131A21EACA}" dt="2020-08-12T13:17:33.204" v="737" actId="47"/>
        <pc:sldMkLst>
          <pc:docMk/>
          <pc:sldMk cId="206735584" sldId="536"/>
        </pc:sldMkLst>
      </pc:sldChg>
      <pc:sldChg chg="del">
        <pc:chgData name="翟 锐" userId="fef11181f709266a" providerId="LiveId" clId="{10275908-82CB-4111-8AC1-0D131A21EACA}" dt="2020-08-12T13:17:33.204" v="737" actId="47"/>
        <pc:sldMkLst>
          <pc:docMk/>
          <pc:sldMk cId="2309830086" sldId="537"/>
        </pc:sldMkLst>
      </pc:sldChg>
      <pc:sldChg chg="del">
        <pc:chgData name="翟 锐" userId="fef11181f709266a" providerId="LiveId" clId="{10275908-82CB-4111-8AC1-0D131A21EACA}" dt="2020-08-12T13:17:33.204" v="737" actId="47"/>
        <pc:sldMkLst>
          <pc:docMk/>
          <pc:sldMk cId="876786150" sldId="538"/>
        </pc:sldMkLst>
      </pc:sldChg>
      <pc:sldChg chg="del">
        <pc:chgData name="翟 锐" userId="fef11181f709266a" providerId="LiveId" clId="{10275908-82CB-4111-8AC1-0D131A21EACA}" dt="2020-08-12T13:17:33.204" v="737" actId="47"/>
        <pc:sldMkLst>
          <pc:docMk/>
          <pc:sldMk cId="3866439698" sldId="540"/>
        </pc:sldMkLst>
      </pc:sldChg>
      <pc:sldChg chg="del">
        <pc:chgData name="翟 锐" userId="fef11181f709266a" providerId="LiveId" clId="{10275908-82CB-4111-8AC1-0D131A21EACA}" dt="2020-08-12T13:17:33.204" v="737" actId="47"/>
        <pc:sldMkLst>
          <pc:docMk/>
          <pc:sldMk cId="2187263885" sldId="541"/>
        </pc:sldMkLst>
      </pc:sldChg>
      <pc:sldChg chg="del">
        <pc:chgData name="翟 锐" userId="fef11181f709266a" providerId="LiveId" clId="{10275908-82CB-4111-8AC1-0D131A21EACA}" dt="2020-08-12T13:17:33.204" v="737" actId="47"/>
        <pc:sldMkLst>
          <pc:docMk/>
          <pc:sldMk cId="4268977075" sldId="542"/>
        </pc:sldMkLst>
      </pc:sldChg>
      <pc:sldChg chg="del">
        <pc:chgData name="翟 锐" userId="fef11181f709266a" providerId="LiveId" clId="{10275908-82CB-4111-8AC1-0D131A21EACA}" dt="2020-08-12T13:17:33.204" v="737" actId="47"/>
        <pc:sldMkLst>
          <pc:docMk/>
          <pc:sldMk cId="3066006978" sldId="543"/>
        </pc:sldMkLst>
      </pc:sldChg>
      <pc:sldChg chg="del">
        <pc:chgData name="翟 锐" userId="fef11181f709266a" providerId="LiveId" clId="{10275908-82CB-4111-8AC1-0D131A21EACA}" dt="2020-08-12T13:17:33.204" v="737" actId="47"/>
        <pc:sldMkLst>
          <pc:docMk/>
          <pc:sldMk cId="2121332260" sldId="544"/>
        </pc:sldMkLst>
      </pc:sldChg>
      <pc:sldChg chg="del">
        <pc:chgData name="翟 锐" userId="fef11181f709266a" providerId="LiveId" clId="{10275908-82CB-4111-8AC1-0D131A21EACA}" dt="2020-08-12T13:17:33.204" v="737" actId="47"/>
        <pc:sldMkLst>
          <pc:docMk/>
          <pc:sldMk cId="3001398310" sldId="545"/>
        </pc:sldMkLst>
      </pc:sldChg>
      <pc:sldChg chg="del">
        <pc:chgData name="翟 锐" userId="fef11181f709266a" providerId="LiveId" clId="{10275908-82CB-4111-8AC1-0D131A21EACA}" dt="2020-08-12T13:17:33.204" v="737" actId="47"/>
        <pc:sldMkLst>
          <pc:docMk/>
          <pc:sldMk cId="1302138740" sldId="546"/>
        </pc:sldMkLst>
      </pc:sldChg>
      <pc:sldChg chg="del">
        <pc:chgData name="翟 锐" userId="fef11181f709266a" providerId="LiveId" clId="{10275908-82CB-4111-8AC1-0D131A21EACA}" dt="2020-08-12T13:17:33.204" v="737" actId="47"/>
        <pc:sldMkLst>
          <pc:docMk/>
          <pc:sldMk cId="1402210149" sldId="547"/>
        </pc:sldMkLst>
      </pc:sldChg>
      <pc:sldChg chg="del">
        <pc:chgData name="翟 锐" userId="fef11181f709266a" providerId="LiveId" clId="{10275908-82CB-4111-8AC1-0D131A21EACA}" dt="2020-08-12T13:17:33.204" v="737" actId="47"/>
        <pc:sldMkLst>
          <pc:docMk/>
          <pc:sldMk cId="1131462340" sldId="548"/>
        </pc:sldMkLst>
      </pc:sldChg>
      <pc:sldChg chg="del">
        <pc:chgData name="翟 锐" userId="fef11181f709266a" providerId="LiveId" clId="{10275908-82CB-4111-8AC1-0D131A21EACA}" dt="2020-08-12T13:17:33.204" v="737" actId="47"/>
        <pc:sldMkLst>
          <pc:docMk/>
          <pc:sldMk cId="2698599430" sldId="551"/>
        </pc:sldMkLst>
      </pc:sldChg>
      <pc:sldChg chg="del">
        <pc:chgData name="翟 锐" userId="fef11181f709266a" providerId="LiveId" clId="{10275908-82CB-4111-8AC1-0D131A21EACA}" dt="2020-08-12T13:17:33.204" v="737" actId="47"/>
        <pc:sldMkLst>
          <pc:docMk/>
          <pc:sldMk cId="4057853856" sldId="552"/>
        </pc:sldMkLst>
      </pc:sldChg>
      <pc:sldChg chg="del">
        <pc:chgData name="翟 锐" userId="fef11181f709266a" providerId="LiveId" clId="{10275908-82CB-4111-8AC1-0D131A21EACA}" dt="2020-08-12T13:17:33.204" v="737" actId="47"/>
        <pc:sldMkLst>
          <pc:docMk/>
          <pc:sldMk cId="75201204" sldId="553"/>
        </pc:sldMkLst>
      </pc:sldChg>
      <pc:sldChg chg="del">
        <pc:chgData name="翟 锐" userId="fef11181f709266a" providerId="LiveId" clId="{10275908-82CB-4111-8AC1-0D131A21EACA}" dt="2020-08-12T13:17:33.204" v="737" actId="47"/>
        <pc:sldMkLst>
          <pc:docMk/>
          <pc:sldMk cId="2309812882" sldId="554"/>
        </pc:sldMkLst>
      </pc:sldChg>
      <pc:sldChg chg="del">
        <pc:chgData name="翟 锐" userId="fef11181f709266a" providerId="LiveId" clId="{10275908-82CB-4111-8AC1-0D131A21EACA}" dt="2020-08-12T13:17:33.204" v="737" actId="47"/>
        <pc:sldMkLst>
          <pc:docMk/>
          <pc:sldMk cId="3563826412" sldId="555"/>
        </pc:sldMkLst>
      </pc:sldChg>
      <pc:sldChg chg="addSp delSp modSp add mod">
        <pc:chgData name="翟 锐" userId="fef11181f709266a" providerId="LiveId" clId="{10275908-82CB-4111-8AC1-0D131A21EACA}" dt="2020-08-12T14:56:43.267" v="1123" actId="113"/>
        <pc:sldMkLst>
          <pc:docMk/>
          <pc:sldMk cId="2981006032" sldId="556"/>
        </pc:sldMkLst>
        <pc:spChg chg="add mod">
          <ac:chgData name="翟 锐" userId="fef11181f709266a" providerId="LiveId" clId="{10275908-82CB-4111-8AC1-0D131A21EACA}" dt="2020-08-12T14:56:43.267" v="1123" actId="113"/>
          <ac:spMkLst>
            <pc:docMk/>
            <pc:sldMk cId="2981006032" sldId="556"/>
            <ac:spMk id="2" creationId="{1A343DEC-CFF6-41F5-B87C-0DFC08C67B76}"/>
          </ac:spMkLst>
        </pc:spChg>
        <pc:spChg chg="add del mod">
          <ac:chgData name="翟 锐" userId="fef11181f709266a" providerId="LiveId" clId="{10275908-82CB-4111-8AC1-0D131A21EACA}" dt="2020-08-12T06:25:17.324" v="304" actId="478"/>
          <ac:spMkLst>
            <pc:docMk/>
            <pc:sldMk cId="2981006032" sldId="556"/>
            <ac:spMk id="7" creationId="{9F035EA1-160F-4A82-91BD-27E3C6150435}"/>
          </ac:spMkLst>
        </pc:spChg>
        <pc:spChg chg="mod">
          <ac:chgData name="翟 锐" userId="fef11181f709266a" providerId="LiveId" clId="{10275908-82CB-4111-8AC1-0D131A21EACA}" dt="2020-08-12T06:08:14.627" v="95"/>
          <ac:spMkLst>
            <pc:docMk/>
            <pc:sldMk cId="2981006032" sldId="556"/>
            <ac:spMk id="35" creationId="{00000000-0000-0000-0000-000000000000}"/>
          </ac:spMkLst>
        </pc:spChg>
        <pc:grpChg chg="del">
          <ac:chgData name="翟 锐" userId="fef11181f709266a" providerId="LiveId" clId="{10275908-82CB-4111-8AC1-0D131A21EACA}" dt="2020-08-12T06:08:29.270" v="96" actId="478"/>
          <ac:grpSpMkLst>
            <pc:docMk/>
            <pc:sldMk cId="2981006032" sldId="556"/>
            <ac:grpSpMk id="14" creationId="{558E8959-AC0F-4CE1-8976-5871DE6269FA}"/>
          </ac:grpSpMkLst>
        </pc:grpChg>
        <pc:cxnChg chg="mod">
          <ac:chgData name="翟 锐" userId="fef11181f709266a" providerId="LiveId" clId="{10275908-82CB-4111-8AC1-0D131A21EACA}" dt="2020-08-12T06:08:29.270" v="96" actId="478"/>
          <ac:cxnSpMkLst>
            <pc:docMk/>
            <pc:sldMk cId="2981006032" sldId="556"/>
            <ac:cxnSpMk id="18" creationId="{6E124403-DBE0-4CDF-86CA-0FC3AFD1DA30}"/>
          </ac:cxnSpMkLst>
        </pc:cxnChg>
        <pc:cxnChg chg="mod">
          <ac:chgData name="翟 锐" userId="fef11181f709266a" providerId="LiveId" clId="{10275908-82CB-4111-8AC1-0D131A21EACA}" dt="2020-08-12T06:08:29.270" v="96" actId="478"/>
          <ac:cxnSpMkLst>
            <pc:docMk/>
            <pc:sldMk cId="2981006032" sldId="556"/>
            <ac:cxnSpMk id="19" creationId="{27C8ADA0-7DFC-486A-BE74-AAD0C58753C9}"/>
          </ac:cxnSpMkLst>
        </pc:cxnChg>
        <pc:cxnChg chg="mod">
          <ac:chgData name="翟 锐" userId="fef11181f709266a" providerId="LiveId" clId="{10275908-82CB-4111-8AC1-0D131A21EACA}" dt="2020-08-12T06:08:29.270" v="96" actId="478"/>
          <ac:cxnSpMkLst>
            <pc:docMk/>
            <pc:sldMk cId="2981006032" sldId="556"/>
            <ac:cxnSpMk id="21" creationId="{F3B89A50-462D-43A6-919B-FD134E0EBD82}"/>
          </ac:cxnSpMkLst>
        </pc:cxnChg>
      </pc:sldChg>
      <pc:sldChg chg="add del">
        <pc:chgData name="翟 锐" userId="fef11181f709266a" providerId="LiveId" clId="{10275908-82CB-4111-8AC1-0D131A21EACA}" dt="2020-08-12T06:22:40.551" v="262" actId="47"/>
        <pc:sldMkLst>
          <pc:docMk/>
          <pc:sldMk cId="4218050269" sldId="557"/>
        </pc:sldMkLst>
      </pc:sldChg>
      <pc:sldChg chg="modSp add">
        <pc:chgData name="翟 锐" userId="fef11181f709266a" providerId="LiveId" clId="{10275908-82CB-4111-8AC1-0D131A21EACA}" dt="2020-08-12T06:22:32.373" v="261" actId="207"/>
        <pc:sldMkLst>
          <pc:docMk/>
          <pc:sldMk cId="4115886382" sldId="558"/>
        </pc:sldMkLst>
        <pc:spChg chg="mod">
          <ac:chgData name="翟 锐" userId="fef11181f709266a" providerId="LiveId" clId="{10275908-82CB-4111-8AC1-0D131A21EACA}" dt="2020-08-12T06:22:32.373" v="261" actId="207"/>
          <ac:spMkLst>
            <pc:docMk/>
            <pc:sldMk cId="4115886382" sldId="558"/>
            <ac:spMk id="15" creationId="{00000000-0000-0000-0000-000000000000}"/>
          </ac:spMkLst>
        </pc:spChg>
        <pc:spChg chg="mod">
          <ac:chgData name="翟 锐" userId="fef11181f709266a" providerId="LiveId" clId="{10275908-82CB-4111-8AC1-0D131A21EACA}" dt="2020-08-12T06:22:28.622" v="260" actId="108"/>
          <ac:spMkLst>
            <pc:docMk/>
            <pc:sldMk cId="4115886382" sldId="558"/>
            <ac:spMk id="16" creationId="{00000000-0000-0000-0000-000000000000}"/>
          </ac:spMkLst>
        </pc:spChg>
      </pc:sldChg>
      <pc:sldChg chg="modSp add">
        <pc:chgData name="翟 锐" userId="fef11181f709266a" providerId="LiveId" clId="{10275908-82CB-4111-8AC1-0D131A21EACA}" dt="2020-08-12T06:22:45.506" v="264" actId="207"/>
        <pc:sldMkLst>
          <pc:docMk/>
          <pc:sldMk cId="3827089109" sldId="559"/>
        </pc:sldMkLst>
        <pc:spChg chg="mod">
          <ac:chgData name="翟 锐" userId="fef11181f709266a" providerId="LiveId" clId="{10275908-82CB-4111-8AC1-0D131A21EACA}" dt="2020-08-12T06:22:45.506" v="264" actId="207"/>
          <ac:spMkLst>
            <pc:docMk/>
            <pc:sldMk cId="3827089109" sldId="559"/>
            <ac:spMk id="15" creationId="{00000000-0000-0000-0000-000000000000}"/>
          </ac:spMkLst>
        </pc:spChg>
      </pc:sldChg>
      <pc:sldChg chg="modSp add mod">
        <pc:chgData name="翟 锐" userId="fef11181f709266a" providerId="LiveId" clId="{10275908-82CB-4111-8AC1-0D131A21EACA}" dt="2020-08-12T14:33:49.032" v="931" actId="113"/>
        <pc:sldMkLst>
          <pc:docMk/>
          <pc:sldMk cId="40839046" sldId="560"/>
        </pc:sldMkLst>
        <pc:spChg chg="mod">
          <ac:chgData name="翟 锐" userId="fef11181f709266a" providerId="LiveId" clId="{10275908-82CB-4111-8AC1-0D131A21EACA}" dt="2020-08-12T14:33:49.032" v="931" actId="113"/>
          <ac:spMkLst>
            <pc:docMk/>
            <pc:sldMk cId="40839046" sldId="560"/>
            <ac:spMk id="2" creationId="{1A343DEC-CFF6-41F5-B87C-0DFC08C67B76}"/>
          </ac:spMkLst>
        </pc:spChg>
      </pc:sldChg>
      <pc:sldChg chg="modSp add">
        <pc:chgData name="翟 锐" userId="fef11181f709266a" providerId="LiveId" clId="{10275908-82CB-4111-8AC1-0D131A21EACA}" dt="2020-08-12T06:26:57.275" v="327" actId="108"/>
        <pc:sldMkLst>
          <pc:docMk/>
          <pc:sldMk cId="4092072796" sldId="561"/>
        </pc:sldMkLst>
        <pc:spChg chg="mod">
          <ac:chgData name="翟 锐" userId="fef11181f709266a" providerId="LiveId" clId="{10275908-82CB-4111-8AC1-0D131A21EACA}" dt="2020-08-12T06:26:57.275" v="327" actId="108"/>
          <ac:spMkLst>
            <pc:docMk/>
            <pc:sldMk cId="4092072796" sldId="561"/>
            <ac:spMk id="15" creationId="{00000000-0000-0000-0000-000000000000}"/>
          </ac:spMkLst>
        </pc:spChg>
        <pc:spChg chg="mod">
          <ac:chgData name="翟 锐" userId="fef11181f709266a" providerId="LiveId" clId="{10275908-82CB-4111-8AC1-0D131A21EACA}" dt="2020-08-12T06:26:53.345" v="324" actId="207"/>
          <ac:spMkLst>
            <pc:docMk/>
            <pc:sldMk cId="4092072796" sldId="561"/>
            <ac:spMk id="28" creationId="{00000000-0000-0000-0000-000000000000}"/>
          </ac:spMkLst>
        </pc:spChg>
      </pc:sldChg>
      <pc:sldChg chg="modSp add mod">
        <pc:chgData name="翟 锐" userId="fef11181f709266a" providerId="LiveId" clId="{10275908-82CB-4111-8AC1-0D131A21EACA}" dt="2020-08-12T13:23:25.987" v="806" actId="108"/>
        <pc:sldMkLst>
          <pc:docMk/>
          <pc:sldMk cId="634261918" sldId="562"/>
        </pc:sldMkLst>
        <pc:spChg chg="mod">
          <ac:chgData name="翟 锐" userId="fef11181f709266a" providerId="LiveId" clId="{10275908-82CB-4111-8AC1-0D131A21EACA}" dt="2020-08-12T13:23:25.987" v="806" actId="108"/>
          <ac:spMkLst>
            <pc:docMk/>
            <pc:sldMk cId="634261918" sldId="562"/>
            <ac:spMk id="2" creationId="{1A343DEC-CFF6-41F5-B87C-0DFC08C67B76}"/>
          </ac:spMkLst>
        </pc:spChg>
        <pc:spChg chg="mod">
          <ac:chgData name="翟 锐" userId="fef11181f709266a" providerId="LiveId" clId="{10275908-82CB-4111-8AC1-0D131A21EACA}" dt="2020-08-12T13:20:03.570" v="772"/>
          <ac:spMkLst>
            <pc:docMk/>
            <pc:sldMk cId="634261918" sldId="562"/>
            <ac:spMk id="35" creationId="{00000000-0000-0000-0000-000000000000}"/>
          </ac:spMkLst>
        </pc:spChg>
      </pc:sldChg>
      <pc:sldChg chg="modSp add mod">
        <pc:chgData name="翟 锐" userId="fef11181f709266a" providerId="LiveId" clId="{10275908-82CB-4111-8AC1-0D131A21EACA}" dt="2020-08-12T13:23:34.933" v="809" actId="108"/>
        <pc:sldMkLst>
          <pc:docMk/>
          <pc:sldMk cId="3051887953" sldId="563"/>
        </pc:sldMkLst>
        <pc:spChg chg="mod">
          <ac:chgData name="翟 锐" userId="fef11181f709266a" providerId="LiveId" clId="{10275908-82CB-4111-8AC1-0D131A21EACA}" dt="2020-08-12T13:23:34.933" v="809" actId="108"/>
          <ac:spMkLst>
            <pc:docMk/>
            <pc:sldMk cId="3051887953" sldId="563"/>
            <ac:spMk id="2" creationId="{1A343DEC-CFF6-41F5-B87C-0DFC08C67B76}"/>
          </ac:spMkLst>
        </pc:spChg>
        <pc:spChg chg="mod">
          <ac:chgData name="翟 锐" userId="fef11181f709266a" providerId="LiveId" clId="{10275908-82CB-4111-8AC1-0D131A21EACA}" dt="2020-08-12T13:09:57.455" v="526"/>
          <ac:spMkLst>
            <pc:docMk/>
            <pc:sldMk cId="3051887953" sldId="563"/>
            <ac:spMk id="35" creationId="{00000000-0000-0000-0000-000000000000}"/>
          </ac:spMkLst>
        </pc:spChg>
      </pc:sldChg>
      <pc:sldChg chg="modSp add mod">
        <pc:chgData name="翟 锐" userId="fef11181f709266a" providerId="LiveId" clId="{10275908-82CB-4111-8AC1-0D131A21EACA}" dt="2020-08-12T13:23:37.609" v="810" actId="108"/>
        <pc:sldMkLst>
          <pc:docMk/>
          <pc:sldMk cId="3404202409" sldId="564"/>
        </pc:sldMkLst>
        <pc:spChg chg="mod">
          <ac:chgData name="翟 锐" userId="fef11181f709266a" providerId="LiveId" clId="{10275908-82CB-4111-8AC1-0D131A21EACA}" dt="2020-08-12T13:23:37.609" v="810" actId="108"/>
          <ac:spMkLst>
            <pc:docMk/>
            <pc:sldMk cId="3404202409" sldId="564"/>
            <ac:spMk id="2" creationId="{1A343DEC-CFF6-41F5-B87C-0DFC08C67B76}"/>
          </ac:spMkLst>
        </pc:spChg>
        <pc:spChg chg="mod">
          <ac:chgData name="翟 锐" userId="fef11181f709266a" providerId="LiveId" clId="{10275908-82CB-4111-8AC1-0D131A21EACA}" dt="2020-08-12T13:12:12.711" v="569"/>
          <ac:spMkLst>
            <pc:docMk/>
            <pc:sldMk cId="3404202409" sldId="564"/>
            <ac:spMk id="35" creationId="{00000000-0000-0000-0000-000000000000}"/>
          </ac:spMkLst>
        </pc:spChg>
      </pc:sldChg>
      <pc:sldChg chg="addSp modSp add mod">
        <pc:chgData name="翟 锐" userId="fef11181f709266a" providerId="LiveId" clId="{10275908-82CB-4111-8AC1-0D131A21EACA}" dt="2020-08-12T13:26:27.095" v="837" actId="1076"/>
        <pc:sldMkLst>
          <pc:docMk/>
          <pc:sldMk cId="146979102" sldId="565"/>
        </pc:sldMkLst>
        <pc:spChg chg="mod">
          <ac:chgData name="翟 锐" userId="fef11181f709266a" providerId="LiveId" clId="{10275908-82CB-4111-8AC1-0D131A21EACA}" dt="2020-08-12T13:23:40.180" v="811" actId="108"/>
          <ac:spMkLst>
            <pc:docMk/>
            <pc:sldMk cId="146979102" sldId="565"/>
            <ac:spMk id="2" creationId="{1A343DEC-CFF6-41F5-B87C-0DFC08C67B76}"/>
          </ac:spMkLst>
        </pc:spChg>
        <pc:spChg chg="mod">
          <ac:chgData name="翟 锐" userId="fef11181f709266a" providerId="LiveId" clId="{10275908-82CB-4111-8AC1-0D131A21EACA}" dt="2020-08-12T13:12:24.793" v="606"/>
          <ac:spMkLst>
            <pc:docMk/>
            <pc:sldMk cId="146979102" sldId="565"/>
            <ac:spMk id="35" creationId="{00000000-0000-0000-0000-000000000000}"/>
          </ac:spMkLst>
        </pc:spChg>
        <pc:picChg chg="add mod">
          <ac:chgData name="翟 锐" userId="fef11181f709266a" providerId="LiveId" clId="{10275908-82CB-4111-8AC1-0D131A21EACA}" dt="2020-08-12T13:26:27.095" v="837" actId="1076"/>
          <ac:picMkLst>
            <pc:docMk/>
            <pc:sldMk cId="146979102" sldId="565"/>
            <ac:picMk id="6" creationId="{CEC16A83-D065-4F47-95B4-63FF26FFD825}"/>
          </ac:picMkLst>
        </pc:picChg>
      </pc:sldChg>
      <pc:sldChg chg="modSp add mod">
        <pc:chgData name="翟 锐" userId="fef11181f709266a" providerId="LiveId" clId="{10275908-82CB-4111-8AC1-0D131A21EACA}" dt="2020-08-12T15:48:18.221" v="1398"/>
        <pc:sldMkLst>
          <pc:docMk/>
          <pc:sldMk cId="727514361" sldId="566"/>
        </pc:sldMkLst>
        <pc:spChg chg="mod">
          <ac:chgData name="翟 锐" userId="fef11181f709266a" providerId="LiveId" clId="{10275908-82CB-4111-8AC1-0D131A21EACA}" dt="2020-08-12T13:21:40.888" v="786"/>
          <ac:spMkLst>
            <pc:docMk/>
            <pc:sldMk cId="727514361" sldId="566"/>
            <ac:spMk id="2" creationId="{1A343DEC-CFF6-41F5-B87C-0DFC08C67B76}"/>
          </ac:spMkLst>
        </pc:spChg>
        <pc:spChg chg="mod">
          <ac:chgData name="翟 锐" userId="fef11181f709266a" providerId="LiveId" clId="{10275908-82CB-4111-8AC1-0D131A21EACA}" dt="2020-08-12T15:48:18.221" v="1398"/>
          <ac:spMkLst>
            <pc:docMk/>
            <pc:sldMk cId="727514361" sldId="566"/>
            <ac:spMk id="35" creationId="{00000000-0000-0000-0000-000000000000}"/>
          </ac:spMkLst>
        </pc:spChg>
      </pc:sldChg>
      <pc:sldChg chg="new del">
        <pc:chgData name="翟 锐" userId="fef11181f709266a" providerId="LiveId" clId="{10275908-82CB-4111-8AC1-0D131A21EACA}" dt="2020-08-12T09:25:26.776" v="365" actId="680"/>
        <pc:sldMkLst>
          <pc:docMk/>
          <pc:sldMk cId="206580416" sldId="567"/>
        </pc:sldMkLst>
      </pc:sldChg>
      <pc:sldChg chg="modSp add mod">
        <pc:chgData name="翟 锐" userId="fef11181f709266a" providerId="LiveId" clId="{10275908-82CB-4111-8AC1-0D131A21EACA}" dt="2020-08-12T15:48:52.353" v="1403" actId="113"/>
        <pc:sldMkLst>
          <pc:docMk/>
          <pc:sldMk cId="2335307117" sldId="567"/>
        </pc:sldMkLst>
        <pc:spChg chg="mod">
          <ac:chgData name="翟 锐" userId="fef11181f709266a" providerId="LiveId" clId="{10275908-82CB-4111-8AC1-0D131A21EACA}" dt="2020-08-12T15:48:52.353" v="1403" actId="113"/>
          <ac:spMkLst>
            <pc:docMk/>
            <pc:sldMk cId="2335307117" sldId="567"/>
            <ac:spMk id="2" creationId="{1A343DEC-CFF6-41F5-B87C-0DFC08C67B76}"/>
          </ac:spMkLst>
        </pc:spChg>
        <pc:spChg chg="mod">
          <ac:chgData name="翟 锐" userId="fef11181f709266a" providerId="LiveId" clId="{10275908-82CB-4111-8AC1-0D131A21EACA}" dt="2020-08-12T15:47:47.013" v="1385"/>
          <ac:spMkLst>
            <pc:docMk/>
            <pc:sldMk cId="2335307117" sldId="567"/>
            <ac:spMk id="35" creationId="{00000000-0000-0000-0000-000000000000}"/>
          </ac:spMkLst>
        </pc:spChg>
      </pc:sldChg>
      <pc:sldChg chg="new del">
        <pc:chgData name="翟 锐" userId="fef11181f709266a" providerId="LiveId" clId="{10275908-82CB-4111-8AC1-0D131A21EACA}" dt="2020-08-12T13:08:46.051" v="515" actId="680"/>
        <pc:sldMkLst>
          <pc:docMk/>
          <pc:sldMk cId="1028485626" sldId="568"/>
        </pc:sldMkLst>
      </pc:sldChg>
      <pc:sldChg chg="modSp add mod">
        <pc:chgData name="翟 锐" userId="fef11181f709266a" providerId="LiveId" clId="{10275908-82CB-4111-8AC1-0D131A21EACA}" dt="2020-08-12T13:23:28.973" v="807" actId="108"/>
        <pc:sldMkLst>
          <pc:docMk/>
          <pc:sldMk cId="1385814803" sldId="568"/>
        </pc:sldMkLst>
        <pc:spChg chg="mod">
          <ac:chgData name="翟 锐" userId="fef11181f709266a" providerId="LiveId" clId="{10275908-82CB-4111-8AC1-0D131A21EACA}" dt="2020-08-12T13:23:28.973" v="807" actId="108"/>
          <ac:spMkLst>
            <pc:docMk/>
            <pc:sldMk cId="1385814803" sldId="568"/>
            <ac:spMk id="2" creationId="{1A343DEC-CFF6-41F5-B87C-0DFC08C67B76}"/>
          </ac:spMkLst>
        </pc:spChg>
        <pc:spChg chg="mod">
          <ac:chgData name="翟 锐" userId="fef11181f709266a" providerId="LiveId" clId="{10275908-82CB-4111-8AC1-0D131A21EACA}" dt="2020-08-12T13:20:06.898" v="779"/>
          <ac:spMkLst>
            <pc:docMk/>
            <pc:sldMk cId="1385814803" sldId="568"/>
            <ac:spMk id="35" creationId="{00000000-0000-0000-0000-000000000000}"/>
          </ac:spMkLst>
        </pc:spChg>
      </pc:sldChg>
      <pc:sldChg chg="new del">
        <pc:chgData name="翟 锐" userId="fef11181f709266a" providerId="LiveId" clId="{10275908-82CB-4111-8AC1-0D131A21EACA}" dt="2020-08-12T09:26:24.738" v="374" actId="47"/>
        <pc:sldMkLst>
          <pc:docMk/>
          <pc:sldMk cId="4225585888" sldId="568"/>
        </pc:sldMkLst>
      </pc:sldChg>
      <pc:sldChg chg="new del">
        <pc:chgData name="翟 锐" userId="fef11181f709266a" providerId="LiveId" clId="{10275908-82CB-4111-8AC1-0D131A21EACA}" dt="2020-08-12T13:10:37.629" v="546" actId="680"/>
        <pc:sldMkLst>
          <pc:docMk/>
          <pc:sldMk cId="3123875024" sldId="569"/>
        </pc:sldMkLst>
      </pc:sldChg>
      <pc:sldChg chg="addSp modSp add mod">
        <pc:chgData name="翟 锐" userId="fef11181f709266a" providerId="LiveId" clId="{10275908-82CB-4111-8AC1-0D131A21EACA}" dt="2020-08-12T13:26:31.047" v="838" actId="1076"/>
        <pc:sldMkLst>
          <pc:docMk/>
          <pc:sldMk cId="4047933167" sldId="569"/>
        </pc:sldMkLst>
        <pc:spChg chg="mod">
          <ac:chgData name="翟 锐" userId="fef11181f709266a" providerId="LiveId" clId="{10275908-82CB-4111-8AC1-0D131A21EACA}" dt="2020-08-12T13:23:43.951" v="813" actId="108"/>
          <ac:spMkLst>
            <pc:docMk/>
            <pc:sldMk cId="4047933167" sldId="569"/>
            <ac:spMk id="2" creationId="{1A343DEC-CFF6-41F5-B87C-0DFC08C67B76}"/>
          </ac:spMkLst>
        </pc:spChg>
        <pc:spChg chg="mod">
          <ac:chgData name="翟 锐" userId="fef11181f709266a" providerId="LiveId" clId="{10275908-82CB-4111-8AC1-0D131A21EACA}" dt="2020-08-12T13:20:17.924" v="780"/>
          <ac:spMkLst>
            <pc:docMk/>
            <pc:sldMk cId="4047933167" sldId="569"/>
            <ac:spMk id="35" creationId="{00000000-0000-0000-0000-000000000000}"/>
          </ac:spMkLst>
        </pc:spChg>
        <pc:picChg chg="add mod">
          <ac:chgData name="翟 锐" userId="fef11181f709266a" providerId="LiveId" clId="{10275908-82CB-4111-8AC1-0D131A21EACA}" dt="2020-08-12T13:26:31.047" v="838" actId="1076"/>
          <ac:picMkLst>
            <pc:docMk/>
            <pc:sldMk cId="4047933167" sldId="569"/>
            <ac:picMk id="6" creationId="{1E7935DF-D7B7-4F76-A56E-2E87D67F1A2D}"/>
          </ac:picMkLst>
        </pc:picChg>
      </pc:sldChg>
      <pc:sldChg chg="modSp add mod modAnim">
        <pc:chgData name="翟 锐" userId="fef11181f709266a" providerId="LiveId" clId="{10275908-82CB-4111-8AC1-0D131A21EACA}" dt="2020-08-12T13:23:46.658" v="815" actId="108"/>
        <pc:sldMkLst>
          <pc:docMk/>
          <pc:sldMk cId="1248462053" sldId="570"/>
        </pc:sldMkLst>
        <pc:spChg chg="mod">
          <ac:chgData name="翟 锐" userId="fef11181f709266a" providerId="LiveId" clId="{10275908-82CB-4111-8AC1-0D131A21EACA}" dt="2020-08-12T13:23:46.658" v="815" actId="108"/>
          <ac:spMkLst>
            <pc:docMk/>
            <pc:sldMk cId="1248462053" sldId="570"/>
            <ac:spMk id="2" creationId="{1A343DEC-CFF6-41F5-B87C-0DFC08C67B76}"/>
          </ac:spMkLst>
        </pc:spChg>
        <pc:spChg chg="mod">
          <ac:chgData name="翟 锐" userId="fef11181f709266a" providerId="LiveId" clId="{10275908-82CB-4111-8AC1-0D131A21EACA}" dt="2020-08-12T13:15:26.146" v="686"/>
          <ac:spMkLst>
            <pc:docMk/>
            <pc:sldMk cId="1248462053" sldId="570"/>
            <ac:spMk id="35" creationId="{00000000-0000-0000-0000-000000000000}"/>
          </ac:spMkLst>
        </pc:spChg>
      </pc:sldChg>
      <pc:sldChg chg="addSp delSp modSp add mod ord">
        <pc:chgData name="翟 锐" userId="fef11181f709266a" providerId="LiveId" clId="{10275908-82CB-4111-8AC1-0D131A21EACA}" dt="2020-08-12T15:21:22.179" v="1188" actId="1076"/>
        <pc:sldMkLst>
          <pc:docMk/>
          <pc:sldMk cId="3203680886" sldId="571"/>
        </pc:sldMkLst>
        <pc:spChg chg="del mod">
          <ac:chgData name="翟 锐" userId="fef11181f709266a" providerId="LiveId" clId="{10275908-82CB-4111-8AC1-0D131A21EACA}" dt="2020-08-12T15:16:21.748" v="1186" actId="478"/>
          <ac:spMkLst>
            <pc:docMk/>
            <pc:sldMk cId="3203680886" sldId="571"/>
            <ac:spMk id="2" creationId="{1A343DEC-CFF6-41F5-B87C-0DFC08C67B76}"/>
          </ac:spMkLst>
        </pc:spChg>
        <pc:spChg chg="add del">
          <ac:chgData name="翟 锐" userId="fef11181f709266a" providerId="LiveId" clId="{10275908-82CB-4111-8AC1-0D131A21EACA}" dt="2020-08-12T13:16:51.485" v="726" actId="22"/>
          <ac:spMkLst>
            <pc:docMk/>
            <pc:sldMk cId="3203680886" sldId="571"/>
            <ac:spMk id="7" creationId="{650577CC-8995-4C04-8910-0B2C3B8AB1A2}"/>
          </ac:spMkLst>
        </pc:spChg>
        <pc:spChg chg="mod">
          <ac:chgData name="翟 锐" userId="fef11181f709266a" providerId="LiveId" clId="{10275908-82CB-4111-8AC1-0D131A21EACA}" dt="2020-08-12T13:16:12.838" v="710"/>
          <ac:spMkLst>
            <pc:docMk/>
            <pc:sldMk cId="3203680886" sldId="571"/>
            <ac:spMk id="35" creationId="{00000000-0000-0000-0000-000000000000}"/>
          </ac:spMkLst>
        </pc:spChg>
        <pc:picChg chg="add mod">
          <ac:chgData name="翟 锐" userId="fef11181f709266a" providerId="LiveId" clId="{10275908-82CB-4111-8AC1-0D131A21EACA}" dt="2020-08-12T15:21:22.179" v="1188" actId="1076"/>
          <ac:picMkLst>
            <pc:docMk/>
            <pc:sldMk cId="3203680886" sldId="571"/>
            <ac:picMk id="4" creationId="{05F69294-5C7E-47CA-AF72-F2B1779893E8}"/>
          </ac:picMkLst>
        </pc:picChg>
      </pc:sldChg>
      <pc:sldChg chg="new del">
        <pc:chgData name="翟 锐" userId="fef11181f709266a" providerId="LiveId" clId="{10275908-82CB-4111-8AC1-0D131A21EACA}" dt="2020-08-12T13:15:12.001" v="679" actId="47"/>
        <pc:sldMkLst>
          <pc:docMk/>
          <pc:sldMk cId="529314934" sldId="572"/>
        </pc:sldMkLst>
      </pc:sldChg>
      <pc:sldChg chg="modSp add mod">
        <pc:chgData name="翟 锐" userId="fef11181f709266a" providerId="LiveId" clId="{10275908-82CB-4111-8AC1-0D131A21EACA}" dt="2020-08-12T13:23:56.407" v="817" actId="108"/>
        <pc:sldMkLst>
          <pc:docMk/>
          <pc:sldMk cId="1120019373" sldId="572"/>
        </pc:sldMkLst>
        <pc:spChg chg="mod">
          <ac:chgData name="翟 锐" userId="fef11181f709266a" providerId="LiveId" clId="{10275908-82CB-4111-8AC1-0D131A21EACA}" dt="2020-08-12T13:23:56.407" v="817" actId="108"/>
          <ac:spMkLst>
            <pc:docMk/>
            <pc:sldMk cId="1120019373" sldId="572"/>
            <ac:spMk id="2" creationId="{1A343DEC-CFF6-41F5-B87C-0DFC08C67B76}"/>
          </ac:spMkLst>
        </pc:spChg>
      </pc:sldChg>
      <pc:sldChg chg="new del">
        <pc:chgData name="翟 锐" userId="fef11181f709266a" providerId="LiveId" clId="{10275908-82CB-4111-8AC1-0D131A21EACA}" dt="2020-08-12T13:13:44.315" v="656" actId="47"/>
        <pc:sldMkLst>
          <pc:docMk/>
          <pc:sldMk cId="3920800367" sldId="572"/>
        </pc:sldMkLst>
      </pc:sldChg>
      <pc:sldChg chg="modSp add mod">
        <pc:chgData name="翟 锐" userId="fef11181f709266a" providerId="LiveId" clId="{10275908-82CB-4111-8AC1-0D131A21EACA}" dt="2020-08-12T13:24:05.823" v="821" actId="108"/>
        <pc:sldMkLst>
          <pc:docMk/>
          <pc:sldMk cId="757202342" sldId="573"/>
        </pc:sldMkLst>
        <pc:spChg chg="mod">
          <ac:chgData name="翟 锐" userId="fef11181f709266a" providerId="LiveId" clId="{10275908-82CB-4111-8AC1-0D131A21EACA}" dt="2020-08-12T13:24:05.823" v="821" actId="108"/>
          <ac:spMkLst>
            <pc:docMk/>
            <pc:sldMk cId="757202342" sldId="573"/>
            <ac:spMk id="2" creationId="{1A343DEC-CFF6-41F5-B87C-0DFC08C67B76}"/>
          </ac:spMkLst>
        </pc:spChg>
        <pc:spChg chg="mod">
          <ac:chgData name="翟 锐" userId="fef11181f709266a" providerId="LiveId" clId="{10275908-82CB-4111-8AC1-0D131A21EACA}" dt="2020-08-12T13:17:11.800" v="735"/>
          <ac:spMkLst>
            <pc:docMk/>
            <pc:sldMk cId="757202342" sldId="573"/>
            <ac:spMk id="35" creationId="{00000000-0000-0000-0000-000000000000}"/>
          </ac:spMkLst>
        </pc:spChg>
      </pc:sldChg>
      <pc:sldChg chg="modSp add mod">
        <pc:chgData name="翟 锐" userId="fef11181f709266a" providerId="LiveId" clId="{10275908-82CB-4111-8AC1-0D131A21EACA}" dt="2020-08-12T13:26:02.039" v="836" actId="20577"/>
        <pc:sldMkLst>
          <pc:docMk/>
          <pc:sldMk cId="3813965798" sldId="574"/>
        </pc:sldMkLst>
        <pc:spChg chg="mod">
          <ac:chgData name="翟 锐" userId="fef11181f709266a" providerId="LiveId" clId="{10275908-82CB-4111-8AC1-0D131A21EACA}" dt="2020-08-12T13:26:02.039" v="836" actId="20577"/>
          <ac:spMkLst>
            <pc:docMk/>
            <pc:sldMk cId="3813965798" sldId="574"/>
            <ac:spMk id="2" creationId="{1A343DEC-CFF6-41F5-B87C-0DFC08C67B76}"/>
          </ac:spMkLst>
        </pc:spChg>
      </pc:sldChg>
      <pc:sldChg chg="modSp add mod">
        <pc:chgData name="翟 锐" userId="fef11181f709266a" providerId="LiveId" clId="{10275908-82CB-4111-8AC1-0D131A21EACA}" dt="2020-08-12T13:24:11.183" v="823" actId="108"/>
        <pc:sldMkLst>
          <pc:docMk/>
          <pc:sldMk cId="2437343248" sldId="575"/>
        </pc:sldMkLst>
        <pc:spChg chg="mod">
          <ac:chgData name="翟 锐" userId="fef11181f709266a" providerId="LiveId" clId="{10275908-82CB-4111-8AC1-0D131A21EACA}" dt="2020-08-12T13:24:11.183" v="823" actId="108"/>
          <ac:spMkLst>
            <pc:docMk/>
            <pc:sldMk cId="2437343248" sldId="575"/>
            <ac:spMk id="2" creationId="{1A343DEC-CFF6-41F5-B87C-0DFC08C67B76}"/>
          </ac:spMkLst>
        </pc:spChg>
      </pc:sldChg>
      <pc:sldChg chg="modSp add mod">
        <pc:chgData name="翟 锐" userId="fef11181f709266a" providerId="LiveId" clId="{10275908-82CB-4111-8AC1-0D131A21EACA}" dt="2020-08-12T13:24:13.747" v="824" actId="108"/>
        <pc:sldMkLst>
          <pc:docMk/>
          <pc:sldMk cId="2216433463" sldId="576"/>
        </pc:sldMkLst>
        <pc:spChg chg="mod">
          <ac:chgData name="翟 锐" userId="fef11181f709266a" providerId="LiveId" clId="{10275908-82CB-4111-8AC1-0D131A21EACA}" dt="2020-08-12T13:24:13.747" v="824" actId="108"/>
          <ac:spMkLst>
            <pc:docMk/>
            <pc:sldMk cId="2216433463" sldId="576"/>
            <ac:spMk id="2" creationId="{1A343DEC-CFF6-41F5-B87C-0DFC08C67B76}"/>
          </ac:spMkLst>
        </pc:spChg>
      </pc:sldChg>
      <pc:sldChg chg="modSp add mod">
        <pc:chgData name="翟 锐" userId="fef11181f709266a" providerId="LiveId" clId="{10275908-82CB-4111-8AC1-0D131A21EACA}" dt="2020-08-12T13:24:16.404" v="825" actId="108"/>
        <pc:sldMkLst>
          <pc:docMk/>
          <pc:sldMk cId="1412906642" sldId="577"/>
        </pc:sldMkLst>
        <pc:spChg chg="mod">
          <ac:chgData name="翟 锐" userId="fef11181f709266a" providerId="LiveId" clId="{10275908-82CB-4111-8AC1-0D131A21EACA}" dt="2020-08-12T13:24:16.404" v="825" actId="108"/>
          <ac:spMkLst>
            <pc:docMk/>
            <pc:sldMk cId="1412906642" sldId="577"/>
            <ac:spMk id="2" creationId="{1A343DEC-CFF6-41F5-B87C-0DFC08C67B76}"/>
          </ac:spMkLst>
        </pc:spChg>
      </pc:sldChg>
      <pc:sldChg chg="modSp add mod">
        <pc:chgData name="翟 锐" userId="fef11181f709266a" providerId="LiveId" clId="{10275908-82CB-4111-8AC1-0D131A21EACA}" dt="2020-08-12T13:24:19.098" v="827" actId="108"/>
        <pc:sldMkLst>
          <pc:docMk/>
          <pc:sldMk cId="1727444032" sldId="578"/>
        </pc:sldMkLst>
        <pc:spChg chg="mod">
          <ac:chgData name="翟 锐" userId="fef11181f709266a" providerId="LiveId" clId="{10275908-82CB-4111-8AC1-0D131A21EACA}" dt="2020-08-12T13:24:19.098" v="827" actId="108"/>
          <ac:spMkLst>
            <pc:docMk/>
            <pc:sldMk cId="1727444032" sldId="578"/>
            <ac:spMk id="2" creationId="{1A343DEC-CFF6-41F5-B87C-0DFC08C67B76}"/>
          </ac:spMkLst>
        </pc:spChg>
      </pc:sldChg>
      <pc:sldChg chg="modSp add del mod">
        <pc:chgData name="翟 锐" userId="fef11181f709266a" providerId="LiveId" clId="{10275908-82CB-4111-8AC1-0D131A21EACA}" dt="2020-08-12T13:24:27.632" v="829" actId="47"/>
        <pc:sldMkLst>
          <pc:docMk/>
          <pc:sldMk cId="1814820390" sldId="579"/>
        </pc:sldMkLst>
        <pc:spChg chg="mod">
          <ac:chgData name="翟 锐" userId="fef11181f709266a" providerId="LiveId" clId="{10275908-82CB-4111-8AC1-0D131A21EACA}" dt="2020-08-12T13:24:21.713" v="828" actId="108"/>
          <ac:spMkLst>
            <pc:docMk/>
            <pc:sldMk cId="1814820390" sldId="579"/>
            <ac:spMk id="2" creationId="{1A343DEC-CFF6-41F5-B87C-0DFC08C67B76}"/>
          </ac:spMkLst>
        </pc:spChg>
      </pc:sldChg>
      <pc:sldChg chg="modSp add mod">
        <pc:chgData name="翟 锐" userId="fef11181f709266a" providerId="LiveId" clId="{10275908-82CB-4111-8AC1-0D131A21EACA}" dt="2020-08-12T13:25:58.553" v="833" actId="6549"/>
        <pc:sldMkLst>
          <pc:docMk/>
          <pc:sldMk cId="3171092185" sldId="579"/>
        </pc:sldMkLst>
        <pc:spChg chg="mod">
          <ac:chgData name="翟 锐" userId="fef11181f709266a" providerId="LiveId" clId="{10275908-82CB-4111-8AC1-0D131A21EACA}" dt="2020-08-12T13:25:58.553" v="833" actId="6549"/>
          <ac:spMkLst>
            <pc:docMk/>
            <pc:sldMk cId="3171092185" sldId="579"/>
            <ac:spMk id="2" creationId="{1A343DEC-CFF6-41F5-B87C-0DFC08C67B76}"/>
          </ac:spMkLst>
        </pc:spChg>
      </pc:sldChg>
      <pc:sldChg chg="modSp add mod">
        <pc:chgData name="翟 锐" userId="fef11181f709266a" providerId="LiveId" clId="{10275908-82CB-4111-8AC1-0D131A21EACA}" dt="2020-08-12T13:26:51.088" v="840" actId="6549"/>
        <pc:sldMkLst>
          <pc:docMk/>
          <pc:sldMk cId="779357039" sldId="580"/>
        </pc:sldMkLst>
        <pc:spChg chg="mod">
          <ac:chgData name="翟 锐" userId="fef11181f709266a" providerId="LiveId" clId="{10275908-82CB-4111-8AC1-0D131A21EACA}" dt="2020-08-12T13:26:51.088" v="840" actId="6549"/>
          <ac:spMkLst>
            <pc:docMk/>
            <pc:sldMk cId="779357039" sldId="580"/>
            <ac:spMk id="2" creationId="{1A343DEC-CFF6-41F5-B87C-0DFC08C67B76}"/>
          </ac:spMkLst>
        </pc:spChg>
      </pc:sldChg>
      <pc:sldChg chg="new del">
        <pc:chgData name="翟 锐" userId="fef11181f709266a" providerId="LiveId" clId="{10275908-82CB-4111-8AC1-0D131A21EACA}" dt="2020-08-12T13:22:43.997" v="796" actId="680"/>
        <pc:sldMkLst>
          <pc:docMk/>
          <pc:sldMk cId="1005647335" sldId="580"/>
        </pc:sldMkLst>
      </pc:sldChg>
      <pc:sldChg chg="modSp add del mod">
        <pc:chgData name="翟 锐" userId="fef11181f709266a" providerId="LiveId" clId="{10275908-82CB-4111-8AC1-0D131A21EACA}" dt="2020-08-12T13:23:01.211" v="801" actId="47"/>
        <pc:sldMkLst>
          <pc:docMk/>
          <pc:sldMk cId="4144684125" sldId="580"/>
        </pc:sldMkLst>
        <pc:spChg chg="mod">
          <ac:chgData name="翟 锐" userId="fef11181f709266a" providerId="LiveId" clId="{10275908-82CB-4111-8AC1-0D131A21EACA}" dt="2020-08-12T13:22:55.585" v="800"/>
          <ac:spMkLst>
            <pc:docMk/>
            <pc:sldMk cId="4144684125" sldId="580"/>
            <ac:spMk id="2" creationId="{1A343DEC-CFF6-41F5-B87C-0DFC08C67B76}"/>
          </ac:spMkLst>
        </pc:spChg>
      </pc:sldChg>
      <pc:sldChg chg="add del">
        <pc:chgData name="翟 锐" userId="fef11181f709266a" providerId="LiveId" clId="{10275908-82CB-4111-8AC1-0D131A21EACA}" dt="2020-08-12T15:48:37.966" v="1399" actId="47"/>
        <pc:sldMkLst>
          <pc:docMk/>
          <pc:sldMk cId="3998745401" sldId="581"/>
        </pc:sldMkLst>
      </pc:sldChg>
      <pc:sldChg chg="modSp add mod modAnim">
        <pc:chgData name="翟 锐" userId="fef11181f709266a" providerId="LiveId" clId="{10275908-82CB-4111-8AC1-0D131A21EACA}" dt="2020-08-12T13:38:44.833" v="889" actId="6549"/>
        <pc:sldMkLst>
          <pc:docMk/>
          <pc:sldMk cId="261589731" sldId="582"/>
        </pc:sldMkLst>
        <pc:spChg chg="mod">
          <ac:chgData name="翟 锐" userId="fef11181f709266a" providerId="LiveId" clId="{10275908-82CB-4111-8AC1-0D131A21EACA}" dt="2020-08-12T13:38:44.833" v="889" actId="6549"/>
          <ac:spMkLst>
            <pc:docMk/>
            <pc:sldMk cId="261589731" sldId="582"/>
            <ac:spMk id="2" creationId="{1A343DEC-CFF6-41F5-B87C-0DFC08C67B76}"/>
          </ac:spMkLst>
        </pc:spChg>
        <pc:spChg chg="mod">
          <ac:chgData name="翟 锐" userId="fef11181f709266a" providerId="LiveId" clId="{10275908-82CB-4111-8AC1-0D131A21EACA}" dt="2020-08-12T13:38:25.440" v="883"/>
          <ac:spMkLst>
            <pc:docMk/>
            <pc:sldMk cId="261589731" sldId="582"/>
            <ac:spMk id="35" creationId="{00000000-0000-0000-0000-000000000000}"/>
          </ac:spMkLst>
        </pc:spChg>
      </pc:sldChg>
      <pc:sldChg chg="modSp add mod ord">
        <pc:chgData name="翟 锐" userId="fef11181f709266a" providerId="LiveId" clId="{10275908-82CB-4111-8AC1-0D131A21EACA}" dt="2020-08-12T13:44:32.437" v="918"/>
        <pc:sldMkLst>
          <pc:docMk/>
          <pc:sldMk cId="1594480700" sldId="583"/>
        </pc:sldMkLst>
        <pc:spChg chg="mod">
          <ac:chgData name="翟 锐" userId="fef11181f709266a" providerId="LiveId" clId="{10275908-82CB-4111-8AC1-0D131A21EACA}" dt="2020-08-12T13:44:32.437" v="918"/>
          <ac:spMkLst>
            <pc:docMk/>
            <pc:sldMk cId="1594480700" sldId="583"/>
            <ac:spMk id="2" creationId="{1A343DEC-CFF6-41F5-B87C-0DFC08C67B76}"/>
          </ac:spMkLst>
        </pc:spChg>
      </pc:sldChg>
      <pc:sldChg chg="modSp add mod">
        <pc:chgData name="翟 锐" userId="fef11181f709266a" providerId="LiveId" clId="{10275908-82CB-4111-8AC1-0D131A21EACA}" dt="2020-08-12T13:39:06.006" v="900" actId="6549"/>
        <pc:sldMkLst>
          <pc:docMk/>
          <pc:sldMk cId="3771257398" sldId="584"/>
        </pc:sldMkLst>
        <pc:spChg chg="mod">
          <ac:chgData name="翟 锐" userId="fef11181f709266a" providerId="LiveId" clId="{10275908-82CB-4111-8AC1-0D131A21EACA}" dt="2020-08-12T13:39:06.006" v="900" actId="6549"/>
          <ac:spMkLst>
            <pc:docMk/>
            <pc:sldMk cId="3771257398" sldId="584"/>
            <ac:spMk id="2" creationId="{1A343DEC-CFF6-41F5-B87C-0DFC08C67B76}"/>
          </ac:spMkLst>
        </pc:spChg>
      </pc:sldChg>
      <pc:sldChg chg="modSp add mod">
        <pc:chgData name="翟 锐" userId="fef11181f709266a" providerId="LiveId" clId="{10275908-82CB-4111-8AC1-0D131A21EACA}" dt="2020-08-12T13:39:29.293" v="906" actId="6549"/>
        <pc:sldMkLst>
          <pc:docMk/>
          <pc:sldMk cId="2817423939" sldId="585"/>
        </pc:sldMkLst>
        <pc:spChg chg="mod">
          <ac:chgData name="翟 锐" userId="fef11181f709266a" providerId="LiveId" clId="{10275908-82CB-4111-8AC1-0D131A21EACA}" dt="2020-08-12T13:39:29.293" v="906" actId="6549"/>
          <ac:spMkLst>
            <pc:docMk/>
            <pc:sldMk cId="2817423939" sldId="585"/>
            <ac:spMk id="2" creationId="{1A343DEC-CFF6-41F5-B87C-0DFC08C67B76}"/>
          </ac:spMkLst>
        </pc:spChg>
      </pc:sldChg>
      <pc:sldChg chg="modSp add mod">
        <pc:chgData name="翟 锐" userId="fef11181f709266a" providerId="LiveId" clId="{10275908-82CB-4111-8AC1-0D131A21EACA}" dt="2020-08-12T13:54:26.979" v="921" actId="20577"/>
        <pc:sldMkLst>
          <pc:docMk/>
          <pc:sldMk cId="2748688468" sldId="586"/>
        </pc:sldMkLst>
        <pc:spChg chg="mod">
          <ac:chgData name="翟 锐" userId="fef11181f709266a" providerId="LiveId" clId="{10275908-82CB-4111-8AC1-0D131A21EACA}" dt="2020-08-12T13:54:26.979" v="921" actId="20577"/>
          <ac:spMkLst>
            <pc:docMk/>
            <pc:sldMk cId="2748688468" sldId="586"/>
            <ac:spMk id="2" creationId="{1A343DEC-CFF6-41F5-B87C-0DFC08C67B76}"/>
          </ac:spMkLst>
        </pc:spChg>
      </pc:sldChg>
      <pc:sldChg chg="addSp delSp modSp add mod ord">
        <pc:chgData name="翟 锐" userId="fef11181f709266a" providerId="LiveId" clId="{10275908-82CB-4111-8AC1-0D131A21EACA}" dt="2020-08-12T14:46:41.545" v="1053" actId="478"/>
        <pc:sldMkLst>
          <pc:docMk/>
          <pc:sldMk cId="4205128277" sldId="587"/>
        </pc:sldMkLst>
        <pc:spChg chg="del mod">
          <ac:chgData name="翟 锐" userId="fef11181f709266a" providerId="LiveId" clId="{10275908-82CB-4111-8AC1-0D131A21EACA}" dt="2020-08-12T14:46:41.545" v="1053" actId="478"/>
          <ac:spMkLst>
            <pc:docMk/>
            <pc:sldMk cId="4205128277" sldId="587"/>
            <ac:spMk id="2" creationId="{1A343DEC-CFF6-41F5-B87C-0DFC08C67B76}"/>
          </ac:spMkLst>
        </pc:spChg>
        <pc:spChg chg="mod">
          <ac:chgData name="翟 锐" userId="fef11181f709266a" providerId="LiveId" clId="{10275908-82CB-4111-8AC1-0D131A21EACA}" dt="2020-08-12T14:46:39.104" v="1052" actId="1076"/>
          <ac:spMkLst>
            <pc:docMk/>
            <pc:sldMk cId="4205128277" sldId="587"/>
            <ac:spMk id="7" creationId="{597CF2EA-6107-4614-9E4B-ACE3BC6CC88B}"/>
          </ac:spMkLst>
        </pc:spChg>
        <pc:spChg chg="mod">
          <ac:chgData name="翟 锐" userId="fef11181f709266a" providerId="LiveId" clId="{10275908-82CB-4111-8AC1-0D131A21EACA}" dt="2020-08-12T14:46:39.104" v="1052" actId="1076"/>
          <ac:spMkLst>
            <pc:docMk/>
            <pc:sldMk cId="4205128277" sldId="587"/>
            <ac:spMk id="8" creationId="{15B5E778-DAA3-42DA-98B6-22D45ABA6166}"/>
          </ac:spMkLst>
        </pc:spChg>
        <pc:spChg chg="mod">
          <ac:chgData name="翟 锐" userId="fef11181f709266a" providerId="LiveId" clId="{10275908-82CB-4111-8AC1-0D131A21EACA}" dt="2020-08-12T14:46:39.104" v="1052" actId="1076"/>
          <ac:spMkLst>
            <pc:docMk/>
            <pc:sldMk cId="4205128277" sldId="587"/>
            <ac:spMk id="9" creationId="{8D64E96D-99CF-47D3-97B9-E94B5F75903F}"/>
          </ac:spMkLst>
        </pc:spChg>
        <pc:spChg chg="mod">
          <ac:chgData name="翟 锐" userId="fef11181f709266a" providerId="LiveId" clId="{10275908-82CB-4111-8AC1-0D131A21EACA}" dt="2020-08-12T14:46:39.104" v="1052" actId="1076"/>
          <ac:spMkLst>
            <pc:docMk/>
            <pc:sldMk cId="4205128277" sldId="587"/>
            <ac:spMk id="10" creationId="{921FF024-4EAB-47F1-BA30-7E07871A7D3D}"/>
          </ac:spMkLst>
        </pc:spChg>
        <pc:spChg chg="mod">
          <ac:chgData name="翟 锐" userId="fef11181f709266a" providerId="LiveId" clId="{10275908-82CB-4111-8AC1-0D131A21EACA}" dt="2020-08-12T14:46:39.104" v="1052" actId="1076"/>
          <ac:spMkLst>
            <pc:docMk/>
            <pc:sldMk cId="4205128277" sldId="587"/>
            <ac:spMk id="11" creationId="{469B5221-9077-41E2-9252-ADD287A0FA65}"/>
          </ac:spMkLst>
        </pc:spChg>
        <pc:spChg chg="mod">
          <ac:chgData name="翟 锐" userId="fef11181f709266a" providerId="LiveId" clId="{10275908-82CB-4111-8AC1-0D131A21EACA}" dt="2020-08-12T14:46:39.104" v="1052" actId="1076"/>
          <ac:spMkLst>
            <pc:docMk/>
            <pc:sldMk cId="4205128277" sldId="587"/>
            <ac:spMk id="12" creationId="{DA555BD8-1229-4F09-822A-F1C60D45E012}"/>
          </ac:spMkLst>
        </pc:spChg>
        <pc:spChg chg="mod">
          <ac:chgData name="翟 锐" userId="fef11181f709266a" providerId="LiveId" clId="{10275908-82CB-4111-8AC1-0D131A21EACA}" dt="2020-08-12T14:46:39.104" v="1052" actId="1076"/>
          <ac:spMkLst>
            <pc:docMk/>
            <pc:sldMk cId="4205128277" sldId="587"/>
            <ac:spMk id="13" creationId="{02C6022A-1118-4D78-9322-666C740AECD8}"/>
          </ac:spMkLst>
        </pc:spChg>
        <pc:spChg chg="mod">
          <ac:chgData name="翟 锐" userId="fef11181f709266a" providerId="LiveId" clId="{10275908-82CB-4111-8AC1-0D131A21EACA}" dt="2020-08-12T14:46:39.104" v="1052" actId="1076"/>
          <ac:spMkLst>
            <pc:docMk/>
            <pc:sldMk cId="4205128277" sldId="587"/>
            <ac:spMk id="14" creationId="{4DE51BE7-210E-4A38-A8BD-A87B427B6117}"/>
          </ac:spMkLst>
        </pc:spChg>
        <pc:spChg chg="mod">
          <ac:chgData name="翟 锐" userId="fef11181f709266a" providerId="LiveId" clId="{10275908-82CB-4111-8AC1-0D131A21EACA}" dt="2020-08-12T14:46:39.104" v="1052" actId="1076"/>
          <ac:spMkLst>
            <pc:docMk/>
            <pc:sldMk cId="4205128277" sldId="587"/>
            <ac:spMk id="15" creationId="{7732155B-B5FA-4AD0-A95C-54475B636C55}"/>
          </ac:spMkLst>
        </pc:spChg>
        <pc:spChg chg="mod">
          <ac:chgData name="翟 锐" userId="fef11181f709266a" providerId="LiveId" clId="{10275908-82CB-4111-8AC1-0D131A21EACA}" dt="2020-08-12T14:46:39.104" v="1052" actId="1076"/>
          <ac:spMkLst>
            <pc:docMk/>
            <pc:sldMk cId="4205128277" sldId="587"/>
            <ac:spMk id="16" creationId="{75CEAEC6-A42E-4232-8CDE-5AB6A978C82E}"/>
          </ac:spMkLst>
        </pc:spChg>
        <pc:spChg chg="mod">
          <ac:chgData name="翟 锐" userId="fef11181f709266a" providerId="LiveId" clId="{10275908-82CB-4111-8AC1-0D131A21EACA}" dt="2020-08-12T14:46:39.104" v="1052" actId="1076"/>
          <ac:spMkLst>
            <pc:docMk/>
            <pc:sldMk cId="4205128277" sldId="587"/>
            <ac:spMk id="17" creationId="{FFF18E4F-0997-4AAF-A193-41619F8C5642}"/>
          </ac:spMkLst>
        </pc:spChg>
        <pc:spChg chg="mod">
          <ac:chgData name="翟 锐" userId="fef11181f709266a" providerId="LiveId" clId="{10275908-82CB-4111-8AC1-0D131A21EACA}" dt="2020-08-12T14:46:39.104" v="1052" actId="1076"/>
          <ac:spMkLst>
            <pc:docMk/>
            <pc:sldMk cId="4205128277" sldId="587"/>
            <ac:spMk id="18" creationId="{C08FB381-FA3F-4642-862F-531D79DBFFEE}"/>
          </ac:spMkLst>
        </pc:spChg>
        <pc:spChg chg="mod">
          <ac:chgData name="翟 锐" userId="fef11181f709266a" providerId="LiveId" clId="{10275908-82CB-4111-8AC1-0D131A21EACA}" dt="2020-08-12T14:46:39.104" v="1052" actId="1076"/>
          <ac:spMkLst>
            <pc:docMk/>
            <pc:sldMk cId="4205128277" sldId="587"/>
            <ac:spMk id="19" creationId="{09848156-EA8C-4FB2-BB36-BF8B7C6B4B8D}"/>
          </ac:spMkLst>
        </pc:spChg>
        <pc:spChg chg="mod">
          <ac:chgData name="翟 锐" userId="fef11181f709266a" providerId="LiveId" clId="{10275908-82CB-4111-8AC1-0D131A21EACA}" dt="2020-08-12T14:46:39.104" v="1052" actId="1076"/>
          <ac:spMkLst>
            <pc:docMk/>
            <pc:sldMk cId="4205128277" sldId="587"/>
            <ac:spMk id="20" creationId="{DB60C12E-AEFA-4064-8194-BB28837D8010}"/>
          </ac:spMkLst>
        </pc:spChg>
        <pc:spChg chg="mod">
          <ac:chgData name="翟 锐" userId="fef11181f709266a" providerId="LiveId" clId="{10275908-82CB-4111-8AC1-0D131A21EACA}" dt="2020-08-12T14:46:39.104" v="1052" actId="1076"/>
          <ac:spMkLst>
            <pc:docMk/>
            <pc:sldMk cId="4205128277" sldId="587"/>
            <ac:spMk id="21" creationId="{156CEF87-177C-49E5-A799-0A0D76AB0AFB}"/>
          </ac:spMkLst>
        </pc:spChg>
        <pc:spChg chg="mod">
          <ac:chgData name="翟 锐" userId="fef11181f709266a" providerId="LiveId" clId="{10275908-82CB-4111-8AC1-0D131A21EACA}" dt="2020-08-12T14:46:39.104" v="1052" actId="1076"/>
          <ac:spMkLst>
            <pc:docMk/>
            <pc:sldMk cId="4205128277" sldId="587"/>
            <ac:spMk id="22" creationId="{A96023E6-7491-4671-8C1B-A6A791F19FE4}"/>
          </ac:spMkLst>
        </pc:spChg>
        <pc:spChg chg="mod">
          <ac:chgData name="翟 锐" userId="fef11181f709266a" providerId="LiveId" clId="{10275908-82CB-4111-8AC1-0D131A21EACA}" dt="2020-08-12T14:46:39.104" v="1052" actId="1076"/>
          <ac:spMkLst>
            <pc:docMk/>
            <pc:sldMk cId="4205128277" sldId="587"/>
            <ac:spMk id="23" creationId="{2227A6C4-65EF-4587-82C5-C3744250026A}"/>
          </ac:spMkLst>
        </pc:spChg>
        <pc:spChg chg="mod">
          <ac:chgData name="翟 锐" userId="fef11181f709266a" providerId="LiveId" clId="{10275908-82CB-4111-8AC1-0D131A21EACA}" dt="2020-08-12T14:46:39.104" v="1052" actId="1076"/>
          <ac:spMkLst>
            <pc:docMk/>
            <pc:sldMk cId="4205128277" sldId="587"/>
            <ac:spMk id="24" creationId="{122FD740-6573-46FE-9814-DDB4945B9D16}"/>
          </ac:spMkLst>
        </pc:spChg>
        <pc:spChg chg="mod">
          <ac:chgData name="翟 锐" userId="fef11181f709266a" providerId="LiveId" clId="{10275908-82CB-4111-8AC1-0D131A21EACA}" dt="2020-08-12T14:46:39.104" v="1052" actId="1076"/>
          <ac:spMkLst>
            <pc:docMk/>
            <pc:sldMk cId="4205128277" sldId="587"/>
            <ac:spMk id="25" creationId="{92EE7037-A02A-4398-9CF7-DF0475BD5051}"/>
          </ac:spMkLst>
        </pc:spChg>
        <pc:spChg chg="mod">
          <ac:chgData name="翟 锐" userId="fef11181f709266a" providerId="LiveId" clId="{10275908-82CB-4111-8AC1-0D131A21EACA}" dt="2020-08-12T14:46:39.104" v="1052" actId="1076"/>
          <ac:spMkLst>
            <pc:docMk/>
            <pc:sldMk cId="4205128277" sldId="587"/>
            <ac:spMk id="26" creationId="{648F5717-3FF8-477F-AEBC-34E5B56E19F1}"/>
          </ac:spMkLst>
        </pc:spChg>
        <pc:spChg chg="mod">
          <ac:chgData name="翟 锐" userId="fef11181f709266a" providerId="LiveId" clId="{10275908-82CB-4111-8AC1-0D131A21EACA}" dt="2020-08-12T14:46:39.104" v="1052" actId="1076"/>
          <ac:spMkLst>
            <pc:docMk/>
            <pc:sldMk cId="4205128277" sldId="587"/>
            <ac:spMk id="27" creationId="{DABD5237-D265-4CC3-8EDC-005D6588CADF}"/>
          </ac:spMkLst>
        </pc:spChg>
        <pc:spChg chg="mod">
          <ac:chgData name="翟 锐" userId="fef11181f709266a" providerId="LiveId" clId="{10275908-82CB-4111-8AC1-0D131A21EACA}" dt="2020-08-12T14:46:39.104" v="1052" actId="1076"/>
          <ac:spMkLst>
            <pc:docMk/>
            <pc:sldMk cId="4205128277" sldId="587"/>
            <ac:spMk id="28" creationId="{7E8214CC-6533-41A6-A699-6925ADCBAA0C}"/>
          </ac:spMkLst>
        </pc:spChg>
        <pc:spChg chg="mod">
          <ac:chgData name="翟 锐" userId="fef11181f709266a" providerId="LiveId" clId="{10275908-82CB-4111-8AC1-0D131A21EACA}" dt="2020-08-12T14:46:39.104" v="1052" actId="1076"/>
          <ac:spMkLst>
            <pc:docMk/>
            <pc:sldMk cId="4205128277" sldId="587"/>
            <ac:spMk id="29" creationId="{BEB36144-A3A7-4D9A-9B27-309C64B07E9D}"/>
          </ac:spMkLst>
        </pc:spChg>
        <pc:spChg chg="mod">
          <ac:chgData name="翟 锐" userId="fef11181f709266a" providerId="LiveId" clId="{10275908-82CB-4111-8AC1-0D131A21EACA}" dt="2020-08-12T14:46:39.104" v="1052" actId="1076"/>
          <ac:spMkLst>
            <pc:docMk/>
            <pc:sldMk cId="4205128277" sldId="587"/>
            <ac:spMk id="30" creationId="{D8CAF723-50DE-42CB-AB1E-1E55EB86A1B0}"/>
          </ac:spMkLst>
        </pc:spChg>
        <pc:grpChg chg="add mod">
          <ac:chgData name="翟 锐" userId="fef11181f709266a" providerId="LiveId" clId="{10275908-82CB-4111-8AC1-0D131A21EACA}" dt="2020-08-12T14:46:39.104" v="1052" actId="1076"/>
          <ac:grpSpMkLst>
            <pc:docMk/>
            <pc:sldMk cId="4205128277" sldId="587"/>
            <ac:grpSpMk id="6" creationId="{93414399-1B14-432D-ADA5-036933386850}"/>
          </ac:grpSpMkLst>
        </pc:grpChg>
      </pc:sldChg>
      <pc:sldChg chg="delSp modSp add mod modAnim">
        <pc:chgData name="翟 锐" userId="fef11181f709266a" providerId="LiveId" clId="{10275908-82CB-4111-8AC1-0D131A21EACA}" dt="2020-08-12T14:47:17.386" v="1062"/>
        <pc:sldMkLst>
          <pc:docMk/>
          <pc:sldMk cId="850308225" sldId="588"/>
        </pc:sldMkLst>
        <pc:spChg chg="mod">
          <ac:chgData name="翟 锐" userId="fef11181f709266a" providerId="LiveId" clId="{10275908-82CB-4111-8AC1-0D131A21EACA}" dt="2020-08-12T14:47:14.513" v="1059" actId="21"/>
          <ac:spMkLst>
            <pc:docMk/>
            <pc:sldMk cId="850308225" sldId="588"/>
            <ac:spMk id="2" creationId="{1A343DEC-CFF6-41F5-B87C-0DFC08C67B76}"/>
          </ac:spMkLst>
        </pc:spChg>
        <pc:spChg chg="mod">
          <ac:chgData name="翟 锐" userId="fef11181f709266a" providerId="LiveId" clId="{10275908-82CB-4111-8AC1-0D131A21EACA}" dt="2020-08-12T14:47:17.386" v="1062"/>
          <ac:spMkLst>
            <pc:docMk/>
            <pc:sldMk cId="850308225" sldId="588"/>
            <ac:spMk id="35" creationId="{00000000-0000-0000-0000-000000000000}"/>
          </ac:spMkLst>
        </pc:spChg>
        <pc:grpChg chg="del">
          <ac:chgData name="翟 锐" userId="fef11181f709266a" providerId="LiveId" clId="{10275908-82CB-4111-8AC1-0D131A21EACA}" dt="2020-08-12T14:37:32.973" v="945" actId="478"/>
          <ac:grpSpMkLst>
            <pc:docMk/>
            <pc:sldMk cId="850308225" sldId="588"/>
            <ac:grpSpMk id="6" creationId="{93414399-1B14-432D-ADA5-036933386850}"/>
          </ac:grpSpMkLst>
        </pc:grpChg>
      </pc:sldChg>
      <pc:sldChg chg="delSp modSp add mod">
        <pc:chgData name="翟 锐" userId="fef11181f709266a" providerId="LiveId" clId="{10275908-82CB-4111-8AC1-0D131A21EACA}" dt="2020-08-12T14:48:10.613" v="1067"/>
        <pc:sldMkLst>
          <pc:docMk/>
          <pc:sldMk cId="1817544442" sldId="589"/>
        </pc:sldMkLst>
        <pc:spChg chg="mod">
          <ac:chgData name="翟 锐" userId="fef11181f709266a" providerId="LiveId" clId="{10275908-82CB-4111-8AC1-0D131A21EACA}" dt="2020-08-12T14:40:50.864" v="955" actId="6549"/>
          <ac:spMkLst>
            <pc:docMk/>
            <pc:sldMk cId="1817544442" sldId="589"/>
            <ac:spMk id="2" creationId="{1A343DEC-CFF6-41F5-B87C-0DFC08C67B76}"/>
          </ac:spMkLst>
        </pc:spChg>
        <pc:spChg chg="mod">
          <ac:chgData name="翟 锐" userId="fef11181f709266a" providerId="LiveId" clId="{10275908-82CB-4111-8AC1-0D131A21EACA}" dt="2020-08-12T14:48:10.613" v="1067"/>
          <ac:spMkLst>
            <pc:docMk/>
            <pc:sldMk cId="1817544442" sldId="589"/>
            <ac:spMk id="35" creationId="{00000000-0000-0000-0000-000000000000}"/>
          </ac:spMkLst>
        </pc:spChg>
        <pc:grpChg chg="del">
          <ac:chgData name="翟 锐" userId="fef11181f709266a" providerId="LiveId" clId="{10275908-82CB-4111-8AC1-0D131A21EACA}" dt="2020-08-12T14:40:41.365" v="949" actId="478"/>
          <ac:grpSpMkLst>
            <pc:docMk/>
            <pc:sldMk cId="1817544442" sldId="589"/>
            <ac:grpSpMk id="6" creationId="{93414399-1B14-432D-ADA5-036933386850}"/>
          </ac:grpSpMkLst>
        </pc:grpChg>
      </pc:sldChg>
      <pc:sldChg chg="delSp modSp add mod">
        <pc:chgData name="翟 锐" userId="fef11181f709266a" providerId="LiveId" clId="{10275908-82CB-4111-8AC1-0D131A21EACA}" dt="2020-08-12T14:48:34.182" v="1074" actId="6549"/>
        <pc:sldMkLst>
          <pc:docMk/>
          <pc:sldMk cId="685558447" sldId="590"/>
        </pc:sldMkLst>
        <pc:spChg chg="mod">
          <ac:chgData name="翟 锐" userId="fef11181f709266a" providerId="LiveId" clId="{10275908-82CB-4111-8AC1-0D131A21EACA}" dt="2020-08-12T14:48:34.182" v="1074" actId="6549"/>
          <ac:spMkLst>
            <pc:docMk/>
            <pc:sldMk cId="685558447" sldId="590"/>
            <ac:spMk id="2" creationId="{1A343DEC-CFF6-41F5-B87C-0DFC08C67B76}"/>
          </ac:spMkLst>
        </pc:spChg>
        <pc:spChg chg="mod">
          <ac:chgData name="翟 锐" userId="fef11181f709266a" providerId="LiveId" clId="{10275908-82CB-4111-8AC1-0D131A21EACA}" dt="2020-08-12T14:48:15.003" v="1070"/>
          <ac:spMkLst>
            <pc:docMk/>
            <pc:sldMk cId="685558447" sldId="590"/>
            <ac:spMk id="35" creationId="{00000000-0000-0000-0000-000000000000}"/>
          </ac:spMkLst>
        </pc:spChg>
        <pc:grpChg chg="del">
          <ac:chgData name="翟 锐" userId="fef11181f709266a" providerId="LiveId" clId="{10275908-82CB-4111-8AC1-0D131A21EACA}" dt="2020-08-12T14:41:01.187" v="956" actId="478"/>
          <ac:grpSpMkLst>
            <pc:docMk/>
            <pc:sldMk cId="685558447" sldId="590"/>
            <ac:grpSpMk id="6" creationId="{93414399-1B14-432D-ADA5-036933386850}"/>
          </ac:grpSpMkLst>
        </pc:grpChg>
      </pc:sldChg>
      <pc:sldChg chg="modSp add">
        <pc:chgData name="翟 锐" userId="fef11181f709266a" providerId="LiveId" clId="{10275908-82CB-4111-8AC1-0D131A21EACA}" dt="2020-08-12T14:44:21.979" v="1007" actId="20577"/>
        <pc:sldMkLst>
          <pc:docMk/>
          <pc:sldMk cId="1241660107" sldId="591"/>
        </pc:sldMkLst>
        <pc:spChg chg="mod">
          <ac:chgData name="翟 锐" userId="fef11181f709266a" providerId="LiveId" clId="{10275908-82CB-4111-8AC1-0D131A21EACA}" dt="2020-08-12T14:44:21.979" v="1007" actId="20577"/>
          <ac:spMkLst>
            <pc:docMk/>
            <pc:sldMk cId="1241660107" sldId="591"/>
            <ac:spMk id="2" creationId="{00000000-0000-0000-0000-000000000000}"/>
          </ac:spMkLst>
        </pc:spChg>
      </pc:sldChg>
      <pc:sldChg chg="delSp modSp add mod">
        <pc:chgData name="翟 锐" userId="fef11181f709266a" providerId="LiveId" clId="{10275908-82CB-4111-8AC1-0D131A21EACA}" dt="2020-08-12T14:45:04.414" v="1019" actId="20577"/>
        <pc:sldMkLst>
          <pc:docMk/>
          <pc:sldMk cId="661421327" sldId="592"/>
        </pc:sldMkLst>
        <pc:spChg chg="mod">
          <ac:chgData name="翟 锐" userId="fef11181f709266a" providerId="LiveId" clId="{10275908-82CB-4111-8AC1-0D131A21EACA}" dt="2020-08-12T14:45:04.414" v="1019" actId="20577"/>
          <ac:spMkLst>
            <pc:docMk/>
            <pc:sldMk cId="661421327" sldId="592"/>
            <ac:spMk id="2" creationId="{1A343DEC-CFF6-41F5-B87C-0DFC08C67B76}"/>
          </ac:spMkLst>
        </pc:spChg>
        <pc:grpChg chg="del">
          <ac:chgData name="翟 锐" userId="fef11181f709266a" providerId="LiveId" clId="{10275908-82CB-4111-8AC1-0D131A21EACA}" dt="2020-08-12T14:44:46.863" v="1009" actId="478"/>
          <ac:grpSpMkLst>
            <pc:docMk/>
            <pc:sldMk cId="661421327" sldId="592"/>
            <ac:grpSpMk id="6" creationId="{93414399-1B14-432D-ADA5-036933386850}"/>
          </ac:grpSpMkLst>
        </pc:grpChg>
      </pc:sldChg>
      <pc:sldChg chg="modSp add mod ord">
        <pc:chgData name="翟 锐" userId="fef11181f709266a" providerId="LiveId" clId="{10275908-82CB-4111-8AC1-0D131A21EACA}" dt="2020-08-12T14:46:25.439" v="1051" actId="6549"/>
        <pc:sldMkLst>
          <pc:docMk/>
          <pc:sldMk cId="2843123516" sldId="593"/>
        </pc:sldMkLst>
        <pc:spChg chg="mod">
          <ac:chgData name="翟 锐" userId="fef11181f709266a" providerId="LiveId" clId="{10275908-82CB-4111-8AC1-0D131A21EACA}" dt="2020-08-12T14:46:25.439" v="1051" actId="6549"/>
          <ac:spMkLst>
            <pc:docMk/>
            <pc:sldMk cId="2843123516" sldId="593"/>
            <ac:spMk id="2" creationId="{1A343DEC-CFF6-41F5-B87C-0DFC08C67B76}"/>
          </ac:spMkLst>
        </pc:spChg>
      </pc:sldChg>
      <pc:sldChg chg="modSp add mod modAnim">
        <pc:chgData name="翟 锐" userId="fef11181f709266a" providerId="LiveId" clId="{10275908-82CB-4111-8AC1-0D131A21EACA}" dt="2020-08-12T14:49:52.462" v="1095"/>
        <pc:sldMkLst>
          <pc:docMk/>
          <pc:sldMk cId="3055817303" sldId="594"/>
        </pc:sldMkLst>
        <pc:spChg chg="mod">
          <ac:chgData name="翟 锐" userId="fef11181f709266a" providerId="LiveId" clId="{10275908-82CB-4111-8AC1-0D131A21EACA}" dt="2020-08-12T14:49:44.859" v="1086" actId="21"/>
          <ac:spMkLst>
            <pc:docMk/>
            <pc:sldMk cId="3055817303" sldId="594"/>
            <ac:spMk id="2" creationId="{1A343DEC-CFF6-41F5-B87C-0DFC08C67B76}"/>
          </ac:spMkLst>
        </pc:spChg>
        <pc:spChg chg="mod">
          <ac:chgData name="翟 锐" userId="fef11181f709266a" providerId="LiveId" clId="{10275908-82CB-4111-8AC1-0D131A21EACA}" dt="2020-08-12T14:49:52.462" v="1095"/>
          <ac:spMkLst>
            <pc:docMk/>
            <pc:sldMk cId="3055817303" sldId="594"/>
            <ac:spMk id="35" creationId="{00000000-0000-0000-0000-000000000000}"/>
          </ac:spMkLst>
        </pc:spChg>
      </pc:sldChg>
      <pc:sldChg chg="addSp modSp add modAnim modNotesTx">
        <pc:chgData name="翟 锐" userId="fef11181f709266a" providerId="LiveId" clId="{10275908-82CB-4111-8AC1-0D131A21EACA}" dt="2020-08-12T14:49:15.058" v="1080"/>
        <pc:sldMkLst>
          <pc:docMk/>
          <pc:sldMk cId="363145086" sldId="595"/>
        </pc:sldMkLst>
        <pc:picChg chg="add mod">
          <ac:chgData name="翟 锐" userId="fef11181f709266a" providerId="LiveId" clId="{10275908-82CB-4111-8AC1-0D131A21EACA}" dt="2020-08-12T14:49:05.825" v="1079" actId="14100"/>
          <ac:picMkLst>
            <pc:docMk/>
            <pc:sldMk cId="363145086" sldId="595"/>
            <ac:picMk id="6" creationId="{1FC625FB-239C-49EE-A6E2-6C263647896F}"/>
          </ac:picMkLst>
        </pc:picChg>
      </pc:sldChg>
      <pc:sldChg chg="add">
        <pc:chgData name="翟 锐" userId="fef11181f709266a" providerId="LiveId" clId="{10275908-82CB-4111-8AC1-0D131A21EACA}" dt="2020-08-12T14:44:53.033" v="1013"/>
        <pc:sldMkLst>
          <pc:docMk/>
          <pc:sldMk cId="3722139504" sldId="596"/>
        </pc:sldMkLst>
      </pc:sldChg>
      <pc:sldChg chg="modSp add">
        <pc:chgData name="翟 锐" userId="fef11181f709266a" providerId="LiveId" clId="{10275908-82CB-4111-8AC1-0D131A21EACA}" dt="2020-08-12T14:53:03.622" v="1097" actId="20577"/>
        <pc:sldMkLst>
          <pc:docMk/>
          <pc:sldMk cId="1318928078" sldId="597"/>
        </pc:sldMkLst>
        <pc:spChg chg="mod">
          <ac:chgData name="翟 锐" userId="fef11181f709266a" providerId="LiveId" clId="{10275908-82CB-4111-8AC1-0D131A21EACA}" dt="2020-08-12T14:53:03.622" v="1097" actId="20577"/>
          <ac:spMkLst>
            <pc:docMk/>
            <pc:sldMk cId="1318928078" sldId="597"/>
            <ac:spMk id="2" creationId="{00000000-0000-0000-0000-000000000000}"/>
          </ac:spMkLst>
        </pc:spChg>
      </pc:sldChg>
      <pc:sldChg chg="modSp add mod">
        <pc:chgData name="翟 锐" userId="fef11181f709266a" providerId="LiveId" clId="{10275908-82CB-4111-8AC1-0D131A21EACA}" dt="2020-08-12T14:53:35.258" v="1107" actId="12"/>
        <pc:sldMkLst>
          <pc:docMk/>
          <pc:sldMk cId="3981761768" sldId="598"/>
        </pc:sldMkLst>
        <pc:spChg chg="mod">
          <ac:chgData name="翟 锐" userId="fef11181f709266a" providerId="LiveId" clId="{10275908-82CB-4111-8AC1-0D131A21EACA}" dt="2020-08-12T14:53:35.258" v="1107" actId="12"/>
          <ac:spMkLst>
            <pc:docMk/>
            <pc:sldMk cId="3981761768" sldId="598"/>
            <ac:spMk id="2" creationId="{1A343DEC-CFF6-41F5-B87C-0DFC08C67B76}"/>
          </ac:spMkLst>
        </pc:spChg>
      </pc:sldChg>
      <pc:sldChg chg="modSp add mod">
        <pc:chgData name="翟 锐" userId="fef11181f709266a" providerId="LiveId" clId="{10275908-82CB-4111-8AC1-0D131A21EACA}" dt="2020-08-12T14:53:54.686" v="1113" actId="12"/>
        <pc:sldMkLst>
          <pc:docMk/>
          <pc:sldMk cId="1329126494" sldId="599"/>
        </pc:sldMkLst>
        <pc:spChg chg="mod">
          <ac:chgData name="翟 锐" userId="fef11181f709266a" providerId="LiveId" clId="{10275908-82CB-4111-8AC1-0D131A21EACA}" dt="2020-08-12T14:53:54.686" v="1113" actId="12"/>
          <ac:spMkLst>
            <pc:docMk/>
            <pc:sldMk cId="1329126494" sldId="599"/>
            <ac:spMk id="2" creationId="{1A343DEC-CFF6-41F5-B87C-0DFC08C67B76}"/>
          </ac:spMkLst>
        </pc:spChg>
      </pc:sldChg>
      <pc:sldChg chg="modSp add mod">
        <pc:chgData name="翟 锐" userId="fef11181f709266a" providerId="LiveId" clId="{10275908-82CB-4111-8AC1-0D131A21EACA}" dt="2020-08-12T14:54:40.460" v="1118" actId="20577"/>
        <pc:sldMkLst>
          <pc:docMk/>
          <pc:sldMk cId="1744918970" sldId="600"/>
        </pc:sldMkLst>
        <pc:spChg chg="mod">
          <ac:chgData name="翟 锐" userId="fef11181f709266a" providerId="LiveId" clId="{10275908-82CB-4111-8AC1-0D131A21EACA}" dt="2020-08-12T14:54:40.460" v="1118" actId="20577"/>
          <ac:spMkLst>
            <pc:docMk/>
            <pc:sldMk cId="1744918970" sldId="600"/>
            <ac:spMk id="2" creationId="{1A343DEC-CFF6-41F5-B87C-0DFC08C67B76}"/>
          </ac:spMkLst>
        </pc:spChg>
      </pc:sldChg>
      <pc:sldChg chg="add del">
        <pc:chgData name="翟 锐" userId="fef11181f709266a" providerId="LiveId" clId="{10275908-82CB-4111-8AC1-0D131A21EACA}" dt="2020-08-12T14:54:49.757" v="1122"/>
        <pc:sldMkLst>
          <pc:docMk/>
          <pc:sldMk cId="260787842" sldId="601"/>
        </pc:sldMkLst>
      </pc:sldChg>
      <pc:sldChg chg="modSp add mod">
        <pc:chgData name="翟 锐" userId="fef11181f709266a" providerId="LiveId" clId="{10275908-82CB-4111-8AC1-0D131A21EACA}" dt="2020-08-12T15:42:13.200" v="1225" actId="6549"/>
        <pc:sldMkLst>
          <pc:docMk/>
          <pc:sldMk cId="2101326762" sldId="601"/>
        </pc:sldMkLst>
        <pc:spChg chg="mod">
          <ac:chgData name="翟 锐" userId="fef11181f709266a" providerId="LiveId" clId="{10275908-82CB-4111-8AC1-0D131A21EACA}" dt="2020-08-12T15:42:13.200" v="1225" actId="6549"/>
          <ac:spMkLst>
            <pc:docMk/>
            <pc:sldMk cId="2101326762" sldId="601"/>
            <ac:spMk id="2" creationId="{1A343DEC-CFF6-41F5-B87C-0DFC08C67B76}"/>
          </ac:spMkLst>
        </pc:spChg>
        <pc:spChg chg="mod">
          <ac:chgData name="翟 锐" userId="fef11181f709266a" providerId="LiveId" clId="{10275908-82CB-4111-8AC1-0D131A21EACA}" dt="2020-08-12T15:41:53.336" v="1216"/>
          <ac:spMkLst>
            <pc:docMk/>
            <pc:sldMk cId="2101326762" sldId="601"/>
            <ac:spMk id="35" creationId="{00000000-0000-0000-0000-000000000000}"/>
          </ac:spMkLst>
        </pc:spChg>
      </pc:sldChg>
      <pc:sldChg chg="new del">
        <pc:chgData name="翟 锐" userId="fef11181f709266a" providerId="LiveId" clId="{10275908-82CB-4111-8AC1-0D131A21EACA}" dt="2020-08-12T15:04:43.309" v="1125" actId="680"/>
        <pc:sldMkLst>
          <pc:docMk/>
          <pc:sldMk cId="3698951006" sldId="601"/>
        </pc:sldMkLst>
      </pc:sldChg>
      <pc:sldChg chg="new del">
        <pc:chgData name="翟 锐" userId="fef11181f709266a" providerId="LiveId" clId="{10275908-82CB-4111-8AC1-0D131A21EACA}" dt="2020-08-12T15:06:56.351" v="1163" actId="680"/>
        <pc:sldMkLst>
          <pc:docMk/>
          <pc:sldMk cId="147127502" sldId="602"/>
        </pc:sldMkLst>
      </pc:sldChg>
      <pc:sldChg chg="add del">
        <pc:chgData name="翟 锐" userId="fef11181f709266a" providerId="LiveId" clId="{10275908-82CB-4111-8AC1-0D131A21EACA}" dt="2020-08-12T14:54:49.417" v="1121"/>
        <pc:sldMkLst>
          <pc:docMk/>
          <pc:sldMk cId="1722327393" sldId="602"/>
        </pc:sldMkLst>
      </pc:sldChg>
      <pc:sldChg chg="add">
        <pc:chgData name="翟 锐" userId="fef11181f709266a" providerId="LiveId" clId="{10275908-82CB-4111-8AC1-0D131A21EACA}" dt="2020-08-12T15:06:58.645" v="1164"/>
        <pc:sldMkLst>
          <pc:docMk/>
          <pc:sldMk cId="2142524837" sldId="602"/>
        </pc:sldMkLst>
      </pc:sldChg>
      <pc:sldChg chg="modSp add mod">
        <pc:chgData name="翟 锐" userId="fef11181f709266a" providerId="LiveId" clId="{10275908-82CB-4111-8AC1-0D131A21EACA}" dt="2020-08-12T15:41:40.578" v="1202"/>
        <pc:sldMkLst>
          <pc:docMk/>
          <pc:sldMk cId="2952034791" sldId="603"/>
        </pc:sldMkLst>
        <pc:spChg chg="mod">
          <ac:chgData name="翟 锐" userId="fef11181f709266a" providerId="LiveId" clId="{10275908-82CB-4111-8AC1-0D131A21EACA}" dt="2020-08-12T15:08:27.787" v="1182" actId="6549"/>
          <ac:spMkLst>
            <pc:docMk/>
            <pc:sldMk cId="2952034791" sldId="603"/>
            <ac:spMk id="2" creationId="{1A343DEC-CFF6-41F5-B87C-0DFC08C67B76}"/>
          </ac:spMkLst>
        </pc:spChg>
        <pc:spChg chg="mod">
          <ac:chgData name="翟 锐" userId="fef11181f709266a" providerId="LiveId" clId="{10275908-82CB-4111-8AC1-0D131A21EACA}" dt="2020-08-12T15:41:40.578" v="1202"/>
          <ac:spMkLst>
            <pc:docMk/>
            <pc:sldMk cId="2952034791" sldId="603"/>
            <ac:spMk id="35" creationId="{00000000-0000-0000-0000-000000000000}"/>
          </ac:spMkLst>
        </pc:spChg>
      </pc:sldChg>
      <pc:sldChg chg="delSp add mod">
        <pc:chgData name="翟 锐" userId="fef11181f709266a" providerId="LiveId" clId="{10275908-82CB-4111-8AC1-0D131A21EACA}" dt="2020-08-12T15:16:18.508" v="1185" actId="478"/>
        <pc:sldMkLst>
          <pc:docMk/>
          <pc:sldMk cId="3459061754" sldId="604"/>
        </pc:sldMkLst>
        <pc:picChg chg="del">
          <ac:chgData name="翟 锐" userId="fef11181f709266a" providerId="LiveId" clId="{10275908-82CB-4111-8AC1-0D131A21EACA}" dt="2020-08-12T15:16:18.508" v="1185" actId="478"/>
          <ac:picMkLst>
            <pc:docMk/>
            <pc:sldMk cId="3459061754" sldId="604"/>
            <ac:picMk id="4" creationId="{05F69294-5C7E-47CA-AF72-F2B1779893E8}"/>
          </ac:picMkLst>
        </pc:picChg>
      </pc:sldChg>
      <pc:sldChg chg="modSp add mod">
        <pc:chgData name="翟 锐" userId="fef11181f709266a" providerId="LiveId" clId="{10275908-82CB-4111-8AC1-0D131A21EACA}" dt="2020-08-12T15:43:16.180" v="1261"/>
        <pc:sldMkLst>
          <pc:docMk/>
          <pc:sldMk cId="715867822" sldId="605"/>
        </pc:sldMkLst>
        <pc:spChg chg="mod">
          <ac:chgData name="翟 锐" userId="fef11181f709266a" providerId="LiveId" clId="{10275908-82CB-4111-8AC1-0D131A21EACA}" dt="2020-08-12T15:43:16.180" v="1261"/>
          <ac:spMkLst>
            <pc:docMk/>
            <pc:sldMk cId="715867822" sldId="605"/>
            <ac:spMk id="2" creationId="{1A343DEC-CFF6-41F5-B87C-0DFC08C67B76}"/>
          </ac:spMkLst>
        </pc:spChg>
      </pc:sldChg>
      <pc:sldChg chg="modSp add mod">
        <pc:chgData name="翟 锐" userId="fef11181f709266a" providerId="LiveId" clId="{10275908-82CB-4111-8AC1-0D131A21EACA}" dt="2020-08-12T15:43:19.829" v="1262"/>
        <pc:sldMkLst>
          <pc:docMk/>
          <pc:sldMk cId="419261417" sldId="606"/>
        </pc:sldMkLst>
        <pc:spChg chg="mod">
          <ac:chgData name="翟 锐" userId="fef11181f709266a" providerId="LiveId" clId="{10275908-82CB-4111-8AC1-0D131A21EACA}" dt="2020-08-12T15:43:19.829" v="1262"/>
          <ac:spMkLst>
            <pc:docMk/>
            <pc:sldMk cId="419261417" sldId="606"/>
            <ac:spMk id="2" creationId="{1A343DEC-CFF6-41F5-B87C-0DFC08C67B76}"/>
          </ac:spMkLst>
        </pc:spChg>
      </pc:sldChg>
      <pc:sldChg chg="modSp add mod">
        <pc:chgData name="翟 锐" userId="fef11181f709266a" providerId="LiveId" clId="{10275908-82CB-4111-8AC1-0D131A21EACA}" dt="2020-08-12T15:44:04.710" v="1288" actId="6549"/>
        <pc:sldMkLst>
          <pc:docMk/>
          <pc:sldMk cId="2933535704" sldId="607"/>
        </pc:sldMkLst>
        <pc:spChg chg="mod">
          <ac:chgData name="翟 锐" userId="fef11181f709266a" providerId="LiveId" clId="{10275908-82CB-4111-8AC1-0D131A21EACA}" dt="2020-08-12T15:44:04.710" v="1288" actId="6549"/>
          <ac:spMkLst>
            <pc:docMk/>
            <pc:sldMk cId="2933535704" sldId="607"/>
            <ac:spMk id="2" creationId="{1A343DEC-CFF6-41F5-B87C-0DFC08C67B76}"/>
          </ac:spMkLst>
        </pc:spChg>
      </pc:sldChg>
      <pc:sldChg chg="modSp add mod">
        <pc:chgData name="翟 锐" userId="fef11181f709266a" providerId="LiveId" clId="{10275908-82CB-4111-8AC1-0D131A21EACA}" dt="2020-08-12T15:43:58.862" v="1281" actId="6549"/>
        <pc:sldMkLst>
          <pc:docMk/>
          <pc:sldMk cId="2083321002" sldId="608"/>
        </pc:sldMkLst>
        <pc:spChg chg="mod">
          <ac:chgData name="翟 锐" userId="fef11181f709266a" providerId="LiveId" clId="{10275908-82CB-4111-8AC1-0D131A21EACA}" dt="2020-08-12T15:43:58.862" v="1281" actId="6549"/>
          <ac:spMkLst>
            <pc:docMk/>
            <pc:sldMk cId="2083321002" sldId="608"/>
            <ac:spMk id="2" creationId="{1A343DEC-CFF6-41F5-B87C-0DFC08C67B76}"/>
          </ac:spMkLst>
        </pc:spChg>
      </pc:sldChg>
      <pc:sldChg chg="addSp delSp modSp add mod ord">
        <pc:chgData name="翟 锐" userId="fef11181f709266a" providerId="LiveId" clId="{10275908-82CB-4111-8AC1-0D131A21EACA}" dt="2020-08-12T15:57:05.717" v="1435" actId="22"/>
        <pc:sldMkLst>
          <pc:docMk/>
          <pc:sldMk cId="1180436317" sldId="609"/>
        </pc:sldMkLst>
        <pc:spChg chg="mod">
          <ac:chgData name="翟 锐" userId="fef11181f709266a" providerId="LiveId" clId="{10275908-82CB-4111-8AC1-0D131A21EACA}" dt="2020-08-12T15:51:58.451" v="1431" actId="255"/>
          <ac:spMkLst>
            <pc:docMk/>
            <pc:sldMk cId="1180436317" sldId="609"/>
            <ac:spMk id="2" creationId="{1A343DEC-CFF6-41F5-B87C-0DFC08C67B76}"/>
          </ac:spMkLst>
        </pc:spChg>
        <pc:spChg chg="add del">
          <ac:chgData name="翟 锐" userId="fef11181f709266a" providerId="LiveId" clId="{10275908-82CB-4111-8AC1-0D131A21EACA}" dt="2020-08-12T15:57:05.717" v="1435" actId="22"/>
          <ac:spMkLst>
            <pc:docMk/>
            <pc:sldMk cId="1180436317" sldId="609"/>
            <ac:spMk id="7" creationId="{C375B8B0-1DD4-472B-8804-F5CF29A0FA72}"/>
          </ac:spMkLst>
        </pc:spChg>
        <pc:spChg chg="mod">
          <ac:chgData name="翟 锐" userId="fef11181f709266a" providerId="LiveId" clId="{10275908-82CB-4111-8AC1-0D131A21EACA}" dt="2020-08-12T15:49:41.764" v="1411"/>
          <ac:spMkLst>
            <pc:docMk/>
            <pc:sldMk cId="1180436317" sldId="609"/>
            <ac:spMk id="35" creationId="{00000000-0000-0000-0000-000000000000}"/>
          </ac:spMkLst>
        </pc:spChg>
      </pc:sldChg>
      <pc:sldChg chg="modSp add mod">
        <pc:chgData name="翟 锐" userId="fef11181f709266a" providerId="LiveId" clId="{10275908-82CB-4111-8AC1-0D131A21EACA}" dt="2020-08-12T15:57:51.155" v="1446" actId="12"/>
        <pc:sldMkLst>
          <pc:docMk/>
          <pc:sldMk cId="2461849974" sldId="610"/>
        </pc:sldMkLst>
        <pc:spChg chg="mod">
          <ac:chgData name="翟 锐" userId="fef11181f709266a" providerId="LiveId" clId="{10275908-82CB-4111-8AC1-0D131A21EACA}" dt="2020-08-12T15:57:51.155" v="1446" actId="12"/>
          <ac:spMkLst>
            <pc:docMk/>
            <pc:sldMk cId="2461849974" sldId="610"/>
            <ac:spMk id="2" creationId="{1A343DEC-CFF6-41F5-B87C-0DFC08C67B76}"/>
          </ac:spMkLst>
        </pc:spChg>
      </pc:sldChg>
    </pc:docChg>
  </pc:docChgLst>
  <pc:docChgLst>
    <pc:chgData name="翟 锐" userId="fef11181f709266a" providerId="LiveId" clId="{0214D428-B43D-48B8-A415-106375A7F957}"/>
    <pc:docChg chg="undo custSel addSld delSld modSld">
      <pc:chgData name="翟 锐" userId="fef11181f709266a" providerId="LiveId" clId="{0214D428-B43D-48B8-A415-106375A7F957}" dt="2020-09-04T09:26:59.411" v="689" actId="11529"/>
      <pc:docMkLst>
        <pc:docMk/>
      </pc:docMkLst>
      <pc:sldChg chg="add del">
        <pc:chgData name="翟 锐" userId="fef11181f709266a" providerId="LiveId" clId="{0214D428-B43D-48B8-A415-106375A7F957}" dt="2020-09-04T08:50:18.169" v="83"/>
        <pc:sldMkLst>
          <pc:docMk/>
          <pc:sldMk cId="0" sldId="325"/>
        </pc:sldMkLst>
      </pc:sldChg>
      <pc:sldChg chg="add del">
        <pc:chgData name="翟 锐" userId="fef11181f709266a" providerId="LiveId" clId="{0214D428-B43D-48B8-A415-106375A7F957}" dt="2020-09-04T08:58:04.885" v="191" actId="47"/>
        <pc:sldMkLst>
          <pc:docMk/>
          <pc:sldMk cId="0" sldId="347"/>
        </pc:sldMkLst>
      </pc:sldChg>
      <pc:sldChg chg="modSp mod">
        <pc:chgData name="翟 锐" userId="fef11181f709266a" providerId="LiveId" clId="{0214D428-B43D-48B8-A415-106375A7F957}" dt="2020-09-04T09:19:00.894" v="315" actId="14100"/>
        <pc:sldMkLst>
          <pc:docMk/>
          <pc:sldMk cId="2981006032" sldId="556"/>
        </pc:sldMkLst>
        <pc:spChg chg="mod">
          <ac:chgData name="翟 锐" userId="fef11181f709266a" providerId="LiveId" clId="{0214D428-B43D-48B8-A415-106375A7F957}" dt="2020-09-04T09:19:00.894" v="315" actId="14100"/>
          <ac:spMkLst>
            <pc:docMk/>
            <pc:sldMk cId="2981006032" sldId="556"/>
            <ac:spMk id="2" creationId="{1A343DEC-CFF6-41F5-B87C-0DFC08C67B76}"/>
          </ac:spMkLst>
        </pc:spChg>
      </pc:sldChg>
      <pc:sldChg chg="modSp mod">
        <pc:chgData name="翟 锐" userId="fef11181f709266a" providerId="LiveId" clId="{0214D428-B43D-48B8-A415-106375A7F957}" dt="2020-09-04T09:18:21.002" v="309" actId="1076"/>
        <pc:sldMkLst>
          <pc:docMk/>
          <pc:sldMk cId="40839046" sldId="560"/>
        </pc:sldMkLst>
        <pc:spChg chg="mod">
          <ac:chgData name="翟 锐" userId="fef11181f709266a" providerId="LiveId" clId="{0214D428-B43D-48B8-A415-106375A7F957}" dt="2020-09-04T09:18:21.002" v="309" actId="1076"/>
          <ac:spMkLst>
            <pc:docMk/>
            <pc:sldMk cId="40839046" sldId="560"/>
            <ac:spMk id="2" creationId="{1A343DEC-CFF6-41F5-B87C-0DFC08C67B76}"/>
          </ac:spMkLst>
        </pc:spChg>
      </pc:sldChg>
      <pc:sldChg chg="modSp mod">
        <pc:chgData name="翟 锐" userId="fef11181f709266a" providerId="LiveId" clId="{0214D428-B43D-48B8-A415-106375A7F957}" dt="2020-09-04T06:22:37.012" v="21" actId="12"/>
        <pc:sldMkLst>
          <pc:docMk/>
          <pc:sldMk cId="3051887953" sldId="563"/>
        </pc:sldMkLst>
        <pc:spChg chg="mod">
          <ac:chgData name="翟 锐" userId="fef11181f709266a" providerId="LiveId" clId="{0214D428-B43D-48B8-A415-106375A7F957}" dt="2020-09-04T06:22:37.012" v="21" actId="12"/>
          <ac:spMkLst>
            <pc:docMk/>
            <pc:sldMk cId="3051887953" sldId="563"/>
            <ac:spMk id="2" creationId="{1A343DEC-CFF6-41F5-B87C-0DFC08C67B76}"/>
          </ac:spMkLst>
        </pc:spChg>
      </pc:sldChg>
      <pc:sldChg chg="modSp mod">
        <pc:chgData name="翟 锐" userId="fef11181f709266a" providerId="LiveId" clId="{0214D428-B43D-48B8-A415-106375A7F957}" dt="2020-09-04T06:22:58.568" v="25" actId="15"/>
        <pc:sldMkLst>
          <pc:docMk/>
          <pc:sldMk cId="3404202409" sldId="564"/>
        </pc:sldMkLst>
        <pc:spChg chg="mod">
          <ac:chgData name="翟 锐" userId="fef11181f709266a" providerId="LiveId" clId="{0214D428-B43D-48B8-A415-106375A7F957}" dt="2020-09-04T06:22:58.568" v="25" actId="15"/>
          <ac:spMkLst>
            <pc:docMk/>
            <pc:sldMk cId="3404202409" sldId="564"/>
            <ac:spMk id="2" creationId="{1A343DEC-CFF6-41F5-B87C-0DFC08C67B76}"/>
          </ac:spMkLst>
        </pc:spChg>
      </pc:sldChg>
      <pc:sldChg chg="modSp mod">
        <pc:chgData name="翟 锐" userId="fef11181f709266a" providerId="LiveId" clId="{0214D428-B43D-48B8-A415-106375A7F957}" dt="2020-09-04T06:23:27.938" v="34" actId="6549"/>
        <pc:sldMkLst>
          <pc:docMk/>
          <pc:sldMk cId="146979102" sldId="565"/>
        </pc:sldMkLst>
        <pc:spChg chg="mod">
          <ac:chgData name="翟 锐" userId="fef11181f709266a" providerId="LiveId" clId="{0214D428-B43D-48B8-A415-106375A7F957}" dt="2020-09-04T06:23:27.938" v="34" actId="6549"/>
          <ac:spMkLst>
            <pc:docMk/>
            <pc:sldMk cId="146979102" sldId="565"/>
            <ac:spMk id="2" creationId="{1A343DEC-CFF6-41F5-B87C-0DFC08C67B76}"/>
          </ac:spMkLst>
        </pc:spChg>
        <pc:picChg chg="mod">
          <ac:chgData name="翟 锐" userId="fef11181f709266a" providerId="LiveId" clId="{0214D428-B43D-48B8-A415-106375A7F957}" dt="2020-09-04T06:23:12.383" v="26" actId="1076"/>
          <ac:picMkLst>
            <pc:docMk/>
            <pc:sldMk cId="146979102" sldId="565"/>
            <ac:picMk id="6" creationId="{CEC16A83-D065-4F47-95B4-63FF26FFD825}"/>
          </ac:picMkLst>
        </pc:picChg>
      </pc:sldChg>
      <pc:sldChg chg="modSp mod">
        <pc:chgData name="翟 锐" userId="fef11181f709266a" providerId="LiveId" clId="{0214D428-B43D-48B8-A415-106375A7F957}" dt="2020-09-04T09:18:13.031" v="306" actId="12"/>
        <pc:sldMkLst>
          <pc:docMk/>
          <pc:sldMk cId="727514361" sldId="566"/>
        </pc:sldMkLst>
        <pc:spChg chg="mod">
          <ac:chgData name="翟 锐" userId="fef11181f709266a" providerId="LiveId" clId="{0214D428-B43D-48B8-A415-106375A7F957}" dt="2020-09-04T09:18:13.031" v="306" actId="12"/>
          <ac:spMkLst>
            <pc:docMk/>
            <pc:sldMk cId="727514361" sldId="566"/>
            <ac:spMk id="2" creationId="{1A343DEC-CFF6-41F5-B87C-0DFC08C67B76}"/>
          </ac:spMkLst>
        </pc:spChg>
      </pc:sldChg>
      <pc:sldChg chg="modSp mod">
        <pc:chgData name="翟 锐" userId="fef11181f709266a" providerId="LiveId" clId="{0214D428-B43D-48B8-A415-106375A7F957}" dt="2020-09-04T06:21:42.030" v="13" actId="12"/>
        <pc:sldMkLst>
          <pc:docMk/>
          <pc:sldMk cId="1385814803" sldId="568"/>
        </pc:sldMkLst>
        <pc:spChg chg="mod">
          <ac:chgData name="翟 锐" userId="fef11181f709266a" providerId="LiveId" clId="{0214D428-B43D-48B8-A415-106375A7F957}" dt="2020-09-04T06:21:42.030" v="13" actId="12"/>
          <ac:spMkLst>
            <pc:docMk/>
            <pc:sldMk cId="1385814803" sldId="568"/>
            <ac:spMk id="2" creationId="{1A343DEC-CFF6-41F5-B87C-0DFC08C67B76}"/>
          </ac:spMkLst>
        </pc:spChg>
      </pc:sldChg>
      <pc:sldChg chg="modSp mod">
        <pc:chgData name="翟 锐" userId="fef11181f709266a" providerId="LiveId" clId="{0214D428-B43D-48B8-A415-106375A7F957}" dt="2020-09-04T06:23:39.038" v="36" actId="12"/>
        <pc:sldMkLst>
          <pc:docMk/>
          <pc:sldMk cId="1248462053" sldId="570"/>
        </pc:sldMkLst>
        <pc:spChg chg="mod">
          <ac:chgData name="翟 锐" userId="fef11181f709266a" providerId="LiveId" clId="{0214D428-B43D-48B8-A415-106375A7F957}" dt="2020-09-04T06:23:39.038" v="36" actId="12"/>
          <ac:spMkLst>
            <pc:docMk/>
            <pc:sldMk cId="1248462053" sldId="570"/>
            <ac:spMk id="2" creationId="{1A343DEC-CFF6-41F5-B87C-0DFC08C67B76}"/>
          </ac:spMkLst>
        </pc:spChg>
      </pc:sldChg>
      <pc:sldChg chg="modSp del mod">
        <pc:chgData name="翟 锐" userId="fef11181f709266a" providerId="LiveId" clId="{0214D428-B43D-48B8-A415-106375A7F957}" dt="2020-09-04T06:26:09.573" v="56" actId="2696"/>
        <pc:sldMkLst>
          <pc:docMk/>
          <pc:sldMk cId="3203680886" sldId="571"/>
        </pc:sldMkLst>
        <pc:picChg chg="mod">
          <ac:chgData name="翟 锐" userId="fef11181f709266a" providerId="LiveId" clId="{0214D428-B43D-48B8-A415-106375A7F957}" dt="2020-09-04T06:26:05.465" v="55" actId="1076"/>
          <ac:picMkLst>
            <pc:docMk/>
            <pc:sldMk cId="3203680886" sldId="571"/>
            <ac:picMk id="4" creationId="{05F69294-5C7E-47CA-AF72-F2B1779893E8}"/>
          </ac:picMkLst>
        </pc:picChg>
      </pc:sldChg>
      <pc:sldChg chg="add">
        <pc:chgData name="翟 锐" userId="fef11181f709266a" providerId="LiveId" clId="{0214D428-B43D-48B8-A415-106375A7F957}" dt="2020-09-04T06:26:18.700" v="57"/>
        <pc:sldMkLst>
          <pc:docMk/>
          <pc:sldMk cId="4135861373" sldId="571"/>
        </pc:sldMkLst>
      </pc:sldChg>
      <pc:sldChg chg="modSp mod">
        <pc:chgData name="翟 锐" userId="fef11181f709266a" providerId="LiveId" clId="{0214D428-B43D-48B8-A415-106375A7F957}" dt="2020-09-04T06:23:49.658" v="38" actId="12"/>
        <pc:sldMkLst>
          <pc:docMk/>
          <pc:sldMk cId="1120019373" sldId="572"/>
        </pc:sldMkLst>
        <pc:spChg chg="mod">
          <ac:chgData name="翟 锐" userId="fef11181f709266a" providerId="LiveId" clId="{0214D428-B43D-48B8-A415-106375A7F957}" dt="2020-09-04T06:23:49.658" v="38" actId="12"/>
          <ac:spMkLst>
            <pc:docMk/>
            <pc:sldMk cId="1120019373" sldId="572"/>
            <ac:spMk id="2" creationId="{1A343DEC-CFF6-41F5-B87C-0DFC08C67B76}"/>
          </ac:spMkLst>
        </pc:spChg>
      </pc:sldChg>
      <pc:sldChg chg="modSp mod">
        <pc:chgData name="翟 锐" userId="fef11181f709266a" providerId="LiveId" clId="{0214D428-B43D-48B8-A415-106375A7F957}" dt="2020-09-04T06:26:58.141" v="59" actId="12"/>
        <pc:sldMkLst>
          <pc:docMk/>
          <pc:sldMk cId="757202342" sldId="573"/>
        </pc:sldMkLst>
        <pc:spChg chg="mod">
          <ac:chgData name="翟 锐" userId="fef11181f709266a" providerId="LiveId" clId="{0214D428-B43D-48B8-A415-106375A7F957}" dt="2020-09-04T06:26:58.141" v="59" actId="12"/>
          <ac:spMkLst>
            <pc:docMk/>
            <pc:sldMk cId="757202342" sldId="573"/>
            <ac:spMk id="2" creationId="{1A343DEC-CFF6-41F5-B87C-0DFC08C67B76}"/>
          </ac:spMkLst>
        </pc:spChg>
      </pc:sldChg>
      <pc:sldChg chg="modSp mod">
        <pc:chgData name="翟 锐" userId="fef11181f709266a" providerId="LiveId" clId="{0214D428-B43D-48B8-A415-106375A7F957}" dt="2020-09-04T06:27:03.825" v="61" actId="12"/>
        <pc:sldMkLst>
          <pc:docMk/>
          <pc:sldMk cId="3813965798" sldId="574"/>
        </pc:sldMkLst>
        <pc:spChg chg="mod">
          <ac:chgData name="翟 锐" userId="fef11181f709266a" providerId="LiveId" clId="{0214D428-B43D-48B8-A415-106375A7F957}" dt="2020-09-04T06:27:03.825" v="61" actId="12"/>
          <ac:spMkLst>
            <pc:docMk/>
            <pc:sldMk cId="3813965798" sldId="574"/>
            <ac:spMk id="2" creationId="{1A343DEC-CFF6-41F5-B87C-0DFC08C67B76}"/>
          </ac:spMkLst>
        </pc:spChg>
      </pc:sldChg>
      <pc:sldChg chg="modSp mod">
        <pc:chgData name="翟 锐" userId="fef11181f709266a" providerId="LiveId" clId="{0214D428-B43D-48B8-A415-106375A7F957}" dt="2020-09-04T06:26:54.703" v="58" actId="12"/>
        <pc:sldMkLst>
          <pc:docMk/>
          <pc:sldMk cId="779357039" sldId="580"/>
        </pc:sldMkLst>
        <pc:spChg chg="mod">
          <ac:chgData name="翟 锐" userId="fef11181f709266a" providerId="LiveId" clId="{0214D428-B43D-48B8-A415-106375A7F957}" dt="2020-09-04T06:26:54.703" v="58" actId="12"/>
          <ac:spMkLst>
            <pc:docMk/>
            <pc:sldMk cId="779357039" sldId="580"/>
            <ac:spMk id="2" creationId="{1A343DEC-CFF6-41F5-B87C-0DFC08C67B76}"/>
          </ac:spMkLst>
        </pc:spChg>
      </pc:sldChg>
      <pc:sldChg chg="modSp mod">
        <pc:chgData name="翟 锐" userId="fef11181f709266a" providerId="LiveId" clId="{0214D428-B43D-48B8-A415-106375A7F957}" dt="2020-09-04T06:19:01.201" v="12" actId="15"/>
        <pc:sldMkLst>
          <pc:docMk/>
          <pc:sldMk cId="2748688468" sldId="586"/>
        </pc:sldMkLst>
        <pc:spChg chg="mod">
          <ac:chgData name="翟 锐" userId="fef11181f709266a" providerId="LiveId" clId="{0214D428-B43D-48B8-A415-106375A7F957}" dt="2020-09-04T06:19:01.201" v="12" actId="15"/>
          <ac:spMkLst>
            <pc:docMk/>
            <pc:sldMk cId="2748688468" sldId="586"/>
            <ac:spMk id="2" creationId="{1A343DEC-CFF6-41F5-B87C-0DFC08C67B76}"/>
          </ac:spMkLst>
        </pc:spChg>
      </pc:sldChg>
      <pc:sldChg chg="modSp">
        <pc:chgData name="翟 锐" userId="fef11181f709266a" providerId="LiveId" clId="{0214D428-B43D-48B8-A415-106375A7F957}" dt="2020-09-04T08:48:35.732" v="77"/>
        <pc:sldMkLst>
          <pc:docMk/>
          <pc:sldMk cId="4205128277" sldId="587"/>
        </pc:sldMkLst>
        <pc:spChg chg="mod">
          <ac:chgData name="翟 锐" userId="fef11181f709266a" providerId="LiveId" clId="{0214D428-B43D-48B8-A415-106375A7F957}" dt="2020-09-04T08:48:35.732" v="77"/>
          <ac:spMkLst>
            <pc:docMk/>
            <pc:sldMk cId="4205128277" sldId="587"/>
            <ac:spMk id="35" creationId="{00000000-0000-0000-0000-000000000000}"/>
          </ac:spMkLst>
        </pc:spChg>
      </pc:sldChg>
      <pc:sldChg chg="modSp modAnim">
        <pc:chgData name="翟 锐" userId="fef11181f709266a" providerId="LiveId" clId="{0214D428-B43D-48B8-A415-106375A7F957}" dt="2020-09-04T08:49:27.907" v="81"/>
        <pc:sldMkLst>
          <pc:docMk/>
          <pc:sldMk cId="850308225" sldId="588"/>
        </pc:sldMkLst>
        <pc:spChg chg="mod">
          <ac:chgData name="翟 锐" userId="fef11181f709266a" providerId="LiveId" clId="{0214D428-B43D-48B8-A415-106375A7F957}" dt="2020-09-04T08:49:27.907" v="81"/>
          <ac:spMkLst>
            <pc:docMk/>
            <pc:sldMk cId="850308225" sldId="588"/>
            <ac:spMk id="35" creationId="{00000000-0000-0000-0000-000000000000}"/>
          </ac:spMkLst>
        </pc:spChg>
      </pc:sldChg>
      <pc:sldChg chg="modSp mod modAnim">
        <pc:chgData name="翟 锐" userId="fef11181f709266a" providerId="LiveId" clId="{0214D428-B43D-48B8-A415-106375A7F957}" dt="2020-09-04T09:01:11.284" v="283" actId="20577"/>
        <pc:sldMkLst>
          <pc:docMk/>
          <pc:sldMk cId="1817544442" sldId="589"/>
        </pc:sldMkLst>
        <pc:spChg chg="mod">
          <ac:chgData name="翟 锐" userId="fef11181f709266a" providerId="LiveId" clId="{0214D428-B43D-48B8-A415-106375A7F957}" dt="2020-09-04T06:27:56.364" v="62" actId="12"/>
          <ac:spMkLst>
            <pc:docMk/>
            <pc:sldMk cId="1817544442" sldId="589"/>
            <ac:spMk id="2" creationId="{1A343DEC-CFF6-41F5-B87C-0DFC08C67B76}"/>
          </ac:spMkLst>
        </pc:spChg>
        <pc:spChg chg="mod">
          <ac:chgData name="翟 锐" userId="fef11181f709266a" providerId="LiveId" clId="{0214D428-B43D-48B8-A415-106375A7F957}" dt="2020-09-04T09:01:11.284" v="283" actId="20577"/>
          <ac:spMkLst>
            <pc:docMk/>
            <pc:sldMk cId="1817544442" sldId="589"/>
            <ac:spMk id="35" creationId="{00000000-0000-0000-0000-000000000000}"/>
          </ac:spMkLst>
        </pc:spChg>
      </pc:sldChg>
      <pc:sldChg chg="modSp mod">
        <pc:chgData name="翟 锐" userId="fef11181f709266a" providerId="LiveId" clId="{0214D428-B43D-48B8-A415-106375A7F957}" dt="2020-09-04T09:02:45.444" v="305" actId="15"/>
        <pc:sldMkLst>
          <pc:docMk/>
          <pc:sldMk cId="685558447" sldId="590"/>
        </pc:sldMkLst>
        <pc:spChg chg="mod">
          <ac:chgData name="翟 锐" userId="fef11181f709266a" providerId="LiveId" clId="{0214D428-B43D-48B8-A415-106375A7F957}" dt="2020-09-04T09:02:45.444" v="305" actId="15"/>
          <ac:spMkLst>
            <pc:docMk/>
            <pc:sldMk cId="685558447" sldId="590"/>
            <ac:spMk id="2" creationId="{1A343DEC-CFF6-41F5-B87C-0DFC08C67B76}"/>
          </ac:spMkLst>
        </pc:spChg>
      </pc:sldChg>
      <pc:sldChg chg="modSp">
        <pc:chgData name="翟 锐" userId="fef11181f709266a" providerId="LiveId" clId="{0214D428-B43D-48B8-A415-106375A7F957}" dt="2020-09-04T08:48:32.273" v="76"/>
        <pc:sldMkLst>
          <pc:docMk/>
          <pc:sldMk cId="2843123516" sldId="593"/>
        </pc:sldMkLst>
        <pc:spChg chg="mod">
          <ac:chgData name="翟 锐" userId="fef11181f709266a" providerId="LiveId" clId="{0214D428-B43D-48B8-A415-106375A7F957}" dt="2020-09-04T08:48:32.273" v="76"/>
          <ac:spMkLst>
            <pc:docMk/>
            <pc:sldMk cId="2843123516" sldId="593"/>
            <ac:spMk id="35" creationId="{00000000-0000-0000-0000-000000000000}"/>
          </ac:spMkLst>
        </pc:spChg>
      </pc:sldChg>
      <pc:sldChg chg="modSp mod modNotesTx">
        <pc:chgData name="翟 锐" userId="fef11181f709266a" providerId="LiveId" clId="{0214D428-B43D-48B8-A415-106375A7F957}" dt="2020-09-04T08:58:28.292" v="202" actId="20577"/>
        <pc:sldMkLst>
          <pc:docMk/>
          <pc:sldMk cId="363145086" sldId="595"/>
        </pc:sldMkLst>
        <pc:spChg chg="mod">
          <ac:chgData name="翟 锐" userId="fef11181f709266a" providerId="LiveId" clId="{0214D428-B43D-48B8-A415-106375A7F957}" dt="2020-09-04T08:55:02.797" v="133"/>
          <ac:spMkLst>
            <pc:docMk/>
            <pc:sldMk cId="363145086" sldId="595"/>
            <ac:spMk id="2" creationId="{1A343DEC-CFF6-41F5-B87C-0DFC08C67B76}"/>
          </ac:spMkLst>
        </pc:spChg>
      </pc:sldChg>
      <pc:sldChg chg="del">
        <pc:chgData name="翟 锐" userId="fef11181f709266a" providerId="LiveId" clId="{0214D428-B43D-48B8-A415-106375A7F957}" dt="2020-09-04T08:55:18.999" v="134" actId="47"/>
        <pc:sldMkLst>
          <pc:docMk/>
          <pc:sldMk cId="3722139504" sldId="596"/>
        </pc:sldMkLst>
      </pc:sldChg>
      <pc:sldChg chg="modSp mod">
        <pc:chgData name="翟 锐" userId="fef11181f709266a" providerId="LiveId" clId="{0214D428-B43D-48B8-A415-106375A7F957}" dt="2020-09-04T06:25:26.823" v="53" actId="20577"/>
        <pc:sldMkLst>
          <pc:docMk/>
          <pc:sldMk cId="3459061754" sldId="604"/>
        </pc:sldMkLst>
        <pc:spChg chg="mod">
          <ac:chgData name="翟 锐" userId="fef11181f709266a" providerId="LiveId" clId="{0214D428-B43D-48B8-A415-106375A7F957}" dt="2020-09-04T06:25:26.823" v="53" actId="20577"/>
          <ac:spMkLst>
            <pc:docMk/>
            <pc:sldMk cId="3459061754" sldId="604"/>
            <ac:spMk id="2" creationId="{1A343DEC-CFF6-41F5-B87C-0DFC08C67B76}"/>
          </ac:spMkLst>
        </pc:spChg>
      </pc:sldChg>
      <pc:sldChg chg="modSp mod">
        <pc:chgData name="翟 锐" userId="fef11181f709266a" providerId="LiveId" clId="{0214D428-B43D-48B8-A415-106375A7F957}" dt="2020-09-04T09:18:16.730" v="307" actId="12"/>
        <pc:sldMkLst>
          <pc:docMk/>
          <pc:sldMk cId="1397344220" sldId="613"/>
        </pc:sldMkLst>
        <pc:spChg chg="mod">
          <ac:chgData name="翟 锐" userId="fef11181f709266a" providerId="LiveId" clId="{0214D428-B43D-48B8-A415-106375A7F957}" dt="2020-09-04T09:18:16.730" v="307" actId="12"/>
          <ac:spMkLst>
            <pc:docMk/>
            <pc:sldMk cId="1397344220" sldId="613"/>
            <ac:spMk id="2" creationId="{1A343DEC-CFF6-41F5-B87C-0DFC08C67B76}"/>
          </ac:spMkLst>
        </pc:spChg>
      </pc:sldChg>
      <pc:sldChg chg="modSp add mod">
        <pc:chgData name="翟 锐" userId="fef11181f709266a" providerId="LiveId" clId="{0214D428-B43D-48B8-A415-106375A7F957}" dt="2020-09-04T06:18:41.347" v="8"/>
        <pc:sldMkLst>
          <pc:docMk/>
          <pc:sldMk cId="2382010412" sldId="614"/>
        </pc:sldMkLst>
        <pc:spChg chg="mod">
          <ac:chgData name="翟 锐" userId="fef11181f709266a" providerId="LiveId" clId="{0214D428-B43D-48B8-A415-106375A7F957}" dt="2020-09-04T06:18:34.427" v="5" actId="6549"/>
          <ac:spMkLst>
            <pc:docMk/>
            <pc:sldMk cId="2382010412" sldId="614"/>
            <ac:spMk id="2" creationId="{1A343DEC-CFF6-41F5-B87C-0DFC08C67B76}"/>
          </ac:spMkLst>
        </pc:spChg>
        <pc:spChg chg="mod">
          <ac:chgData name="翟 锐" userId="fef11181f709266a" providerId="LiveId" clId="{0214D428-B43D-48B8-A415-106375A7F957}" dt="2020-09-04T06:18:41.347" v="8"/>
          <ac:spMkLst>
            <pc:docMk/>
            <pc:sldMk cId="2382010412" sldId="614"/>
            <ac:spMk id="35" creationId="{00000000-0000-0000-0000-000000000000}"/>
          </ac:spMkLst>
        </pc:spChg>
      </pc:sldChg>
      <pc:sldChg chg="addSp delSp modSp add mod">
        <pc:chgData name="翟 锐" userId="fef11181f709266a" providerId="LiveId" clId="{0214D428-B43D-48B8-A415-106375A7F957}" dt="2020-09-04T06:29:29.305" v="73" actId="1076"/>
        <pc:sldMkLst>
          <pc:docMk/>
          <pc:sldMk cId="2504951130" sldId="615"/>
        </pc:sldMkLst>
        <pc:spChg chg="del mod">
          <ac:chgData name="翟 锐" userId="fef11181f709266a" providerId="LiveId" clId="{0214D428-B43D-48B8-A415-106375A7F957}" dt="2020-09-04T06:29:21.083" v="70"/>
          <ac:spMkLst>
            <pc:docMk/>
            <pc:sldMk cId="2504951130" sldId="615"/>
            <ac:spMk id="2" creationId="{1A343DEC-CFF6-41F5-B87C-0DFC08C67B76}"/>
          </ac:spMkLst>
        </pc:spChg>
        <pc:spChg chg="mod">
          <ac:chgData name="翟 锐" userId="fef11181f709266a" providerId="LiveId" clId="{0214D428-B43D-48B8-A415-106375A7F957}" dt="2020-09-04T06:28:59.856" v="67"/>
          <ac:spMkLst>
            <pc:docMk/>
            <pc:sldMk cId="2504951130" sldId="615"/>
            <ac:spMk id="35" creationId="{00000000-0000-0000-0000-000000000000}"/>
          </ac:spMkLst>
        </pc:spChg>
        <pc:picChg chg="add mod">
          <ac:chgData name="翟 锐" userId="fef11181f709266a" providerId="LiveId" clId="{0214D428-B43D-48B8-A415-106375A7F957}" dt="2020-09-04T06:29:29.305" v="73" actId="1076"/>
          <ac:picMkLst>
            <pc:docMk/>
            <pc:sldMk cId="2504951130" sldId="615"/>
            <ac:picMk id="3" creationId="{4513675E-3A4A-4165-88B5-A971D0D6F4F6}"/>
          </ac:picMkLst>
        </pc:picChg>
      </pc:sldChg>
      <pc:sldChg chg="modSp add del mod">
        <pc:chgData name="翟 锐" userId="fef11181f709266a" providerId="LiveId" clId="{0214D428-B43D-48B8-A415-106375A7F957}" dt="2020-09-04T06:25:58.346" v="54" actId="47"/>
        <pc:sldMkLst>
          <pc:docMk/>
          <pc:sldMk cId="4072450728" sldId="615"/>
        </pc:sldMkLst>
        <pc:spChg chg="mod">
          <ac:chgData name="翟 锐" userId="fef11181f709266a" providerId="LiveId" clId="{0214D428-B43D-48B8-A415-106375A7F957}" dt="2020-09-04T06:24:56.992" v="49" actId="6549"/>
          <ac:spMkLst>
            <pc:docMk/>
            <pc:sldMk cId="4072450728" sldId="615"/>
            <ac:spMk id="2" creationId="{1A343DEC-CFF6-41F5-B87C-0DFC08C67B76}"/>
          </ac:spMkLst>
        </pc:spChg>
      </pc:sldChg>
      <pc:sldChg chg="modSp add mod modNotesTx">
        <pc:chgData name="翟 锐" userId="fef11181f709266a" providerId="LiveId" clId="{0214D428-B43D-48B8-A415-106375A7F957}" dt="2020-09-04T08:59:56.294" v="249" actId="20577"/>
        <pc:sldMkLst>
          <pc:docMk/>
          <pc:sldMk cId="3373164738" sldId="616"/>
        </pc:sldMkLst>
        <pc:spChg chg="mod">
          <ac:chgData name="翟 锐" userId="fef11181f709266a" providerId="LiveId" clId="{0214D428-B43D-48B8-A415-106375A7F957}" dt="2020-09-04T08:59:52.916" v="248" actId="20577"/>
          <ac:spMkLst>
            <pc:docMk/>
            <pc:sldMk cId="3373164738" sldId="616"/>
            <ac:spMk id="2" creationId="{1A343DEC-CFF6-41F5-B87C-0DFC08C67B76}"/>
          </ac:spMkLst>
        </pc:spChg>
        <pc:spChg chg="mod">
          <ac:chgData name="翟 锐" userId="fef11181f709266a" providerId="LiveId" clId="{0214D428-B43D-48B8-A415-106375A7F957}" dt="2020-09-04T08:59:03.918" v="227"/>
          <ac:spMkLst>
            <pc:docMk/>
            <pc:sldMk cId="3373164738" sldId="616"/>
            <ac:spMk id="35" creationId="{00000000-0000-0000-0000-000000000000}"/>
          </ac:spMkLst>
        </pc:spChg>
      </pc:sldChg>
      <pc:sldChg chg="modSp add mod">
        <pc:chgData name="翟 锐" userId="fef11181f709266a" providerId="LiveId" clId="{0214D428-B43D-48B8-A415-106375A7F957}" dt="2020-09-04T09:01:46.075" v="300" actId="6549"/>
        <pc:sldMkLst>
          <pc:docMk/>
          <pc:sldMk cId="689349942" sldId="617"/>
        </pc:sldMkLst>
        <pc:spChg chg="mod">
          <ac:chgData name="翟 锐" userId="fef11181f709266a" providerId="LiveId" clId="{0214D428-B43D-48B8-A415-106375A7F957}" dt="2020-09-04T08:55:46.986" v="146" actId="15"/>
          <ac:spMkLst>
            <pc:docMk/>
            <pc:sldMk cId="689349942" sldId="617"/>
            <ac:spMk id="2" creationId="{1A343DEC-CFF6-41F5-B87C-0DFC08C67B76}"/>
          </ac:spMkLst>
        </pc:spChg>
        <pc:spChg chg="mod">
          <ac:chgData name="翟 锐" userId="fef11181f709266a" providerId="LiveId" clId="{0214D428-B43D-48B8-A415-106375A7F957}" dt="2020-09-04T09:01:46.075" v="300" actId="6549"/>
          <ac:spMkLst>
            <pc:docMk/>
            <pc:sldMk cId="689349942" sldId="617"/>
            <ac:spMk id="35" creationId="{00000000-0000-0000-0000-000000000000}"/>
          </ac:spMkLst>
        </pc:spChg>
      </pc:sldChg>
      <pc:sldChg chg="modSp add del mod">
        <pc:chgData name="翟 锐" userId="fef11181f709266a" providerId="LiveId" clId="{0214D428-B43D-48B8-A415-106375A7F957}" dt="2020-09-04T08:54:52.110" v="130" actId="47"/>
        <pc:sldMkLst>
          <pc:docMk/>
          <pc:sldMk cId="2744765377" sldId="617"/>
        </pc:sldMkLst>
        <pc:spChg chg="mod">
          <ac:chgData name="翟 锐" userId="fef11181f709266a" providerId="LiveId" clId="{0214D428-B43D-48B8-A415-106375A7F957}" dt="2020-09-04T08:54:43.896" v="129" actId="6549"/>
          <ac:spMkLst>
            <pc:docMk/>
            <pc:sldMk cId="2744765377" sldId="617"/>
            <ac:spMk id="2" creationId="{1A343DEC-CFF6-41F5-B87C-0DFC08C67B76}"/>
          </ac:spMkLst>
        </pc:spChg>
      </pc:sldChg>
      <pc:sldChg chg="modSp add mod modAnim">
        <pc:chgData name="翟 锐" userId="fef11181f709266a" providerId="LiveId" clId="{0214D428-B43D-48B8-A415-106375A7F957}" dt="2020-09-04T08:57:02.450" v="154" actId="6549"/>
        <pc:sldMkLst>
          <pc:docMk/>
          <pc:sldMk cId="3671413414" sldId="618"/>
        </pc:sldMkLst>
        <pc:spChg chg="mod">
          <ac:chgData name="翟 锐" userId="fef11181f709266a" providerId="LiveId" clId="{0214D428-B43D-48B8-A415-106375A7F957}" dt="2020-09-04T08:57:02.450" v="154" actId="6549"/>
          <ac:spMkLst>
            <pc:docMk/>
            <pc:sldMk cId="3671413414" sldId="618"/>
            <ac:spMk id="2" creationId="{1A343DEC-CFF6-41F5-B87C-0DFC08C67B76}"/>
          </ac:spMkLst>
        </pc:spChg>
        <pc:spChg chg="mod">
          <ac:chgData name="翟 锐" userId="fef11181f709266a" providerId="LiveId" clId="{0214D428-B43D-48B8-A415-106375A7F957}" dt="2020-09-04T08:56:56.221" v="153"/>
          <ac:spMkLst>
            <pc:docMk/>
            <pc:sldMk cId="3671413414" sldId="618"/>
            <ac:spMk id="35" creationId="{00000000-0000-0000-0000-000000000000}"/>
          </ac:spMkLst>
        </pc:spChg>
      </pc:sldChg>
      <pc:sldChg chg="addSp delSp modSp add mod">
        <pc:chgData name="翟 锐" userId="fef11181f709266a" providerId="LiveId" clId="{0214D428-B43D-48B8-A415-106375A7F957}" dt="2020-09-04T08:57:46.335" v="190" actId="1076"/>
        <pc:sldMkLst>
          <pc:docMk/>
          <pc:sldMk cId="2461395264" sldId="619"/>
        </pc:sldMkLst>
        <pc:spChg chg="del">
          <ac:chgData name="翟 锐" userId="fef11181f709266a" providerId="LiveId" clId="{0214D428-B43D-48B8-A415-106375A7F957}" dt="2020-09-04T08:57:24.764" v="157" actId="478"/>
          <ac:spMkLst>
            <pc:docMk/>
            <pc:sldMk cId="2461395264" sldId="619"/>
            <ac:spMk id="2" creationId="{1A343DEC-CFF6-41F5-B87C-0DFC08C67B76}"/>
          </ac:spMkLst>
        </pc:spChg>
        <pc:spChg chg="mod">
          <ac:chgData name="翟 锐" userId="fef11181f709266a" providerId="LiveId" clId="{0214D428-B43D-48B8-A415-106375A7F957}" dt="2020-09-04T08:57:29.741" v="185"/>
          <ac:spMkLst>
            <pc:docMk/>
            <pc:sldMk cId="2461395264" sldId="619"/>
            <ac:spMk id="35" creationId="{00000000-0000-0000-0000-000000000000}"/>
          </ac:spMkLst>
        </pc:spChg>
        <pc:picChg chg="add mod">
          <ac:chgData name="翟 锐" userId="fef11181f709266a" providerId="LiveId" clId="{0214D428-B43D-48B8-A415-106375A7F957}" dt="2020-09-04T08:57:46.335" v="190" actId="1076"/>
          <ac:picMkLst>
            <pc:docMk/>
            <pc:sldMk cId="2461395264" sldId="619"/>
            <ac:picMk id="3" creationId="{D14B6356-0D00-4DA1-A210-FD75F18A9D58}"/>
          </ac:picMkLst>
        </pc:picChg>
      </pc:sldChg>
      <pc:sldChg chg="modSp add mod">
        <pc:chgData name="翟 锐" userId="fef11181f709266a" providerId="LiveId" clId="{0214D428-B43D-48B8-A415-106375A7F957}" dt="2020-09-04T08:59:23.533" v="244" actId="20577"/>
        <pc:sldMkLst>
          <pc:docMk/>
          <pc:sldMk cId="3575552719" sldId="620"/>
        </pc:sldMkLst>
        <pc:spChg chg="mod">
          <ac:chgData name="翟 锐" userId="fef11181f709266a" providerId="LiveId" clId="{0214D428-B43D-48B8-A415-106375A7F957}" dt="2020-09-04T08:59:18.046" v="231" actId="6549"/>
          <ac:spMkLst>
            <pc:docMk/>
            <pc:sldMk cId="3575552719" sldId="620"/>
            <ac:spMk id="2" creationId="{1A343DEC-CFF6-41F5-B87C-0DFC08C67B76}"/>
          </ac:spMkLst>
        </pc:spChg>
        <pc:spChg chg="mod">
          <ac:chgData name="翟 锐" userId="fef11181f709266a" providerId="LiveId" clId="{0214D428-B43D-48B8-A415-106375A7F957}" dt="2020-09-04T08:59:23.533" v="244" actId="20577"/>
          <ac:spMkLst>
            <pc:docMk/>
            <pc:sldMk cId="3575552719" sldId="620"/>
            <ac:spMk id="35" creationId="{00000000-0000-0000-0000-000000000000}"/>
          </ac:spMkLst>
        </pc:spChg>
      </pc:sldChg>
      <pc:sldChg chg="modSp add mod">
        <pc:chgData name="翟 锐" userId="fef11181f709266a" providerId="LiveId" clId="{0214D428-B43D-48B8-A415-106375A7F957}" dt="2020-09-04T09:02:27.231" v="301" actId="404"/>
        <pc:sldMkLst>
          <pc:docMk/>
          <pc:sldMk cId="3989040699" sldId="621"/>
        </pc:sldMkLst>
        <pc:spChg chg="mod">
          <ac:chgData name="翟 锐" userId="fef11181f709266a" providerId="LiveId" clId="{0214D428-B43D-48B8-A415-106375A7F957}" dt="2020-09-04T09:02:27.231" v="301" actId="404"/>
          <ac:spMkLst>
            <pc:docMk/>
            <pc:sldMk cId="3989040699" sldId="621"/>
            <ac:spMk id="2" creationId="{1A343DEC-CFF6-41F5-B87C-0DFC08C67B76}"/>
          </ac:spMkLst>
        </pc:spChg>
        <pc:spChg chg="mod">
          <ac:chgData name="翟 锐" userId="fef11181f709266a" providerId="LiveId" clId="{0214D428-B43D-48B8-A415-106375A7F957}" dt="2020-09-04T09:00:40.312" v="275"/>
          <ac:spMkLst>
            <pc:docMk/>
            <pc:sldMk cId="3989040699" sldId="621"/>
            <ac:spMk id="35" creationId="{00000000-0000-0000-0000-000000000000}"/>
          </ac:spMkLst>
        </pc:spChg>
      </pc:sldChg>
      <pc:sldChg chg="new del">
        <pc:chgData name="翟 锐" userId="fef11181f709266a" providerId="LiveId" clId="{0214D428-B43D-48B8-A415-106375A7F957}" dt="2020-09-04T09:19:05.311" v="317" actId="680"/>
        <pc:sldMkLst>
          <pc:docMk/>
          <pc:sldMk cId="2615486989" sldId="622"/>
        </pc:sldMkLst>
      </pc:sldChg>
      <pc:sldChg chg="addSp delSp modSp add mod">
        <pc:chgData name="翟 锐" userId="fef11181f709266a" providerId="LiveId" clId="{0214D428-B43D-48B8-A415-106375A7F957}" dt="2020-09-04T09:26:59.411" v="689" actId="11529"/>
        <pc:sldMkLst>
          <pc:docMk/>
          <pc:sldMk cId="2773477050" sldId="622"/>
        </pc:sldMkLst>
        <pc:spChg chg="mod">
          <ac:chgData name="翟 锐" userId="fef11181f709266a" providerId="LiveId" clId="{0214D428-B43D-48B8-A415-106375A7F957}" dt="2020-09-04T09:26:02.334" v="665" actId="6549"/>
          <ac:spMkLst>
            <pc:docMk/>
            <pc:sldMk cId="2773477050" sldId="622"/>
            <ac:spMk id="2" creationId="{1A343DEC-CFF6-41F5-B87C-0DFC08C67B76}"/>
          </ac:spMkLst>
        </pc:spChg>
        <pc:spChg chg="add del mod">
          <ac:chgData name="翟 锐" userId="fef11181f709266a" providerId="LiveId" clId="{0214D428-B43D-48B8-A415-106375A7F957}" dt="2020-09-04T09:23:33.196" v="613" actId="478"/>
          <ac:spMkLst>
            <pc:docMk/>
            <pc:sldMk cId="2773477050" sldId="622"/>
            <ac:spMk id="6" creationId="{E7F2375E-3979-482C-9680-C0B64A074F3E}"/>
          </ac:spMkLst>
        </pc:spChg>
        <pc:spChg chg="add del mod">
          <ac:chgData name="翟 锐" userId="fef11181f709266a" providerId="LiveId" clId="{0214D428-B43D-48B8-A415-106375A7F957}" dt="2020-09-04T09:23:31.267" v="611" actId="478"/>
          <ac:spMkLst>
            <pc:docMk/>
            <pc:sldMk cId="2773477050" sldId="622"/>
            <ac:spMk id="7" creationId="{7AAEEF77-F61A-4E61-8C76-7EA4E74FAE02}"/>
          </ac:spMkLst>
        </pc:spChg>
        <pc:spChg chg="add del mod">
          <ac:chgData name="翟 锐" userId="fef11181f709266a" providerId="LiveId" clId="{0214D428-B43D-48B8-A415-106375A7F957}" dt="2020-09-04T09:25:37.911" v="656" actId="478"/>
          <ac:spMkLst>
            <pc:docMk/>
            <pc:sldMk cId="2773477050" sldId="622"/>
            <ac:spMk id="8" creationId="{95A157F9-ADFB-4E6A-A62C-0757BB9F01E8}"/>
          </ac:spMkLst>
        </pc:spChg>
        <pc:spChg chg="add del mod">
          <ac:chgData name="翟 锐" userId="fef11181f709266a" providerId="LiveId" clId="{0214D428-B43D-48B8-A415-106375A7F957}" dt="2020-09-04T09:25:37.173" v="655" actId="478"/>
          <ac:spMkLst>
            <pc:docMk/>
            <pc:sldMk cId="2773477050" sldId="622"/>
            <ac:spMk id="9" creationId="{64687A18-CEEA-44FF-AF3F-B08A5B23F92E}"/>
          </ac:spMkLst>
        </pc:spChg>
        <pc:spChg chg="add del mod">
          <ac:chgData name="翟 锐" userId="fef11181f709266a" providerId="LiveId" clId="{0214D428-B43D-48B8-A415-106375A7F957}" dt="2020-09-04T09:25:54.804" v="663" actId="478"/>
          <ac:spMkLst>
            <pc:docMk/>
            <pc:sldMk cId="2773477050" sldId="622"/>
            <ac:spMk id="11" creationId="{DD425894-C1FE-4329-BE9F-DB0D24B5052A}"/>
          </ac:spMkLst>
        </pc:spChg>
        <pc:spChg chg="add mod">
          <ac:chgData name="翟 锐" userId="fef11181f709266a" providerId="LiveId" clId="{0214D428-B43D-48B8-A415-106375A7F957}" dt="2020-09-04T09:26:38.098" v="670" actId="1076"/>
          <ac:spMkLst>
            <pc:docMk/>
            <pc:sldMk cId="2773477050" sldId="622"/>
            <ac:spMk id="13" creationId="{E4994335-AA39-4752-8CFD-A96B51899648}"/>
          </ac:spMkLst>
        </pc:spChg>
        <pc:spChg chg="add del mod">
          <ac:chgData name="翟 锐" userId="fef11181f709266a" providerId="LiveId" clId="{0214D428-B43D-48B8-A415-106375A7F957}" dt="2020-09-04T09:25:38.969" v="657" actId="478"/>
          <ac:spMkLst>
            <pc:docMk/>
            <pc:sldMk cId="2773477050" sldId="622"/>
            <ac:spMk id="15" creationId="{224B9B61-7D3D-4792-B50B-F52F74C7639B}"/>
          </ac:spMkLst>
        </pc:spChg>
        <pc:spChg chg="add mod">
          <ac:chgData name="翟 锐" userId="fef11181f709266a" providerId="LiveId" clId="{0214D428-B43D-48B8-A415-106375A7F957}" dt="2020-09-04T09:26:38.098" v="670" actId="1076"/>
          <ac:spMkLst>
            <pc:docMk/>
            <pc:sldMk cId="2773477050" sldId="622"/>
            <ac:spMk id="17" creationId="{819086CB-0C63-4563-95C0-0C55043E3D08}"/>
          </ac:spMkLst>
        </pc:spChg>
        <pc:spChg chg="add mod">
          <ac:chgData name="翟 锐" userId="fef11181f709266a" providerId="LiveId" clId="{0214D428-B43D-48B8-A415-106375A7F957}" dt="2020-09-04T09:26:38.098" v="670" actId="1076"/>
          <ac:spMkLst>
            <pc:docMk/>
            <pc:sldMk cId="2773477050" sldId="622"/>
            <ac:spMk id="19" creationId="{6721E054-506A-4B18-8AA2-4F66D34C8149}"/>
          </ac:spMkLst>
        </pc:spChg>
        <pc:spChg chg="add mod">
          <ac:chgData name="翟 锐" userId="fef11181f709266a" providerId="LiveId" clId="{0214D428-B43D-48B8-A415-106375A7F957}" dt="2020-09-04T09:26:38.098" v="670" actId="1076"/>
          <ac:spMkLst>
            <pc:docMk/>
            <pc:sldMk cId="2773477050" sldId="622"/>
            <ac:spMk id="21" creationId="{27D7FD0A-A32A-46B4-8974-19054E93102A}"/>
          </ac:spMkLst>
        </pc:spChg>
        <pc:spChg chg="add mod">
          <ac:chgData name="翟 锐" userId="fef11181f709266a" providerId="LiveId" clId="{0214D428-B43D-48B8-A415-106375A7F957}" dt="2020-09-04T09:26:38.098" v="670" actId="1076"/>
          <ac:spMkLst>
            <pc:docMk/>
            <pc:sldMk cId="2773477050" sldId="622"/>
            <ac:spMk id="23" creationId="{83F9C811-0015-4A5F-BE5B-EB62C3EC59B4}"/>
          </ac:spMkLst>
        </pc:spChg>
        <pc:spChg chg="add mod">
          <ac:chgData name="翟 锐" userId="fef11181f709266a" providerId="LiveId" clId="{0214D428-B43D-48B8-A415-106375A7F957}" dt="2020-09-04T09:26:51.252" v="688"/>
          <ac:spMkLst>
            <pc:docMk/>
            <pc:sldMk cId="2773477050" sldId="622"/>
            <ac:spMk id="25" creationId="{3CCFFB08-24CF-4719-AA6F-90BDD79775F2}"/>
          </ac:spMkLst>
        </pc:spChg>
        <pc:graphicFrameChg chg="add del mod modGraphic">
          <ac:chgData name="翟 锐" userId="fef11181f709266a" providerId="LiveId" clId="{0214D428-B43D-48B8-A415-106375A7F957}" dt="2020-09-04T09:24:25.647" v="632" actId="478"/>
          <ac:graphicFrameMkLst>
            <pc:docMk/>
            <pc:sldMk cId="2773477050" sldId="622"/>
            <ac:graphicFrameMk id="3" creationId="{6A517BA5-7D54-4413-97DE-490EC0F1A027}"/>
          </ac:graphicFrameMkLst>
        </pc:graphicFrameChg>
        <pc:cxnChg chg="add">
          <ac:chgData name="翟 锐" userId="fef11181f709266a" providerId="LiveId" clId="{0214D428-B43D-48B8-A415-106375A7F957}" dt="2020-09-04T09:26:59.411" v="689" actId="11529"/>
          <ac:cxnSpMkLst>
            <pc:docMk/>
            <pc:sldMk cId="2773477050" sldId="622"/>
            <ac:cxnSpMk id="29" creationId="{30AD0D39-DF4C-4C24-A7A0-BB7DD8745745}"/>
          </ac:cxnSpMkLst>
        </pc:cxnChg>
      </pc:sldChg>
    </pc:docChg>
  </pc:docChgLst>
  <pc:docChgLst>
    <pc:chgData name="翟 锐" userId="fef11181f709266a" providerId="LiveId" clId="{1BEECE49-E34E-4865-A95B-83EEB1EA8A05}"/>
    <pc:docChg chg="modSld">
      <pc:chgData name="翟 锐" userId="fef11181f709266a" providerId="LiveId" clId="{1BEECE49-E34E-4865-A95B-83EEB1EA8A05}" dt="2020-10-24T23:59:28.737" v="1" actId="1076"/>
      <pc:docMkLst>
        <pc:docMk/>
      </pc:docMkLst>
      <pc:sldChg chg="modSp">
        <pc:chgData name="翟 锐" userId="fef11181f709266a" providerId="LiveId" clId="{1BEECE49-E34E-4865-A95B-83EEB1EA8A05}" dt="2020-10-24T23:59:23.082" v="0" actId="1076"/>
        <pc:sldMkLst>
          <pc:docMk/>
          <pc:sldMk cId="40839046" sldId="560"/>
        </pc:sldMkLst>
        <pc:spChg chg="mod">
          <ac:chgData name="翟 锐" userId="fef11181f709266a" providerId="LiveId" clId="{1BEECE49-E34E-4865-A95B-83EEB1EA8A05}" dt="2020-10-24T23:59:23.082" v="0" actId="1076"/>
          <ac:spMkLst>
            <pc:docMk/>
            <pc:sldMk cId="40839046" sldId="560"/>
            <ac:spMk id="3" creationId="{38EDB5C5-B7CB-4764-8028-1569D3219902}"/>
          </ac:spMkLst>
        </pc:spChg>
      </pc:sldChg>
      <pc:sldChg chg="modSp">
        <pc:chgData name="翟 锐" userId="fef11181f709266a" providerId="LiveId" clId="{1BEECE49-E34E-4865-A95B-83EEB1EA8A05}" dt="2020-10-24T23:59:28.737" v="1" actId="1076"/>
        <pc:sldMkLst>
          <pc:docMk/>
          <pc:sldMk cId="357824010" sldId="667"/>
        </pc:sldMkLst>
        <pc:spChg chg="mod">
          <ac:chgData name="翟 锐" userId="fef11181f709266a" providerId="LiveId" clId="{1BEECE49-E34E-4865-A95B-83EEB1EA8A05}" dt="2020-10-24T23:59:28.737" v="1" actId="1076"/>
          <ac:spMkLst>
            <pc:docMk/>
            <pc:sldMk cId="357824010" sldId="667"/>
            <ac:spMk id="3" creationId="{EB589BA6-226D-46CA-BCC1-2A014808AED3}"/>
          </ac:spMkLst>
        </pc:spChg>
      </pc:sldChg>
    </pc:docChg>
  </pc:docChgLst>
  <pc:docChgLst>
    <pc:chgData name="翟 锐" userId="fef11181f709266a" providerId="LiveId" clId="{2E81BA7C-FE94-4A22-87B5-6F4BC241E56C}"/>
    <pc:docChg chg="undo redo custSel addSld delSld modSld sldOrd">
      <pc:chgData name="翟 锐" userId="fef11181f709266a" providerId="LiveId" clId="{2E81BA7C-FE94-4A22-87B5-6F4BC241E56C}" dt="2020-10-24T14:54:05.459" v="1115" actId="478"/>
      <pc:docMkLst>
        <pc:docMk/>
      </pc:docMkLst>
      <pc:sldChg chg="delSp modSp modAnim">
        <pc:chgData name="翟 锐" userId="fef11181f709266a" providerId="LiveId" clId="{2E81BA7C-FE94-4A22-87B5-6F4BC241E56C}" dt="2020-10-24T14:54:05.459" v="1115" actId="478"/>
        <pc:sldMkLst>
          <pc:docMk/>
          <pc:sldMk cId="0" sldId="301"/>
        </pc:sldMkLst>
        <pc:spChg chg="mod">
          <ac:chgData name="翟 锐" userId="fef11181f709266a" providerId="LiveId" clId="{2E81BA7C-FE94-4A22-87B5-6F4BC241E56C}" dt="2020-10-24T14:54:00.985" v="1114"/>
          <ac:spMkLst>
            <pc:docMk/>
            <pc:sldMk cId="0" sldId="301"/>
            <ac:spMk id="10" creationId="{00000000-0000-0000-0000-000000000000}"/>
          </ac:spMkLst>
        </pc:spChg>
        <pc:spChg chg="del">
          <ac:chgData name="翟 锐" userId="fef11181f709266a" providerId="LiveId" clId="{2E81BA7C-FE94-4A22-87B5-6F4BC241E56C}" dt="2020-10-24T14:54:05.459" v="1115" actId="478"/>
          <ac:spMkLst>
            <pc:docMk/>
            <pc:sldMk cId="0" sldId="301"/>
            <ac:spMk id="14" creationId="{00000000-0000-0000-0000-000000000000}"/>
          </ac:spMkLst>
        </pc:spChg>
      </pc:sldChg>
      <pc:sldChg chg="addSp modSp mod">
        <pc:chgData name="翟 锐" userId="fef11181f709266a" providerId="LiveId" clId="{2E81BA7C-FE94-4A22-87B5-6F4BC241E56C}" dt="2020-10-24T14:00:53.884" v="60" actId="1076"/>
        <pc:sldMkLst>
          <pc:docMk/>
          <pc:sldMk cId="2981006032" sldId="556"/>
        </pc:sldMkLst>
        <pc:spChg chg="mod">
          <ac:chgData name="翟 锐" userId="fef11181f709266a" providerId="LiveId" clId="{2E81BA7C-FE94-4A22-87B5-6F4BC241E56C}" dt="2020-10-24T14:00:10.059" v="55" actId="6549"/>
          <ac:spMkLst>
            <pc:docMk/>
            <pc:sldMk cId="2981006032" sldId="556"/>
            <ac:spMk id="2" creationId="{1A343DEC-CFF6-41F5-B87C-0DFC08C67B76}"/>
          </ac:spMkLst>
        </pc:spChg>
        <pc:picChg chg="add mod">
          <ac:chgData name="翟 锐" userId="fef11181f709266a" providerId="LiveId" clId="{2E81BA7C-FE94-4A22-87B5-6F4BC241E56C}" dt="2020-10-24T14:00:53.884" v="60" actId="1076"/>
          <ac:picMkLst>
            <pc:docMk/>
            <pc:sldMk cId="2981006032" sldId="556"/>
            <ac:picMk id="3" creationId="{F7BADF5E-0976-4C9B-AC03-7B5B5B9C0FB9}"/>
          </ac:picMkLst>
        </pc:picChg>
      </pc:sldChg>
      <pc:sldChg chg="modSp mod">
        <pc:chgData name="翟 锐" userId="fef11181f709266a" providerId="LiveId" clId="{2E81BA7C-FE94-4A22-87B5-6F4BC241E56C}" dt="2020-10-24T14:01:24.556" v="94" actId="15"/>
        <pc:sldMkLst>
          <pc:docMk/>
          <pc:sldMk cId="40839046" sldId="560"/>
        </pc:sldMkLst>
        <pc:spChg chg="mod">
          <ac:chgData name="翟 锐" userId="fef11181f709266a" providerId="LiveId" clId="{2E81BA7C-FE94-4A22-87B5-6F4BC241E56C}" dt="2020-10-24T14:01:24.556" v="94" actId="15"/>
          <ac:spMkLst>
            <pc:docMk/>
            <pc:sldMk cId="40839046" sldId="560"/>
            <ac:spMk id="2" creationId="{1A343DEC-CFF6-41F5-B87C-0DFC08C67B76}"/>
          </ac:spMkLst>
        </pc:spChg>
        <pc:spChg chg="mod">
          <ac:chgData name="翟 锐" userId="fef11181f709266a" providerId="LiveId" clId="{2E81BA7C-FE94-4A22-87B5-6F4BC241E56C}" dt="2020-10-24T14:01:17.490" v="90" actId="6549"/>
          <ac:spMkLst>
            <pc:docMk/>
            <pc:sldMk cId="40839046" sldId="560"/>
            <ac:spMk id="35" creationId="{00000000-0000-0000-0000-000000000000}"/>
          </ac:spMkLst>
        </pc:spChg>
      </pc:sldChg>
      <pc:sldChg chg="addSp delSp modSp mod">
        <pc:chgData name="翟 锐" userId="fef11181f709266a" providerId="LiveId" clId="{2E81BA7C-FE94-4A22-87B5-6F4BC241E56C}" dt="2020-10-24T14:07:49.647" v="284" actId="1076"/>
        <pc:sldMkLst>
          <pc:docMk/>
          <pc:sldMk cId="727514361" sldId="566"/>
        </pc:sldMkLst>
        <pc:spChg chg="mod">
          <ac:chgData name="翟 锐" userId="fef11181f709266a" providerId="LiveId" clId="{2E81BA7C-FE94-4A22-87B5-6F4BC241E56C}" dt="2020-10-24T14:07:44.716" v="281" actId="6549"/>
          <ac:spMkLst>
            <pc:docMk/>
            <pc:sldMk cId="727514361" sldId="566"/>
            <ac:spMk id="2" creationId="{1A343DEC-CFF6-41F5-B87C-0DFC08C67B76}"/>
          </ac:spMkLst>
        </pc:spChg>
        <pc:graphicFrameChg chg="add mod">
          <ac:chgData name="翟 锐" userId="fef11181f709266a" providerId="LiveId" clId="{2E81BA7C-FE94-4A22-87B5-6F4BC241E56C}" dt="2020-10-24T14:06:46.429" v="244" actId="14100"/>
          <ac:graphicFrameMkLst>
            <pc:docMk/>
            <pc:sldMk cId="727514361" sldId="566"/>
            <ac:graphicFrameMk id="3" creationId="{9F10F676-0447-439B-B5EA-E2191DB0EAF5}"/>
          </ac:graphicFrameMkLst>
        </pc:graphicFrameChg>
        <pc:graphicFrameChg chg="add mod">
          <ac:chgData name="翟 锐" userId="fef11181f709266a" providerId="LiveId" clId="{2E81BA7C-FE94-4A22-87B5-6F4BC241E56C}" dt="2020-10-24T14:07:20.427" v="279" actId="1076"/>
          <ac:graphicFrameMkLst>
            <pc:docMk/>
            <pc:sldMk cId="727514361" sldId="566"/>
            <ac:graphicFrameMk id="4" creationId="{E78402C4-7EDE-4774-8225-80150AC7729E}"/>
          </ac:graphicFrameMkLst>
        </pc:graphicFrameChg>
        <pc:graphicFrameChg chg="add del mod">
          <ac:chgData name="翟 锐" userId="fef11181f709266a" providerId="LiveId" clId="{2E81BA7C-FE94-4A22-87B5-6F4BC241E56C}" dt="2020-10-24T14:05:51.475" v="183"/>
          <ac:graphicFrameMkLst>
            <pc:docMk/>
            <pc:sldMk cId="727514361" sldId="566"/>
            <ac:graphicFrameMk id="6" creationId="{069AA3B9-EAAC-41F2-89E7-697686281E85}"/>
          </ac:graphicFrameMkLst>
        </pc:graphicFrameChg>
        <pc:graphicFrameChg chg="add mod">
          <ac:chgData name="翟 锐" userId="fef11181f709266a" providerId="LiveId" clId="{2E81BA7C-FE94-4A22-87B5-6F4BC241E56C}" dt="2020-10-24T14:05:57.515" v="191" actId="1076"/>
          <ac:graphicFrameMkLst>
            <pc:docMk/>
            <pc:sldMk cId="727514361" sldId="566"/>
            <ac:graphicFrameMk id="7" creationId="{304035AD-6459-4B6F-9518-B619C25BC134}"/>
          </ac:graphicFrameMkLst>
        </pc:graphicFrameChg>
        <pc:graphicFrameChg chg="add mod">
          <ac:chgData name="翟 锐" userId="fef11181f709266a" providerId="LiveId" clId="{2E81BA7C-FE94-4A22-87B5-6F4BC241E56C}" dt="2020-10-24T14:06:36.517" v="240" actId="1038"/>
          <ac:graphicFrameMkLst>
            <pc:docMk/>
            <pc:sldMk cId="727514361" sldId="566"/>
            <ac:graphicFrameMk id="8" creationId="{D5A76287-BC67-4A87-9614-EFD6E5980FEE}"/>
          </ac:graphicFrameMkLst>
        </pc:graphicFrameChg>
        <pc:picChg chg="add mod">
          <ac:chgData name="翟 锐" userId="fef11181f709266a" providerId="LiveId" clId="{2E81BA7C-FE94-4A22-87B5-6F4BC241E56C}" dt="2020-10-24T14:07:49.647" v="284" actId="1076"/>
          <ac:picMkLst>
            <pc:docMk/>
            <pc:sldMk cId="727514361" sldId="566"/>
            <ac:picMk id="5" creationId="{E4B759AA-686E-4CA5-8E26-93A43D0EC2E4}"/>
          </ac:picMkLst>
        </pc:picChg>
      </pc:sldChg>
      <pc:sldChg chg="del">
        <pc:chgData name="翟 锐" userId="fef11181f709266a" providerId="LiveId" clId="{2E81BA7C-FE94-4A22-87B5-6F4BC241E56C}" dt="2020-10-24T14:10:37.276" v="306" actId="47"/>
        <pc:sldMkLst>
          <pc:docMk/>
          <pc:sldMk cId="1981665619" sldId="567"/>
        </pc:sldMkLst>
      </pc:sldChg>
      <pc:sldChg chg="del">
        <pc:chgData name="翟 锐" userId="fef11181f709266a" providerId="LiveId" clId="{2E81BA7C-FE94-4A22-87B5-6F4BC241E56C}" dt="2020-10-24T14:10:34.319" v="303" actId="47"/>
        <pc:sldMkLst>
          <pc:docMk/>
          <pc:sldMk cId="261589731" sldId="582"/>
        </pc:sldMkLst>
      </pc:sldChg>
      <pc:sldChg chg="addSp delSp modSp mod delAnim">
        <pc:chgData name="翟 锐" userId="fef11181f709266a" providerId="LiveId" clId="{2E81BA7C-FE94-4A22-87B5-6F4BC241E56C}" dt="2020-10-24T14:10:26.211" v="302" actId="1076"/>
        <pc:sldMkLst>
          <pc:docMk/>
          <pc:sldMk cId="1594480700" sldId="583"/>
        </pc:sldMkLst>
        <pc:spChg chg="del">
          <ac:chgData name="翟 锐" userId="fef11181f709266a" providerId="LiveId" clId="{2E81BA7C-FE94-4A22-87B5-6F4BC241E56C}" dt="2020-10-24T14:09:16.607" v="285" actId="478"/>
          <ac:spMkLst>
            <pc:docMk/>
            <pc:sldMk cId="1594480700" sldId="583"/>
            <ac:spMk id="2" creationId="{1A343DEC-CFF6-41F5-B87C-0DFC08C67B76}"/>
          </ac:spMkLst>
        </pc:spChg>
        <pc:spChg chg="add del">
          <ac:chgData name="翟 锐" userId="fef11181f709266a" providerId="LiveId" clId="{2E81BA7C-FE94-4A22-87B5-6F4BC241E56C}" dt="2020-10-24T14:09:19.645" v="287" actId="22"/>
          <ac:spMkLst>
            <pc:docMk/>
            <pc:sldMk cId="1594480700" sldId="583"/>
            <ac:spMk id="3" creationId="{BD1FA0D7-F6A9-4453-9EF7-DAB1A56D3FE7}"/>
          </ac:spMkLst>
        </pc:spChg>
        <pc:spChg chg="add del">
          <ac:chgData name="翟 锐" userId="fef11181f709266a" providerId="LiveId" clId="{2E81BA7C-FE94-4A22-87B5-6F4BC241E56C}" dt="2020-10-24T14:09:19.645" v="287" actId="22"/>
          <ac:spMkLst>
            <pc:docMk/>
            <pc:sldMk cId="1594480700" sldId="583"/>
            <ac:spMk id="4" creationId="{5C00F320-E54B-4501-8832-7795E201E9AD}"/>
          </ac:spMkLst>
        </pc:spChg>
        <pc:spChg chg="add del">
          <ac:chgData name="翟 锐" userId="fef11181f709266a" providerId="LiveId" clId="{2E81BA7C-FE94-4A22-87B5-6F4BC241E56C}" dt="2020-10-24T14:09:19.645" v="287" actId="22"/>
          <ac:spMkLst>
            <pc:docMk/>
            <pc:sldMk cId="1594480700" sldId="583"/>
            <ac:spMk id="5" creationId="{105984CA-6F3A-4149-848D-8A0CFBA304DD}"/>
          </ac:spMkLst>
        </pc:spChg>
        <pc:spChg chg="add del">
          <ac:chgData name="翟 锐" userId="fef11181f709266a" providerId="LiveId" clId="{2E81BA7C-FE94-4A22-87B5-6F4BC241E56C}" dt="2020-10-24T14:09:19.645" v="287" actId="22"/>
          <ac:spMkLst>
            <pc:docMk/>
            <pc:sldMk cId="1594480700" sldId="583"/>
            <ac:spMk id="7" creationId="{8C5AC965-290E-4329-A3FF-8DBB31064456}"/>
          </ac:spMkLst>
        </pc:spChg>
        <pc:spChg chg="add del">
          <ac:chgData name="翟 锐" userId="fef11181f709266a" providerId="LiveId" clId="{2E81BA7C-FE94-4A22-87B5-6F4BC241E56C}" dt="2020-10-24T14:09:19.645" v="287" actId="22"/>
          <ac:spMkLst>
            <pc:docMk/>
            <pc:sldMk cId="1594480700" sldId="583"/>
            <ac:spMk id="9" creationId="{38CEED28-4A5A-4074-BDF1-49196037D491}"/>
          </ac:spMkLst>
        </pc:spChg>
        <pc:spChg chg="add del">
          <ac:chgData name="翟 锐" userId="fef11181f709266a" providerId="LiveId" clId="{2E81BA7C-FE94-4A22-87B5-6F4BC241E56C}" dt="2020-10-24T14:09:19.645" v="287" actId="22"/>
          <ac:spMkLst>
            <pc:docMk/>
            <pc:sldMk cId="1594480700" sldId="583"/>
            <ac:spMk id="11" creationId="{42DA714E-DDBF-4F0C-8821-678A4283121C}"/>
          </ac:spMkLst>
        </pc:spChg>
        <pc:spChg chg="add del">
          <ac:chgData name="翟 锐" userId="fef11181f709266a" providerId="LiveId" clId="{2E81BA7C-FE94-4A22-87B5-6F4BC241E56C}" dt="2020-10-24T14:09:19.645" v="287" actId="22"/>
          <ac:spMkLst>
            <pc:docMk/>
            <pc:sldMk cId="1594480700" sldId="583"/>
            <ac:spMk id="13" creationId="{821E81E6-18C9-4F2F-86BB-A5EA5FA0008D}"/>
          </ac:spMkLst>
        </pc:spChg>
        <pc:spChg chg="add del">
          <ac:chgData name="翟 锐" userId="fef11181f709266a" providerId="LiveId" clId="{2E81BA7C-FE94-4A22-87B5-6F4BC241E56C}" dt="2020-10-24T14:09:19.645" v="287" actId="22"/>
          <ac:spMkLst>
            <pc:docMk/>
            <pc:sldMk cId="1594480700" sldId="583"/>
            <ac:spMk id="15" creationId="{BB5A3368-E48E-41B1-9ABA-3415CF005CEF}"/>
          </ac:spMkLst>
        </pc:spChg>
        <pc:spChg chg="add del">
          <ac:chgData name="翟 锐" userId="fef11181f709266a" providerId="LiveId" clId="{2E81BA7C-FE94-4A22-87B5-6F4BC241E56C}" dt="2020-10-24T14:09:19.645" v="287" actId="22"/>
          <ac:spMkLst>
            <pc:docMk/>
            <pc:sldMk cId="1594480700" sldId="583"/>
            <ac:spMk id="17" creationId="{656D5EED-74ED-47E0-8A31-CCAF5F951DEC}"/>
          </ac:spMkLst>
        </pc:spChg>
        <pc:spChg chg="add del">
          <ac:chgData name="翟 锐" userId="fef11181f709266a" providerId="LiveId" clId="{2E81BA7C-FE94-4A22-87B5-6F4BC241E56C}" dt="2020-10-24T14:09:19.645" v="287" actId="22"/>
          <ac:spMkLst>
            <pc:docMk/>
            <pc:sldMk cId="1594480700" sldId="583"/>
            <ac:spMk id="19" creationId="{A41DFBF9-CF2D-45B7-8B0F-6C238A428AF8}"/>
          </ac:spMkLst>
        </pc:spChg>
        <pc:spChg chg="add del">
          <ac:chgData name="翟 锐" userId="fef11181f709266a" providerId="LiveId" clId="{2E81BA7C-FE94-4A22-87B5-6F4BC241E56C}" dt="2020-10-24T14:09:19.645" v="287" actId="22"/>
          <ac:spMkLst>
            <pc:docMk/>
            <pc:sldMk cId="1594480700" sldId="583"/>
            <ac:spMk id="21" creationId="{2D075EEA-E7F9-44C4-9454-05B84C7EFC50}"/>
          </ac:spMkLst>
        </pc:spChg>
        <pc:spChg chg="add del">
          <ac:chgData name="翟 锐" userId="fef11181f709266a" providerId="LiveId" clId="{2E81BA7C-FE94-4A22-87B5-6F4BC241E56C}" dt="2020-10-24T14:09:19.645" v="287" actId="22"/>
          <ac:spMkLst>
            <pc:docMk/>
            <pc:sldMk cId="1594480700" sldId="583"/>
            <ac:spMk id="23" creationId="{81AC9149-A69B-4988-B667-BE628D151BDB}"/>
          </ac:spMkLst>
        </pc:spChg>
        <pc:spChg chg="add del">
          <ac:chgData name="翟 锐" userId="fef11181f709266a" providerId="LiveId" clId="{2E81BA7C-FE94-4A22-87B5-6F4BC241E56C}" dt="2020-10-24T14:09:19.645" v="287" actId="22"/>
          <ac:spMkLst>
            <pc:docMk/>
            <pc:sldMk cId="1594480700" sldId="583"/>
            <ac:spMk id="25" creationId="{12FF362B-6667-4846-8B41-042D5FF92E3C}"/>
          </ac:spMkLst>
        </pc:spChg>
        <pc:spChg chg="add del">
          <ac:chgData name="翟 锐" userId="fef11181f709266a" providerId="LiveId" clId="{2E81BA7C-FE94-4A22-87B5-6F4BC241E56C}" dt="2020-10-24T14:09:19.645" v="287" actId="22"/>
          <ac:spMkLst>
            <pc:docMk/>
            <pc:sldMk cId="1594480700" sldId="583"/>
            <ac:spMk id="27" creationId="{B9FDF981-1B0A-4DBF-B1AB-38F2DC3E339E}"/>
          </ac:spMkLst>
        </pc:spChg>
        <pc:spChg chg="add del">
          <ac:chgData name="翟 锐" userId="fef11181f709266a" providerId="LiveId" clId="{2E81BA7C-FE94-4A22-87B5-6F4BC241E56C}" dt="2020-10-24T14:09:19.645" v="287" actId="22"/>
          <ac:spMkLst>
            <pc:docMk/>
            <pc:sldMk cId="1594480700" sldId="583"/>
            <ac:spMk id="29" creationId="{7ED45B75-37A6-466F-B206-F40A688E2D97}"/>
          </ac:spMkLst>
        </pc:spChg>
        <pc:spChg chg="add del">
          <ac:chgData name="翟 锐" userId="fef11181f709266a" providerId="LiveId" clId="{2E81BA7C-FE94-4A22-87B5-6F4BC241E56C}" dt="2020-10-24T14:09:19.645" v="287" actId="22"/>
          <ac:spMkLst>
            <pc:docMk/>
            <pc:sldMk cId="1594480700" sldId="583"/>
            <ac:spMk id="31" creationId="{5D4CFB84-34D8-4AF9-804D-3EE6798C99BF}"/>
          </ac:spMkLst>
        </pc:spChg>
        <pc:spChg chg="del">
          <ac:chgData name="翟 锐" userId="fef11181f709266a" providerId="LiveId" clId="{2E81BA7C-FE94-4A22-87B5-6F4BC241E56C}" dt="2020-10-24T14:09:20.884" v="288" actId="478"/>
          <ac:spMkLst>
            <pc:docMk/>
            <pc:sldMk cId="1594480700" sldId="583"/>
            <ac:spMk id="34" creationId="{00000000-0000-0000-0000-000000000000}"/>
          </ac:spMkLst>
        </pc:spChg>
        <pc:spChg chg="del">
          <ac:chgData name="翟 锐" userId="fef11181f709266a" providerId="LiveId" clId="{2E81BA7C-FE94-4A22-87B5-6F4BC241E56C}" dt="2020-10-24T14:09:20.884" v="288" actId="478"/>
          <ac:spMkLst>
            <pc:docMk/>
            <pc:sldMk cId="1594480700" sldId="583"/>
            <ac:spMk id="35" creationId="{00000000-0000-0000-0000-000000000000}"/>
          </ac:spMkLst>
        </pc:spChg>
        <pc:spChg chg="add del">
          <ac:chgData name="翟 锐" userId="fef11181f709266a" providerId="LiveId" clId="{2E81BA7C-FE94-4A22-87B5-6F4BC241E56C}" dt="2020-10-24T14:09:19.645" v="287" actId="22"/>
          <ac:spMkLst>
            <pc:docMk/>
            <pc:sldMk cId="1594480700" sldId="583"/>
            <ac:spMk id="39" creationId="{F8A7B67B-3D13-49F2-9418-22DB9B1869F4}"/>
          </ac:spMkLst>
        </pc:spChg>
        <pc:spChg chg="add del">
          <ac:chgData name="翟 锐" userId="fef11181f709266a" providerId="LiveId" clId="{2E81BA7C-FE94-4A22-87B5-6F4BC241E56C}" dt="2020-10-24T14:09:19.645" v="287" actId="22"/>
          <ac:spMkLst>
            <pc:docMk/>
            <pc:sldMk cId="1594480700" sldId="583"/>
            <ac:spMk id="41" creationId="{0FDB7550-670B-4DCA-8DD7-1F337BECE436}"/>
          </ac:spMkLst>
        </pc:spChg>
        <pc:spChg chg="add del">
          <ac:chgData name="翟 锐" userId="fef11181f709266a" providerId="LiveId" clId="{2E81BA7C-FE94-4A22-87B5-6F4BC241E56C}" dt="2020-10-24T14:09:19.645" v="287" actId="22"/>
          <ac:spMkLst>
            <pc:docMk/>
            <pc:sldMk cId="1594480700" sldId="583"/>
            <ac:spMk id="43" creationId="{1FB91463-3D02-43F9-B922-870C058D0F86}"/>
          </ac:spMkLst>
        </pc:spChg>
        <pc:spChg chg="add del">
          <ac:chgData name="翟 锐" userId="fef11181f709266a" providerId="LiveId" clId="{2E81BA7C-FE94-4A22-87B5-6F4BC241E56C}" dt="2020-10-24T14:09:19.645" v="287" actId="22"/>
          <ac:spMkLst>
            <pc:docMk/>
            <pc:sldMk cId="1594480700" sldId="583"/>
            <ac:spMk id="45" creationId="{7B00B9EF-10E0-4495-94A8-EBC920A2BBC6}"/>
          </ac:spMkLst>
        </pc:spChg>
        <pc:spChg chg="add del">
          <ac:chgData name="翟 锐" userId="fef11181f709266a" providerId="LiveId" clId="{2E81BA7C-FE94-4A22-87B5-6F4BC241E56C}" dt="2020-10-24T14:09:19.645" v="287" actId="22"/>
          <ac:spMkLst>
            <pc:docMk/>
            <pc:sldMk cId="1594480700" sldId="583"/>
            <ac:spMk id="47" creationId="{0A80AA19-A3AA-4DD4-80E6-35E5945ACC3B}"/>
          </ac:spMkLst>
        </pc:spChg>
        <pc:spChg chg="add del">
          <ac:chgData name="翟 锐" userId="fef11181f709266a" providerId="LiveId" clId="{2E81BA7C-FE94-4A22-87B5-6F4BC241E56C}" dt="2020-10-24T14:09:19.645" v="287" actId="22"/>
          <ac:spMkLst>
            <pc:docMk/>
            <pc:sldMk cId="1594480700" sldId="583"/>
            <ac:spMk id="49" creationId="{89B6EFBA-E5C2-41C6-9105-BC9868E46508}"/>
          </ac:spMkLst>
        </pc:spChg>
        <pc:spChg chg="add del">
          <ac:chgData name="翟 锐" userId="fef11181f709266a" providerId="LiveId" clId="{2E81BA7C-FE94-4A22-87B5-6F4BC241E56C}" dt="2020-10-24T14:09:19.645" v="287" actId="22"/>
          <ac:spMkLst>
            <pc:docMk/>
            <pc:sldMk cId="1594480700" sldId="583"/>
            <ac:spMk id="51" creationId="{309AF361-E971-4772-BB65-B45B06A6EF18}"/>
          </ac:spMkLst>
        </pc:spChg>
        <pc:spChg chg="add del">
          <ac:chgData name="翟 锐" userId="fef11181f709266a" providerId="LiveId" clId="{2E81BA7C-FE94-4A22-87B5-6F4BC241E56C}" dt="2020-10-24T14:09:19.645" v="287" actId="22"/>
          <ac:spMkLst>
            <pc:docMk/>
            <pc:sldMk cId="1594480700" sldId="583"/>
            <ac:spMk id="53" creationId="{A1D5A58E-1D08-43B3-ADA4-738D21F72FC6}"/>
          </ac:spMkLst>
        </pc:spChg>
        <pc:spChg chg="add del">
          <ac:chgData name="翟 锐" userId="fef11181f709266a" providerId="LiveId" clId="{2E81BA7C-FE94-4A22-87B5-6F4BC241E56C}" dt="2020-10-24T14:09:19.645" v="287" actId="22"/>
          <ac:spMkLst>
            <pc:docMk/>
            <pc:sldMk cId="1594480700" sldId="583"/>
            <ac:spMk id="55" creationId="{10C48C11-E401-4327-86BA-ABA5E7410EB7}"/>
          </ac:spMkLst>
        </pc:spChg>
        <pc:spChg chg="add del">
          <ac:chgData name="翟 锐" userId="fef11181f709266a" providerId="LiveId" clId="{2E81BA7C-FE94-4A22-87B5-6F4BC241E56C}" dt="2020-10-24T14:09:19.645" v="287" actId="22"/>
          <ac:spMkLst>
            <pc:docMk/>
            <pc:sldMk cId="1594480700" sldId="583"/>
            <ac:spMk id="57" creationId="{296B10BB-C149-4871-9A35-35BBA7E4AA0B}"/>
          </ac:spMkLst>
        </pc:spChg>
        <pc:spChg chg="add del">
          <ac:chgData name="翟 锐" userId="fef11181f709266a" providerId="LiveId" clId="{2E81BA7C-FE94-4A22-87B5-6F4BC241E56C}" dt="2020-10-24T14:09:19.645" v="287" actId="22"/>
          <ac:spMkLst>
            <pc:docMk/>
            <pc:sldMk cId="1594480700" sldId="583"/>
            <ac:spMk id="59" creationId="{2FE4F8CA-2384-465F-ABF2-D18A4A37E742}"/>
          </ac:spMkLst>
        </pc:spChg>
        <pc:spChg chg="add del mod">
          <ac:chgData name="翟 锐" userId="fef11181f709266a" providerId="LiveId" clId="{2E81BA7C-FE94-4A22-87B5-6F4BC241E56C}" dt="2020-10-24T14:09:51.708" v="294" actId="22"/>
          <ac:spMkLst>
            <pc:docMk/>
            <pc:sldMk cId="1594480700" sldId="583"/>
            <ac:spMk id="79" creationId="{A66E1D26-AEFA-4B74-B675-14ED4CE452DE}"/>
          </ac:spMkLst>
        </pc:spChg>
        <pc:spChg chg="add del mod">
          <ac:chgData name="翟 锐" userId="fef11181f709266a" providerId="LiveId" clId="{2E81BA7C-FE94-4A22-87B5-6F4BC241E56C}" dt="2020-10-24T14:09:51.708" v="294" actId="22"/>
          <ac:spMkLst>
            <pc:docMk/>
            <pc:sldMk cId="1594480700" sldId="583"/>
            <ac:spMk id="81" creationId="{9B7C6E31-91D4-482F-A37D-B950D002C53D}"/>
          </ac:spMkLst>
        </pc:spChg>
        <pc:spChg chg="add del mod">
          <ac:chgData name="翟 锐" userId="fef11181f709266a" providerId="LiveId" clId="{2E81BA7C-FE94-4A22-87B5-6F4BC241E56C}" dt="2020-10-24T14:09:51.708" v="294" actId="22"/>
          <ac:spMkLst>
            <pc:docMk/>
            <pc:sldMk cId="1594480700" sldId="583"/>
            <ac:spMk id="83" creationId="{2CF7AC24-0292-48EB-8977-6590081EC754}"/>
          </ac:spMkLst>
        </pc:spChg>
        <pc:spChg chg="add del mod">
          <ac:chgData name="翟 锐" userId="fef11181f709266a" providerId="LiveId" clId="{2E81BA7C-FE94-4A22-87B5-6F4BC241E56C}" dt="2020-10-24T14:09:51.708" v="294" actId="22"/>
          <ac:spMkLst>
            <pc:docMk/>
            <pc:sldMk cId="1594480700" sldId="583"/>
            <ac:spMk id="85" creationId="{7D0F4C9A-B233-4DE2-AF0E-C1B9CC7BE8D5}"/>
          </ac:spMkLst>
        </pc:spChg>
        <pc:spChg chg="add del mod">
          <ac:chgData name="翟 锐" userId="fef11181f709266a" providerId="LiveId" clId="{2E81BA7C-FE94-4A22-87B5-6F4BC241E56C}" dt="2020-10-24T14:09:51.708" v="294" actId="22"/>
          <ac:spMkLst>
            <pc:docMk/>
            <pc:sldMk cId="1594480700" sldId="583"/>
            <ac:spMk id="87" creationId="{802BD710-0F44-4B42-A066-C4EBE8C6FAAE}"/>
          </ac:spMkLst>
        </pc:spChg>
        <pc:spChg chg="add del mod">
          <ac:chgData name="翟 锐" userId="fef11181f709266a" providerId="LiveId" clId="{2E81BA7C-FE94-4A22-87B5-6F4BC241E56C}" dt="2020-10-24T14:09:51.708" v="294" actId="22"/>
          <ac:spMkLst>
            <pc:docMk/>
            <pc:sldMk cId="1594480700" sldId="583"/>
            <ac:spMk id="89" creationId="{F2F1861D-F499-4ACD-8BFC-6547D7AA7F62}"/>
          </ac:spMkLst>
        </pc:spChg>
        <pc:spChg chg="add del mod">
          <ac:chgData name="翟 锐" userId="fef11181f709266a" providerId="LiveId" clId="{2E81BA7C-FE94-4A22-87B5-6F4BC241E56C}" dt="2020-10-24T14:09:51.708" v="294" actId="22"/>
          <ac:spMkLst>
            <pc:docMk/>
            <pc:sldMk cId="1594480700" sldId="583"/>
            <ac:spMk id="91" creationId="{3AB4A4C2-C5BA-44C5-AC1E-B92707FC1F52}"/>
          </ac:spMkLst>
        </pc:spChg>
        <pc:spChg chg="add del mod">
          <ac:chgData name="翟 锐" userId="fef11181f709266a" providerId="LiveId" clId="{2E81BA7C-FE94-4A22-87B5-6F4BC241E56C}" dt="2020-10-24T14:09:51.708" v="294" actId="22"/>
          <ac:spMkLst>
            <pc:docMk/>
            <pc:sldMk cId="1594480700" sldId="583"/>
            <ac:spMk id="93" creationId="{6D09E4DD-3D6A-46A5-BCAE-9276EACC060C}"/>
          </ac:spMkLst>
        </pc:spChg>
        <pc:spChg chg="add del mod">
          <ac:chgData name="翟 锐" userId="fef11181f709266a" providerId="LiveId" clId="{2E81BA7C-FE94-4A22-87B5-6F4BC241E56C}" dt="2020-10-24T14:09:51.708" v="294" actId="22"/>
          <ac:spMkLst>
            <pc:docMk/>
            <pc:sldMk cId="1594480700" sldId="583"/>
            <ac:spMk id="95" creationId="{7830930F-EBA6-4F69-A9DA-425DFB87417A}"/>
          </ac:spMkLst>
        </pc:spChg>
        <pc:spChg chg="add del mod">
          <ac:chgData name="翟 锐" userId="fef11181f709266a" providerId="LiveId" clId="{2E81BA7C-FE94-4A22-87B5-6F4BC241E56C}" dt="2020-10-24T14:09:51.708" v="294" actId="22"/>
          <ac:spMkLst>
            <pc:docMk/>
            <pc:sldMk cId="1594480700" sldId="583"/>
            <ac:spMk id="97" creationId="{44274CBF-F40B-422C-8BAF-07954D93EBA3}"/>
          </ac:spMkLst>
        </pc:spChg>
        <pc:spChg chg="add del mod">
          <ac:chgData name="翟 锐" userId="fef11181f709266a" providerId="LiveId" clId="{2E81BA7C-FE94-4A22-87B5-6F4BC241E56C}" dt="2020-10-24T14:09:51.708" v="294" actId="22"/>
          <ac:spMkLst>
            <pc:docMk/>
            <pc:sldMk cId="1594480700" sldId="583"/>
            <ac:spMk id="99" creationId="{D42F4B04-C67A-45C3-9CE7-E3E4AFCAA217}"/>
          </ac:spMkLst>
        </pc:spChg>
        <pc:spChg chg="add del mod">
          <ac:chgData name="翟 锐" userId="fef11181f709266a" providerId="LiveId" clId="{2E81BA7C-FE94-4A22-87B5-6F4BC241E56C}" dt="2020-10-24T14:09:51.708" v="294" actId="22"/>
          <ac:spMkLst>
            <pc:docMk/>
            <pc:sldMk cId="1594480700" sldId="583"/>
            <ac:spMk id="101" creationId="{922FE737-B6B1-45F4-85D0-063CE5467813}"/>
          </ac:spMkLst>
        </pc:spChg>
        <pc:spChg chg="add del mod">
          <ac:chgData name="翟 锐" userId="fef11181f709266a" providerId="LiveId" clId="{2E81BA7C-FE94-4A22-87B5-6F4BC241E56C}" dt="2020-10-24T14:09:51.708" v="294" actId="22"/>
          <ac:spMkLst>
            <pc:docMk/>
            <pc:sldMk cId="1594480700" sldId="583"/>
            <ac:spMk id="103" creationId="{98700C98-BEF6-45F8-81E9-93D979E9AD13}"/>
          </ac:spMkLst>
        </pc:spChg>
        <pc:spChg chg="add del mod">
          <ac:chgData name="翟 锐" userId="fef11181f709266a" providerId="LiveId" clId="{2E81BA7C-FE94-4A22-87B5-6F4BC241E56C}" dt="2020-10-24T14:09:51.708" v="294" actId="22"/>
          <ac:spMkLst>
            <pc:docMk/>
            <pc:sldMk cId="1594480700" sldId="583"/>
            <ac:spMk id="105" creationId="{C09CF428-1DF4-42D4-9A8B-A2E6F13A26A2}"/>
          </ac:spMkLst>
        </pc:spChg>
        <pc:spChg chg="add del mod">
          <ac:chgData name="翟 锐" userId="fef11181f709266a" providerId="LiveId" clId="{2E81BA7C-FE94-4A22-87B5-6F4BC241E56C}" dt="2020-10-24T14:09:51.708" v="294" actId="22"/>
          <ac:spMkLst>
            <pc:docMk/>
            <pc:sldMk cId="1594480700" sldId="583"/>
            <ac:spMk id="107" creationId="{14DF4EB1-0EED-4334-B26E-2B4044806FDF}"/>
          </ac:spMkLst>
        </pc:spChg>
        <pc:spChg chg="add del mod">
          <ac:chgData name="翟 锐" userId="fef11181f709266a" providerId="LiveId" clId="{2E81BA7C-FE94-4A22-87B5-6F4BC241E56C}" dt="2020-10-24T14:09:51.708" v="294" actId="22"/>
          <ac:spMkLst>
            <pc:docMk/>
            <pc:sldMk cId="1594480700" sldId="583"/>
            <ac:spMk id="109" creationId="{6DE2F635-6A13-4EE2-BF81-8233BFD3DE32}"/>
          </ac:spMkLst>
        </pc:spChg>
        <pc:spChg chg="add del mod">
          <ac:chgData name="翟 锐" userId="fef11181f709266a" providerId="LiveId" clId="{2E81BA7C-FE94-4A22-87B5-6F4BC241E56C}" dt="2020-10-24T14:09:51.708" v="294" actId="22"/>
          <ac:spMkLst>
            <pc:docMk/>
            <pc:sldMk cId="1594480700" sldId="583"/>
            <ac:spMk id="111" creationId="{B87E1B37-76FE-4FF9-93EF-7D848115A0B3}"/>
          </ac:spMkLst>
        </pc:spChg>
        <pc:spChg chg="add del mod">
          <ac:chgData name="翟 锐" userId="fef11181f709266a" providerId="LiveId" clId="{2E81BA7C-FE94-4A22-87B5-6F4BC241E56C}" dt="2020-10-24T14:09:51.708" v="294" actId="22"/>
          <ac:spMkLst>
            <pc:docMk/>
            <pc:sldMk cId="1594480700" sldId="583"/>
            <ac:spMk id="113" creationId="{77580CB5-9C9A-4412-B049-F8A28515BA55}"/>
          </ac:spMkLst>
        </pc:spChg>
        <pc:spChg chg="add del mod">
          <ac:chgData name="翟 锐" userId="fef11181f709266a" providerId="LiveId" clId="{2E81BA7C-FE94-4A22-87B5-6F4BC241E56C}" dt="2020-10-24T14:09:51.708" v="294" actId="22"/>
          <ac:spMkLst>
            <pc:docMk/>
            <pc:sldMk cId="1594480700" sldId="583"/>
            <ac:spMk id="115" creationId="{8D560D79-47B2-4E54-A4FF-D8A8D1A838D0}"/>
          </ac:spMkLst>
        </pc:spChg>
        <pc:spChg chg="add del mod">
          <ac:chgData name="翟 锐" userId="fef11181f709266a" providerId="LiveId" clId="{2E81BA7C-FE94-4A22-87B5-6F4BC241E56C}" dt="2020-10-24T14:09:51.708" v="294" actId="22"/>
          <ac:spMkLst>
            <pc:docMk/>
            <pc:sldMk cId="1594480700" sldId="583"/>
            <ac:spMk id="117" creationId="{D3FBB6DF-3A7C-4AB3-A638-8514B04DE8E9}"/>
          </ac:spMkLst>
        </pc:spChg>
        <pc:spChg chg="add del mod">
          <ac:chgData name="翟 锐" userId="fef11181f709266a" providerId="LiveId" clId="{2E81BA7C-FE94-4A22-87B5-6F4BC241E56C}" dt="2020-10-24T14:09:51.708" v="294" actId="22"/>
          <ac:spMkLst>
            <pc:docMk/>
            <pc:sldMk cId="1594480700" sldId="583"/>
            <ac:spMk id="119" creationId="{88F69DAF-6BF1-4724-B323-3FDC0EBD2C15}"/>
          </ac:spMkLst>
        </pc:spChg>
        <pc:spChg chg="add del mod">
          <ac:chgData name="翟 锐" userId="fef11181f709266a" providerId="LiveId" clId="{2E81BA7C-FE94-4A22-87B5-6F4BC241E56C}" dt="2020-10-24T14:09:51.708" v="294" actId="22"/>
          <ac:spMkLst>
            <pc:docMk/>
            <pc:sldMk cId="1594480700" sldId="583"/>
            <ac:spMk id="121" creationId="{8163E85A-C998-4FA4-B14D-3CDBF592762E}"/>
          </ac:spMkLst>
        </pc:spChg>
        <pc:spChg chg="add del mod">
          <ac:chgData name="翟 锐" userId="fef11181f709266a" providerId="LiveId" clId="{2E81BA7C-FE94-4A22-87B5-6F4BC241E56C}" dt="2020-10-24T14:09:51.708" v="294" actId="22"/>
          <ac:spMkLst>
            <pc:docMk/>
            <pc:sldMk cId="1594480700" sldId="583"/>
            <ac:spMk id="123" creationId="{CF25791D-5E31-4F0B-8485-965938A70125}"/>
          </ac:spMkLst>
        </pc:spChg>
        <pc:spChg chg="add del mod">
          <ac:chgData name="翟 锐" userId="fef11181f709266a" providerId="LiveId" clId="{2E81BA7C-FE94-4A22-87B5-6F4BC241E56C}" dt="2020-10-24T14:09:51.708" v="294" actId="22"/>
          <ac:spMkLst>
            <pc:docMk/>
            <pc:sldMk cId="1594480700" sldId="583"/>
            <ac:spMk id="125" creationId="{F67C5BE4-D037-477A-BB5B-F6CAE90D3BB2}"/>
          </ac:spMkLst>
        </pc:spChg>
        <pc:spChg chg="add del mod">
          <ac:chgData name="翟 锐" userId="fef11181f709266a" providerId="LiveId" clId="{2E81BA7C-FE94-4A22-87B5-6F4BC241E56C}" dt="2020-10-24T14:09:51.708" v="294" actId="22"/>
          <ac:spMkLst>
            <pc:docMk/>
            <pc:sldMk cId="1594480700" sldId="583"/>
            <ac:spMk id="127" creationId="{99D2F968-0994-4DD7-A26C-6504FC50D0B3}"/>
          </ac:spMkLst>
        </pc:spChg>
        <pc:spChg chg="add del mod">
          <ac:chgData name="翟 锐" userId="fef11181f709266a" providerId="LiveId" clId="{2E81BA7C-FE94-4A22-87B5-6F4BC241E56C}" dt="2020-10-24T14:09:51.708" v="294" actId="22"/>
          <ac:spMkLst>
            <pc:docMk/>
            <pc:sldMk cId="1594480700" sldId="583"/>
            <ac:spMk id="129" creationId="{98368FE4-6C69-4E66-A3EC-DCC06CB02A0F}"/>
          </ac:spMkLst>
        </pc:spChg>
        <pc:spChg chg="add del mod">
          <ac:chgData name="翟 锐" userId="fef11181f709266a" providerId="LiveId" clId="{2E81BA7C-FE94-4A22-87B5-6F4BC241E56C}" dt="2020-10-24T14:09:51.708" v="294" actId="22"/>
          <ac:spMkLst>
            <pc:docMk/>
            <pc:sldMk cId="1594480700" sldId="583"/>
            <ac:spMk id="131" creationId="{B36CD7F5-2AA4-4E39-A2D8-1478B28B0197}"/>
          </ac:spMkLst>
        </pc:spChg>
        <pc:spChg chg="add mod">
          <ac:chgData name="翟 锐" userId="fef11181f709266a" providerId="LiveId" clId="{2E81BA7C-FE94-4A22-87B5-6F4BC241E56C}" dt="2020-10-24T14:10:26.211" v="302" actId="1076"/>
          <ac:spMkLst>
            <pc:docMk/>
            <pc:sldMk cId="1594480700" sldId="583"/>
            <ac:spMk id="152" creationId="{0DCE6016-D408-4934-8609-F2F0AD871118}"/>
          </ac:spMkLst>
        </pc:spChg>
        <pc:graphicFrameChg chg="add del">
          <ac:chgData name="翟 锐" userId="fef11181f709266a" providerId="LiveId" clId="{2E81BA7C-FE94-4A22-87B5-6F4BC241E56C}" dt="2020-10-24T14:09:19.645" v="287" actId="22"/>
          <ac:graphicFrameMkLst>
            <pc:docMk/>
            <pc:sldMk cId="1594480700" sldId="583"/>
            <ac:graphicFrameMk id="61" creationId="{C1F6A310-76D3-42D4-89DA-7FA03BA7FCA5}"/>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3" creationId="{1F32DA97-B301-4D1E-A2C1-74A80F8D8ED4}"/>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5" creationId="{2C705D46-8C20-45E3-81DD-847790626F65}"/>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7" creationId="{4E520F5F-E7AC-4E68-BF78-C1FDCC987E57}"/>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9" creationId="{6F575C24-A63A-4383-ADD2-9CC20A7484E3}"/>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1" creationId="{165953BD-704C-4760-9909-6A85ED14A8AA}"/>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3" creationId="{0AFC23FA-BA9E-41A7-BE30-269002D1C60E}"/>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5" creationId="{6DD095FE-F9CE-45B6-8122-AA6F8DE99902}"/>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7" creationId="{3CB7FA7B-1436-474C-A52E-DCBD2E07A0FF}"/>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3" creationId="{4B0883A7-6682-4AFD-95F3-B8D66901DAB1}"/>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5" creationId="{CFC69BE0-DED2-4FA8-A143-5EFE6357FD4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7" creationId="{3A2DD2FF-D95E-49E5-A3F0-5A9752BB4B0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9" creationId="{13ECCEB9-1402-4E07-8DEA-64FA617CC06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1" creationId="{B22AE9A4-A75F-4929-B063-710D7FB4A0F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3" creationId="{A04F408A-11E7-4CF5-AE88-DF2B3120728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5" creationId="{776FA6BB-07D5-4C18-A8D0-E336A6E29B7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7" creationId="{A2D7FA6D-4768-4E30-BAA0-119621BD1A91}"/>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9" creationId="{EF69DD97-A892-45E6-9B99-1CE09FE937AF}"/>
          </ac:graphicFrameMkLst>
        </pc:graphicFrameChg>
        <pc:picChg chg="add mod">
          <ac:chgData name="翟 锐" userId="fef11181f709266a" providerId="LiveId" clId="{2E81BA7C-FE94-4A22-87B5-6F4BC241E56C}" dt="2020-10-24T14:09:56.556" v="297" actId="1076"/>
          <ac:picMkLst>
            <pc:docMk/>
            <pc:sldMk cId="1594480700" sldId="583"/>
            <ac:picMk id="150" creationId="{C2B3DAE2-DDFD-4768-AF5F-03CAFD457446}"/>
          </ac:picMkLst>
        </pc:picChg>
        <pc:cxnChg chg="del">
          <ac:chgData name="翟 锐" userId="fef11181f709266a" providerId="LiveId" clId="{2E81BA7C-FE94-4A22-87B5-6F4BC241E56C}" dt="2020-10-24T14:09:20.884" v="288" actId="478"/>
          <ac:cxnSpMkLst>
            <pc:docMk/>
            <pc:sldMk cId="1594480700" sldId="583"/>
            <ac:cxnSpMk id="33" creationId="{00000000-0000-0000-0000-000000000000}"/>
          </ac:cxnSpMkLst>
        </pc:cxnChg>
      </pc:sldChg>
      <pc:sldChg chg="del">
        <pc:chgData name="翟 锐" userId="fef11181f709266a" providerId="LiveId" clId="{2E81BA7C-FE94-4A22-87B5-6F4BC241E56C}" dt="2020-10-24T14:10:35.255" v="304" actId="47"/>
        <pc:sldMkLst>
          <pc:docMk/>
          <pc:sldMk cId="3771257398" sldId="584"/>
        </pc:sldMkLst>
      </pc:sldChg>
      <pc:sldChg chg="del">
        <pc:chgData name="翟 锐" userId="fef11181f709266a" providerId="LiveId" clId="{2E81BA7C-FE94-4A22-87B5-6F4BC241E56C}" dt="2020-10-24T14:10:40.068" v="307" actId="47"/>
        <pc:sldMkLst>
          <pc:docMk/>
          <pc:sldMk cId="370822182" sldId="586"/>
        </pc:sldMkLst>
      </pc:sldChg>
      <pc:sldChg chg="delSp del mod">
        <pc:chgData name="翟 锐" userId="fef11181f709266a" providerId="LiveId" clId="{2E81BA7C-FE94-4A22-87B5-6F4BC241E56C}" dt="2020-10-24T14:10:45.266" v="309" actId="47"/>
        <pc:sldMkLst>
          <pc:docMk/>
          <pc:sldMk cId="2101326762" sldId="601"/>
        </pc:sldMkLst>
        <pc:picChg chg="del">
          <ac:chgData name="翟 锐" userId="fef11181f709266a" providerId="LiveId" clId="{2E81BA7C-FE94-4A22-87B5-6F4BC241E56C}" dt="2020-10-24T14:10:43.974" v="308" actId="478"/>
          <ac:picMkLst>
            <pc:docMk/>
            <pc:sldMk cId="2101326762" sldId="601"/>
            <ac:picMk id="3" creationId="{A490F317-1AE5-4363-A4A5-435B50CAD4C9}"/>
          </ac:picMkLst>
        </pc:picChg>
      </pc:sldChg>
      <pc:sldChg chg="del">
        <pc:chgData name="翟 锐" userId="fef11181f709266a" providerId="LiveId" clId="{2E81BA7C-FE94-4A22-87B5-6F4BC241E56C}" dt="2020-10-24T14:05:30.022" v="169" actId="47"/>
        <pc:sldMkLst>
          <pc:docMk/>
          <pc:sldMk cId="1440985517" sldId="603"/>
        </pc:sldMkLst>
      </pc:sldChg>
      <pc:sldChg chg="addSp delSp modSp mod">
        <pc:chgData name="翟 锐" userId="fef11181f709266a" providerId="LiveId" clId="{2E81BA7C-FE94-4A22-87B5-6F4BC241E56C}" dt="2020-10-24T14:13:18.366" v="348" actId="1076"/>
        <pc:sldMkLst>
          <pc:docMk/>
          <pc:sldMk cId="715867822" sldId="605"/>
        </pc:sldMkLst>
        <pc:spChg chg="add del mod">
          <ac:chgData name="翟 锐" userId="fef11181f709266a" providerId="LiveId" clId="{2E81BA7C-FE94-4A22-87B5-6F4BC241E56C}" dt="2020-10-24T14:11:20.627" v="320" actId="478"/>
          <ac:spMkLst>
            <pc:docMk/>
            <pc:sldMk cId="715867822" sldId="605"/>
            <ac:spMk id="2" creationId="{1A343DEC-CFF6-41F5-B87C-0DFC08C67B76}"/>
          </ac:spMkLst>
        </pc:spChg>
        <pc:spChg chg="add del mod">
          <ac:chgData name="翟 锐" userId="fef11181f709266a" providerId="LiveId" clId="{2E81BA7C-FE94-4A22-87B5-6F4BC241E56C}" dt="2020-10-24T14:11:00.109" v="319"/>
          <ac:spMkLst>
            <pc:docMk/>
            <pc:sldMk cId="715867822" sldId="605"/>
            <ac:spMk id="6" creationId="{2A43E5B6-95C1-4408-B7A3-C24D16E7310B}"/>
          </ac:spMkLst>
        </pc:spChg>
        <pc:spChg chg="add del mod">
          <ac:chgData name="翟 锐" userId="fef11181f709266a" providerId="LiveId" clId="{2E81BA7C-FE94-4A22-87B5-6F4BC241E56C}" dt="2020-10-24T14:11:00.109" v="319"/>
          <ac:spMkLst>
            <pc:docMk/>
            <pc:sldMk cId="715867822" sldId="605"/>
            <ac:spMk id="7" creationId="{191F611A-54C3-43BA-8041-89718CEDDC13}"/>
          </ac:spMkLst>
        </pc:spChg>
        <pc:spChg chg="add del mod">
          <ac:chgData name="翟 锐" userId="fef11181f709266a" providerId="LiveId" clId="{2E81BA7C-FE94-4A22-87B5-6F4BC241E56C}" dt="2020-10-24T14:11:00.109" v="319"/>
          <ac:spMkLst>
            <pc:docMk/>
            <pc:sldMk cId="715867822" sldId="605"/>
            <ac:spMk id="8" creationId="{BE5926F0-EA86-4CD6-8E7C-54A2914CDCA0}"/>
          </ac:spMkLst>
        </pc:spChg>
        <pc:spChg chg="add del mod">
          <ac:chgData name="翟 锐" userId="fef11181f709266a" providerId="LiveId" clId="{2E81BA7C-FE94-4A22-87B5-6F4BC241E56C}" dt="2020-10-24T14:11:00.109" v="319"/>
          <ac:spMkLst>
            <pc:docMk/>
            <pc:sldMk cId="715867822" sldId="605"/>
            <ac:spMk id="9" creationId="{BC69F3B9-AEBA-43BF-97C5-D2A1C1274FD7}"/>
          </ac:spMkLst>
        </pc:spChg>
        <pc:spChg chg="add del mod">
          <ac:chgData name="翟 锐" userId="fef11181f709266a" providerId="LiveId" clId="{2E81BA7C-FE94-4A22-87B5-6F4BC241E56C}" dt="2020-10-24T14:11:34.736" v="322"/>
          <ac:spMkLst>
            <pc:docMk/>
            <pc:sldMk cId="715867822" sldId="605"/>
            <ac:spMk id="17" creationId="{AFECE292-FBF6-406A-8548-0252036F7D2C}"/>
          </ac:spMkLst>
        </pc:spChg>
        <pc:spChg chg="add del mod">
          <ac:chgData name="翟 锐" userId="fef11181f709266a" providerId="LiveId" clId="{2E81BA7C-FE94-4A22-87B5-6F4BC241E56C}" dt="2020-10-24T14:12:04.998" v="338"/>
          <ac:spMkLst>
            <pc:docMk/>
            <pc:sldMk cId="715867822" sldId="605"/>
            <ac:spMk id="25" creationId="{A7853C40-2B16-492B-9CF9-97C337EC6955}"/>
          </ac:spMkLst>
        </pc:spChg>
        <pc:spChg chg="mod">
          <ac:chgData name="翟 锐" userId="fef11181f709266a" providerId="LiveId" clId="{2E81BA7C-FE94-4A22-87B5-6F4BC241E56C}" dt="2020-10-24T14:12:13.912" v="341"/>
          <ac:spMkLst>
            <pc:docMk/>
            <pc:sldMk cId="715867822" sldId="605"/>
            <ac:spMk id="35" creationId="{00000000-0000-0000-0000-000000000000}"/>
          </ac:spMkLst>
        </pc:spChg>
        <pc:graphicFrameChg chg="add del mod">
          <ac:chgData name="翟 锐" userId="fef11181f709266a" providerId="LiveId" clId="{2E81BA7C-FE94-4A22-87B5-6F4BC241E56C}" dt="2020-10-24T14:11:00.109" v="319"/>
          <ac:graphicFrameMkLst>
            <pc:docMk/>
            <pc:sldMk cId="715867822" sldId="605"/>
            <ac:graphicFrameMk id="10" creationId="{2A6D2BEF-FB22-43ED-AD7A-A8794AA2CD8C}"/>
          </ac:graphicFrameMkLst>
        </pc:graphicFrameChg>
        <pc:graphicFrameChg chg="add del mod">
          <ac:chgData name="翟 锐" userId="fef11181f709266a" providerId="LiveId" clId="{2E81BA7C-FE94-4A22-87B5-6F4BC241E56C}" dt="2020-10-24T14:11:00.109" v="319"/>
          <ac:graphicFrameMkLst>
            <pc:docMk/>
            <pc:sldMk cId="715867822" sldId="605"/>
            <ac:graphicFrameMk id="11" creationId="{C40D3161-042B-4B7D-A3EF-4B32DD9B9E6D}"/>
          </ac:graphicFrameMkLst>
        </pc:graphicFrameChg>
        <pc:graphicFrameChg chg="add del mod">
          <ac:chgData name="翟 锐" userId="fef11181f709266a" providerId="LiveId" clId="{2E81BA7C-FE94-4A22-87B5-6F4BC241E56C}" dt="2020-10-24T14:11:00.109" v="319"/>
          <ac:graphicFrameMkLst>
            <pc:docMk/>
            <pc:sldMk cId="715867822" sldId="605"/>
            <ac:graphicFrameMk id="12" creationId="{37965012-7D4F-4AF4-B87E-B35EA3161C92}"/>
          </ac:graphicFrameMkLst>
        </pc:graphicFrameChg>
        <pc:graphicFrameChg chg="add del mod">
          <ac:chgData name="翟 锐" userId="fef11181f709266a" providerId="LiveId" clId="{2E81BA7C-FE94-4A22-87B5-6F4BC241E56C}" dt="2020-10-24T14:11:00.109" v="319"/>
          <ac:graphicFrameMkLst>
            <pc:docMk/>
            <pc:sldMk cId="715867822" sldId="605"/>
            <ac:graphicFrameMk id="13" creationId="{62A0F409-F191-485F-AE7F-D3F4399BE473}"/>
          </ac:graphicFrameMkLst>
        </pc:graphicFrameChg>
        <pc:graphicFrameChg chg="add del mod">
          <ac:chgData name="翟 锐" userId="fef11181f709266a" providerId="LiveId" clId="{2E81BA7C-FE94-4A22-87B5-6F4BC241E56C}" dt="2020-10-24T14:11:00.109" v="319"/>
          <ac:graphicFrameMkLst>
            <pc:docMk/>
            <pc:sldMk cId="715867822" sldId="605"/>
            <ac:graphicFrameMk id="14" creationId="{260A6209-DF8A-4C3D-8BEB-8923CE55FCBB}"/>
          </ac:graphicFrameMkLst>
        </pc:graphicFrameChg>
        <pc:graphicFrameChg chg="add del mod">
          <ac:chgData name="翟 锐" userId="fef11181f709266a" providerId="LiveId" clId="{2E81BA7C-FE94-4A22-87B5-6F4BC241E56C}" dt="2020-10-24T14:11:00.109" v="319"/>
          <ac:graphicFrameMkLst>
            <pc:docMk/>
            <pc:sldMk cId="715867822" sldId="605"/>
            <ac:graphicFrameMk id="15" creationId="{43E16D86-BEFD-4512-B89E-5969E3DB2CD5}"/>
          </ac:graphicFrameMkLst>
        </pc:graphicFrameChg>
        <pc:graphicFrameChg chg="add del mod">
          <ac:chgData name="翟 锐" userId="fef11181f709266a" providerId="LiveId" clId="{2E81BA7C-FE94-4A22-87B5-6F4BC241E56C}" dt="2020-10-24T14:11:00.109" v="319"/>
          <ac:graphicFrameMkLst>
            <pc:docMk/>
            <pc:sldMk cId="715867822" sldId="605"/>
            <ac:graphicFrameMk id="16" creationId="{1483AAF2-A736-4D91-A21A-442E3516C233}"/>
          </ac:graphicFrameMkLst>
        </pc:graphicFrameChg>
        <pc:graphicFrameChg chg="add del mod">
          <ac:chgData name="翟 锐" userId="fef11181f709266a" providerId="LiveId" clId="{2E81BA7C-FE94-4A22-87B5-6F4BC241E56C}" dt="2020-10-24T14:11:34.736" v="322"/>
          <ac:graphicFrameMkLst>
            <pc:docMk/>
            <pc:sldMk cId="715867822" sldId="605"/>
            <ac:graphicFrameMk id="18" creationId="{0F243988-7974-4598-B555-E8346AEECA0C}"/>
          </ac:graphicFrameMkLst>
        </pc:graphicFrameChg>
        <pc:graphicFrameChg chg="add del mod">
          <ac:chgData name="翟 锐" userId="fef11181f709266a" providerId="LiveId" clId="{2E81BA7C-FE94-4A22-87B5-6F4BC241E56C}" dt="2020-10-24T14:11:34.736" v="322"/>
          <ac:graphicFrameMkLst>
            <pc:docMk/>
            <pc:sldMk cId="715867822" sldId="605"/>
            <ac:graphicFrameMk id="19" creationId="{D5DB0375-356A-4C49-B4B4-53ADAA782013}"/>
          </ac:graphicFrameMkLst>
        </pc:graphicFrameChg>
        <pc:graphicFrameChg chg="add del mod">
          <ac:chgData name="翟 锐" userId="fef11181f709266a" providerId="LiveId" clId="{2E81BA7C-FE94-4A22-87B5-6F4BC241E56C}" dt="2020-10-24T14:11:34.736" v="322"/>
          <ac:graphicFrameMkLst>
            <pc:docMk/>
            <pc:sldMk cId="715867822" sldId="605"/>
            <ac:graphicFrameMk id="20" creationId="{E1A433CE-5343-4A1B-A9A1-5D4E1F092ABB}"/>
          </ac:graphicFrameMkLst>
        </pc:graphicFrameChg>
        <pc:graphicFrameChg chg="add del mod">
          <ac:chgData name="翟 锐" userId="fef11181f709266a" providerId="LiveId" clId="{2E81BA7C-FE94-4A22-87B5-6F4BC241E56C}" dt="2020-10-24T14:11:34.736" v="322"/>
          <ac:graphicFrameMkLst>
            <pc:docMk/>
            <pc:sldMk cId="715867822" sldId="605"/>
            <ac:graphicFrameMk id="21" creationId="{946DC81E-D69D-4DD5-BC97-E375704C3C98}"/>
          </ac:graphicFrameMkLst>
        </pc:graphicFrameChg>
        <pc:graphicFrameChg chg="add del mod">
          <ac:chgData name="翟 锐" userId="fef11181f709266a" providerId="LiveId" clId="{2E81BA7C-FE94-4A22-87B5-6F4BC241E56C}" dt="2020-10-24T14:11:34.736" v="322"/>
          <ac:graphicFrameMkLst>
            <pc:docMk/>
            <pc:sldMk cId="715867822" sldId="605"/>
            <ac:graphicFrameMk id="22" creationId="{EA24FEC4-AF6E-4FB4-978D-B1C7EA1289D4}"/>
          </ac:graphicFrameMkLst>
        </pc:graphicFrameChg>
        <pc:graphicFrameChg chg="add del mod">
          <ac:chgData name="翟 锐" userId="fef11181f709266a" providerId="LiveId" clId="{2E81BA7C-FE94-4A22-87B5-6F4BC241E56C}" dt="2020-10-24T14:11:34.736" v="322"/>
          <ac:graphicFrameMkLst>
            <pc:docMk/>
            <pc:sldMk cId="715867822" sldId="605"/>
            <ac:graphicFrameMk id="23" creationId="{8E4BD20A-F28B-4C50-9539-A925A19F4C05}"/>
          </ac:graphicFrameMkLst>
        </pc:graphicFrameChg>
        <pc:graphicFrameChg chg="add del mod">
          <ac:chgData name="翟 锐" userId="fef11181f709266a" providerId="LiveId" clId="{2E81BA7C-FE94-4A22-87B5-6F4BC241E56C}" dt="2020-10-24T14:11:34.736" v="322"/>
          <ac:graphicFrameMkLst>
            <pc:docMk/>
            <pc:sldMk cId="715867822" sldId="605"/>
            <ac:graphicFrameMk id="24" creationId="{224BC73F-DEF2-4D35-A9D9-9464A874FAC2}"/>
          </ac:graphicFrameMkLst>
        </pc:graphicFrameChg>
        <pc:graphicFrameChg chg="add del mod">
          <ac:chgData name="翟 锐" userId="fef11181f709266a" providerId="LiveId" clId="{2E81BA7C-FE94-4A22-87B5-6F4BC241E56C}" dt="2020-10-24T14:12:04.998" v="338"/>
          <ac:graphicFrameMkLst>
            <pc:docMk/>
            <pc:sldMk cId="715867822" sldId="605"/>
            <ac:graphicFrameMk id="26" creationId="{ABE0863F-66BC-4CD6-A83F-D67A1A927AD7}"/>
          </ac:graphicFrameMkLst>
        </pc:graphicFrameChg>
        <pc:graphicFrameChg chg="add del mod">
          <ac:chgData name="翟 锐" userId="fef11181f709266a" providerId="LiveId" clId="{2E81BA7C-FE94-4A22-87B5-6F4BC241E56C}" dt="2020-10-24T14:12:04.998" v="338"/>
          <ac:graphicFrameMkLst>
            <pc:docMk/>
            <pc:sldMk cId="715867822" sldId="605"/>
            <ac:graphicFrameMk id="27" creationId="{191AEAEC-DCCA-4578-BBEA-0CECF8698EC4}"/>
          </ac:graphicFrameMkLst>
        </pc:graphicFrameChg>
        <pc:graphicFrameChg chg="add del mod">
          <ac:chgData name="翟 锐" userId="fef11181f709266a" providerId="LiveId" clId="{2E81BA7C-FE94-4A22-87B5-6F4BC241E56C}" dt="2020-10-24T14:12:04.998" v="338"/>
          <ac:graphicFrameMkLst>
            <pc:docMk/>
            <pc:sldMk cId="715867822" sldId="605"/>
            <ac:graphicFrameMk id="28" creationId="{04D4F6B0-AA9B-45A4-936D-31A7A1AFEB1D}"/>
          </ac:graphicFrameMkLst>
        </pc:graphicFrameChg>
        <pc:graphicFrameChg chg="add del mod">
          <ac:chgData name="翟 锐" userId="fef11181f709266a" providerId="LiveId" clId="{2E81BA7C-FE94-4A22-87B5-6F4BC241E56C}" dt="2020-10-24T14:12:04.998" v="338"/>
          <ac:graphicFrameMkLst>
            <pc:docMk/>
            <pc:sldMk cId="715867822" sldId="605"/>
            <ac:graphicFrameMk id="29" creationId="{DEBD58EF-2AD0-43F3-B406-B8915709AD3A}"/>
          </ac:graphicFrameMkLst>
        </pc:graphicFrameChg>
        <pc:graphicFrameChg chg="add del mod">
          <ac:chgData name="翟 锐" userId="fef11181f709266a" providerId="LiveId" clId="{2E81BA7C-FE94-4A22-87B5-6F4BC241E56C}" dt="2020-10-24T14:12:04.998" v="338"/>
          <ac:graphicFrameMkLst>
            <pc:docMk/>
            <pc:sldMk cId="715867822" sldId="605"/>
            <ac:graphicFrameMk id="30" creationId="{2BF722E3-F2E6-4CDF-BBCB-46D07D998FE7}"/>
          </ac:graphicFrameMkLst>
        </pc:graphicFrameChg>
        <pc:graphicFrameChg chg="add del mod">
          <ac:chgData name="翟 锐" userId="fef11181f709266a" providerId="LiveId" clId="{2E81BA7C-FE94-4A22-87B5-6F4BC241E56C}" dt="2020-10-24T14:12:04.998" v="338"/>
          <ac:graphicFrameMkLst>
            <pc:docMk/>
            <pc:sldMk cId="715867822" sldId="605"/>
            <ac:graphicFrameMk id="31" creationId="{1EEA0833-FAA2-409D-842D-335D119DBE37}"/>
          </ac:graphicFrameMkLst>
        </pc:graphicFrameChg>
        <pc:graphicFrameChg chg="add del mod">
          <ac:chgData name="翟 锐" userId="fef11181f709266a" providerId="LiveId" clId="{2E81BA7C-FE94-4A22-87B5-6F4BC241E56C}" dt="2020-10-24T14:12:04.998" v="338"/>
          <ac:graphicFrameMkLst>
            <pc:docMk/>
            <pc:sldMk cId="715867822" sldId="605"/>
            <ac:graphicFrameMk id="32" creationId="{6DD83E0D-3A61-45F9-B26C-A88DE46310F6}"/>
          </ac:graphicFrameMkLst>
        </pc:graphicFrameChg>
        <pc:picChg chg="add mod">
          <ac:chgData name="翟 锐" userId="fef11181f709266a" providerId="LiveId" clId="{2E81BA7C-FE94-4A22-87B5-6F4BC241E56C}" dt="2020-10-24T14:13:18.366" v="348" actId="1076"/>
          <ac:picMkLst>
            <pc:docMk/>
            <pc:sldMk cId="715867822" sldId="605"/>
            <ac:picMk id="3" creationId="{F8865E27-F6FE-43D3-954A-BDF9A0B5609B}"/>
          </ac:picMkLst>
        </pc:picChg>
      </pc:sldChg>
      <pc:sldChg chg="addSp delSp modSp mod">
        <pc:chgData name="翟 锐" userId="fef11181f709266a" providerId="LiveId" clId="{2E81BA7C-FE94-4A22-87B5-6F4BC241E56C}" dt="2020-10-24T14:15:16.224" v="430" actId="1035"/>
        <pc:sldMkLst>
          <pc:docMk/>
          <pc:sldMk cId="419261417" sldId="606"/>
        </pc:sldMkLst>
        <pc:spChg chg="add del mod">
          <ac:chgData name="翟 锐" userId="fef11181f709266a" providerId="LiveId" clId="{2E81BA7C-FE94-4A22-87B5-6F4BC241E56C}" dt="2020-10-24T14:15:16.224" v="430" actId="1035"/>
          <ac:spMkLst>
            <pc:docMk/>
            <pc:sldMk cId="419261417" sldId="606"/>
            <ac:spMk id="2" creationId="{1A343DEC-CFF6-41F5-B87C-0DFC08C67B76}"/>
          </ac:spMkLst>
        </pc:spChg>
        <pc:spChg chg="add del">
          <ac:chgData name="翟 锐" userId="fef11181f709266a" providerId="LiveId" clId="{2E81BA7C-FE94-4A22-87B5-6F4BC241E56C}" dt="2020-10-24T14:13:52.436" v="356" actId="22"/>
          <ac:spMkLst>
            <pc:docMk/>
            <pc:sldMk cId="419261417" sldId="606"/>
            <ac:spMk id="12" creationId="{08C5D0C3-3108-44FC-9459-8C9CE74AD9B7}"/>
          </ac:spMkLst>
        </pc:spChg>
        <pc:graphicFrameChg chg="add del mod">
          <ac:chgData name="翟 锐" userId="fef11181f709266a" providerId="LiveId" clId="{2E81BA7C-FE94-4A22-87B5-6F4BC241E56C}" dt="2020-10-24T14:13:53.426" v="360" actId="22"/>
          <ac:graphicFrameMkLst>
            <pc:docMk/>
            <pc:sldMk cId="419261417" sldId="606"/>
            <ac:graphicFrameMk id="3" creationId="{F3EDC585-B263-4886-B522-7BF0D76FED45}"/>
          </ac:graphicFrameMkLst>
        </pc:graphicFrameChg>
        <pc:graphicFrameChg chg="add del mod">
          <ac:chgData name="翟 锐" userId="fef11181f709266a" providerId="LiveId" clId="{2E81BA7C-FE94-4A22-87B5-6F4BC241E56C}" dt="2020-10-24T14:13:52.908" v="358" actId="22"/>
          <ac:graphicFrameMkLst>
            <pc:docMk/>
            <pc:sldMk cId="419261417" sldId="606"/>
            <ac:graphicFrameMk id="5" creationId="{7F83D5C1-481C-493E-9FEF-20DAC61F27D6}"/>
          </ac:graphicFrameMkLst>
        </pc:graphicFrameChg>
        <pc:graphicFrameChg chg="add mod">
          <ac:chgData name="翟 锐" userId="fef11181f709266a" providerId="LiveId" clId="{2E81BA7C-FE94-4A22-87B5-6F4BC241E56C}" dt="2020-10-24T14:15:04.769" v="406" actId="1076"/>
          <ac:graphicFrameMkLst>
            <pc:docMk/>
            <pc:sldMk cId="419261417" sldId="606"/>
            <ac:graphicFrameMk id="8" creationId="{DE327706-FE7D-4158-A973-0F77FC3E21BE}"/>
          </ac:graphicFrameMkLst>
        </pc:graphicFrameChg>
        <pc:graphicFrameChg chg="add mod">
          <ac:chgData name="翟 锐" userId="fef11181f709266a" providerId="LiveId" clId="{2E81BA7C-FE94-4A22-87B5-6F4BC241E56C}" dt="2020-10-24T14:14:56.895" v="404" actId="14100"/>
          <ac:graphicFrameMkLst>
            <pc:docMk/>
            <pc:sldMk cId="419261417" sldId="606"/>
            <ac:graphicFrameMk id="10" creationId="{765517E6-9320-4895-9086-7C3C57DF5037}"/>
          </ac:graphicFrameMkLst>
        </pc:graphicFrameChg>
        <pc:picChg chg="del">
          <ac:chgData name="翟 锐" userId="fef11181f709266a" providerId="LiveId" clId="{2E81BA7C-FE94-4A22-87B5-6F4BC241E56C}" dt="2020-10-24T14:13:29.124" v="349" actId="478"/>
          <ac:picMkLst>
            <pc:docMk/>
            <pc:sldMk cId="419261417" sldId="606"/>
            <ac:picMk id="4" creationId="{DC9F1154-9B10-40D9-9019-BC2153D4FA2B}"/>
          </ac:picMkLst>
        </pc:picChg>
      </pc:sldChg>
      <pc:sldChg chg="del">
        <pc:chgData name="翟 锐" userId="fef11181f709266a" providerId="LiveId" clId="{2E81BA7C-FE94-4A22-87B5-6F4BC241E56C}" dt="2020-10-24T14:15:22.126" v="431" actId="47"/>
        <pc:sldMkLst>
          <pc:docMk/>
          <pc:sldMk cId="2933535704" sldId="607"/>
        </pc:sldMkLst>
      </pc:sldChg>
      <pc:sldChg chg="del">
        <pc:chgData name="翟 锐" userId="fef11181f709266a" providerId="LiveId" clId="{2E81BA7C-FE94-4A22-87B5-6F4BC241E56C}" dt="2020-10-24T14:15:24.263" v="432" actId="47"/>
        <pc:sldMkLst>
          <pc:docMk/>
          <pc:sldMk cId="2083321002" sldId="608"/>
        </pc:sldMkLst>
      </pc:sldChg>
      <pc:sldChg chg="addSp modSp mod">
        <pc:chgData name="翟 锐" userId="fef11181f709266a" providerId="LiveId" clId="{2E81BA7C-FE94-4A22-87B5-6F4BC241E56C}" dt="2020-10-24T14:16:56.513" v="448" actId="1076"/>
        <pc:sldMkLst>
          <pc:docMk/>
          <pc:sldMk cId="1180436317" sldId="609"/>
        </pc:sldMkLst>
        <pc:spChg chg="mod">
          <ac:chgData name="翟 锐" userId="fef11181f709266a" providerId="LiveId" clId="{2E81BA7C-FE94-4A22-87B5-6F4BC241E56C}" dt="2020-10-24T14:15:31.751" v="437" actId="20577"/>
          <ac:spMkLst>
            <pc:docMk/>
            <pc:sldMk cId="1180436317" sldId="609"/>
            <ac:spMk id="2" creationId="{1A343DEC-CFF6-41F5-B87C-0DFC08C67B76}"/>
          </ac:spMkLst>
        </pc:spChg>
        <pc:spChg chg="mod">
          <ac:chgData name="翟 锐" userId="fef11181f709266a" providerId="LiveId" clId="{2E81BA7C-FE94-4A22-87B5-6F4BC241E56C}" dt="2020-10-24T14:15:44.452" v="442"/>
          <ac:spMkLst>
            <pc:docMk/>
            <pc:sldMk cId="1180436317" sldId="609"/>
            <ac:spMk id="35" creationId="{00000000-0000-0000-0000-000000000000}"/>
          </ac:spMkLst>
        </pc:spChg>
        <pc:graphicFrameChg chg="add mod">
          <ac:chgData name="翟 锐" userId="fef11181f709266a" providerId="LiveId" clId="{2E81BA7C-FE94-4A22-87B5-6F4BC241E56C}" dt="2020-10-24T14:16:56.513" v="448" actId="1076"/>
          <ac:graphicFrameMkLst>
            <pc:docMk/>
            <pc:sldMk cId="1180436317" sldId="609"/>
            <ac:graphicFrameMk id="6" creationId="{7E29143A-2CD6-45F4-B899-8D09B21B6EC5}"/>
          </ac:graphicFrameMkLst>
        </pc:graphicFrameChg>
      </pc:sldChg>
      <pc:sldChg chg="del">
        <pc:chgData name="翟 锐" userId="fef11181f709266a" providerId="LiveId" clId="{2E81BA7C-FE94-4A22-87B5-6F4BC241E56C}" dt="2020-10-24T14:15:49.286" v="443" actId="47"/>
        <pc:sldMkLst>
          <pc:docMk/>
          <pc:sldMk cId="2461849974" sldId="610"/>
        </pc:sldMkLst>
      </pc:sldChg>
      <pc:sldChg chg="addSp delSp modSp mod">
        <pc:chgData name="翟 锐" userId="fef11181f709266a" providerId="LiveId" clId="{2E81BA7C-FE94-4A22-87B5-6F4BC241E56C}" dt="2020-10-24T14:02:15.642" v="106" actId="1076"/>
        <pc:sldMkLst>
          <pc:docMk/>
          <pc:sldMk cId="1397344220" sldId="613"/>
        </pc:sldMkLst>
        <pc:spChg chg="del">
          <ac:chgData name="翟 锐" userId="fef11181f709266a" providerId="LiveId" clId="{2E81BA7C-FE94-4A22-87B5-6F4BC241E56C}" dt="2020-10-24T14:01:41.476" v="98" actId="478"/>
          <ac:spMkLst>
            <pc:docMk/>
            <pc:sldMk cId="1397344220" sldId="613"/>
            <ac:spMk id="2" creationId="{1A343DEC-CFF6-41F5-B87C-0DFC08C67B76}"/>
          </ac:spMkLst>
        </pc:spChg>
        <pc:spChg chg="mod">
          <ac:chgData name="翟 锐" userId="fef11181f709266a" providerId="LiveId" clId="{2E81BA7C-FE94-4A22-87B5-6F4BC241E56C}" dt="2020-10-24T14:01:35.315" v="97"/>
          <ac:spMkLst>
            <pc:docMk/>
            <pc:sldMk cId="1397344220" sldId="613"/>
            <ac:spMk id="35" creationId="{00000000-0000-0000-0000-000000000000}"/>
          </ac:spMkLst>
        </pc:spChg>
        <pc:graphicFrameChg chg="add mod">
          <ac:chgData name="翟 锐" userId="fef11181f709266a" providerId="LiveId" clId="{2E81BA7C-FE94-4A22-87B5-6F4BC241E56C}" dt="2020-10-24T14:01:49.437" v="102" actId="1076"/>
          <ac:graphicFrameMkLst>
            <pc:docMk/>
            <pc:sldMk cId="1397344220" sldId="613"/>
            <ac:graphicFrameMk id="6" creationId="{E71B3707-D3FC-4B48-A5C4-1711069F03F3}"/>
          </ac:graphicFrameMkLst>
        </pc:graphicFrameChg>
        <pc:graphicFrameChg chg="add mod modGraphic">
          <ac:chgData name="翟 锐" userId="fef11181f709266a" providerId="LiveId" clId="{2E81BA7C-FE94-4A22-87B5-6F4BC241E56C}" dt="2020-10-24T14:02:15.642" v="106" actId="1076"/>
          <ac:graphicFrameMkLst>
            <pc:docMk/>
            <pc:sldMk cId="1397344220" sldId="613"/>
            <ac:graphicFrameMk id="7" creationId="{B56A5A36-FA16-49AC-98B7-9DD81496B8D2}"/>
          </ac:graphicFrameMkLst>
        </pc:graphicFrameChg>
      </pc:sldChg>
      <pc:sldChg chg="modSp mod">
        <pc:chgData name="翟 锐" userId="fef11181f709266a" providerId="LiveId" clId="{2E81BA7C-FE94-4A22-87B5-6F4BC241E56C}" dt="2020-10-24T13:31:43.148" v="17" actId="6549"/>
        <pc:sldMkLst>
          <pc:docMk/>
          <pc:sldMk cId="2282940426" sldId="660"/>
        </pc:sldMkLst>
        <pc:spChg chg="mod">
          <ac:chgData name="翟 锐" userId="fef11181f709266a" providerId="LiveId" clId="{2E81BA7C-FE94-4A22-87B5-6F4BC241E56C}" dt="2020-10-24T13:31:04.514" v="11" actId="20577"/>
          <ac:spMkLst>
            <pc:docMk/>
            <pc:sldMk cId="2282940426" sldId="660"/>
            <ac:spMk id="2" creationId="{1A343DEC-CFF6-41F5-B87C-0DFC08C67B76}"/>
          </ac:spMkLst>
        </pc:spChg>
        <pc:spChg chg="mod">
          <ac:chgData name="翟 锐" userId="fef11181f709266a" providerId="LiveId" clId="{2E81BA7C-FE94-4A22-87B5-6F4BC241E56C}" dt="2020-10-24T13:31:43.148" v="17" actId="6549"/>
          <ac:spMkLst>
            <pc:docMk/>
            <pc:sldMk cId="2282940426" sldId="660"/>
            <ac:spMk id="35" creationId="{00000000-0000-0000-0000-000000000000}"/>
          </ac:spMkLst>
        </pc:spChg>
      </pc:sldChg>
      <pc:sldChg chg="del">
        <pc:chgData name="翟 锐" userId="fef11181f709266a" providerId="LiveId" clId="{2E81BA7C-FE94-4A22-87B5-6F4BC241E56C}" dt="2020-10-24T14:10:36.334" v="305" actId="47"/>
        <pc:sldMkLst>
          <pc:docMk/>
          <pc:sldMk cId="2870330272" sldId="661"/>
        </pc:sldMkLst>
      </pc:sldChg>
      <pc:sldChg chg="addSp modSp mod">
        <pc:chgData name="翟 锐" userId="fef11181f709266a" providerId="LiveId" clId="{2E81BA7C-FE94-4A22-87B5-6F4BC241E56C}" dt="2020-10-24T13:59:23.921" v="41" actId="1076"/>
        <pc:sldMkLst>
          <pc:docMk/>
          <pc:sldMk cId="3196092120" sldId="665"/>
        </pc:sldMkLst>
        <pc:spChg chg="mod">
          <ac:chgData name="翟 锐" userId="fef11181f709266a" providerId="LiveId" clId="{2E81BA7C-FE94-4A22-87B5-6F4BC241E56C}" dt="2020-10-24T13:59:21.482" v="40" actId="20577"/>
          <ac:spMkLst>
            <pc:docMk/>
            <pc:sldMk cId="3196092120" sldId="665"/>
            <ac:spMk id="2" creationId="{1A343DEC-CFF6-41F5-B87C-0DFC08C67B76}"/>
          </ac:spMkLst>
        </pc:spChg>
        <pc:picChg chg="add mod">
          <ac:chgData name="翟 锐" userId="fef11181f709266a" providerId="LiveId" clId="{2E81BA7C-FE94-4A22-87B5-6F4BC241E56C}" dt="2020-10-24T13:59:23.921" v="41" actId="1076"/>
          <ac:picMkLst>
            <pc:docMk/>
            <pc:sldMk cId="3196092120" sldId="665"/>
            <ac:picMk id="3" creationId="{1B7AD5E6-D3B3-415A-938A-B680A126A0B6}"/>
          </ac:picMkLst>
        </pc:picChg>
      </pc:sldChg>
      <pc:sldChg chg="addSp modSp mod modAnim">
        <pc:chgData name="翟 锐" userId="fef11181f709266a" providerId="LiveId" clId="{2E81BA7C-FE94-4A22-87B5-6F4BC241E56C}" dt="2020-10-24T14:04:50.323" v="160"/>
        <pc:sldMkLst>
          <pc:docMk/>
          <pc:sldMk cId="1234927439" sldId="666"/>
        </pc:sldMkLst>
        <pc:spChg chg="mod">
          <ac:chgData name="翟 锐" userId="fef11181f709266a" providerId="LiveId" clId="{2E81BA7C-FE94-4A22-87B5-6F4BC241E56C}" dt="2020-10-24T14:04:25.969" v="153" actId="1076"/>
          <ac:spMkLst>
            <pc:docMk/>
            <pc:sldMk cId="1234927439" sldId="666"/>
            <ac:spMk id="2" creationId="{1A343DEC-CFF6-41F5-B87C-0DFC08C67B76}"/>
          </ac:spMkLst>
        </pc:spChg>
        <pc:spChg chg="mod">
          <ac:chgData name="翟 锐" userId="fef11181f709266a" providerId="LiveId" clId="{2E81BA7C-FE94-4A22-87B5-6F4BC241E56C}" dt="2020-10-24T14:03:34.070" v="134" actId="1076"/>
          <ac:spMkLst>
            <pc:docMk/>
            <pc:sldMk cId="1234927439" sldId="666"/>
            <ac:spMk id="7" creationId="{3D00BE44-5728-4832-84F2-9871AFD9C605}"/>
          </ac:spMkLst>
        </pc:spChg>
        <pc:spChg chg="mod">
          <ac:chgData name="翟 锐" userId="fef11181f709266a" providerId="LiveId" clId="{2E81BA7C-FE94-4A22-87B5-6F4BC241E56C}" dt="2020-10-24T14:03:34.070" v="134" actId="1076"/>
          <ac:spMkLst>
            <pc:docMk/>
            <pc:sldMk cId="1234927439" sldId="666"/>
            <ac:spMk id="8" creationId="{CA348757-D1EA-4CFF-A391-6AA422B6858B}"/>
          </ac:spMkLst>
        </pc:spChg>
        <pc:spChg chg="mod">
          <ac:chgData name="翟 锐" userId="fef11181f709266a" providerId="LiveId" clId="{2E81BA7C-FE94-4A22-87B5-6F4BC241E56C}" dt="2020-10-24T14:03:34.070" v="134" actId="1076"/>
          <ac:spMkLst>
            <pc:docMk/>
            <pc:sldMk cId="1234927439" sldId="666"/>
            <ac:spMk id="9" creationId="{087D8D99-84D7-4A25-A5C6-28D4FE85036B}"/>
          </ac:spMkLst>
        </pc:spChg>
        <pc:spChg chg="mod">
          <ac:chgData name="翟 锐" userId="fef11181f709266a" providerId="LiveId" clId="{2E81BA7C-FE94-4A22-87B5-6F4BC241E56C}" dt="2020-10-24T14:03:34.070" v="134" actId="1076"/>
          <ac:spMkLst>
            <pc:docMk/>
            <pc:sldMk cId="1234927439" sldId="666"/>
            <ac:spMk id="10" creationId="{756C86CF-87EC-4163-9C4E-353B1DF7C370}"/>
          </ac:spMkLst>
        </pc:spChg>
        <pc:spChg chg="mod">
          <ac:chgData name="翟 锐" userId="fef11181f709266a" providerId="LiveId" clId="{2E81BA7C-FE94-4A22-87B5-6F4BC241E56C}" dt="2020-10-24T14:03:34.070" v="134" actId="1076"/>
          <ac:spMkLst>
            <pc:docMk/>
            <pc:sldMk cId="1234927439" sldId="666"/>
            <ac:spMk id="11" creationId="{FC5F23A6-D045-4DFB-9016-5D50DF4892FF}"/>
          </ac:spMkLst>
        </pc:spChg>
        <pc:spChg chg="mod">
          <ac:chgData name="翟 锐" userId="fef11181f709266a" providerId="LiveId" clId="{2E81BA7C-FE94-4A22-87B5-6F4BC241E56C}" dt="2020-10-24T14:03:34.070" v="134" actId="1076"/>
          <ac:spMkLst>
            <pc:docMk/>
            <pc:sldMk cId="1234927439" sldId="666"/>
            <ac:spMk id="12" creationId="{B1013DAD-4214-4C3F-8144-DCD2AD5A9961}"/>
          </ac:spMkLst>
        </pc:spChg>
        <pc:spChg chg="mod">
          <ac:chgData name="翟 锐" userId="fef11181f709266a" providerId="LiveId" clId="{2E81BA7C-FE94-4A22-87B5-6F4BC241E56C}" dt="2020-10-24T14:03:34.070" v="134" actId="1076"/>
          <ac:spMkLst>
            <pc:docMk/>
            <pc:sldMk cId="1234927439" sldId="666"/>
            <ac:spMk id="13" creationId="{D356B96F-F62D-4818-9397-4730B3C969FA}"/>
          </ac:spMkLst>
        </pc:spChg>
        <pc:spChg chg="mod">
          <ac:chgData name="翟 锐" userId="fef11181f709266a" providerId="LiveId" clId="{2E81BA7C-FE94-4A22-87B5-6F4BC241E56C}" dt="2020-10-24T14:03:34.070" v="134" actId="1076"/>
          <ac:spMkLst>
            <pc:docMk/>
            <pc:sldMk cId="1234927439" sldId="666"/>
            <ac:spMk id="14" creationId="{F44F895A-91A8-4D66-9458-36FF98BF17B8}"/>
          </ac:spMkLst>
        </pc:spChg>
        <pc:spChg chg="mod">
          <ac:chgData name="翟 锐" userId="fef11181f709266a" providerId="LiveId" clId="{2E81BA7C-FE94-4A22-87B5-6F4BC241E56C}" dt="2020-10-24T14:03:34.070" v="134" actId="1076"/>
          <ac:spMkLst>
            <pc:docMk/>
            <pc:sldMk cId="1234927439" sldId="666"/>
            <ac:spMk id="15" creationId="{9D860EED-6501-4E56-9BC8-B806BA89B766}"/>
          </ac:spMkLst>
        </pc:spChg>
        <pc:spChg chg="mod">
          <ac:chgData name="翟 锐" userId="fef11181f709266a" providerId="LiveId" clId="{2E81BA7C-FE94-4A22-87B5-6F4BC241E56C}" dt="2020-10-24T14:03:34.070" v="134" actId="1076"/>
          <ac:spMkLst>
            <pc:docMk/>
            <pc:sldMk cId="1234927439" sldId="666"/>
            <ac:spMk id="16" creationId="{C1EECF6C-9547-490A-9736-CEE75EEDBE7A}"/>
          </ac:spMkLst>
        </pc:spChg>
        <pc:spChg chg="mod">
          <ac:chgData name="翟 锐" userId="fef11181f709266a" providerId="LiveId" clId="{2E81BA7C-FE94-4A22-87B5-6F4BC241E56C}" dt="2020-10-24T14:03:34.070" v="134" actId="1076"/>
          <ac:spMkLst>
            <pc:docMk/>
            <pc:sldMk cId="1234927439" sldId="666"/>
            <ac:spMk id="17" creationId="{740B7BF6-8238-4707-9F68-B394DE536333}"/>
          </ac:spMkLst>
        </pc:spChg>
        <pc:spChg chg="mod">
          <ac:chgData name="翟 锐" userId="fef11181f709266a" providerId="LiveId" clId="{2E81BA7C-FE94-4A22-87B5-6F4BC241E56C}" dt="2020-10-24T14:03:34.070" v="134" actId="1076"/>
          <ac:spMkLst>
            <pc:docMk/>
            <pc:sldMk cId="1234927439" sldId="666"/>
            <ac:spMk id="18" creationId="{808589E2-D0DC-4809-B1E8-C92A55BBF9CB}"/>
          </ac:spMkLst>
        </pc:spChg>
        <pc:spChg chg="mod">
          <ac:chgData name="翟 锐" userId="fef11181f709266a" providerId="LiveId" clId="{2E81BA7C-FE94-4A22-87B5-6F4BC241E56C}" dt="2020-10-24T14:03:34.070" v="134" actId="1076"/>
          <ac:spMkLst>
            <pc:docMk/>
            <pc:sldMk cId="1234927439" sldId="666"/>
            <ac:spMk id="19" creationId="{7466172C-FC12-4141-86CD-3D9A45BD6913}"/>
          </ac:spMkLst>
        </pc:spChg>
        <pc:spChg chg="mod">
          <ac:chgData name="翟 锐" userId="fef11181f709266a" providerId="LiveId" clId="{2E81BA7C-FE94-4A22-87B5-6F4BC241E56C}" dt="2020-10-24T14:03:34.070" v="134" actId="1076"/>
          <ac:spMkLst>
            <pc:docMk/>
            <pc:sldMk cId="1234927439" sldId="666"/>
            <ac:spMk id="20" creationId="{EA964CBC-AE71-4957-AE14-19CFCC62B7CB}"/>
          </ac:spMkLst>
        </pc:spChg>
        <pc:spChg chg="mod">
          <ac:chgData name="翟 锐" userId="fef11181f709266a" providerId="LiveId" clId="{2E81BA7C-FE94-4A22-87B5-6F4BC241E56C}" dt="2020-10-24T14:03:34.070" v="134" actId="1076"/>
          <ac:spMkLst>
            <pc:docMk/>
            <pc:sldMk cId="1234927439" sldId="666"/>
            <ac:spMk id="21" creationId="{F6657047-E2C7-4AD0-BB2F-22BF78645AD6}"/>
          </ac:spMkLst>
        </pc:spChg>
        <pc:spChg chg="mod">
          <ac:chgData name="翟 锐" userId="fef11181f709266a" providerId="LiveId" clId="{2E81BA7C-FE94-4A22-87B5-6F4BC241E56C}" dt="2020-10-24T14:03:34.070" v="134" actId="1076"/>
          <ac:spMkLst>
            <pc:docMk/>
            <pc:sldMk cId="1234927439" sldId="666"/>
            <ac:spMk id="22" creationId="{ADCE7B4B-FA9C-4A7B-BF9A-255889A3B9B8}"/>
          </ac:spMkLst>
        </pc:spChg>
        <pc:spChg chg="mod">
          <ac:chgData name="翟 锐" userId="fef11181f709266a" providerId="LiveId" clId="{2E81BA7C-FE94-4A22-87B5-6F4BC241E56C}" dt="2020-10-24T14:03:34.070" v="134" actId="1076"/>
          <ac:spMkLst>
            <pc:docMk/>
            <pc:sldMk cId="1234927439" sldId="666"/>
            <ac:spMk id="23" creationId="{7AB2FA9F-F6FA-45D3-BA8D-2C3BF1BA113F}"/>
          </ac:spMkLst>
        </pc:spChg>
        <pc:spChg chg="mod">
          <ac:chgData name="翟 锐" userId="fef11181f709266a" providerId="LiveId" clId="{2E81BA7C-FE94-4A22-87B5-6F4BC241E56C}" dt="2020-10-24T14:03:34.070" v="134" actId="1076"/>
          <ac:spMkLst>
            <pc:docMk/>
            <pc:sldMk cId="1234927439" sldId="666"/>
            <ac:spMk id="24" creationId="{7B82B8CD-C16D-402E-9990-F7277D9F56D2}"/>
          </ac:spMkLst>
        </pc:spChg>
        <pc:spChg chg="mod">
          <ac:chgData name="翟 锐" userId="fef11181f709266a" providerId="LiveId" clId="{2E81BA7C-FE94-4A22-87B5-6F4BC241E56C}" dt="2020-10-24T14:03:34.070" v="134" actId="1076"/>
          <ac:spMkLst>
            <pc:docMk/>
            <pc:sldMk cId="1234927439" sldId="666"/>
            <ac:spMk id="25" creationId="{30D16A3E-86C0-4D6F-ACF8-F5AD58BF5353}"/>
          </ac:spMkLst>
        </pc:spChg>
        <pc:spChg chg="mod">
          <ac:chgData name="翟 锐" userId="fef11181f709266a" providerId="LiveId" clId="{2E81BA7C-FE94-4A22-87B5-6F4BC241E56C}" dt="2020-10-24T14:03:34.070" v="134" actId="1076"/>
          <ac:spMkLst>
            <pc:docMk/>
            <pc:sldMk cId="1234927439" sldId="666"/>
            <ac:spMk id="26" creationId="{86070E5A-7793-4FC7-BD27-46B648C897B7}"/>
          </ac:spMkLst>
        </pc:spChg>
        <pc:spChg chg="mod">
          <ac:chgData name="翟 锐" userId="fef11181f709266a" providerId="LiveId" clId="{2E81BA7C-FE94-4A22-87B5-6F4BC241E56C}" dt="2020-10-24T14:03:34.070" v="134" actId="1076"/>
          <ac:spMkLst>
            <pc:docMk/>
            <pc:sldMk cId="1234927439" sldId="666"/>
            <ac:spMk id="27" creationId="{45DC2F71-EDEB-4414-9C1E-E90F7BB740A0}"/>
          </ac:spMkLst>
        </pc:spChg>
        <pc:spChg chg="mod">
          <ac:chgData name="翟 锐" userId="fef11181f709266a" providerId="LiveId" clId="{2E81BA7C-FE94-4A22-87B5-6F4BC241E56C}" dt="2020-10-24T14:03:34.070" v="134" actId="1076"/>
          <ac:spMkLst>
            <pc:docMk/>
            <pc:sldMk cId="1234927439" sldId="666"/>
            <ac:spMk id="28" creationId="{E2ED334A-A4E2-4B27-A7C7-8D2DE008976B}"/>
          </ac:spMkLst>
        </pc:spChg>
        <pc:spChg chg="mod">
          <ac:chgData name="翟 锐" userId="fef11181f709266a" providerId="LiveId" clId="{2E81BA7C-FE94-4A22-87B5-6F4BC241E56C}" dt="2020-10-24T14:03:34.070" v="134" actId="1076"/>
          <ac:spMkLst>
            <pc:docMk/>
            <pc:sldMk cId="1234927439" sldId="666"/>
            <ac:spMk id="29" creationId="{74302C62-C6DC-414A-827B-87DC7F31DB2E}"/>
          </ac:spMkLst>
        </pc:spChg>
        <pc:spChg chg="mod">
          <ac:chgData name="翟 锐" userId="fef11181f709266a" providerId="LiveId" clId="{2E81BA7C-FE94-4A22-87B5-6F4BC241E56C}" dt="2020-10-24T14:03:34.070" v="134" actId="1076"/>
          <ac:spMkLst>
            <pc:docMk/>
            <pc:sldMk cId="1234927439" sldId="666"/>
            <ac:spMk id="30" creationId="{91E2911F-86EF-401A-A065-0D1817E30646}"/>
          </ac:spMkLst>
        </pc:spChg>
        <pc:spChg chg="mod">
          <ac:chgData name="翟 锐" userId="fef11181f709266a" providerId="LiveId" clId="{2E81BA7C-FE94-4A22-87B5-6F4BC241E56C}" dt="2020-10-24T14:03:34.070" v="134" actId="1076"/>
          <ac:spMkLst>
            <pc:docMk/>
            <pc:sldMk cId="1234927439" sldId="666"/>
            <ac:spMk id="31" creationId="{B4056603-EA5E-44DD-9C87-5F2F7B279D8D}"/>
          </ac:spMkLst>
        </pc:spChg>
        <pc:spChg chg="mod">
          <ac:chgData name="翟 锐" userId="fef11181f709266a" providerId="LiveId" clId="{2E81BA7C-FE94-4A22-87B5-6F4BC241E56C}" dt="2020-10-24T14:03:34.070" v="134" actId="1076"/>
          <ac:spMkLst>
            <pc:docMk/>
            <pc:sldMk cId="1234927439" sldId="666"/>
            <ac:spMk id="32" creationId="{DC01447A-FD86-4FB5-BE03-E5EA057E2324}"/>
          </ac:spMkLst>
        </pc:spChg>
        <pc:spChg chg="mod">
          <ac:chgData name="翟 锐" userId="fef11181f709266a" providerId="LiveId" clId="{2E81BA7C-FE94-4A22-87B5-6F4BC241E56C}" dt="2020-10-24T14:04:50.323" v="160"/>
          <ac:spMkLst>
            <pc:docMk/>
            <pc:sldMk cId="1234927439" sldId="666"/>
            <ac:spMk id="35" creationId="{00000000-0000-0000-0000-000000000000}"/>
          </ac:spMkLst>
        </pc:spChg>
        <pc:spChg chg="mod">
          <ac:chgData name="翟 锐" userId="fef11181f709266a" providerId="LiveId" clId="{2E81BA7C-FE94-4A22-87B5-6F4BC241E56C}" dt="2020-10-24T14:03:34.070" v="134" actId="1076"/>
          <ac:spMkLst>
            <pc:docMk/>
            <pc:sldMk cId="1234927439" sldId="666"/>
            <ac:spMk id="36" creationId="{7158D6DA-B99B-435C-88FA-C1D76F0D3E0C}"/>
          </ac:spMkLst>
        </pc:spChg>
        <pc:spChg chg="mod">
          <ac:chgData name="翟 锐" userId="fef11181f709266a" providerId="LiveId" clId="{2E81BA7C-FE94-4A22-87B5-6F4BC241E56C}" dt="2020-10-24T14:03:34.070" v="134" actId="1076"/>
          <ac:spMkLst>
            <pc:docMk/>
            <pc:sldMk cId="1234927439" sldId="666"/>
            <ac:spMk id="37" creationId="{BA126EA5-2E8F-4BB6-8899-C6FAA16A04BD}"/>
          </ac:spMkLst>
        </pc:spChg>
        <pc:spChg chg="mod">
          <ac:chgData name="翟 锐" userId="fef11181f709266a" providerId="LiveId" clId="{2E81BA7C-FE94-4A22-87B5-6F4BC241E56C}" dt="2020-10-24T14:03:34.070" v="134" actId="1076"/>
          <ac:spMkLst>
            <pc:docMk/>
            <pc:sldMk cId="1234927439" sldId="666"/>
            <ac:spMk id="38" creationId="{A0E7DCA1-81F3-4F06-A0AE-439590E81B75}"/>
          </ac:spMkLst>
        </pc:spChg>
        <pc:spChg chg="mod">
          <ac:chgData name="翟 锐" userId="fef11181f709266a" providerId="LiveId" clId="{2E81BA7C-FE94-4A22-87B5-6F4BC241E56C}" dt="2020-10-24T14:03:34.070" v="134" actId="1076"/>
          <ac:spMkLst>
            <pc:docMk/>
            <pc:sldMk cId="1234927439" sldId="666"/>
            <ac:spMk id="39" creationId="{0BF68685-02BA-4AD3-8FF8-DC427E672047}"/>
          </ac:spMkLst>
        </pc:spChg>
        <pc:spChg chg="mod">
          <ac:chgData name="翟 锐" userId="fef11181f709266a" providerId="LiveId" clId="{2E81BA7C-FE94-4A22-87B5-6F4BC241E56C}" dt="2020-10-24T14:03:34.070" v="134" actId="1076"/>
          <ac:spMkLst>
            <pc:docMk/>
            <pc:sldMk cId="1234927439" sldId="666"/>
            <ac:spMk id="40" creationId="{B59098E9-C4FC-4609-9664-A16C5A1BD38F}"/>
          </ac:spMkLst>
        </pc:spChg>
        <pc:spChg chg="mod">
          <ac:chgData name="翟 锐" userId="fef11181f709266a" providerId="LiveId" clId="{2E81BA7C-FE94-4A22-87B5-6F4BC241E56C}" dt="2020-10-24T14:03:34.070" v="134" actId="1076"/>
          <ac:spMkLst>
            <pc:docMk/>
            <pc:sldMk cId="1234927439" sldId="666"/>
            <ac:spMk id="41" creationId="{C8DE6F83-B547-4581-981B-7E6122878352}"/>
          </ac:spMkLst>
        </pc:spChg>
        <pc:spChg chg="mod">
          <ac:chgData name="翟 锐" userId="fef11181f709266a" providerId="LiveId" clId="{2E81BA7C-FE94-4A22-87B5-6F4BC241E56C}" dt="2020-10-24T14:03:34.070" v="134" actId="1076"/>
          <ac:spMkLst>
            <pc:docMk/>
            <pc:sldMk cId="1234927439" sldId="666"/>
            <ac:spMk id="42" creationId="{567EB7DF-0329-4ECA-91D2-B97370C910C0}"/>
          </ac:spMkLst>
        </pc:spChg>
        <pc:spChg chg="mod">
          <ac:chgData name="翟 锐" userId="fef11181f709266a" providerId="LiveId" clId="{2E81BA7C-FE94-4A22-87B5-6F4BC241E56C}" dt="2020-10-24T14:03:34.070" v="134" actId="1076"/>
          <ac:spMkLst>
            <pc:docMk/>
            <pc:sldMk cId="1234927439" sldId="666"/>
            <ac:spMk id="43" creationId="{4567ED2E-041A-43F4-9E0E-6C29C0493109}"/>
          </ac:spMkLst>
        </pc:spChg>
        <pc:spChg chg="mod">
          <ac:chgData name="翟 锐" userId="fef11181f709266a" providerId="LiveId" clId="{2E81BA7C-FE94-4A22-87B5-6F4BC241E56C}" dt="2020-10-24T14:03:34.070" v="134" actId="1076"/>
          <ac:spMkLst>
            <pc:docMk/>
            <pc:sldMk cId="1234927439" sldId="666"/>
            <ac:spMk id="44" creationId="{F2D1E291-E122-4BA6-8C72-E50FCC54D6B0}"/>
          </ac:spMkLst>
        </pc:spChg>
        <pc:spChg chg="add mod">
          <ac:chgData name="翟 锐" userId="fef11181f709266a" providerId="LiveId" clId="{2E81BA7C-FE94-4A22-87B5-6F4BC241E56C}" dt="2020-10-24T14:03:44.862" v="137" actId="1076"/>
          <ac:spMkLst>
            <pc:docMk/>
            <pc:sldMk cId="1234927439" sldId="666"/>
            <ac:spMk id="45" creationId="{8C854F3B-778C-4536-8E45-2CC14FB7F2F9}"/>
          </ac:spMkLst>
        </pc:spChg>
        <pc:grpChg chg="add mod">
          <ac:chgData name="翟 锐" userId="fef11181f709266a" providerId="LiveId" clId="{2E81BA7C-FE94-4A22-87B5-6F4BC241E56C}" dt="2020-10-24T14:03:34.070" v="134" actId="1076"/>
          <ac:grpSpMkLst>
            <pc:docMk/>
            <pc:sldMk cId="1234927439" sldId="666"/>
            <ac:grpSpMk id="6" creationId="{8DF3F230-9007-4B17-95E1-CA9E2E30513A}"/>
          </ac:grpSpMkLst>
        </pc:grpChg>
        <pc:graphicFrameChg chg="add mod modGraphic">
          <ac:chgData name="翟 锐" userId="fef11181f709266a" providerId="LiveId" clId="{2E81BA7C-FE94-4A22-87B5-6F4BC241E56C}" dt="2020-10-24T14:04:10.475" v="145" actId="14734"/>
          <ac:graphicFrameMkLst>
            <pc:docMk/>
            <pc:sldMk cId="1234927439" sldId="666"/>
            <ac:graphicFrameMk id="46" creationId="{DE06D97A-D45E-4745-95B6-CAD12CD8F95E}"/>
          </ac:graphicFrameMkLst>
        </pc:graphicFrameChg>
      </pc:sldChg>
      <pc:sldChg chg="modSp mod">
        <pc:chgData name="翟 锐" userId="fef11181f709266a" providerId="LiveId" clId="{2E81BA7C-FE94-4A22-87B5-6F4BC241E56C}" dt="2020-10-24T14:05:07.023" v="168"/>
        <pc:sldMkLst>
          <pc:docMk/>
          <pc:sldMk cId="357824010" sldId="667"/>
        </pc:sldMkLst>
        <pc:spChg chg="mod">
          <ac:chgData name="翟 锐" userId="fef11181f709266a" providerId="LiveId" clId="{2E81BA7C-FE94-4A22-87B5-6F4BC241E56C}" dt="2020-10-24T14:04:59.090" v="163"/>
          <ac:spMkLst>
            <pc:docMk/>
            <pc:sldMk cId="357824010" sldId="667"/>
            <ac:spMk id="2" creationId="{1A343DEC-CFF6-41F5-B87C-0DFC08C67B76}"/>
          </ac:spMkLst>
        </pc:spChg>
        <pc:spChg chg="mod">
          <ac:chgData name="翟 锐" userId="fef11181f709266a" providerId="LiveId" clId="{2E81BA7C-FE94-4A22-87B5-6F4BC241E56C}" dt="2020-10-24T14:05:07.023" v="168"/>
          <ac:spMkLst>
            <pc:docMk/>
            <pc:sldMk cId="357824010" sldId="667"/>
            <ac:spMk id="35" creationId="{00000000-0000-0000-0000-000000000000}"/>
          </ac:spMkLst>
        </pc:spChg>
      </pc:sldChg>
      <pc:sldChg chg="addSp delSp modSp mod modAnim">
        <pc:chgData name="翟 锐" userId="fef11181f709266a" providerId="LiveId" clId="{2E81BA7C-FE94-4A22-87B5-6F4BC241E56C}" dt="2020-10-24T14:19:09.561" v="480"/>
        <pc:sldMkLst>
          <pc:docMk/>
          <pc:sldMk cId="3776727961" sldId="668"/>
        </pc:sldMkLst>
        <pc:spChg chg="mod">
          <ac:chgData name="翟 锐" userId="fef11181f709266a" providerId="LiveId" clId="{2E81BA7C-FE94-4A22-87B5-6F4BC241E56C}" dt="2020-10-24T14:18:45.792" v="473" actId="6549"/>
          <ac:spMkLst>
            <pc:docMk/>
            <pc:sldMk cId="3776727961" sldId="668"/>
            <ac:spMk id="2" creationId="{1A343DEC-CFF6-41F5-B87C-0DFC08C67B76}"/>
          </ac:spMkLst>
        </pc:spChg>
        <pc:spChg chg="mod">
          <ac:chgData name="翟 锐" userId="fef11181f709266a" providerId="LiveId" clId="{2E81BA7C-FE94-4A22-87B5-6F4BC241E56C}" dt="2020-10-24T14:17:26.459" v="457" actId="1076"/>
          <ac:spMkLst>
            <pc:docMk/>
            <pc:sldMk cId="3776727961" sldId="668"/>
            <ac:spMk id="9" creationId="{27867394-C26D-4409-838B-D2C5C2430FFA}"/>
          </ac:spMkLst>
        </pc:spChg>
        <pc:spChg chg="mod">
          <ac:chgData name="翟 锐" userId="fef11181f709266a" providerId="LiveId" clId="{2E81BA7C-FE94-4A22-87B5-6F4BC241E56C}" dt="2020-10-24T14:17:26.459" v="457" actId="1076"/>
          <ac:spMkLst>
            <pc:docMk/>
            <pc:sldMk cId="3776727961" sldId="668"/>
            <ac:spMk id="10" creationId="{2AD007AD-ADC8-41D3-938D-C6CC1A9DEDF3}"/>
          </ac:spMkLst>
        </pc:spChg>
        <pc:spChg chg="mod">
          <ac:chgData name="翟 锐" userId="fef11181f709266a" providerId="LiveId" clId="{2E81BA7C-FE94-4A22-87B5-6F4BC241E56C}" dt="2020-10-24T14:17:26.459" v="457" actId="1076"/>
          <ac:spMkLst>
            <pc:docMk/>
            <pc:sldMk cId="3776727961" sldId="668"/>
            <ac:spMk id="11" creationId="{224B20E4-E163-4EA0-9C82-04F890DE9968}"/>
          </ac:spMkLst>
        </pc:spChg>
        <pc:spChg chg="add mod">
          <ac:chgData name="翟 锐" userId="fef11181f709266a" providerId="LiveId" clId="{2E81BA7C-FE94-4A22-87B5-6F4BC241E56C}" dt="2020-10-24T14:17:47.280" v="460" actId="1076"/>
          <ac:spMkLst>
            <pc:docMk/>
            <pc:sldMk cId="3776727961" sldId="668"/>
            <ac:spMk id="12" creationId="{FE5D5E23-69DC-466B-B663-CC65AA1C8CD4}"/>
          </ac:spMkLst>
        </pc:spChg>
        <pc:spChg chg="add mod">
          <ac:chgData name="翟 锐" userId="fef11181f709266a" providerId="LiveId" clId="{2E81BA7C-FE94-4A22-87B5-6F4BC241E56C}" dt="2020-10-24T14:17:52.957" v="462" actId="1076"/>
          <ac:spMkLst>
            <pc:docMk/>
            <pc:sldMk cId="3776727961" sldId="668"/>
            <ac:spMk id="13" creationId="{BFEEFFC6-8771-4D25-90CA-8928AC43335F}"/>
          </ac:spMkLst>
        </pc:spChg>
        <pc:spChg chg="add mod">
          <ac:chgData name="翟 锐" userId="fef11181f709266a" providerId="LiveId" clId="{2E81BA7C-FE94-4A22-87B5-6F4BC241E56C}" dt="2020-10-24T14:18:05.063" v="464" actId="1076"/>
          <ac:spMkLst>
            <pc:docMk/>
            <pc:sldMk cId="3776727961" sldId="668"/>
            <ac:spMk id="14" creationId="{8644F879-D1B0-43C9-BCE6-08DE79CD2415}"/>
          </ac:spMkLst>
        </pc:spChg>
        <pc:spChg chg="mod">
          <ac:chgData name="翟 锐" userId="fef11181f709266a" providerId="LiveId" clId="{2E81BA7C-FE94-4A22-87B5-6F4BC241E56C}" dt="2020-10-24T14:18:13.959" v="466" actId="1076"/>
          <ac:spMkLst>
            <pc:docMk/>
            <pc:sldMk cId="3776727961" sldId="668"/>
            <ac:spMk id="16" creationId="{53D4FD6E-5C6B-42D6-9FA6-70B1BCAC363A}"/>
          </ac:spMkLst>
        </pc:spChg>
        <pc:spChg chg="mod">
          <ac:chgData name="翟 锐" userId="fef11181f709266a" providerId="LiveId" clId="{2E81BA7C-FE94-4A22-87B5-6F4BC241E56C}" dt="2020-10-24T14:18:13.959" v="466" actId="1076"/>
          <ac:spMkLst>
            <pc:docMk/>
            <pc:sldMk cId="3776727961" sldId="668"/>
            <ac:spMk id="17" creationId="{66DE31C5-8B09-471B-8A7D-D214250FB389}"/>
          </ac:spMkLst>
        </pc:spChg>
        <pc:spChg chg="mod">
          <ac:chgData name="翟 锐" userId="fef11181f709266a" providerId="LiveId" clId="{2E81BA7C-FE94-4A22-87B5-6F4BC241E56C}" dt="2020-10-24T14:18:13.959" v="466" actId="1076"/>
          <ac:spMkLst>
            <pc:docMk/>
            <pc:sldMk cId="3776727961" sldId="668"/>
            <ac:spMk id="18" creationId="{3EB9962A-AC06-40BE-AA36-ABD36666E7B6}"/>
          </ac:spMkLst>
        </pc:spChg>
        <pc:spChg chg="mod">
          <ac:chgData name="翟 锐" userId="fef11181f709266a" providerId="LiveId" clId="{2E81BA7C-FE94-4A22-87B5-6F4BC241E56C}" dt="2020-10-24T14:19:09.561" v="480"/>
          <ac:spMkLst>
            <pc:docMk/>
            <pc:sldMk cId="3776727961" sldId="668"/>
            <ac:spMk id="35" creationId="{00000000-0000-0000-0000-000000000000}"/>
          </ac:spMkLst>
        </pc:spChg>
        <pc:grpChg chg="add mod">
          <ac:chgData name="翟 锐" userId="fef11181f709266a" providerId="LiveId" clId="{2E81BA7C-FE94-4A22-87B5-6F4BC241E56C}" dt="2020-10-24T14:17:26.459" v="457" actId="1076"/>
          <ac:grpSpMkLst>
            <pc:docMk/>
            <pc:sldMk cId="3776727961" sldId="668"/>
            <ac:grpSpMk id="8" creationId="{C4881B62-8EC0-42B0-8E22-A4C2B1F97298}"/>
          </ac:grpSpMkLst>
        </pc:grpChg>
        <pc:grpChg chg="add mod">
          <ac:chgData name="翟 锐" userId="fef11181f709266a" providerId="LiveId" clId="{2E81BA7C-FE94-4A22-87B5-6F4BC241E56C}" dt="2020-10-24T14:18:13.959" v="466" actId="1076"/>
          <ac:grpSpMkLst>
            <pc:docMk/>
            <pc:sldMk cId="3776727961" sldId="668"/>
            <ac:grpSpMk id="15" creationId="{10DB81D3-6C7A-478B-BE4C-58662D8431F8}"/>
          </ac:grpSpMkLst>
        </pc:grpChg>
        <pc:graphicFrameChg chg="add mod">
          <ac:chgData name="翟 锐" userId="fef11181f709266a" providerId="LiveId" clId="{2E81BA7C-FE94-4A22-87B5-6F4BC241E56C}" dt="2020-10-24T14:17:18.045" v="455" actId="1076"/>
          <ac:graphicFrameMkLst>
            <pc:docMk/>
            <pc:sldMk cId="3776727961" sldId="668"/>
            <ac:graphicFrameMk id="7" creationId="{2622C7DA-80D4-49A1-A5A4-4AB4D6F05287}"/>
          </ac:graphicFrameMkLst>
        </pc:graphicFrameChg>
        <pc:graphicFrameChg chg="add mod">
          <ac:chgData name="翟 锐" userId="fef11181f709266a" providerId="LiveId" clId="{2E81BA7C-FE94-4A22-87B5-6F4BC241E56C}" dt="2020-10-24T14:18:38.182" v="471" actId="1076"/>
          <ac:graphicFrameMkLst>
            <pc:docMk/>
            <pc:sldMk cId="3776727961" sldId="668"/>
            <ac:graphicFrameMk id="19" creationId="{E8B04955-9B23-4F36-AFC4-2B79C7D63690}"/>
          </ac:graphicFrameMkLst>
        </pc:graphicFrameChg>
        <pc:graphicFrameChg chg="add mod">
          <ac:chgData name="翟 锐" userId="fef11181f709266a" providerId="LiveId" clId="{2E81BA7C-FE94-4A22-87B5-6F4BC241E56C}" dt="2020-10-24T14:18:53.040" v="477" actId="1076"/>
          <ac:graphicFrameMkLst>
            <pc:docMk/>
            <pc:sldMk cId="3776727961" sldId="668"/>
            <ac:graphicFrameMk id="20" creationId="{25D2C14C-7FE6-4B75-B719-B2AF623EF993}"/>
          </ac:graphicFrameMkLst>
        </pc:graphicFrameChg>
        <pc:picChg chg="del mod">
          <ac:chgData name="翟 锐" userId="fef11181f709266a" providerId="LiveId" clId="{2E81BA7C-FE94-4A22-87B5-6F4BC241E56C}" dt="2020-10-24T14:17:06.272" v="449" actId="478"/>
          <ac:picMkLst>
            <pc:docMk/>
            <pc:sldMk cId="3776727961" sldId="668"/>
            <ac:picMk id="3" creationId="{696A3BD8-9BD2-4ECA-B870-816572DB6523}"/>
          </ac:picMkLst>
        </pc:picChg>
      </pc:sldChg>
      <pc:sldChg chg="addSp delSp modSp mod">
        <pc:chgData name="翟 锐" userId="fef11181f709266a" providerId="LiveId" clId="{2E81BA7C-FE94-4A22-87B5-6F4BC241E56C}" dt="2020-10-24T14:21:12.232" v="526" actId="1076"/>
        <pc:sldMkLst>
          <pc:docMk/>
          <pc:sldMk cId="755557467" sldId="669"/>
        </pc:sldMkLst>
        <pc:spChg chg="del mod">
          <ac:chgData name="翟 锐" userId="fef11181f709266a" providerId="LiveId" clId="{2E81BA7C-FE94-4A22-87B5-6F4BC241E56C}" dt="2020-10-24T14:20:34.872" v="518" actId="478"/>
          <ac:spMkLst>
            <pc:docMk/>
            <pc:sldMk cId="755557467" sldId="669"/>
            <ac:spMk id="2" creationId="{1A343DEC-CFF6-41F5-B87C-0DFC08C67B76}"/>
          </ac:spMkLst>
        </pc:spChg>
        <pc:spChg chg="add del mod">
          <ac:chgData name="翟 锐" userId="fef11181f709266a" providerId="LiveId" clId="{2E81BA7C-FE94-4A22-87B5-6F4BC241E56C}" dt="2020-10-24T14:19:43.616" v="497" actId="478"/>
          <ac:spMkLst>
            <pc:docMk/>
            <pc:sldMk cId="755557467" sldId="669"/>
            <ac:spMk id="3" creationId="{614EDE46-FDB1-4C92-8A2A-285F586C3532}"/>
          </ac:spMkLst>
        </pc:spChg>
        <pc:spChg chg="add del">
          <ac:chgData name="翟 锐" userId="fef11181f709266a" providerId="LiveId" clId="{2E81BA7C-FE94-4A22-87B5-6F4BC241E56C}" dt="2020-10-24T14:20:08.703" v="511" actId="478"/>
          <ac:spMkLst>
            <pc:docMk/>
            <pc:sldMk cId="755557467" sldId="669"/>
            <ac:spMk id="7" creationId="{4DAC7DC3-AF3F-476A-9599-C4EFFCA71DF6}"/>
          </ac:spMkLst>
        </pc:spChg>
        <pc:spChg chg="mod">
          <ac:chgData name="翟 锐" userId="fef11181f709266a" providerId="LiveId" clId="{2E81BA7C-FE94-4A22-87B5-6F4BC241E56C}" dt="2020-10-24T14:20:32.605" v="517"/>
          <ac:spMkLst>
            <pc:docMk/>
            <pc:sldMk cId="755557467" sldId="669"/>
            <ac:spMk id="35" creationId="{00000000-0000-0000-0000-000000000000}"/>
          </ac:spMkLst>
        </pc:spChg>
        <pc:graphicFrameChg chg="add del mod replId">
          <ac:chgData name="翟 锐" userId="fef11181f709266a" providerId="LiveId" clId="{2E81BA7C-FE94-4A22-87B5-6F4BC241E56C}" dt="2020-10-24T14:19:22.902" v="488"/>
          <ac:graphicFrameMkLst>
            <pc:docMk/>
            <pc:sldMk cId="755557467" sldId="669"/>
            <ac:graphicFrameMk id="4" creationId="{614EDE46-FDB1-4C92-8A2A-285F586C3532}"/>
          </ac:graphicFrameMkLst>
        </pc:graphicFrameChg>
        <pc:graphicFrameChg chg="add del mod replId">
          <ac:chgData name="翟 锐" userId="fef11181f709266a" providerId="LiveId" clId="{2E81BA7C-FE94-4A22-87B5-6F4BC241E56C}" dt="2020-10-24T14:19:59.505" v="506"/>
          <ac:graphicFrameMkLst>
            <pc:docMk/>
            <pc:sldMk cId="755557467" sldId="669"/>
            <ac:graphicFrameMk id="8" creationId="{4DAC7DC3-AF3F-476A-9599-C4EFFCA71DF6}"/>
          </ac:graphicFrameMkLst>
        </pc:graphicFrameChg>
        <pc:graphicFrameChg chg="add mod modGraphic">
          <ac:chgData name="翟 锐" userId="fef11181f709266a" providerId="LiveId" clId="{2E81BA7C-FE94-4A22-87B5-6F4BC241E56C}" dt="2020-10-24T14:21:12.232" v="526" actId="1076"/>
          <ac:graphicFrameMkLst>
            <pc:docMk/>
            <pc:sldMk cId="755557467" sldId="669"/>
            <ac:graphicFrameMk id="14" creationId="{092BED16-02E2-4A40-A09D-07C666868DAC}"/>
          </ac:graphicFrameMkLst>
        </pc:graphicFrameChg>
      </pc:sldChg>
      <pc:sldChg chg="modSp mod">
        <pc:chgData name="翟 锐" userId="fef11181f709266a" providerId="LiveId" clId="{2E81BA7C-FE94-4A22-87B5-6F4BC241E56C}" dt="2020-10-24T14:22:25.685" v="551" actId="20577"/>
        <pc:sldMkLst>
          <pc:docMk/>
          <pc:sldMk cId="4129745897" sldId="670"/>
        </pc:sldMkLst>
        <pc:spChg chg="mod">
          <ac:chgData name="翟 锐" userId="fef11181f709266a" providerId="LiveId" clId="{2E81BA7C-FE94-4A22-87B5-6F4BC241E56C}" dt="2020-10-24T14:22:25.685" v="551" actId="20577"/>
          <ac:spMkLst>
            <pc:docMk/>
            <pc:sldMk cId="4129745897" sldId="670"/>
            <ac:spMk id="2" creationId="{1A343DEC-CFF6-41F5-B87C-0DFC08C67B76}"/>
          </ac:spMkLst>
        </pc:spChg>
        <pc:spChg chg="mod">
          <ac:chgData name="翟 锐" userId="fef11181f709266a" providerId="LiveId" clId="{2E81BA7C-FE94-4A22-87B5-6F4BC241E56C}" dt="2020-10-24T14:21:42.625" v="529"/>
          <ac:spMkLst>
            <pc:docMk/>
            <pc:sldMk cId="4129745897" sldId="670"/>
            <ac:spMk id="35" creationId="{00000000-0000-0000-0000-000000000000}"/>
          </ac:spMkLst>
        </pc:spChg>
      </pc:sldChg>
      <pc:sldChg chg="modSp mod">
        <pc:chgData name="翟 锐" userId="fef11181f709266a" providerId="LiveId" clId="{2E81BA7C-FE94-4A22-87B5-6F4BC241E56C}" dt="2020-10-24T14:22:21.637" v="550"/>
        <pc:sldMkLst>
          <pc:docMk/>
          <pc:sldMk cId="871591210" sldId="671"/>
        </pc:sldMkLst>
        <pc:spChg chg="mod">
          <ac:chgData name="翟 锐" userId="fef11181f709266a" providerId="LiveId" clId="{2E81BA7C-FE94-4A22-87B5-6F4BC241E56C}" dt="2020-10-24T14:22:15.176" v="547" actId="20577"/>
          <ac:spMkLst>
            <pc:docMk/>
            <pc:sldMk cId="871591210" sldId="671"/>
            <ac:spMk id="2" creationId="{1A343DEC-CFF6-41F5-B87C-0DFC08C67B76}"/>
          </ac:spMkLst>
        </pc:spChg>
        <pc:spChg chg="mod">
          <ac:chgData name="翟 锐" userId="fef11181f709266a" providerId="LiveId" clId="{2E81BA7C-FE94-4A22-87B5-6F4BC241E56C}" dt="2020-10-24T14:22:21.637" v="550"/>
          <ac:spMkLst>
            <pc:docMk/>
            <pc:sldMk cId="871591210" sldId="671"/>
            <ac:spMk id="35" creationId="{00000000-0000-0000-0000-000000000000}"/>
          </ac:spMkLst>
        </pc:spChg>
      </pc:sldChg>
      <pc:sldChg chg="modSp mod">
        <pc:chgData name="翟 锐" userId="fef11181f709266a" providerId="LiveId" clId="{2E81BA7C-FE94-4A22-87B5-6F4BC241E56C}" dt="2020-10-24T14:23:01.442" v="568"/>
        <pc:sldMkLst>
          <pc:docMk/>
          <pc:sldMk cId="678767982" sldId="672"/>
        </pc:sldMkLst>
        <pc:spChg chg="mod">
          <ac:chgData name="翟 锐" userId="fef11181f709266a" providerId="LiveId" clId="{2E81BA7C-FE94-4A22-87B5-6F4BC241E56C}" dt="2020-10-24T14:22:55.023" v="565" actId="15"/>
          <ac:spMkLst>
            <pc:docMk/>
            <pc:sldMk cId="678767982" sldId="672"/>
            <ac:spMk id="2" creationId="{1A343DEC-CFF6-41F5-B87C-0DFC08C67B76}"/>
          </ac:spMkLst>
        </pc:spChg>
        <pc:spChg chg="mod">
          <ac:chgData name="翟 锐" userId="fef11181f709266a" providerId="LiveId" clId="{2E81BA7C-FE94-4A22-87B5-6F4BC241E56C}" dt="2020-10-24T14:23:01.442" v="568"/>
          <ac:spMkLst>
            <pc:docMk/>
            <pc:sldMk cId="678767982" sldId="672"/>
            <ac:spMk id="35" creationId="{00000000-0000-0000-0000-000000000000}"/>
          </ac:spMkLst>
        </pc:spChg>
      </pc:sldChg>
      <pc:sldChg chg="del">
        <pc:chgData name="翟 锐" userId="fef11181f709266a" providerId="LiveId" clId="{2E81BA7C-FE94-4A22-87B5-6F4BC241E56C}" dt="2020-10-24T14:23:08.551" v="569" actId="47"/>
        <pc:sldMkLst>
          <pc:docMk/>
          <pc:sldMk cId="4103866007" sldId="673"/>
        </pc:sldMkLst>
      </pc:sldChg>
      <pc:sldChg chg="del">
        <pc:chgData name="翟 锐" userId="fef11181f709266a" providerId="LiveId" clId="{2E81BA7C-FE94-4A22-87B5-6F4BC241E56C}" dt="2020-10-24T14:23:09.390" v="570" actId="47"/>
        <pc:sldMkLst>
          <pc:docMk/>
          <pc:sldMk cId="2549675838" sldId="674"/>
        </pc:sldMkLst>
      </pc:sldChg>
      <pc:sldChg chg="del">
        <pc:chgData name="翟 锐" userId="fef11181f709266a" providerId="LiveId" clId="{2E81BA7C-FE94-4A22-87B5-6F4BC241E56C}" dt="2020-10-24T14:23:10.353" v="571" actId="47"/>
        <pc:sldMkLst>
          <pc:docMk/>
          <pc:sldMk cId="231249497" sldId="675"/>
        </pc:sldMkLst>
      </pc:sldChg>
      <pc:sldChg chg="del">
        <pc:chgData name="翟 锐" userId="fef11181f709266a" providerId="LiveId" clId="{2E81BA7C-FE94-4A22-87B5-6F4BC241E56C}" dt="2020-10-24T14:23:11.165" v="572" actId="47"/>
        <pc:sldMkLst>
          <pc:docMk/>
          <pc:sldMk cId="3576919855" sldId="676"/>
        </pc:sldMkLst>
      </pc:sldChg>
      <pc:sldChg chg="modSp mod">
        <pc:chgData name="翟 锐" userId="fef11181f709266a" providerId="LiveId" clId="{2E81BA7C-FE94-4A22-87B5-6F4BC241E56C}" dt="2020-10-24T14:24:01.783" v="598"/>
        <pc:sldMkLst>
          <pc:docMk/>
          <pc:sldMk cId="4120885812" sldId="677"/>
        </pc:sldMkLst>
        <pc:spChg chg="mod">
          <ac:chgData name="翟 锐" userId="fef11181f709266a" providerId="LiveId" clId="{2E81BA7C-FE94-4A22-87B5-6F4BC241E56C}" dt="2020-10-24T14:24:01.783" v="598"/>
          <ac:spMkLst>
            <pc:docMk/>
            <pc:sldMk cId="4120885812" sldId="677"/>
            <ac:spMk id="2" creationId="{1A343DEC-CFF6-41F5-B87C-0DFC08C67B76}"/>
          </ac:spMkLst>
        </pc:spChg>
        <pc:spChg chg="mod">
          <ac:chgData name="翟 锐" userId="fef11181f709266a" providerId="LiveId" clId="{2E81BA7C-FE94-4A22-87B5-6F4BC241E56C}" dt="2020-10-24T14:23:47.549" v="592"/>
          <ac:spMkLst>
            <pc:docMk/>
            <pc:sldMk cId="4120885812" sldId="677"/>
            <ac:spMk id="35" creationId="{00000000-0000-0000-0000-000000000000}"/>
          </ac:spMkLst>
        </pc:spChg>
      </pc:sldChg>
      <pc:sldChg chg="modSp mod">
        <pc:chgData name="翟 锐" userId="fef11181f709266a" providerId="LiveId" clId="{2E81BA7C-FE94-4A22-87B5-6F4BC241E56C}" dt="2020-10-24T14:25:45.962" v="678" actId="15"/>
        <pc:sldMkLst>
          <pc:docMk/>
          <pc:sldMk cId="1480193125" sldId="678"/>
        </pc:sldMkLst>
        <pc:spChg chg="mod">
          <ac:chgData name="翟 锐" userId="fef11181f709266a" providerId="LiveId" clId="{2E81BA7C-FE94-4A22-87B5-6F4BC241E56C}" dt="2020-10-24T14:25:45.962" v="678" actId="15"/>
          <ac:spMkLst>
            <pc:docMk/>
            <pc:sldMk cId="1480193125" sldId="678"/>
            <ac:spMk id="2" creationId="{1A343DEC-CFF6-41F5-B87C-0DFC08C67B76}"/>
          </ac:spMkLst>
        </pc:spChg>
        <pc:spChg chg="mod">
          <ac:chgData name="翟 锐" userId="fef11181f709266a" providerId="LiveId" clId="{2E81BA7C-FE94-4A22-87B5-6F4BC241E56C}" dt="2020-10-24T14:24:58.359" v="669"/>
          <ac:spMkLst>
            <pc:docMk/>
            <pc:sldMk cId="1480193125" sldId="678"/>
            <ac:spMk id="35" creationId="{00000000-0000-0000-0000-000000000000}"/>
          </ac:spMkLst>
        </pc:spChg>
      </pc:sldChg>
      <pc:sldChg chg="addSp delSp modSp mod">
        <pc:chgData name="翟 锐" userId="fef11181f709266a" providerId="LiveId" clId="{2E81BA7C-FE94-4A22-87B5-6F4BC241E56C}" dt="2020-10-24T14:26:32.266" v="686" actId="1076"/>
        <pc:sldMkLst>
          <pc:docMk/>
          <pc:sldMk cId="1039125680" sldId="679"/>
        </pc:sldMkLst>
        <pc:spChg chg="del">
          <ac:chgData name="翟 锐" userId="fef11181f709266a" providerId="LiveId" clId="{2E81BA7C-FE94-4A22-87B5-6F4BC241E56C}" dt="2020-10-24T14:26:13.653" v="679" actId="478"/>
          <ac:spMkLst>
            <pc:docMk/>
            <pc:sldMk cId="1039125680" sldId="679"/>
            <ac:spMk id="2" creationId="{1A343DEC-CFF6-41F5-B87C-0DFC08C67B76}"/>
          </ac:spMkLst>
        </pc:spChg>
        <pc:spChg chg="mod">
          <ac:chgData name="翟 锐" userId="fef11181f709266a" providerId="LiveId" clId="{2E81BA7C-FE94-4A22-87B5-6F4BC241E56C}" dt="2020-10-24T14:25:07.222" v="674"/>
          <ac:spMkLst>
            <pc:docMk/>
            <pc:sldMk cId="1039125680" sldId="679"/>
            <ac:spMk id="35" creationId="{00000000-0000-0000-0000-000000000000}"/>
          </ac:spMkLst>
        </pc:spChg>
        <pc:picChg chg="add mod">
          <ac:chgData name="翟 锐" userId="fef11181f709266a" providerId="LiveId" clId="{2E81BA7C-FE94-4A22-87B5-6F4BC241E56C}" dt="2020-10-24T14:26:32.266" v="686" actId="1076"/>
          <ac:picMkLst>
            <pc:docMk/>
            <pc:sldMk cId="1039125680" sldId="679"/>
            <ac:picMk id="3" creationId="{90D3CCDC-90CA-4674-9F91-B62BECA4E430}"/>
          </ac:picMkLst>
        </pc:picChg>
        <pc:picChg chg="add del mod">
          <ac:chgData name="翟 锐" userId="fef11181f709266a" providerId="LiveId" clId="{2E81BA7C-FE94-4A22-87B5-6F4BC241E56C}" dt="2020-10-24T14:26:22.992" v="682"/>
          <ac:picMkLst>
            <pc:docMk/>
            <pc:sldMk cId="1039125680" sldId="679"/>
            <ac:picMk id="4" creationId="{AE0B5771-D288-437D-9A6E-B973EAEB0E78}"/>
          </ac:picMkLst>
        </pc:picChg>
      </pc:sldChg>
      <pc:sldChg chg="delSp modSp mod">
        <pc:chgData name="翟 锐" userId="fef11181f709266a" providerId="LiveId" clId="{2E81BA7C-FE94-4A22-87B5-6F4BC241E56C}" dt="2020-10-24T14:27:07.115" v="707" actId="6549"/>
        <pc:sldMkLst>
          <pc:docMk/>
          <pc:sldMk cId="2650993462" sldId="680"/>
        </pc:sldMkLst>
        <pc:spChg chg="mod">
          <ac:chgData name="翟 锐" userId="fef11181f709266a" providerId="LiveId" clId="{2E81BA7C-FE94-4A22-87B5-6F4BC241E56C}" dt="2020-10-24T14:27:07.115" v="707" actId="6549"/>
          <ac:spMkLst>
            <pc:docMk/>
            <pc:sldMk cId="2650993462" sldId="680"/>
            <ac:spMk id="2" creationId="{1A343DEC-CFF6-41F5-B87C-0DFC08C67B76}"/>
          </ac:spMkLst>
        </pc:spChg>
        <pc:spChg chg="del">
          <ac:chgData name="翟 锐" userId="fef11181f709266a" providerId="LiveId" clId="{2E81BA7C-FE94-4A22-87B5-6F4BC241E56C}" dt="2020-10-24T14:26:45.783" v="691" actId="478"/>
          <ac:spMkLst>
            <pc:docMk/>
            <pc:sldMk cId="2650993462" sldId="680"/>
            <ac:spMk id="4" creationId="{EA7686E3-5BCC-4794-A298-BD2A6D4C0775}"/>
          </ac:spMkLst>
        </pc:spChg>
        <pc:spChg chg="mod">
          <ac:chgData name="翟 锐" userId="fef11181f709266a" providerId="LiveId" clId="{2E81BA7C-FE94-4A22-87B5-6F4BC241E56C}" dt="2020-10-24T14:26:43.186" v="689"/>
          <ac:spMkLst>
            <pc:docMk/>
            <pc:sldMk cId="2650993462" sldId="680"/>
            <ac:spMk id="35" creationId="{00000000-0000-0000-0000-000000000000}"/>
          </ac:spMkLst>
        </pc:spChg>
        <pc:picChg chg="del">
          <ac:chgData name="翟 锐" userId="fef11181f709266a" providerId="LiveId" clId="{2E81BA7C-FE94-4A22-87B5-6F4BC241E56C}" dt="2020-10-24T14:26:45.040" v="690" actId="478"/>
          <ac:picMkLst>
            <pc:docMk/>
            <pc:sldMk cId="2650993462" sldId="680"/>
            <ac:picMk id="3" creationId="{77A44959-8226-4D81-8653-7130421C027E}"/>
          </ac:picMkLst>
        </pc:picChg>
      </pc:sldChg>
      <pc:sldChg chg="del">
        <pc:chgData name="翟 锐" userId="fef11181f709266a" providerId="LiveId" clId="{2E81BA7C-FE94-4A22-87B5-6F4BC241E56C}" dt="2020-10-24T14:27:31.197" v="708" actId="47"/>
        <pc:sldMkLst>
          <pc:docMk/>
          <pc:sldMk cId="1875503879" sldId="681"/>
        </pc:sldMkLst>
      </pc:sldChg>
      <pc:sldChg chg="modSp mod">
        <pc:chgData name="翟 锐" userId="fef11181f709266a" providerId="LiveId" clId="{2E81BA7C-FE94-4A22-87B5-6F4BC241E56C}" dt="2020-10-24T14:35:06.124" v="737" actId="20577"/>
        <pc:sldMkLst>
          <pc:docMk/>
          <pc:sldMk cId="2697606341" sldId="682"/>
        </pc:sldMkLst>
        <pc:spChg chg="mod">
          <ac:chgData name="翟 锐" userId="fef11181f709266a" providerId="LiveId" clId="{2E81BA7C-FE94-4A22-87B5-6F4BC241E56C}" dt="2020-10-24T14:35:06.124" v="737" actId="20577"/>
          <ac:spMkLst>
            <pc:docMk/>
            <pc:sldMk cId="2697606341" sldId="682"/>
            <ac:spMk id="2" creationId="{1A343DEC-CFF6-41F5-B87C-0DFC08C67B76}"/>
          </ac:spMkLst>
        </pc:spChg>
        <pc:spChg chg="mod">
          <ac:chgData name="翟 锐" userId="fef11181f709266a" providerId="LiveId" clId="{2E81BA7C-FE94-4A22-87B5-6F4BC241E56C}" dt="2020-10-24T14:34:03.549" v="720"/>
          <ac:spMkLst>
            <pc:docMk/>
            <pc:sldMk cId="2697606341" sldId="682"/>
            <ac:spMk id="35" creationId="{00000000-0000-0000-0000-000000000000}"/>
          </ac:spMkLst>
        </pc:spChg>
      </pc:sldChg>
      <pc:sldChg chg="addSp delSp modSp mod">
        <pc:chgData name="翟 锐" userId="fef11181f709266a" providerId="LiveId" clId="{2E81BA7C-FE94-4A22-87B5-6F4BC241E56C}" dt="2020-10-24T14:36:18.058" v="766" actId="22"/>
        <pc:sldMkLst>
          <pc:docMk/>
          <pc:sldMk cId="877360523" sldId="683"/>
        </pc:sldMkLst>
        <pc:spChg chg="mod">
          <ac:chgData name="翟 锐" userId="fef11181f709266a" providerId="LiveId" clId="{2E81BA7C-FE94-4A22-87B5-6F4BC241E56C}" dt="2020-10-24T14:36:02.623" v="761" actId="6549"/>
          <ac:spMkLst>
            <pc:docMk/>
            <pc:sldMk cId="877360523" sldId="683"/>
            <ac:spMk id="2" creationId="{1A343DEC-CFF6-41F5-B87C-0DFC08C67B76}"/>
          </ac:spMkLst>
        </pc:spChg>
        <pc:spChg chg="add del">
          <ac:chgData name="翟 锐" userId="fef11181f709266a" providerId="LiveId" clId="{2E81BA7C-FE94-4A22-87B5-6F4BC241E56C}" dt="2020-10-24T14:36:18.058" v="766" actId="22"/>
          <ac:spMkLst>
            <pc:docMk/>
            <pc:sldMk cId="877360523" sldId="683"/>
            <ac:spMk id="7" creationId="{36C44E01-A187-447A-9062-BB187390310F}"/>
          </ac:spMkLst>
        </pc:spChg>
        <pc:spChg chg="mod">
          <ac:chgData name="翟 锐" userId="fef11181f709266a" providerId="LiveId" clId="{2E81BA7C-FE94-4A22-87B5-6F4BC241E56C}" dt="2020-10-24T14:36:11.799" v="764"/>
          <ac:spMkLst>
            <pc:docMk/>
            <pc:sldMk cId="877360523" sldId="683"/>
            <ac:spMk id="35" creationId="{00000000-0000-0000-0000-000000000000}"/>
          </ac:spMkLst>
        </pc:spChg>
      </pc:sldChg>
      <pc:sldChg chg="del">
        <pc:chgData name="翟 锐" userId="fef11181f709266a" providerId="LiveId" clId="{2E81BA7C-FE94-4A22-87B5-6F4BC241E56C}" dt="2020-10-24T14:37:39.836" v="798" actId="47"/>
        <pc:sldMkLst>
          <pc:docMk/>
          <pc:sldMk cId="1137429832" sldId="684"/>
        </pc:sldMkLst>
      </pc:sldChg>
      <pc:sldChg chg="del">
        <pc:chgData name="翟 锐" userId="fef11181f709266a" providerId="LiveId" clId="{2E81BA7C-FE94-4A22-87B5-6F4BC241E56C}" dt="2020-10-24T14:37:40.757" v="799" actId="47"/>
        <pc:sldMkLst>
          <pc:docMk/>
          <pc:sldMk cId="930135359" sldId="685"/>
        </pc:sldMkLst>
      </pc:sldChg>
      <pc:sldChg chg="modSp mod">
        <pc:chgData name="翟 锐" userId="fef11181f709266a" providerId="LiveId" clId="{2E81BA7C-FE94-4A22-87B5-6F4BC241E56C}" dt="2020-10-24T14:37:53.605" v="805"/>
        <pc:sldMkLst>
          <pc:docMk/>
          <pc:sldMk cId="378011854" sldId="686"/>
        </pc:sldMkLst>
        <pc:spChg chg="mod">
          <ac:chgData name="翟 锐" userId="fef11181f709266a" providerId="LiveId" clId="{2E81BA7C-FE94-4A22-87B5-6F4BC241E56C}" dt="2020-10-24T14:37:46.859" v="802"/>
          <ac:spMkLst>
            <pc:docMk/>
            <pc:sldMk cId="378011854" sldId="686"/>
            <ac:spMk id="2" creationId="{1A343DEC-CFF6-41F5-B87C-0DFC08C67B76}"/>
          </ac:spMkLst>
        </pc:spChg>
        <pc:spChg chg="mod">
          <ac:chgData name="翟 锐" userId="fef11181f709266a" providerId="LiveId" clId="{2E81BA7C-FE94-4A22-87B5-6F4BC241E56C}" dt="2020-10-24T14:37:53.605" v="805"/>
          <ac:spMkLst>
            <pc:docMk/>
            <pc:sldMk cId="378011854" sldId="686"/>
            <ac:spMk id="35" creationId="{00000000-0000-0000-0000-000000000000}"/>
          </ac:spMkLst>
        </pc:spChg>
      </pc:sldChg>
      <pc:sldChg chg="addSp delSp modSp mod">
        <pc:chgData name="翟 锐" userId="fef11181f709266a" providerId="LiveId" clId="{2E81BA7C-FE94-4A22-87B5-6F4BC241E56C}" dt="2020-10-24T14:41:51.568" v="883"/>
        <pc:sldMkLst>
          <pc:docMk/>
          <pc:sldMk cId="2193853624" sldId="687"/>
        </pc:sldMkLst>
        <pc:spChg chg="mod">
          <ac:chgData name="翟 锐" userId="fef11181f709266a" providerId="LiveId" clId="{2E81BA7C-FE94-4A22-87B5-6F4BC241E56C}" dt="2020-10-24T14:38:26.783" v="812" actId="6549"/>
          <ac:spMkLst>
            <pc:docMk/>
            <pc:sldMk cId="2193853624" sldId="687"/>
            <ac:spMk id="2" creationId="{1A343DEC-CFF6-41F5-B87C-0DFC08C67B76}"/>
          </ac:spMkLst>
        </pc:spChg>
        <pc:spChg chg="add del">
          <ac:chgData name="翟 锐" userId="fef11181f709266a" providerId="LiveId" clId="{2E81BA7C-FE94-4A22-87B5-6F4BC241E56C}" dt="2020-10-24T14:38:44.308" v="814" actId="22"/>
          <ac:spMkLst>
            <pc:docMk/>
            <pc:sldMk cId="2193853624" sldId="687"/>
            <ac:spMk id="12" creationId="{73016F50-5A90-4950-81CA-C7A923104B2E}"/>
          </ac:spMkLst>
        </pc:spChg>
        <pc:spChg chg="add del">
          <ac:chgData name="翟 锐" userId="fef11181f709266a" providerId="LiveId" clId="{2E81BA7C-FE94-4A22-87B5-6F4BC241E56C}" dt="2020-10-24T14:38:46.312" v="816" actId="22"/>
          <ac:spMkLst>
            <pc:docMk/>
            <pc:sldMk cId="2193853624" sldId="687"/>
            <ac:spMk id="14" creationId="{B9B15083-44E4-407E-9E01-EAEF9DE3D1BA}"/>
          </ac:spMkLst>
        </pc:spChg>
        <pc:spChg chg="mod">
          <ac:chgData name="翟 锐" userId="fef11181f709266a" providerId="LiveId" clId="{2E81BA7C-FE94-4A22-87B5-6F4BC241E56C}" dt="2020-10-24T14:41:51.568" v="883"/>
          <ac:spMkLst>
            <pc:docMk/>
            <pc:sldMk cId="2193853624" sldId="687"/>
            <ac:spMk id="35" creationId="{00000000-0000-0000-0000-000000000000}"/>
          </ac:spMkLst>
        </pc:spChg>
        <pc:grpChg chg="del">
          <ac:chgData name="翟 锐" userId="fef11181f709266a" providerId="LiveId" clId="{2E81BA7C-FE94-4A22-87B5-6F4BC241E56C}" dt="2020-10-24T14:38:19.647" v="806" actId="478"/>
          <ac:grpSpMkLst>
            <pc:docMk/>
            <pc:sldMk cId="2193853624" sldId="687"/>
            <ac:grpSpMk id="6" creationId="{4CD6D6FA-2CAD-4FD6-AF70-45C9B4CFE529}"/>
          </ac:grpSpMkLst>
        </pc:grpChg>
      </pc:sldChg>
      <pc:sldChg chg="del">
        <pc:chgData name="翟 锐" userId="fef11181f709266a" providerId="LiveId" clId="{2E81BA7C-FE94-4A22-87B5-6F4BC241E56C}" dt="2020-10-24T14:41:08.660" v="864" actId="47"/>
        <pc:sldMkLst>
          <pc:docMk/>
          <pc:sldMk cId="1587635279" sldId="688"/>
        </pc:sldMkLst>
      </pc:sldChg>
      <pc:sldChg chg="del">
        <pc:chgData name="翟 锐" userId="fef11181f709266a" providerId="LiveId" clId="{2E81BA7C-FE94-4A22-87B5-6F4BC241E56C}" dt="2020-10-24T14:41:09.916" v="865" actId="47"/>
        <pc:sldMkLst>
          <pc:docMk/>
          <pc:sldMk cId="3822707195" sldId="689"/>
        </pc:sldMkLst>
      </pc:sldChg>
      <pc:sldChg chg="modSp mod">
        <pc:chgData name="翟 锐" userId="fef11181f709266a" providerId="LiveId" clId="{2E81BA7C-FE94-4A22-87B5-6F4BC241E56C}" dt="2020-10-24T14:42:19.071" v="888" actId="20577"/>
        <pc:sldMkLst>
          <pc:docMk/>
          <pc:sldMk cId="2226408564" sldId="690"/>
        </pc:sldMkLst>
        <pc:spChg chg="mod">
          <ac:chgData name="翟 锐" userId="fef11181f709266a" providerId="LiveId" clId="{2E81BA7C-FE94-4A22-87B5-6F4BC241E56C}" dt="2020-10-24T14:42:19.071" v="888" actId="20577"/>
          <ac:spMkLst>
            <pc:docMk/>
            <pc:sldMk cId="2226408564" sldId="690"/>
            <ac:spMk id="2" creationId="{1A343DEC-CFF6-41F5-B87C-0DFC08C67B76}"/>
          </ac:spMkLst>
        </pc:spChg>
        <pc:spChg chg="mod">
          <ac:chgData name="翟 锐" userId="fef11181f709266a" providerId="LiveId" clId="{2E81BA7C-FE94-4A22-87B5-6F4BC241E56C}" dt="2020-10-24T14:41:33.180" v="877"/>
          <ac:spMkLst>
            <pc:docMk/>
            <pc:sldMk cId="2226408564" sldId="690"/>
            <ac:spMk id="35" creationId="{00000000-0000-0000-0000-000000000000}"/>
          </ac:spMkLst>
        </pc:spChg>
      </pc:sldChg>
      <pc:sldChg chg="modSp mod">
        <pc:chgData name="翟 锐" userId="fef11181f709266a" providerId="LiveId" clId="{2E81BA7C-FE94-4A22-87B5-6F4BC241E56C}" dt="2020-10-24T14:42:39.446" v="896"/>
        <pc:sldMkLst>
          <pc:docMk/>
          <pc:sldMk cId="613656285" sldId="691"/>
        </pc:sldMkLst>
        <pc:spChg chg="mod">
          <ac:chgData name="翟 锐" userId="fef11181f709266a" providerId="LiveId" clId="{2E81BA7C-FE94-4A22-87B5-6F4BC241E56C}" dt="2020-10-24T14:42:33.359" v="893" actId="6549"/>
          <ac:spMkLst>
            <pc:docMk/>
            <pc:sldMk cId="613656285" sldId="691"/>
            <ac:spMk id="2" creationId="{1A343DEC-CFF6-41F5-B87C-0DFC08C67B76}"/>
          </ac:spMkLst>
        </pc:spChg>
        <pc:spChg chg="mod">
          <ac:chgData name="翟 锐" userId="fef11181f709266a" providerId="LiveId" clId="{2E81BA7C-FE94-4A22-87B5-6F4BC241E56C}" dt="2020-10-24T14:42:39.446" v="896"/>
          <ac:spMkLst>
            <pc:docMk/>
            <pc:sldMk cId="613656285" sldId="691"/>
            <ac:spMk id="35" creationId="{00000000-0000-0000-0000-000000000000}"/>
          </ac:spMkLst>
        </pc:spChg>
      </pc:sldChg>
      <pc:sldChg chg="addSp delSp modSp mod delAnim">
        <pc:chgData name="翟 锐" userId="fef11181f709266a" providerId="LiveId" clId="{2E81BA7C-FE94-4A22-87B5-6F4BC241E56C}" dt="2020-10-24T14:43:41.578" v="903" actId="478"/>
        <pc:sldMkLst>
          <pc:docMk/>
          <pc:sldMk cId="366418643" sldId="692"/>
        </pc:sldMkLst>
        <pc:spChg chg="del">
          <ac:chgData name="翟 锐" userId="fef11181f709266a" providerId="LiveId" clId="{2E81BA7C-FE94-4A22-87B5-6F4BC241E56C}" dt="2020-10-24T14:42:50.505" v="897" actId="478"/>
          <ac:spMkLst>
            <pc:docMk/>
            <pc:sldMk cId="366418643" sldId="692"/>
            <ac:spMk id="2" creationId="{1A343DEC-CFF6-41F5-B87C-0DFC08C67B76}"/>
          </ac:spMkLst>
        </pc:spChg>
        <pc:spChg chg="del">
          <ac:chgData name="翟 锐" userId="fef11181f709266a" providerId="LiveId" clId="{2E81BA7C-FE94-4A22-87B5-6F4BC241E56C}" dt="2020-10-24T14:42:50.505" v="897" actId="478"/>
          <ac:spMkLst>
            <pc:docMk/>
            <pc:sldMk cId="366418643" sldId="692"/>
            <ac:spMk id="34" creationId="{00000000-0000-0000-0000-000000000000}"/>
          </ac:spMkLst>
        </pc:spChg>
        <pc:spChg chg="del">
          <ac:chgData name="翟 锐" userId="fef11181f709266a" providerId="LiveId" clId="{2E81BA7C-FE94-4A22-87B5-6F4BC241E56C}" dt="2020-10-24T14:42:50.505" v="897" actId="478"/>
          <ac:spMkLst>
            <pc:docMk/>
            <pc:sldMk cId="366418643" sldId="692"/>
            <ac:spMk id="35" creationId="{00000000-0000-0000-0000-000000000000}"/>
          </ac:spMkLst>
        </pc:spChg>
        <pc:picChg chg="add mod">
          <ac:chgData name="翟 锐" userId="fef11181f709266a" providerId="LiveId" clId="{2E81BA7C-FE94-4A22-87B5-6F4BC241E56C}" dt="2020-10-24T14:43:07.824" v="900" actId="1076"/>
          <ac:picMkLst>
            <pc:docMk/>
            <pc:sldMk cId="366418643" sldId="692"/>
            <ac:picMk id="3" creationId="{602C3D16-FF30-49F1-A34B-42189667B1FF}"/>
          </ac:picMkLst>
        </pc:picChg>
        <pc:picChg chg="add del">
          <ac:chgData name="翟 锐" userId="fef11181f709266a" providerId="LiveId" clId="{2E81BA7C-FE94-4A22-87B5-6F4BC241E56C}" dt="2020-10-24T14:43:41.578" v="903" actId="478"/>
          <ac:picMkLst>
            <pc:docMk/>
            <pc:sldMk cId="366418643" sldId="692"/>
            <ac:picMk id="4" creationId="{7A1AAE83-81C5-4AAA-8ACF-D131482ACF72}"/>
          </ac:picMkLst>
        </pc:picChg>
        <pc:cxnChg chg="del">
          <ac:chgData name="翟 锐" userId="fef11181f709266a" providerId="LiveId" clId="{2E81BA7C-FE94-4A22-87B5-6F4BC241E56C}" dt="2020-10-24T14:42:50.505" v="897" actId="478"/>
          <ac:cxnSpMkLst>
            <pc:docMk/>
            <pc:sldMk cId="366418643" sldId="692"/>
            <ac:cxnSpMk id="33" creationId="{00000000-0000-0000-0000-000000000000}"/>
          </ac:cxnSpMkLst>
        </pc:cxnChg>
      </pc:sldChg>
      <pc:sldChg chg="del">
        <pc:chgData name="翟 锐" userId="fef11181f709266a" providerId="LiveId" clId="{2E81BA7C-FE94-4A22-87B5-6F4BC241E56C}" dt="2020-10-24T14:44:18.870" v="909" actId="47"/>
        <pc:sldMkLst>
          <pc:docMk/>
          <pc:sldMk cId="2590558646" sldId="693"/>
        </pc:sldMkLst>
      </pc:sldChg>
      <pc:sldChg chg="del">
        <pc:chgData name="翟 锐" userId="fef11181f709266a" providerId="LiveId" clId="{2E81BA7C-FE94-4A22-87B5-6F4BC241E56C}" dt="2020-10-24T14:44:19.858" v="910" actId="47"/>
        <pc:sldMkLst>
          <pc:docMk/>
          <pc:sldMk cId="3269675636" sldId="694"/>
        </pc:sldMkLst>
      </pc:sldChg>
      <pc:sldChg chg="del">
        <pc:chgData name="翟 锐" userId="fef11181f709266a" providerId="LiveId" clId="{2E81BA7C-FE94-4A22-87B5-6F4BC241E56C}" dt="2020-10-24T14:44:21.796" v="911" actId="47"/>
        <pc:sldMkLst>
          <pc:docMk/>
          <pc:sldMk cId="893394605" sldId="695"/>
        </pc:sldMkLst>
      </pc:sldChg>
      <pc:sldChg chg="modSp mod">
        <pc:chgData name="翟 锐" userId="fef11181f709266a" providerId="LiveId" clId="{2E81BA7C-FE94-4A22-87B5-6F4BC241E56C}" dt="2020-10-24T14:44:42.010" v="919"/>
        <pc:sldMkLst>
          <pc:docMk/>
          <pc:sldMk cId="492364747" sldId="696"/>
        </pc:sldMkLst>
        <pc:spChg chg="mod">
          <ac:chgData name="翟 锐" userId="fef11181f709266a" providerId="LiveId" clId="{2E81BA7C-FE94-4A22-87B5-6F4BC241E56C}" dt="2020-10-24T14:44:31.555" v="916" actId="15"/>
          <ac:spMkLst>
            <pc:docMk/>
            <pc:sldMk cId="492364747" sldId="696"/>
            <ac:spMk id="2" creationId="{1A343DEC-CFF6-41F5-B87C-0DFC08C67B76}"/>
          </ac:spMkLst>
        </pc:spChg>
        <pc:spChg chg="mod">
          <ac:chgData name="翟 锐" userId="fef11181f709266a" providerId="LiveId" clId="{2E81BA7C-FE94-4A22-87B5-6F4BC241E56C}" dt="2020-10-24T14:44:42.010" v="919"/>
          <ac:spMkLst>
            <pc:docMk/>
            <pc:sldMk cId="492364747" sldId="696"/>
            <ac:spMk id="35" creationId="{00000000-0000-0000-0000-000000000000}"/>
          </ac:spMkLst>
        </pc:spChg>
      </pc:sldChg>
      <pc:sldChg chg="addSp delSp modSp mod">
        <pc:chgData name="翟 锐" userId="fef11181f709266a" providerId="LiveId" clId="{2E81BA7C-FE94-4A22-87B5-6F4BC241E56C}" dt="2020-10-24T14:45:27.351" v="932" actId="20577"/>
        <pc:sldMkLst>
          <pc:docMk/>
          <pc:sldMk cId="3758664426" sldId="697"/>
        </pc:sldMkLst>
        <pc:spChg chg="mod">
          <ac:chgData name="翟 锐" userId="fef11181f709266a" providerId="LiveId" clId="{2E81BA7C-FE94-4A22-87B5-6F4BC241E56C}" dt="2020-10-24T14:45:27.351" v="932" actId="20577"/>
          <ac:spMkLst>
            <pc:docMk/>
            <pc:sldMk cId="3758664426" sldId="697"/>
            <ac:spMk id="2" creationId="{1A343DEC-CFF6-41F5-B87C-0DFC08C67B76}"/>
          </ac:spMkLst>
        </pc:spChg>
        <pc:spChg chg="add del">
          <ac:chgData name="翟 锐" userId="fef11181f709266a" providerId="LiveId" clId="{2E81BA7C-FE94-4A22-87B5-6F4BC241E56C}" dt="2020-10-24T14:45:14.302" v="927" actId="22"/>
          <ac:spMkLst>
            <pc:docMk/>
            <pc:sldMk cId="3758664426" sldId="697"/>
            <ac:spMk id="7" creationId="{FE27E44F-80CC-46B3-9E90-3641D59B8E44}"/>
          </ac:spMkLst>
        </pc:spChg>
        <pc:spChg chg="mod">
          <ac:chgData name="翟 锐" userId="fef11181f709266a" providerId="LiveId" clId="{2E81BA7C-FE94-4A22-87B5-6F4BC241E56C}" dt="2020-10-24T14:45:02.178" v="922"/>
          <ac:spMkLst>
            <pc:docMk/>
            <pc:sldMk cId="3758664426" sldId="697"/>
            <ac:spMk id="35" creationId="{00000000-0000-0000-0000-000000000000}"/>
          </ac:spMkLst>
        </pc:spChg>
      </pc:sldChg>
      <pc:sldChg chg="modSp mod">
        <pc:chgData name="翟 锐" userId="fef11181f709266a" providerId="LiveId" clId="{2E81BA7C-FE94-4A22-87B5-6F4BC241E56C}" dt="2020-10-24T14:46:39.085" v="943" actId="15"/>
        <pc:sldMkLst>
          <pc:docMk/>
          <pc:sldMk cId="2820867324" sldId="698"/>
        </pc:sldMkLst>
        <pc:spChg chg="mod">
          <ac:chgData name="翟 锐" userId="fef11181f709266a" providerId="LiveId" clId="{2E81BA7C-FE94-4A22-87B5-6F4BC241E56C}" dt="2020-10-24T14:46:39.085" v="943" actId="15"/>
          <ac:spMkLst>
            <pc:docMk/>
            <pc:sldMk cId="2820867324" sldId="698"/>
            <ac:spMk id="2" creationId="{1A343DEC-CFF6-41F5-B87C-0DFC08C67B76}"/>
          </ac:spMkLst>
        </pc:spChg>
        <pc:spChg chg="mod">
          <ac:chgData name="翟 锐" userId="fef11181f709266a" providerId="LiveId" clId="{2E81BA7C-FE94-4A22-87B5-6F4BC241E56C}" dt="2020-10-24T14:45:50.589" v="938"/>
          <ac:spMkLst>
            <pc:docMk/>
            <pc:sldMk cId="2820867324" sldId="698"/>
            <ac:spMk id="35" creationId="{00000000-0000-0000-0000-000000000000}"/>
          </ac:spMkLst>
        </pc:spChg>
      </pc:sldChg>
      <pc:sldChg chg="del">
        <pc:chgData name="翟 锐" userId="fef11181f709266a" providerId="LiveId" clId="{2E81BA7C-FE94-4A22-87B5-6F4BC241E56C}" dt="2020-10-24T14:46:43.792" v="944" actId="47"/>
        <pc:sldMkLst>
          <pc:docMk/>
          <pc:sldMk cId="1585391252" sldId="699"/>
        </pc:sldMkLst>
      </pc:sldChg>
      <pc:sldChg chg="addSp modSp mod">
        <pc:chgData name="翟 锐" userId="fef11181f709266a" providerId="LiveId" clId="{2E81BA7C-FE94-4A22-87B5-6F4BC241E56C}" dt="2020-10-24T14:47:32.576" v="954" actId="1076"/>
        <pc:sldMkLst>
          <pc:docMk/>
          <pc:sldMk cId="4228119817" sldId="700"/>
        </pc:sldMkLst>
        <pc:spChg chg="mod">
          <ac:chgData name="翟 锐" userId="fef11181f709266a" providerId="LiveId" clId="{2E81BA7C-FE94-4A22-87B5-6F4BC241E56C}" dt="2020-10-24T14:47:05.699" v="950"/>
          <ac:spMkLst>
            <pc:docMk/>
            <pc:sldMk cId="4228119817" sldId="700"/>
            <ac:spMk id="2" creationId="{1A343DEC-CFF6-41F5-B87C-0DFC08C67B76}"/>
          </ac:spMkLst>
        </pc:spChg>
        <pc:spChg chg="mod">
          <ac:chgData name="翟 锐" userId="fef11181f709266a" providerId="LiveId" clId="{2E81BA7C-FE94-4A22-87B5-6F4BC241E56C}" dt="2020-10-24T14:46:55.833" v="947"/>
          <ac:spMkLst>
            <pc:docMk/>
            <pc:sldMk cId="4228119817" sldId="700"/>
            <ac:spMk id="35" creationId="{00000000-0000-0000-0000-000000000000}"/>
          </ac:spMkLst>
        </pc:spChg>
        <pc:picChg chg="add mod">
          <ac:chgData name="翟 锐" userId="fef11181f709266a" providerId="LiveId" clId="{2E81BA7C-FE94-4A22-87B5-6F4BC241E56C}" dt="2020-10-24T14:47:32.576" v="954" actId="1076"/>
          <ac:picMkLst>
            <pc:docMk/>
            <pc:sldMk cId="4228119817" sldId="700"/>
            <ac:picMk id="3" creationId="{F8C5E712-544D-406D-8DEE-B062262BD22C}"/>
          </ac:picMkLst>
        </pc:picChg>
      </pc:sldChg>
      <pc:sldChg chg="del">
        <pc:chgData name="翟 锐" userId="fef11181f709266a" providerId="LiveId" clId="{2E81BA7C-FE94-4A22-87B5-6F4BC241E56C}" dt="2020-10-24T14:47:37.319" v="955" actId="47"/>
        <pc:sldMkLst>
          <pc:docMk/>
          <pc:sldMk cId="241657818" sldId="701"/>
        </pc:sldMkLst>
      </pc:sldChg>
      <pc:sldChg chg="modSp mod">
        <pc:chgData name="翟 锐" userId="fef11181f709266a" providerId="LiveId" clId="{2E81BA7C-FE94-4A22-87B5-6F4BC241E56C}" dt="2020-10-24T14:48:10.973" v="968" actId="6549"/>
        <pc:sldMkLst>
          <pc:docMk/>
          <pc:sldMk cId="1507183214" sldId="702"/>
        </pc:sldMkLst>
        <pc:spChg chg="mod">
          <ac:chgData name="翟 锐" userId="fef11181f709266a" providerId="LiveId" clId="{2E81BA7C-FE94-4A22-87B5-6F4BC241E56C}" dt="2020-10-24T14:48:10.973" v="968" actId="6549"/>
          <ac:spMkLst>
            <pc:docMk/>
            <pc:sldMk cId="1507183214" sldId="702"/>
            <ac:spMk id="2" creationId="{1A343DEC-CFF6-41F5-B87C-0DFC08C67B76}"/>
          </ac:spMkLst>
        </pc:spChg>
        <pc:spChg chg="mod">
          <ac:chgData name="翟 锐" userId="fef11181f709266a" providerId="LiveId" clId="{2E81BA7C-FE94-4A22-87B5-6F4BC241E56C}" dt="2020-10-24T14:47:43.968" v="958"/>
          <ac:spMkLst>
            <pc:docMk/>
            <pc:sldMk cId="1507183214" sldId="702"/>
            <ac:spMk id="35" creationId="{00000000-0000-0000-0000-000000000000}"/>
          </ac:spMkLst>
        </pc:spChg>
      </pc:sldChg>
      <pc:sldChg chg="addSp delSp modSp mod delAnim">
        <pc:chgData name="翟 锐" userId="fef11181f709266a" providerId="LiveId" clId="{2E81BA7C-FE94-4A22-87B5-6F4BC241E56C}" dt="2020-10-24T14:49:34.548" v="980" actId="1076"/>
        <pc:sldMkLst>
          <pc:docMk/>
          <pc:sldMk cId="2011965924" sldId="703"/>
        </pc:sldMkLst>
        <pc:spChg chg="del">
          <ac:chgData name="翟 锐" userId="fef11181f709266a" providerId="LiveId" clId="{2E81BA7C-FE94-4A22-87B5-6F4BC241E56C}" dt="2020-10-24T14:48:44.518" v="969" actId="478"/>
          <ac:spMkLst>
            <pc:docMk/>
            <pc:sldMk cId="2011965924" sldId="703"/>
            <ac:spMk id="2" creationId="{1A343DEC-CFF6-41F5-B87C-0DFC08C67B76}"/>
          </ac:spMkLst>
        </pc:spChg>
        <pc:spChg chg="del">
          <ac:chgData name="翟 锐" userId="fef11181f709266a" providerId="LiveId" clId="{2E81BA7C-FE94-4A22-87B5-6F4BC241E56C}" dt="2020-10-24T14:49:25.673" v="976" actId="478"/>
          <ac:spMkLst>
            <pc:docMk/>
            <pc:sldMk cId="2011965924" sldId="703"/>
            <ac:spMk id="34" creationId="{00000000-0000-0000-0000-000000000000}"/>
          </ac:spMkLst>
        </pc:spChg>
        <pc:spChg chg="del">
          <ac:chgData name="翟 锐" userId="fef11181f709266a" providerId="LiveId" clId="{2E81BA7C-FE94-4A22-87B5-6F4BC241E56C}" dt="2020-10-24T14:49:25.673" v="976" actId="478"/>
          <ac:spMkLst>
            <pc:docMk/>
            <pc:sldMk cId="2011965924" sldId="703"/>
            <ac:spMk id="35" creationId="{00000000-0000-0000-0000-000000000000}"/>
          </ac:spMkLst>
        </pc:spChg>
        <pc:picChg chg="add del mod">
          <ac:chgData name="翟 锐" userId="fef11181f709266a" providerId="LiveId" clId="{2E81BA7C-FE94-4A22-87B5-6F4BC241E56C}" dt="2020-10-24T14:49:24.324" v="975" actId="21"/>
          <ac:picMkLst>
            <pc:docMk/>
            <pc:sldMk cId="2011965924" sldId="703"/>
            <ac:picMk id="3" creationId="{30ED0414-4745-410C-9283-F38B403D0C0B}"/>
          </ac:picMkLst>
        </pc:picChg>
        <pc:picChg chg="add mod">
          <ac:chgData name="翟 锐" userId="fef11181f709266a" providerId="LiveId" clId="{2E81BA7C-FE94-4A22-87B5-6F4BC241E56C}" dt="2020-10-24T14:49:34.548" v="980" actId="1076"/>
          <ac:picMkLst>
            <pc:docMk/>
            <pc:sldMk cId="2011965924" sldId="703"/>
            <ac:picMk id="4" creationId="{47452DFD-FC27-4F2A-8356-8A5CD482DFDF}"/>
          </ac:picMkLst>
        </pc:picChg>
        <pc:cxnChg chg="del">
          <ac:chgData name="翟 锐" userId="fef11181f709266a" providerId="LiveId" clId="{2E81BA7C-FE94-4A22-87B5-6F4BC241E56C}" dt="2020-10-24T14:49:25.673" v="976" actId="478"/>
          <ac:cxnSpMkLst>
            <pc:docMk/>
            <pc:sldMk cId="2011965924" sldId="703"/>
            <ac:cxnSpMk id="33" creationId="{00000000-0000-0000-0000-000000000000}"/>
          </ac:cxnSpMkLst>
        </pc:cxnChg>
      </pc:sldChg>
      <pc:sldChg chg="modSp mod">
        <pc:chgData name="翟 锐" userId="fef11181f709266a" providerId="LiveId" clId="{2E81BA7C-FE94-4A22-87B5-6F4BC241E56C}" dt="2020-10-24T14:50:22.675" v="987"/>
        <pc:sldMkLst>
          <pc:docMk/>
          <pc:sldMk cId="1643440564" sldId="704"/>
        </pc:sldMkLst>
        <pc:spChg chg="mod">
          <ac:chgData name="翟 锐" userId="fef11181f709266a" providerId="LiveId" clId="{2E81BA7C-FE94-4A22-87B5-6F4BC241E56C}" dt="2020-10-24T14:50:17.162" v="984"/>
          <ac:spMkLst>
            <pc:docMk/>
            <pc:sldMk cId="1643440564" sldId="704"/>
            <ac:spMk id="2" creationId="{1A343DEC-CFF6-41F5-B87C-0DFC08C67B76}"/>
          </ac:spMkLst>
        </pc:spChg>
        <pc:spChg chg="mod">
          <ac:chgData name="翟 锐" userId="fef11181f709266a" providerId="LiveId" clId="{2E81BA7C-FE94-4A22-87B5-6F4BC241E56C}" dt="2020-10-24T14:50:22.675" v="987"/>
          <ac:spMkLst>
            <pc:docMk/>
            <pc:sldMk cId="1643440564" sldId="704"/>
            <ac:spMk id="35" creationId="{00000000-0000-0000-0000-000000000000}"/>
          </ac:spMkLst>
        </pc:spChg>
      </pc:sldChg>
      <pc:sldChg chg="del">
        <pc:chgData name="翟 锐" userId="fef11181f709266a" providerId="LiveId" clId="{2E81BA7C-FE94-4A22-87B5-6F4BC241E56C}" dt="2020-10-24T14:50:09.645" v="981" actId="47"/>
        <pc:sldMkLst>
          <pc:docMk/>
          <pc:sldMk cId="2892082101" sldId="705"/>
        </pc:sldMkLst>
      </pc:sldChg>
      <pc:sldChg chg="del">
        <pc:chgData name="翟 锐" userId="fef11181f709266a" providerId="LiveId" clId="{2E81BA7C-FE94-4A22-87B5-6F4BC241E56C}" dt="2020-10-24T14:50:09.645" v="981" actId="47"/>
        <pc:sldMkLst>
          <pc:docMk/>
          <pc:sldMk cId="3803784510" sldId="706"/>
        </pc:sldMkLst>
      </pc:sldChg>
      <pc:sldChg chg="del">
        <pc:chgData name="翟 锐" userId="fef11181f709266a" providerId="LiveId" clId="{2E81BA7C-FE94-4A22-87B5-6F4BC241E56C}" dt="2020-10-24T14:50:09.645" v="981" actId="47"/>
        <pc:sldMkLst>
          <pc:docMk/>
          <pc:sldMk cId="2601331050" sldId="707"/>
        </pc:sldMkLst>
      </pc:sldChg>
      <pc:sldChg chg="del">
        <pc:chgData name="翟 锐" userId="fef11181f709266a" providerId="LiveId" clId="{2E81BA7C-FE94-4A22-87B5-6F4BC241E56C}" dt="2020-10-24T14:50:09.645" v="981" actId="47"/>
        <pc:sldMkLst>
          <pc:docMk/>
          <pc:sldMk cId="964501187" sldId="708"/>
        </pc:sldMkLst>
      </pc:sldChg>
      <pc:sldChg chg="del">
        <pc:chgData name="翟 锐" userId="fef11181f709266a" providerId="LiveId" clId="{2E81BA7C-FE94-4A22-87B5-6F4BC241E56C}" dt="2020-10-24T14:50:09.645" v="981" actId="47"/>
        <pc:sldMkLst>
          <pc:docMk/>
          <pc:sldMk cId="2674636999" sldId="709"/>
        </pc:sldMkLst>
      </pc:sldChg>
      <pc:sldChg chg="del">
        <pc:chgData name="翟 锐" userId="fef11181f709266a" providerId="LiveId" clId="{2E81BA7C-FE94-4A22-87B5-6F4BC241E56C}" dt="2020-10-24T14:50:09.645" v="981" actId="47"/>
        <pc:sldMkLst>
          <pc:docMk/>
          <pc:sldMk cId="2440201301" sldId="710"/>
        </pc:sldMkLst>
      </pc:sldChg>
      <pc:sldChg chg="del">
        <pc:chgData name="翟 锐" userId="fef11181f709266a" providerId="LiveId" clId="{2E81BA7C-FE94-4A22-87B5-6F4BC241E56C}" dt="2020-10-24T14:50:09.645" v="981" actId="47"/>
        <pc:sldMkLst>
          <pc:docMk/>
          <pc:sldMk cId="3978542820" sldId="711"/>
        </pc:sldMkLst>
      </pc:sldChg>
      <pc:sldChg chg="del">
        <pc:chgData name="翟 锐" userId="fef11181f709266a" providerId="LiveId" clId="{2E81BA7C-FE94-4A22-87B5-6F4BC241E56C}" dt="2020-10-24T14:50:09.645" v="981" actId="47"/>
        <pc:sldMkLst>
          <pc:docMk/>
          <pc:sldMk cId="3409178440" sldId="712"/>
        </pc:sldMkLst>
      </pc:sldChg>
      <pc:sldChg chg="del">
        <pc:chgData name="翟 锐" userId="fef11181f709266a" providerId="LiveId" clId="{2E81BA7C-FE94-4A22-87B5-6F4BC241E56C}" dt="2020-10-24T14:50:09.645" v="981" actId="47"/>
        <pc:sldMkLst>
          <pc:docMk/>
          <pc:sldMk cId="499073123" sldId="713"/>
        </pc:sldMkLst>
      </pc:sldChg>
      <pc:sldChg chg="del">
        <pc:chgData name="翟 锐" userId="fef11181f709266a" providerId="LiveId" clId="{2E81BA7C-FE94-4A22-87B5-6F4BC241E56C}" dt="2020-10-24T14:50:09.645" v="981" actId="47"/>
        <pc:sldMkLst>
          <pc:docMk/>
          <pc:sldMk cId="3854959598" sldId="714"/>
        </pc:sldMkLst>
      </pc:sldChg>
      <pc:sldChg chg="del">
        <pc:chgData name="翟 锐" userId="fef11181f709266a" providerId="LiveId" clId="{2E81BA7C-FE94-4A22-87B5-6F4BC241E56C}" dt="2020-10-24T14:50:09.645" v="981" actId="47"/>
        <pc:sldMkLst>
          <pc:docMk/>
          <pc:sldMk cId="4106013273" sldId="715"/>
        </pc:sldMkLst>
      </pc:sldChg>
      <pc:sldChg chg="del">
        <pc:chgData name="翟 锐" userId="fef11181f709266a" providerId="LiveId" clId="{2E81BA7C-FE94-4A22-87B5-6F4BC241E56C}" dt="2020-10-24T14:50:09.645" v="981" actId="47"/>
        <pc:sldMkLst>
          <pc:docMk/>
          <pc:sldMk cId="744546943" sldId="716"/>
        </pc:sldMkLst>
      </pc:sldChg>
      <pc:sldChg chg="del">
        <pc:chgData name="翟 锐" userId="fef11181f709266a" providerId="LiveId" clId="{2E81BA7C-FE94-4A22-87B5-6F4BC241E56C}" dt="2020-10-24T14:50:09.645" v="981" actId="47"/>
        <pc:sldMkLst>
          <pc:docMk/>
          <pc:sldMk cId="3748970102" sldId="717"/>
        </pc:sldMkLst>
      </pc:sldChg>
      <pc:sldChg chg="del">
        <pc:chgData name="翟 锐" userId="fef11181f709266a" providerId="LiveId" clId="{2E81BA7C-FE94-4A22-87B5-6F4BC241E56C}" dt="2020-10-24T14:50:09.645" v="981" actId="47"/>
        <pc:sldMkLst>
          <pc:docMk/>
          <pc:sldMk cId="1789493864" sldId="718"/>
        </pc:sldMkLst>
      </pc:sldChg>
      <pc:sldChg chg="del">
        <pc:chgData name="翟 锐" userId="fef11181f709266a" providerId="LiveId" clId="{2E81BA7C-FE94-4A22-87B5-6F4BC241E56C}" dt="2020-10-24T14:50:09.645" v="981" actId="47"/>
        <pc:sldMkLst>
          <pc:docMk/>
          <pc:sldMk cId="4051714034" sldId="719"/>
        </pc:sldMkLst>
      </pc:sldChg>
      <pc:sldChg chg="del">
        <pc:chgData name="翟 锐" userId="fef11181f709266a" providerId="LiveId" clId="{2E81BA7C-FE94-4A22-87B5-6F4BC241E56C}" dt="2020-10-24T14:50:09.645" v="981" actId="47"/>
        <pc:sldMkLst>
          <pc:docMk/>
          <pc:sldMk cId="4143907067" sldId="720"/>
        </pc:sldMkLst>
      </pc:sldChg>
      <pc:sldChg chg="del">
        <pc:chgData name="翟 锐" userId="fef11181f709266a" providerId="LiveId" clId="{2E81BA7C-FE94-4A22-87B5-6F4BC241E56C}" dt="2020-10-24T14:50:09.645" v="981" actId="47"/>
        <pc:sldMkLst>
          <pc:docMk/>
          <pc:sldMk cId="1008153253" sldId="721"/>
        </pc:sldMkLst>
      </pc:sldChg>
      <pc:sldChg chg="del">
        <pc:chgData name="翟 锐" userId="fef11181f709266a" providerId="LiveId" clId="{2E81BA7C-FE94-4A22-87B5-6F4BC241E56C}" dt="2020-10-24T14:50:09.645" v="981" actId="47"/>
        <pc:sldMkLst>
          <pc:docMk/>
          <pc:sldMk cId="4075874326" sldId="722"/>
        </pc:sldMkLst>
      </pc:sldChg>
      <pc:sldChg chg="del">
        <pc:chgData name="翟 锐" userId="fef11181f709266a" providerId="LiveId" clId="{2E81BA7C-FE94-4A22-87B5-6F4BC241E56C}" dt="2020-10-24T14:50:09.645" v="981" actId="47"/>
        <pc:sldMkLst>
          <pc:docMk/>
          <pc:sldMk cId="480054375" sldId="723"/>
        </pc:sldMkLst>
      </pc:sldChg>
      <pc:sldChg chg="del">
        <pc:chgData name="翟 锐" userId="fef11181f709266a" providerId="LiveId" clId="{2E81BA7C-FE94-4A22-87B5-6F4BC241E56C}" dt="2020-10-24T14:50:09.645" v="981" actId="47"/>
        <pc:sldMkLst>
          <pc:docMk/>
          <pc:sldMk cId="1988436067" sldId="724"/>
        </pc:sldMkLst>
      </pc:sldChg>
      <pc:sldChg chg="del">
        <pc:chgData name="翟 锐" userId="fef11181f709266a" providerId="LiveId" clId="{2E81BA7C-FE94-4A22-87B5-6F4BC241E56C}" dt="2020-10-24T14:50:09.645" v="981" actId="47"/>
        <pc:sldMkLst>
          <pc:docMk/>
          <pc:sldMk cId="122259813" sldId="725"/>
        </pc:sldMkLst>
      </pc:sldChg>
      <pc:sldChg chg="del">
        <pc:chgData name="翟 锐" userId="fef11181f709266a" providerId="LiveId" clId="{2E81BA7C-FE94-4A22-87B5-6F4BC241E56C}" dt="2020-10-24T14:50:09.645" v="981" actId="47"/>
        <pc:sldMkLst>
          <pc:docMk/>
          <pc:sldMk cId="3087474949" sldId="726"/>
        </pc:sldMkLst>
      </pc:sldChg>
      <pc:sldChg chg="del">
        <pc:chgData name="翟 锐" userId="fef11181f709266a" providerId="LiveId" clId="{2E81BA7C-FE94-4A22-87B5-6F4BC241E56C}" dt="2020-10-24T14:50:09.645" v="981" actId="47"/>
        <pc:sldMkLst>
          <pc:docMk/>
          <pc:sldMk cId="1561546821" sldId="727"/>
        </pc:sldMkLst>
      </pc:sldChg>
      <pc:sldChg chg="modSp add mod">
        <pc:chgData name="翟 锐" userId="fef11181f709266a" providerId="LiveId" clId="{2E81BA7C-FE94-4A22-87B5-6F4BC241E56C}" dt="2020-10-24T14:23:38.651" v="589" actId="20577"/>
        <pc:sldMkLst>
          <pc:docMk/>
          <pc:sldMk cId="2516324998" sldId="728"/>
        </pc:sldMkLst>
        <pc:spChg chg="mod">
          <ac:chgData name="翟 锐" userId="fef11181f709266a" providerId="LiveId" clId="{2E81BA7C-FE94-4A22-87B5-6F4BC241E56C}" dt="2020-10-24T14:23:38.651" v="589" actId="20577"/>
          <ac:spMkLst>
            <pc:docMk/>
            <pc:sldMk cId="2516324998" sldId="728"/>
            <ac:spMk id="2" creationId="{1A343DEC-CFF6-41F5-B87C-0DFC08C67B76}"/>
          </ac:spMkLst>
        </pc:spChg>
      </pc:sldChg>
      <pc:sldChg chg="modSp add mod">
        <pc:chgData name="翟 锐" userId="fef11181f709266a" providerId="LiveId" clId="{2E81BA7C-FE94-4A22-87B5-6F4BC241E56C}" dt="2020-10-24T14:24:32.853" v="645" actId="1036"/>
        <pc:sldMkLst>
          <pc:docMk/>
          <pc:sldMk cId="2134814896" sldId="729"/>
        </pc:sldMkLst>
        <pc:spChg chg="mod">
          <ac:chgData name="翟 锐" userId="fef11181f709266a" providerId="LiveId" clId="{2E81BA7C-FE94-4A22-87B5-6F4BC241E56C}" dt="2020-10-24T14:24:32.853" v="645" actId="1036"/>
          <ac:spMkLst>
            <pc:docMk/>
            <pc:sldMk cId="2134814896" sldId="729"/>
            <ac:spMk id="2" creationId="{1A343DEC-CFF6-41F5-B87C-0DFC08C67B76}"/>
          </ac:spMkLst>
        </pc:spChg>
      </pc:sldChg>
      <pc:sldChg chg="addSp modSp add mod">
        <pc:chgData name="翟 锐" userId="fef11181f709266a" providerId="LiveId" clId="{2E81BA7C-FE94-4A22-87B5-6F4BC241E56C}" dt="2020-10-24T14:28:10.966" v="717" actId="1076"/>
        <pc:sldMkLst>
          <pc:docMk/>
          <pc:sldMk cId="1823457716" sldId="730"/>
        </pc:sldMkLst>
        <pc:spChg chg="mod">
          <ac:chgData name="翟 锐" userId="fef11181f709266a" providerId="LiveId" clId="{2E81BA7C-FE94-4A22-87B5-6F4BC241E56C}" dt="2020-10-24T14:28:05.505" v="716" actId="1076"/>
          <ac:spMkLst>
            <pc:docMk/>
            <pc:sldMk cId="1823457716" sldId="730"/>
            <ac:spMk id="2" creationId="{1A343DEC-CFF6-41F5-B87C-0DFC08C67B76}"/>
          </ac:spMkLst>
        </pc:spChg>
        <pc:graphicFrameChg chg="add mod">
          <ac:chgData name="翟 锐" userId="fef11181f709266a" providerId="LiveId" clId="{2E81BA7C-FE94-4A22-87B5-6F4BC241E56C}" dt="2020-10-24T14:28:10.966" v="717" actId="1076"/>
          <ac:graphicFrameMkLst>
            <pc:docMk/>
            <pc:sldMk cId="1823457716" sldId="730"/>
            <ac:graphicFrameMk id="6" creationId="{10D1F724-52D4-42E6-BDFE-9860E5B30BE7}"/>
          </ac:graphicFrameMkLst>
        </pc:graphicFrameChg>
      </pc:sldChg>
      <pc:sldChg chg="modSp add mod">
        <pc:chgData name="翟 锐" userId="fef11181f709266a" providerId="LiveId" clId="{2E81BA7C-FE94-4A22-87B5-6F4BC241E56C}" dt="2020-10-24T14:35:25.048" v="750" actId="6549"/>
        <pc:sldMkLst>
          <pc:docMk/>
          <pc:sldMk cId="2291332499" sldId="731"/>
        </pc:sldMkLst>
        <pc:spChg chg="mod">
          <ac:chgData name="翟 锐" userId="fef11181f709266a" providerId="LiveId" clId="{2E81BA7C-FE94-4A22-87B5-6F4BC241E56C}" dt="2020-10-24T14:35:25.048" v="750" actId="6549"/>
          <ac:spMkLst>
            <pc:docMk/>
            <pc:sldMk cId="2291332499" sldId="731"/>
            <ac:spMk id="2" creationId="{1A343DEC-CFF6-41F5-B87C-0DFC08C67B76}"/>
          </ac:spMkLst>
        </pc:spChg>
      </pc:sldChg>
      <pc:sldChg chg="modSp add mod">
        <pc:chgData name="翟 锐" userId="fef11181f709266a" providerId="LiveId" clId="{2E81BA7C-FE94-4A22-87B5-6F4BC241E56C}" dt="2020-10-24T14:36:38.984" v="774" actId="15"/>
        <pc:sldMkLst>
          <pc:docMk/>
          <pc:sldMk cId="2944648101" sldId="732"/>
        </pc:sldMkLst>
        <pc:spChg chg="mod">
          <ac:chgData name="翟 锐" userId="fef11181f709266a" providerId="LiveId" clId="{2E81BA7C-FE94-4A22-87B5-6F4BC241E56C}" dt="2020-10-24T14:36:38.984" v="774" actId="15"/>
          <ac:spMkLst>
            <pc:docMk/>
            <pc:sldMk cId="2944648101" sldId="732"/>
            <ac:spMk id="2" creationId="{1A343DEC-CFF6-41F5-B87C-0DFC08C67B76}"/>
          </ac:spMkLst>
        </pc:spChg>
      </pc:sldChg>
      <pc:sldChg chg="modSp add mod">
        <pc:chgData name="翟 锐" userId="fef11181f709266a" providerId="LiveId" clId="{2E81BA7C-FE94-4A22-87B5-6F4BC241E56C}" dt="2020-10-24T14:37:22.970" v="796" actId="6549"/>
        <pc:sldMkLst>
          <pc:docMk/>
          <pc:sldMk cId="4249172663" sldId="733"/>
        </pc:sldMkLst>
        <pc:spChg chg="mod">
          <ac:chgData name="翟 锐" userId="fef11181f709266a" providerId="LiveId" clId="{2E81BA7C-FE94-4A22-87B5-6F4BC241E56C}" dt="2020-10-24T14:37:22.970" v="796" actId="6549"/>
          <ac:spMkLst>
            <pc:docMk/>
            <pc:sldMk cId="4249172663" sldId="733"/>
            <ac:spMk id="2" creationId="{1A343DEC-CFF6-41F5-B87C-0DFC08C67B76}"/>
          </ac:spMkLst>
        </pc:spChg>
        <pc:spChg chg="mod">
          <ac:chgData name="翟 锐" userId="fef11181f709266a" providerId="LiveId" clId="{2E81BA7C-FE94-4A22-87B5-6F4BC241E56C}" dt="2020-10-24T14:37:07.291" v="781"/>
          <ac:spMkLst>
            <pc:docMk/>
            <pc:sldMk cId="4249172663" sldId="733"/>
            <ac:spMk id="35" creationId="{00000000-0000-0000-0000-000000000000}"/>
          </ac:spMkLst>
        </pc:spChg>
      </pc:sldChg>
      <pc:sldChg chg="modSp add mod">
        <pc:chgData name="翟 锐" userId="fef11181f709266a" providerId="LiveId" clId="{2E81BA7C-FE94-4A22-87B5-6F4BC241E56C}" dt="2020-10-24T14:37:26.618" v="797" actId="6549"/>
        <pc:sldMkLst>
          <pc:docMk/>
          <pc:sldMk cId="784297793" sldId="734"/>
        </pc:sldMkLst>
        <pc:spChg chg="mod">
          <ac:chgData name="翟 锐" userId="fef11181f709266a" providerId="LiveId" clId="{2E81BA7C-FE94-4A22-87B5-6F4BC241E56C}" dt="2020-10-24T14:37:26.618" v="797" actId="6549"/>
          <ac:spMkLst>
            <pc:docMk/>
            <pc:sldMk cId="784297793" sldId="734"/>
            <ac:spMk id="2" creationId="{1A343DEC-CFF6-41F5-B87C-0DFC08C67B76}"/>
          </ac:spMkLst>
        </pc:spChg>
      </pc:sldChg>
      <pc:sldChg chg="addSp delSp modSp add mod modAnim">
        <pc:chgData name="翟 锐" userId="fef11181f709266a" providerId="LiveId" clId="{2E81BA7C-FE94-4A22-87B5-6F4BC241E56C}" dt="2020-10-24T14:41:41.890" v="880"/>
        <pc:sldMkLst>
          <pc:docMk/>
          <pc:sldMk cId="3714697" sldId="735"/>
        </pc:sldMkLst>
        <pc:spChg chg="mod">
          <ac:chgData name="翟 锐" userId="fef11181f709266a" providerId="LiveId" clId="{2E81BA7C-FE94-4A22-87B5-6F4BC241E56C}" dt="2020-10-24T14:41:02.814" v="863" actId="1076"/>
          <ac:spMkLst>
            <pc:docMk/>
            <pc:sldMk cId="3714697" sldId="735"/>
            <ac:spMk id="2" creationId="{1A343DEC-CFF6-41F5-B87C-0DFC08C67B76}"/>
          </ac:spMkLst>
        </pc:spChg>
        <pc:spChg chg="add mod">
          <ac:chgData name="翟 锐" userId="fef11181f709266a" providerId="LiveId" clId="{2E81BA7C-FE94-4A22-87B5-6F4BC241E56C}" dt="2020-10-24T14:39:09.363" v="826" actId="27636"/>
          <ac:spMkLst>
            <pc:docMk/>
            <pc:sldMk cId="3714697" sldId="735"/>
            <ac:spMk id="3" creationId="{99DCA630-B324-41E7-8E1C-DE0A14073096}"/>
          </ac:spMkLst>
        </pc:spChg>
        <pc:spChg chg="add del mod">
          <ac:chgData name="翟 锐" userId="fef11181f709266a" providerId="LiveId" clId="{2E81BA7C-FE94-4A22-87B5-6F4BC241E56C}" dt="2020-10-24T14:39:31.691" v="841" actId="478"/>
          <ac:spMkLst>
            <pc:docMk/>
            <pc:sldMk cId="3714697" sldId="735"/>
            <ac:spMk id="7" creationId="{AFBF7968-9CDF-45E8-AF0E-4C0BCB6EDBCE}"/>
          </ac:spMkLst>
        </pc:spChg>
        <pc:spChg chg="add del mod">
          <ac:chgData name="翟 锐" userId="fef11181f709266a" providerId="LiveId" clId="{2E81BA7C-FE94-4A22-87B5-6F4BC241E56C}" dt="2020-10-24T14:40:50.712" v="858" actId="478"/>
          <ac:spMkLst>
            <pc:docMk/>
            <pc:sldMk cId="3714697" sldId="735"/>
            <ac:spMk id="13" creationId="{339111CF-CF53-446A-8346-AB531B11C1A4}"/>
          </ac:spMkLst>
        </pc:spChg>
        <pc:spChg chg="mod">
          <ac:chgData name="翟 锐" userId="fef11181f709266a" providerId="LiveId" clId="{2E81BA7C-FE94-4A22-87B5-6F4BC241E56C}" dt="2020-10-24T14:40:42.834" v="856" actId="1076"/>
          <ac:spMkLst>
            <pc:docMk/>
            <pc:sldMk cId="3714697" sldId="735"/>
            <ac:spMk id="21" creationId="{0999587E-7351-4C2A-9DF0-164A105B1528}"/>
          </ac:spMkLst>
        </pc:spChg>
        <pc:spChg chg="mod">
          <ac:chgData name="翟 锐" userId="fef11181f709266a" providerId="LiveId" clId="{2E81BA7C-FE94-4A22-87B5-6F4BC241E56C}" dt="2020-10-24T14:40:42.834" v="856" actId="1076"/>
          <ac:spMkLst>
            <pc:docMk/>
            <pc:sldMk cId="3714697" sldId="735"/>
            <ac:spMk id="22" creationId="{FD7B277C-B4A3-43ED-9ED6-53B529FE1015}"/>
          </ac:spMkLst>
        </pc:spChg>
        <pc:spChg chg="mod">
          <ac:chgData name="翟 锐" userId="fef11181f709266a" providerId="LiveId" clId="{2E81BA7C-FE94-4A22-87B5-6F4BC241E56C}" dt="2020-10-24T14:40:42.834" v="856" actId="1076"/>
          <ac:spMkLst>
            <pc:docMk/>
            <pc:sldMk cId="3714697" sldId="735"/>
            <ac:spMk id="23" creationId="{2A20E5FA-2E8E-4895-99B2-F8EACCF4E054}"/>
          </ac:spMkLst>
        </pc:spChg>
        <pc:spChg chg="mod">
          <ac:chgData name="翟 锐" userId="fef11181f709266a" providerId="LiveId" clId="{2E81BA7C-FE94-4A22-87B5-6F4BC241E56C}" dt="2020-10-24T14:40:58.474" v="862" actId="1038"/>
          <ac:spMkLst>
            <pc:docMk/>
            <pc:sldMk cId="3714697" sldId="735"/>
            <ac:spMk id="25" creationId="{AECB8001-D96B-4BE3-B2A0-B286BF755B2C}"/>
          </ac:spMkLst>
        </pc:spChg>
        <pc:spChg chg="mod">
          <ac:chgData name="翟 锐" userId="fef11181f709266a" providerId="LiveId" clId="{2E81BA7C-FE94-4A22-87B5-6F4BC241E56C}" dt="2020-10-24T14:40:58.474" v="862" actId="1038"/>
          <ac:spMkLst>
            <pc:docMk/>
            <pc:sldMk cId="3714697" sldId="735"/>
            <ac:spMk id="26" creationId="{1D15A183-87E4-468D-9A12-0D099C2669CC}"/>
          </ac:spMkLst>
        </pc:spChg>
        <pc:spChg chg="mod">
          <ac:chgData name="翟 锐" userId="fef11181f709266a" providerId="LiveId" clId="{2E81BA7C-FE94-4A22-87B5-6F4BC241E56C}" dt="2020-10-24T14:40:58.474" v="862" actId="1038"/>
          <ac:spMkLst>
            <pc:docMk/>
            <pc:sldMk cId="3714697" sldId="735"/>
            <ac:spMk id="27" creationId="{F4E030CB-A691-413B-98A0-83CAB15E3A67}"/>
          </ac:spMkLst>
        </pc:spChg>
        <pc:spChg chg="mod">
          <ac:chgData name="翟 锐" userId="fef11181f709266a" providerId="LiveId" clId="{2E81BA7C-FE94-4A22-87B5-6F4BC241E56C}" dt="2020-10-24T14:41:41.890" v="880"/>
          <ac:spMkLst>
            <pc:docMk/>
            <pc:sldMk cId="3714697" sldId="735"/>
            <ac:spMk id="35" creationId="{00000000-0000-0000-0000-000000000000}"/>
          </ac:spMkLst>
        </pc:spChg>
        <pc:grpChg chg="add mod">
          <ac:chgData name="翟 锐" userId="fef11181f709266a" providerId="LiveId" clId="{2E81BA7C-FE94-4A22-87B5-6F4BC241E56C}" dt="2020-10-24T14:40:42.834" v="856" actId="1076"/>
          <ac:grpSpMkLst>
            <pc:docMk/>
            <pc:sldMk cId="3714697" sldId="735"/>
            <ac:grpSpMk id="20" creationId="{86904D3F-7B0A-4B61-B451-484D89F0488A}"/>
          </ac:grpSpMkLst>
        </pc:grpChg>
        <pc:grpChg chg="add mod">
          <ac:chgData name="翟 锐" userId="fef11181f709266a" providerId="LiveId" clId="{2E81BA7C-FE94-4A22-87B5-6F4BC241E56C}" dt="2020-10-24T14:40:58.474" v="862" actId="1038"/>
          <ac:grpSpMkLst>
            <pc:docMk/>
            <pc:sldMk cId="3714697" sldId="735"/>
            <ac:grpSpMk id="24" creationId="{A6E48DC6-C425-4310-A0C8-5D39145B7F91}"/>
          </ac:grpSpMkLst>
        </pc:grpChg>
        <pc:graphicFrameChg chg="add del mod replId">
          <ac:chgData name="翟 锐" userId="fef11181f709266a" providerId="LiveId" clId="{2E81BA7C-FE94-4A22-87B5-6F4BC241E56C}" dt="2020-10-24T14:39:05.710" v="823"/>
          <ac:graphicFrameMkLst>
            <pc:docMk/>
            <pc:sldMk cId="3714697" sldId="735"/>
            <ac:graphicFrameMk id="4" creationId="{99DCA630-B324-41E7-8E1C-DE0A14073096}"/>
          </ac:graphicFrameMkLst>
        </pc:graphicFrameChg>
        <pc:graphicFrameChg chg="add del mod replId">
          <ac:chgData name="翟 锐" userId="fef11181f709266a" providerId="LiveId" clId="{2E81BA7C-FE94-4A22-87B5-6F4BC241E56C}" dt="2020-10-24T14:39:24.869" v="836"/>
          <ac:graphicFrameMkLst>
            <pc:docMk/>
            <pc:sldMk cId="3714697" sldId="735"/>
            <ac:graphicFrameMk id="8" creationId="{AFBF7968-9CDF-45E8-AF0E-4C0BCB6EDBCE}"/>
          </ac:graphicFrameMkLst>
        </pc:graphicFrameChg>
        <pc:graphicFrameChg chg="add mod">
          <ac:chgData name="翟 锐" userId="fef11181f709266a" providerId="LiveId" clId="{2E81BA7C-FE94-4A22-87B5-6F4BC241E56C}" dt="2020-10-24T14:39:44.980" v="845" actId="1076"/>
          <ac:graphicFrameMkLst>
            <pc:docMk/>
            <pc:sldMk cId="3714697" sldId="735"/>
            <ac:graphicFrameMk id="11" creationId="{B5814969-FC8A-4653-A4B1-EFC438831FA7}"/>
          </ac:graphicFrameMkLst>
        </pc:graphicFrameChg>
        <pc:graphicFrameChg chg="add del">
          <ac:chgData name="翟 锐" userId="fef11181f709266a" providerId="LiveId" clId="{2E81BA7C-FE94-4A22-87B5-6F4BC241E56C}" dt="2020-10-24T14:40:17.706" v="850" actId="22"/>
          <ac:graphicFrameMkLst>
            <pc:docMk/>
            <pc:sldMk cId="3714697" sldId="735"/>
            <ac:graphicFrameMk id="12" creationId="{C48324E3-7A22-4FDC-87DE-EAB1498559B3}"/>
          </ac:graphicFrameMkLst>
        </pc:graphicFrameChg>
      </pc:sldChg>
      <pc:sldChg chg="modSp add mod">
        <pc:chgData name="翟 锐" userId="fef11181f709266a" providerId="LiveId" clId="{2E81BA7C-FE94-4A22-87B5-6F4BC241E56C}" dt="2020-10-24T14:42:22.044" v="889" actId="6549"/>
        <pc:sldMkLst>
          <pc:docMk/>
          <pc:sldMk cId="4017562725" sldId="736"/>
        </pc:sldMkLst>
        <pc:spChg chg="mod">
          <ac:chgData name="翟 锐" userId="fef11181f709266a" providerId="LiveId" clId="{2E81BA7C-FE94-4A22-87B5-6F4BC241E56C}" dt="2020-10-24T14:42:22.044" v="889" actId="6549"/>
          <ac:spMkLst>
            <pc:docMk/>
            <pc:sldMk cId="4017562725" sldId="736"/>
            <ac:spMk id="2" creationId="{1A343DEC-CFF6-41F5-B87C-0DFC08C67B76}"/>
          </ac:spMkLst>
        </pc:spChg>
      </pc:sldChg>
      <pc:sldChg chg="delSp modSp add mod">
        <pc:chgData name="翟 锐" userId="fef11181f709266a" providerId="LiveId" clId="{2E81BA7C-FE94-4A22-87B5-6F4BC241E56C}" dt="2020-10-24T14:43:49.202" v="908" actId="1076"/>
        <pc:sldMkLst>
          <pc:docMk/>
          <pc:sldMk cId="2455366728" sldId="737"/>
        </pc:sldMkLst>
        <pc:picChg chg="del">
          <ac:chgData name="翟 锐" userId="fef11181f709266a" providerId="LiveId" clId="{2E81BA7C-FE94-4A22-87B5-6F4BC241E56C}" dt="2020-10-24T14:43:44.457" v="905" actId="478"/>
          <ac:picMkLst>
            <pc:docMk/>
            <pc:sldMk cId="2455366728" sldId="737"/>
            <ac:picMk id="3" creationId="{602C3D16-FF30-49F1-A34B-42189667B1FF}"/>
          </ac:picMkLst>
        </pc:picChg>
        <pc:picChg chg="mod">
          <ac:chgData name="翟 锐" userId="fef11181f709266a" providerId="LiveId" clId="{2E81BA7C-FE94-4A22-87B5-6F4BC241E56C}" dt="2020-10-24T14:43:49.202" v="908" actId="1076"/>
          <ac:picMkLst>
            <pc:docMk/>
            <pc:sldMk cId="2455366728" sldId="737"/>
            <ac:picMk id="4" creationId="{7A1AAE83-81C5-4AAA-8ACF-D131482ACF72}"/>
          </ac:picMkLst>
        </pc:picChg>
      </pc:sldChg>
      <pc:sldChg chg="modSp add mod">
        <pc:chgData name="翟 锐" userId="fef11181f709266a" providerId="LiveId" clId="{2E81BA7C-FE94-4A22-87B5-6F4BC241E56C}" dt="2020-10-24T14:45:30.235" v="933" actId="6549"/>
        <pc:sldMkLst>
          <pc:docMk/>
          <pc:sldMk cId="2352683905" sldId="738"/>
        </pc:sldMkLst>
        <pc:spChg chg="mod">
          <ac:chgData name="翟 锐" userId="fef11181f709266a" providerId="LiveId" clId="{2E81BA7C-FE94-4A22-87B5-6F4BC241E56C}" dt="2020-10-24T14:45:30.235" v="933" actId="6549"/>
          <ac:spMkLst>
            <pc:docMk/>
            <pc:sldMk cId="2352683905" sldId="738"/>
            <ac:spMk id="2" creationId="{1A343DEC-CFF6-41F5-B87C-0DFC08C67B76}"/>
          </ac:spMkLst>
        </pc:spChg>
      </pc:sldChg>
      <pc:sldChg chg="modSp add mod">
        <pc:chgData name="翟 锐" userId="fef11181f709266a" providerId="LiveId" clId="{2E81BA7C-FE94-4A22-87B5-6F4BC241E56C}" dt="2020-10-24T14:48:07.955" v="967" actId="15"/>
        <pc:sldMkLst>
          <pc:docMk/>
          <pc:sldMk cId="478409461" sldId="739"/>
        </pc:sldMkLst>
        <pc:spChg chg="mod">
          <ac:chgData name="翟 锐" userId="fef11181f709266a" providerId="LiveId" clId="{2E81BA7C-FE94-4A22-87B5-6F4BC241E56C}" dt="2020-10-24T14:48:07.955" v="967" actId="15"/>
          <ac:spMkLst>
            <pc:docMk/>
            <pc:sldMk cId="478409461" sldId="739"/>
            <ac:spMk id="2" creationId="{1A343DEC-CFF6-41F5-B87C-0DFC08C67B76}"/>
          </ac:spMkLst>
        </pc:spChg>
      </pc:sldChg>
      <pc:sldChg chg="modSp add mod">
        <pc:chgData name="翟 锐" userId="fef11181f709266a" providerId="LiveId" clId="{2E81BA7C-FE94-4A22-87B5-6F4BC241E56C}" dt="2020-10-24T14:51:33.024" v="1050" actId="15"/>
        <pc:sldMkLst>
          <pc:docMk/>
          <pc:sldMk cId="3636184159" sldId="740"/>
        </pc:sldMkLst>
        <pc:spChg chg="mod">
          <ac:chgData name="翟 锐" userId="fef11181f709266a" providerId="LiveId" clId="{2E81BA7C-FE94-4A22-87B5-6F4BC241E56C}" dt="2020-10-24T14:51:33.024" v="1050" actId="15"/>
          <ac:spMkLst>
            <pc:docMk/>
            <pc:sldMk cId="3636184159" sldId="740"/>
            <ac:spMk id="2" creationId="{1A343DEC-CFF6-41F5-B87C-0DFC08C67B76}"/>
          </ac:spMkLst>
        </pc:spChg>
        <pc:spChg chg="mod">
          <ac:chgData name="翟 锐" userId="fef11181f709266a" providerId="LiveId" clId="{2E81BA7C-FE94-4A22-87B5-6F4BC241E56C}" dt="2020-10-24T14:50:33.777" v="991"/>
          <ac:spMkLst>
            <pc:docMk/>
            <pc:sldMk cId="3636184159" sldId="740"/>
            <ac:spMk id="35" creationId="{00000000-0000-0000-0000-000000000000}"/>
          </ac:spMkLst>
        </pc:spChg>
      </pc:sldChg>
      <pc:sldChg chg="modSp add mod ord">
        <pc:chgData name="翟 锐" userId="fef11181f709266a" providerId="LiveId" clId="{2E81BA7C-FE94-4A22-87B5-6F4BC241E56C}" dt="2020-10-24T14:51:23.149" v="1047"/>
        <pc:sldMkLst>
          <pc:docMk/>
          <pc:sldMk cId="3284000370" sldId="741"/>
        </pc:sldMkLst>
        <pc:spChg chg="mod">
          <ac:chgData name="翟 锐" userId="fef11181f709266a" providerId="LiveId" clId="{2E81BA7C-FE94-4A22-87B5-6F4BC241E56C}" dt="2020-10-24T14:51:17.905" v="1045" actId="15"/>
          <ac:spMkLst>
            <pc:docMk/>
            <pc:sldMk cId="3284000370" sldId="741"/>
            <ac:spMk id="2" creationId="{1A343DEC-CFF6-41F5-B87C-0DFC08C67B76}"/>
          </ac:spMkLst>
        </pc:spChg>
      </pc:sldChg>
      <pc:sldChg chg="modSp add mod">
        <pc:chgData name="翟 锐" userId="fef11181f709266a" providerId="LiveId" clId="{2E81BA7C-FE94-4A22-87B5-6F4BC241E56C}" dt="2020-10-24T14:52:29.902" v="1062" actId="15"/>
        <pc:sldMkLst>
          <pc:docMk/>
          <pc:sldMk cId="4027401879" sldId="742"/>
        </pc:sldMkLst>
        <pc:spChg chg="mod">
          <ac:chgData name="翟 锐" userId="fef11181f709266a" providerId="LiveId" clId="{2E81BA7C-FE94-4A22-87B5-6F4BC241E56C}" dt="2020-10-24T14:52:29.902" v="1062" actId="15"/>
          <ac:spMkLst>
            <pc:docMk/>
            <pc:sldMk cId="4027401879" sldId="742"/>
            <ac:spMk id="2" creationId="{1A343DEC-CFF6-41F5-B87C-0DFC08C67B76}"/>
          </ac:spMkLst>
        </pc:spChg>
      </pc:sldChg>
      <pc:sldChg chg="modSp add mod">
        <pc:chgData name="翟 锐" userId="fef11181f709266a" providerId="LiveId" clId="{2E81BA7C-FE94-4A22-87B5-6F4BC241E56C}" dt="2020-10-24T14:53:19.199" v="1076" actId="20577"/>
        <pc:sldMkLst>
          <pc:docMk/>
          <pc:sldMk cId="2541876061" sldId="743"/>
        </pc:sldMkLst>
        <pc:spChg chg="mod">
          <ac:chgData name="翟 锐" userId="fef11181f709266a" providerId="LiveId" clId="{2E81BA7C-FE94-4A22-87B5-6F4BC241E56C}" dt="2020-10-24T14:53:19.199" v="1076" actId="20577"/>
          <ac:spMkLst>
            <pc:docMk/>
            <pc:sldMk cId="2541876061" sldId="743"/>
            <ac:spMk id="2" creationId="{1A343DEC-CFF6-41F5-B87C-0DFC08C67B76}"/>
          </ac:spMkLst>
        </pc:spChg>
      </pc:sldChg>
      <pc:sldChg chg="modSp add mod">
        <pc:chgData name="翟 锐" userId="fef11181f709266a" providerId="LiveId" clId="{2E81BA7C-FE94-4A22-87B5-6F4BC241E56C}" dt="2020-10-24T14:53:38.166" v="1089" actId="15"/>
        <pc:sldMkLst>
          <pc:docMk/>
          <pc:sldMk cId="810977986" sldId="744"/>
        </pc:sldMkLst>
        <pc:spChg chg="mod">
          <ac:chgData name="翟 锐" userId="fef11181f709266a" providerId="LiveId" clId="{2E81BA7C-FE94-4A22-87B5-6F4BC241E56C}" dt="2020-10-24T14:53:38.166" v="1089" actId="15"/>
          <ac:spMkLst>
            <pc:docMk/>
            <pc:sldMk cId="810977986" sldId="744"/>
            <ac:spMk id="2" creationId="{1A343DEC-CFF6-41F5-B87C-0DFC08C67B76}"/>
          </ac:spMkLst>
        </pc:spChg>
      </pc:sldChg>
    </pc:docChg>
  </pc:docChgLst>
  <pc:docChgLst>
    <pc:chgData name="翟 锐" userId="fef11181f709266a" providerId="LiveId" clId="{9186E0CD-109D-47DE-8883-49F901FD74B3}"/>
    <pc:docChg chg="undo redo custSel addSld delSld modSld sldOrd">
      <pc:chgData name="翟 锐" userId="fef11181f709266a" providerId="LiveId" clId="{9186E0CD-109D-47DE-8883-49F901FD74B3}" dt="2020-08-12T03:48:41.643" v="3108"/>
      <pc:docMkLst>
        <pc:docMk/>
      </pc:docMkLst>
      <pc:sldChg chg="addSp delSp modSp add mod addAnim delAnim modAnim">
        <pc:chgData name="翟 锐" userId="fef11181f709266a" providerId="LiveId" clId="{9186E0CD-109D-47DE-8883-49F901FD74B3}" dt="2020-08-11T07:42:40.751" v="623" actId="1076"/>
        <pc:sldMkLst>
          <pc:docMk/>
          <pc:sldMk cId="0" sldId="290"/>
        </pc:sldMkLst>
        <pc:spChg chg="add mod">
          <ac:chgData name="翟 锐" userId="fef11181f709266a" providerId="LiveId" clId="{9186E0CD-109D-47DE-8883-49F901FD74B3}" dt="2020-08-11T07:42:35.467" v="622" actId="113"/>
          <ac:spMkLst>
            <pc:docMk/>
            <pc:sldMk cId="0" sldId="290"/>
            <ac:spMk id="7" creationId="{3DB91AC8-EECE-4251-BCB3-636A753BE9E6}"/>
          </ac:spMkLst>
        </pc:spChg>
        <pc:spChg chg="mod">
          <ac:chgData name="翟 锐" userId="fef11181f709266a" providerId="LiveId" clId="{9186E0CD-109D-47DE-8883-49F901FD74B3}" dt="2020-08-11T07:35:24.905" v="217"/>
          <ac:spMkLst>
            <pc:docMk/>
            <pc:sldMk cId="0" sldId="290"/>
            <ac:spMk id="35" creationId="{00000000-0000-0000-0000-000000000000}"/>
          </ac:spMkLst>
        </pc:spChg>
        <pc:spChg chg="mod">
          <ac:chgData name="翟 锐" userId="fef11181f709266a" providerId="LiveId" clId="{9186E0CD-109D-47DE-8883-49F901FD74B3}" dt="2020-08-11T07:42:40.751" v="623" actId="1076"/>
          <ac:spMkLst>
            <pc:docMk/>
            <pc:sldMk cId="0" sldId="290"/>
            <ac:spMk id="6153" creationId="{00000000-0000-0000-0000-000000000000}"/>
          </ac:spMkLst>
        </pc:spChg>
        <pc:graphicFrameChg chg="add del">
          <ac:chgData name="翟 锐" userId="fef11181f709266a" providerId="LiveId" clId="{9186E0CD-109D-47DE-8883-49F901FD74B3}" dt="2020-08-11T07:42:01.537" v="611" actId="478"/>
          <ac:graphicFrameMkLst>
            <pc:docMk/>
            <pc:sldMk cId="0" sldId="290"/>
            <ac:graphicFrameMk id="3" creationId="{00000000-0000-0000-0000-000000000000}"/>
          </ac:graphicFrameMkLst>
        </pc:graphicFrameChg>
      </pc:sldChg>
      <pc:sldChg chg="del">
        <pc:chgData name="翟 锐" userId="fef11181f709266a" providerId="LiveId" clId="{9186E0CD-109D-47DE-8883-49F901FD74B3}" dt="2020-08-11T07:33:48.345" v="106" actId="47"/>
        <pc:sldMkLst>
          <pc:docMk/>
          <pc:sldMk cId="0" sldId="295"/>
        </pc:sldMkLst>
      </pc:sldChg>
      <pc:sldChg chg="modSp">
        <pc:chgData name="翟 锐" userId="fef11181f709266a" providerId="LiveId" clId="{9186E0CD-109D-47DE-8883-49F901FD74B3}" dt="2020-08-11T16:18:56.006" v="1175" actId="121"/>
        <pc:sldMkLst>
          <pc:docMk/>
          <pc:sldMk cId="0" sldId="301"/>
        </pc:sldMkLst>
        <pc:spChg chg="mod">
          <ac:chgData name="翟 锐" userId="fef11181f709266a" providerId="LiveId" clId="{9186E0CD-109D-47DE-8883-49F901FD74B3}" dt="2020-08-11T16:18:56.006" v="1175" actId="121"/>
          <ac:spMkLst>
            <pc:docMk/>
            <pc:sldMk cId="0" sldId="301"/>
            <ac:spMk id="14" creationId="{00000000-0000-0000-0000-000000000000}"/>
          </ac:spMkLst>
        </pc:spChg>
      </pc:sldChg>
      <pc:sldChg chg="del ord">
        <pc:chgData name="翟 锐" userId="fef11181f709266a" providerId="LiveId" clId="{9186E0CD-109D-47DE-8883-49F901FD74B3}" dt="2020-08-11T07:37:42.924" v="536" actId="47"/>
        <pc:sldMkLst>
          <pc:docMk/>
          <pc:sldMk cId="3866902672" sldId="437"/>
        </pc:sldMkLst>
      </pc:sldChg>
      <pc:sldChg chg="add del">
        <pc:chgData name="翟 锐" userId="fef11181f709266a" providerId="LiveId" clId="{9186E0CD-109D-47DE-8883-49F901FD74B3}" dt="2020-08-11T07:40:38.052" v="595" actId="47"/>
        <pc:sldMkLst>
          <pc:docMk/>
          <pc:sldMk cId="1600677709" sldId="439"/>
        </pc:sldMkLst>
      </pc:sldChg>
      <pc:sldChg chg="addSp delSp modSp del mod modAnim">
        <pc:chgData name="翟 锐" userId="fef11181f709266a" providerId="LiveId" clId="{9186E0CD-109D-47DE-8883-49F901FD74B3}" dt="2020-08-11T07:40:26.394" v="592" actId="47"/>
        <pc:sldMkLst>
          <pc:docMk/>
          <pc:sldMk cId="57447324" sldId="440"/>
        </pc:sldMkLst>
        <pc:spChg chg="add del">
          <ac:chgData name="翟 锐" userId="fef11181f709266a" providerId="LiveId" clId="{9186E0CD-109D-47DE-8883-49F901FD74B3}" dt="2020-08-11T07:40:00.868" v="587" actId="478"/>
          <ac:spMkLst>
            <pc:docMk/>
            <pc:sldMk cId="57447324" sldId="440"/>
            <ac:spMk id="2" creationId="{00000000-0000-0000-0000-000000000000}"/>
          </ac:spMkLst>
        </pc:spChg>
        <pc:spChg chg="add del mod">
          <ac:chgData name="翟 锐" userId="fef11181f709266a" providerId="LiveId" clId="{9186E0CD-109D-47DE-8883-49F901FD74B3}" dt="2020-08-11T07:40:01.386" v="588" actId="478"/>
          <ac:spMkLst>
            <pc:docMk/>
            <pc:sldMk cId="57447324" sldId="440"/>
            <ac:spMk id="3" creationId="{00000000-0000-0000-0000-000000000000}"/>
          </ac:spMkLst>
        </pc:spChg>
        <pc:spChg chg="mod">
          <ac:chgData name="翟 锐" userId="fef11181f709266a" providerId="LiveId" clId="{9186E0CD-109D-47DE-8883-49F901FD74B3}" dt="2020-08-11T07:40:00.419" v="586" actId="164"/>
          <ac:spMkLst>
            <pc:docMk/>
            <pc:sldMk cId="57447324" sldId="440"/>
            <ac:spMk id="6" creationId="{00000000-0000-0000-0000-000000000000}"/>
          </ac:spMkLst>
        </pc:spChg>
        <pc:spChg chg="mod">
          <ac:chgData name="翟 锐" userId="fef11181f709266a" providerId="LiveId" clId="{9186E0CD-109D-47DE-8883-49F901FD74B3}" dt="2020-08-11T07:40:00.419" v="586" actId="164"/>
          <ac:spMkLst>
            <pc:docMk/>
            <pc:sldMk cId="57447324" sldId="440"/>
            <ac:spMk id="9" creationId="{00000000-0000-0000-0000-000000000000}"/>
          </ac:spMkLst>
        </pc:spChg>
        <pc:spChg chg="mod">
          <ac:chgData name="翟 锐" userId="fef11181f709266a" providerId="LiveId" clId="{9186E0CD-109D-47DE-8883-49F901FD74B3}" dt="2020-08-11T07:40:00.419" v="586" actId="164"/>
          <ac:spMkLst>
            <pc:docMk/>
            <pc:sldMk cId="57447324" sldId="440"/>
            <ac:spMk id="12" creationId="{00000000-0000-0000-0000-000000000000}"/>
          </ac:spMkLst>
        </pc:spChg>
        <pc:spChg chg="mod">
          <ac:chgData name="翟 锐" userId="fef11181f709266a" providerId="LiveId" clId="{9186E0CD-109D-47DE-8883-49F901FD74B3}" dt="2020-08-11T07:40:00.419" v="586" actId="164"/>
          <ac:spMkLst>
            <pc:docMk/>
            <pc:sldMk cId="57447324" sldId="440"/>
            <ac:spMk id="23" creationId="{00000000-0000-0000-0000-000000000000}"/>
          </ac:spMkLst>
        </pc:spChg>
        <pc:grpChg chg="add del mod">
          <ac:chgData name="翟 锐" userId="fef11181f709266a" providerId="LiveId" clId="{9186E0CD-109D-47DE-8883-49F901FD74B3}" dt="2020-08-11T07:39:19.110" v="564" actId="164"/>
          <ac:grpSpMkLst>
            <pc:docMk/>
            <pc:sldMk cId="57447324" sldId="440"/>
            <ac:grpSpMk id="4" creationId="{300052F8-726D-48F3-970F-01C9BF14162B}"/>
          </ac:grpSpMkLst>
        </pc:grpChg>
        <pc:grpChg chg="add mod">
          <ac:chgData name="翟 锐" userId="fef11181f709266a" providerId="LiveId" clId="{9186E0CD-109D-47DE-8883-49F901FD74B3}" dt="2020-08-11T07:40:00.419" v="586" actId="164"/>
          <ac:grpSpMkLst>
            <pc:docMk/>
            <pc:sldMk cId="57447324" sldId="440"/>
            <ac:grpSpMk id="5" creationId="{D41FE99B-C493-4B3F-97D4-7BC8A548AEFB}"/>
          </ac:grpSpMkLst>
        </pc:grpChg>
        <pc:cxnChg chg="mod">
          <ac:chgData name="翟 锐" userId="fef11181f709266a" providerId="LiveId" clId="{9186E0CD-109D-47DE-8883-49F901FD74B3}" dt="2020-08-11T07:40:00.419" v="586" actId="164"/>
          <ac:cxnSpMkLst>
            <pc:docMk/>
            <pc:sldMk cId="57447324" sldId="440"/>
            <ac:cxnSpMk id="11" creationId="{00000000-0000-0000-0000-000000000000}"/>
          </ac:cxnSpMkLst>
        </pc:cxnChg>
        <pc:cxnChg chg="mod">
          <ac:chgData name="翟 锐" userId="fef11181f709266a" providerId="LiveId" clId="{9186E0CD-109D-47DE-8883-49F901FD74B3}" dt="2020-08-11T07:40:00.419" v="586" actId="164"/>
          <ac:cxnSpMkLst>
            <pc:docMk/>
            <pc:sldMk cId="57447324" sldId="440"/>
            <ac:cxnSpMk id="27" creationId="{00000000-0000-0000-0000-000000000000}"/>
          </ac:cxnSpMkLst>
        </pc:cxnChg>
        <pc:cxnChg chg="mod">
          <ac:chgData name="翟 锐" userId="fef11181f709266a" providerId="LiveId" clId="{9186E0CD-109D-47DE-8883-49F901FD74B3}" dt="2020-08-11T07:40:00.419" v="586" actId="164"/>
          <ac:cxnSpMkLst>
            <pc:docMk/>
            <pc:sldMk cId="57447324" sldId="440"/>
            <ac:cxnSpMk id="34" creationId="{00000000-0000-0000-0000-000000000000}"/>
          </ac:cxnSpMkLst>
        </pc:cxnChg>
        <pc:cxnChg chg="mod">
          <ac:chgData name="翟 锐" userId="fef11181f709266a" providerId="LiveId" clId="{9186E0CD-109D-47DE-8883-49F901FD74B3}" dt="2020-08-11T07:40:00.419" v="586" actId="164"/>
          <ac:cxnSpMkLst>
            <pc:docMk/>
            <pc:sldMk cId="57447324" sldId="440"/>
            <ac:cxnSpMk id="36" creationId="{00000000-0000-0000-0000-000000000000}"/>
          </ac:cxnSpMkLst>
        </pc:cxnChg>
      </pc:sldChg>
      <pc:sldChg chg="delSp del mod">
        <pc:chgData name="翟 锐" userId="fef11181f709266a" providerId="LiveId" clId="{9186E0CD-109D-47DE-8883-49F901FD74B3}" dt="2020-08-11T15:49:30.113" v="683" actId="47"/>
        <pc:sldMkLst>
          <pc:docMk/>
          <pc:sldMk cId="3489604609" sldId="442"/>
        </pc:sldMkLst>
        <pc:spChg chg="del">
          <ac:chgData name="翟 锐" userId="fef11181f709266a" providerId="LiveId" clId="{9186E0CD-109D-47DE-8883-49F901FD74B3}" dt="2020-08-11T15:49:13.566" v="679" actId="478"/>
          <ac:spMkLst>
            <pc:docMk/>
            <pc:sldMk cId="3489604609" sldId="442"/>
            <ac:spMk id="2" creationId="{00000000-0000-0000-0000-000000000000}"/>
          </ac:spMkLst>
        </pc:spChg>
      </pc:sldChg>
      <pc:sldChg chg="delSp del mod delAnim">
        <pc:chgData name="翟 锐" userId="fef11181f709266a" providerId="LiveId" clId="{9186E0CD-109D-47DE-8883-49F901FD74B3}" dt="2020-08-11T15:49:56.390" v="693" actId="47"/>
        <pc:sldMkLst>
          <pc:docMk/>
          <pc:sldMk cId="1981903711" sldId="443"/>
        </pc:sldMkLst>
        <pc:spChg chg="del">
          <ac:chgData name="翟 锐" userId="fef11181f709266a" providerId="LiveId" clId="{9186E0CD-109D-47DE-8883-49F901FD74B3}" dt="2020-08-11T15:49:47.496" v="689" actId="478"/>
          <ac:spMkLst>
            <pc:docMk/>
            <pc:sldMk cId="1981903711" sldId="443"/>
            <ac:spMk id="2" creationId="{00000000-0000-0000-0000-000000000000}"/>
          </ac:spMkLst>
        </pc:spChg>
        <pc:spChg chg="del">
          <ac:chgData name="翟 锐" userId="fef11181f709266a" providerId="LiveId" clId="{9186E0CD-109D-47DE-8883-49F901FD74B3}" dt="2020-08-11T15:49:49.348" v="690" actId="21"/>
          <ac:spMkLst>
            <pc:docMk/>
            <pc:sldMk cId="1981903711" sldId="443"/>
            <ac:spMk id="3" creationId="{00000000-0000-0000-0000-000000000000}"/>
          </ac:spMkLst>
        </pc:spChg>
        <pc:spChg chg="del">
          <ac:chgData name="翟 锐" userId="fef11181f709266a" providerId="LiveId" clId="{9186E0CD-109D-47DE-8883-49F901FD74B3}" dt="2020-08-11T15:49:49.348" v="690" actId="21"/>
          <ac:spMkLst>
            <pc:docMk/>
            <pc:sldMk cId="1981903711" sldId="443"/>
            <ac:spMk id="7" creationId="{00000000-0000-0000-0000-000000000000}"/>
          </ac:spMkLst>
        </pc:spChg>
        <pc:spChg chg="del">
          <ac:chgData name="翟 锐" userId="fef11181f709266a" providerId="LiveId" clId="{9186E0CD-109D-47DE-8883-49F901FD74B3}" dt="2020-08-11T15:49:49.348" v="690" actId="21"/>
          <ac:spMkLst>
            <pc:docMk/>
            <pc:sldMk cId="1981903711" sldId="443"/>
            <ac:spMk id="10" creationId="{00000000-0000-0000-0000-000000000000}"/>
          </ac:spMkLst>
        </pc:spChg>
        <pc:spChg chg="del">
          <ac:chgData name="翟 锐" userId="fef11181f709266a" providerId="LiveId" clId="{9186E0CD-109D-47DE-8883-49F901FD74B3}" dt="2020-08-11T15:49:49.348" v="690" actId="21"/>
          <ac:spMkLst>
            <pc:docMk/>
            <pc:sldMk cId="1981903711" sldId="443"/>
            <ac:spMk id="11" creationId="{00000000-0000-0000-0000-000000000000}"/>
          </ac:spMkLst>
        </pc:spChg>
        <pc:spChg chg="del">
          <ac:chgData name="翟 锐" userId="fef11181f709266a" providerId="LiveId" clId="{9186E0CD-109D-47DE-8883-49F901FD74B3}" dt="2020-08-11T15:49:49.348" v="690" actId="21"/>
          <ac:spMkLst>
            <pc:docMk/>
            <pc:sldMk cId="1981903711" sldId="443"/>
            <ac:spMk id="18" creationId="{00000000-0000-0000-0000-000000000000}"/>
          </ac:spMkLst>
        </pc:spChg>
        <pc:spChg chg="del">
          <ac:chgData name="翟 锐" userId="fef11181f709266a" providerId="LiveId" clId="{9186E0CD-109D-47DE-8883-49F901FD74B3}" dt="2020-08-11T15:49:49.348" v="690" actId="21"/>
          <ac:spMkLst>
            <pc:docMk/>
            <pc:sldMk cId="1981903711" sldId="443"/>
            <ac:spMk id="39" creationId="{00000000-0000-0000-0000-000000000000}"/>
          </ac:spMkLst>
        </pc:spChg>
        <pc:spChg chg="del">
          <ac:chgData name="翟 锐" userId="fef11181f709266a" providerId="LiveId" clId="{9186E0CD-109D-47DE-8883-49F901FD74B3}" dt="2020-08-11T15:49:49.348" v="690" actId="21"/>
          <ac:spMkLst>
            <pc:docMk/>
            <pc:sldMk cId="1981903711" sldId="443"/>
            <ac:spMk id="40" creationId="{00000000-0000-0000-0000-000000000000}"/>
          </ac:spMkLst>
        </pc:spChg>
        <pc:cxnChg chg="del">
          <ac:chgData name="翟 锐" userId="fef11181f709266a" providerId="LiveId" clId="{9186E0CD-109D-47DE-8883-49F901FD74B3}" dt="2020-08-11T15:49:49.348" v="690" actId="21"/>
          <ac:cxnSpMkLst>
            <pc:docMk/>
            <pc:sldMk cId="1981903711" sldId="443"/>
            <ac:cxnSpMk id="8" creationId="{00000000-0000-0000-0000-000000000000}"/>
          </ac:cxnSpMkLst>
        </pc:cxnChg>
        <pc:cxnChg chg="del">
          <ac:chgData name="翟 锐" userId="fef11181f709266a" providerId="LiveId" clId="{9186E0CD-109D-47DE-8883-49F901FD74B3}" dt="2020-08-11T15:49:49.348" v="690" actId="21"/>
          <ac:cxnSpMkLst>
            <pc:docMk/>
            <pc:sldMk cId="1981903711" sldId="443"/>
            <ac:cxnSpMk id="15" creationId="{00000000-0000-0000-0000-000000000000}"/>
          </ac:cxnSpMkLst>
        </pc:cxnChg>
      </pc:sldChg>
      <pc:sldChg chg="del">
        <pc:chgData name="翟 锐" userId="fef11181f709266a" providerId="LiveId" clId="{9186E0CD-109D-47DE-8883-49F901FD74B3}" dt="2020-08-11T15:51:04.680" v="714" actId="47"/>
        <pc:sldMkLst>
          <pc:docMk/>
          <pc:sldMk cId="2642754931" sldId="444"/>
        </pc:sldMkLst>
      </pc:sldChg>
      <pc:sldChg chg="delSp del mod delAnim">
        <pc:chgData name="翟 锐" userId="fef11181f709266a" providerId="LiveId" clId="{9186E0CD-109D-47DE-8883-49F901FD74B3}" dt="2020-08-11T15:51:00.471" v="713" actId="47"/>
        <pc:sldMkLst>
          <pc:docMk/>
          <pc:sldMk cId="1163326110" sldId="445"/>
        </pc:sldMkLst>
        <pc:spChg chg="del">
          <ac:chgData name="翟 锐" userId="fef11181f709266a" providerId="LiveId" clId="{9186E0CD-109D-47DE-8883-49F901FD74B3}" dt="2020-08-11T15:50:50.948" v="709" actId="478"/>
          <ac:spMkLst>
            <pc:docMk/>
            <pc:sldMk cId="1163326110" sldId="445"/>
            <ac:spMk id="2" creationId="{00000000-0000-0000-0000-000000000000}"/>
          </ac:spMkLst>
        </pc:spChg>
        <pc:spChg chg="del">
          <ac:chgData name="翟 锐" userId="fef11181f709266a" providerId="LiveId" clId="{9186E0CD-109D-47DE-8883-49F901FD74B3}" dt="2020-08-11T15:50:52.930" v="710" actId="21"/>
          <ac:spMkLst>
            <pc:docMk/>
            <pc:sldMk cId="1163326110" sldId="445"/>
            <ac:spMk id="4" creationId="{4BCB4C9D-B4DF-4A6D-9A40-5334545A8735}"/>
          </ac:spMkLst>
        </pc:spChg>
        <pc:spChg chg="del">
          <ac:chgData name="翟 锐" userId="fef11181f709266a" providerId="LiveId" clId="{9186E0CD-109D-47DE-8883-49F901FD74B3}" dt="2020-08-11T15:50:52.930" v="710" actId="21"/>
          <ac:spMkLst>
            <pc:docMk/>
            <pc:sldMk cId="1163326110" sldId="445"/>
            <ac:spMk id="7" creationId="{0E001466-A501-4973-B0FD-8610D4A03F54}"/>
          </ac:spMkLst>
        </pc:spChg>
        <pc:spChg chg="del">
          <ac:chgData name="翟 锐" userId="fef11181f709266a" providerId="LiveId" clId="{9186E0CD-109D-47DE-8883-49F901FD74B3}" dt="2020-08-11T15:50:52.930" v="710" actId="21"/>
          <ac:spMkLst>
            <pc:docMk/>
            <pc:sldMk cId="1163326110" sldId="445"/>
            <ac:spMk id="14" creationId="{00000000-0000-0000-0000-000000000000}"/>
          </ac:spMkLst>
        </pc:spChg>
      </pc:sldChg>
      <pc:sldChg chg="delSp del mod delAnim">
        <pc:chgData name="翟 锐" userId="fef11181f709266a" providerId="LiveId" clId="{9186E0CD-109D-47DE-8883-49F901FD74B3}" dt="2020-08-11T15:51:38.631" v="729" actId="47"/>
        <pc:sldMkLst>
          <pc:docMk/>
          <pc:sldMk cId="426447162" sldId="446"/>
        </pc:sldMkLst>
        <pc:spChg chg="del">
          <ac:chgData name="翟 锐" userId="fef11181f709266a" providerId="LiveId" clId="{9186E0CD-109D-47DE-8883-49F901FD74B3}" dt="2020-08-11T15:51:29.783" v="725" actId="478"/>
          <ac:spMkLst>
            <pc:docMk/>
            <pc:sldMk cId="426447162" sldId="446"/>
            <ac:spMk id="2" creationId="{00000000-0000-0000-0000-000000000000}"/>
          </ac:spMkLst>
        </pc:spChg>
        <pc:spChg chg="del">
          <ac:chgData name="翟 锐" userId="fef11181f709266a" providerId="LiveId" clId="{9186E0CD-109D-47DE-8883-49F901FD74B3}" dt="2020-08-11T15:51:31.653" v="726" actId="21"/>
          <ac:spMkLst>
            <pc:docMk/>
            <pc:sldMk cId="426447162" sldId="446"/>
            <ac:spMk id="3" creationId="{00000000-0000-0000-0000-000000000000}"/>
          </ac:spMkLst>
        </pc:spChg>
        <pc:spChg chg="del">
          <ac:chgData name="翟 锐" userId="fef11181f709266a" providerId="LiveId" clId="{9186E0CD-109D-47DE-8883-49F901FD74B3}" dt="2020-08-11T15:51:31.653" v="726" actId="21"/>
          <ac:spMkLst>
            <pc:docMk/>
            <pc:sldMk cId="426447162" sldId="446"/>
            <ac:spMk id="6" creationId="{00000000-0000-0000-0000-000000000000}"/>
          </ac:spMkLst>
        </pc:spChg>
        <pc:spChg chg="del">
          <ac:chgData name="翟 锐" userId="fef11181f709266a" providerId="LiveId" clId="{9186E0CD-109D-47DE-8883-49F901FD74B3}" dt="2020-08-11T15:51:31.653" v="726" actId="21"/>
          <ac:spMkLst>
            <pc:docMk/>
            <pc:sldMk cId="426447162" sldId="446"/>
            <ac:spMk id="7" creationId="{00000000-0000-0000-0000-000000000000}"/>
          </ac:spMkLst>
        </pc:spChg>
        <pc:spChg chg="del">
          <ac:chgData name="翟 锐" userId="fef11181f709266a" providerId="LiveId" clId="{9186E0CD-109D-47DE-8883-49F901FD74B3}" dt="2020-08-11T15:51:31.653" v="726" actId="21"/>
          <ac:spMkLst>
            <pc:docMk/>
            <pc:sldMk cId="426447162" sldId="446"/>
            <ac:spMk id="14" creationId="{00000000-0000-0000-0000-000000000000}"/>
          </ac:spMkLst>
        </pc:spChg>
      </pc:sldChg>
      <pc:sldChg chg="delSp del mod">
        <pc:chgData name="翟 锐" userId="fef11181f709266a" providerId="LiveId" clId="{9186E0CD-109D-47DE-8883-49F901FD74B3}" dt="2020-08-11T16:21:28.592" v="1231" actId="47"/>
        <pc:sldMkLst>
          <pc:docMk/>
          <pc:sldMk cId="3935069937" sldId="449"/>
        </pc:sldMkLst>
        <pc:spChg chg="del">
          <ac:chgData name="翟 锐" userId="fef11181f709266a" providerId="LiveId" clId="{9186E0CD-109D-47DE-8883-49F901FD74B3}" dt="2020-08-11T16:21:11.031" v="1212" actId="478"/>
          <ac:spMkLst>
            <pc:docMk/>
            <pc:sldMk cId="3935069937" sldId="449"/>
            <ac:spMk id="2" creationId="{00000000-0000-0000-0000-000000000000}"/>
          </ac:spMkLst>
        </pc:spChg>
        <pc:spChg chg="del">
          <ac:chgData name="翟 锐" userId="fef11181f709266a" providerId="LiveId" clId="{9186E0CD-109D-47DE-8883-49F901FD74B3}" dt="2020-08-11T16:21:12.947" v="1213" actId="21"/>
          <ac:spMkLst>
            <pc:docMk/>
            <pc:sldMk cId="3935069937" sldId="449"/>
            <ac:spMk id="3" creationId="{00000000-0000-0000-0000-000000000000}"/>
          </ac:spMkLst>
        </pc:spChg>
        <pc:spChg chg="del">
          <ac:chgData name="翟 锐" userId="fef11181f709266a" providerId="LiveId" clId="{9186E0CD-109D-47DE-8883-49F901FD74B3}" dt="2020-08-11T16:21:12.947" v="1213" actId="21"/>
          <ac:spMkLst>
            <pc:docMk/>
            <pc:sldMk cId="3935069937" sldId="449"/>
            <ac:spMk id="6" creationId="{00000000-0000-0000-0000-000000000000}"/>
          </ac:spMkLst>
        </pc:spChg>
        <pc:spChg chg="del">
          <ac:chgData name="翟 锐" userId="fef11181f709266a" providerId="LiveId" clId="{9186E0CD-109D-47DE-8883-49F901FD74B3}" dt="2020-08-11T16:21:12.947" v="1213" actId="21"/>
          <ac:spMkLst>
            <pc:docMk/>
            <pc:sldMk cId="3935069937" sldId="449"/>
            <ac:spMk id="7" creationId="{00000000-0000-0000-0000-000000000000}"/>
          </ac:spMkLst>
        </pc:spChg>
      </pc:sldChg>
      <pc:sldChg chg="delSp modSp del mod">
        <pc:chgData name="翟 锐" userId="fef11181f709266a" providerId="LiveId" clId="{9186E0CD-109D-47DE-8883-49F901FD74B3}" dt="2020-08-11T16:12:48.840" v="1061" actId="47"/>
        <pc:sldMkLst>
          <pc:docMk/>
          <pc:sldMk cId="3704659470" sldId="450"/>
        </pc:sldMkLst>
        <pc:spChg chg="del">
          <ac:chgData name="翟 锐" userId="fef11181f709266a" providerId="LiveId" clId="{9186E0CD-109D-47DE-8883-49F901FD74B3}" dt="2020-08-11T16:12:38.750" v="1057" actId="21"/>
          <ac:spMkLst>
            <pc:docMk/>
            <pc:sldMk cId="3704659470" sldId="450"/>
            <ac:spMk id="3" creationId="{00000000-0000-0000-0000-000000000000}"/>
          </ac:spMkLst>
        </pc:spChg>
        <pc:spChg chg="del">
          <ac:chgData name="翟 锐" userId="fef11181f709266a" providerId="LiveId" clId="{9186E0CD-109D-47DE-8883-49F901FD74B3}" dt="2020-08-11T16:12:38.750" v="1057" actId="21"/>
          <ac:spMkLst>
            <pc:docMk/>
            <pc:sldMk cId="3704659470" sldId="450"/>
            <ac:spMk id="6" creationId="{00000000-0000-0000-0000-000000000000}"/>
          </ac:spMkLst>
        </pc:spChg>
        <pc:spChg chg="mod">
          <ac:chgData name="翟 锐" userId="fef11181f709266a" providerId="LiveId" clId="{9186E0CD-109D-47DE-8883-49F901FD74B3}" dt="2020-08-11T16:12:25.834" v="1053" actId="21"/>
          <ac:spMkLst>
            <pc:docMk/>
            <pc:sldMk cId="3704659470" sldId="450"/>
            <ac:spMk id="7" creationId="{00000000-0000-0000-0000-000000000000}"/>
          </ac:spMkLst>
        </pc:spChg>
        <pc:spChg chg="del">
          <ac:chgData name="翟 锐" userId="fef11181f709266a" providerId="LiveId" clId="{9186E0CD-109D-47DE-8883-49F901FD74B3}" dt="2020-08-11T16:12:38.750" v="1057" actId="21"/>
          <ac:spMkLst>
            <pc:docMk/>
            <pc:sldMk cId="3704659470" sldId="450"/>
            <ac:spMk id="8" creationId="{00000000-0000-0000-0000-000000000000}"/>
          </ac:spMkLst>
        </pc:spChg>
      </pc:sldChg>
      <pc:sldChg chg="delSp modSp del mod">
        <pc:chgData name="翟 锐" userId="fef11181f709266a" providerId="LiveId" clId="{9186E0CD-109D-47DE-8883-49F901FD74B3}" dt="2020-08-11T16:13:27.747" v="1073" actId="47"/>
        <pc:sldMkLst>
          <pc:docMk/>
          <pc:sldMk cId="2992108541" sldId="451"/>
        </pc:sldMkLst>
        <pc:spChg chg="del">
          <ac:chgData name="翟 锐" userId="fef11181f709266a" providerId="LiveId" clId="{9186E0CD-109D-47DE-8883-49F901FD74B3}" dt="2020-08-11T16:13:08.778" v="1070" actId="21"/>
          <ac:spMkLst>
            <pc:docMk/>
            <pc:sldMk cId="2992108541" sldId="451"/>
            <ac:spMk id="2" creationId="{00000000-0000-0000-0000-000000000000}"/>
          </ac:spMkLst>
        </pc:spChg>
        <pc:spChg chg="del">
          <ac:chgData name="翟 锐" userId="fef11181f709266a" providerId="LiveId" clId="{9186E0CD-109D-47DE-8883-49F901FD74B3}" dt="2020-08-11T16:13:08.778" v="1070" actId="21"/>
          <ac:spMkLst>
            <pc:docMk/>
            <pc:sldMk cId="2992108541" sldId="451"/>
            <ac:spMk id="3" creationId="{00000000-0000-0000-0000-000000000000}"/>
          </ac:spMkLst>
        </pc:spChg>
        <pc:spChg chg="del">
          <ac:chgData name="翟 锐" userId="fef11181f709266a" providerId="LiveId" clId="{9186E0CD-109D-47DE-8883-49F901FD74B3}" dt="2020-08-11T16:13:08.778" v="1070" actId="21"/>
          <ac:spMkLst>
            <pc:docMk/>
            <pc:sldMk cId="2992108541" sldId="451"/>
            <ac:spMk id="6" creationId="{00000000-0000-0000-0000-000000000000}"/>
          </ac:spMkLst>
        </pc:spChg>
        <pc:spChg chg="mod">
          <ac:chgData name="翟 锐" userId="fef11181f709266a" providerId="LiveId" clId="{9186E0CD-109D-47DE-8883-49F901FD74B3}" dt="2020-08-11T16:12:56.728" v="1063" actId="21"/>
          <ac:spMkLst>
            <pc:docMk/>
            <pc:sldMk cId="2992108541" sldId="451"/>
            <ac:spMk id="7" creationId="{00000000-0000-0000-0000-000000000000}"/>
          </ac:spMkLst>
        </pc:spChg>
        <pc:spChg chg="del">
          <ac:chgData name="翟 锐" userId="fef11181f709266a" providerId="LiveId" clId="{9186E0CD-109D-47DE-8883-49F901FD74B3}" dt="2020-08-11T16:13:08.778" v="1070" actId="21"/>
          <ac:spMkLst>
            <pc:docMk/>
            <pc:sldMk cId="2992108541" sldId="451"/>
            <ac:spMk id="8" creationId="{00000000-0000-0000-0000-000000000000}"/>
          </ac:spMkLst>
        </pc:spChg>
        <pc:spChg chg="del">
          <ac:chgData name="翟 锐" userId="fef11181f709266a" providerId="LiveId" clId="{9186E0CD-109D-47DE-8883-49F901FD74B3}" dt="2020-08-11T16:13:08.778" v="1070" actId="21"/>
          <ac:spMkLst>
            <pc:docMk/>
            <pc:sldMk cId="2992108541" sldId="451"/>
            <ac:spMk id="9" creationId="{00000000-0000-0000-0000-000000000000}"/>
          </ac:spMkLst>
        </pc:spChg>
        <pc:spChg chg="del">
          <ac:chgData name="翟 锐" userId="fef11181f709266a" providerId="LiveId" clId="{9186E0CD-109D-47DE-8883-49F901FD74B3}" dt="2020-08-11T16:13:08.778" v="1070" actId="21"/>
          <ac:spMkLst>
            <pc:docMk/>
            <pc:sldMk cId="2992108541" sldId="451"/>
            <ac:spMk id="10" creationId="{00000000-0000-0000-0000-000000000000}"/>
          </ac:spMkLst>
        </pc:spChg>
        <pc:cxnChg chg="del mod">
          <ac:chgData name="翟 锐" userId="fef11181f709266a" providerId="LiveId" clId="{9186E0CD-109D-47DE-8883-49F901FD74B3}" dt="2020-08-11T16:13:08.778" v="1070" actId="21"/>
          <ac:cxnSpMkLst>
            <pc:docMk/>
            <pc:sldMk cId="2992108541" sldId="451"/>
            <ac:cxnSpMk id="12" creationId="{00000000-0000-0000-0000-000000000000}"/>
          </ac:cxnSpMkLst>
        </pc:cxnChg>
        <pc:cxnChg chg="del mod">
          <ac:chgData name="翟 锐" userId="fef11181f709266a" providerId="LiveId" clId="{9186E0CD-109D-47DE-8883-49F901FD74B3}" dt="2020-08-11T16:13:08.778" v="1070" actId="21"/>
          <ac:cxnSpMkLst>
            <pc:docMk/>
            <pc:sldMk cId="2992108541" sldId="451"/>
            <ac:cxnSpMk id="13" creationId="{00000000-0000-0000-0000-000000000000}"/>
          </ac:cxnSpMkLst>
        </pc:cxnChg>
      </pc:sldChg>
      <pc:sldChg chg="add del">
        <pc:chgData name="翟 锐" userId="fef11181f709266a" providerId="LiveId" clId="{9186E0CD-109D-47DE-8883-49F901FD74B3}" dt="2020-08-12T03:38:04.210" v="2734" actId="2696"/>
        <pc:sldMkLst>
          <pc:docMk/>
          <pc:sldMk cId="1023191131" sldId="452"/>
        </pc:sldMkLst>
      </pc:sldChg>
      <pc:sldChg chg="delSp add del mod delAnim">
        <pc:chgData name="翟 锐" userId="fef11181f709266a" providerId="LiveId" clId="{9186E0CD-109D-47DE-8883-49F901FD74B3}" dt="2020-08-12T03:39:06.457" v="2749" actId="47"/>
        <pc:sldMkLst>
          <pc:docMk/>
          <pc:sldMk cId="1278328428" sldId="452"/>
        </pc:sldMkLst>
        <pc:spChg chg="del">
          <ac:chgData name="翟 锐" userId="fef11181f709266a" providerId="LiveId" clId="{9186E0CD-109D-47DE-8883-49F901FD74B3}" dt="2020-08-12T03:38:40.729" v="2741" actId="478"/>
          <ac:spMkLst>
            <pc:docMk/>
            <pc:sldMk cId="1278328428" sldId="452"/>
            <ac:spMk id="2" creationId="{00000000-0000-0000-0000-000000000000}"/>
          </ac:spMkLst>
        </pc:spChg>
        <pc:spChg chg="del">
          <ac:chgData name="翟 锐" userId="fef11181f709266a" providerId="LiveId" clId="{9186E0CD-109D-47DE-8883-49F901FD74B3}" dt="2020-08-12T03:38:46.094" v="2743" actId="21"/>
          <ac:spMkLst>
            <pc:docMk/>
            <pc:sldMk cId="1278328428" sldId="452"/>
            <ac:spMk id="3" creationId="{00000000-0000-0000-0000-000000000000}"/>
          </ac:spMkLst>
        </pc:spChg>
        <pc:spChg chg="del">
          <ac:chgData name="翟 锐" userId="fef11181f709266a" providerId="LiveId" clId="{9186E0CD-109D-47DE-8883-49F901FD74B3}" dt="2020-08-12T03:38:46.094" v="2743" actId="21"/>
          <ac:spMkLst>
            <pc:docMk/>
            <pc:sldMk cId="1278328428" sldId="452"/>
            <ac:spMk id="6" creationId="{00000000-0000-0000-0000-000000000000}"/>
          </ac:spMkLst>
        </pc:spChg>
        <pc:spChg chg="del">
          <ac:chgData name="翟 锐" userId="fef11181f709266a" providerId="LiveId" clId="{9186E0CD-109D-47DE-8883-49F901FD74B3}" dt="2020-08-12T03:38:46.094" v="2743" actId="21"/>
          <ac:spMkLst>
            <pc:docMk/>
            <pc:sldMk cId="1278328428" sldId="452"/>
            <ac:spMk id="9" creationId="{00000000-0000-0000-0000-000000000000}"/>
          </ac:spMkLst>
        </pc:spChg>
        <pc:spChg chg="del">
          <ac:chgData name="翟 锐" userId="fef11181f709266a" providerId="LiveId" clId="{9186E0CD-109D-47DE-8883-49F901FD74B3}" dt="2020-08-12T03:38:46.094" v="2743" actId="21"/>
          <ac:spMkLst>
            <pc:docMk/>
            <pc:sldMk cId="1278328428" sldId="452"/>
            <ac:spMk id="10" creationId="{00000000-0000-0000-0000-000000000000}"/>
          </ac:spMkLst>
        </pc:spChg>
        <pc:spChg chg="del">
          <ac:chgData name="翟 锐" userId="fef11181f709266a" providerId="LiveId" clId="{9186E0CD-109D-47DE-8883-49F901FD74B3}" dt="2020-08-12T03:38:46.094" v="2743" actId="21"/>
          <ac:spMkLst>
            <pc:docMk/>
            <pc:sldMk cId="1278328428" sldId="452"/>
            <ac:spMk id="11" creationId="{00000000-0000-0000-0000-000000000000}"/>
          </ac:spMkLst>
        </pc:spChg>
        <pc:spChg chg="del">
          <ac:chgData name="翟 锐" userId="fef11181f709266a" providerId="LiveId" clId="{9186E0CD-109D-47DE-8883-49F901FD74B3}" dt="2020-08-12T03:38:46.094" v="2743" actId="21"/>
          <ac:spMkLst>
            <pc:docMk/>
            <pc:sldMk cId="1278328428" sldId="452"/>
            <ac:spMk id="12" creationId="{00000000-0000-0000-0000-000000000000}"/>
          </ac:spMkLst>
        </pc:spChg>
        <pc:spChg chg="del">
          <ac:chgData name="翟 锐" userId="fef11181f709266a" providerId="LiveId" clId="{9186E0CD-109D-47DE-8883-49F901FD74B3}" dt="2020-08-12T03:38:43.722" v="2742" actId="478"/>
          <ac:spMkLst>
            <pc:docMk/>
            <pc:sldMk cId="1278328428" sldId="452"/>
            <ac:spMk id="14" creationId="{00000000-0000-0000-0000-000000000000}"/>
          </ac:spMkLst>
        </pc:spChg>
        <pc:cxnChg chg="del">
          <ac:chgData name="翟 锐" userId="fef11181f709266a" providerId="LiveId" clId="{9186E0CD-109D-47DE-8883-49F901FD74B3}" dt="2020-08-12T03:38:46.094" v="2743" actId="21"/>
          <ac:cxnSpMkLst>
            <pc:docMk/>
            <pc:sldMk cId="1278328428" sldId="452"/>
            <ac:cxnSpMk id="13" creationId="{00000000-0000-0000-0000-000000000000}"/>
          </ac:cxnSpMkLst>
        </pc:cxnChg>
        <pc:cxnChg chg="del">
          <ac:chgData name="翟 锐" userId="fef11181f709266a" providerId="LiveId" clId="{9186E0CD-109D-47DE-8883-49F901FD74B3}" dt="2020-08-12T03:38:46.094" v="2743" actId="21"/>
          <ac:cxnSpMkLst>
            <pc:docMk/>
            <pc:sldMk cId="1278328428" sldId="452"/>
            <ac:cxnSpMk id="15" creationId="{00000000-0000-0000-0000-000000000000}"/>
          </ac:cxnSpMkLst>
        </pc:cxnChg>
      </pc:sldChg>
      <pc:sldChg chg="add del">
        <pc:chgData name="翟 锐" userId="fef11181f709266a" providerId="LiveId" clId="{9186E0CD-109D-47DE-8883-49F901FD74B3}" dt="2020-08-12T03:40:50.469" v="2763"/>
        <pc:sldMkLst>
          <pc:docMk/>
          <pc:sldMk cId="1492706189" sldId="453"/>
        </pc:sldMkLst>
      </pc:sldChg>
      <pc:sldChg chg="delSp add del mod delAnim">
        <pc:chgData name="翟 锐" userId="fef11181f709266a" providerId="LiveId" clId="{9186E0CD-109D-47DE-8883-49F901FD74B3}" dt="2020-08-12T03:42:03.935" v="2774" actId="47"/>
        <pc:sldMkLst>
          <pc:docMk/>
          <pc:sldMk cId="2640597370" sldId="453"/>
        </pc:sldMkLst>
        <pc:spChg chg="del">
          <ac:chgData name="翟 锐" userId="fef11181f709266a" providerId="LiveId" clId="{9186E0CD-109D-47DE-8883-49F901FD74B3}" dt="2020-08-12T03:41:49.358" v="2770" actId="21"/>
          <ac:spMkLst>
            <pc:docMk/>
            <pc:sldMk cId="2640597370" sldId="453"/>
            <ac:spMk id="3" creationId="{00000000-0000-0000-0000-000000000000}"/>
          </ac:spMkLst>
        </pc:spChg>
        <pc:spChg chg="del">
          <ac:chgData name="翟 锐" userId="fef11181f709266a" providerId="LiveId" clId="{9186E0CD-109D-47DE-8883-49F901FD74B3}" dt="2020-08-12T03:41:49.358" v="2770" actId="21"/>
          <ac:spMkLst>
            <pc:docMk/>
            <pc:sldMk cId="2640597370" sldId="453"/>
            <ac:spMk id="6" creationId="{00000000-0000-0000-0000-000000000000}"/>
          </ac:spMkLst>
        </pc:spChg>
        <pc:spChg chg="del">
          <ac:chgData name="翟 锐" userId="fef11181f709266a" providerId="LiveId" clId="{9186E0CD-109D-47DE-8883-49F901FD74B3}" dt="2020-08-12T03:41:49.358" v="2770" actId="21"/>
          <ac:spMkLst>
            <pc:docMk/>
            <pc:sldMk cId="2640597370" sldId="453"/>
            <ac:spMk id="9" creationId="{00000000-0000-0000-0000-000000000000}"/>
          </ac:spMkLst>
        </pc:spChg>
        <pc:spChg chg="del">
          <ac:chgData name="翟 锐" userId="fef11181f709266a" providerId="LiveId" clId="{9186E0CD-109D-47DE-8883-49F901FD74B3}" dt="2020-08-12T03:41:49.358" v="2770" actId="21"/>
          <ac:spMkLst>
            <pc:docMk/>
            <pc:sldMk cId="2640597370" sldId="453"/>
            <ac:spMk id="10" creationId="{00000000-0000-0000-0000-000000000000}"/>
          </ac:spMkLst>
        </pc:spChg>
        <pc:spChg chg="del">
          <ac:chgData name="翟 锐" userId="fef11181f709266a" providerId="LiveId" clId="{9186E0CD-109D-47DE-8883-49F901FD74B3}" dt="2020-08-12T03:41:49.358" v="2770" actId="21"/>
          <ac:spMkLst>
            <pc:docMk/>
            <pc:sldMk cId="2640597370" sldId="453"/>
            <ac:spMk id="12" creationId="{00000000-0000-0000-0000-000000000000}"/>
          </ac:spMkLst>
        </pc:spChg>
        <pc:spChg chg="del">
          <ac:chgData name="翟 锐" userId="fef11181f709266a" providerId="LiveId" clId="{9186E0CD-109D-47DE-8883-49F901FD74B3}" dt="2020-08-12T03:41:49.358" v="2770" actId="21"/>
          <ac:spMkLst>
            <pc:docMk/>
            <pc:sldMk cId="2640597370" sldId="453"/>
            <ac:spMk id="14" creationId="{00000000-0000-0000-0000-000000000000}"/>
          </ac:spMkLst>
        </pc:spChg>
        <pc:spChg chg="del">
          <ac:chgData name="翟 锐" userId="fef11181f709266a" providerId="LiveId" clId="{9186E0CD-109D-47DE-8883-49F901FD74B3}" dt="2020-08-12T03:41:49.358" v="2770" actId="21"/>
          <ac:spMkLst>
            <pc:docMk/>
            <pc:sldMk cId="2640597370" sldId="453"/>
            <ac:spMk id="19" creationId="{00000000-0000-0000-0000-000000000000}"/>
          </ac:spMkLst>
        </pc:spChg>
        <pc:cxnChg chg="del">
          <ac:chgData name="翟 锐" userId="fef11181f709266a" providerId="LiveId" clId="{9186E0CD-109D-47DE-8883-49F901FD74B3}" dt="2020-08-12T03:41:49.358" v="2770" actId="21"/>
          <ac:cxnSpMkLst>
            <pc:docMk/>
            <pc:sldMk cId="2640597370" sldId="453"/>
            <ac:cxnSpMk id="13" creationId="{00000000-0000-0000-0000-000000000000}"/>
          </ac:cxnSpMkLst>
        </pc:cxnChg>
        <pc:cxnChg chg="del">
          <ac:chgData name="翟 锐" userId="fef11181f709266a" providerId="LiveId" clId="{9186E0CD-109D-47DE-8883-49F901FD74B3}" dt="2020-08-12T03:41:49.358" v="2770" actId="21"/>
          <ac:cxnSpMkLst>
            <pc:docMk/>
            <pc:sldMk cId="2640597370" sldId="453"/>
            <ac:cxnSpMk id="15" creationId="{00000000-0000-0000-0000-000000000000}"/>
          </ac:cxnSpMkLst>
        </pc:cxnChg>
      </pc:sldChg>
      <pc:sldChg chg="del">
        <pc:chgData name="翟 锐" userId="fef11181f709266a" providerId="LiveId" clId="{9186E0CD-109D-47DE-8883-49F901FD74B3}" dt="2020-08-11T07:22:31.895" v="1" actId="47"/>
        <pc:sldMkLst>
          <pc:docMk/>
          <pc:sldMk cId="1966385023" sldId="456"/>
        </pc:sldMkLst>
      </pc:sldChg>
      <pc:sldChg chg="del">
        <pc:chgData name="翟 锐" userId="fef11181f709266a" providerId="LiveId" clId="{9186E0CD-109D-47DE-8883-49F901FD74B3}" dt="2020-08-12T03:34:13.436" v="2580" actId="47"/>
        <pc:sldMkLst>
          <pc:docMk/>
          <pc:sldMk cId="0" sldId="462"/>
        </pc:sldMkLst>
      </pc:sldChg>
      <pc:sldChg chg="delSp modSp del mod">
        <pc:chgData name="翟 锐" userId="fef11181f709266a" providerId="LiveId" clId="{9186E0CD-109D-47DE-8883-49F901FD74B3}" dt="2020-08-11T16:16:34.711" v="1111" actId="47"/>
        <pc:sldMkLst>
          <pc:docMk/>
          <pc:sldMk cId="3200528070" sldId="464"/>
        </pc:sldMkLst>
        <pc:spChg chg="del mod">
          <ac:chgData name="翟 锐" userId="fef11181f709266a" providerId="LiveId" clId="{9186E0CD-109D-47DE-8883-49F901FD74B3}" dt="2020-08-11T16:15:57.243" v="1093"/>
          <ac:spMkLst>
            <pc:docMk/>
            <pc:sldMk cId="3200528070" sldId="464"/>
            <ac:spMk id="2" creationId="{00000000-0000-0000-0000-000000000000}"/>
          </ac:spMkLst>
        </pc:spChg>
        <pc:spChg chg="del">
          <ac:chgData name="翟 锐" userId="fef11181f709266a" providerId="LiveId" clId="{9186E0CD-109D-47DE-8883-49F901FD74B3}" dt="2020-08-11T16:16:28.432" v="1108" actId="21"/>
          <ac:spMkLst>
            <pc:docMk/>
            <pc:sldMk cId="3200528070" sldId="464"/>
            <ac:spMk id="3" creationId="{00000000-0000-0000-0000-000000000000}"/>
          </ac:spMkLst>
        </pc:spChg>
        <pc:spChg chg="del">
          <ac:chgData name="翟 锐" userId="fef11181f709266a" providerId="LiveId" clId="{9186E0CD-109D-47DE-8883-49F901FD74B3}" dt="2020-08-11T16:16:28.432" v="1108" actId="21"/>
          <ac:spMkLst>
            <pc:docMk/>
            <pc:sldMk cId="3200528070" sldId="464"/>
            <ac:spMk id="9" creationId="{00000000-0000-0000-0000-000000000000}"/>
          </ac:spMkLst>
        </pc:spChg>
        <pc:spChg chg="del">
          <ac:chgData name="翟 锐" userId="fef11181f709266a" providerId="LiveId" clId="{9186E0CD-109D-47DE-8883-49F901FD74B3}" dt="2020-08-11T16:16:28.432" v="1108" actId="21"/>
          <ac:spMkLst>
            <pc:docMk/>
            <pc:sldMk cId="3200528070" sldId="464"/>
            <ac:spMk id="10" creationId="{00000000-0000-0000-0000-000000000000}"/>
          </ac:spMkLst>
        </pc:spChg>
        <pc:spChg chg="del">
          <ac:chgData name="翟 锐" userId="fef11181f709266a" providerId="LiveId" clId="{9186E0CD-109D-47DE-8883-49F901FD74B3}" dt="2020-08-11T16:16:28.432" v="1108" actId="21"/>
          <ac:spMkLst>
            <pc:docMk/>
            <pc:sldMk cId="3200528070" sldId="464"/>
            <ac:spMk id="14" creationId="{00000000-0000-0000-0000-000000000000}"/>
          </ac:spMkLst>
        </pc:spChg>
        <pc:spChg chg="del">
          <ac:chgData name="翟 锐" userId="fef11181f709266a" providerId="LiveId" clId="{9186E0CD-109D-47DE-8883-49F901FD74B3}" dt="2020-08-11T16:16:28.432" v="1108" actId="21"/>
          <ac:spMkLst>
            <pc:docMk/>
            <pc:sldMk cId="3200528070" sldId="464"/>
            <ac:spMk id="15" creationId="{00000000-0000-0000-0000-000000000000}"/>
          </ac:spMkLst>
        </pc:spChg>
        <pc:cxnChg chg="del mod">
          <ac:chgData name="翟 锐" userId="fef11181f709266a" providerId="LiveId" clId="{9186E0CD-109D-47DE-8883-49F901FD74B3}" dt="2020-08-11T16:16:28.432" v="1108" actId="21"/>
          <ac:cxnSpMkLst>
            <pc:docMk/>
            <pc:sldMk cId="3200528070" sldId="464"/>
            <ac:cxnSpMk id="12" creationId="{00000000-0000-0000-0000-000000000000}"/>
          </ac:cxnSpMkLst>
        </pc:cxnChg>
      </pc:sldChg>
      <pc:sldChg chg="delSp del mod delAnim">
        <pc:chgData name="翟 锐" userId="fef11181f709266a" providerId="LiveId" clId="{9186E0CD-109D-47DE-8883-49F901FD74B3}" dt="2020-08-11T16:16:51.114" v="1123" actId="47"/>
        <pc:sldMkLst>
          <pc:docMk/>
          <pc:sldMk cId="3937177273" sldId="466"/>
        </pc:sldMkLst>
        <pc:spChg chg="del">
          <ac:chgData name="翟 锐" userId="fef11181f709266a" providerId="LiveId" clId="{9186E0CD-109D-47DE-8883-49F901FD74B3}" dt="2020-08-11T16:16:38.531" v="1112" actId="478"/>
          <ac:spMkLst>
            <pc:docMk/>
            <pc:sldMk cId="3937177273" sldId="466"/>
            <ac:spMk id="2" creationId="{00000000-0000-0000-0000-000000000000}"/>
          </ac:spMkLst>
        </pc:spChg>
        <pc:spChg chg="del">
          <ac:chgData name="翟 锐" userId="fef11181f709266a" providerId="LiveId" clId="{9186E0CD-109D-47DE-8883-49F901FD74B3}" dt="2020-08-11T16:16:40.742" v="1113" actId="21"/>
          <ac:spMkLst>
            <pc:docMk/>
            <pc:sldMk cId="3937177273" sldId="466"/>
            <ac:spMk id="3" creationId="{00000000-0000-0000-0000-000000000000}"/>
          </ac:spMkLst>
        </pc:spChg>
        <pc:spChg chg="del">
          <ac:chgData name="翟 锐" userId="fef11181f709266a" providerId="LiveId" clId="{9186E0CD-109D-47DE-8883-49F901FD74B3}" dt="2020-08-11T16:16:40.742" v="1113" actId="21"/>
          <ac:spMkLst>
            <pc:docMk/>
            <pc:sldMk cId="3937177273" sldId="466"/>
            <ac:spMk id="11" creationId="{00000000-0000-0000-0000-000000000000}"/>
          </ac:spMkLst>
        </pc:spChg>
        <pc:spChg chg="del">
          <ac:chgData name="翟 锐" userId="fef11181f709266a" providerId="LiveId" clId="{9186E0CD-109D-47DE-8883-49F901FD74B3}" dt="2020-08-11T16:16:40.742" v="1113" actId="21"/>
          <ac:spMkLst>
            <pc:docMk/>
            <pc:sldMk cId="3937177273" sldId="466"/>
            <ac:spMk id="13" creationId="{00000000-0000-0000-0000-000000000000}"/>
          </ac:spMkLst>
        </pc:spChg>
        <pc:spChg chg="del">
          <ac:chgData name="翟 锐" userId="fef11181f709266a" providerId="LiveId" clId="{9186E0CD-109D-47DE-8883-49F901FD74B3}" dt="2020-08-11T16:16:40.742" v="1113" actId="21"/>
          <ac:spMkLst>
            <pc:docMk/>
            <pc:sldMk cId="3937177273" sldId="466"/>
            <ac:spMk id="14" creationId="{00000000-0000-0000-0000-000000000000}"/>
          </ac:spMkLst>
        </pc:spChg>
        <pc:spChg chg="del">
          <ac:chgData name="翟 锐" userId="fef11181f709266a" providerId="LiveId" clId="{9186E0CD-109D-47DE-8883-49F901FD74B3}" dt="2020-08-11T16:16:40.742" v="1113" actId="21"/>
          <ac:spMkLst>
            <pc:docMk/>
            <pc:sldMk cId="3937177273" sldId="466"/>
            <ac:spMk id="15" creationId="{00000000-0000-0000-0000-000000000000}"/>
          </ac:spMkLst>
        </pc:spChg>
        <pc:spChg chg="del">
          <ac:chgData name="翟 锐" userId="fef11181f709266a" providerId="LiveId" clId="{9186E0CD-109D-47DE-8883-49F901FD74B3}" dt="2020-08-11T16:16:40.742" v="1113" actId="21"/>
          <ac:spMkLst>
            <pc:docMk/>
            <pc:sldMk cId="3937177273" sldId="466"/>
            <ac:spMk id="17" creationId="{00000000-0000-0000-0000-000000000000}"/>
          </ac:spMkLst>
        </pc:spChg>
      </pc:sldChg>
      <pc:sldChg chg="delSp del mod delAnim">
        <pc:chgData name="翟 锐" userId="fef11181f709266a" providerId="LiveId" clId="{9186E0CD-109D-47DE-8883-49F901FD74B3}" dt="2020-08-11T16:18:31.062" v="1174" actId="47"/>
        <pc:sldMkLst>
          <pc:docMk/>
          <pc:sldMk cId="541948652" sldId="467"/>
        </pc:sldMkLst>
        <pc:spChg chg="del">
          <ac:chgData name="翟 锐" userId="fef11181f709266a" providerId="LiveId" clId="{9186E0CD-109D-47DE-8883-49F901FD74B3}" dt="2020-08-11T16:18:17.558" v="1159" actId="21"/>
          <ac:spMkLst>
            <pc:docMk/>
            <pc:sldMk cId="541948652" sldId="467"/>
            <ac:spMk id="3" creationId="{00000000-0000-0000-0000-000000000000}"/>
          </ac:spMkLst>
        </pc:spChg>
        <pc:spChg chg="del">
          <ac:chgData name="翟 锐" userId="fef11181f709266a" providerId="LiveId" clId="{9186E0CD-109D-47DE-8883-49F901FD74B3}" dt="2020-08-11T16:18:17.558" v="1159" actId="21"/>
          <ac:spMkLst>
            <pc:docMk/>
            <pc:sldMk cId="541948652" sldId="467"/>
            <ac:spMk id="6" creationId="{00000000-0000-0000-0000-000000000000}"/>
          </ac:spMkLst>
        </pc:spChg>
        <pc:spChg chg="del">
          <ac:chgData name="翟 锐" userId="fef11181f709266a" providerId="LiveId" clId="{9186E0CD-109D-47DE-8883-49F901FD74B3}" dt="2020-08-11T16:18:17.558" v="1159" actId="21"/>
          <ac:spMkLst>
            <pc:docMk/>
            <pc:sldMk cId="541948652" sldId="467"/>
            <ac:spMk id="13" creationId="{00000000-0000-0000-0000-000000000000}"/>
          </ac:spMkLst>
        </pc:spChg>
        <pc:spChg chg="del">
          <ac:chgData name="翟 锐" userId="fef11181f709266a" providerId="LiveId" clId="{9186E0CD-109D-47DE-8883-49F901FD74B3}" dt="2020-08-11T16:18:17.558" v="1159" actId="21"/>
          <ac:spMkLst>
            <pc:docMk/>
            <pc:sldMk cId="541948652" sldId="467"/>
            <ac:spMk id="15" creationId="{00000000-0000-0000-0000-000000000000}"/>
          </ac:spMkLst>
        </pc:spChg>
      </pc:sldChg>
      <pc:sldChg chg="del">
        <pc:chgData name="翟 锐" userId="fef11181f709266a" providerId="LiveId" clId="{9186E0CD-109D-47DE-8883-49F901FD74B3}" dt="2020-08-12T03:34:30.535" v="2581" actId="47"/>
        <pc:sldMkLst>
          <pc:docMk/>
          <pc:sldMk cId="4231987543" sldId="472"/>
        </pc:sldMkLst>
      </pc:sldChg>
      <pc:sldChg chg="del">
        <pc:chgData name="翟 锐" userId="fef11181f709266a" providerId="LiveId" clId="{9186E0CD-109D-47DE-8883-49F901FD74B3}" dt="2020-08-12T03:34:35.757" v="2585" actId="47"/>
        <pc:sldMkLst>
          <pc:docMk/>
          <pc:sldMk cId="149415386" sldId="473"/>
        </pc:sldMkLst>
      </pc:sldChg>
      <pc:sldChg chg="modSp mod">
        <pc:chgData name="翟 锐" userId="fef11181f709266a" providerId="LiveId" clId="{9186E0CD-109D-47DE-8883-49F901FD74B3}" dt="2020-08-12T03:48:41.643" v="3108"/>
        <pc:sldMkLst>
          <pc:docMk/>
          <pc:sldMk cId="4285362779" sldId="474"/>
        </pc:sldMkLst>
        <pc:spChg chg="mod">
          <ac:chgData name="翟 锐" userId="fef11181f709266a" providerId="LiveId" clId="{9186E0CD-109D-47DE-8883-49F901FD74B3}" dt="2020-08-12T03:48:41.643" v="3108"/>
          <ac:spMkLst>
            <pc:docMk/>
            <pc:sldMk cId="4285362779" sldId="474"/>
            <ac:spMk id="9" creationId="{00000000-0000-0000-0000-000000000000}"/>
          </ac:spMkLst>
        </pc:spChg>
      </pc:sldChg>
      <pc:sldChg chg="del">
        <pc:chgData name="翟 锐" userId="fef11181f709266a" providerId="LiveId" clId="{9186E0CD-109D-47DE-8883-49F901FD74B3}" dt="2020-08-11T07:22:30.844" v="0" actId="47"/>
        <pc:sldMkLst>
          <pc:docMk/>
          <pc:sldMk cId="1612486967" sldId="475"/>
        </pc:sldMkLst>
      </pc:sldChg>
      <pc:sldChg chg="del">
        <pc:chgData name="翟 锐" userId="fef11181f709266a" providerId="LiveId" clId="{9186E0CD-109D-47DE-8883-49F901FD74B3}" dt="2020-08-11T07:35:37.037" v="219" actId="47"/>
        <pc:sldMkLst>
          <pc:docMk/>
          <pc:sldMk cId="3602030309" sldId="491"/>
        </pc:sldMkLst>
      </pc:sldChg>
      <pc:sldChg chg="del">
        <pc:chgData name="翟 锐" userId="fef11181f709266a" providerId="LiveId" clId="{9186E0CD-109D-47DE-8883-49F901FD74B3}" dt="2020-08-11T07:41:20.008" v="604" actId="47"/>
        <pc:sldMkLst>
          <pc:docMk/>
          <pc:sldMk cId="2639902532" sldId="492"/>
        </pc:sldMkLst>
      </pc:sldChg>
      <pc:sldChg chg="del">
        <pc:chgData name="翟 锐" userId="fef11181f709266a" providerId="LiveId" clId="{9186E0CD-109D-47DE-8883-49F901FD74B3}" dt="2020-08-11T07:41:40.482" v="609" actId="47"/>
        <pc:sldMkLst>
          <pc:docMk/>
          <pc:sldMk cId="3586408686" sldId="493"/>
        </pc:sldMkLst>
      </pc:sldChg>
      <pc:sldChg chg="delSp del mod delAnim">
        <pc:chgData name="翟 锐" userId="fef11181f709266a" providerId="LiveId" clId="{9186E0CD-109D-47DE-8883-49F901FD74B3}" dt="2020-08-11T15:51:59.017" v="740" actId="47"/>
        <pc:sldMkLst>
          <pc:docMk/>
          <pc:sldMk cId="3232551177" sldId="494"/>
        </pc:sldMkLst>
        <pc:spChg chg="del">
          <ac:chgData name="翟 锐" userId="fef11181f709266a" providerId="LiveId" clId="{9186E0CD-109D-47DE-8883-49F901FD74B3}" dt="2020-08-11T15:51:51.405" v="736" actId="478"/>
          <ac:spMkLst>
            <pc:docMk/>
            <pc:sldMk cId="3232551177" sldId="494"/>
            <ac:spMk id="2" creationId="{00000000-0000-0000-0000-000000000000}"/>
          </ac:spMkLst>
        </pc:spChg>
        <pc:spChg chg="del">
          <ac:chgData name="翟 锐" userId="fef11181f709266a" providerId="LiveId" clId="{9186E0CD-109D-47DE-8883-49F901FD74B3}" dt="2020-08-11T15:51:53.008" v="737" actId="21"/>
          <ac:spMkLst>
            <pc:docMk/>
            <pc:sldMk cId="3232551177" sldId="494"/>
            <ac:spMk id="3" creationId="{00000000-0000-0000-0000-000000000000}"/>
          </ac:spMkLst>
        </pc:spChg>
        <pc:spChg chg="del">
          <ac:chgData name="翟 锐" userId="fef11181f709266a" providerId="LiveId" clId="{9186E0CD-109D-47DE-8883-49F901FD74B3}" dt="2020-08-11T15:51:53.008" v="737" actId="21"/>
          <ac:spMkLst>
            <pc:docMk/>
            <pc:sldMk cId="3232551177" sldId="494"/>
            <ac:spMk id="4" creationId="{BEF1B442-CA1F-478E-A386-B8EFCB3276BF}"/>
          </ac:spMkLst>
        </pc:spChg>
        <pc:spChg chg="del">
          <ac:chgData name="翟 锐" userId="fef11181f709266a" providerId="LiveId" clId="{9186E0CD-109D-47DE-8883-49F901FD74B3}" dt="2020-08-11T15:51:53.008" v="737" actId="21"/>
          <ac:spMkLst>
            <pc:docMk/>
            <pc:sldMk cId="3232551177" sldId="494"/>
            <ac:spMk id="5" creationId="{7109F57B-57E8-417A-83E9-1B91292C605A}"/>
          </ac:spMkLst>
        </pc:spChg>
        <pc:spChg chg="del">
          <ac:chgData name="翟 锐" userId="fef11181f709266a" providerId="LiveId" clId="{9186E0CD-109D-47DE-8883-49F901FD74B3}" dt="2020-08-11T15:51:53.008" v="737" actId="21"/>
          <ac:spMkLst>
            <pc:docMk/>
            <pc:sldMk cId="3232551177" sldId="494"/>
            <ac:spMk id="6" creationId="{8D311B06-70B6-401E-823E-2723DEA81A10}"/>
          </ac:spMkLst>
        </pc:spChg>
      </pc:sldChg>
      <pc:sldChg chg="delSp modSp del mod delAnim">
        <pc:chgData name="翟 锐" userId="fef11181f709266a" providerId="LiveId" clId="{9186E0CD-109D-47DE-8883-49F901FD74B3}" dt="2020-08-11T15:52:17.917" v="751" actId="47"/>
        <pc:sldMkLst>
          <pc:docMk/>
          <pc:sldMk cId="2740630796" sldId="495"/>
        </pc:sldMkLst>
        <pc:spChg chg="del mod">
          <ac:chgData name="翟 锐" userId="fef11181f709266a" providerId="LiveId" clId="{9186E0CD-109D-47DE-8883-49F901FD74B3}" dt="2020-08-11T15:52:04.156" v="743"/>
          <ac:spMkLst>
            <pc:docMk/>
            <pc:sldMk cId="2740630796" sldId="495"/>
            <ac:spMk id="2" creationId="{00000000-0000-0000-0000-000000000000}"/>
          </ac:spMkLst>
        </pc:spChg>
        <pc:spChg chg="del">
          <ac:chgData name="翟 锐" userId="fef11181f709266a" providerId="LiveId" clId="{9186E0CD-109D-47DE-8883-49F901FD74B3}" dt="2020-08-11T15:52:11.659" v="748" actId="21"/>
          <ac:spMkLst>
            <pc:docMk/>
            <pc:sldMk cId="2740630796" sldId="495"/>
            <ac:spMk id="3" creationId="{00000000-0000-0000-0000-000000000000}"/>
          </ac:spMkLst>
        </pc:spChg>
        <pc:spChg chg="del">
          <ac:chgData name="翟 锐" userId="fef11181f709266a" providerId="LiveId" clId="{9186E0CD-109D-47DE-8883-49F901FD74B3}" dt="2020-08-11T15:52:11.659" v="748" actId="21"/>
          <ac:spMkLst>
            <pc:docMk/>
            <pc:sldMk cId="2740630796" sldId="495"/>
            <ac:spMk id="4" creationId="{EC87776E-A0B3-43F8-9484-1F6BC98FE699}"/>
          </ac:spMkLst>
        </pc:spChg>
        <pc:spChg chg="del">
          <ac:chgData name="翟 锐" userId="fef11181f709266a" providerId="LiveId" clId="{9186E0CD-109D-47DE-8883-49F901FD74B3}" dt="2020-08-11T15:52:11.659" v="748" actId="21"/>
          <ac:spMkLst>
            <pc:docMk/>
            <pc:sldMk cId="2740630796" sldId="495"/>
            <ac:spMk id="5" creationId="{E4AD9AB5-AB47-48FE-80CA-2560630719F4}"/>
          </ac:spMkLst>
        </pc:spChg>
      </pc:sldChg>
      <pc:sldChg chg="addSp delSp modSp del mod delAnim">
        <pc:chgData name="翟 锐" userId="fef11181f709266a" providerId="LiveId" clId="{9186E0CD-109D-47DE-8883-49F901FD74B3}" dt="2020-08-11T15:52:51.712" v="768" actId="47"/>
        <pc:sldMkLst>
          <pc:docMk/>
          <pc:sldMk cId="3984893673" sldId="497"/>
        </pc:sldMkLst>
        <pc:spChg chg="add del mod">
          <ac:chgData name="翟 锐" userId="fef11181f709266a" providerId="LiveId" clId="{9186E0CD-109D-47DE-8883-49F901FD74B3}" dt="2020-08-11T15:52:32.582" v="761" actId="47"/>
          <ac:spMkLst>
            <pc:docMk/>
            <pc:sldMk cId="3984893673" sldId="497"/>
            <ac:spMk id="2" creationId="{00000000-0000-0000-0000-000000000000}"/>
          </ac:spMkLst>
        </pc:spChg>
        <pc:spChg chg="del">
          <ac:chgData name="翟 锐" userId="fef11181f709266a" providerId="LiveId" clId="{9186E0CD-109D-47DE-8883-49F901FD74B3}" dt="2020-08-11T15:52:44.577" v="765" actId="21"/>
          <ac:spMkLst>
            <pc:docMk/>
            <pc:sldMk cId="3984893673" sldId="497"/>
            <ac:spMk id="3" creationId="{00000000-0000-0000-0000-000000000000}"/>
          </ac:spMkLst>
        </pc:spChg>
        <pc:spChg chg="del">
          <ac:chgData name="翟 锐" userId="fef11181f709266a" providerId="LiveId" clId="{9186E0CD-109D-47DE-8883-49F901FD74B3}" dt="2020-08-11T15:52:44.577" v="765" actId="21"/>
          <ac:spMkLst>
            <pc:docMk/>
            <pc:sldMk cId="3984893673" sldId="497"/>
            <ac:spMk id="5" creationId="{EDBD2158-FEC8-4AA6-96B7-CB94FC444380}"/>
          </ac:spMkLst>
        </pc:spChg>
        <pc:spChg chg="del">
          <ac:chgData name="翟 锐" userId="fef11181f709266a" providerId="LiveId" clId="{9186E0CD-109D-47DE-8883-49F901FD74B3}" dt="2020-08-11T15:52:44.577" v="765" actId="21"/>
          <ac:spMkLst>
            <pc:docMk/>
            <pc:sldMk cId="3984893673" sldId="497"/>
            <ac:spMk id="7" creationId="{9198A1D4-4C50-42B0-8835-5E0106B43D99}"/>
          </ac:spMkLst>
        </pc:spChg>
        <pc:spChg chg="del">
          <ac:chgData name="翟 锐" userId="fef11181f709266a" providerId="LiveId" clId="{9186E0CD-109D-47DE-8883-49F901FD74B3}" dt="2020-08-11T15:52:44.577" v="765" actId="21"/>
          <ac:spMkLst>
            <pc:docMk/>
            <pc:sldMk cId="3984893673" sldId="497"/>
            <ac:spMk id="8" creationId="{BC05352D-EC79-4112-A339-2DFDAC29EEA3}"/>
          </ac:spMkLst>
        </pc:spChg>
      </pc:sldChg>
      <pc:sldChg chg="del">
        <pc:chgData name="翟 锐" userId="fef11181f709266a" providerId="LiveId" clId="{9186E0CD-109D-47DE-8883-49F901FD74B3}" dt="2020-08-11T07:22:32.794" v="2" actId="47"/>
        <pc:sldMkLst>
          <pc:docMk/>
          <pc:sldMk cId="2829706521" sldId="503"/>
        </pc:sldMkLst>
      </pc:sldChg>
      <pc:sldChg chg="del">
        <pc:chgData name="翟 锐" userId="fef11181f709266a" providerId="LiveId" clId="{9186E0CD-109D-47DE-8883-49F901FD74B3}" dt="2020-08-11T07:22:33.468" v="3" actId="47"/>
        <pc:sldMkLst>
          <pc:docMk/>
          <pc:sldMk cId="1816336317" sldId="504"/>
        </pc:sldMkLst>
      </pc:sldChg>
      <pc:sldChg chg="del">
        <pc:chgData name="翟 锐" userId="fef11181f709266a" providerId="LiveId" clId="{9186E0CD-109D-47DE-8883-49F901FD74B3}" dt="2020-08-11T07:22:55.017" v="7" actId="47"/>
        <pc:sldMkLst>
          <pc:docMk/>
          <pc:sldMk cId="1036179725" sldId="505"/>
        </pc:sldMkLst>
      </pc:sldChg>
      <pc:sldChg chg="del">
        <pc:chgData name="翟 锐" userId="fef11181f709266a" providerId="LiveId" clId="{9186E0CD-109D-47DE-8883-49F901FD74B3}" dt="2020-08-11T07:22:39.814" v="4" actId="47"/>
        <pc:sldMkLst>
          <pc:docMk/>
          <pc:sldMk cId="2929138714" sldId="506"/>
        </pc:sldMkLst>
      </pc:sldChg>
      <pc:sldChg chg="del">
        <pc:chgData name="翟 锐" userId="fef11181f709266a" providerId="LiveId" clId="{9186E0CD-109D-47DE-8883-49F901FD74B3}" dt="2020-08-11T07:22:43.241" v="5" actId="47"/>
        <pc:sldMkLst>
          <pc:docMk/>
          <pc:sldMk cId="2674372511" sldId="507"/>
        </pc:sldMkLst>
      </pc:sldChg>
      <pc:sldChg chg="del">
        <pc:chgData name="翟 锐" userId="fef11181f709266a" providerId="LiveId" clId="{9186E0CD-109D-47DE-8883-49F901FD74B3}" dt="2020-08-11T07:22:44.741" v="6" actId="47"/>
        <pc:sldMkLst>
          <pc:docMk/>
          <pc:sldMk cId="3182313076" sldId="508"/>
        </pc:sldMkLst>
      </pc:sldChg>
      <pc:sldChg chg="del">
        <pc:chgData name="翟 锐" userId="fef11181f709266a" providerId="LiveId" clId="{9186E0CD-109D-47DE-8883-49F901FD74B3}" dt="2020-08-12T03:34:31.571" v="2582" actId="47"/>
        <pc:sldMkLst>
          <pc:docMk/>
          <pc:sldMk cId="2593722063" sldId="509"/>
        </pc:sldMkLst>
      </pc:sldChg>
      <pc:sldChg chg="del">
        <pc:chgData name="翟 锐" userId="fef11181f709266a" providerId="LiveId" clId="{9186E0CD-109D-47DE-8883-49F901FD74B3}" dt="2020-08-12T03:34:32.516" v="2583" actId="47"/>
        <pc:sldMkLst>
          <pc:docMk/>
          <pc:sldMk cId="1371977030" sldId="510"/>
        </pc:sldMkLst>
      </pc:sldChg>
      <pc:sldChg chg="del">
        <pc:chgData name="翟 锐" userId="fef11181f709266a" providerId="LiveId" clId="{9186E0CD-109D-47DE-8883-49F901FD74B3}" dt="2020-08-12T03:34:33.238" v="2584" actId="47"/>
        <pc:sldMkLst>
          <pc:docMk/>
          <pc:sldMk cId="229977306" sldId="511"/>
        </pc:sldMkLst>
      </pc:sldChg>
      <pc:sldChg chg="modSp mod">
        <pc:chgData name="翟 锐" userId="fef11181f709266a" providerId="LiveId" clId="{9186E0CD-109D-47DE-8883-49F901FD74B3}" dt="2020-08-12T03:37:06.297" v="2733"/>
        <pc:sldMkLst>
          <pc:docMk/>
          <pc:sldMk cId="2435764834" sldId="512"/>
        </pc:sldMkLst>
        <pc:spChg chg="mod">
          <ac:chgData name="翟 锐" userId="fef11181f709266a" providerId="LiveId" clId="{9186E0CD-109D-47DE-8883-49F901FD74B3}" dt="2020-08-12T03:37:06.297" v="2733"/>
          <ac:spMkLst>
            <pc:docMk/>
            <pc:sldMk cId="2435764834" sldId="512"/>
            <ac:spMk id="3" creationId="{00000000-0000-0000-0000-000000000000}"/>
          </ac:spMkLst>
        </pc:spChg>
      </pc:sldChg>
      <pc:sldChg chg="del">
        <pc:chgData name="翟 锐" userId="fef11181f709266a" providerId="LiveId" clId="{9186E0CD-109D-47DE-8883-49F901FD74B3}" dt="2020-08-11T07:33:49.443" v="107" actId="47"/>
        <pc:sldMkLst>
          <pc:docMk/>
          <pc:sldMk cId="2379099515" sldId="513"/>
        </pc:sldMkLst>
      </pc:sldChg>
      <pc:sldChg chg="modSp">
        <pc:chgData name="翟 锐" userId="fef11181f709266a" providerId="LiveId" clId="{9186E0CD-109D-47DE-8883-49F901FD74B3}" dt="2020-08-12T03:36:28.159" v="2663" actId="20577"/>
        <pc:sldMkLst>
          <pc:docMk/>
          <pc:sldMk cId="3977796518" sldId="515"/>
        </pc:sldMkLst>
        <pc:spChg chg="mod">
          <ac:chgData name="翟 锐" userId="fef11181f709266a" providerId="LiveId" clId="{9186E0CD-109D-47DE-8883-49F901FD74B3}" dt="2020-08-12T03:36:28.159" v="2663" actId="20577"/>
          <ac:spMkLst>
            <pc:docMk/>
            <pc:sldMk cId="3977796518" sldId="515"/>
            <ac:spMk id="16" creationId="{00000000-0000-0000-0000-000000000000}"/>
          </ac:spMkLst>
        </pc:spChg>
      </pc:sldChg>
      <pc:sldChg chg="delSp del mod">
        <pc:chgData name="翟 锐" userId="fef11181f709266a" providerId="LiveId" clId="{9186E0CD-109D-47DE-8883-49F901FD74B3}" dt="2020-08-11T16:15:44.316" v="1089" actId="47"/>
        <pc:sldMkLst>
          <pc:docMk/>
          <pc:sldMk cId="2983132817" sldId="516"/>
        </pc:sldMkLst>
        <pc:spChg chg="del">
          <ac:chgData name="翟 锐" userId="fef11181f709266a" providerId="LiveId" clId="{9186E0CD-109D-47DE-8883-49F901FD74B3}" dt="2020-08-11T16:15:25.159" v="1082" actId="478"/>
          <ac:spMkLst>
            <pc:docMk/>
            <pc:sldMk cId="2983132817" sldId="516"/>
            <ac:spMk id="2" creationId="{00000000-0000-0000-0000-000000000000}"/>
          </ac:spMkLst>
        </pc:spChg>
        <pc:spChg chg="del">
          <ac:chgData name="翟 锐" userId="fef11181f709266a" providerId="LiveId" clId="{9186E0CD-109D-47DE-8883-49F901FD74B3}" dt="2020-08-11T16:15:27.343" v="1083" actId="21"/>
          <ac:spMkLst>
            <pc:docMk/>
            <pc:sldMk cId="2983132817" sldId="516"/>
            <ac:spMk id="3" creationId="{00000000-0000-0000-0000-000000000000}"/>
          </ac:spMkLst>
        </pc:spChg>
        <pc:spChg chg="del">
          <ac:chgData name="翟 锐" userId="fef11181f709266a" providerId="LiveId" clId="{9186E0CD-109D-47DE-8883-49F901FD74B3}" dt="2020-08-11T16:15:27.343" v="1083" actId="21"/>
          <ac:spMkLst>
            <pc:docMk/>
            <pc:sldMk cId="2983132817" sldId="516"/>
            <ac:spMk id="6" creationId="{00000000-0000-0000-0000-000000000000}"/>
          </ac:spMkLst>
        </pc:spChg>
        <pc:spChg chg="del">
          <ac:chgData name="翟 锐" userId="fef11181f709266a" providerId="LiveId" clId="{9186E0CD-109D-47DE-8883-49F901FD74B3}" dt="2020-08-11T16:15:27.343" v="1083" actId="21"/>
          <ac:spMkLst>
            <pc:docMk/>
            <pc:sldMk cId="2983132817" sldId="516"/>
            <ac:spMk id="7" creationId="{00000000-0000-0000-0000-000000000000}"/>
          </ac:spMkLst>
        </pc:spChg>
        <pc:spChg chg="del">
          <ac:chgData name="翟 锐" userId="fef11181f709266a" providerId="LiveId" clId="{9186E0CD-109D-47DE-8883-49F901FD74B3}" dt="2020-08-11T16:15:27.343" v="1083" actId="21"/>
          <ac:spMkLst>
            <pc:docMk/>
            <pc:sldMk cId="2983132817" sldId="516"/>
            <ac:spMk id="8" creationId="{00000000-0000-0000-0000-000000000000}"/>
          </ac:spMkLst>
        </pc:spChg>
      </pc:sldChg>
      <pc:sldChg chg="addSp delSp modSp del mod">
        <pc:chgData name="翟 锐" userId="fef11181f709266a" providerId="LiveId" clId="{9186E0CD-109D-47DE-8883-49F901FD74B3}" dt="2020-08-11T16:17:56.971" v="1155" actId="47"/>
        <pc:sldMkLst>
          <pc:docMk/>
          <pc:sldMk cId="4076829908" sldId="517"/>
        </pc:sldMkLst>
        <pc:spChg chg="add del mod">
          <ac:chgData name="翟 锐" userId="fef11181f709266a" providerId="LiveId" clId="{9186E0CD-109D-47DE-8883-49F901FD74B3}" dt="2020-08-11T16:17:51.682" v="1152" actId="21"/>
          <ac:spMkLst>
            <pc:docMk/>
            <pc:sldMk cId="4076829908" sldId="517"/>
            <ac:spMk id="3" creationId="{00000000-0000-0000-0000-000000000000}"/>
          </ac:spMkLst>
        </pc:spChg>
      </pc:sldChg>
      <pc:sldChg chg="delSp modSp del mod delAnim">
        <pc:chgData name="翟 锐" userId="fef11181f709266a" providerId="LiveId" clId="{9186E0CD-109D-47DE-8883-49F901FD74B3}" dt="2020-08-11T15:53:10.769" v="779" actId="47"/>
        <pc:sldMkLst>
          <pc:docMk/>
          <pc:sldMk cId="1254149623" sldId="518"/>
        </pc:sldMkLst>
        <pc:spChg chg="del mod">
          <ac:chgData name="翟 锐" userId="fef11181f709266a" providerId="LiveId" clId="{9186E0CD-109D-47DE-8883-49F901FD74B3}" dt="2020-08-11T15:52:56.392" v="771"/>
          <ac:spMkLst>
            <pc:docMk/>
            <pc:sldMk cId="1254149623" sldId="518"/>
            <ac:spMk id="2" creationId="{00000000-0000-0000-0000-000000000000}"/>
          </ac:spMkLst>
        </pc:spChg>
        <pc:spChg chg="del">
          <ac:chgData name="翟 锐" userId="fef11181f709266a" providerId="LiveId" clId="{9186E0CD-109D-47DE-8883-49F901FD74B3}" dt="2020-08-11T15:53:04.446" v="776" actId="21"/>
          <ac:spMkLst>
            <pc:docMk/>
            <pc:sldMk cId="1254149623" sldId="518"/>
            <ac:spMk id="3" creationId="{00000000-0000-0000-0000-000000000000}"/>
          </ac:spMkLst>
        </pc:spChg>
        <pc:spChg chg="del">
          <ac:chgData name="翟 锐" userId="fef11181f709266a" providerId="LiveId" clId="{9186E0CD-109D-47DE-8883-49F901FD74B3}" dt="2020-08-11T15:53:04.446" v="776" actId="21"/>
          <ac:spMkLst>
            <pc:docMk/>
            <pc:sldMk cId="1254149623" sldId="518"/>
            <ac:spMk id="4" creationId="{08A48A48-ACC2-4E57-8F30-01764BB918B2}"/>
          </ac:spMkLst>
        </pc:spChg>
        <pc:spChg chg="del">
          <ac:chgData name="翟 锐" userId="fef11181f709266a" providerId="LiveId" clId="{9186E0CD-109D-47DE-8883-49F901FD74B3}" dt="2020-08-11T15:53:04.446" v="776" actId="21"/>
          <ac:spMkLst>
            <pc:docMk/>
            <pc:sldMk cId="1254149623" sldId="518"/>
            <ac:spMk id="5" creationId="{EDBD2158-FEC8-4AA6-96B7-CB94FC444380}"/>
          </ac:spMkLst>
        </pc:spChg>
        <pc:spChg chg="del">
          <ac:chgData name="翟 锐" userId="fef11181f709266a" providerId="LiveId" clId="{9186E0CD-109D-47DE-8883-49F901FD74B3}" dt="2020-08-11T15:53:04.446" v="776" actId="21"/>
          <ac:spMkLst>
            <pc:docMk/>
            <pc:sldMk cId="1254149623" sldId="518"/>
            <ac:spMk id="8" creationId="{BC05352D-EC79-4112-A339-2DFDAC29EEA3}"/>
          </ac:spMkLst>
        </pc:spChg>
        <pc:spChg chg="del">
          <ac:chgData name="翟 锐" userId="fef11181f709266a" providerId="LiveId" clId="{9186E0CD-109D-47DE-8883-49F901FD74B3}" dt="2020-08-11T15:53:04.446" v="776" actId="21"/>
          <ac:spMkLst>
            <pc:docMk/>
            <pc:sldMk cId="1254149623" sldId="518"/>
            <ac:spMk id="10" creationId="{93B511C8-004C-4F03-8147-DC54884DA99C}"/>
          </ac:spMkLst>
        </pc:spChg>
      </pc:sldChg>
      <pc:sldChg chg="delSp modSp del mod delAnim">
        <pc:chgData name="翟 锐" userId="fef11181f709266a" providerId="LiveId" clId="{9186E0CD-109D-47DE-8883-49F901FD74B3}" dt="2020-08-11T16:17:10.530" v="1131" actId="47"/>
        <pc:sldMkLst>
          <pc:docMk/>
          <pc:sldMk cId="518264446" sldId="519"/>
        </pc:sldMkLst>
        <pc:spChg chg="del">
          <ac:chgData name="翟 锐" userId="fef11181f709266a" providerId="LiveId" clId="{9186E0CD-109D-47DE-8883-49F901FD74B3}" dt="2020-08-11T16:17:00.987" v="1127" actId="478"/>
          <ac:spMkLst>
            <pc:docMk/>
            <pc:sldMk cId="518264446" sldId="519"/>
            <ac:spMk id="2" creationId="{00000000-0000-0000-0000-000000000000}"/>
          </ac:spMkLst>
        </pc:spChg>
        <pc:spChg chg="del">
          <ac:chgData name="翟 锐" userId="fef11181f709266a" providerId="LiveId" clId="{9186E0CD-109D-47DE-8883-49F901FD74B3}" dt="2020-08-11T16:17:03.151" v="1128" actId="21"/>
          <ac:spMkLst>
            <pc:docMk/>
            <pc:sldMk cId="518264446" sldId="519"/>
            <ac:spMk id="3" creationId="{00000000-0000-0000-0000-000000000000}"/>
          </ac:spMkLst>
        </pc:spChg>
        <pc:spChg chg="del">
          <ac:chgData name="翟 锐" userId="fef11181f709266a" providerId="LiveId" clId="{9186E0CD-109D-47DE-8883-49F901FD74B3}" dt="2020-08-11T16:17:03.151" v="1128" actId="21"/>
          <ac:spMkLst>
            <pc:docMk/>
            <pc:sldMk cId="518264446" sldId="519"/>
            <ac:spMk id="11" creationId="{00000000-0000-0000-0000-000000000000}"/>
          </ac:spMkLst>
        </pc:spChg>
        <pc:spChg chg="del">
          <ac:chgData name="翟 锐" userId="fef11181f709266a" providerId="LiveId" clId="{9186E0CD-109D-47DE-8883-49F901FD74B3}" dt="2020-08-11T16:17:03.151" v="1128" actId="21"/>
          <ac:spMkLst>
            <pc:docMk/>
            <pc:sldMk cId="518264446" sldId="519"/>
            <ac:spMk id="14" creationId="{00000000-0000-0000-0000-000000000000}"/>
          </ac:spMkLst>
        </pc:spChg>
        <pc:spChg chg="del mod">
          <ac:chgData name="翟 锐" userId="fef11181f709266a" providerId="LiveId" clId="{9186E0CD-109D-47DE-8883-49F901FD74B3}" dt="2020-08-11T16:17:03.151" v="1128" actId="21"/>
          <ac:spMkLst>
            <pc:docMk/>
            <pc:sldMk cId="518264446" sldId="519"/>
            <ac:spMk id="15" creationId="{00000000-0000-0000-0000-000000000000}"/>
          </ac:spMkLst>
        </pc:spChg>
        <pc:spChg chg="del">
          <ac:chgData name="翟 锐" userId="fef11181f709266a" providerId="LiveId" clId="{9186E0CD-109D-47DE-8883-49F901FD74B3}" dt="2020-08-11T16:17:03.151" v="1128" actId="21"/>
          <ac:spMkLst>
            <pc:docMk/>
            <pc:sldMk cId="518264446" sldId="519"/>
            <ac:spMk id="17" creationId="{00000000-0000-0000-0000-000000000000}"/>
          </ac:spMkLst>
        </pc:spChg>
      </pc:sldChg>
      <pc:sldChg chg="delSp modSp del mod delAnim">
        <pc:chgData name="翟 锐" userId="fef11181f709266a" providerId="LiveId" clId="{9186E0CD-109D-47DE-8883-49F901FD74B3}" dt="2020-08-11T16:17:33.098" v="1143" actId="47"/>
        <pc:sldMkLst>
          <pc:docMk/>
          <pc:sldMk cId="692279094" sldId="520"/>
        </pc:sldMkLst>
        <pc:spChg chg="del mod">
          <ac:chgData name="翟 锐" userId="fef11181f709266a" providerId="LiveId" clId="{9186E0CD-109D-47DE-8883-49F901FD74B3}" dt="2020-08-11T16:17:13.926" v="1134"/>
          <ac:spMkLst>
            <pc:docMk/>
            <pc:sldMk cId="692279094" sldId="520"/>
            <ac:spMk id="2" creationId="{00000000-0000-0000-0000-000000000000}"/>
          </ac:spMkLst>
        </pc:spChg>
        <pc:spChg chg="del">
          <ac:chgData name="翟 锐" userId="fef11181f709266a" providerId="LiveId" clId="{9186E0CD-109D-47DE-8883-49F901FD74B3}" dt="2020-08-11T16:17:27.248" v="1140" actId="21"/>
          <ac:spMkLst>
            <pc:docMk/>
            <pc:sldMk cId="692279094" sldId="520"/>
            <ac:spMk id="3" creationId="{00000000-0000-0000-0000-000000000000}"/>
          </ac:spMkLst>
        </pc:spChg>
        <pc:spChg chg="del">
          <ac:chgData name="翟 锐" userId="fef11181f709266a" providerId="LiveId" clId="{9186E0CD-109D-47DE-8883-49F901FD74B3}" dt="2020-08-11T16:17:27.248" v="1140" actId="21"/>
          <ac:spMkLst>
            <pc:docMk/>
            <pc:sldMk cId="692279094" sldId="520"/>
            <ac:spMk id="14" creationId="{00000000-0000-0000-0000-000000000000}"/>
          </ac:spMkLst>
        </pc:spChg>
        <pc:spChg chg="del mod">
          <ac:chgData name="翟 锐" userId="fef11181f709266a" providerId="LiveId" clId="{9186E0CD-109D-47DE-8883-49F901FD74B3}" dt="2020-08-11T16:17:27.248" v="1140" actId="21"/>
          <ac:spMkLst>
            <pc:docMk/>
            <pc:sldMk cId="692279094" sldId="520"/>
            <ac:spMk id="15" creationId="{00000000-0000-0000-0000-000000000000}"/>
          </ac:spMkLst>
        </pc:spChg>
      </pc:sldChg>
      <pc:sldChg chg="delSp modSp add mod delAnim modAnim">
        <pc:chgData name="翟 锐" userId="fef11181f709266a" providerId="LiveId" clId="{9186E0CD-109D-47DE-8883-49F901FD74B3}" dt="2020-08-11T07:43:06.476" v="649"/>
        <pc:sldMkLst>
          <pc:docMk/>
          <pc:sldMk cId="126446515" sldId="521"/>
        </pc:sldMkLst>
        <pc:spChg chg="mod">
          <ac:chgData name="翟 锐" userId="fef11181f709266a" providerId="LiveId" clId="{9186E0CD-109D-47DE-8883-49F901FD74B3}" dt="2020-08-11T07:43:06.476" v="649"/>
          <ac:spMkLst>
            <pc:docMk/>
            <pc:sldMk cId="126446515" sldId="521"/>
            <ac:spMk id="2" creationId="{00000000-0000-0000-0000-000000000000}"/>
          </ac:spMkLst>
        </pc:spChg>
        <pc:spChg chg="del">
          <ac:chgData name="翟 锐" userId="fef11181f709266a" providerId="LiveId" clId="{9186E0CD-109D-47DE-8883-49F901FD74B3}" dt="2020-08-11T07:33:53.759" v="108" actId="478"/>
          <ac:spMkLst>
            <pc:docMk/>
            <pc:sldMk cId="126446515" sldId="521"/>
            <ac:spMk id="15" creationId="{00000000-0000-0000-0000-000000000000}"/>
          </ac:spMkLst>
        </pc:spChg>
        <pc:spChg chg="del">
          <ac:chgData name="翟 锐" userId="fef11181f709266a" providerId="LiveId" clId="{9186E0CD-109D-47DE-8883-49F901FD74B3}" dt="2020-08-11T07:33:53.759" v="108" actId="478"/>
          <ac:spMkLst>
            <pc:docMk/>
            <pc:sldMk cId="126446515" sldId="521"/>
            <ac:spMk id="16" creationId="{00000000-0000-0000-0000-000000000000}"/>
          </ac:spMkLst>
        </pc:spChg>
        <pc:spChg chg="del">
          <ac:chgData name="翟 锐" userId="fef11181f709266a" providerId="LiveId" clId="{9186E0CD-109D-47DE-8883-49F901FD74B3}" dt="2020-08-11T07:33:53.759" v="108" actId="478"/>
          <ac:spMkLst>
            <pc:docMk/>
            <pc:sldMk cId="126446515" sldId="521"/>
            <ac:spMk id="17" creationId="{00000000-0000-0000-0000-000000000000}"/>
          </ac:spMkLst>
        </pc:spChg>
        <pc:spChg chg="del">
          <ac:chgData name="翟 锐" userId="fef11181f709266a" providerId="LiveId" clId="{9186E0CD-109D-47DE-8883-49F901FD74B3}" dt="2020-08-11T07:33:53.759" v="108" actId="478"/>
          <ac:spMkLst>
            <pc:docMk/>
            <pc:sldMk cId="126446515" sldId="521"/>
            <ac:spMk id="18" creationId="{00000000-0000-0000-0000-000000000000}"/>
          </ac:spMkLst>
        </pc:spChg>
        <pc:spChg chg="del">
          <ac:chgData name="翟 锐" userId="fef11181f709266a" providerId="LiveId" clId="{9186E0CD-109D-47DE-8883-49F901FD74B3}" dt="2020-08-11T07:33:53.759" v="108" actId="478"/>
          <ac:spMkLst>
            <pc:docMk/>
            <pc:sldMk cId="126446515" sldId="521"/>
            <ac:spMk id="24" creationId="{00000000-0000-0000-0000-000000000000}"/>
          </ac:spMkLst>
        </pc:spChg>
        <pc:spChg chg="del">
          <ac:chgData name="翟 锐" userId="fef11181f709266a" providerId="LiveId" clId="{9186E0CD-109D-47DE-8883-49F901FD74B3}" dt="2020-08-11T07:33:53.759" v="108" actId="478"/>
          <ac:spMkLst>
            <pc:docMk/>
            <pc:sldMk cId="126446515" sldId="521"/>
            <ac:spMk id="25" creationId="{00000000-0000-0000-0000-000000000000}"/>
          </ac:spMkLst>
        </pc:spChg>
        <pc:spChg chg="del">
          <ac:chgData name="翟 锐" userId="fef11181f709266a" providerId="LiveId" clId="{9186E0CD-109D-47DE-8883-49F901FD74B3}" dt="2020-08-11T07:33:53.759" v="108" actId="478"/>
          <ac:spMkLst>
            <pc:docMk/>
            <pc:sldMk cId="126446515" sldId="521"/>
            <ac:spMk id="26" creationId="{00000000-0000-0000-0000-000000000000}"/>
          </ac:spMkLst>
        </pc:spChg>
        <pc:spChg chg="del">
          <ac:chgData name="翟 锐" userId="fef11181f709266a" providerId="LiveId" clId="{9186E0CD-109D-47DE-8883-49F901FD74B3}" dt="2020-08-11T07:33:53.759" v="108" actId="478"/>
          <ac:spMkLst>
            <pc:docMk/>
            <pc:sldMk cId="126446515" sldId="521"/>
            <ac:spMk id="27" creationId="{00000000-0000-0000-0000-000000000000}"/>
          </ac:spMkLst>
        </pc:spChg>
        <pc:spChg chg="del">
          <ac:chgData name="翟 锐" userId="fef11181f709266a" providerId="LiveId" clId="{9186E0CD-109D-47DE-8883-49F901FD74B3}" dt="2020-08-11T07:33:53.759" v="108" actId="478"/>
          <ac:spMkLst>
            <pc:docMk/>
            <pc:sldMk cId="126446515" sldId="521"/>
            <ac:spMk id="28" creationId="{00000000-0000-0000-0000-000000000000}"/>
          </ac:spMkLst>
        </pc:spChg>
        <pc:spChg chg="del">
          <ac:chgData name="翟 锐" userId="fef11181f709266a" providerId="LiveId" clId="{9186E0CD-109D-47DE-8883-49F901FD74B3}" dt="2020-08-11T07:33:53.759" v="108" actId="478"/>
          <ac:spMkLst>
            <pc:docMk/>
            <pc:sldMk cId="126446515" sldId="521"/>
            <ac:spMk id="30" creationId="{00000000-0000-0000-0000-000000000000}"/>
          </ac:spMkLst>
        </pc:spChg>
      </pc:sldChg>
      <pc:sldChg chg="delSp modSp add del mod addAnim delAnim modAnim">
        <pc:chgData name="翟 锐" userId="fef11181f709266a" providerId="LiveId" clId="{9186E0CD-109D-47DE-8883-49F901FD74B3}" dt="2020-08-11T07:42:29.985" v="620" actId="47"/>
        <pc:sldMkLst>
          <pc:docMk/>
          <pc:sldMk cId="2471176566" sldId="522"/>
        </pc:sldMkLst>
        <pc:spChg chg="mod">
          <ac:chgData name="翟 锐" userId="fef11181f709266a" providerId="LiveId" clId="{9186E0CD-109D-47DE-8883-49F901FD74B3}" dt="2020-08-11T07:37:10.814" v="517"/>
          <ac:spMkLst>
            <pc:docMk/>
            <pc:sldMk cId="2471176566" sldId="522"/>
            <ac:spMk id="35" creationId="{00000000-0000-0000-0000-000000000000}"/>
          </ac:spMkLst>
        </pc:spChg>
        <pc:spChg chg="del mod">
          <ac:chgData name="翟 锐" userId="fef11181f709266a" providerId="LiveId" clId="{9186E0CD-109D-47DE-8883-49F901FD74B3}" dt="2020-08-11T07:42:16.051" v="616" actId="21"/>
          <ac:spMkLst>
            <pc:docMk/>
            <pc:sldMk cId="2471176566" sldId="522"/>
            <ac:spMk id="6153" creationId="{00000000-0000-0000-0000-000000000000}"/>
          </ac:spMkLst>
        </pc:spChg>
        <pc:graphicFrameChg chg="del">
          <ac:chgData name="翟 锐" userId="fef11181f709266a" providerId="LiveId" clId="{9186E0CD-109D-47DE-8883-49F901FD74B3}" dt="2020-08-11T07:37:32.952" v="535" actId="478"/>
          <ac:graphicFrameMkLst>
            <pc:docMk/>
            <pc:sldMk cId="2471176566" sldId="522"/>
            <ac:graphicFrameMk id="3" creationId="{00000000-0000-0000-0000-000000000000}"/>
          </ac:graphicFrameMkLst>
        </pc:graphicFrameChg>
      </pc:sldChg>
      <pc:sldChg chg="addSp delSp modSp add mod delAnim modAnim">
        <pc:chgData name="翟 锐" userId="fef11181f709266a" providerId="LiveId" clId="{9186E0CD-109D-47DE-8883-49F901FD74B3}" dt="2020-08-11T07:40:43.255" v="596" actId="1076"/>
        <pc:sldMkLst>
          <pc:docMk/>
          <pc:sldMk cId="2564856266" sldId="523"/>
        </pc:sldMkLst>
        <pc:spChg chg="mod">
          <ac:chgData name="翟 锐" userId="fef11181f709266a" providerId="LiveId" clId="{9186E0CD-109D-47DE-8883-49F901FD74B3}" dt="2020-08-11T07:37:51.204" v="538"/>
          <ac:spMkLst>
            <pc:docMk/>
            <pc:sldMk cId="2564856266" sldId="523"/>
            <ac:spMk id="7" creationId="{E28CD7F7-A868-41BE-A1AC-FFF14407A8AC}"/>
          </ac:spMkLst>
        </pc:spChg>
        <pc:spChg chg="mod">
          <ac:chgData name="翟 锐" userId="fef11181f709266a" providerId="LiveId" clId="{9186E0CD-109D-47DE-8883-49F901FD74B3}" dt="2020-08-11T07:37:51.204" v="538"/>
          <ac:spMkLst>
            <pc:docMk/>
            <pc:sldMk cId="2564856266" sldId="523"/>
            <ac:spMk id="8" creationId="{3873F4C8-A015-4D56-8BD3-76F99AE0CCFB}"/>
          </ac:spMkLst>
        </pc:spChg>
        <pc:spChg chg="mod">
          <ac:chgData name="翟 锐" userId="fef11181f709266a" providerId="LiveId" clId="{9186E0CD-109D-47DE-8883-49F901FD74B3}" dt="2020-08-11T07:37:51.204" v="538"/>
          <ac:spMkLst>
            <pc:docMk/>
            <pc:sldMk cId="2564856266" sldId="523"/>
            <ac:spMk id="9" creationId="{3C146FE2-C339-444D-AE2A-0D2BABCA7752}"/>
          </ac:spMkLst>
        </pc:spChg>
        <pc:spChg chg="mod">
          <ac:chgData name="翟 锐" userId="fef11181f709266a" providerId="LiveId" clId="{9186E0CD-109D-47DE-8883-49F901FD74B3}" dt="2020-08-11T07:37:51.204" v="538"/>
          <ac:spMkLst>
            <pc:docMk/>
            <pc:sldMk cId="2564856266" sldId="523"/>
            <ac:spMk id="12" creationId="{6C3CB73F-B902-4C06-A93D-8FCAE8E9677D}"/>
          </ac:spMkLst>
        </pc:spChg>
        <pc:spChg chg="mod">
          <ac:chgData name="翟 锐" userId="fef11181f709266a" providerId="LiveId" clId="{9186E0CD-109D-47DE-8883-49F901FD74B3}" dt="2020-08-11T07:37:53.769" v="541"/>
          <ac:spMkLst>
            <pc:docMk/>
            <pc:sldMk cId="2564856266" sldId="523"/>
            <ac:spMk id="15" creationId="{334BB652-AB0A-4959-9F8B-DAD5AC0EDE24}"/>
          </ac:spMkLst>
        </pc:spChg>
        <pc:spChg chg="mod">
          <ac:chgData name="翟 锐" userId="fef11181f709266a" providerId="LiveId" clId="{9186E0CD-109D-47DE-8883-49F901FD74B3}" dt="2020-08-11T07:37:53.769" v="541"/>
          <ac:spMkLst>
            <pc:docMk/>
            <pc:sldMk cId="2564856266" sldId="523"/>
            <ac:spMk id="16" creationId="{BCDF4F6C-FFC6-46EA-8FF3-14C3713113A0}"/>
          </ac:spMkLst>
        </pc:spChg>
        <pc:spChg chg="mod">
          <ac:chgData name="翟 锐" userId="fef11181f709266a" providerId="LiveId" clId="{9186E0CD-109D-47DE-8883-49F901FD74B3}" dt="2020-08-11T07:37:53.769" v="541"/>
          <ac:spMkLst>
            <pc:docMk/>
            <pc:sldMk cId="2564856266" sldId="523"/>
            <ac:spMk id="17" creationId="{A804A3E9-AD7C-4C88-B6C2-3AD00EA6D66F}"/>
          </ac:spMkLst>
        </pc:spChg>
        <pc:spChg chg="mod">
          <ac:chgData name="翟 锐" userId="fef11181f709266a" providerId="LiveId" clId="{9186E0CD-109D-47DE-8883-49F901FD74B3}" dt="2020-08-11T07:37:53.769" v="541"/>
          <ac:spMkLst>
            <pc:docMk/>
            <pc:sldMk cId="2564856266" sldId="523"/>
            <ac:spMk id="20" creationId="{48D4DAC0-3FFA-40C1-AD0B-F854C5F6B1D6}"/>
          </ac:spMkLst>
        </pc:spChg>
        <pc:spChg chg="mod">
          <ac:chgData name="翟 锐" userId="fef11181f709266a" providerId="LiveId" clId="{9186E0CD-109D-47DE-8883-49F901FD74B3}" dt="2020-08-11T07:38:03.553" v="544" actId="6549"/>
          <ac:spMkLst>
            <pc:docMk/>
            <pc:sldMk cId="2564856266" sldId="523"/>
            <ac:spMk id="35" creationId="{00000000-0000-0000-0000-000000000000}"/>
          </ac:spMkLst>
        </pc:spChg>
        <pc:spChg chg="del mod">
          <ac:chgData name="翟 锐" userId="fef11181f709266a" providerId="LiveId" clId="{9186E0CD-109D-47DE-8883-49F901FD74B3}" dt="2020-08-11T07:37:57.962" v="543"/>
          <ac:spMkLst>
            <pc:docMk/>
            <pc:sldMk cId="2564856266" sldId="523"/>
            <ac:spMk id="6153" creationId="{00000000-0000-0000-0000-000000000000}"/>
          </ac:spMkLst>
        </pc:spChg>
        <pc:grpChg chg="add del mod">
          <ac:chgData name="翟 锐" userId="fef11181f709266a" providerId="LiveId" clId="{9186E0CD-109D-47DE-8883-49F901FD74B3}" dt="2020-08-11T07:37:51.853" v="539"/>
          <ac:grpSpMkLst>
            <pc:docMk/>
            <pc:sldMk cId="2564856266" sldId="523"/>
            <ac:grpSpMk id="6" creationId="{F487AD8D-F3A4-4FD4-98A3-ED14E1283FFC}"/>
          </ac:grpSpMkLst>
        </pc:grpChg>
        <pc:grpChg chg="add mod">
          <ac:chgData name="翟 锐" userId="fef11181f709266a" providerId="LiveId" clId="{9186E0CD-109D-47DE-8883-49F901FD74B3}" dt="2020-08-11T07:40:43.255" v="596" actId="1076"/>
          <ac:grpSpMkLst>
            <pc:docMk/>
            <pc:sldMk cId="2564856266" sldId="523"/>
            <ac:grpSpMk id="14" creationId="{558E8959-AC0F-4CE1-8976-5871DE6269FA}"/>
          </ac:grpSpMkLst>
        </pc:grpChg>
        <pc:cxnChg chg="mod">
          <ac:chgData name="翟 锐" userId="fef11181f709266a" providerId="LiveId" clId="{9186E0CD-109D-47DE-8883-49F901FD74B3}" dt="2020-08-11T07:37:51.204" v="538"/>
          <ac:cxnSpMkLst>
            <pc:docMk/>
            <pc:sldMk cId="2564856266" sldId="523"/>
            <ac:cxnSpMk id="10" creationId="{69CF98D1-118F-4512-8355-4B64FBBE5C55}"/>
          </ac:cxnSpMkLst>
        </pc:cxnChg>
        <pc:cxnChg chg="mod">
          <ac:chgData name="翟 锐" userId="fef11181f709266a" providerId="LiveId" clId="{9186E0CD-109D-47DE-8883-49F901FD74B3}" dt="2020-08-11T07:37:51.204" v="538"/>
          <ac:cxnSpMkLst>
            <pc:docMk/>
            <pc:sldMk cId="2564856266" sldId="523"/>
            <ac:cxnSpMk id="11" creationId="{A5773B09-E267-4B4E-8B89-2BD735AA8F9E}"/>
          </ac:cxnSpMkLst>
        </pc:cxnChg>
        <pc:cxnChg chg="mod">
          <ac:chgData name="翟 锐" userId="fef11181f709266a" providerId="LiveId" clId="{9186E0CD-109D-47DE-8883-49F901FD74B3}" dt="2020-08-11T07:37:51.204" v="538"/>
          <ac:cxnSpMkLst>
            <pc:docMk/>
            <pc:sldMk cId="2564856266" sldId="523"/>
            <ac:cxnSpMk id="13" creationId="{4E08240E-CE52-4136-89F0-1357A916BBDD}"/>
          </ac:cxnSpMkLst>
        </pc:cxnChg>
        <pc:cxnChg chg="mod">
          <ac:chgData name="翟 锐" userId="fef11181f709266a" providerId="LiveId" clId="{9186E0CD-109D-47DE-8883-49F901FD74B3}" dt="2020-08-11T07:37:53.769" v="541"/>
          <ac:cxnSpMkLst>
            <pc:docMk/>
            <pc:sldMk cId="2564856266" sldId="523"/>
            <ac:cxnSpMk id="18" creationId="{6E124403-DBE0-4CDF-86CA-0FC3AFD1DA30}"/>
          </ac:cxnSpMkLst>
        </pc:cxnChg>
        <pc:cxnChg chg="mod">
          <ac:chgData name="翟 锐" userId="fef11181f709266a" providerId="LiveId" clId="{9186E0CD-109D-47DE-8883-49F901FD74B3}" dt="2020-08-11T07:37:53.769" v="541"/>
          <ac:cxnSpMkLst>
            <pc:docMk/>
            <pc:sldMk cId="2564856266" sldId="523"/>
            <ac:cxnSpMk id="19" creationId="{27C8ADA0-7DFC-486A-BE74-AAD0C58753C9}"/>
          </ac:cxnSpMkLst>
        </pc:cxnChg>
        <pc:cxnChg chg="mod">
          <ac:chgData name="翟 锐" userId="fef11181f709266a" providerId="LiveId" clId="{9186E0CD-109D-47DE-8883-49F901FD74B3}" dt="2020-08-11T07:37:53.769" v="541"/>
          <ac:cxnSpMkLst>
            <pc:docMk/>
            <pc:sldMk cId="2564856266" sldId="523"/>
            <ac:cxnSpMk id="21" creationId="{F3B89A50-462D-43A6-919B-FD134E0EBD82}"/>
          </ac:cxnSpMkLst>
        </pc:cxnChg>
      </pc:sldChg>
      <pc:sldChg chg="add del">
        <pc:chgData name="翟 锐" userId="fef11181f709266a" providerId="LiveId" clId="{9186E0CD-109D-47DE-8883-49F901FD74B3}" dt="2020-08-11T07:38:20.585" v="546"/>
        <pc:sldMkLst>
          <pc:docMk/>
          <pc:sldMk cId="750536598" sldId="524"/>
        </pc:sldMkLst>
      </pc:sldChg>
      <pc:sldChg chg="addSp delSp modSp add mod modAnim">
        <pc:chgData name="翟 锐" userId="fef11181f709266a" providerId="LiveId" clId="{9186E0CD-109D-47DE-8883-49F901FD74B3}" dt="2020-08-11T07:40:48.885" v="597" actId="6549"/>
        <pc:sldMkLst>
          <pc:docMk/>
          <pc:sldMk cId="3798856873" sldId="524"/>
        </pc:sldMkLst>
        <pc:spChg chg="mod">
          <ac:chgData name="翟 锐" userId="fef11181f709266a" providerId="LiveId" clId="{9186E0CD-109D-47DE-8883-49F901FD74B3}" dt="2020-08-11T07:39:07.344" v="559"/>
          <ac:spMkLst>
            <pc:docMk/>
            <pc:sldMk cId="3798856873" sldId="524"/>
            <ac:spMk id="7" creationId="{08FDA424-B7C1-476F-A0A8-02F5CB984DC0}"/>
          </ac:spMkLst>
        </pc:spChg>
        <pc:spChg chg="mod">
          <ac:chgData name="翟 锐" userId="fef11181f709266a" providerId="LiveId" clId="{9186E0CD-109D-47DE-8883-49F901FD74B3}" dt="2020-08-11T07:39:07.344" v="559"/>
          <ac:spMkLst>
            <pc:docMk/>
            <pc:sldMk cId="3798856873" sldId="524"/>
            <ac:spMk id="8" creationId="{88BEED62-C89E-404B-AF35-5BC1112D830D}"/>
          </ac:spMkLst>
        </pc:spChg>
        <pc:spChg chg="mod">
          <ac:chgData name="翟 锐" userId="fef11181f709266a" providerId="LiveId" clId="{9186E0CD-109D-47DE-8883-49F901FD74B3}" dt="2020-08-11T07:39:07.344" v="559"/>
          <ac:spMkLst>
            <pc:docMk/>
            <pc:sldMk cId="3798856873" sldId="524"/>
            <ac:spMk id="9" creationId="{34E6B9C3-A04B-4E48-ABEF-F98F1101248C}"/>
          </ac:spMkLst>
        </pc:spChg>
        <pc:spChg chg="mod">
          <ac:chgData name="翟 锐" userId="fef11181f709266a" providerId="LiveId" clId="{9186E0CD-109D-47DE-8883-49F901FD74B3}" dt="2020-08-11T07:39:07.344" v="559"/>
          <ac:spMkLst>
            <pc:docMk/>
            <pc:sldMk cId="3798856873" sldId="524"/>
            <ac:spMk id="10" creationId="{F6133837-92C2-4BD2-B22B-DBAFD818DC1E}"/>
          </ac:spMkLst>
        </pc:spChg>
        <pc:spChg chg="add mod">
          <ac:chgData name="翟 锐" userId="fef11181f709266a" providerId="LiveId" clId="{9186E0CD-109D-47DE-8883-49F901FD74B3}" dt="2020-08-11T07:40:22.137" v="591" actId="1076"/>
          <ac:spMkLst>
            <pc:docMk/>
            <pc:sldMk cId="3798856873" sldId="524"/>
            <ac:spMk id="15" creationId="{96E4F941-CE12-4333-8AD6-F91BEA25ACDA}"/>
          </ac:spMkLst>
        </pc:spChg>
        <pc:spChg chg="add mod">
          <ac:chgData name="翟 锐" userId="fef11181f709266a" providerId="LiveId" clId="{9186E0CD-109D-47DE-8883-49F901FD74B3}" dt="2020-08-11T07:40:22.137" v="591" actId="1076"/>
          <ac:spMkLst>
            <pc:docMk/>
            <pc:sldMk cId="3798856873" sldId="524"/>
            <ac:spMk id="16" creationId="{09BEF1F9-707F-46CB-8BDD-5A5E76AC182A}"/>
          </ac:spMkLst>
        </pc:spChg>
        <pc:spChg chg="add mod">
          <ac:chgData name="翟 锐" userId="fef11181f709266a" providerId="LiveId" clId="{9186E0CD-109D-47DE-8883-49F901FD74B3}" dt="2020-08-11T07:40:22.137" v="591" actId="1076"/>
          <ac:spMkLst>
            <pc:docMk/>
            <pc:sldMk cId="3798856873" sldId="524"/>
            <ac:spMk id="17" creationId="{3ACED74C-0CC1-49B4-BC2C-5F25B8E1CD7C}"/>
          </ac:spMkLst>
        </pc:spChg>
        <pc:spChg chg="add mod">
          <ac:chgData name="翟 锐" userId="fef11181f709266a" providerId="LiveId" clId="{9186E0CD-109D-47DE-8883-49F901FD74B3}" dt="2020-08-11T07:40:22.137" v="591" actId="1076"/>
          <ac:spMkLst>
            <pc:docMk/>
            <pc:sldMk cId="3798856873" sldId="524"/>
            <ac:spMk id="18" creationId="{A48981F7-B92E-446F-964D-C7C718E6EFA3}"/>
          </ac:spMkLst>
        </pc:spChg>
        <pc:spChg chg="add mod">
          <ac:chgData name="翟 锐" userId="fef11181f709266a" providerId="LiveId" clId="{9186E0CD-109D-47DE-8883-49F901FD74B3}" dt="2020-08-11T07:40:22.137" v="591" actId="1076"/>
          <ac:spMkLst>
            <pc:docMk/>
            <pc:sldMk cId="3798856873" sldId="524"/>
            <ac:spMk id="19" creationId="{A530C506-9AB1-4C20-A5B2-130AE912ED15}"/>
          </ac:spMkLst>
        </pc:spChg>
        <pc:spChg chg="mod">
          <ac:chgData name="翟 锐" userId="fef11181f709266a" providerId="LiveId" clId="{9186E0CD-109D-47DE-8883-49F901FD74B3}" dt="2020-08-11T07:40:48.885" v="597" actId="6549"/>
          <ac:spMkLst>
            <pc:docMk/>
            <pc:sldMk cId="3798856873" sldId="524"/>
            <ac:spMk id="35" creationId="{00000000-0000-0000-0000-000000000000}"/>
          </ac:spMkLst>
        </pc:spChg>
        <pc:spChg chg="del mod">
          <ac:chgData name="翟 锐" userId="fef11181f709266a" providerId="LiveId" clId="{9186E0CD-109D-47DE-8883-49F901FD74B3}" dt="2020-08-11T07:40:09.868" v="589" actId="478"/>
          <ac:spMkLst>
            <pc:docMk/>
            <pc:sldMk cId="3798856873" sldId="524"/>
            <ac:spMk id="6153" creationId="{00000000-0000-0000-0000-000000000000}"/>
          </ac:spMkLst>
        </pc:spChg>
        <pc:grpChg chg="add del mod">
          <ac:chgData name="翟 锐" userId="fef11181f709266a" providerId="LiveId" clId="{9186E0CD-109D-47DE-8883-49F901FD74B3}" dt="2020-08-11T07:39:17.400" v="562"/>
          <ac:grpSpMkLst>
            <pc:docMk/>
            <pc:sldMk cId="3798856873" sldId="524"/>
            <ac:grpSpMk id="6" creationId="{79AA6AB5-92B6-4521-A976-AF329DD293AC}"/>
          </ac:grpSpMkLst>
        </pc:grpChg>
        <pc:cxnChg chg="mod">
          <ac:chgData name="翟 锐" userId="fef11181f709266a" providerId="LiveId" clId="{9186E0CD-109D-47DE-8883-49F901FD74B3}" dt="2020-08-11T07:39:07.344" v="559"/>
          <ac:cxnSpMkLst>
            <pc:docMk/>
            <pc:sldMk cId="3798856873" sldId="524"/>
            <ac:cxnSpMk id="11" creationId="{DFF15780-E6C0-4ED6-8690-89276B6B5C46}"/>
          </ac:cxnSpMkLst>
        </pc:cxnChg>
        <pc:cxnChg chg="mod">
          <ac:chgData name="翟 锐" userId="fef11181f709266a" providerId="LiveId" clId="{9186E0CD-109D-47DE-8883-49F901FD74B3}" dt="2020-08-11T07:39:07.344" v="559"/>
          <ac:cxnSpMkLst>
            <pc:docMk/>
            <pc:sldMk cId="3798856873" sldId="524"/>
            <ac:cxnSpMk id="12" creationId="{BF7F1788-37DA-4B65-BCAF-6A02368C7961}"/>
          </ac:cxnSpMkLst>
        </pc:cxnChg>
        <pc:cxnChg chg="mod">
          <ac:chgData name="翟 锐" userId="fef11181f709266a" providerId="LiveId" clId="{9186E0CD-109D-47DE-8883-49F901FD74B3}" dt="2020-08-11T07:39:07.344" v="559"/>
          <ac:cxnSpMkLst>
            <pc:docMk/>
            <pc:sldMk cId="3798856873" sldId="524"/>
            <ac:cxnSpMk id="13" creationId="{FA0375B3-BC5E-4CC3-B3A1-AA60ACE2AD3E}"/>
          </ac:cxnSpMkLst>
        </pc:cxnChg>
        <pc:cxnChg chg="mod">
          <ac:chgData name="翟 锐" userId="fef11181f709266a" providerId="LiveId" clId="{9186E0CD-109D-47DE-8883-49F901FD74B3}" dt="2020-08-11T07:39:07.344" v="559"/>
          <ac:cxnSpMkLst>
            <pc:docMk/>
            <pc:sldMk cId="3798856873" sldId="524"/>
            <ac:cxnSpMk id="14" creationId="{B017B143-68B2-410D-BFAC-3A3E127F3ADD}"/>
          </ac:cxnSpMkLst>
        </pc:cxnChg>
        <pc:cxnChg chg="add mod">
          <ac:chgData name="翟 锐" userId="fef11181f709266a" providerId="LiveId" clId="{9186E0CD-109D-47DE-8883-49F901FD74B3}" dt="2020-08-11T07:40:22.137" v="591" actId="1076"/>
          <ac:cxnSpMkLst>
            <pc:docMk/>
            <pc:sldMk cId="3798856873" sldId="524"/>
            <ac:cxnSpMk id="20" creationId="{91B42AB8-2222-40AA-BD9A-F88ACE31A017}"/>
          </ac:cxnSpMkLst>
        </pc:cxnChg>
        <pc:cxnChg chg="add mod">
          <ac:chgData name="翟 锐" userId="fef11181f709266a" providerId="LiveId" clId="{9186E0CD-109D-47DE-8883-49F901FD74B3}" dt="2020-08-11T07:40:22.137" v="591" actId="1076"/>
          <ac:cxnSpMkLst>
            <pc:docMk/>
            <pc:sldMk cId="3798856873" sldId="524"/>
            <ac:cxnSpMk id="21" creationId="{337A3DC7-4B5F-4CB1-84F6-94979CF4F5F4}"/>
          </ac:cxnSpMkLst>
        </pc:cxnChg>
        <pc:cxnChg chg="add mod">
          <ac:chgData name="翟 锐" userId="fef11181f709266a" providerId="LiveId" clId="{9186E0CD-109D-47DE-8883-49F901FD74B3}" dt="2020-08-11T07:40:22.137" v="591" actId="1076"/>
          <ac:cxnSpMkLst>
            <pc:docMk/>
            <pc:sldMk cId="3798856873" sldId="524"/>
            <ac:cxnSpMk id="22" creationId="{A6655F0C-8171-4497-BA04-3C7E85F3DC52}"/>
          </ac:cxnSpMkLst>
        </pc:cxnChg>
        <pc:cxnChg chg="add mod">
          <ac:chgData name="翟 锐" userId="fef11181f709266a" providerId="LiveId" clId="{9186E0CD-109D-47DE-8883-49F901FD74B3}" dt="2020-08-11T07:40:22.137" v="591" actId="1076"/>
          <ac:cxnSpMkLst>
            <pc:docMk/>
            <pc:sldMk cId="3798856873" sldId="524"/>
            <ac:cxnSpMk id="23" creationId="{6E9DCE12-9FFF-4B17-B4F0-0A17088C1FC1}"/>
          </ac:cxnSpMkLst>
        </pc:cxnChg>
      </pc:sldChg>
      <pc:sldChg chg="addSp delSp modSp add del mod">
        <pc:chgData name="翟 锐" userId="fef11181f709266a" providerId="LiveId" clId="{9186E0CD-109D-47DE-8883-49F901FD74B3}" dt="2020-08-11T07:40:00.196" v="585"/>
        <pc:sldMkLst>
          <pc:docMk/>
          <pc:sldMk cId="318237467" sldId="525"/>
        </pc:sldMkLst>
        <pc:spChg chg="mod">
          <ac:chgData name="翟 锐" userId="fef11181f709266a" providerId="LiveId" clId="{9186E0CD-109D-47DE-8883-49F901FD74B3}" dt="2020-08-11T07:39:42.196" v="572"/>
          <ac:spMkLst>
            <pc:docMk/>
            <pc:sldMk cId="318237467" sldId="525"/>
            <ac:spMk id="22" creationId="{D7121ADF-5639-4611-B9BC-192C2E9976DA}"/>
          </ac:spMkLst>
        </pc:spChg>
        <pc:spChg chg="mod">
          <ac:chgData name="翟 锐" userId="fef11181f709266a" providerId="LiveId" clId="{9186E0CD-109D-47DE-8883-49F901FD74B3}" dt="2020-08-11T07:39:42.196" v="572"/>
          <ac:spMkLst>
            <pc:docMk/>
            <pc:sldMk cId="318237467" sldId="525"/>
            <ac:spMk id="23" creationId="{CC93C28A-AFFE-4753-8AF3-1BAA0BB31C25}"/>
          </ac:spMkLst>
        </pc:spChg>
        <pc:spChg chg="mod">
          <ac:chgData name="翟 锐" userId="fef11181f709266a" providerId="LiveId" clId="{9186E0CD-109D-47DE-8883-49F901FD74B3}" dt="2020-08-11T07:39:42.196" v="572"/>
          <ac:spMkLst>
            <pc:docMk/>
            <pc:sldMk cId="318237467" sldId="525"/>
            <ac:spMk id="24" creationId="{9DFED259-BAD8-45DC-95EE-D3092EFBC75B}"/>
          </ac:spMkLst>
        </pc:spChg>
        <pc:spChg chg="mod">
          <ac:chgData name="翟 锐" userId="fef11181f709266a" providerId="LiveId" clId="{9186E0CD-109D-47DE-8883-49F901FD74B3}" dt="2020-08-11T07:39:42.196" v="572"/>
          <ac:spMkLst>
            <pc:docMk/>
            <pc:sldMk cId="318237467" sldId="525"/>
            <ac:spMk id="25" creationId="{AF05B0A9-CBC6-4A91-A8AE-3F9149C9B2A7}"/>
          </ac:spMkLst>
        </pc:spChg>
        <pc:grpChg chg="add del mod">
          <ac:chgData name="翟 锐" userId="fef11181f709266a" providerId="LiveId" clId="{9186E0CD-109D-47DE-8883-49F901FD74B3}" dt="2020-08-11T07:39:59.632" v="583"/>
          <ac:grpSpMkLst>
            <pc:docMk/>
            <pc:sldMk cId="318237467" sldId="525"/>
            <ac:grpSpMk id="13" creationId="{23469F8E-C99B-47BB-BBD9-9EB2F05F701D}"/>
          </ac:grpSpMkLst>
        </pc:grpChg>
        <pc:grpChg chg="add del">
          <ac:chgData name="翟 锐" userId="fef11181f709266a" providerId="LiveId" clId="{9186E0CD-109D-47DE-8883-49F901FD74B3}" dt="2020-08-11T07:39:59.879" v="584" actId="478"/>
          <ac:grpSpMkLst>
            <pc:docMk/>
            <pc:sldMk cId="318237467" sldId="525"/>
            <ac:grpSpMk id="14" creationId="{558E8959-AC0F-4CE1-8976-5871DE6269FA}"/>
          </ac:grpSpMkLst>
        </pc:grpChg>
        <pc:cxnChg chg="mod">
          <ac:chgData name="翟 锐" userId="fef11181f709266a" providerId="LiveId" clId="{9186E0CD-109D-47DE-8883-49F901FD74B3}" dt="2020-08-11T07:39:59.879" v="584" actId="478"/>
          <ac:cxnSpMkLst>
            <pc:docMk/>
            <pc:sldMk cId="318237467" sldId="525"/>
            <ac:cxnSpMk id="18" creationId="{6E124403-DBE0-4CDF-86CA-0FC3AFD1DA30}"/>
          </ac:cxnSpMkLst>
        </pc:cxnChg>
        <pc:cxnChg chg="mod">
          <ac:chgData name="翟 锐" userId="fef11181f709266a" providerId="LiveId" clId="{9186E0CD-109D-47DE-8883-49F901FD74B3}" dt="2020-08-11T07:39:59.879" v="584" actId="478"/>
          <ac:cxnSpMkLst>
            <pc:docMk/>
            <pc:sldMk cId="318237467" sldId="525"/>
            <ac:cxnSpMk id="19" creationId="{27C8ADA0-7DFC-486A-BE74-AAD0C58753C9}"/>
          </ac:cxnSpMkLst>
        </pc:cxnChg>
        <pc:cxnChg chg="mod">
          <ac:chgData name="翟 锐" userId="fef11181f709266a" providerId="LiveId" clId="{9186E0CD-109D-47DE-8883-49F901FD74B3}" dt="2020-08-11T07:39:59.879" v="584" actId="478"/>
          <ac:cxnSpMkLst>
            <pc:docMk/>
            <pc:sldMk cId="318237467" sldId="525"/>
            <ac:cxnSpMk id="21" creationId="{F3B89A50-462D-43A6-919B-FD134E0EBD82}"/>
          </ac:cxnSpMkLst>
        </pc:cxnChg>
        <pc:cxnChg chg="mod">
          <ac:chgData name="翟 锐" userId="fef11181f709266a" providerId="LiveId" clId="{9186E0CD-109D-47DE-8883-49F901FD74B3}" dt="2020-08-11T07:39:42.196" v="572"/>
          <ac:cxnSpMkLst>
            <pc:docMk/>
            <pc:sldMk cId="318237467" sldId="525"/>
            <ac:cxnSpMk id="26" creationId="{B4B09451-5DD2-4CDB-817A-D83BB3374921}"/>
          </ac:cxnSpMkLst>
        </pc:cxnChg>
        <pc:cxnChg chg="mod">
          <ac:chgData name="翟 锐" userId="fef11181f709266a" providerId="LiveId" clId="{9186E0CD-109D-47DE-8883-49F901FD74B3}" dt="2020-08-11T07:39:42.196" v="572"/>
          <ac:cxnSpMkLst>
            <pc:docMk/>
            <pc:sldMk cId="318237467" sldId="525"/>
            <ac:cxnSpMk id="27" creationId="{D3AF86A8-CDBE-47A0-BE72-97AC10BE8ADC}"/>
          </ac:cxnSpMkLst>
        </pc:cxnChg>
        <pc:cxnChg chg="mod">
          <ac:chgData name="翟 锐" userId="fef11181f709266a" providerId="LiveId" clId="{9186E0CD-109D-47DE-8883-49F901FD74B3}" dt="2020-08-11T07:39:42.196" v="572"/>
          <ac:cxnSpMkLst>
            <pc:docMk/>
            <pc:sldMk cId="318237467" sldId="525"/>
            <ac:cxnSpMk id="28" creationId="{34FDD286-8A18-45EB-B9A2-EC8BABED16F2}"/>
          </ac:cxnSpMkLst>
        </pc:cxnChg>
        <pc:cxnChg chg="mod">
          <ac:chgData name="翟 锐" userId="fef11181f709266a" providerId="LiveId" clId="{9186E0CD-109D-47DE-8883-49F901FD74B3}" dt="2020-08-11T07:39:42.196" v="572"/>
          <ac:cxnSpMkLst>
            <pc:docMk/>
            <pc:sldMk cId="318237467" sldId="525"/>
            <ac:cxnSpMk id="29" creationId="{8A23BFF7-6685-4E88-AB91-92B552012AFC}"/>
          </ac:cxnSpMkLst>
        </pc:cxnChg>
      </pc:sldChg>
      <pc:sldChg chg="addSp delSp modSp add mod modAnim">
        <pc:chgData name="翟 锐" userId="fef11181f709266a" providerId="LiveId" clId="{9186E0CD-109D-47DE-8883-49F901FD74B3}" dt="2020-08-11T07:41:17.006" v="603" actId="1076"/>
        <pc:sldMkLst>
          <pc:docMk/>
          <pc:sldMk cId="1863681333" sldId="525"/>
        </pc:sldMkLst>
        <pc:spChg chg="add mod">
          <ac:chgData name="翟 锐" userId="fef11181f709266a" providerId="LiveId" clId="{9186E0CD-109D-47DE-8883-49F901FD74B3}" dt="2020-08-11T07:41:17.006" v="603" actId="1076"/>
          <ac:spMkLst>
            <pc:docMk/>
            <pc:sldMk cId="1863681333" sldId="525"/>
            <ac:spMk id="2" creationId="{6A7D786C-40D4-49E1-A7F1-0369C4779513}"/>
          </ac:spMkLst>
        </pc:spChg>
        <pc:spChg chg="del mod">
          <ac:chgData name="翟 锐" userId="fef11181f709266a" providerId="LiveId" clId="{9186E0CD-109D-47DE-8883-49F901FD74B3}" dt="2020-08-11T07:41:09.584" v="601" actId="478"/>
          <ac:spMkLst>
            <pc:docMk/>
            <pc:sldMk cId="1863681333" sldId="525"/>
            <ac:spMk id="6153" creationId="{00000000-0000-0000-0000-000000000000}"/>
          </ac:spMkLst>
        </pc:spChg>
      </pc:sldChg>
      <pc:sldChg chg="addSp delSp modSp add mod">
        <pc:chgData name="翟 锐" userId="fef11181f709266a" providerId="LiveId" clId="{9186E0CD-109D-47DE-8883-49F901FD74B3}" dt="2020-08-11T07:41:36.192" v="608" actId="1076"/>
        <pc:sldMkLst>
          <pc:docMk/>
          <pc:sldMk cId="213587464" sldId="526"/>
        </pc:sldMkLst>
        <pc:spChg chg="del">
          <ac:chgData name="翟 锐" userId="fef11181f709266a" providerId="LiveId" clId="{9186E0CD-109D-47DE-8883-49F901FD74B3}" dt="2020-08-11T07:41:28.371" v="606" actId="478"/>
          <ac:spMkLst>
            <pc:docMk/>
            <pc:sldMk cId="213587464" sldId="526"/>
            <ac:spMk id="2" creationId="{6A7D786C-40D4-49E1-A7F1-0369C4779513}"/>
          </ac:spMkLst>
        </pc:spChg>
        <pc:spChg chg="add mod">
          <ac:chgData name="翟 锐" userId="fef11181f709266a" providerId="LiveId" clId="{9186E0CD-109D-47DE-8883-49F901FD74B3}" dt="2020-08-11T07:41:36.192" v="608" actId="1076"/>
          <ac:spMkLst>
            <pc:docMk/>
            <pc:sldMk cId="213587464" sldId="526"/>
            <ac:spMk id="3" creationId="{7BA17B83-B821-4799-9D76-DA8D0C88DE96}"/>
          </ac:spMkLst>
        </pc:spChg>
      </pc:sldChg>
      <pc:sldChg chg="modSp add">
        <pc:chgData name="翟 锐" userId="fef11181f709266a" providerId="LiveId" clId="{9186E0CD-109D-47DE-8883-49F901FD74B3}" dt="2020-08-11T16:08:27.353" v="978" actId="20577"/>
        <pc:sldMkLst>
          <pc:docMk/>
          <pc:sldMk cId="3377042063" sldId="527"/>
        </pc:sldMkLst>
        <pc:spChg chg="mod">
          <ac:chgData name="翟 锐" userId="fef11181f709266a" providerId="LiveId" clId="{9186E0CD-109D-47DE-8883-49F901FD74B3}" dt="2020-08-11T16:08:27.353" v="978" actId="20577"/>
          <ac:spMkLst>
            <pc:docMk/>
            <pc:sldMk cId="3377042063" sldId="527"/>
            <ac:spMk id="2" creationId="{00000000-0000-0000-0000-000000000000}"/>
          </ac:spMkLst>
        </pc:spChg>
      </pc:sldChg>
      <pc:sldChg chg="addSp delSp modSp add mod modAnim">
        <pc:chgData name="翟 锐" userId="fef11181f709266a" providerId="LiveId" clId="{9186E0CD-109D-47DE-8883-49F901FD74B3}" dt="2020-08-11T15:49:25.061" v="682" actId="1076"/>
        <pc:sldMkLst>
          <pc:docMk/>
          <pc:sldMk cId="2247187880" sldId="528"/>
        </pc:sldMkLst>
        <pc:spChg chg="del">
          <ac:chgData name="翟 锐" userId="fef11181f709266a" providerId="LiveId" clId="{9186E0CD-109D-47DE-8883-49F901FD74B3}" dt="2020-08-11T15:49:19.034" v="680" actId="478"/>
          <ac:spMkLst>
            <pc:docMk/>
            <pc:sldMk cId="2247187880" sldId="528"/>
            <ac:spMk id="3" creationId="{7BA17B83-B821-4799-9D76-DA8D0C88DE96}"/>
          </ac:spMkLst>
        </pc:spChg>
        <pc:spChg chg="add mod">
          <ac:chgData name="翟 锐" userId="fef11181f709266a" providerId="LiveId" clId="{9186E0CD-109D-47DE-8883-49F901FD74B3}" dt="2020-08-11T15:49:25.061" v="682" actId="1076"/>
          <ac:spMkLst>
            <pc:docMk/>
            <pc:sldMk cId="2247187880" sldId="528"/>
            <ac:spMk id="6" creationId="{776CD6C9-EBB3-4DA3-BA09-2AA57E5AAEEB}"/>
          </ac:spMkLst>
        </pc:spChg>
        <pc:spChg chg="add mod">
          <ac:chgData name="翟 锐" userId="fef11181f709266a" providerId="LiveId" clId="{9186E0CD-109D-47DE-8883-49F901FD74B3}" dt="2020-08-11T15:49:25.061" v="682" actId="1076"/>
          <ac:spMkLst>
            <pc:docMk/>
            <pc:sldMk cId="2247187880" sldId="528"/>
            <ac:spMk id="7" creationId="{B4791DBE-7EA5-47B0-ADB8-F4FD53D23FBC}"/>
          </ac:spMkLst>
        </pc:spChg>
        <pc:spChg chg="add mod">
          <ac:chgData name="翟 锐" userId="fef11181f709266a" providerId="LiveId" clId="{9186E0CD-109D-47DE-8883-49F901FD74B3}" dt="2020-08-11T15:49:25.061" v="682" actId="1076"/>
          <ac:spMkLst>
            <pc:docMk/>
            <pc:sldMk cId="2247187880" sldId="528"/>
            <ac:spMk id="8" creationId="{6931FF21-8552-451C-8496-03221D36F3A0}"/>
          </ac:spMkLst>
        </pc:spChg>
        <pc:spChg chg="add mod">
          <ac:chgData name="翟 锐" userId="fef11181f709266a" providerId="LiveId" clId="{9186E0CD-109D-47DE-8883-49F901FD74B3}" dt="2020-08-11T15:49:25.061" v="682" actId="1076"/>
          <ac:spMkLst>
            <pc:docMk/>
            <pc:sldMk cId="2247187880" sldId="528"/>
            <ac:spMk id="9" creationId="{36F55687-19FD-45D9-B3AA-5A0EBCB190BF}"/>
          </ac:spMkLst>
        </pc:spChg>
        <pc:spChg chg="mod">
          <ac:chgData name="翟 锐" userId="fef11181f709266a" providerId="LiveId" clId="{9186E0CD-109D-47DE-8883-49F901FD74B3}" dt="2020-08-11T15:49:09.490" v="678"/>
          <ac:spMkLst>
            <pc:docMk/>
            <pc:sldMk cId="2247187880" sldId="528"/>
            <ac:spMk id="35" creationId="{00000000-0000-0000-0000-000000000000}"/>
          </ac:spMkLst>
        </pc:spChg>
      </pc:sldChg>
      <pc:sldChg chg="addSp delSp modSp add mod modAnim">
        <pc:chgData name="翟 锐" userId="fef11181f709266a" providerId="LiveId" clId="{9186E0CD-109D-47DE-8883-49F901FD74B3}" dt="2020-08-11T15:49:54.409" v="692" actId="1076"/>
        <pc:sldMkLst>
          <pc:docMk/>
          <pc:sldMk cId="2327867712" sldId="529"/>
        </pc:sldMkLst>
        <pc:spChg chg="del">
          <ac:chgData name="翟 锐" userId="fef11181f709266a" providerId="LiveId" clId="{9186E0CD-109D-47DE-8883-49F901FD74B3}" dt="2020-08-11T15:49:44.279" v="688" actId="478"/>
          <ac:spMkLst>
            <pc:docMk/>
            <pc:sldMk cId="2327867712" sldId="529"/>
            <ac:spMk id="3" creationId="{7BA17B83-B821-4799-9D76-DA8D0C88DE96}"/>
          </ac:spMkLst>
        </pc:spChg>
        <pc:spChg chg="add mod">
          <ac:chgData name="翟 锐" userId="fef11181f709266a" providerId="LiveId" clId="{9186E0CD-109D-47DE-8883-49F901FD74B3}" dt="2020-08-11T15:49:54.409" v="692" actId="1076"/>
          <ac:spMkLst>
            <pc:docMk/>
            <pc:sldMk cId="2327867712" sldId="529"/>
            <ac:spMk id="6" creationId="{5C76E53A-6861-4E3C-A61E-EB5C9423E41E}"/>
          </ac:spMkLst>
        </pc:spChg>
        <pc:spChg chg="add mod">
          <ac:chgData name="翟 锐" userId="fef11181f709266a" providerId="LiveId" clId="{9186E0CD-109D-47DE-8883-49F901FD74B3}" dt="2020-08-11T15:49:54.409" v="692" actId="1076"/>
          <ac:spMkLst>
            <pc:docMk/>
            <pc:sldMk cId="2327867712" sldId="529"/>
            <ac:spMk id="7" creationId="{CD2904B8-E61D-4508-9F7F-CBE57BAFBBE4}"/>
          </ac:spMkLst>
        </pc:spChg>
        <pc:spChg chg="add mod">
          <ac:chgData name="翟 锐" userId="fef11181f709266a" providerId="LiveId" clId="{9186E0CD-109D-47DE-8883-49F901FD74B3}" dt="2020-08-11T15:49:54.409" v="692" actId="1076"/>
          <ac:spMkLst>
            <pc:docMk/>
            <pc:sldMk cId="2327867712" sldId="529"/>
            <ac:spMk id="8" creationId="{846C1D5C-B505-4C4F-985F-877222C67FB7}"/>
          </ac:spMkLst>
        </pc:spChg>
        <pc:spChg chg="add mod">
          <ac:chgData name="翟 锐" userId="fef11181f709266a" providerId="LiveId" clId="{9186E0CD-109D-47DE-8883-49F901FD74B3}" dt="2020-08-11T15:49:54.409" v="692" actId="1076"/>
          <ac:spMkLst>
            <pc:docMk/>
            <pc:sldMk cId="2327867712" sldId="529"/>
            <ac:spMk id="9" creationId="{E408ECC0-2E74-4495-94DB-0CD14F6962D0}"/>
          </ac:spMkLst>
        </pc:spChg>
        <pc:spChg chg="add mod">
          <ac:chgData name="翟 锐" userId="fef11181f709266a" providerId="LiveId" clId="{9186E0CD-109D-47DE-8883-49F901FD74B3}" dt="2020-08-11T15:49:54.409" v="692" actId="1076"/>
          <ac:spMkLst>
            <pc:docMk/>
            <pc:sldMk cId="2327867712" sldId="529"/>
            <ac:spMk id="10" creationId="{7D296D20-42DB-49C0-A851-EE25272E381E}"/>
          </ac:spMkLst>
        </pc:spChg>
        <pc:spChg chg="add mod">
          <ac:chgData name="翟 锐" userId="fef11181f709266a" providerId="LiveId" clId="{9186E0CD-109D-47DE-8883-49F901FD74B3}" dt="2020-08-11T15:49:54.409" v="692" actId="1076"/>
          <ac:spMkLst>
            <pc:docMk/>
            <pc:sldMk cId="2327867712" sldId="529"/>
            <ac:spMk id="11" creationId="{9578F846-3589-46EB-A61D-A14F6F1096DE}"/>
          </ac:spMkLst>
        </pc:spChg>
        <pc:spChg chg="add mod">
          <ac:chgData name="翟 锐" userId="fef11181f709266a" providerId="LiveId" clId="{9186E0CD-109D-47DE-8883-49F901FD74B3}" dt="2020-08-11T15:49:54.409" v="692" actId="1076"/>
          <ac:spMkLst>
            <pc:docMk/>
            <pc:sldMk cId="2327867712" sldId="529"/>
            <ac:spMk id="14" creationId="{70CD2A27-77ED-4D72-9BE0-3381A6CB4470}"/>
          </ac:spMkLst>
        </pc:spChg>
        <pc:spChg chg="mod">
          <ac:chgData name="翟 锐" userId="fef11181f709266a" providerId="LiveId" clId="{9186E0CD-109D-47DE-8883-49F901FD74B3}" dt="2020-08-11T15:49:42.124" v="687"/>
          <ac:spMkLst>
            <pc:docMk/>
            <pc:sldMk cId="2327867712" sldId="529"/>
            <ac:spMk id="35" creationId="{00000000-0000-0000-0000-000000000000}"/>
          </ac:spMkLst>
        </pc:spChg>
        <pc:cxnChg chg="add mod">
          <ac:chgData name="翟 锐" userId="fef11181f709266a" providerId="LiveId" clId="{9186E0CD-109D-47DE-8883-49F901FD74B3}" dt="2020-08-11T15:49:54.409" v="692" actId="1076"/>
          <ac:cxnSpMkLst>
            <pc:docMk/>
            <pc:sldMk cId="2327867712" sldId="529"/>
            <ac:cxnSpMk id="12" creationId="{614A42F8-603E-4F8B-8095-8DE8AEF70D26}"/>
          </ac:cxnSpMkLst>
        </pc:cxnChg>
        <pc:cxnChg chg="add mod">
          <ac:chgData name="翟 锐" userId="fef11181f709266a" providerId="LiveId" clId="{9186E0CD-109D-47DE-8883-49F901FD74B3}" dt="2020-08-11T15:49:54.409" v="692" actId="1076"/>
          <ac:cxnSpMkLst>
            <pc:docMk/>
            <pc:sldMk cId="2327867712" sldId="529"/>
            <ac:cxnSpMk id="13" creationId="{3479E6DC-1036-4975-9D14-23D9822C1B0A}"/>
          </ac:cxnSpMkLst>
        </pc:cxnChg>
      </pc:sldChg>
      <pc:sldChg chg="add del ord">
        <pc:chgData name="翟 锐" userId="fef11181f709266a" providerId="LiveId" clId="{9186E0CD-109D-47DE-8883-49F901FD74B3}" dt="2020-08-11T15:51:05.987" v="715" actId="47"/>
        <pc:sldMkLst>
          <pc:docMk/>
          <pc:sldMk cId="1726397910" sldId="530"/>
        </pc:sldMkLst>
      </pc:sldChg>
      <pc:sldChg chg="addSp delSp modSp add mod modAnim">
        <pc:chgData name="翟 锐" userId="fef11181f709266a" providerId="LiveId" clId="{9186E0CD-109D-47DE-8883-49F901FD74B3}" dt="2020-08-12T03:48:02.268" v="3103" actId="6549"/>
        <pc:sldMkLst>
          <pc:docMk/>
          <pc:sldMk cId="1634610131" sldId="531"/>
        </pc:sldMkLst>
        <pc:spChg chg="del">
          <ac:chgData name="翟 锐" userId="fef11181f709266a" providerId="LiveId" clId="{9186E0CD-109D-47DE-8883-49F901FD74B3}" dt="2020-08-11T15:50:47.482" v="708" actId="478"/>
          <ac:spMkLst>
            <pc:docMk/>
            <pc:sldMk cId="1634610131" sldId="531"/>
            <ac:spMk id="3" creationId="{7BA17B83-B821-4799-9D76-DA8D0C88DE96}"/>
          </ac:spMkLst>
        </pc:spChg>
        <pc:spChg chg="add mod">
          <ac:chgData name="翟 锐" userId="fef11181f709266a" providerId="LiveId" clId="{9186E0CD-109D-47DE-8883-49F901FD74B3}" dt="2020-08-11T15:50:58.925" v="712" actId="1076"/>
          <ac:spMkLst>
            <pc:docMk/>
            <pc:sldMk cId="1634610131" sldId="531"/>
            <ac:spMk id="6" creationId="{B68C979F-5215-4F49-B08D-00F83E44D1A2}"/>
          </ac:spMkLst>
        </pc:spChg>
        <pc:spChg chg="add mod">
          <ac:chgData name="翟 锐" userId="fef11181f709266a" providerId="LiveId" clId="{9186E0CD-109D-47DE-8883-49F901FD74B3}" dt="2020-08-12T03:48:02.268" v="3103" actId="6549"/>
          <ac:spMkLst>
            <pc:docMk/>
            <pc:sldMk cId="1634610131" sldId="531"/>
            <ac:spMk id="7" creationId="{1F480A2A-6C0A-476E-AB79-2917C392269E}"/>
          </ac:spMkLst>
        </pc:spChg>
        <pc:spChg chg="add mod">
          <ac:chgData name="翟 锐" userId="fef11181f709266a" providerId="LiveId" clId="{9186E0CD-109D-47DE-8883-49F901FD74B3}" dt="2020-08-11T15:50:58.925" v="712" actId="1076"/>
          <ac:spMkLst>
            <pc:docMk/>
            <pc:sldMk cId="1634610131" sldId="531"/>
            <ac:spMk id="8" creationId="{FBEF0283-EE7B-4BBA-B4D2-DC5282CBDC61}"/>
          </ac:spMkLst>
        </pc:spChg>
        <pc:spChg chg="mod">
          <ac:chgData name="翟 锐" userId="fef11181f709266a" providerId="LiveId" clId="{9186E0CD-109D-47DE-8883-49F901FD74B3}" dt="2020-08-11T15:50:45.306" v="707"/>
          <ac:spMkLst>
            <pc:docMk/>
            <pc:sldMk cId="1634610131" sldId="531"/>
            <ac:spMk id="35" creationId="{00000000-0000-0000-0000-000000000000}"/>
          </ac:spMkLst>
        </pc:spChg>
      </pc:sldChg>
      <pc:sldChg chg="addSp delSp modSp add del mod modAnim">
        <pc:chgData name="翟 锐" userId="fef11181f709266a" providerId="LiveId" clId="{9186E0CD-109D-47DE-8883-49F901FD74B3}" dt="2020-08-12T03:40:47.077" v="2760" actId="47"/>
        <pc:sldMkLst>
          <pc:docMk/>
          <pc:sldMk cId="3658105287" sldId="532"/>
        </pc:sldMkLst>
        <pc:spChg chg="del">
          <ac:chgData name="翟 锐" userId="fef11181f709266a" providerId="LiveId" clId="{9186E0CD-109D-47DE-8883-49F901FD74B3}" dt="2020-08-11T15:51:26.407" v="724" actId="478"/>
          <ac:spMkLst>
            <pc:docMk/>
            <pc:sldMk cId="3658105287" sldId="532"/>
            <ac:spMk id="3" creationId="{7BA17B83-B821-4799-9D76-DA8D0C88DE96}"/>
          </ac:spMkLst>
        </pc:spChg>
        <pc:spChg chg="add del mod">
          <ac:chgData name="翟 锐" userId="fef11181f709266a" providerId="LiveId" clId="{9186E0CD-109D-47DE-8883-49F901FD74B3}" dt="2020-08-12T03:39:22.492" v="2750" actId="21"/>
          <ac:spMkLst>
            <pc:docMk/>
            <pc:sldMk cId="3658105287" sldId="532"/>
            <ac:spMk id="6" creationId="{F21C6068-9856-443C-8F0B-88A1EE474CD3}"/>
          </ac:spMkLst>
        </pc:spChg>
        <pc:spChg chg="add mod">
          <ac:chgData name="翟 锐" userId="fef11181f709266a" providerId="LiveId" clId="{9186E0CD-109D-47DE-8883-49F901FD74B3}" dt="2020-08-11T15:51:36.597" v="728" actId="1076"/>
          <ac:spMkLst>
            <pc:docMk/>
            <pc:sldMk cId="3658105287" sldId="532"/>
            <ac:spMk id="7" creationId="{11E25BCB-4ED2-4EA9-A31C-1CFE971ED4C4}"/>
          </ac:spMkLst>
        </pc:spChg>
        <pc:spChg chg="add mod">
          <ac:chgData name="翟 锐" userId="fef11181f709266a" providerId="LiveId" clId="{9186E0CD-109D-47DE-8883-49F901FD74B3}" dt="2020-08-11T15:51:36.597" v="728" actId="1076"/>
          <ac:spMkLst>
            <pc:docMk/>
            <pc:sldMk cId="3658105287" sldId="532"/>
            <ac:spMk id="8" creationId="{DF039C8A-D6DF-44EE-BFE8-368F5334D4C9}"/>
          </ac:spMkLst>
        </pc:spChg>
        <pc:spChg chg="add mod">
          <ac:chgData name="翟 锐" userId="fef11181f709266a" providerId="LiveId" clId="{9186E0CD-109D-47DE-8883-49F901FD74B3}" dt="2020-08-11T15:51:36.597" v="728" actId="1076"/>
          <ac:spMkLst>
            <pc:docMk/>
            <pc:sldMk cId="3658105287" sldId="532"/>
            <ac:spMk id="9" creationId="{18B81E8F-2611-4A3B-858D-0DF2979F9146}"/>
          </ac:spMkLst>
        </pc:spChg>
        <pc:spChg chg="mod">
          <ac:chgData name="翟 锐" userId="fef11181f709266a" providerId="LiveId" clId="{9186E0CD-109D-47DE-8883-49F901FD74B3}" dt="2020-08-11T15:51:23.641" v="723"/>
          <ac:spMkLst>
            <pc:docMk/>
            <pc:sldMk cId="3658105287" sldId="532"/>
            <ac:spMk id="35" creationId="{00000000-0000-0000-0000-000000000000}"/>
          </ac:spMkLst>
        </pc:spChg>
      </pc:sldChg>
      <pc:sldChg chg="addSp delSp modSp add mod modAnim">
        <pc:chgData name="翟 锐" userId="fef11181f709266a" providerId="LiveId" clId="{9186E0CD-109D-47DE-8883-49F901FD74B3}" dt="2020-08-11T16:05:19.054" v="974" actId="14100"/>
        <pc:sldMkLst>
          <pc:docMk/>
          <pc:sldMk cId="3864182188" sldId="533"/>
        </pc:sldMkLst>
        <pc:spChg chg="del">
          <ac:chgData name="翟 锐" userId="fef11181f709266a" providerId="LiveId" clId="{9186E0CD-109D-47DE-8883-49F901FD74B3}" dt="2020-08-11T15:51:48.683" v="735" actId="478"/>
          <ac:spMkLst>
            <pc:docMk/>
            <pc:sldMk cId="3864182188" sldId="533"/>
            <ac:spMk id="3" creationId="{7BA17B83-B821-4799-9D76-DA8D0C88DE96}"/>
          </ac:spMkLst>
        </pc:spChg>
        <pc:spChg chg="add mod">
          <ac:chgData name="翟 锐" userId="fef11181f709266a" providerId="LiveId" clId="{9186E0CD-109D-47DE-8883-49F901FD74B3}" dt="2020-08-11T15:51:56.818" v="739" actId="1076"/>
          <ac:spMkLst>
            <pc:docMk/>
            <pc:sldMk cId="3864182188" sldId="533"/>
            <ac:spMk id="6" creationId="{9B790479-D21A-466A-9654-798F8801F837}"/>
          </ac:spMkLst>
        </pc:spChg>
        <pc:spChg chg="add mod">
          <ac:chgData name="翟 锐" userId="fef11181f709266a" providerId="LiveId" clId="{9186E0CD-109D-47DE-8883-49F901FD74B3}" dt="2020-08-11T15:51:56.818" v="739" actId="1076"/>
          <ac:spMkLst>
            <pc:docMk/>
            <pc:sldMk cId="3864182188" sldId="533"/>
            <ac:spMk id="7" creationId="{020279B8-69FA-4B4F-9A29-CC79F25855E9}"/>
          </ac:spMkLst>
        </pc:spChg>
        <pc:spChg chg="add mod">
          <ac:chgData name="翟 锐" userId="fef11181f709266a" providerId="LiveId" clId="{9186E0CD-109D-47DE-8883-49F901FD74B3}" dt="2020-08-11T15:58:27.881" v="822" actId="20577"/>
          <ac:spMkLst>
            <pc:docMk/>
            <pc:sldMk cId="3864182188" sldId="533"/>
            <ac:spMk id="8" creationId="{F5773808-7CB1-4579-8751-E7C2CCF2B509}"/>
          </ac:spMkLst>
        </pc:spChg>
        <pc:spChg chg="add mod">
          <ac:chgData name="翟 锐" userId="fef11181f709266a" providerId="LiveId" clId="{9186E0CD-109D-47DE-8883-49F901FD74B3}" dt="2020-08-11T16:05:19.054" v="974" actId="14100"/>
          <ac:spMkLst>
            <pc:docMk/>
            <pc:sldMk cId="3864182188" sldId="533"/>
            <ac:spMk id="9" creationId="{D47B091D-52EB-4E3B-B183-6CAFF0EBBEEA}"/>
          </ac:spMkLst>
        </pc:spChg>
        <pc:spChg chg="mod">
          <ac:chgData name="翟 锐" userId="fef11181f709266a" providerId="LiveId" clId="{9186E0CD-109D-47DE-8883-49F901FD74B3}" dt="2020-08-11T15:51:46.205" v="734"/>
          <ac:spMkLst>
            <pc:docMk/>
            <pc:sldMk cId="3864182188" sldId="533"/>
            <ac:spMk id="35" creationId="{00000000-0000-0000-0000-000000000000}"/>
          </ac:spMkLst>
        </pc:spChg>
      </pc:sldChg>
      <pc:sldChg chg="addSp delSp modSp add mod modAnim">
        <pc:chgData name="翟 锐" userId="fef11181f709266a" providerId="LiveId" clId="{9186E0CD-109D-47DE-8883-49F901FD74B3}" dt="2020-08-11T15:52:15.140" v="750" actId="1076"/>
        <pc:sldMkLst>
          <pc:docMk/>
          <pc:sldMk cId="3907438085" sldId="534"/>
        </pc:sldMkLst>
        <pc:spChg chg="del">
          <ac:chgData name="翟 锐" userId="fef11181f709266a" providerId="LiveId" clId="{9186E0CD-109D-47DE-8883-49F901FD74B3}" dt="2020-08-11T15:52:09.833" v="747" actId="478"/>
          <ac:spMkLst>
            <pc:docMk/>
            <pc:sldMk cId="3907438085" sldId="534"/>
            <ac:spMk id="3" creationId="{7BA17B83-B821-4799-9D76-DA8D0C88DE96}"/>
          </ac:spMkLst>
        </pc:spChg>
        <pc:spChg chg="add mod">
          <ac:chgData name="翟 锐" userId="fef11181f709266a" providerId="LiveId" clId="{9186E0CD-109D-47DE-8883-49F901FD74B3}" dt="2020-08-11T15:52:15.140" v="750" actId="1076"/>
          <ac:spMkLst>
            <pc:docMk/>
            <pc:sldMk cId="3907438085" sldId="534"/>
            <ac:spMk id="6" creationId="{ED8AFB14-ED48-4EAA-8CD6-EFF507597DAA}"/>
          </ac:spMkLst>
        </pc:spChg>
        <pc:spChg chg="add mod">
          <ac:chgData name="翟 锐" userId="fef11181f709266a" providerId="LiveId" clId="{9186E0CD-109D-47DE-8883-49F901FD74B3}" dt="2020-08-11T15:52:15.140" v="750" actId="1076"/>
          <ac:spMkLst>
            <pc:docMk/>
            <pc:sldMk cId="3907438085" sldId="534"/>
            <ac:spMk id="7" creationId="{67CCC5E9-29B3-4636-819D-B71F86E61955}"/>
          </ac:spMkLst>
        </pc:spChg>
        <pc:spChg chg="add mod">
          <ac:chgData name="翟 锐" userId="fef11181f709266a" providerId="LiveId" clId="{9186E0CD-109D-47DE-8883-49F901FD74B3}" dt="2020-08-11T15:52:15.140" v="750" actId="1076"/>
          <ac:spMkLst>
            <pc:docMk/>
            <pc:sldMk cId="3907438085" sldId="534"/>
            <ac:spMk id="8" creationId="{6C11F4DD-BA98-45BC-B79C-E752ED5C688F}"/>
          </ac:spMkLst>
        </pc:spChg>
        <pc:spChg chg="mod">
          <ac:chgData name="翟 锐" userId="fef11181f709266a" providerId="LiveId" clId="{9186E0CD-109D-47DE-8883-49F901FD74B3}" dt="2020-08-11T15:52:07.776" v="746"/>
          <ac:spMkLst>
            <pc:docMk/>
            <pc:sldMk cId="3907438085" sldId="534"/>
            <ac:spMk id="35" creationId="{00000000-0000-0000-0000-000000000000}"/>
          </ac:spMkLst>
        </pc:spChg>
      </pc:sldChg>
      <pc:sldChg chg="addSp delSp modSp add mod modAnim">
        <pc:chgData name="翟 锐" userId="fef11181f709266a" providerId="LiveId" clId="{9186E0CD-109D-47DE-8883-49F901FD74B3}" dt="2020-08-11T15:53:42.557" v="782"/>
        <pc:sldMkLst>
          <pc:docMk/>
          <pc:sldMk cId="3785464556" sldId="535"/>
        </pc:sldMkLst>
        <pc:spChg chg="del">
          <ac:chgData name="翟 锐" userId="fef11181f709266a" providerId="LiveId" clId="{9186E0CD-109D-47DE-8883-49F901FD74B3}" dt="2020-08-11T15:52:19.733" v="752" actId="478"/>
          <ac:spMkLst>
            <pc:docMk/>
            <pc:sldMk cId="3785464556" sldId="535"/>
            <ac:spMk id="3" creationId="{7BA17B83-B821-4799-9D76-DA8D0C88DE96}"/>
          </ac:spMkLst>
        </pc:spChg>
        <pc:spChg chg="add mod">
          <ac:chgData name="翟 锐" userId="fef11181f709266a" providerId="LiveId" clId="{9186E0CD-109D-47DE-8883-49F901FD74B3}" dt="2020-08-11T15:52:48.516" v="767" actId="1076"/>
          <ac:spMkLst>
            <pc:docMk/>
            <pc:sldMk cId="3785464556" sldId="535"/>
            <ac:spMk id="6" creationId="{FAE3AF9A-097B-4976-90BA-0242EDA4D826}"/>
          </ac:spMkLst>
        </pc:spChg>
        <pc:spChg chg="add mod">
          <ac:chgData name="翟 锐" userId="fef11181f709266a" providerId="LiveId" clId="{9186E0CD-109D-47DE-8883-49F901FD74B3}" dt="2020-08-11T15:52:48.516" v="767" actId="1076"/>
          <ac:spMkLst>
            <pc:docMk/>
            <pc:sldMk cId="3785464556" sldId="535"/>
            <ac:spMk id="7" creationId="{11100265-53B5-42E1-98DF-6CED20244887}"/>
          </ac:spMkLst>
        </pc:spChg>
        <pc:spChg chg="add mod">
          <ac:chgData name="翟 锐" userId="fef11181f709266a" providerId="LiveId" clId="{9186E0CD-109D-47DE-8883-49F901FD74B3}" dt="2020-08-11T15:52:48.516" v="767" actId="1076"/>
          <ac:spMkLst>
            <pc:docMk/>
            <pc:sldMk cId="3785464556" sldId="535"/>
            <ac:spMk id="8" creationId="{AEA7E9DF-8964-4FAB-839B-00CAE06634AD}"/>
          </ac:spMkLst>
        </pc:spChg>
        <pc:spChg chg="add mod">
          <ac:chgData name="翟 锐" userId="fef11181f709266a" providerId="LiveId" clId="{9186E0CD-109D-47DE-8883-49F901FD74B3}" dt="2020-08-11T15:52:48.516" v="767" actId="1076"/>
          <ac:spMkLst>
            <pc:docMk/>
            <pc:sldMk cId="3785464556" sldId="535"/>
            <ac:spMk id="9" creationId="{9D78C6E6-E7D6-4883-9E69-35AA5C4CFB22}"/>
          </ac:spMkLst>
        </pc:spChg>
        <pc:spChg chg="add del mod">
          <ac:chgData name="翟 锐" userId="fef11181f709266a" providerId="LiveId" clId="{9186E0CD-109D-47DE-8883-49F901FD74B3}" dt="2020-08-11T15:53:42.557" v="782"/>
          <ac:spMkLst>
            <pc:docMk/>
            <pc:sldMk cId="3785464556" sldId="535"/>
            <ac:spMk id="10" creationId="{1DA9E054-4FAD-4B41-B97E-B7B1891FAF65}"/>
          </ac:spMkLst>
        </pc:spChg>
        <pc:spChg chg="add del mod">
          <ac:chgData name="翟 锐" userId="fef11181f709266a" providerId="LiveId" clId="{9186E0CD-109D-47DE-8883-49F901FD74B3}" dt="2020-08-11T15:53:42.557" v="782"/>
          <ac:spMkLst>
            <pc:docMk/>
            <pc:sldMk cId="3785464556" sldId="535"/>
            <ac:spMk id="11" creationId="{0693F9B1-97E3-41F9-A400-E502A3C3B9BC}"/>
          </ac:spMkLst>
        </pc:spChg>
        <pc:spChg chg="add del mod">
          <ac:chgData name="翟 锐" userId="fef11181f709266a" providerId="LiveId" clId="{9186E0CD-109D-47DE-8883-49F901FD74B3}" dt="2020-08-11T15:53:42.557" v="782"/>
          <ac:spMkLst>
            <pc:docMk/>
            <pc:sldMk cId="3785464556" sldId="535"/>
            <ac:spMk id="12" creationId="{A7A8C3F3-41F1-46F9-A7DB-C854850C5017}"/>
          </ac:spMkLst>
        </pc:spChg>
        <pc:spChg chg="add del mod">
          <ac:chgData name="翟 锐" userId="fef11181f709266a" providerId="LiveId" clId="{9186E0CD-109D-47DE-8883-49F901FD74B3}" dt="2020-08-11T15:53:42.557" v="782"/>
          <ac:spMkLst>
            <pc:docMk/>
            <pc:sldMk cId="3785464556" sldId="535"/>
            <ac:spMk id="13" creationId="{DD94E2CD-50B2-4A5C-890F-C09AEBCC9300}"/>
          </ac:spMkLst>
        </pc:spChg>
        <pc:spChg chg="add del mod">
          <ac:chgData name="翟 锐" userId="fef11181f709266a" providerId="LiveId" clId="{9186E0CD-109D-47DE-8883-49F901FD74B3}" dt="2020-08-11T15:53:42.557" v="782"/>
          <ac:spMkLst>
            <pc:docMk/>
            <pc:sldMk cId="3785464556" sldId="535"/>
            <ac:spMk id="14" creationId="{59BF94F7-0ED7-4BE9-91AC-75E5C9ADAA02}"/>
          </ac:spMkLst>
        </pc:spChg>
        <pc:spChg chg="mod">
          <ac:chgData name="翟 锐" userId="fef11181f709266a" providerId="LiveId" clId="{9186E0CD-109D-47DE-8883-49F901FD74B3}" dt="2020-08-11T15:52:35.917" v="764"/>
          <ac:spMkLst>
            <pc:docMk/>
            <pc:sldMk cId="3785464556" sldId="535"/>
            <ac:spMk id="35" creationId="{00000000-0000-0000-0000-000000000000}"/>
          </ac:spMkLst>
        </pc:spChg>
      </pc:sldChg>
      <pc:sldChg chg="addSp delSp modSp add mod modAnim">
        <pc:chgData name="翟 锐" userId="fef11181f709266a" providerId="LiveId" clId="{9186E0CD-109D-47DE-8883-49F901FD74B3}" dt="2020-08-11T15:53:19.214" v="780" actId="1076"/>
        <pc:sldMkLst>
          <pc:docMk/>
          <pc:sldMk cId="206735584" sldId="536"/>
        </pc:sldMkLst>
        <pc:spChg chg="del">
          <ac:chgData name="翟 锐" userId="fef11181f709266a" providerId="LiveId" clId="{9186E0CD-109D-47DE-8883-49F901FD74B3}" dt="2020-08-11T15:53:02.124" v="775" actId="478"/>
          <ac:spMkLst>
            <pc:docMk/>
            <pc:sldMk cId="206735584" sldId="536"/>
            <ac:spMk id="3" creationId="{7BA17B83-B821-4799-9D76-DA8D0C88DE96}"/>
          </ac:spMkLst>
        </pc:spChg>
        <pc:spChg chg="add mod">
          <ac:chgData name="翟 锐" userId="fef11181f709266a" providerId="LiveId" clId="{9186E0CD-109D-47DE-8883-49F901FD74B3}" dt="2020-08-11T15:53:19.214" v="780" actId="1076"/>
          <ac:spMkLst>
            <pc:docMk/>
            <pc:sldMk cId="206735584" sldId="536"/>
            <ac:spMk id="6" creationId="{AC6576D4-8946-49F2-ADDB-D4CE1D6F112A}"/>
          </ac:spMkLst>
        </pc:spChg>
        <pc:spChg chg="add mod">
          <ac:chgData name="翟 锐" userId="fef11181f709266a" providerId="LiveId" clId="{9186E0CD-109D-47DE-8883-49F901FD74B3}" dt="2020-08-11T15:53:19.214" v="780" actId="1076"/>
          <ac:spMkLst>
            <pc:docMk/>
            <pc:sldMk cId="206735584" sldId="536"/>
            <ac:spMk id="7" creationId="{F31B9959-AFCB-4974-BAFD-1B4C19488142}"/>
          </ac:spMkLst>
        </pc:spChg>
        <pc:spChg chg="add mod">
          <ac:chgData name="翟 锐" userId="fef11181f709266a" providerId="LiveId" clId="{9186E0CD-109D-47DE-8883-49F901FD74B3}" dt="2020-08-11T15:53:19.214" v="780" actId="1076"/>
          <ac:spMkLst>
            <pc:docMk/>
            <pc:sldMk cId="206735584" sldId="536"/>
            <ac:spMk id="8" creationId="{11CCA640-20A0-4404-B5F7-C19439A1F79F}"/>
          </ac:spMkLst>
        </pc:spChg>
        <pc:spChg chg="add mod">
          <ac:chgData name="翟 锐" userId="fef11181f709266a" providerId="LiveId" clId="{9186E0CD-109D-47DE-8883-49F901FD74B3}" dt="2020-08-11T15:53:19.214" v="780" actId="1076"/>
          <ac:spMkLst>
            <pc:docMk/>
            <pc:sldMk cId="206735584" sldId="536"/>
            <ac:spMk id="9" creationId="{B23FA237-F380-486C-9124-9708B7FA93EF}"/>
          </ac:spMkLst>
        </pc:spChg>
        <pc:spChg chg="add mod">
          <ac:chgData name="翟 锐" userId="fef11181f709266a" providerId="LiveId" clId="{9186E0CD-109D-47DE-8883-49F901FD74B3}" dt="2020-08-11T15:53:19.214" v="780" actId="1076"/>
          <ac:spMkLst>
            <pc:docMk/>
            <pc:sldMk cId="206735584" sldId="536"/>
            <ac:spMk id="10" creationId="{8B46310E-2818-4E6F-83BA-A22F9E6D66C9}"/>
          </ac:spMkLst>
        </pc:spChg>
        <pc:spChg chg="mod">
          <ac:chgData name="翟 锐" userId="fef11181f709266a" providerId="LiveId" clId="{9186E0CD-109D-47DE-8883-49F901FD74B3}" dt="2020-08-11T15:52:59.956" v="774"/>
          <ac:spMkLst>
            <pc:docMk/>
            <pc:sldMk cId="206735584" sldId="536"/>
            <ac:spMk id="35" creationId="{00000000-0000-0000-0000-000000000000}"/>
          </ac:spMkLst>
        </pc:spChg>
      </pc:sldChg>
      <pc:sldChg chg="addSp delSp modSp add mod">
        <pc:chgData name="翟 锐" userId="fef11181f709266a" providerId="LiveId" clId="{9186E0CD-109D-47DE-8883-49F901FD74B3}" dt="2020-08-11T16:21:24.376" v="1230"/>
        <pc:sldMkLst>
          <pc:docMk/>
          <pc:sldMk cId="2309830086" sldId="537"/>
        </pc:sldMkLst>
        <pc:spChg chg="add mod">
          <ac:chgData name="翟 锐" userId="fef11181f709266a" providerId="LiveId" clId="{9186E0CD-109D-47DE-8883-49F901FD74B3}" dt="2020-08-11T16:21:20.240" v="1216" actId="1076"/>
          <ac:spMkLst>
            <pc:docMk/>
            <pc:sldMk cId="2309830086" sldId="537"/>
            <ac:spMk id="2" creationId="{1215988B-83C3-4465-A309-D267D7C66C3A}"/>
          </ac:spMkLst>
        </pc:spChg>
        <pc:spChg chg="del">
          <ac:chgData name="翟 锐" userId="fef11181f709266a" providerId="LiveId" clId="{9186E0CD-109D-47DE-8883-49F901FD74B3}" dt="2020-08-11T16:21:15.937" v="1214" actId="478"/>
          <ac:spMkLst>
            <pc:docMk/>
            <pc:sldMk cId="2309830086" sldId="537"/>
            <ac:spMk id="3" creationId="{7BA17B83-B821-4799-9D76-DA8D0C88DE96}"/>
          </ac:spMkLst>
        </pc:spChg>
        <pc:spChg chg="add mod">
          <ac:chgData name="翟 锐" userId="fef11181f709266a" providerId="LiveId" clId="{9186E0CD-109D-47DE-8883-49F901FD74B3}" dt="2020-08-11T16:21:20.240" v="1216" actId="1076"/>
          <ac:spMkLst>
            <pc:docMk/>
            <pc:sldMk cId="2309830086" sldId="537"/>
            <ac:spMk id="4" creationId="{1D2972CE-4351-4730-A89C-4A7DD529054A}"/>
          </ac:spMkLst>
        </pc:spChg>
        <pc:spChg chg="add mod">
          <ac:chgData name="翟 锐" userId="fef11181f709266a" providerId="LiveId" clId="{9186E0CD-109D-47DE-8883-49F901FD74B3}" dt="2020-08-11T16:21:20.240" v="1216" actId="1076"/>
          <ac:spMkLst>
            <pc:docMk/>
            <pc:sldMk cId="2309830086" sldId="537"/>
            <ac:spMk id="5" creationId="{2DF2F8AB-C689-459F-B1A2-2FB71221E0AE}"/>
          </ac:spMkLst>
        </pc:spChg>
        <pc:spChg chg="mod">
          <ac:chgData name="翟 锐" userId="fef11181f709266a" providerId="LiveId" clId="{9186E0CD-109D-47DE-8883-49F901FD74B3}" dt="2020-08-11T16:21:24.376" v="1230"/>
          <ac:spMkLst>
            <pc:docMk/>
            <pc:sldMk cId="2309830086" sldId="537"/>
            <ac:spMk id="35" creationId="{00000000-0000-0000-0000-000000000000}"/>
          </ac:spMkLst>
        </pc:spChg>
      </pc:sldChg>
      <pc:sldChg chg="addSp delSp modSp add mod modAnim">
        <pc:chgData name="翟 锐" userId="fef11181f709266a" providerId="LiveId" clId="{9186E0CD-109D-47DE-8883-49F901FD74B3}" dt="2020-08-12T03:36:10.553" v="2625" actId="108"/>
        <pc:sldMkLst>
          <pc:docMk/>
          <pc:sldMk cId="876786150" sldId="538"/>
        </pc:sldMkLst>
        <pc:spChg chg="add mod">
          <ac:chgData name="翟 锐" userId="fef11181f709266a" providerId="LiveId" clId="{9186E0CD-109D-47DE-8883-49F901FD74B3}" dt="2020-08-11T16:12:45.029" v="1060" actId="1076"/>
          <ac:spMkLst>
            <pc:docMk/>
            <pc:sldMk cId="876786150" sldId="538"/>
            <ac:spMk id="2" creationId="{68BE803F-4276-4627-98A0-2E55678B4FBF}"/>
          </ac:spMkLst>
        </pc:spChg>
        <pc:spChg chg="del">
          <ac:chgData name="翟 锐" userId="fef11181f709266a" providerId="LiveId" clId="{9186E0CD-109D-47DE-8883-49F901FD74B3}" dt="2020-08-11T16:12:41.020" v="1058" actId="478"/>
          <ac:spMkLst>
            <pc:docMk/>
            <pc:sldMk cId="876786150" sldId="538"/>
            <ac:spMk id="3" creationId="{7BA17B83-B821-4799-9D76-DA8D0C88DE96}"/>
          </ac:spMkLst>
        </pc:spChg>
        <pc:spChg chg="add mod">
          <ac:chgData name="翟 锐" userId="fef11181f709266a" providerId="LiveId" clId="{9186E0CD-109D-47DE-8883-49F901FD74B3}" dt="2020-08-11T16:12:45.029" v="1060" actId="1076"/>
          <ac:spMkLst>
            <pc:docMk/>
            <pc:sldMk cId="876786150" sldId="538"/>
            <ac:spMk id="4" creationId="{60772012-02DA-4046-8B29-070025C1F626}"/>
          </ac:spMkLst>
        </pc:spChg>
        <pc:spChg chg="add mod">
          <ac:chgData name="翟 锐" userId="fef11181f709266a" providerId="LiveId" clId="{9186E0CD-109D-47DE-8883-49F901FD74B3}" dt="2020-08-12T03:36:10.553" v="2625" actId="108"/>
          <ac:spMkLst>
            <pc:docMk/>
            <pc:sldMk cId="876786150" sldId="538"/>
            <ac:spMk id="5" creationId="{4F7ABC7F-BE55-4D56-A893-AC3B05A98D1F}"/>
          </ac:spMkLst>
        </pc:spChg>
        <pc:spChg chg="mod">
          <ac:chgData name="翟 锐" userId="fef11181f709266a" providerId="LiveId" clId="{9186E0CD-109D-47DE-8883-49F901FD74B3}" dt="2020-08-11T16:12:29.962" v="1056"/>
          <ac:spMkLst>
            <pc:docMk/>
            <pc:sldMk cId="876786150" sldId="538"/>
            <ac:spMk id="35" creationId="{00000000-0000-0000-0000-000000000000}"/>
          </ac:spMkLst>
        </pc:spChg>
      </pc:sldChg>
      <pc:sldChg chg="add del">
        <pc:chgData name="翟 锐" userId="fef11181f709266a" providerId="LiveId" clId="{9186E0CD-109D-47DE-8883-49F901FD74B3}" dt="2020-08-11T15:53:52.160" v="784" actId="2696"/>
        <pc:sldMkLst>
          <pc:docMk/>
          <pc:sldMk cId="1186161642" sldId="539"/>
        </pc:sldMkLst>
      </pc:sldChg>
      <pc:sldChg chg="addSp delSp modSp add del mod delAnim modAnim">
        <pc:chgData name="翟 锐" userId="fef11181f709266a" providerId="LiveId" clId="{9186E0CD-109D-47DE-8883-49F901FD74B3}" dt="2020-08-12T03:43:34.145" v="2784" actId="47"/>
        <pc:sldMkLst>
          <pc:docMk/>
          <pc:sldMk cId="3474094625" sldId="539"/>
        </pc:sldMkLst>
        <pc:spChg chg="add del mod">
          <ac:chgData name="翟 锐" userId="fef11181f709266a" providerId="LiveId" clId="{9186E0CD-109D-47DE-8883-49F901FD74B3}" dt="2020-08-11T16:01:32.900" v="914" actId="478"/>
          <ac:spMkLst>
            <pc:docMk/>
            <pc:sldMk cId="3474094625" sldId="539"/>
            <ac:spMk id="6" creationId="{AC6576D4-8946-49F2-ADDB-D4CE1D6F112A}"/>
          </ac:spMkLst>
        </pc:spChg>
        <pc:spChg chg="del">
          <ac:chgData name="翟 锐" userId="fef11181f709266a" providerId="LiveId" clId="{9186E0CD-109D-47DE-8883-49F901FD74B3}" dt="2020-08-11T15:59:19.047" v="823" actId="478"/>
          <ac:spMkLst>
            <pc:docMk/>
            <pc:sldMk cId="3474094625" sldId="539"/>
            <ac:spMk id="7" creationId="{F31B9959-AFCB-4974-BAFD-1B4C19488142}"/>
          </ac:spMkLst>
        </pc:spChg>
        <pc:spChg chg="mod">
          <ac:chgData name="翟 锐" userId="fef11181f709266a" providerId="LiveId" clId="{9186E0CD-109D-47DE-8883-49F901FD74B3}" dt="2020-08-12T03:42:30.213" v="2777" actId="1076"/>
          <ac:spMkLst>
            <pc:docMk/>
            <pc:sldMk cId="3474094625" sldId="539"/>
            <ac:spMk id="8" creationId="{11CCA640-20A0-4404-B5F7-C19439A1F79F}"/>
          </ac:spMkLst>
        </pc:spChg>
        <pc:spChg chg="del">
          <ac:chgData name="翟 锐" userId="fef11181f709266a" providerId="LiveId" clId="{9186E0CD-109D-47DE-8883-49F901FD74B3}" dt="2020-08-11T16:01:27.297" v="912" actId="478"/>
          <ac:spMkLst>
            <pc:docMk/>
            <pc:sldMk cId="3474094625" sldId="539"/>
            <ac:spMk id="9" creationId="{B23FA237-F380-486C-9124-9708B7FA93EF}"/>
          </ac:spMkLst>
        </pc:spChg>
        <pc:spChg chg="del">
          <ac:chgData name="翟 锐" userId="fef11181f709266a" providerId="LiveId" clId="{9186E0CD-109D-47DE-8883-49F901FD74B3}" dt="2020-08-11T16:01:25.744" v="911" actId="478"/>
          <ac:spMkLst>
            <pc:docMk/>
            <pc:sldMk cId="3474094625" sldId="539"/>
            <ac:spMk id="10" creationId="{8B46310E-2818-4E6F-83BA-A22F9E6D66C9}"/>
          </ac:spMkLst>
        </pc:spChg>
        <pc:spChg chg="add mod">
          <ac:chgData name="翟 锐" userId="fef11181f709266a" providerId="LiveId" clId="{9186E0CD-109D-47DE-8883-49F901FD74B3}" dt="2020-08-12T03:42:28.721" v="2776" actId="1076"/>
          <ac:spMkLst>
            <pc:docMk/>
            <pc:sldMk cId="3474094625" sldId="539"/>
            <ac:spMk id="11" creationId="{09B55336-ABC4-4797-A4B0-AB6AE0590745}"/>
          </ac:spMkLst>
        </pc:spChg>
        <pc:spChg chg="mod">
          <ac:chgData name="翟 锐" userId="fef11181f709266a" providerId="LiveId" clId="{9186E0CD-109D-47DE-8883-49F901FD74B3}" dt="2020-08-11T15:54:00.379" v="806"/>
          <ac:spMkLst>
            <pc:docMk/>
            <pc:sldMk cId="3474094625" sldId="539"/>
            <ac:spMk id="35" creationId="{00000000-0000-0000-0000-000000000000}"/>
          </ac:spMkLst>
        </pc:spChg>
      </pc:sldChg>
      <pc:sldChg chg="delSp modSp add mod delAnim">
        <pc:chgData name="翟 锐" userId="fef11181f709266a" providerId="LiveId" clId="{9186E0CD-109D-47DE-8883-49F901FD74B3}" dt="2020-08-11T16:07:56.690" v="976" actId="1076"/>
        <pc:sldMkLst>
          <pc:docMk/>
          <pc:sldMk cId="3866439698" sldId="540"/>
        </pc:sldMkLst>
        <pc:spChg chg="del">
          <ac:chgData name="翟 锐" userId="fef11181f709266a" providerId="LiveId" clId="{9186E0CD-109D-47DE-8883-49F901FD74B3}" dt="2020-08-11T16:04:57.135" v="970" actId="478"/>
          <ac:spMkLst>
            <pc:docMk/>
            <pc:sldMk cId="3866439698" sldId="540"/>
            <ac:spMk id="6" creationId="{AC6576D4-8946-49F2-ADDB-D4CE1D6F112A}"/>
          </ac:spMkLst>
        </pc:spChg>
        <pc:spChg chg="mod">
          <ac:chgData name="翟 锐" userId="fef11181f709266a" providerId="LiveId" clId="{9186E0CD-109D-47DE-8883-49F901FD74B3}" dt="2020-08-11T16:07:56.690" v="976" actId="1076"/>
          <ac:spMkLst>
            <pc:docMk/>
            <pc:sldMk cId="3866439698" sldId="540"/>
            <ac:spMk id="7" creationId="{F31B9959-AFCB-4974-BAFD-1B4C19488142}"/>
          </ac:spMkLst>
        </pc:spChg>
        <pc:spChg chg="mod">
          <ac:chgData name="翟 锐" userId="fef11181f709266a" providerId="LiveId" clId="{9186E0CD-109D-47DE-8883-49F901FD74B3}" dt="2020-08-11T16:05:01.534" v="972" actId="1076"/>
          <ac:spMkLst>
            <pc:docMk/>
            <pc:sldMk cId="3866439698" sldId="540"/>
            <ac:spMk id="8" creationId="{11CCA640-20A0-4404-B5F7-C19439A1F79F}"/>
          </ac:spMkLst>
        </pc:spChg>
        <pc:spChg chg="del">
          <ac:chgData name="翟 锐" userId="fef11181f709266a" providerId="LiveId" clId="{9186E0CD-109D-47DE-8883-49F901FD74B3}" dt="2020-08-11T16:04:54.141" v="968" actId="478"/>
          <ac:spMkLst>
            <pc:docMk/>
            <pc:sldMk cId="3866439698" sldId="540"/>
            <ac:spMk id="9" creationId="{B23FA237-F380-486C-9124-9708B7FA93EF}"/>
          </ac:spMkLst>
        </pc:spChg>
        <pc:spChg chg="del">
          <ac:chgData name="翟 锐" userId="fef11181f709266a" providerId="LiveId" clId="{9186E0CD-109D-47DE-8883-49F901FD74B3}" dt="2020-08-11T16:04:55.559" v="969" actId="478"/>
          <ac:spMkLst>
            <pc:docMk/>
            <pc:sldMk cId="3866439698" sldId="540"/>
            <ac:spMk id="10" creationId="{8B46310E-2818-4E6F-83BA-A22F9E6D66C9}"/>
          </ac:spMkLst>
        </pc:spChg>
        <pc:spChg chg="mod">
          <ac:chgData name="翟 锐" userId="fef11181f709266a" providerId="LiveId" clId="{9186E0CD-109D-47DE-8883-49F901FD74B3}" dt="2020-08-11T15:54:09.313" v="821"/>
          <ac:spMkLst>
            <pc:docMk/>
            <pc:sldMk cId="3866439698" sldId="540"/>
            <ac:spMk id="35" creationId="{00000000-0000-0000-0000-000000000000}"/>
          </ac:spMkLst>
        </pc:spChg>
      </pc:sldChg>
      <pc:sldChg chg="modSp add modAnim">
        <pc:chgData name="翟 锐" userId="fef11181f709266a" providerId="LiveId" clId="{9186E0CD-109D-47DE-8883-49F901FD74B3}" dt="2020-08-11T16:11:20.565" v="1052"/>
        <pc:sldMkLst>
          <pc:docMk/>
          <pc:sldMk cId="2187263885" sldId="541"/>
        </pc:sldMkLst>
        <pc:spChg chg="mod">
          <ac:chgData name="翟 锐" userId="fef11181f709266a" providerId="LiveId" clId="{9186E0CD-109D-47DE-8883-49F901FD74B3}" dt="2020-08-11T16:11:20.565" v="1052"/>
          <ac:spMkLst>
            <pc:docMk/>
            <pc:sldMk cId="2187263885" sldId="541"/>
            <ac:spMk id="2" creationId="{00000000-0000-0000-0000-000000000000}"/>
          </ac:spMkLst>
        </pc:spChg>
      </pc:sldChg>
      <pc:sldChg chg="addSp delSp modSp add mod modAnim">
        <pc:chgData name="翟 锐" userId="fef11181f709266a" providerId="LiveId" clId="{9186E0CD-109D-47DE-8883-49F901FD74B3}" dt="2020-08-11T16:13:11.843" v="1072" actId="1076"/>
        <pc:sldMkLst>
          <pc:docMk/>
          <pc:sldMk cId="4268977075" sldId="542"/>
        </pc:sldMkLst>
        <pc:spChg chg="del">
          <ac:chgData name="翟 锐" userId="fef11181f709266a" providerId="LiveId" clId="{9186E0CD-109D-47DE-8883-49F901FD74B3}" dt="2020-08-11T16:13:04.150" v="1068" actId="478"/>
          <ac:spMkLst>
            <pc:docMk/>
            <pc:sldMk cId="4268977075" sldId="542"/>
            <ac:spMk id="2" creationId="{68BE803F-4276-4627-98A0-2E55678B4FBF}"/>
          </ac:spMkLst>
        </pc:spChg>
        <pc:spChg chg="del">
          <ac:chgData name="翟 锐" userId="fef11181f709266a" providerId="LiveId" clId="{9186E0CD-109D-47DE-8883-49F901FD74B3}" dt="2020-08-11T16:13:05.230" v="1069" actId="478"/>
          <ac:spMkLst>
            <pc:docMk/>
            <pc:sldMk cId="4268977075" sldId="542"/>
            <ac:spMk id="4" creationId="{60772012-02DA-4046-8B29-070025C1F626}"/>
          </ac:spMkLst>
        </pc:spChg>
        <pc:spChg chg="del">
          <ac:chgData name="翟 锐" userId="fef11181f709266a" providerId="LiveId" clId="{9186E0CD-109D-47DE-8883-49F901FD74B3}" dt="2020-08-11T16:13:02.956" v="1067" actId="478"/>
          <ac:spMkLst>
            <pc:docMk/>
            <pc:sldMk cId="4268977075" sldId="542"/>
            <ac:spMk id="5" creationId="{4F7ABC7F-BE55-4D56-A893-AC3B05A98D1F}"/>
          </ac:spMkLst>
        </pc:spChg>
        <pc:spChg chg="add mod">
          <ac:chgData name="翟 锐" userId="fef11181f709266a" providerId="LiveId" clId="{9186E0CD-109D-47DE-8883-49F901FD74B3}" dt="2020-08-11T16:13:11.843" v="1072" actId="1076"/>
          <ac:spMkLst>
            <pc:docMk/>
            <pc:sldMk cId="4268977075" sldId="542"/>
            <ac:spMk id="8" creationId="{B9966E90-DCB1-45A5-AC53-E13C134C1324}"/>
          </ac:spMkLst>
        </pc:spChg>
        <pc:spChg chg="add mod">
          <ac:chgData name="翟 锐" userId="fef11181f709266a" providerId="LiveId" clId="{9186E0CD-109D-47DE-8883-49F901FD74B3}" dt="2020-08-11T16:13:11.843" v="1072" actId="1076"/>
          <ac:spMkLst>
            <pc:docMk/>
            <pc:sldMk cId="4268977075" sldId="542"/>
            <ac:spMk id="9" creationId="{94F80E5C-5EB9-4133-AC17-07AEF773870C}"/>
          </ac:spMkLst>
        </pc:spChg>
        <pc:spChg chg="add mod">
          <ac:chgData name="翟 锐" userId="fef11181f709266a" providerId="LiveId" clId="{9186E0CD-109D-47DE-8883-49F901FD74B3}" dt="2020-08-11T16:13:11.843" v="1072" actId="1076"/>
          <ac:spMkLst>
            <pc:docMk/>
            <pc:sldMk cId="4268977075" sldId="542"/>
            <ac:spMk id="10" creationId="{611A3FE5-2FB1-4CAD-B589-0B8FDCB9304B}"/>
          </ac:spMkLst>
        </pc:spChg>
        <pc:spChg chg="add mod">
          <ac:chgData name="翟 锐" userId="fef11181f709266a" providerId="LiveId" clId="{9186E0CD-109D-47DE-8883-49F901FD74B3}" dt="2020-08-11T16:13:11.843" v="1072" actId="1076"/>
          <ac:spMkLst>
            <pc:docMk/>
            <pc:sldMk cId="4268977075" sldId="542"/>
            <ac:spMk id="11" creationId="{0874FFC6-E1C8-43DC-A9CC-F11F4F3D3CCF}"/>
          </ac:spMkLst>
        </pc:spChg>
        <pc:spChg chg="add mod">
          <ac:chgData name="翟 锐" userId="fef11181f709266a" providerId="LiveId" clId="{9186E0CD-109D-47DE-8883-49F901FD74B3}" dt="2020-08-11T16:13:11.843" v="1072" actId="1076"/>
          <ac:spMkLst>
            <pc:docMk/>
            <pc:sldMk cId="4268977075" sldId="542"/>
            <ac:spMk id="12" creationId="{BCD1AE5C-4EF4-4279-BE21-01A4A1C67C6B}"/>
          </ac:spMkLst>
        </pc:spChg>
        <pc:spChg chg="add mod">
          <ac:chgData name="翟 锐" userId="fef11181f709266a" providerId="LiveId" clId="{9186E0CD-109D-47DE-8883-49F901FD74B3}" dt="2020-08-11T16:13:11.843" v="1072" actId="1076"/>
          <ac:spMkLst>
            <pc:docMk/>
            <pc:sldMk cId="4268977075" sldId="542"/>
            <ac:spMk id="13" creationId="{47EC0052-FB41-4EE7-96FA-F317C98D5BF9}"/>
          </ac:spMkLst>
        </pc:spChg>
        <pc:spChg chg="mod">
          <ac:chgData name="翟 锐" userId="fef11181f709266a" providerId="LiveId" clId="{9186E0CD-109D-47DE-8883-49F901FD74B3}" dt="2020-08-11T16:13:00.850" v="1066"/>
          <ac:spMkLst>
            <pc:docMk/>
            <pc:sldMk cId="4268977075" sldId="542"/>
            <ac:spMk id="35" creationId="{00000000-0000-0000-0000-000000000000}"/>
          </ac:spMkLst>
        </pc:spChg>
        <pc:cxnChg chg="add mod">
          <ac:chgData name="翟 锐" userId="fef11181f709266a" providerId="LiveId" clId="{9186E0CD-109D-47DE-8883-49F901FD74B3}" dt="2020-08-11T16:13:11.843" v="1072" actId="1076"/>
          <ac:cxnSpMkLst>
            <pc:docMk/>
            <pc:sldMk cId="4268977075" sldId="542"/>
            <ac:cxnSpMk id="14" creationId="{7AD93645-58EE-4513-9EE1-15867E854D2D}"/>
          </ac:cxnSpMkLst>
        </pc:cxnChg>
        <pc:cxnChg chg="add mod">
          <ac:chgData name="翟 锐" userId="fef11181f709266a" providerId="LiveId" clId="{9186E0CD-109D-47DE-8883-49F901FD74B3}" dt="2020-08-11T16:13:11.843" v="1072" actId="1076"/>
          <ac:cxnSpMkLst>
            <pc:docMk/>
            <pc:sldMk cId="4268977075" sldId="542"/>
            <ac:cxnSpMk id="15" creationId="{27519793-2C99-46A8-8EA3-9A419AE25087}"/>
          </ac:cxnSpMkLst>
        </pc:cxnChg>
      </pc:sldChg>
      <pc:sldChg chg="addSp delSp modSp add mod modAnim">
        <pc:chgData name="翟 锐" userId="fef11181f709266a" providerId="LiveId" clId="{9186E0CD-109D-47DE-8883-49F901FD74B3}" dt="2020-08-11T16:15:40.254" v="1088" actId="1076"/>
        <pc:sldMkLst>
          <pc:docMk/>
          <pc:sldMk cId="3066006978" sldId="543"/>
        </pc:sldMkLst>
        <pc:spChg chg="del">
          <ac:chgData name="翟 锐" userId="fef11181f709266a" providerId="LiveId" clId="{9186E0CD-109D-47DE-8883-49F901FD74B3}" dt="2020-08-11T16:15:34.856" v="1086" actId="478"/>
          <ac:spMkLst>
            <pc:docMk/>
            <pc:sldMk cId="3066006978" sldId="543"/>
            <ac:spMk id="2" creationId="{68BE803F-4276-4627-98A0-2E55678B4FBF}"/>
          </ac:spMkLst>
        </pc:spChg>
        <pc:spChg chg="add mod">
          <ac:chgData name="翟 锐" userId="fef11181f709266a" providerId="LiveId" clId="{9186E0CD-109D-47DE-8883-49F901FD74B3}" dt="2020-08-11T16:15:40.254" v="1088" actId="1076"/>
          <ac:spMkLst>
            <pc:docMk/>
            <pc:sldMk cId="3066006978" sldId="543"/>
            <ac:spMk id="3" creationId="{E21F5563-FCCC-4E4C-BDFB-F27A5A744F9E}"/>
          </ac:spMkLst>
        </pc:spChg>
        <pc:spChg chg="del">
          <ac:chgData name="翟 锐" userId="fef11181f709266a" providerId="LiveId" clId="{9186E0CD-109D-47DE-8883-49F901FD74B3}" dt="2020-08-11T16:15:33.011" v="1085" actId="478"/>
          <ac:spMkLst>
            <pc:docMk/>
            <pc:sldMk cId="3066006978" sldId="543"/>
            <ac:spMk id="4" creationId="{60772012-02DA-4046-8B29-070025C1F626}"/>
          </ac:spMkLst>
        </pc:spChg>
        <pc:spChg chg="del">
          <ac:chgData name="翟 锐" userId="fef11181f709266a" providerId="LiveId" clId="{9186E0CD-109D-47DE-8883-49F901FD74B3}" dt="2020-08-11T16:15:31.188" v="1084" actId="478"/>
          <ac:spMkLst>
            <pc:docMk/>
            <pc:sldMk cId="3066006978" sldId="543"/>
            <ac:spMk id="5" creationId="{4F7ABC7F-BE55-4D56-A893-AC3B05A98D1F}"/>
          </ac:spMkLst>
        </pc:spChg>
        <pc:spChg chg="add mod">
          <ac:chgData name="翟 锐" userId="fef11181f709266a" providerId="LiveId" clId="{9186E0CD-109D-47DE-8883-49F901FD74B3}" dt="2020-08-11T16:15:40.254" v="1088" actId="1076"/>
          <ac:spMkLst>
            <pc:docMk/>
            <pc:sldMk cId="3066006978" sldId="543"/>
            <ac:spMk id="6" creationId="{9F148DB5-8D89-4207-846E-0A0466D822D2}"/>
          </ac:spMkLst>
        </pc:spChg>
        <pc:spChg chg="add mod">
          <ac:chgData name="翟 锐" userId="fef11181f709266a" providerId="LiveId" clId="{9186E0CD-109D-47DE-8883-49F901FD74B3}" dt="2020-08-11T16:15:40.254" v="1088" actId="1076"/>
          <ac:spMkLst>
            <pc:docMk/>
            <pc:sldMk cId="3066006978" sldId="543"/>
            <ac:spMk id="7" creationId="{B116A3EF-8751-4392-8C10-71C9A2F7FE3E}"/>
          </ac:spMkLst>
        </pc:spChg>
        <pc:spChg chg="add mod">
          <ac:chgData name="翟 锐" userId="fef11181f709266a" providerId="LiveId" clId="{9186E0CD-109D-47DE-8883-49F901FD74B3}" dt="2020-08-11T16:15:40.254" v="1088" actId="1076"/>
          <ac:spMkLst>
            <pc:docMk/>
            <pc:sldMk cId="3066006978" sldId="543"/>
            <ac:spMk id="9" creationId="{E3E5F65A-FA0E-4F98-9F48-7149AE6E362D}"/>
          </ac:spMkLst>
        </pc:spChg>
        <pc:spChg chg="mod">
          <ac:chgData name="翟 锐" userId="fef11181f709266a" providerId="LiveId" clId="{9186E0CD-109D-47DE-8883-49F901FD74B3}" dt="2020-08-11T16:15:20.958" v="1081"/>
          <ac:spMkLst>
            <pc:docMk/>
            <pc:sldMk cId="3066006978" sldId="543"/>
            <ac:spMk id="35" creationId="{00000000-0000-0000-0000-000000000000}"/>
          </ac:spMkLst>
        </pc:spChg>
      </pc:sldChg>
      <pc:sldChg chg="addSp delSp modSp add mod modAnim">
        <pc:chgData name="翟 锐" userId="fef11181f709266a" providerId="LiveId" clId="{9186E0CD-109D-47DE-8883-49F901FD74B3}" dt="2020-08-11T16:16:32.506" v="1110" actId="1076"/>
        <pc:sldMkLst>
          <pc:docMk/>
          <pc:sldMk cId="2121332260" sldId="544"/>
        </pc:sldMkLst>
        <pc:spChg chg="del">
          <ac:chgData name="翟 锐" userId="fef11181f709266a" providerId="LiveId" clId="{9186E0CD-109D-47DE-8883-49F901FD74B3}" dt="2020-08-11T16:16:07.594" v="1101" actId="478"/>
          <ac:spMkLst>
            <pc:docMk/>
            <pc:sldMk cId="2121332260" sldId="544"/>
            <ac:spMk id="3" creationId="{E21F5563-FCCC-4E4C-BDFB-F27A5A744F9E}"/>
          </ac:spMkLst>
        </pc:spChg>
        <pc:spChg chg="del">
          <ac:chgData name="翟 锐" userId="fef11181f709266a" providerId="LiveId" clId="{9186E0CD-109D-47DE-8883-49F901FD74B3}" dt="2020-08-11T16:16:05.051" v="1099" actId="478"/>
          <ac:spMkLst>
            <pc:docMk/>
            <pc:sldMk cId="2121332260" sldId="544"/>
            <ac:spMk id="6" creationId="{9F148DB5-8D89-4207-846E-0A0466D822D2}"/>
          </ac:spMkLst>
        </pc:spChg>
        <pc:spChg chg="del">
          <ac:chgData name="翟 锐" userId="fef11181f709266a" providerId="LiveId" clId="{9186E0CD-109D-47DE-8883-49F901FD74B3}" dt="2020-08-11T16:16:05.051" v="1099" actId="478"/>
          <ac:spMkLst>
            <pc:docMk/>
            <pc:sldMk cId="2121332260" sldId="544"/>
            <ac:spMk id="7" creationId="{B116A3EF-8751-4392-8C10-71C9A2F7FE3E}"/>
          </ac:spMkLst>
        </pc:spChg>
        <pc:spChg chg="del">
          <ac:chgData name="翟 锐" userId="fef11181f709266a" providerId="LiveId" clId="{9186E0CD-109D-47DE-8883-49F901FD74B3}" dt="2020-08-11T16:16:06.356" v="1100" actId="478"/>
          <ac:spMkLst>
            <pc:docMk/>
            <pc:sldMk cId="2121332260" sldId="544"/>
            <ac:spMk id="9" creationId="{E3E5F65A-FA0E-4F98-9F48-7149AE6E362D}"/>
          </ac:spMkLst>
        </pc:spChg>
        <pc:spChg chg="add mod">
          <ac:chgData name="翟 锐" userId="fef11181f709266a" providerId="LiveId" clId="{9186E0CD-109D-47DE-8883-49F901FD74B3}" dt="2020-08-11T16:16:32.506" v="1110" actId="1076"/>
          <ac:spMkLst>
            <pc:docMk/>
            <pc:sldMk cId="2121332260" sldId="544"/>
            <ac:spMk id="10" creationId="{E79B9740-F0DF-41EA-9681-F12A24B281E2}"/>
          </ac:spMkLst>
        </pc:spChg>
        <pc:spChg chg="add mod">
          <ac:chgData name="翟 锐" userId="fef11181f709266a" providerId="LiveId" clId="{9186E0CD-109D-47DE-8883-49F901FD74B3}" dt="2020-08-11T16:16:32.506" v="1110" actId="1076"/>
          <ac:spMkLst>
            <pc:docMk/>
            <pc:sldMk cId="2121332260" sldId="544"/>
            <ac:spMk id="11" creationId="{0369D167-7506-4ECF-A75D-705C1677F1F8}"/>
          </ac:spMkLst>
        </pc:spChg>
        <pc:spChg chg="add mod">
          <ac:chgData name="翟 锐" userId="fef11181f709266a" providerId="LiveId" clId="{9186E0CD-109D-47DE-8883-49F901FD74B3}" dt="2020-08-11T16:16:32.506" v="1110" actId="1076"/>
          <ac:spMkLst>
            <pc:docMk/>
            <pc:sldMk cId="2121332260" sldId="544"/>
            <ac:spMk id="12" creationId="{87296FD4-1AEC-4E62-BE88-611A56A6F716}"/>
          </ac:spMkLst>
        </pc:spChg>
        <pc:spChg chg="add mod">
          <ac:chgData name="翟 锐" userId="fef11181f709266a" providerId="LiveId" clId="{9186E0CD-109D-47DE-8883-49F901FD74B3}" dt="2020-08-11T16:16:32.506" v="1110" actId="1076"/>
          <ac:spMkLst>
            <pc:docMk/>
            <pc:sldMk cId="2121332260" sldId="544"/>
            <ac:spMk id="14" creationId="{A566D956-C5C7-465D-9AAA-B7F86AA589DA}"/>
          </ac:spMkLst>
        </pc:spChg>
        <pc:spChg chg="add mod">
          <ac:chgData name="翟 锐" userId="fef11181f709266a" providerId="LiveId" clId="{9186E0CD-109D-47DE-8883-49F901FD74B3}" dt="2020-08-11T16:16:32.506" v="1110" actId="1076"/>
          <ac:spMkLst>
            <pc:docMk/>
            <pc:sldMk cId="2121332260" sldId="544"/>
            <ac:spMk id="15" creationId="{9454641A-75DA-45D4-AB39-F1F647A1EF11}"/>
          </ac:spMkLst>
        </pc:spChg>
        <pc:spChg chg="mod">
          <ac:chgData name="翟 锐" userId="fef11181f709266a" providerId="LiveId" clId="{9186E0CD-109D-47DE-8883-49F901FD74B3}" dt="2020-08-11T16:16:00.437" v="1098"/>
          <ac:spMkLst>
            <pc:docMk/>
            <pc:sldMk cId="2121332260" sldId="544"/>
            <ac:spMk id="35" creationId="{00000000-0000-0000-0000-000000000000}"/>
          </ac:spMkLst>
        </pc:spChg>
        <pc:cxnChg chg="add mod">
          <ac:chgData name="翟 锐" userId="fef11181f709266a" providerId="LiveId" clId="{9186E0CD-109D-47DE-8883-49F901FD74B3}" dt="2020-08-11T16:16:32.506" v="1110" actId="1076"/>
          <ac:cxnSpMkLst>
            <pc:docMk/>
            <pc:sldMk cId="2121332260" sldId="544"/>
            <ac:cxnSpMk id="13" creationId="{CF9939AD-5135-4374-A6C1-CE29A48660E0}"/>
          </ac:cxnSpMkLst>
        </pc:cxnChg>
      </pc:sldChg>
      <pc:sldChg chg="addSp modSp add mod modAnim">
        <pc:chgData name="翟 锐" userId="fef11181f709266a" providerId="LiveId" clId="{9186E0CD-109D-47DE-8883-49F901FD74B3}" dt="2020-08-11T16:22:05.261" v="1303"/>
        <pc:sldMkLst>
          <pc:docMk/>
          <pc:sldMk cId="3001398310" sldId="545"/>
        </pc:sldMkLst>
        <pc:spChg chg="add mod">
          <ac:chgData name="翟 锐" userId="fef11181f709266a" providerId="LiveId" clId="{9186E0CD-109D-47DE-8883-49F901FD74B3}" dt="2020-08-11T16:16:44.746" v="1115" actId="1076"/>
          <ac:spMkLst>
            <pc:docMk/>
            <pc:sldMk cId="3001398310" sldId="545"/>
            <ac:spMk id="5" creationId="{06499A1F-617F-4BAB-AE6B-78C9C018460D}"/>
          </ac:spMkLst>
        </pc:spChg>
        <pc:spChg chg="add mod">
          <ac:chgData name="翟 锐" userId="fef11181f709266a" providerId="LiveId" clId="{9186E0CD-109D-47DE-8883-49F901FD74B3}" dt="2020-08-11T16:16:44.746" v="1115" actId="1076"/>
          <ac:spMkLst>
            <pc:docMk/>
            <pc:sldMk cId="3001398310" sldId="545"/>
            <ac:spMk id="6" creationId="{95F545C0-D769-4A57-A763-661F06894B1F}"/>
          </ac:spMkLst>
        </pc:spChg>
        <pc:spChg chg="add mod">
          <ac:chgData name="翟 锐" userId="fef11181f709266a" providerId="LiveId" clId="{9186E0CD-109D-47DE-8883-49F901FD74B3}" dt="2020-08-11T16:16:44.746" v="1115" actId="1076"/>
          <ac:spMkLst>
            <pc:docMk/>
            <pc:sldMk cId="3001398310" sldId="545"/>
            <ac:spMk id="7" creationId="{AEBD75B0-9006-4C44-B767-0D58657E35DE}"/>
          </ac:spMkLst>
        </pc:spChg>
        <pc:spChg chg="add mod">
          <ac:chgData name="翟 锐" userId="fef11181f709266a" providerId="LiveId" clId="{9186E0CD-109D-47DE-8883-49F901FD74B3}" dt="2020-08-11T16:16:44.746" v="1115" actId="1076"/>
          <ac:spMkLst>
            <pc:docMk/>
            <pc:sldMk cId="3001398310" sldId="545"/>
            <ac:spMk id="8" creationId="{E9C8FAEA-4B2D-478D-A650-CBDBBF4AB720}"/>
          </ac:spMkLst>
        </pc:spChg>
        <pc:spChg chg="add mod">
          <ac:chgData name="翟 锐" userId="fef11181f709266a" providerId="LiveId" clId="{9186E0CD-109D-47DE-8883-49F901FD74B3}" dt="2020-08-11T16:22:05.261" v="1303"/>
          <ac:spMkLst>
            <pc:docMk/>
            <pc:sldMk cId="3001398310" sldId="545"/>
            <ac:spMk id="9" creationId="{D9B1C74C-D0DD-4F94-949E-4E84CB46013B}"/>
          </ac:spMkLst>
        </pc:spChg>
        <pc:spChg chg="add mod">
          <ac:chgData name="翟 锐" userId="fef11181f709266a" providerId="LiveId" clId="{9186E0CD-109D-47DE-8883-49F901FD74B3}" dt="2020-08-11T16:16:44.746" v="1115" actId="1076"/>
          <ac:spMkLst>
            <pc:docMk/>
            <pc:sldMk cId="3001398310" sldId="545"/>
            <ac:spMk id="10" creationId="{DB033CE5-D1BD-4E56-83F2-1CBD8F7EDC46}"/>
          </ac:spMkLst>
        </pc:spChg>
        <pc:spChg chg="mod">
          <ac:chgData name="翟 锐" userId="fef11181f709266a" providerId="LiveId" clId="{9186E0CD-109D-47DE-8883-49F901FD74B3}" dt="2020-08-11T16:16:47.895" v="1122"/>
          <ac:spMkLst>
            <pc:docMk/>
            <pc:sldMk cId="3001398310" sldId="545"/>
            <ac:spMk id="35" creationId="{00000000-0000-0000-0000-000000000000}"/>
          </ac:spMkLst>
        </pc:spChg>
      </pc:sldChg>
      <pc:sldChg chg="addSp modSp add mod modAnim">
        <pc:chgData name="翟 锐" userId="fef11181f709266a" providerId="LiveId" clId="{9186E0CD-109D-47DE-8883-49F901FD74B3}" dt="2020-08-11T16:22:00.601" v="1302"/>
        <pc:sldMkLst>
          <pc:docMk/>
          <pc:sldMk cId="1302138740" sldId="546"/>
        </pc:sldMkLst>
        <pc:spChg chg="add mod">
          <ac:chgData name="翟 锐" userId="fef11181f709266a" providerId="LiveId" clId="{9186E0CD-109D-47DE-8883-49F901FD74B3}" dt="2020-08-11T16:17:08.327" v="1130" actId="1076"/>
          <ac:spMkLst>
            <pc:docMk/>
            <pc:sldMk cId="1302138740" sldId="546"/>
            <ac:spMk id="5" creationId="{DB562953-BF9D-493D-AE05-D66346D0C909}"/>
          </ac:spMkLst>
        </pc:spChg>
        <pc:spChg chg="add mod">
          <ac:chgData name="翟 锐" userId="fef11181f709266a" providerId="LiveId" clId="{9186E0CD-109D-47DE-8883-49F901FD74B3}" dt="2020-08-11T16:17:08.327" v="1130" actId="1076"/>
          <ac:spMkLst>
            <pc:docMk/>
            <pc:sldMk cId="1302138740" sldId="546"/>
            <ac:spMk id="6" creationId="{1BFC8A6E-FE92-4841-929E-D7EBDB8D6B01}"/>
          </ac:spMkLst>
        </pc:spChg>
        <pc:spChg chg="add mod">
          <ac:chgData name="翟 锐" userId="fef11181f709266a" providerId="LiveId" clId="{9186E0CD-109D-47DE-8883-49F901FD74B3}" dt="2020-08-11T16:17:08.327" v="1130" actId="1076"/>
          <ac:spMkLst>
            <pc:docMk/>
            <pc:sldMk cId="1302138740" sldId="546"/>
            <ac:spMk id="7" creationId="{48869B14-C5C2-4273-A72C-9EAECC6688A0}"/>
          </ac:spMkLst>
        </pc:spChg>
        <pc:spChg chg="add mod">
          <ac:chgData name="翟 锐" userId="fef11181f709266a" providerId="LiveId" clId="{9186E0CD-109D-47DE-8883-49F901FD74B3}" dt="2020-08-11T16:17:08.327" v="1130" actId="1076"/>
          <ac:spMkLst>
            <pc:docMk/>
            <pc:sldMk cId="1302138740" sldId="546"/>
            <ac:spMk id="8" creationId="{D88F7F40-8D27-4E6A-B09D-6A75F5476B23}"/>
          </ac:spMkLst>
        </pc:spChg>
        <pc:spChg chg="add mod">
          <ac:chgData name="翟 锐" userId="fef11181f709266a" providerId="LiveId" clId="{9186E0CD-109D-47DE-8883-49F901FD74B3}" dt="2020-08-11T16:22:00.601" v="1302"/>
          <ac:spMkLst>
            <pc:docMk/>
            <pc:sldMk cId="1302138740" sldId="546"/>
            <ac:spMk id="9" creationId="{73DF9912-213D-4362-91BB-2E652C442CED}"/>
          </ac:spMkLst>
        </pc:spChg>
        <pc:spChg chg="mod">
          <ac:chgData name="翟 锐" userId="fef11181f709266a" providerId="LiveId" clId="{9186E0CD-109D-47DE-8883-49F901FD74B3}" dt="2020-08-11T16:16:58.371" v="1126"/>
          <ac:spMkLst>
            <pc:docMk/>
            <pc:sldMk cId="1302138740" sldId="546"/>
            <ac:spMk id="35" creationId="{00000000-0000-0000-0000-000000000000}"/>
          </ac:spMkLst>
        </pc:spChg>
      </pc:sldChg>
      <pc:sldChg chg="addSp modSp add mod modAnim">
        <pc:chgData name="翟 锐" userId="fef11181f709266a" providerId="LiveId" clId="{9186E0CD-109D-47DE-8883-49F901FD74B3}" dt="2020-08-11T16:17:31.300" v="1142" actId="1076"/>
        <pc:sldMkLst>
          <pc:docMk/>
          <pc:sldMk cId="1402210149" sldId="547"/>
        </pc:sldMkLst>
        <pc:spChg chg="add mod">
          <ac:chgData name="翟 锐" userId="fef11181f709266a" providerId="LiveId" clId="{9186E0CD-109D-47DE-8883-49F901FD74B3}" dt="2020-08-11T16:17:31.300" v="1142" actId="1076"/>
          <ac:spMkLst>
            <pc:docMk/>
            <pc:sldMk cId="1402210149" sldId="547"/>
            <ac:spMk id="5" creationId="{D44D78F8-BF0F-4FC8-9A17-6AD1BFDFD7E6}"/>
          </ac:spMkLst>
        </pc:spChg>
        <pc:spChg chg="add mod">
          <ac:chgData name="翟 锐" userId="fef11181f709266a" providerId="LiveId" clId="{9186E0CD-109D-47DE-8883-49F901FD74B3}" dt="2020-08-11T16:17:31.300" v="1142" actId="1076"/>
          <ac:spMkLst>
            <pc:docMk/>
            <pc:sldMk cId="1402210149" sldId="547"/>
            <ac:spMk id="6" creationId="{12D631DF-3ED9-4C6B-9817-6C251BD453CE}"/>
          </ac:spMkLst>
        </pc:spChg>
        <pc:spChg chg="add mod">
          <ac:chgData name="翟 锐" userId="fef11181f709266a" providerId="LiveId" clId="{9186E0CD-109D-47DE-8883-49F901FD74B3}" dt="2020-08-11T16:17:31.300" v="1142" actId="1076"/>
          <ac:spMkLst>
            <pc:docMk/>
            <pc:sldMk cId="1402210149" sldId="547"/>
            <ac:spMk id="7" creationId="{8C4FE580-18DF-4EB2-B2ED-C00139D1D41F}"/>
          </ac:spMkLst>
        </pc:spChg>
        <pc:spChg chg="mod">
          <ac:chgData name="翟 锐" userId="fef11181f709266a" providerId="LiveId" clId="{9186E0CD-109D-47DE-8883-49F901FD74B3}" dt="2020-08-11T16:17:17.490" v="1139"/>
          <ac:spMkLst>
            <pc:docMk/>
            <pc:sldMk cId="1402210149" sldId="547"/>
            <ac:spMk id="35" creationId="{00000000-0000-0000-0000-000000000000}"/>
          </ac:spMkLst>
        </pc:spChg>
      </pc:sldChg>
      <pc:sldChg chg="addSp delSp modSp add mod">
        <pc:chgData name="翟 锐" userId="fef11181f709266a" providerId="LiveId" clId="{9186E0CD-109D-47DE-8883-49F901FD74B3}" dt="2020-08-11T16:17:55.225" v="1154" actId="1076"/>
        <pc:sldMkLst>
          <pc:docMk/>
          <pc:sldMk cId="1131462340" sldId="548"/>
        </pc:sldMkLst>
        <pc:spChg chg="add mod">
          <ac:chgData name="翟 锐" userId="fef11181f709266a" providerId="LiveId" clId="{9186E0CD-109D-47DE-8883-49F901FD74B3}" dt="2020-08-11T16:17:55.225" v="1154" actId="1076"/>
          <ac:spMkLst>
            <pc:docMk/>
            <pc:sldMk cId="1131462340" sldId="548"/>
            <ac:spMk id="3" creationId="{E7B1E7AC-41C9-4730-B250-19F6BFF1524A}"/>
          </ac:spMkLst>
        </pc:spChg>
        <pc:spChg chg="add del">
          <ac:chgData name="翟 锐" userId="fef11181f709266a" providerId="LiveId" clId="{9186E0CD-109D-47DE-8883-49F901FD74B3}" dt="2020-08-11T16:17:38.790" v="1148" actId="22"/>
          <ac:spMkLst>
            <pc:docMk/>
            <pc:sldMk cId="1131462340" sldId="548"/>
            <ac:spMk id="6" creationId="{CDF02331-1BFD-4A07-90FA-94607652ACA5}"/>
          </ac:spMkLst>
        </pc:spChg>
        <pc:spChg chg="mod">
          <ac:chgData name="翟 锐" userId="fef11181f709266a" providerId="LiveId" clId="{9186E0CD-109D-47DE-8883-49F901FD74B3}" dt="2020-08-11T16:17:48.127" v="1151" actId="6549"/>
          <ac:spMkLst>
            <pc:docMk/>
            <pc:sldMk cId="1131462340" sldId="548"/>
            <ac:spMk id="35" creationId="{00000000-0000-0000-0000-000000000000}"/>
          </ac:spMkLst>
        </pc:spChg>
      </pc:sldChg>
      <pc:sldChg chg="add del">
        <pc:chgData name="翟 锐" userId="fef11181f709266a" providerId="LiveId" clId="{9186E0CD-109D-47DE-8883-49F901FD74B3}" dt="2020-08-11T16:17:57.922" v="1156" actId="47"/>
        <pc:sldMkLst>
          <pc:docMk/>
          <pc:sldMk cId="1616690941" sldId="549"/>
        </pc:sldMkLst>
      </pc:sldChg>
      <pc:sldChg chg="addSp modSp add del mod ord modAnim">
        <pc:chgData name="翟 锐" userId="fef11181f709266a" providerId="LiveId" clId="{9186E0CD-109D-47DE-8883-49F901FD74B3}" dt="2020-08-12T03:35:12.364" v="2622" actId="47"/>
        <pc:sldMkLst>
          <pc:docMk/>
          <pc:sldMk cId="2631393082" sldId="550"/>
        </pc:sldMkLst>
        <pc:spChg chg="add mod">
          <ac:chgData name="翟 锐" userId="fef11181f709266a" providerId="LiveId" clId="{9186E0CD-109D-47DE-8883-49F901FD74B3}" dt="2020-08-11T16:18:22.571" v="1161" actId="1076"/>
          <ac:spMkLst>
            <pc:docMk/>
            <pc:sldMk cId="2631393082" sldId="550"/>
            <ac:spMk id="5" creationId="{7E34BA87-904A-45C5-90E6-1953BEB49875}"/>
          </ac:spMkLst>
        </pc:spChg>
        <pc:spChg chg="add mod">
          <ac:chgData name="翟 锐" userId="fef11181f709266a" providerId="LiveId" clId="{9186E0CD-109D-47DE-8883-49F901FD74B3}" dt="2020-08-11T16:18:22.571" v="1161" actId="1076"/>
          <ac:spMkLst>
            <pc:docMk/>
            <pc:sldMk cId="2631393082" sldId="550"/>
            <ac:spMk id="6" creationId="{5F488491-9A01-464F-82F7-DC6FA59A5CF1}"/>
          </ac:spMkLst>
        </pc:spChg>
        <pc:spChg chg="add mod">
          <ac:chgData name="翟 锐" userId="fef11181f709266a" providerId="LiveId" clId="{9186E0CD-109D-47DE-8883-49F901FD74B3}" dt="2020-08-11T16:18:22.571" v="1161" actId="1076"/>
          <ac:spMkLst>
            <pc:docMk/>
            <pc:sldMk cId="2631393082" sldId="550"/>
            <ac:spMk id="7" creationId="{BBFDCC0E-CF4C-42E3-B9E4-930154E1D9B3}"/>
          </ac:spMkLst>
        </pc:spChg>
        <pc:spChg chg="add mod">
          <ac:chgData name="翟 锐" userId="fef11181f709266a" providerId="LiveId" clId="{9186E0CD-109D-47DE-8883-49F901FD74B3}" dt="2020-08-11T16:18:22.571" v="1161" actId="1076"/>
          <ac:spMkLst>
            <pc:docMk/>
            <pc:sldMk cId="2631393082" sldId="550"/>
            <ac:spMk id="8" creationId="{5C3175BB-AED5-4753-A0CA-0F9E1E6D88EE}"/>
          </ac:spMkLst>
        </pc:spChg>
        <pc:spChg chg="mod">
          <ac:chgData name="翟 锐" userId="fef11181f709266a" providerId="LiveId" clId="{9186E0CD-109D-47DE-8883-49F901FD74B3}" dt="2020-08-11T16:18:27.639" v="1173"/>
          <ac:spMkLst>
            <pc:docMk/>
            <pc:sldMk cId="2631393082" sldId="550"/>
            <ac:spMk id="35" creationId="{00000000-0000-0000-0000-000000000000}"/>
          </ac:spMkLst>
        </pc:spChg>
      </pc:sldChg>
      <pc:sldChg chg="new del">
        <pc:chgData name="翟 锐" userId="fef11181f709266a" providerId="LiveId" clId="{9186E0CD-109D-47DE-8883-49F901FD74B3}" dt="2020-08-11T16:59:53.122" v="1307" actId="47"/>
        <pc:sldMkLst>
          <pc:docMk/>
          <pc:sldMk cId="2641076861" sldId="551"/>
        </pc:sldMkLst>
      </pc:sldChg>
      <pc:sldChg chg="addSp delSp modSp add mod addAnim delAnim modAnim">
        <pc:chgData name="翟 锐" userId="fef11181f709266a" providerId="LiveId" clId="{9186E0CD-109D-47DE-8883-49F901FD74B3}" dt="2020-08-12T03:11:35.970" v="1589"/>
        <pc:sldMkLst>
          <pc:docMk/>
          <pc:sldMk cId="2698599430" sldId="551"/>
        </pc:sldMkLst>
        <pc:spChg chg="add del">
          <ac:chgData name="翟 锐" userId="fef11181f709266a" providerId="LiveId" clId="{9186E0CD-109D-47DE-8883-49F901FD74B3}" dt="2020-08-12T03:04:31.864" v="1330" actId="22"/>
          <ac:spMkLst>
            <pc:docMk/>
            <pc:sldMk cId="2698599430" sldId="551"/>
            <ac:spMk id="2" creationId="{F3AEA15A-20CF-4266-86D1-5EBF1DB2C5E1}"/>
          </ac:spMkLst>
        </pc:spChg>
        <pc:spChg chg="add mod">
          <ac:chgData name="翟 锐" userId="fef11181f709266a" providerId="LiveId" clId="{9186E0CD-109D-47DE-8883-49F901FD74B3}" dt="2020-08-12T03:11:35.970" v="1589"/>
          <ac:spMkLst>
            <pc:docMk/>
            <pc:sldMk cId="2698599430" sldId="551"/>
            <ac:spMk id="3" creationId="{AC6161EA-6216-4628-BF76-23CC3008F797}"/>
          </ac:spMkLst>
        </pc:spChg>
        <pc:spChg chg="add del">
          <ac:chgData name="翟 锐" userId="fef11181f709266a" providerId="LiveId" clId="{9186E0CD-109D-47DE-8883-49F901FD74B3}" dt="2020-08-12T03:10:52.704" v="1578"/>
          <ac:spMkLst>
            <pc:docMk/>
            <pc:sldMk cId="2698599430" sldId="551"/>
            <ac:spMk id="4" creationId="{B380DB9A-6C1C-4962-B888-4B61B4734261}"/>
          </ac:spMkLst>
        </pc:spChg>
        <pc:spChg chg="del">
          <ac:chgData name="翟 锐" userId="fef11181f709266a" providerId="LiveId" clId="{9186E0CD-109D-47DE-8883-49F901FD74B3}" dt="2020-08-11T17:02:56.218" v="1320" actId="478"/>
          <ac:spMkLst>
            <pc:docMk/>
            <pc:sldMk cId="2698599430" sldId="551"/>
            <ac:spMk id="5" creationId="{7E34BA87-904A-45C5-90E6-1953BEB49875}"/>
          </ac:spMkLst>
        </pc:spChg>
        <pc:spChg chg="del">
          <ac:chgData name="翟 锐" userId="fef11181f709266a" providerId="LiveId" clId="{9186E0CD-109D-47DE-8883-49F901FD74B3}" dt="2020-08-11T17:02:57.839" v="1321" actId="478"/>
          <ac:spMkLst>
            <pc:docMk/>
            <pc:sldMk cId="2698599430" sldId="551"/>
            <ac:spMk id="6" creationId="{5F488491-9A01-464F-82F7-DC6FA59A5CF1}"/>
          </ac:spMkLst>
        </pc:spChg>
        <pc:spChg chg="add del mod">
          <ac:chgData name="翟 锐" userId="fef11181f709266a" providerId="LiveId" clId="{9186E0CD-109D-47DE-8883-49F901FD74B3}" dt="2020-08-12T03:05:56.711" v="1424" actId="478"/>
          <ac:spMkLst>
            <pc:docMk/>
            <pc:sldMk cId="2698599430" sldId="551"/>
            <ac:spMk id="7" creationId="{BBFDCC0E-CF4C-42E3-B9E4-930154E1D9B3}"/>
          </ac:spMkLst>
        </pc:spChg>
        <pc:spChg chg="del">
          <ac:chgData name="翟 锐" userId="fef11181f709266a" providerId="LiveId" clId="{9186E0CD-109D-47DE-8883-49F901FD74B3}" dt="2020-08-11T17:02:53.745" v="1319" actId="478"/>
          <ac:spMkLst>
            <pc:docMk/>
            <pc:sldMk cId="2698599430" sldId="551"/>
            <ac:spMk id="8" creationId="{5C3175BB-AED5-4753-A0CA-0F9E1E6D88EE}"/>
          </ac:spMkLst>
        </pc:spChg>
        <pc:spChg chg="add del">
          <ac:chgData name="翟 锐" userId="fef11181f709266a" providerId="LiveId" clId="{9186E0CD-109D-47DE-8883-49F901FD74B3}" dt="2020-08-12T03:10:54.030" v="1580"/>
          <ac:spMkLst>
            <pc:docMk/>
            <pc:sldMk cId="2698599430" sldId="551"/>
            <ac:spMk id="10" creationId="{429064F2-19EA-456F-8EA6-1EE65503EFB1}"/>
          </ac:spMkLst>
        </pc:spChg>
      </pc:sldChg>
      <pc:sldChg chg="new del">
        <pc:chgData name="翟 锐" userId="fef11181f709266a" providerId="LiveId" clId="{9186E0CD-109D-47DE-8883-49F901FD74B3}" dt="2020-08-12T03:10:07.368" v="1567" actId="47"/>
        <pc:sldMkLst>
          <pc:docMk/>
          <pc:sldMk cId="1187509460" sldId="552"/>
        </pc:sldMkLst>
      </pc:sldChg>
      <pc:sldChg chg="addSp delSp modSp add mod addAnim delAnim modAnim">
        <pc:chgData name="翟 锐" userId="fef11181f709266a" providerId="LiveId" clId="{9186E0CD-109D-47DE-8883-49F901FD74B3}" dt="2020-08-12T03:33:48.735" v="2579" actId="1076"/>
        <pc:sldMkLst>
          <pc:docMk/>
          <pc:sldMk cId="4057853856" sldId="552"/>
        </pc:sldMkLst>
        <pc:spChg chg="add del">
          <ac:chgData name="翟 锐" userId="fef11181f709266a" providerId="LiveId" clId="{9186E0CD-109D-47DE-8883-49F901FD74B3}" dt="2020-08-12T03:15:32.963" v="1806"/>
          <ac:spMkLst>
            <pc:docMk/>
            <pc:sldMk cId="4057853856" sldId="552"/>
            <ac:spMk id="2" creationId="{4C3C63B0-F2D8-498A-89F1-19226BD9B45B}"/>
          </ac:spMkLst>
        </pc:spChg>
        <pc:spChg chg="del">
          <ac:chgData name="翟 锐" userId="fef11181f709266a" providerId="LiveId" clId="{9186E0CD-109D-47DE-8883-49F901FD74B3}" dt="2020-08-12T03:12:07.896" v="1590" actId="478"/>
          <ac:spMkLst>
            <pc:docMk/>
            <pc:sldMk cId="4057853856" sldId="552"/>
            <ac:spMk id="3" creationId="{E7B1E7AC-41C9-4730-B250-19F6BFF1524A}"/>
          </ac:spMkLst>
        </pc:spChg>
        <pc:spChg chg="add mod">
          <ac:chgData name="翟 锐" userId="fef11181f709266a" providerId="LiveId" clId="{9186E0CD-109D-47DE-8883-49F901FD74B3}" dt="2020-08-12T03:33:48.735" v="2579" actId="1076"/>
          <ac:spMkLst>
            <pc:docMk/>
            <pc:sldMk cId="4057853856" sldId="552"/>
            <ac:spMk id="4" creationId="{97B310AD-FF3D-4686-A7E0-B3FEF148CCB9}"/>
          </ac:spMkLst>
        </pc:spChg>
        <pc:spChg chg="add mod">
          <ac:chgData name="翟 锐" userId="fef11181f709266a" providerId="LiveId" clId="{9186E0CD-109D-47DE-8883-49F901FD74B3}" dt="2020-08-12T03:18:54.081" v="1847" actId="164"/>
          <ac:spMkLst>
            <pc:docMk/>
            <pc:sldMk cId="4057853856" sldId="552"/>
            <ac:spMk id="5" creationId="{ADD5EE36-762B-4418-BC5E-C4CC7E579FFE}"/>
          </ac:spMkLst>
        </pc:spChg>
        <pc:spChg chg="add del mod">
          <ac:chgData name="翟 锐" userId="fef11181f709266a" providerId="LiveId" clId="{9186E0CD-109D-47DE-8883-49F901FD74B3}" dt="2020-08-12T03:16:56.866" v="1814" actId="478"/>
          <ac:spMkLst>
            <pc:docMk/>
            <pc:sldMk cId="4057853856" sldId="552"/>
            <ac:spMk id="6" creationId="{6C109422-B3F4-4C40-9F02-10FE6425DB35}"/>
          </ac:spMkLst>
        </pc:spChg>
        <pc:spChg chg="add mod">
          <ac:chgData name="翟 锐" userId="fef11181f709266a" providerId="LiveId" clId="{9186E0CD-109D-47DE-8883-49F901FD74B3}" dt="2020-08-12T03:18:54.081" v="1847" actId="164"/>
          <ac:spMkLst>
            <pc:docMk/>
            <pc:sldMk cId="4057853856" sldId="552"/>
            <ac:spMk id="7" creationId="{0F77B9A7-C4F8-42FF-9BAA-69A2C0C88382}"/>
          </ac:spMkLst>
        </pc:spChg>
        <pc:spChg chg="add del mod">
          <ac:chgData name="翟 锐" userId="fef11181f709266a" providerId="LiveId" clId="{9186E0CD-109D-47DE-8883-49F901FD74B3}" dt="2020-08-12T03:16:45.774" v="1811" actId="478"/>
          <ac:spMkLst>
            <pc:docMk/>
            <pc:sldMk cId="4057853856" sldId="552"/>
            <ac:spMk id="8" creationId="{8DBDFA32-731E-4A5A-A512-291C9579CA61}"/>
          </ac:spMkLst>
        </pc:spChg>
        <pc:spChg chg="add mod">
          <ac:chgData name="翟 锐" userId="fef11181f709266a" providerId="LiveId" clId="{9186E0CD-109D-47DE-8883-49F901FD74B3}" dt="2020-08-12T03:18:54.081" v="1847" actId="164"/>
          <ac:spMkLst>
            <pc:docMk/>
            <pc:sldMk cId="4057853856" sldId="552"/>
            <ac:spMk id="10" creationId="{75BFE876-6AC0-4B95-80DD-6017DC75920C}"/>
          </ac:spMkLst>
        </pc:spChg>
        <pc:spChg chg="add mod">
          <ac:chgData name="翟 锐" userId="fef11181f709266a" providerId="LiveId" clId="{9186E0CD-109D-47DE-8883-49F901FD74B3}" dt="2020-08-12T03:18:54.081" v="1847" actId="164"/>
          <ac:spMkLst>
            <pc:docMk/>
            <pc:sldMk cId="4057853856" sldId="552"/>
            <ac:spMk id="11" creationId="{3D1FBD4F-3224-4907-A1DF-E40046F52CEB}"/>
          </ac:spMkLst>
        </pc:spChg>
        <pc:spChg chg="add mod">
          <ac:chgData name="翟 锐" userId="fef11181f709266a" providerId="LiveId" clId="{9186E0CD-109D-47DE-8883-49F901FD74B3}" dt="2020-08-12T03:23:58.044" v="2032" actId="1076"/>
          <ac:spMkLst>
            <pc:docMk/>
            <pc:sldMk cId="4057853856" sldId="552"/>
            <ac:spMk id="23" creationId="{776E72F7-3EC7-493A-A138-D656D9301D10}"/>
          </ac:spMkLst>
        </pc:spChg>
        <pc:spChg chg="add mod">
          <ac:chgData name="翟 锐" userId="fef11181f709266a" providerId="LiveId" clId="{9186E0CD-109D-47DE-8883-49F901FD74B3}" dt="2020-08-12T03:24:00.977" v="2033" actId="1076"/>
          <ac:spMkLst>
            <pc:docMk/>
            <pc:sldMk cId="4057853856" sldId="552"/>
            <ac:spMk id="24" creationId="{F354ACFF-74F5-48F1-9893-81478564557B}"/>
          </ac:spMkLst>
        </pc:spChg>
        <pc:spChg chg="add del mod">
          <ac:chgData name="翟 锐" userId="fef11181f709266a" providerId="LiveId" clId="{9186E0CD-109D-47DE-8883-49F901FD74B3}" dt="2020-08-12T03:18:40.074" v="1845" actId="478"/>
          <ac:spMkLst>
            <pc:docMk/>
            <pc:sldMk cId="4057853856" sldId="552"/>
            <ac:spMk id="25" creationId="{BD427355-54ED-4A3A-8EC1-633131512E82}"/>
          </ac:spMkLst>
        </pc:spChg>
        <pc:spChg chg="add del mod">
          <ac:chgData name="翟 锐" userId="fef11181f709266a" providerId="LiveId" clId="{9186E0CD-109D-47DE-8883-49F901FD74B3}" dt="2020-08-12T03:18:40.074" v="1845" actId="478"/>
          <ac:spMkLst>
            <pc:docMk/>
            <pc:sldMk cId="4057853856" sldId="552"/>
            <ac:spMk id="26" creationId="{D7E49683-A1B1-42F5-8B32-4AC8E51FF776}"/>
          </ac:spMkLst>
        </pc:spChg>
        <pc:spChg chg="add del mod">
          <ac:chgData name="翟 锐" userId="fef11181f709266a" providerId="LiveId" clId="{9186E0CD-109D-47DE-8883-49F901FD74B3}" dt="2020-08-12T03:18:40.074" v="1845" actId="478"/>
          <ac:spMkLst>
            <pc:docMk/>
            <pc:sldMk cId="4057853856" sldId="552"/>
            <ac:spMk id="27" creationId="{23546A7A-3DAF-4033-A296-AFF89ABBC08E}"/>
          </ac:spMkLst>
        </pc:spChg>
        <pc:spChg chg="add del mod">
          <ac:chgData name="翟 锐" userId="fef11181f709266a" providerId="LiveId" clId="{9186E0CD-109D-47DE-8883-49F901FD74B3}" dt="2020-08-12T03:18:40.074" v="1845" actId="478"/>
          <ac:spMkLst>
            <pc:docMk/>
            <pc:sldMk cId="4057853856" sldId="552"/>
            <ac:spMk id="28" creationId="{62A52728-0A38-4E44-9597-64C277EF3DAD}"/>
          </ac:spMkLst>
        </pc:spChg>
        <pc:spChg chg="add mod">
          <ac:chgData name="翟 锐" userId="fef11181f709266a" providerId="LiveId" clId="{9186E0CD-109D-47DE-8883-49F901FD74B3}" dt="2020-08-12T03:22:16.202" v="1999" actId="164"/>
          <ac:spMkLst>
            <pc:docMk/>
            <pc:sldMk cId="4057853856" sldId="552"/>
            <ac:spMk id="32" creationId="{3CB3EFF4-8ACE-44C1-9940-EA9BA6760C81}"/>
          </ac:spMkLst>
        </pc:spChg>
        <pc:spChg chg="mod">
          <ac:chgData name="翟 锐" userId="fef11181f709266a" providerId="LiveId" clId="{9186E0CD-109D-47DE-8883-49F901FD74B3}" dt="2020-08-12T03:10:19.413" v="1571"/>
          <ac:spMkLst>
            <pc:docMk/>
            <pc:sldMk cId="4057853856" sldId="552"/>
            <ac:spMk id="35" creationId="{00000000-0000-0000-0000-000000000000}"/>
          </ac:spMkLst>
        </pc:spChg>
        <pc:spChg chg="mod">
          <ac:chgData name="翟 锐" userId="fef11181f709266a" providerId="LiveId" clId="{9186E0CD-109D-47DE-8883-49F901FD74B3}" dt="2020-08-12T03:24:48.223" v="2116" actId="20577"/>
          <ac:spMkLst>
            <pc:docMk/>
            <pc:sldMk cId="4057853856" sldId="552"/>
            <ac:spMk id="37" creationId="{64E756A6-DE35-46BD-89AD-D7D7929E6586}"/>
          </ac:spMkLst>
        </pc:spChg>
        <pc:spChg chg="mod">
          <ac:chgData name="翟 锐" userId="fef11181f709266a" providerId="LiveId" clId="{9186E0CD-109D-47DE-8883-49F901FD74B3}" dt="2020-08-12T03:24:51.148" v="2119" actId="20577"/>
          <ac:spMkLst>
            <pc:docMk/>
            <pc:sldMk cId="4057853856" sldId="552"/>
            <ac:spMk id="38" creationId="{1694AF57-961B-4BEF-BA67-4A189CBDBD19}"/>
          </ac:spMkLst>
        </pc:spChg>
        <pc:spChg chg="mod">
          <ac:chgData name="翟 锐" userId="fef11181f709266a" providerId="LiveId" clId="{9186E0CD-109D-47DE-8883-49F901FD74B3}" dt="2020-08-12T03:21:56.887" v="1996" actId="2711"/>
          <ac:spMkLst>
            <pc:docMk/>
            <pc:sldMk cId="4057853856" sldId="552"/>
            <ac:spMk id="39" creationId="{1913FD13-CCBF-4257-9D8B-2072047504B7}"/>
          </ac:spMkLst>
        </pc:spChg>
        <pc:spChg chg="mod">
          <ac:chgData name="翟 锐" userId="fef11181f709266a" providerId="LiveId" clId="{9186E0CD-109D-47DE-8883-49F901FD74B3}" dt="2020-08-12T03:21:56.887" v="1996" actId="2711"/>
          <ac:spMkLst>
            <pc:docMk/>
            <pc:sldMk cId="4057853856" sldId="552"/>
            <ac:spMk id="40" creationId="{70AF0528-6D92-4E30-8998-B66DA705D54C}"/>
          </ac:spMkLst>
        </pc:spChg>
        <pc:spChg chg="mod">
          <ac:chgData name="翟 锐" userId="fef11181f709266a" providerId="LiveId" clId="{9186E0CD-109D-47DE-8883-49F901FD74B3}" dt="2020-08-12T03:23:48.901" v="2031" actId="1076"/>
          <ac:spMkLst>
            <pc:docMk/>
            <pc:sldMk cId="4057853856" sldId="552"/>
            <ac:spMk id="49" creationId="{A03A41D6-4893-4521-8565-A3EC08A2DB2A}"/>
          </ac:spMkLst>
        </pc:spChg>
        <pc:spChg chg="mod">
          <ac:chgData name="翟 锐" userId="fef11181f709266a" providerId="LiveId" clId="{9186E0CD-109D-47DE-8883-49F901FD74B3}" dt="2020-08-12T03:23:44.806" v="2030" actId="1076"/>
          <ac:spMkLst>
            <pc:docMk/>
            <pc:sldMk cId="4057853856" sldId="552"/>
            <ac:spMk id="50" creationId="{EAA5DDCA-CA81-4E71-A72A-72F5A005F3F2}"/>
          </ac:spMkLst>
        </pc:spChg>
        <pc:spChg chg="mod">
          <ac:chgData name="翟 锐" userId="fef11181f709266a" providerId="LiveId" clId="{9186E0CD-109D-47DE-8883-49F901FD74B3}" dt="2020-08-12T03:22:29.509" v="2004" actId="20577"/>
          <ac:spMkLst>
            <pc:docMk/>
            <pc:sldMk cId="4057853856" sldId="552"/>
            <ac:spMk id="51" creationId="{A7FA0134-98FF-47A9-9158-2425D235D273}"/>
          </ac:spMkLst>
        </pc:spChg>
        <pc:spChg chg="mod">
          <ac:chgData name="翟 锐" userId="fef11181f709266a" providerId="LiveId" clId="{9186E0CD-109D-47DE-8883-49F901FD74B3}" dt="2020-08-12T03:24:55.287" v="2124" actId="20577"/>
          <ac:spMkLst>
            <pc:docMk/>
            <pc:sldMk cId="4057853856" sldId="552"/>
            <ac:spMk id="52" creationId="{243B03AD-39F7-4B8E-8E68-3261160D71B6}"/>
          </ac:spMkLst>
        </pc:spChg>
        <pc:spChg chg="mod">
          <ac:chgData name="翟 锐" userId="fef11181f709266a" providerId="LiveId" clId="{9186E0CD-109D-47DE-8883-49F901FD74B3}" dt="2020-08-12T03:24:59.270" v="2130" actId="20577"/>
          <ac:spMkLst>
            <pc:docMk/>
            <pc:sldMk cId="4057853856" sldId="552"/>
            <ac:spMk id="53" creationId="{20A8EB1E-A69B-45CF-AC3D-EE59D9C8C9C9}"/>
          </ac:spMkLst>
        </pc:spChg>
        <pc:spChg chg="mod">
          <ac:chgData name="翟 锐" userId="fef11181f709266a" providerId="LiveId" clId="{9186E0CD-109D-47DE-8883-49F901FD74B3}" dt="2020-08-12T03:22:19.748" v="2000"/>
          <ac:spMkLst>
            <pc:docMk/>
            <pc:sldMk cId="4057853856" sldId="552"/>
            <ac:spMk id="54" creationId="{0E1EB0E6-5E7A-46AC-9EDD-03CCC87A0230}"/>
          </ac:spMkLst>
        </pc:spChg>
        <pc:spChg chg="mod">
          <ac:chgData name="翟 锐" userId="fef11181f709266a" providerId="LiveId" clId="{9186E0CD-109D-47DE-8883-49F901FD74B3}" dt="2020-08-12T03:22:19.748" v="2000"/>
          <ac:spMkLst>
            <pc:docMk/>
            <pc:sldMk cId="4057853856" sldId="552"/>
            <ac:spMk id="55" creationId="{3712565E-7C56-48D6-9837-317F52FB2881}"/>
          </ac:spMkLst>
        </pc:spChg>
        <pc:spChg chg="add mod">
          <ac:chgData name="翟 锐" userId="fef11181f709266a" providerId="LiveId" clId="{9186E0CD-109D-47DE-8883-49F901FD74B3}" dt="2020-08-12T03:29:13.911" v="2473" actId="164"/>
          <ac:spMkLst>
            <pc:docMk/>
            <pc:sldMk cId="4057853856" sldId="552"/>
            <ac:spMk id="60" creationId="{C1145530-5424-49FA-AC97-FC8713152BBA}"/>
          </ac:spMkLst>
        </pc:spChg>
        <pc:spChg chg="add mod">
          <ac:chgData name="翟 锐" userId="fef11181f709266a" providerId="LiveId" clId="{9186E0CD-109D-47DE-8883-49F901FD74B3}" dt="2020-08-12T03:29:06.163" v="2471" actId="164"/>
          <ac:spMkLst>
            <pc:docMk/>
            <pc:sldMk cId="4057853856" sldId="552"/>
            <ac:spMk id="62" creationId="{CAD9EA94-51DD-4BC4-8410-2F4C24849E76}"/>
          </ac:spMkLst>
        </pc:spChg>
        <pc:spChg chg="add mod">
          <ac:chgData name="翟 锐" userId="fef11181f709266a" providerId="LiveId" clId="{9186E0CD-109D-47DE-8883-49F901FD74B3}" dt="2020-08-12T03:33:45.261" v="2578" actId="1076"/>
          <ac:spMkLst>
            <pc:docMk/>
            <pc:sldMk cId="4057853856" sldId="552"/>
            <ac:spMk id="65" creationId="{B9DE5641-7436-41BD-B302-62FCCAFD689B}"/>
          </ac:spMkLst>
        </pc:spChg>
        <pc:grpChg chg="add del mod">
          <ac:chgData name="翟 锐" userId="fef11181f709266a" providerId="LiveId" clId="{9186E0CD-109D-47DE-8883-49F901FD74B3}" dt="2020-08-12T03:25:55.407" v="2348" actId="478"/>
          <ac:grpSpMkLst>
            <pc:docMk/>
            <pc:sldMk cId="4057853856" sldId="552"/>
            <ac:grpSpMk id="22" creationId="{EE0C9B0C-60F3-4FB8-B92E-AF4E63C3A06B}"/>
          </ac:grpSpMkLst>
        </pc:grpChg>
        <pc:grpChg chg="add mod">
          <ac:chgData name="翟 锐" userId="fef11181f709266a" providerId="LiveId" clId="{9186E0CD-109D-47DE-8883-49F901FD74B3}" dt="2020-08-12T03:22:16.202" v="1999" actId="164"/>
          <ac:grpSpMkLst>
            <pc:docMk/>
            <pc:sldMk cId="4057853856" sldId="552"/>
            <ac:grpSpMk id="36" creationId="{8F81C30E-1DF4-49FD-8C84-4F869E9DA678}"/>
          </ac:grpSpMkLst>
        </pc:grpChg>
        <pc:grpChg chg="add mod">
          <ac:chgData name="翟 锐" userId="fef11181f709266a" providerId="LiveId" clId="{9186E0CD-109D-47DE-8883-49F901FD74B3}" dt="2020-08-12T03:29:13.911" v="2473" actId="164"/>
          <ac:grpSpMkLst>
            <pc:docMk/>
            <pc:sldMk cId="4057853856" sldId="552"/>
            <ac:grpSpMk id="46" creationId="{CD0D5B43-B11C-4DC2-9B8F-BF99E78C8C5F}"/>
          </ac:grpSpMkLst>
        </pc:grpChg>
        <pc:grpChg chg="add mod">
          <ac:chgData name="翟 锐" userId="fef11181f709266a" providerId="LiveId" clId="{9186E0CD-109D-47DE-8883-49F901FD74B3}" dt="2020-08-12T03:29:06.163" v="2471" actId="164"/>
          <ac:grpSpMkLst>
            <pc:docMk/>
            <pc:sldMk cId="4057853856" sldId="552"/>
            <ac:grpSpMk id="47" creationId="{216CC1E6-A7B9-4470-ADAB-0C97BE3559A1}"/>
          </ac:grpSpMkLst>
        </pc:grpChg>
        <pc:grpChg chg="mod">
          <ac:chgData name="翟 锐" userId="fef11181f709266a" providerId="LiveId" clId="{9186E0CD-109D-47DE-8883-49F901FD74B3}" dt="2020-08-12T03:22:19.748" v="2000"/>
          <ac:grpSpMkLst>
            <pc:docMk/>
            <pc:sldMk cId="4057853856" sldId="552"/>
            <ac:grpSpMk id="48" creationId="{E75B8D0F-9348-4142-BA40-FB2D1EED742B}"/>
          </ac:grpSpMkLst>
        </pc:grpChg>
        <pc:grpChg chg="add mod">
          <ac:chgData name="翟 锐" userId="fef11181f709266a" providerId="LiveId" clId="{9186E0CD-109D-47DE-8883-49F901FD74B3}" dt="2020-08-12T03:29:08.585" v="2472" actId="1076"/>
          <ac:grpSpMkLst>
            <pc:docMk/>
            <pc:sldMk cId="4057853856" sldId="552"/>
            <ac:grpSpMk id="66" creationId="{7DCBA655-590B-4F54-9E39-A727F7BEF953}"/>
          </ac:grpSpMkLst>
        </pc:grpChg>
        <pc:grpChg chg="add mod">
          <ac:chgData name="翟 锐" userId="fef11181f709266a" providerId="LiveId" clId="{9186E0CD-109D-47DE-8883-49F901FD74B3}" dt="2020-08-12T03:29:16.813" v="2474" actId="1076"/>
          <ac:grpSpMkLst>
            <pc:docMk/>
            <pc:sldMk cId="4057853856" sldId="552"/>
            <ac:grpSpMk id="67" creationId="{8C562CA2-AD0A-4C80-A333-143AF175D77F}"/>
          </ac:grpSpMkLst>
        </pc:grpChg>
        <pc:cxnChg chg="add mod">
          <ac:chgData name="翟 锐" userId="fef11181f709266a" providerId="LiveId" clId="{9186E0CD-109D-47DE-8883-49F901FD74B3}" dt="2020-08-12T03:25:55.407" v="2348" actId="478"/>
          <ac:cxnSpMkLst>
            <pc:docMk/>
            <pc:sldMk cId="4057853856" sldId="552"/>
            <ac:cxnSpMk id="15" creationId="{7FECCD82-C174-454F-998C-3E07E95B8962}"/>
          </ac:cxnSpMkLst>
        </pc:cxnChg>
        <pc:cxnChg chg="add mod">
          <ac:chgData name="翟 锐" userId="fef11181f709266a" providerId="LiveId" clId="{9186E0CD-109D-47DE-8883-49F901FD74B3}" dt="2020-08-12T03:25:55.407" v="2348" actId="478"/>
          <ac:cxnSpMkLst>
            <pc:docMk/>
            <pc:sldMk cId="4057853856" sldId="552"/>
            <ac:cxnSpMk id="18" creationId="{97AEC86C-338B-4CBA-A951-B47E4FE443F6}"/>
          </ac:cxnSpMkLst>
        </pc:cxnChg>
        <pc:cxnChg chg="add mod">
          <ac:chgData name="翟 锐" userId="fef11181f709266a" providerId="LiveId" clId="{9186E0CD-109D-47DE-8883-49F901FD74B3}" dt="2020-08-12T03:25:55.407" v="2348" actId="478"/>
          <ac:cxnSpMkLst>
            <pc:docMk/>
            <pc:sldMk cId="4057853856" sldId="552"/>
            <ac:cxnSpMk id="20" creationId="{3B2C9127-4073-45CA-BD09-29CFF92FC375}"/>
          </ac:cxnSpMkLst>
        </pc:cxnChg>
        <pc:cxnChg chg="add del mod">
          <ac:chgData name="翟 锐" userId="fef11181f709266a" providerId="LiveId" clId="{9186E0CD-109D-47DE-8883-49F901FD74B3}" dt="2020-08-12T03:18:40.074" v="1845" actId="478"/>
          <ac:cxnSpMkLst>
            <pc:docMk/>
            <pc:sldMk cId="4057853856" sldId="552"/>
            <ac:cxnSpMk id="29" creationId="{D6BED9F2-4BBB-45DD-8D09-263DF366E178}"/>
          </ac:cxnSpMkLst>
        </pc:cxnChg>
        <pc:cxnChg chg="add del mod">
          <ac:chgData name="翟 锐" userId="fef11181f709266a" providerId="LiveId" clId="{9186E0CD-109D-47DE-8883-49F901FD74B3}" dt="2020-08-12T03:18:40.074" v="1845" actId="478"/>
          <ac:cxnSpMkLst>
            <pc:docMk/>
            <pc:sldMk cId="4057853856" sldId="552"/>
            <ac:cxnSpMk id="30" creationId="{CB7CE003-52D8-430D-AFAA-2C7B7E05F9AB}"/>
          </ac:cxnSpMkLst>
        </pc:cxnChg>
        <pc:cxnChg chg="add del mod">
          <ac:chgData name="翟 锐" userId="fef11181f709266a" providerId="LiveId" clId="{9186E0CD-109D-47DE-8883-49F901FD74B3}" dt="2020-08-12T03:18:40.074" v="1845" actId="478"/>
          <ac:cxnSpMkLst>
            <pc:docMk/>
            <pc:sldMk cId="4057853856" sldId="552"/>
            <ac:cxnSpMk id="31" creationId="{493062AC-A818-4F07-AEA9-6F202A025DBA}"/>
          </ac:cxnSpMkLst>
        </pc:cxnChg>
        <pc:cxnChg chg="mod">
          <ac:chgData name="翟 锐" userId="fef11181f709266a" providerId="LiveId" clId="{9186E0CD-109D-47DE-8883-49F901FD74B3}" dt="2020-08-12T03:21:04.957" v="1982" actId="962"/>
          <ac:cxnSpMkLst>
            <pc:docMk/>
            <pc:sldMk cId="4057853856" sldId="552"/>
            <ac:cxnSpMk id="41" creationId="{74DB90BF-EBCE-49DE-B9E5-DD8200F9549F}"/>
          </ac:cxnSpMkLst>
        </pc:cxnChg>
        <pc:cxnChg chg="mod">
          <ac:chgData name="翟 锐" userId="fef11181f709266a" providerId="LiveId" clId="{9186E0CD-109D-47DE-8883-49F901FD74B3}" dt="2020-08-12T03:20:41.332" v="1979"/>
          <ac:cxnSpMkLst>
            <pc:docMk/>
            <pc:sldMk cId="4057853856" sldId="552"/>
            <ac:cxnSpMk id="42" creationId="{51226A56-457B-47D6-8508-E949657557C0}"/>
          </ac:cxnSpMkLst>
        </pc:cxnChg>
        <pc:cxnChg chg="mod">
          <ac:chgData name="翟 锐" userId="fef11181f709266a" providerId="LiveId" clId="{9186E0CD-109D-47DE-8883-49F901FD74B3}" dt="2020-08-12T03:20:41.332" v="1979"/>
          <ac:cxnSpMkLst>
            <pc:docMk/>
            <pc:sldMk cId="4057853856" sldId="552"/>
            <ac:cxnSpMk id="43" creationId="{C6C4AC16-5BC8-4CDE-9160-E91A486A17FE}"/>
          </ac:cxnSpMkLst>
        </pc:cxnChg>
        <pc:cxnChg chg="mod">
          <ac:chgData name="翟 锐" userId="fef11181f709266a" providerId="LiveId" clId="{9186E0CD-109D-47DE-8883-49F901FD74B3}" dt="2020-08-12T03:22:19.748" v="2000"/>
          <ac:cxnSpMkLst>
            <pc:docMk/>
            <pc:sldMk cId="4057853856" sldId="552"/>
            <ac:cxnSpMk id="56" creationId="{B126196A-9CCF-4736-A596-360D59BAD179}"/>
          </ac:cxnSpMkLst>
        </pc:cxnChg>
        <pc:cxnChg chg="mod">
          <ac:chgData name="翟 锐" userId="fef11181f709266a" providerId="LiveId" clId="{9186E0CD-109D-47DE-8883-49F901FD74B3}" dt="2020-08-12T03:23:41.589" v="2029" actId="14100"/>
          <ac:cxnSpMkLst>
            <pc:docMk/>
            <pc:sldMk cId="4057853856" sldId="552"/>
            <ac:cxnSpMk id="57" creationId="{3422CF53-E067-4827-96AB-82C8362865AF}"/>
          </ac:cxnSpMkLst>
        </pc:cxnChg>
        <pc:cxnChg chg="mod">
          <ac:chgData name="翟 锐" userId="fef11181f709266a" providerId="LiveId" clId="{9186E0CD-109D-47DE-8883-49F901FD74B3}" dt="2020-08-12T03:22:19.748" v="2000"/>
          <ac:cxnSpMkLst>
            <pc:docMk/>
            <pc:sldMk cId="4057853856" sldId="552"/>
            <ac:cxnSpMk id="58" creationId="{D8A52B64-7055-4861-AF64-BAD0924D8BC9}"/>
          </ac:cxnSpMkLst>
        </pc:cxnChg>
      </pc:sldChg>
      <pc:sldChg chg="modSp add mod modAnim">
        <pc:chgData name="翟 锐" userId="fef11181f709266a" providerId="LiveId" clId="{9186E0CD-109D-47DE-8883-49F901FD74B3}" dt="2020-08-12T03:28:35.498" v="2464" actId="20577"/>
        <pc:sldMkLst>
          <pc:docMk/>
          <pc:sldMk cId="75201204" sldId="553"/>
        </pc:sldMkLst>
        <pc:spChg chg="mod">
          <ac:chgData name="翟 锐" userId="fef11181f709266a" providerId="LiveId" clId="{9186E0CD-109D-47DE-8883-49F901FD74B3}" dt="2020-08-12T03:28:06.157" v="2425" actId="20577"/>
          <ac:spMkLst>
            <pc:docMk/>
            <pc:sldMk cId="75201204" sldId="553"/>
            <ac:spMk id="6" creationId="{12D631DF-3ED9-4C6B-9817-6C251BD453CE}"/>
          </ac:spMkLst>
        </pc:spChg>
        <pc:spChg chg="mod">
          <ac:chgData name="翟 锐" userId="fef11181f709266a" providerId="LiveId" clId="{9186E0CD-109D-47DE-8883-49F901FD74B3}" dt="2020-08-12T03:28:18.622" v="2445" actId="20577"/>
          <ac:spMkLst>
            <pc:docMk/>
            <pc:sldMk cId="75201204" sldId="553"/>
            <ac:spMk id="7" creationId="{8C4FE580-18DF-4EB2-B2ED-C00139D1D41F}"/>
          </ac:spMkLst>
        </pc:spChg>
        <pc:spChg chg="mod">
          <ac:chgData name="翟 锐" userId="fef11181f709266a" providerId="LiveId" clId="{9186E0CD-109D-47DE-8883-49F901FD74B3}" dt="2020-08-12T03:28:35.498" v="2464" actId="20577"/>
          <ac:spMkLst>
            <pc:docMk/>
            <pc:sldMk cId="75201204" sldId="553"/>
            <ac:spMk id="35" creationId="{00000000-0000-0000-0000-000000000000}"/>
          </ac:spMkLst>
        </pc:spChg>
      </pc:sldChg>
      <pc:sldChg chg="addSp delSp modSp add del mod addAnim delAnim modAnim">
        <pc:chgData name="翟 锐" userId="fef11181f709266a" providerId="LiveId" clId="{9186E0CD-109D-47DE-8883-49F901FD74B3}" dt="2020-08-12T03:43:20.232" v="2783"/>
        <pc:sldMkLst>
          <pc:docMk/>
          <pc:sldMk cId="2309812882" sldId="554"/>
        </pc:sldMkLst>
        <pc:spChg chg="add">
          <ac:chgData name="翟 锐" userId="fef11181f709266a" providerId="LiveId" clId="{9186E0CD-109D-47DE-8883-49F901FD74B3}" dt="2020-08-12T03:39:23.349" v="2751" actId="22"/>
          <ac:spMkLst>
            <pc:docMk/>
            <pc:sldMk cId="2309812882" sldId="554"/>
            <ac:spMk id="2" creationId="{3703C073-336E-4F59-ACE0-BDA81B438DD0}"/>
          </ac:spMkLst>
        </pc:spChg>
        <pc:spChg chg="add del">
          <ac:chgData name="翟 锐" userId="fef11181f709266a" providerId="LiveId" clId="{9186E0CD-109D-47DE-8883-49F901FD74B3}" dt="2020-08-12T03:38:57.696" v="2746" actId="478"/>
          <ac:spMkLst>
            <pc:docMk/>
            <pc:sldMk cId="2309812882" sldId="554"/>
            <ac:spMk id="6" creationId="{B68C979F-5215-4F49-B08D-00F83E44D1A2}"/>
          </ac:spMkLst>
        </pc:spChg>
        <pc:spChg chg="add del">
          <ac:chgData name="翟 锐" userId="fef11181f709266a" providerId="LiveId" clId="{9186E0CD-109D-47DE-8883-49F901FD74B3}" dt="2020-08-12T03:38:57.696" v="2746" actId="478"/>
          <ac:spMkLst>
            <pc:docMk/>
            <pc:sldMk cId="2309812882" sldId="554"/>
            <ac:spMk id="7" creationId="{1F480A2A-6C0A-476E-AB79-2917C392269E}"/>
          </ac:spMkLst>
        </pc:spChg>
        <pc:spChg chg="add del">
          <ac:chgData name="翟 锐" userId="fef11181f709266a" providerId="LiveId" clId="{9186E0CD-109D-47DE-8883-49F901FD74B3}" dt="2020-08-12T03:38:57.696" v="2746" actId="478"/>
          <ac:spMkLst>
            <pc:docMk/>
            <pc:sldMk cId="2309812882" sldId="554"/>
            <ac:spMk id="8" creationId="{FBEF0283-EE7B-4BBA-B4D2-DC5282CBDC61}"/>
          </ac:spMkLst>
        </pc:spChg>
        <pc:spChg chg="add mod">
          <ac:chgData name="翟 锐" userId="fef11181f709266a" providerId="LiveId" clId="{9186E0CD-109D-47DE-8883-49F901FD74B3}" dt="2020-08-12T03:39:30.100" v="2752" actId="1076"/>
          <ac:spMkLst>
            <pc:docMk/>
            <pc:sldMk cId="2309812882" sldId="554"/>
            <ac:spMk id="9" creationId="{9FC2F258-F34E-443C-A6EA-2729C80D7220}"/>
          </ac:spMkLst>
        </pc:spChg>
        <pc:spChg chg="add mod">
          <ac:chgData name="翟 锐" userId="fef11181f709266a" providerId="LiveId" clId="{9186E0CD-109D-47DE-8883-49F901FD74B3}" dt="2020-08-12T03:39:30.100" v="2752" actId="1076"/>
          <ac:spMkLst>
            <pc:docMk/>
            <pc:sldMk cId="2309812882" sldId="554"/>
            <ac:spMk id="10" creationId="{E00A2AB8-B299-4858-B647-8E93B56D2958}"/>
          </ac:spMkLst>
        </pc:spChg>
        <pc:spChg chg="add mod">
          <ac:chgData name="翟 锐" userId="fef11181f709266a" providerId="LiveId" clId="{9186E0CD-109D-47DE-8883-49F901FD74B3}" dt="2020-08-12T03:39:30.100" v="2752" actId="1076"/>
          <ac:spMkLst>
            <pc:docMk/>
            <pc:sldMk cId="2309812882" sldId="554"/>
            <ac:spMk id="11" creationId="{F3EDE739-6720-4B67-A66F-29710DAB5361}"/>
          </ac:spMkLst>
        </pc:spChg>
        <pc:spChg chg="add mod">
          <ac:chgData name="翟 锐" userId="fef11181f709266a" providerId="LiveId" clId="{9186E0CD-109D-47DE-8883-49F901FD74B3}" dt="2020-08-12T03:39:30.100" v="2752" actId="1076"/>
          <ac:spMkLst>
            <pc:docMk/>
            <pc:sldMk cId="2309812882" sldId="554"/>
            <ac:spMk id="12" creationId="{A2A7F328-320C-46AB-BD92-DEA7C1E33CF8}"/>
          </ac:spMkLst>
        </pc:spChg>
        <pc:spChg chg="add mod">
          <ac:chgData name="翟 锐" userId="fef11181f709266a" providerId="LiveId" clId="{9186E0CD-109D-47DE-8883-49F901FD74B3}" dt="2020-08-12T03:39:30.100" v="2752" actId="1076"/>
          <ac:spMkLst>
            <pc:docMk/>
            <pc:sldMk cId="2309812882" sldId="554"/>
            <ac:spMk id="13" creationId="{69B09C82-F0D9-4782-B12D-0DDF1F59D885}"/>
          </ac:spMkLst>
        </pc:spChg>
        <pc:spChg chg="add mod">
          <ac:chgData name="翟 锐" userId="fef11181f709266a" providerId="LiveId" clId="{9186E0CD-109D-47DE-8883-49F901FD74B3}" dt="2020-08-12T03:39:32.207" v="2753" actId="1076"/>
          <ac:spMkLst>
            <pc:docMk/>
            <pc:sldMk cId="2309812882" sldId="554"/>
            <ac:spMk id="14" creationId="{52849215-1773-4FB8-9999-E596D6C4CC45}"/>
          </ac:spMkLst>
        </pc:spChg>
        <pc:spChg chg="mod">
          <ac:chgData name="翟 锐" userId="fef11181f709266a" providerId="LiveId" clId="{9186E0CD-109D-47DE-8883-49F901FD74B3}" dt="2020-08-12T03:43:20.232" v="2783"/>
          <ac:spMkLst>
            <pc:docMk/>
            <pc:sldMk cId="2309812882" sldId="554"/>
            <ac:spMk id="35" creationId="{00000000-0000-0000-0000-000000000000}"/>
          </ac:spMkLst>
        </pc:spChg>
        <pc:cxnChg chg="add mod">
          <ac:chgData name="翟 锐" userId="fef11181f709266a" providerId="LiveId" clId="{9186E0CD-109D-47DE-8883-49F901FD74B3}" dt="2020-08-12T03:39:30.100" v="2752" actId="1076"/>
          <ac:cxnSpMkLst>
            <pc:docMk/>
            <pc:sldMk cId="2309812882" sldId="554"/>
            <ac:cxnSpMk id="15" creationId="{58E68725-BC5A-45BA-A9CB-C2E5B427F975}"/>
          </ac:cxnSpMkLst>
        </pc:cxnChg>
        <pc:cxnChg chg="add mod">
          <ac:chgData name="翟 锐" userId="fef11181f709266a" providerId="LiveId" clId="{9186E0CD-109D-47DE-8883-49F901FD74B3}" dt="2020-08-12T03:39:30.100" v="2752" actId="1076"/>
          <ac:cxnSpMkLst>
            <pc:docMk/>
            <pc:sldMk cId="2309812882" sldId="554"/>
            <ac:cxnSpMk id="16" creationId="{6A0A6C6D-C62C-42A9-86C4-AF2F26595261}"/>
          </ac:cxnSpMkLst>
        </pc:cxnChg>
        <pc:cxnChg chg="add del">
          <ac:chgData name="翟 锐" userId="fef11181f709266a" providerId="LiveId" clId="{9186E0CD-109D-47DE-8883-49F901FD74B3}" dt="2020-08-12T03:38:55.292" v="2745" actId="478"/>
          <ac:cxnSpMkLst>
            <pc:docMk/>
            <pc:sldMk cId="2309812882" sldId="554"/>
            <ac:cxnSpMk id="33" creationId="{00000000-0000-0000-0000-000000000000}"/>
          </ac:cxnSpMkLst>
        </pc:cxnChg>
      </pc:sldChg>
      <pc:sldChg chg="add del">
        <pc:chgData name="翟 锐" userId="fef11181f709266a" providerId="LiveId" clId="{9186E0CD-109D-47DE-8883-49F901FD74B3}" dt="2020-08-12T03:42:38.830" v="2779"/>
        <pc:sldMkLst>
          <pc:docMk/>
          <pc:sldMk cId="723649130" sldId="555"/>
        </pc:sldMkLst>
      </pc:sldChg>
      <pc:sldChg chg="addSp delSp modSp add del mod modAnim">
        <pc:chgData name="翟 锐" userId="fef11181f709266a" providerId="LiveId" clId="{9186E0CD-109D-47DE-8883-49F901FD74B3}" dt="2020-08-12T03:42:12.377" v="2775" actId="2696"/>
        <pc:sldMkLst>
          <pc:docMk/>
          <pc:sldMk cId="2384802814" sldId="555"/>
        </pc:sldMkLst>
        <pc:spChg chg="del">
          <ac:chgData name="翟 锐" userId="fef11181f709266a" providerId="LiveId" clId="{9186E0CD-109D-47DE-8883-49F901FD74B3}" dt="2020-08-12T03:41:52.769" v="2771" actId="478"/>
          <ac:spMkLst>
            <pc:docMk/>
            <pc:sldMk cId="2384802814" sldId="555"/>
            <ac:spMk id="8" creationId="{B9966E90-DCB1-45A5-AC53-E13C134C1324}"/>
          </ac:spMkLst>
        </pc:spChg>
        <pc:spChg chg="del">
          <ac:chgData name="翟 锐" userId="fef11181f709266a" providerId="LiveId" clId="{9186E0CD-109D-47DE-8883-49F901FD74B3}" dt="2020-08-12T03:41:52.769" v="2771" actId="478"/>
          <ac:spMkLst>
            <pc:docMk/>
            <pc:sldMk cId="2384802814" sldId="555"/>
            <ac:spMk id="9" creationId="{94F80E5C-5EB9-4133-AC17-07AEF773870C}"/>
          </ac:spMkLst>
        </pc:spChg>
        <pc:spChg chg="del">
          <ac:chgData name="翟 锐" userId="fef11181f709266a" providerId="LiveId" clId="{9186E0CD-109D-47DE-8883-49F901FD74B3}" dt="2020-08-12T03:41:52.769" v="2771" actId="478"/>
          <ac:spMkLst>
            <pc:docMk/>
            <pc:sldMk cId="2384802814" sldId="555"/>
            <ac:spMk id="10" creationId="{611A3FE5-2FB1-4CAD-B589-0B8FDCB9304B}"/>
          </ac:spMkLst>
        </pc:spChg>
        <pc:spChg chg="del">
          <ac:chgData name="翟 锐" userId="fef11181f709266a" providerId="LiveId" clId="{9186E0CD-109D-47DE-8883-49F901FD74B3}" dt="2020-08-12T03:41:52.769" v="2771" actId="478"/>
          <ac:spMkLst>
            <pc:docMk/>
            <pc:sldMk cId="2384802814" sldId="555"/>
            <ac:spMk id="11" creationId="{0874FFC6-E1C8-43DC-A9CC-F11F4F3D3CCF}"/>
          </ac:spMkLst>
        </pc:spChg>
        <pc:spChg chg="del">
          <ac:chgData name="翟 锐" userId="fef11181f709266a" providerId="LiveId" clId="{9186E0CD-109D-47DE-8883-49F901FD74B3}" dt="2020-08-12T03:41:52.769" v="2771" actId="478"/>
          <ac:spMkLst>
            <pc:docMk/>
            <pc:sldMk cId="2384802814" sldId="555"/>
            <ac:spMk id="12" creationId="{BCD1AE5C-4EF4-4279-BE21-01A4A1C67C6B}"/>
          </ac:spMkLst>
        </pc:spChg>
        <pc:spChg chg="del">
          <ac:chgData name="翟 锐" userId="fef11181f709266a" providerId="LiveId" clId="{9186E0CD-109D-47DE-8883-49F901FD74B3}" dt="2020-08-12T03:41:52.769" v="2771" actId="478"/>
          <ac:spMkLst>
            <pc:docMk/>
            <pc:sldMk cId="2384802814" sldId="555"/>
            <ac:spMk id="13" creationId="{47EC0052-FB41-4EE7-96FA-F317C98D5BF9}"/>
          </ac:spMkLst>
        </pc:spChg>
        <pc:spChg chg="add mod">
          <ac:chgData name="翟 锐" userId="fef11181f709266a" providerId="LiveId" clId="{9186E0CD-109D-47DE-8883-49F901FD74B3}" dt="2020-08-12T03:41:57.935" v="2773" actId="1076"/>
          <ac:spMkLst>
            <pc:docMk/>
            <pc:sldMk cId="2384802814" sldId="555"/>
            <ac:spMk id="16" creationId="{BFA505CB-70DD-421D-828C-E4D3723AAFCD}"/>
          </ac:spMkLst>
        </pc:spChg>
        <pc:spChg chg="add mod">
          <ac:chgData name="翟 锐" userId="fef11181f709266a" providerId="LiveId" clId="{9186E0CD-109D-47DE-8883-49F901FD74B3}" dt="2020-08-12T03:41:57.935" v="2773" actId="1076"/>
          <ac:spMkLst>
            <pc:docMk/>
            <pc:sldMk cId="2384802814" sldId="555"/>
            <ac:spMk id="17" creationId="{9671B5E4-3973-4590-AD69-17EFB40D1D91}"/>
          </ac:spMkLst>
        </pc:spChg>
        <pc:spChg chg="add mod">
          <ac:chgData name="翟 锐" userId="fef11181f709266a" providerId="LiveId" clId="{9186E0CD-109D-47DE-8883-49F901FD74B3}" dt="2020-08-12T03:41:57.935" v="2773" actId="1076"/>
          <ac:spMkLst>
            <pc:docMk/>
            <pc:sldMk cId="2384802814" sldId="555"/>
            <ac:spMk id="18" creationId="{D411205A-D070-419E-A5D5-5B50FDB68E6B}"/>
          </ac:spMkLst>
        </pc:spChg>
        <pc:spChg chg="add mod">
          <ac:chgData name="翟 锐" userId="fef11181f709266a" providerId="LiveId" clId="{9186E0CD-109D-47DE-8883-49F901FD74B3}" dt="2020-08-12T03:41:57.935" v="2773" actId="1076"/>
          <ac:spMkLst>
            <pc:docMk/>
            <pc:sldMk cId="2384802814" sldId="555"/>
            <ac:spMk id="19" creationId="{F8C49BEB-6863-44DE-8A56-F4F9459DF0F9}"/>
          </ac:spMkLst>
        </pc:spChg>
        <pc:spChg chg="add mod">
          <ac:chgData name="翟 锐" userId="fef11181f709266a" providerId="LiveId" clId="{9186E0CD-109D-47DE-8883-49F901FD74B3}" dt="2020-08-12T03:41:57.935" v="2773" actId="1076"/>
          <ac:spMkLst>
            <pc:docMk/>
            <pc:sldMk cId="2384802814" sldId="555"/>
            <ac:spMk id="20" creationId="{3F405EF0-21DE-4B31-B401-E722495BFC15}"/>
          </ac:spMkLst>
        </pc:spChg>
        <pc:spChg chg="add mod">
          <ac:chgData name="翟 锐" userId="fef11181f709266a" providerId="LiveId" clId="{9186E0CD-109D-47DE-8883-49F901FD74B3}" dt="2020-08-12T03:41:57.935" v="2773" actId="1076"/>
          <ac:spMkLst>
            <pc:docMk/>
            <pc:sldMk cId="2384802814" sldId="555"/>
            <ac:spMk id="23" creationId="{7EF5A79B-1FD3-485C-AF69-82D34C526541}"/>
          </ac:spMkLst>
        </pc:spChg>
        <pc:spChg chg="add mod">
          <ac:chgData name="翟 锐" userId="fef11181f709266a" providerId="LiveId" clId="{9186E0CD-109D-47DE-8883-49F901FD74B3}" dt="2020-08-12T03:41:57.935" v="2773" actId="1076"/>
          <ac:spMkLst>
            <pc:docMk/>
            <pc:sldMk cId="2384802814" sldId="555"/>
            <ac:spMk id="24" creationId="{8EE21EC9-A4B7-4967-9742-F9DC1C4AECAA}"/>
          </ac:spMkLst>
        </pc:spChg>
        <pc:spChg chg="mod">
          <ac:chgData name="翟 锐" userId="fef11181f709266a" providerId="LiveId" clId="{9186E0CD-109D-47DE-8883-49F901FD74B3}" dt="2020-08-12T03:41:13.531" v="2769" actId="20577"/>
          <ac:spMkLst>
            <pc:docMk/>
            <pc:sldMk cId="2384802814" sldId="555"/>
            <ac:spMk id="35" creationId="{00000000-0000-0000-0000-000000000000}"/>
          </ac:spMkLst>
        </pc:spChg>
        <pc:cxnChg chg="del mod">
          <ac:chgData name="翟 锐" userId="fef11181f709266a" providerId="LiveId" clId="{9186E0CD-109D-47DE-8883-49F901FD74B3}" dt="2020-08-12T03:41:52.769" v="2771" actId="478"/>
          <ac:cxnSpMkLst>
            <pc:docMk/>
            <pc:sldMk cId="2384802814" sldId="555"/>
            <ac:cxnSpMk id="14" creationId="{7AD93645-58EE-4513-9EE1-15867E854D2D}"/>
          </ac:cxnSpMkLst>
        </pc:cxnChg>
        <pc:cxnChg chg="del mod">
          <ac:chgData name="翟 锐" userId="fef11181f709266a" providerId="LiveId" clId="{9186E0CD-109D-47DE-8883-49F901FD74B3}" dt="2020-08-12T03:41:52.769" v="2771" actId="478"/>
          <ac:cxnSpMkLst>
            <pc:docMk/>
            <pc:sldMk cId="2384802814" sldId="555"/>
            <ac:cxnSpMk id="15" creationId="{27519793-2C99-46A8-8EA3-9A419AE25087}"/>
          </ac:cxnSpMkLst>
        </pc:cxnChg>
        <pc:cxnChg chg="add mod">
          <ac:chgData name="翟 锐" userId="fef11181f709266a" providerId="LiveId" clId="{9186E0CD-109D-47DE-8883-49F901FD74B3}" dt="2020-08-12T03:41:57.935" v="2773" actId="1076"/>
          <ac:cxnSpMkLst>
            <pc:docMk/>
            <pc:sldMk cId="2384802814" sldId="555"/>
            <ac:cxnSpMk id="21" creationId="{998FF890-5D8E-443D-BD53-59F76C03181C}"/>
          </ac:cxnSpMkLst>
        </pc:cxnChg>
        <pc:cxnChg chg="add mod">
          <ac:chgData name="翟 锐" userId="fef11181f709266a" providerId="LiveId" clId="{9186E0CD-109D-47DE-8883-49F901FD74B3}" dt="2020-08-12T03:41:57.935" v="2773" actId="1076"/>
          <ac:cxnSpMkLst>
            <pc:docMk/>
            <pc:sldMk cId="2384802814" sldId="555"/>
            <ac:cxnSpMk id="22" creationId="{40DFFCCE-40F8-41F5-BBB6-8111C73D069A}"/>
          </ac:cxnSpMkLst>
        </pc:cxnChg>
      </pc:sldChg>
      <pc:sldChg chg="modSp add">
        <pc:chgData name="翟 锐" userId="fef11181f709266a" providerId="LiveId" clId="{9186E0CD-109D-47DE-8883-49F901FD74B3}" dt="2020-08-12T03:44:13.823" v="2808" actId="20577"/>
        <pc:sldMkLst>
          <pc:docMk/>
          <pc:sldMk cId="3563826412" sldId="555"/>
        </pc:sldMkLst>
        <pc:spChg chg="mod">
          <ac:chgData name="翟 锐" userId="fef11181f709266a" providerId="LiveId" clId="{9186E0CD-109D-47DE-8883-49F901FD74B3}" dt="2020-08-12T03:44:13.823" v="2808" actId="20577"/>
          <ac:spMkLst>
            <pc:docMk/>
            <pc:sldMk cId="3563826412" sldId="555"/>
            <ac:spMk id="18" creationId="{D411205A-D070-419E-A5D5-5B50FDB68E6B}"/>
          </ac:spMkLst>
        </pc:spChg>
        <pc:spChg chg="mod">
          <ac:chgData name="翟 锐" userId="fef11181f709266a" providerId="LiveId" clId="{9186E0CD-109D-47DE-8883-49F901FD74B3}" dt="2020-08-12T03:43:40.412" v="2798"/>
          <ac:spMkLst>
            <pc:docMk/>
            <pc:sldMk cId="3563826412" sldId="555"/>
            <ac:spMk id="35" creationId="{00000000-0000-0000-0000-000000000000}"/>
          </ac:spMkLst>
        </pc:spChg>
      </pc:sldChg>
      <pc:sldChg chg="delSp modSp add del mod">
        <pc:chgData name="翟 锐" userId="fef11181f709266a" providerId="LiveId" clId="{9186E0CD-109D-47DE-8883-49F901FD74B3}" dt="2020-08-12T03:48:05.094" v="3104" actId="47"/>
        <pc:sldMkLst>
          <pc:docMk/>
          <pc:sldMk cId="1492243033" sldId="556"/>
        </pc:sldMkLst>
        <pc:spChg chg="del mod">
          <ac:chgData name="翟 锐" userId="fef11181f709266a" providerId="LiveId" clId="{9186E0CD-109D-47DE-8883-49F901FD74B3}" dt="2020-08-12T03:47:38.835" v="3087"/>
          <ac:spMkLst>
            <pc:docMk/>
            <pc:sldMk cId="1492243033" sldId="556"/>
            <ac:spMk id="2" creationId="{3703C073-336E-4F59-ACE0-BDA81B438DD0}"/>
          </ac:spMkLst>
        </pc:spChg>
      </pc:sldChg>
      <pc:sldChg chg="modSp add del mod">
        <pc:chgData name="翟 锐" userId="fef11181f709266a" providerId="LiveId" clId="{9186E0CD-109D-47DE-8883-49F901FD74B3}" dt="2020-08-12T03:47:18.815" v="3083" actId="2696"/>
        <pc:sldMkLst>
          <pc:docMk/>
          <pc:sldMk cId="4256149976" sldId="556"/>
        </pc:sldMkLst>
        <pc:spChg chg="mod">
          <ac:chgData name="翟 锐" userId="fef11181f709266a" providerId="LiveId" clId="{9186E0CD-109D-47DE-8883-49F901FD74B3}" dt="2020-08-12T03:47:04.847" v="3082" actId="20577"/>
          <ac:spMkLst>
            <pc:docMk/>
            <pc:sldMk cId="4256149976" sldId="556"/>
            <ac:spMk id="2" creationId="{3703C073-336E-4F59-ACE0-BDA81B438DD0}"/>
          </ac:spMkLst>
        </pc:spChg>
        <pc:spChg chg="mod">
          <ac:chgData name="翟 锐" userId="fef11181f709266a" providerId="LiveId" clId="{9186E0CD-109D-47DE-8883-49F901FD74B3}" dt="2020-08-12T03:45:26.680" v="2844"/>
          <ac:spMkLst>
            <pc:docMk/>
            <pc:sldMk cId="4256149976" sldId="556"/>
            <ac:spMk id="35" creationId="{00000000-0000-0000-0000-000000000000}"/>
          </ac:spMkLst>
        </pc:spChg>
      </pc:sldChg>
    </pc:docChg>
  </pc:docChgLst>
  <pc:docChgLst>
    <pc:chgData name="翟 锐" userId="fef11181f709266a" providerId="LiveId" clId="{C3F37B6B-8402-4469-83F7-0D9A95414E61}"/>
    <pc:docChg chg="modSld">
      <pc:chgData name="翟 锐" userId="fef11181f709266a" providerId="LiveId" clId="{C3F37B6B-8402-4469-83F7-0D9A95414E61}" dt="2022-04-17T02:39:35.284" v="0" actId="6549"/>
      <pc:docMkLst>
        <pc:docMk/>
      </pc:docMkLst>
      <pc:sldChg chg="modSp">
        <pc:chgData name="翟 锐" userId="fef11181f709266a" providerId="LiveId" clId="{C3F37B6B-8402-4469-83F7-0D9A95414E61}" dt="2022-04-17T02:39:35.284" v="0" actId="6549"/>
        <pc:sldMkLst>
          <pc:docMk/>
          <pc:sldMk cId="1058561393" sldId="756"/>
        </pc:sldMkLst>
        <pc:spChg chg="mod">
          <ac:chgData name="翟 锐" userId="fef11181f709266a" providerId="LiveId" clId="{C3F37B6B-8402-4469-83F7-0D9A95414E61}" dt="2022-04-17T02:39:35.284" v="0" actId="6549"/>
          <ac:spMkLst>
            <pc:docMk/>
            <pc:sldMk cId="1058561393" sldId="756"/>
            <ac:spMk id="35" creationId="{00000000-0000-0000-0000-000000000000}"/>
          </ac:spMkLst>
        </pc:spChg>
      </pc:sldChg>
    </pc:docChg>
  </pc:docChgLst>
  <pc:docChgLst>
    <pc:chgData name="翟 锐" userId="fef11181f709266a" providerId="LiveId" clId="{4F873610-AE96-4B46-8AF0-3D7B236AABE3}"/>
    <pc:docChg chg="undo redo custSel addSld delSld modSld sldOrd">
      <pc:chgData name="翟 锐" userId="fef11181f709266a" providerId="LiveId" clId="{4F873610-AE96-4B46-8AF0-3D7B236AABE3}" dt="2020-12-10T04:18:04.595" v="1950" actId="207"/>
      <pc:docMkLst>
        <pc:docMk/>
      </pc:docMkLst>
      <pc:sldChg chg="addSp modSp mod modAnim">
        <pc:chgData name="翟 锐" userId="fef11181f709266a" providerId="LiveId" clId="{4F873610-AE96-4B46-8AF0-3D7B236AABE3}" dt="2020-10-24T16:12:33.373" v="1104" actId="1076"/>
        <pc:sldMkLst>
          <pc:docMk/>
          <pc:sldMk cId="0" sldId="301"/>
        </pc:sldMkLst>
        <pc:spChg chg="mod">
          <ac:chgData name="翟 锐" userId="fef11181f709266a" providerId="LiveId" clId="{4F873610-AE96-4B46-8AF0-3D7B236AABE3}" dt="2020-10-24T16:12:14.027" v="1092" actId="1036"/>
          <ac:spMkLst>
            <pc:docMk/>
            <pc:sldMk cId="0" sldId="301"/>
            <ac:spMk id="9" creationId="{00000000-0000-0000-0000-000000000000}"/>
          </ac:spMkLst>
        </pc:spChg>
        <pc:spChg chg="mod">
          <ac:chgData name="翟 锐" userId="fef11181f709266a" providerId="LiveId" clId="{4F873610-AE96-4B46-8AF0-3D7B236AABE3}" dt="2020-10-24T16:11:59.650" v="1067" actId="20577"/>
          <ac:spMkLst>
            <pc:docMk/>
            <pc:sldMk cId="0" sldId="301"/>
            <ac:spMk id="10" creationId="{00000000-0000-0000-0000-000000000000}"/>
          </ac:spMkLst>
        </pc:spChg>
        <pc:spChg chg="add mod">
          <ac:chgData name="翟 锐" userId="fef11181f709266a" providerId="LiveId" clId="{4F873610-AE96-4B46-8AF0-3D7B236AABE3}" dt="2020-10-24T16:12:33.373" v="1104" actId="1076"/>
          <ac:spMkLst>
            <pc:docMk/>
            <pc:sldMk cId="0" sldId="301"/>
            <ac:spMk id="48" creationId="{E08F951C-C861-4BB0-826E-AF9957A06679}"/>
          </ac:spMkLst>
        </pc:spChg>
      </pc:sldChg>
      <pc:sldChg chg="delSp modSp mod">
        <pc:chgData name="翟 锐" userId="fef11181f709266a" providerId="LiveId" clId="{4F873610-AE96-4B46-8AF0-3D7B236AABE3}" dt="2020-12-09T01:16:44.598" v="1133" actId="15"/>
        <pc:sldMkLst>
          <pc:docMk/>
          <pc:sldMk cId="2981006032" sldId="556"/>
        </pc:sldMkLst>
        <pc:spChg chg="mod">
          <ac:chgData name="翟 锐" userId="fef11181f709266a" providerId="LiveId" clId="{4F873610-AE96-4B46-8AF0-3D7B236AABE3}" dt="2020-12-09T01:16:44.598" v="1133" actId="15"/>
          <ac:spMkLst>
            <pc:docMk/>
            <pc:sldMk cId="2981006032" sldId="556"/>
            <ac:spMk id="2" creationId="{1A343DEC-CFF6-41F5-B87C-0DFC08C67B76}"/>
          </ac:spMkLst>
        </pc:spChg>
        <pc:spChg chg="mod">
          <ac:chgData name="翟 锐" userId="fef11181f709266a" providerId="LiveId" clId="{4F873610-AE96-4B46-8AF0-3D7B236AABE3}" dt="2020-10-24T15:40:36.332" v="474"/>
          <ac:spMkLst>
            <pc:docMk/>
            <pc:sldMk cId="2981006032" sldId="556"/>
            <ac:spMk id="35" creationId="{00000000-0000-0000-0000-000000000000}"/>
          </ac:spMkLst>
        </pc:spChg>
        <pc:picChg chg="del">
          <ac:chgData name="翟 锐" userId="fef11181f709266a" providerId="LiveId" clId="{4F873610-AE96-4B46-8AF0-3D7B236AABE3}" dt="2020-10-24T15:03:09.873" v="48" actId="478"/>
          <ac:picMkLst>
            <pc:docMk/>
            <pc:sldMk cId="2981006032" sldId="556"/>
            <ac:picMk id="3" creationId="{F7BADF5E-0976-4C9B-AC03-7B5B5B9C0FB9}"/>
          </ac:picMkLst>
        </pc:picChg>
      </pc:sldChg>
      <pc:sldChg chg="addSp delSp modSp mod">
        <pc:chgData name="翟 锐" userId="fef11181f709266a" providerId="LiveId" clId="{4F873610-AE96-4B46-8AF0-3D7B236AABE3}" dt="2020-10-24T15:31:03.634" v="469"/>
        <pc:sldMkLst>
          <pc:docMk/>
          <pc:sldMk cId="40839046" sldId="560"/>
        </pc:sldMkLst>
        <pc:spChg chg="del">
          <ac:chgData name="翟 锐" userId="fef11181f709266a" providerId="LiveId" clId="{4F873610-AE96-4B46-8AF0-3D7B236AABE3}" dt="2020-10-24T15:08:04.309" v="96" actId="478"/>
          <ac:spMkLst>
            <pc:docMk/>
            <pc:sldMk cId="40839046" sldId="560"/>
            <ac:spMk id="2" creationId="{1A343DEC-CFF6-41F5-B87C-0DFC08C67B76}"/>
          </ac:spMkLst>
        </pc:spChg>
        <pc:spChg chg="add mod">
          <ac:chgData name="翟 锐" userId="fef11181f709266a" providerId="LiveId" clId="{4F873610-AE96-4B46-8AF0-3D7B236AABE3}" dt="2020-10-24T15:08:40.403" v="105" actId="1076"/>
          <ac:spMkLst>
            <pc:docMk/>
            <pc:sldMk cId="40839046" sldId="560"/>
            <ac:spMk id="3" creationId="{38EDB5C5-B7CB-4764-8028-1569D3219902}"/>
          </ac:spMkLst>
        </pc:spChg>
        <pc:spChg chg="mod">
          <ac:chgData name="翟 锐" userId="fef11181f709266a" providerId="LiveId" clId="{4F873610-AE96-4B46-8AF0-3D7B236AABE3}" dt="2020-10-24T15:08:15.830" v="101"/>
          <ac:spMkLst>
            <pc:docMk/>
            <pc:sldMk cId="40839046" sldId="560"/>
            <ac:spMk id="35" creationId="{00000000-0000-0000-0000-000000000000}"/>
          </ac:spMkLst>
        </pc:spChg>
        <pc:graphicFrameChg chg="add">
          <ac:chgData name="翟 锐" userId="fef11181f709266a" providerId="LiveId" clId="{4F873610-AE96-4B46-8AF0-3D7B236AABE3}" dt="2020-10-24T15:31:03.634" v="469"/>
          <ac:graphicFrameMkLst>
            <pc:docMk/>
            <pc:sldMk cId="40839046" sldId="560"/>
            <ac:graphicFrameMk id="4" creationId="{75BEE8D1-6050-4F23-8D86-03DBE20D82FD}"/>
          </ac:graphicFrameMkLst>
        </pc:graphicFrameChg>
        <pc:graphicFrameChg chg="add del mod">
          <ac:chgData name="翟 锐" userId="fef11181f709266a" providerId="LiveId" clId="{4F873610-AE96-4B46-8AF0-3D7B236AABE3}" dt="2020-10-24T15:31:03.634" v="469"/>
          <ac:graphicFrameMkLst>
            <pc:docMk/>
            <pc:sldMk cId="40839046" sldId="560"/>
            <ac:graphicFrameMk id="6" creationId="{1086F435-F918-489F-A75E-00FE45D45229}"/>
          </ac:graphicFrameMkLst>
        </pc:graphicFrameChg>
      </pc:sldChg>
      <pc:sldChg chg="addSp delSp modSp mod delAnim">
        <pc:chgData name="翟 锐" userId="fef11181f709266a" providerId="LiveId" clId="{4F873610-AE96-4B46-8AF0-3D7B236AABE3}" dt="2020-10-24T15:09:43.005" v="119" actId="1076"/>
        <pc:sldMkLst>
          <pc:docMk/>
          <pc:sldMk cId="727514361" sldId="566"/>
        </pc:sldMkLst>
        <pc:spChg chg="del">
          <ac:chgData name="翟 锐" userId="fef11181f709266a" providerId="LiveId" clId="{4F873610-AE96-4B46-8AF0-3D7B236AABE3}" dt="2020-10-24T15:09:33.142" v="114" actId="478"/>
          <ac:spMkLst>
            <pc:docMk/>
            <pc:sldMk cId="727514361" sldId="566"/>
            <ac:spMk id="2" creationId="{1A343DEC-CFF6-41F5-B87C-0DFC08C67B76}"/>
          </ac:spMkLst>
        </pc:spChg>
        <pc:spChg chg="del">
          <ac:chgData name="翟 锐" userId="fef11181f709266a" providerId="LiveId" clId="{4F873610-AE96-4B46-8AF0-3D7B236AABE3}" dt="2020-10-24T15:09:33.142" v="114" actId="478"/>
          <ac:spMkLst>
            <pc:docMk/>
            <pc:sldMk cId="727514361" sldId="566"/>
            <ac:spMk id="34" creationId="{00000000-0000-0000-0000-000000000000}"/>
          </ac:spMkLst>
        </pc:spChg>
        <pc:spChg chg="del">
          <ac:chgData name="翟 锐" userId="fef11181f709266a" providerId="LiveId" clId="{4F873610-AE96-4B46-8AF0-3D7B236AABE3}" dt="2020-10-24T15:09:33.142" v="114" actId="478"/>
          <ac:spMkLst>
            <pc:docMk/>
            <pc:sldMk cId="727514361" sldId="566"/>
            <ac:spMk id="35" creationId="{00000000-0000-0000-0000-000000000000}"/>
          </ac:spMkLst>
        </pc:spChg>
        <pc:graphicFrameChg chg="del">
          <ac:chgData name="翟 锐" userId="fef11181f709266a" providerId="LiveId" clId="{4F873610-AE96-4B46-8AF0-3D7B236AABE3}" dt="2020-10-24T15:09:33.142" v="114" actId="478"/>
          <ac:graphicFrameMkLst>
            <pc:docMk/>
            <pc:sldMk cId="727514361" sldId="566"/>
            <ac:graphicFrameMk id="3" creationId="{9F10F676-0447-439B-B5EA-E2191DB0EAF5}"/>
          </ac:graphicFrameMkLst>
        </pc:graphicFrameChg>
        <pc:graphicFrameChg chg="del">
          <ac:chgData name="翟 锐" userId="fef11181f709266a" providerId="LiveId" clId="{4F873610-AE96-4B46-8AF0-3D7B236AABE3}" dt="2020-10-24T15:09:33.142" v="114" actId="478"/>
          <ac:graphicFrameMkLst>
            <pc:docMk/>
            <pc:sldMk cId="727514361" sldId="566"/>
            <ac:graphicFrameMk id="4" creationId="{E78402C4-7EDE-4774-8225-80150AC7729E}"/>
          </ac:graphicFrameMkLst>
        </pc:graphicFrameChg>
        <pc:graphicFrameChg chg="del">
          <ac:chgData name="翟 锐" userId="fef11181f709266a" providerId="LiveId" clId="{4F873610-AE96-4B46-8AF0-3D7B236AABE3}" dt="2020-10-24T15:09:33.142" v="114" actId="478"/>
          <ac:graphicFrameMkLst>
            <pc:docMk/>
            <pc:sldMk cId="727514361" sldId="566"/>
            <ac:graphicFrameMk id="7" creationId="{304035AD-6459-4B6F-9518-B619C25BC134}"/>
          </ac:graphicFrameMkLst>
        </pc:graphicFrameChg>
        <pc:graphicFrameChg chg="del">
          <ac:chgData name="翟 锐" userId="fef11181f709266a" providerId="LiveId" clId="{4F873610-AE96-4B46-8AF0-3D7B236AABE3}" dt="2020-10-24T15:09:33.142" v="114" actId="478"/>
          <ac:graphicFrameMkLst>
            <pc:docMk/>
            <pc:sldMk cId="727514361" sldId="566"/>
            <ac:graphicFrameMk id="8" creationId="{D5A76287-BC67-4A87-9614-EFD6E5980FEE}"/>
          </ac:graphicFrameMkLst>
        </pc:graphicFrameChg>
        <pc:picChg chg="del">
          <ac:chgData name="翟 锐" userId="fef11181f709266a" providerId="LiveId" clId="{4F873610-AE96-4B46-8AF0-3D7B236AABE3}" dt="2020-10-24T15:09:33.142" v="114" actId="478"/>
          <ac:picMkLst>
            <pc:docMk/>
            <pc:sldMk cId="727514361" sldId="566"/>
            <ac:picMk id="5" creationId="{E4B759AA-686E-4CA5-8E26-93A43D0EC2E4}"/>
          </ac:picMkLst>
        </pc:picChg>
        <pc:picChg chg="add mod">
          <ac:chgData name="翟 锐" userId="fef11181f709266a" providerId="LiveId" clId="{4F873610-AE96-4B46-8AF0-3D7B236AABE3}" dt="2020-10-24T15:09:43.005" v="119" actId="1076"/>
          <ac:picMkLst>
            <pc:docMk/>
            <pc:sldMk cId="727514361" sldId="566"/>
            <ac:picMk id="11" creationId="{95EE75A4-F27B-4E91-9EA2-D7E2FB6B31D3}"/>
          </ac:picMkLst>
        </pc:picChg>
        <pc:cxnChg chg="del">
          <ac:chgData name="翟 锐" userId="fef11181f709266a" providerId="LiveId" clId="{4F873610-AE96-4B46-8AF0-3D7B236AABE3}" dt="2020-10-24T15:09:33.142" v="114" actId="478"/>
          <ac:cxnSpMkLst>
            <pc:docMk/>
            <pc:sldMk cId="727514361" sldId="566"/>
            <ac:cxnSpMk id="33" creationId="{00000000-0000-0000-0000-000000000000}"/>
          </ac:cxnSpMkLst>
        </pc:cxnChg>
      </pc:sldChg>
      <pc:sldChg chg="del">
        <pc:chgData name="翟 锐" userId="fef11181f709266a" providerId="LiveId" clId="{4F873610-AE96-4B46-8AF0-3D7B236AABE3}" dt="2020-10-24T15:09:48.421" v="120" actId="47"/>
        <pc:sldMkLst>
          <pc:docMk/>
          <pc:sldMk cId="1594480700" sldId="583"/>
        </pc:sldMkLst>
      </pc:sldChg>
      <pc:sldChg chg="del">
        <pc:chgData name="翟 锐" userId="fef11181f709266a" providerId="LiveId" clId="{4F873610-AE96-4B46-8AF0-3D7B236AABE3}" dt="2020-10-24T15:09:49.375" v="121" actId="47"/>
        <pc:sldMkLst>
          <pc:docMk/>
          <pc:sldMk cId="715867822" sldId="605"/>
        </pc:sldMkLst>
      </pc:sldChg>
      <pc:sldChg chg="del">
        <pc:chgData name="翟 锐" userId="fef11181f709266a" providerId="LiveId" clId="{4F873610-AE96-4B46-8AF0-3D7B236AABE3}" dt="2020-10-24T15:09:50.281" v="122" actId="47"/>
        <pc:sldMkLst>
          <pc:docMk/>
          <pc:sldMk cId="419261417" sldId="606"/>
        </pc:sldMkLst>
      </pc:sldChg>
      <pc:sldChg chg="addSp delSp modSp mod modAnim">
        <pc:chgData name="翟 锐" userId="fef11181f709266a" providerId="LiveId" clId="{4F873610-AE96-4B46-8AF0-3D7B236AABE3}" dt="2020-12-04T14:49:54.236" v="1105" actId="6549"/>
        <pc:sldMkLst>
          <pc:docMk/>
          <pc:sldMk cId="1180436317" sldId="609"/>
        </pc:sldMkLst>
        <pc:spChg chg="mod">
          <ac:chgData name="翟 锐" userId="fef11181f709266a" providerId="LiveId" clId="{4F873610-AE96-4B46-8AF0-3D7B236AABE3}" dt="2020-12-04T14:49:54.236" v="1105" actId="6549"/>
          <ac:spMkLst>
            <pc:docMk/>
            <pc:sldMk cId="1180436317" sldId="609"/>
            <ac:spMk id="2" creationId="{1A343DEC-CFF6-41F5-B87C-0DFC08C67B76}"/>
          </ac:spMkLst>
        </pc:spChg>
        <pc:spChg chg="mod">
          <ac:chgData name="翟 锐" userId="fef11181f709266a" providerId="LiveId" clId="{4F873610-AE96-4B46-8AF0-3D7B236AABE3}" dt="2020-10-24T15:10:43.113" v="159" actId="1035"/>
          <ac:spMkLst>
            <pc:docMk/>
            <pc:sldMk cId="1180436317" sldId="609"/>
            <ac:spMk id="9" creationId="{3285768A-E62E-49F8-BE0C-73B83FDAAFDF}"/>
          </ac:spMkLst>
        </pc:spChg>
        <pc:spChg chg="mod">
          <ac:chgData name="翟 锐" userId="fef11181f709266a" providerId="LiveId" clId="{4F873610-AE96-4B46-8AF0-3D7B236AABE3}" dt="2020-10-24T15:10:43.113" v="159" actId="1035"/>
          <ac:spMkLst>
            <pc:docMk/>
            <pc:sldMk cId="1180436317" sldId="609"/>
            <ac:spMk id="11" creationId="{69A79885-98FE-4FCE-B479-9CEB74209E9A}"/>
          </ac:spMkLst>
        </pc:spChg>
        <pc:spChg chg="mod">
          <ac:chgData name="翟 锐" userId="fef11181f709266a" providerId="LiveId" clId="{4F873610-AE96-4B46-8AF0-3D7B236AABE3}" dt="2020-10-24T15:10:43.113" v="159" actId="1035"/>
          <ac:spMkLst>
            <pc:docMk/>
            <pc:sldMk cId="1180436317" sldId="609"/>
            <ac:spMk id="12" creationId="{9FDB9542-A5FD-49B1-BF05-DEE399331DA0}"/>
          </ac:spMkLst>
        </pc:spChg>
        <pc:spChg chg="mod">
          <ac:chgData name="翟 锐" userId="fef11181f709266a" providerId="LiveId" clId="{4F873610-AE96-4B46-8AF0-3D7B236AABE3}" dt="2020-10-24T15:10:43.113" v="159" actId="1035"/>
          <ac:spMkLst>
            <pc:docMk/>
            <pc:sldMk cId="1180436317" sldId="609"/>
            <ac:spMk id="13" creationId="{2E661129-9E05-41DF-90DE-064BEA14FF8A}"/>
          </ac:spMkLst>
        </pc:spChg>
        <pc:spChg chg="mod">
          <ac:chgData name="翟 锐" userId="fef11181f709266a" providerId="LiveId" clId="{4F873610-AE96-4B46-8AF0-3D7B236AABE3}" dt="2020-10-24T15:10:43.113" v="159" actId="1035"/>
          <ac:spMkLst>
            <pc:docMk/>
            <pc:sldMk cId="1180436317" sldId="609"/>
            <ac:spMk id="14" creationId="{95E0158E-3086-4D8F-AF8A-7B10F91F4EC8}"/>
          </ac:spMkLst>
        </pc:spChg>
        <pc:spChg chg="mod">
          <ac:chgData name="翟 锐" userId="fef11181f709266a" providerId="LiveId" clId="{4F873610-AE96-4B46-8AF0-3D7B236AABE3}" dt="2020-10-24T15:10:43.113" v="159" actId="1035"/>
          <ac:spMkLst>
            <pc:docMk/>
            <pc:sldMk cId="1180436317" sldId="609"/>
            <ac:spMk id="15" creationId="{E9796388-8900-442B-B332-34B012755CF0}"/>
          </ac:spMkLst>
        </pc:spChg>
        <pc:spChg chg="mod">
          <ac:chgData name="翟 锐" userId="fef11181f709266a" providerId="LiveId" clId="{4F873610-AE96-4B46-8AF0-3D7B236AABE3}" dt="2020-10-24T15:10:43.113" v="159" actId="1035"/>
          <ac:spMkLst>
            <pc:docMk/>
            <pc:sldMk cId="1180436317" sldId="609"/>
            <ac:spMk id="16" creationId="{7DB0BD8C-FB39-4D83-8AA8-C42C93C28F9D}"/>
          </ac:spMkLst>
        </pc:spChg>
        <pc:spChg chg="mod">
          <ac:chgData name="翟 锐" userId="fef11181f709266a" providerId="LiveId" clId="{4F873610-AE96-4B46-8AF0-3D7B236AABE3}" dt="2020-10-24T15:10:43.113" v="159" actId="1035"/>
          <ac:spMkLst>
            <pc:docMk/>
            <pc:sldMk cId="1180436317" sldId="609"/>
            <ac:spMk id="17" creationId="{102D99F3-6AB9-4255-A64B-7A52716C4BD7}"/>
          </ac:spMkLst>
        </pc:spChg>
        <pc:spChg chg="mod">
          <ac:chgData name="翟 锐" userId="fef11181f709266a" providerId="LiveId" clId="{4F873610-AE96-4B46-8AF0-3D7B236AABE3}" dt="2020-10-24T15:10:43.113" v="159" actId="1035"/>
          <ac:spMkLst>
            <pc:docMk/>
            <pc:sldMk cId="1180436317" sldId="609"/>
            <ac:spMk id="18" creationId="{04E86B24-7F7C-4533-8D57-42EB24A1363C}"/>
          </ac:spMkLst>
        </pc:spChg>
        <pc:spChg chg="mod">
          <ac:chgData name="翟 锐" userId="fef11181f709266a" providerId="LiveId" clId="{4F873610-AE96-4B46-8AF0-3D7B236AABE3}" dt="2020-10-24T15:10:43.113" v="159" actId="1035"/>
          <ac:spMkLst>
            <pc:docMk/>
            <pc:sldMk cId="1180436317" sldId="609"/>
            <ac:spMk id="19" creationId="{6D00C371-6E2E-4FF6-A63A-CDAD2EE17608}"/>
          </ac:spMkLst>
        </pc:spChg>
        <pc:spChg chg="mod">
          <ac:chgData name="翟 锐" userId="fef11181f709266a" providerId="LiveId" clId="{4F873610-AE96-4B46-8AF0-3D7B236AABE3}" dt="2020-10-24T15:10:43.113" v="159" actId="1035"/>
          <ac:spMkLst>
            <pc:docMk/>
            <pc:sldMk cId="1180436317" sldId="609"/>
            <ac:spMk id="20" creationId="{C8C1648F-E11B-46CB-832F-7BAFE4B0B509}"/>
          </ac:spMkLst>
        </pc:spChg>
        <pc:spChg chg="mod">
          <ac:chgData name="翟 锐" userId="fef11181f709266a" providerId="LiveId" clId="{4F873610-AE96-4B46-8AF0-3D7B236AABE3}" dt="2020-10-24T15:10:43.113" v="159" actId="1035"/>
          <ac:spMkLst>
            <pc:docMk/>
            <pc:sldMk cId="1180436317" sldId="609"/>
            <ac:spMk id="21" creationId="{23395533-1FED-4F14-8E50-B404491CDF86}"/>
          </ac:spMkLst>
        </pc:spChg>
        <pc:spChg chg="mod">
          <ac:chgData name="翟 锐" userId="fef11181f709266a" providerId="LiveId" clId="{4F873610-AE96-4B46-8AF0-3D7B236AABE3}" dt="2020-10-24T15:10:43.113" v="159" actId="1035"/>
          <ac:spMkLst>
            <pc:docMk/>
            <pc:sldMk cId="1180436317" sldId="609"/>
            <ac:spMk id="22" creationId="{0B67A14D-BF62-41B0-A6B4-1328A8EC7B5A}"/>
          </ac:spMkLst>
        </pc:spChg>
        <pc:spChg chg="mod">
          <ac:chgData name="翟 锐" userId="fef11181f709266a" providerId="LiveId" clId="{4F873610-AE96-4B46-8AF0-3D7B236AABE3}" dt="2020-10-24T15:10:43.113" v="159" actId="1035"/>
          <ac:spMkLst>
            <pc:docMk/>
            <pc:sldMk cId="1180436317" sldId="609"/>
            <ac:spMk id="23" creationId="{74C6EB40-AFE9-41D9-819F-77F6BF71A194}"/>
          </ac:spMkLst>
        </pc:spChg>
        <pc:spChg chg="mod">
          <ac:chgData name="翟 锐" userId="fef11181f709266a" providerId="LiveId" clId="{4F873610-AE96-4B46-8AF0-3D7B236AABE3}" dt="2020-10-24T15:10:43.113" v="159" actId="1035"/>
          <ac:spMkLst>
            <pc:docMk/>
            <pc:sldMk cId="1180436317" sldId="609"/>
            <ac:spMk id="24" creationId="{732348B6-D3FB-4587-AAEA-4CBFF2612518}"/>
          </ac:spMkLst>
        </pc:spChg>
        <pc:spChg chg="mod">
          <ac:chgData name="翟 锐" userId="fef11181f709266a" providerId="LiveId" clId="{4F873610-AE96-4B46-8AF0-3D7B236AABE3}" dt="2020-10-24T15:10:43.113" v="159" actId="1035"/>
          <ac:spMkLst>
            <pc:docMk/>
            <pc:sldMk cId="1180436317" sldId="609"/>
            <ac:spMk id="25" creationId="{E729E159-8C2F-4ECD-86E3-0F1107DB6468}"/>
          </ac:spMkLst>
        </pc:spChg>
        <pc:spChg chg="mod">
          <ac:chgData name="翟 锐" userId="fef11181f709266a" providerId="LiveId" clId="{4F873610-AE96-4B46-8AF0-3D7B236AABE3}" dt="2020-10-24T15:10:43.113" v="159" actId="1035"/>
          <ac:spMkLst>
            <pc:docMk/>
            <pc:sldMk cId="1180436317" sldId="609"/>
            <ac:spMk id="26" creationId="{A239D7A1-1B8E-4797-8BB8-15D3F4EED064}"/>
          </ac:spMkLst>
        </pc:spChg>
        <pc:spChg chg="mod">
          <ac:chgData name="翟 锐" userId="fef11181f709266a" providerId="LiveId" clId="{4F873610-AE96-4B46-8AF0-3D7B236AABE3}" dt="2020-10-24T15:10:43.113" v="159" actId="1035"/>
          <ac:spMkLst>
            <pc:docMk/>
            <pc:sldMk cId="1180436317" sldId="609"/>
            <ac:spMk id="27" creationId="{1C88DFD6-9A7A-4800-BB6D-6AE0886535F7}"/>
          </ac:spMkLst>
        </pc:spChg>
        <pc:spChg chg="mod">
          <ac:chgData name="翟 锐" userId="fef11181f709266a" providerId="LiveId" clId="{4F873610-AE96-4B46-8AF0-3D7B236AABE3}" dt="2020-10-24T15:10:43.113" v="159" actId="1035"/>
          <ac:spMkLst>
            <pc:docMk/>
            <pc:sldMk cId="1180436317" sldId="609"/>
            <ac:spMk id="28" creationId="{FA9F28EB-0F62-41EE-9F6C-DC75A198186E}"/>
          </ac:spMkLst>
        </pc:spChg>
        <pc:spChg chg="mod">
          <ac:chgData name="翟 锐" userId="fef11181f709266a" providerId="LiveId" clId="{4F873610-AE96-4B46-8AF0-3D7B236AABE3}" dt="2020-10-24T15:10:43.113" v="159" actId="1035"/>
          <ac:spMkLst>
            <pc:docMk/>
            <pc:sldMk cId="1180436317" sldId="609"/>
            <ac:spMk id="29" creationId="{99649CAA-FF6E-40C4-B402-54586CA912FA}"/>
          </ac:spMkLst>
        </pc:spChg>
        <pc:spChg chg="mod">
          <ac:chgData name="翟 锐" userId="fef11181f709266a" providerId="LiveId" clId="{4F873610-AE96-4B46-8AF0-3D7B236AABE3}" dt="2020-10-24T15:10:43.113" v="159" actId="1035"/>
          <ac:spMkLst>
            <pc:docMk/>
            <pc:sldMk cId="1180436317" sldId="609"/>
            <ac:spMk id="30" creationId="{30F24C68-05E3-4CF3-BD30-435CE5AA9564}"/>
          </ac:spMkLst>
        </pc:spChg>
        <pc:spChg chg="mod">
          <ac:chgData name="翟 锐" userId="fef11181f709266a" providerId="LiveId" clId="{4F873610-AE96-4B46-8AF0-3D7B236AABE3}" dt="2020-10-24T15:10:43.113" v="159" actId="1035"/>
          <ac:spMkLst>
            <pc:docMk/>
            <pc:sldMk cId="1180436317" sldId="609"/>
            <ac:spMk id="31" creationId="{676A902F-ADD3-4127-94B5-77AF0B9BEC6E}"/>
          </ac:spMkLst>
        </pc:spChg>
        <pc:spChg chg="mod">
          <ac:chgData name="翟 锐" userId="fef11181f709266a" providerId="LiveId" clId="{4F873610-AE96-4B46-8AF0-3D7B236AABE3}" dt="2020-10-24T15:10:43.113" v="159" actId="1035"/>
          <ac:spMkLst>
            <pc:docMk/>
            <pc:sldMk cId="1180436317" sldId="609"/>
            <ac:spMk id="32" creationId="{2F9D57A2-5E9B-478B-9AA4-B7095121E011}"/>
          </ac:spMkLst>
        </pc:spChg>
        <pc:spChg chg="mod">
          <ac:chgData name="翟 锐" userId="fef11181f709266a" providerId="LiveId" clId="{4F873610-AE96-4B46-8AF0-3D7B236AABE3}" dt="2020-10-24T15:09:57.781" v="125"/>
          <ac:spMkLst>
            <pc:docMk/>
            <pc:sldMk cId="1180436317" sldId="609"/>
            <ac:spMk id="35" creationId="{00000000-0000-0000-0000-000000000000}"/>
          </ac:spMkLst>
        </pc:spChg>
        <pc:spChg chg="mod">
          <ac:chgData name="翟 锐" userId="fef11181f709266a" providerId="LiveId" clId="{4F873610-AE96-4B46-8AF0-3D7B236AABE3}" dt="2020-10-24T15:10:43.113" v="159" actId="1035"/>
          <ac:spMkLst>
            <pc:docMk/>
            <pc:sldMk cId="1180436317" sldId="609"/>
            <ac:spMk id="36" creationId="{97E7DAEB-2B6C-4CEE-B784-BC5531E1B8D7}"/>
          </ac:spMkLst>
        </pc:spChg>
        <pc:grpChg chg="add mod">
          <ac:chgData name="翟 锐" userId="fef11181f709266a" providerId="LiveId" clId="{4F873610-AE96-4B46-8AF0-3D7B236AABE3}" dt="2020-10-24T15:10:43.113" v="159" actId="1035"/>
          <ac:grpSpMkLst>
            <pc:docMk/>
            <pc:sldMk cId="1180436317" sldId="609"/>
            <ac:grpSpMk id="7" creationId="{1EECF2DF-5921-4ECD-9067-D5599C8F00B7}"/>
          </ac:grpSpMkLst>
        </pc:grpChg>
        <pc:grpChg chg="mod">
          <ac:chgData name="翟 锐" userId="fef11181f709266a" providerId="LiveId" clId="{4F873610-AE96-4B46-8AF0-3D7B236AABE3}" dt="2020-10-24T15:10:43.113" v="159" actId="1035"/>
          <ac:grpSpMkLst>
            <pc:docMk/>
            <pc:sldMk cId="1180436317" sldId="609"/>
            <ac:grpSpMk id="8" creationId="{0051B1D5-B111-446D-AD1B-9339A3D0D5AE}"/>
          </ac:grpSpMkLst>
        </pc:grpChg>
        <pc:grpChg chg="mod">
          <ac:chgData name="翟 锐" userId="fef11181f709266a" providerId="LiveId" clId="{4F873610-AE96-4B46-8AF0-3D7B236AABE3}" dt="2020-10-24T15:10:43.113" v="159" actId="1035"/>
          <ac:grpSpMkLst>
            <pc:docMk/>
            <pc:sldMk cId="1180436317" sldId="609"/>
            <ac:grpSpMk id="10" creationId="{A669BEB8-8730-4744-811F-6490F9E88FCE}"/>
          </ac:grpSpMkLst>
        </pc:grpChg>
        <pc:graphicFrameChg chg="del">
          <ac:chgData name="翟 锐" userId="fef11181f709266a" providerId="LiveId" clId="{4F873610-AE96-4B46-8AF0-3D7B236AABE3}" dt="2020-10-24T15:10:00.432" v="126" actId="478"/>
          <ac:graphicFrameMkLst>
            <pc:docMk/>
            <pc:sldMk cId="1180436317" sldId="609"/>
            <ac:graphicFrameMk id="6" creationId="{7E29143A-2CD6-45F4-B899-8D09B21B6EC5}"/>
          </ac:graphicFrameMkLst>
        </pc:graphicFrameChg>
      </pc:sldChg>
      <pc:sldChg chg="del">
        <pc:chgData name="翟 锐" userId="fef11181f709266a" providerId="LiveId" clId="{4F873610-AE96-4B46-8AF0-3D7B236AABE3}" dt="2020-10-24T15:08:30.055" v="102" actId="47"/>
        <pc:sldMkLst>
          <pc:docMk/>
          <pc:sldMk cId="1397344220" sldId="613"/>
        </pc:sldMkLst>
      </pc:sldChg>
      <pc:sldChg chg="modSp mod">
        <pc:chgData name="翟 锐" userId="fef11181f709266a" providerId="LiveId" clId="{4F873610-AE96-4B46-8AF0-3D7B236AABE3}" dt="2020-10-24T15:40:15.540" v="471" actId="6549"/>
        <pc:sldMkLst>
          <pc:docMk/>
          <pc:sldMk cId="2282940426" sldId="660"/>
        </pc:sldMkLst>
        <pc:spChg chg="mod">
          <ac:chgData name="翟 锐" userId="fef11181f709266a" providerId="LiveId" clId="{4F873610-AE96-4B46-8AF0-3D7B236AABE3}" dt="2020-10-24T14:57:57.435" v="17" actId="20577"/>
          <ac:spMkLst>
            <pc:docMk/>
            <pc:sldMk cId="2282940426" sldId="660"/>
            <ac:spMk id="2" creationId="{1A343DEC-CFF6-41F5-B87C-0DFC08C67B76}"/>
          </ac:spMkLst>
        </pc:spChg>
        <pc:spChg chg="mod">
          <ac:chgData name="翟 锐" userId="fef11181f709266a" providerId="LiveId" clId="{4F873610-AE96-4B46-8AF0-3D7B236AABE3}" dt="2020-10-24T15:40:15.540" v="471" actId="6549"/>
          <ac:spMkLst>
            <pc:docMk/>
            <pc:sldMk cId="2282940426" sldId="660"/>
            <ac:spMk id="35" creationId="{00000000-0000-0000-0000-000000000000}"/>
          </ac:spMkLst>
        </pc:spChg>
      </pc:sldChg>
      <pc:sldChg chg="addSp delSp modSp mod">
        <pc:chgData name="翟 锐" userId="fef11181f709266a" providerId="LiveId" clId="{4F873610-AE96-4B46-8AF0-3D7B236AABE3}" dt="2020-12-09T01:16:03.147" v="1124" actId="1076"/>
        <pc:sldMkLst>
          <pc:docMk/>
          <pc:sldMk cId="3196092120" sldId="665"/>
        </pc:sldMkLst>
        <pc:spChg chg="mod">
          <ac:chgData name="翟 锐" userId="fef11181f709266a" providerId="LiveId" clId="{4F873610-AE96-4B46-8AF0-3D7B236AABE3}" dt="2020-12-09T01:16:01.589" v="1123" actId="1076"/>
          <ac:spMkLst>
            <pc:docMk/>
            <pc:sldMk cId="3196092120" sldId="665"/>
            <ac:spMk id="2" creationId="{1A343DEC-CFF6-41F5-B87C-0DFC08C67B76}"/>
          </ac:spMkLst>
        </pc:spChg>
        <pc:spChg chg="mod">
          <ac:chgData name="翟 锐" userId="fef11181f709266a" providerId="LiveId" clId="{4F873610-AE96-4B46-8AF0-3D7B236AABE3}" dt="2020-10-24T15:01:27.521" v="35" actId="14100"/>
          <ac:spMkLst>
            <pc:docMk/>
            <pc:sldMk cId="3196092120" sldId="665"/>
            <ac:spMk id="10" creationId="{CE9F19AE-11B1-4616-B6D0-97915903C27D}"/>
          </ac:spMkLst>
        </pc:spChg>
        <pc:spChg chg="mod">
          <ac:chgData name="翟 锐" userId="fef11181f709266a" providerId="LiveId" clId="{4F873610-AE96-4B46-8AF0-3D7B236AABE3}" dt="2020-10-24T15:01:27.521" v="35" actId="14100"/>
          <ac:spMkLst>
            <pc:docMk/>
            <pc:sldMk cId="3196092120" sldId="665"/>
            <ac:spMk id="11" creationId="{A810D602-30D5-4773-BFF3-9A9E9DA1FFA9}"/>
          </ac:spMkLst>
        </pc:spChg>
        <pc:spChg chg="mod">
          <ac:chgData name="翟 锐" userId="fef11181f709266a" providerId="LiveId" clId="{4F873610-AE96-4B46-8AF0-3D7B236AABE3}" dt="2020-10-24T15:01:27.521" v="35" actId="14100"/>
          <ac:spMkLst>
            <pc:docMk/>
            <pc:sldMk cId="3196092120" sldId="665"/>
            <ac:spMk id="12" creationId="{22479C92-0D11-4BDC-85E8-18953F220433}"/>
          </ac:spMkLst>
        </pc:spChg>
        <pc:spChg chg="mod">
          <ac:chgData name="翟 锐" userId="fef11181f709266a" providerId="LiveId" clId="{4F873610-AE96-4B46-8AF0-3D7B236AABE3}" dt="2020-10-24T15:01:27.521" v="35" actId="14100"/>
          <ac:spMkLst>
            <pc:docMk/>
            <pc:sldMk cId="3196092120" sldId="665"/>
            <ac:spMk id="13" creationId="{FE96CEA6-1C74-4B1E-B776-931FCEFCDC7D}"/>
          </ac:spMkLst>
        </pc:spChg>
        <pc:spChg chg="mod">
          <ac:chgData name="翟 锐" userId="fef11181f709266a" providerId="LiveId" clId="{4F873610-AE96-4B46-8AF0-3D7B236AABE3}" dt="2020-10-24T15:01:27.521" v="35" actId="14100"/>
          <ac:spMkLst>
            <pc:docMk/>
            <pc:sldMk cId="3196092120" sldId="665"/>
            <ac:spMk id="14" creationId="{E074C160-3EDB-4794-A2C5-49FDA0535C4B}"/>
          </ac:spMkLst>
        </pc:spChg>
        <pc:spChg chg="mod">
          <ac:chgData name="翟 锐" userId="fef11181f709266a" providerId="LiveId" clId="{4F873610-AE96-4B46-8AF0-3D7B236AABE3}" dt="2020-10-24T15:01:27.521" v="35" actId="14100"/>
          <ac:spMkLst>
            <pc:docMk/>
            <pc:sldMk cId="3196092120" sldId="665"/>
            <ac:spMk id="15" creationId="{992BC051-C428-4738-9AEC-24C0AA15FD52}"/>
          </ac:spMkLst>
        </pc:spChg>
        <pc:spChg chg="mod">
          <ac:chgData name="翟 锐" userId="fef11181f709266a" providerId="LiveId" clId="{4F873610-AE96-4B46-8AF0-3D7B236AABE3}" dt="2020-10-24T15:01:27.521" v="35" actId="14100"/>
          <ac:spMkLst>
            <pc:docMk/>
            <pc:sldMk cId="3196092120" sldId="665"/>
            <ac:spMk id="16" creationId="{91547DFB-2D3F-4853-985D-72E166F92E92}"/>
          </ac:spMkLst>
        </pc:spChg>
        <pc:spChg chg="mod">
          <ac:chgData name="翟 锐" userId="fef11181f709266a" providerId="LiveId" clId="{4F873610-AE96-4B46-8AF0-3D7B236AABE3}" dt="2020-10-24T15:01:27.521" v="35" actId="14100"/>
          <ac:spMkLst>
            <pc:docMk/>
            <pc:sldMk cId="3196092120" sldId="665"/>
            <ac:spMk id="17" creationId="{0CE76FBB-1DD8-4615-B3F8-765089926B73}"/>
          </ac:spMkLst>
        </pc:spChg>
        <pc:spChg chg="mod">
          <ac:chgData name="翟 锐" userId="fef11181f709266a" providerId="LiveId" clId="{4F873610-AE96-4B46-8AF0-3D7B236AABE3}" dt="2020-10-24T15:01:27.521" v="35" actId="14100"/>
          <ac:spMkLst>
            <pc:docMk/>
            <pc:sldMk cId="3196092120" sldId="665"/>
            <ac:spMk id="18" creationId="{2E3C7523-C52C-4FA6-BA22-9FED7A33644A}"/>
          </ac:spMkLst>
        </pc:spChg>
        <pc:spChg chg="mod">
          <ac:chgData name="翟 锐" userId="fef11181f709266a" providerId="LiveId" clId="{4F873610-AE96-4B46-8AF0-3D7B236AABE3}" dt="2020-10-24T15:01:27.521" v="35" actId="14100"/>
          <ac:spMkLst>
            <pc:docMk/>
            <pc:sldMk cId="3196092120" sldId="665"/>
            <ac:spMk id="19" creationId="{5FC61B57-1F5E-4F34-B39F-A262C0D04220}"/>
          </ac:spMkLst>
        </pc:spChg>
        <pc:spChg chg="mod">
          <ac:chgData name="翟 锐" userId="fef11181f709266a" providerId="LiveId" clId="{4F873610-AE96-4B46-8AF0-3D7B236AABE3}" dt="2020-10-24T15:01:27.521" v="35" actId="14100"/>
          <ac:spMkLst>
            <pc:docMk/>
            <pc:sldMk cId="3196092120" sldId="665"/>
            <ac:spMk id="20" creationId="{383DFC50-0330-4AA8-98CA-D75D55825422}"/>
          </ac:spMkLst>
        </pc:spChg>
        <pc:spChg chg="mod">
          <ac:chgData name="翟 锐" userId="fef11181f709266a" providerId="LiveId" clId="{4F873610-AE96-4B46-8AF0-3D7B236AABE3}" dt="2020-10-24T15:40:22.827" v="473" actId="20577"/>
          <ac:spMkLst>
            <pc:docMk/>
            <pc:sldMk cId="3196092120" sldId="665"/>
            <ac:spMk id="35" creationId="{00000000-0000-0000-0000-000000000000}"/>
          </ac:spMkLst>
        </pc:spChg>
        <pc:grpChg chg="add del mod">
          <ac:chgData name="翟 锐" userId="fef11181f709266a" providerId="LiveId" clId="{4F873610-AE96-4B46-8AF0-3D7B236AABE3}" dt="2020-10-24T15:01:27.995" v="36"/>
          <ac:grpSpMkLst>
            <pc:docMk/>
            <pc:sldMk cId="3196092120" sldId="665"/>
            <ac:grpSpMk id="7" creationId="{E633B8A0-0F38-4B39-99FA-F54EF7C32B37}"/>
          </ac:grpSpMkLst>
        </pc:grpChg>
        <pc:grpChg chg="mod">
          <ac:chgData name="翟 锐" userId="fef11181f709266a" providerId="LiveId" clId="{4F873610-AE96-4B46-8AF0-3D7B236AABE3}" dt="2020-10-24T15:01:27.521" v="35" actId="14100"/>
          <ac:grpSpMkLst>
            <pc:docMk/>
            <pc:sldMk cId="3196092120" sldId="665"/>
            <ac:grpSpMk id="8" creationId="{4C5FD2FA-7F91-4709-8D20-C627CC46980D}"/>
          </ac:grpSpMkLst>
        </pc:grpChg>
        <pc:picChg chg="del">
          <ac:chgData name="翟 锐" userId="fef11181f709266a" providerId="LiveId" clId="{4F873610-AE96-4B46-8AF0-3D7B236AABE3}" dt="2020-10-24T15:01:11.702" v="23" actId="478"/>
          <ac:picMkLst>
            <pc:docMk/>
            <pc:sldMk cId="3196092120" sldId="665"/>
            <ac:picMk id="3" creationId="{1B7AD5E6-D3B3-415A-938A-B680A126A0B6}"/>
          </ac:picMkLst>
        </pc:picChg>
        <pc:picChg chg="add mod">
          <ac:chgData name="翟 锐" userId="fef11181f709266a" providerId="LiveId" clId="{4F873610-AE96-4B46-8AF0-3D7B236AABE3}" dt="2020-12-09T01:16:03.147" v="1124" actId="1076"/>
          <ac:picMkLst>
            <pc:docMk/>
            <pc:sldMk cId="3196092120" sldId="665"/>
            <ac:picMk id="4" creationId="{A57D16FB-CAEA-4DA6-BD9E-9E476731AEFA}"/>
          </ac:picMkLst>
        </pc:picChg>
        <pc:picChg chg="mod">
          <ac:chgData name="翟 锐" userId="fef11181f709266a" providerId="LiveId" clId="{4F873610-AE96-4B46-8AF0-3D7B236AABE3}" dt="2020-10-24T15:01:27.521" v="35" actId="14100"/>
          <ac:picMkLst>
            <pc:docMk/>
            <pc:sldMk cId="3196092120" sldId="665"/>
            <ac:picMk id="9" creationId="{CC9C4F8A-70CF-48ED-9BAE-F898999E4533}"/>
          </ac:picMkLst>
        </pc:picChg>
      </pc:sldChg>
      <pc:sldChg chg="del">
        <pc:chgData name="翟 锐" userId="fef11181f709266a" providerId="LiveId" clId="{4F873610-AE96-4B46-8AF0-3D7B236AABE3}" dt="2020-10-24T15:08:30.851" v="103" actId="47"/>
        <pc:sldMkLst>
          <pc:docMk/>
          <pc:sldMk cId="1234927439" sldId="666"/>
        </pc:sldMkLst>
      </pc:sldChg>
      <pc:sldChg chg="addSp delSp modSp mod">
        <pc:chgData name="翟 锐" userId="fef11181f709266a" providerId="LiveId" clId="{4F873610-AE96-4B46-8AF0-3D7B236AABE3}" dt="2020-10-24T15:31:03.634" v="469"/>
        <pc:sldMkLst>
          <pc:docMk/>
          <pc:sldMk cId="357824010" sldId="667"/>
        </pc:sldMkLst>
        <pc:spChg chg="del">
          <ac:chgData name="翟 锐" userId="fef11181f709266a" providerId="LiveId" clId="{4F873610-AE96-4B46-8AF0-3D7B236AABE3}" dt="2020-10-24T15:08:47.081" v="106" actId="478"/>
          <ac:spMkLst>
            <pc:docMk/>
            <pc:sldMk cId="357824010" sldId="667"/>
            <ac:spMk id="2" creationId="{1A343DEC-CFF6-41F5-B87C-0DFC08C67B76}"/>
          </ac:spMkLst>
        </pc:spChg>
        <pc:spChg chg="add mod">
          <ac:chgData name="翟 锐" userId="fef11181f709266a" providerId="LiveId" clId="{4F873610-AE96-4B46-8AF0-3D7B236AABE3}" dt="2020-10-24T15:09:03.991" v="110" actId="1076"/>
          <ac:spMkLst>
            <pc:docMk/>
            <pc:sldMk cId="357824010" sldId="667"/>
            <ac:spMk id="3" creationId="{EB589BA6-226D-46CA-BCC1-2A014808AED3}"/>
          </ac:spMkLst>
        </pc:spChg>
        <pc:spChg chg="mod">
          <ac:chgData name="翟 锐" userId="fef11181f709266a" providerId="LiveId" clId="{4F873610-AE96-4B46-8AF0-3D7B236AABE3}" dt="2020-10-24T15:09:26.378" v="113"/>
          <ac:spMkLst>
            <pc:docMk/>
            <pc:sldMk cId="357824010" sldId="667"/>
            <ac:spMk id="35" creationId="{00000000-0000-0000-0000-000000000000}"/>
          </ac:spMkLst>
        </pc:spChg>
        <pc:graphicFrameChg chg="add">
          <ac:chgData name="翟 锐" userId="fef11181f709266a" providerId="LiveId" clId="{4F873610-AE96-4B46-8AF0-3D7B236AABE3}" dt="2020-10-24T15:31:03.634" v="469"/>
          <ac:graphicFrameMkLst>
            <pc:docMk/>
            <pc:sldMk cId="357824010" sldId="667"/>
            <ac:graphicFrameMk id="4" creationId="{34FFF4FC-E3DD-4244-8B72-36F3B2C3B613}"/>
          </ac:graphicFrameMkLst>
        </pc:graphicFrameChg>
        <pc:graphicFrameChg chg="add del mod">
          <ac:chgData name="翟 锐" userId="fef11181f709266a" providerId="LiveId" clId="{4F873610-AE96-4B46-8AF0-3D7B236AABE3}" dt="2020-10-24T15:31:03.634" v="469"/>
          <ac:graphicFrameMkLst>
            <pc:docMk/>
            <pc:sldMk cId="357824010" sldId="667"/>
            <ac:graphicFrameMk id="6" creationId="{E0A3638C-2A1B-4421-BDF3-8291DB1F6743}"/>
          </ac:graphicFrameMkLst>
        </pc:graphicFrameChg>
      </pc:sldChg>
      <pc:sldChg chg="del">
        <pc:chgData name="翟 锐" userId="fef11181f709266a" providerId="LiveId" clId="{4F873610-AE96-4B46-8AF0-3D7B236AABE3}" dt="2020-10-24T15:10:48.713" v="160" actId="47"/>
        <pc:sldMkLst>
          <pc:docMk/>
          <pc:sldMk cId="3776727961" sldId="668"/>
        </pc:sldMkLst>
      </pc:sldChg>
      <pc:sldChg chg="del">
        <pc:chgData name="翟 锐" userId="fef11181f709266a" providerId="LiveId" clId="{4F873610-AE96-4B46-8AF0-3D7B236AABE3}" dt="2020-10-24T15:10:49.761" v="161" actId="47"/>
        <pc:sldMkLst>
          <pc:docMk/>
          <pc:sldMk cId="755557467" sldId="669"/>
        </pc:sldMkLst>
      </pc:sldChg>
      <pc:sldChg chg="modSp del mod">
        <pc:chgData name="翟 锐" userId="fef11181f709266a" providerId="LiveId" clId="{4F873610-AE96-4B46-8AF0-3D7B236AABE3}" dt="2020-10-24T15:11:45.942" v="173" actId="47"/>
        <pc:sldMkLst>
          <pc:docMk/>
          <pc:sldMk cId="4129745897" sldId="670"/>
        </pc:sldMkLst>
        <pc:spChg chg="mod">
          <ac:chgData name="翟 锐" userId="fef11181f709266a" providerId="LiveId" clId="{4F873610-AE96-4B46-8AF0-3D7B236AABE3}" dt="2020-10-24T15:10:56.794" v="164"/>
          <ac:spMkLst>
            <pc:docMk/>
            <pc:sldMk cId="4129745897" sldId="670"/>
            <ac:spMk id="2" creationId="{1A343DEC-CFF6-41F5-B87C-0DFC08C67B76}"/>
          </ac:spMkLst>
        </pc:spChg>
      </pc:sldChg>
      <pc:sldChg chg="addSp modSp mod">
        <pc:chgData name="翟 锐" userId="fef11181f709266a" providerId="LiveId" clId="{4F873610-AE96-4B46-8AF0-3D7B236AABE3}" dt="2020-12-09T01:19:53.377" v="1147" actId="113"/>
        <pc:sldMkLst>
          <pc:docMk/>
          <pc:sldMk cId="871591210" sldId="671"/>
        </pc:sldMkLst>
        <pc:spChg chg="mod">
          <ac:chgData name="翟 锐" userId="fef11181f709266a" providerId="LiveId" clId="{4F873610-AE96-4B46-8AF0-3D7B236AABE3}" dt="2020-12-09T01:19:53.377" v="1147" actId="113"/>
          <ac:spMkLst>
            <pc:docMk/>
            <pc:sldMk cId="871591210" sldId="671"/>
            <ac:spMk id="2" creationId="{1A343DEC-CFF6-41F5-B87C-0DFC08C67B76}"/>
          </ac:spMkLst>
        </pc:spChg>
        <pc:spChg chg="mod">
          <ac:chgData name="翟 锐" userId="fef11181f709266a" providerId="LiveId" clId="{4F873610-AE96-4B46-8AF0-3D7B236AABE3}" dt="2020-10-24T15:14:32.231" v="200" actId="1036"/>
          <ac:spMkLst>
            <pc:docMk/>
            <pc:sldMk cId="871591210" sldId="671"/>
            <ac:spMk id="7" creationId="{166B0F22-F1C4-479C-BE5A-75051AF77510}"/>
          </ac:spMkLst>
        </pc:spChg>
        <pc:spChg chg="mod">
          <ac:chgData name="翟 锐" userId="fef11181f709266a" providerId="LiveId" clId="{4F873610-AE96-4B46-8AF0-3D7B236AABE3}" dt="2020-10-24T15:14:32.231" v="200" actId="1036"/>
          <ac:spMkLst>
            <pc:docMk/>
            <pc:sldMk cId="871591210" sldId="671"/>
            <ac:spMk id="8" creationId="{BECB87F3-6527-45FA-AB56-852EA0711396}"/>
          </ac:spMkLst>
        </pc:spChg>
        <pc:spChg chg="mod">
          <ac:chgData name="翟 锐" userId="fef11181f709266a" providerId="LiveId" clId="{4F873610-AE96-4B46-8AF0-3D7B236AABE3}" dt="2020-10-24T15:14:32.231" v="200" actId="1036"/>
          <ac:spMkLst>
            <pc:docMk/>
            <pc:sldMk cId="871591210" sldId="671"/>
            <ac:spMk id="9" creationId="{CE02A44E-DDF5-4D2F-A415-FC61D075C4CB}"/>
          </ac:spMkLst>
        </pc:spChg>
        <pc:spChg chg="mod">
          <ac:chgData name="翟 锐" userId="fef11181f709266a" providerId="LiveId" clId="{4F873610-AE96-4B46-8AF0-3D7B236AABE3}" dt="2020-10-24T15:14:32.231" v="200" actId="1036"/>
          <ac:spMkLst>
            <pc:docMk/>
            <pc:sldMk cId="871591210" sldId="671"/>
            <ac:spMk id="10" creationId="{2C3754A7-C514-4652-81C1-5A4B3F98D93A}"/>
          </ac:spMkLst>
        </pc:spChg>
        <pc:spChg chg="mod">
          <ac:chgData name="翟 锐" userId="fef11181f709266a" providerId="LiveId" clId="{4F873610-AE96-4B46-8AF0-3D7B236AABE3}" dt="2020-10-24T15:14:32.231" v="200" actId="1036"/>
          <ac:spMkLst>
            <pc:docMk/>
            <pc:sldMk cId="871591210" sldId="671"/>
            <ac:spMk id="11" creationId="{A91C0475-9BA4-4E9A-834E-DE3D40F6F0E7}"/>
          </ac:spMkLst>
        </pc:spChg>
        <pc:spChg chg="mod">
          <ac:chgData name="翟 锐" userId="fef11181f709266a" providerId="LiveId" clId="{4F873610-AE96-4B46-8AF0-3D7B236AABE3}" dt="2020-10-24T15:14:32.231" v="200" actId="1036"/>
          <ac:spMkLst>
            <pc:docMk/>
            <pc:sldMk cId="871591210" sldId="671"/>
            <ac:spMk id="12" creationId="{C4539546-4981-4275-BFD3-45BEF5783B9C}"/>
          </ac:spMkLst>
        </pc:spChg>
        <pc:spChg chg="mod">
          <ac:chgData name="翟 锐" userId="fef11181f709266a" providerId="LiveId" clId="{4F873610-AE96-4B46-8AF0-3D7B236AABE3}" dt="2020-10-24T15:14:32.231" v="200" actId="1036"/>
          <ac:spMkLst>
            <pc:docMk/>
            <pc:sldMk cId="871591210" sldId="671"/>
            <ac:spMk id="13" creationId="{BFD64E9E-2FF8-4686-ADED-41415C0DC5CA}"/>
          </ac:spMkLst>
        </pc:spChg>
        <pc:spChg chg="mod">
          <ac:chgData name="翟 锐" userId="fef11181f709266a" providerId="LiveId" clId="{4F873610-AE96-4B46-8AF0-3D7B236AABE3}" dt="2020-10-24T15:14:32.231" v="200" actId="1036"/>
          <ac:spMkLst>
            <pc:docMk/>
            <pc:sldMk cId="871591210" sldId="671"/>
            <ac:spMk id="14" creationId="{AD36577B-4B5F-49F7-BF93-26F6D5CBFEE2}"/>
          </ac:spMkLst>
        </pc:spChg>
        <pc:spChg chg="mod">
          <ac:chgData name="翟 锐" userId="fef11181f709266a" providerId="LiveId" clId="{4F873610-AE96-4B46-8AF0-3D7B236AABE3}" dt="2020-10-24T15:14:32.231" v="200" actId="1036"/>
          <ac:spMkLst>
            <pc:docMk/>
            <pc:sldMk cId="871591210" sldId="671"/>
            <ac:spMk id="15" creationId="{F37CAA40-6234-4239-906A-FDC9DF185E26}"/>
          </ac:spMkLst>
        </pc:spChg>
        <pc:spChg chg="mod">
          <ac:chgData name="翟 锐" userId="fef11181f709266a" providerId="LiveId" clId="{4F873610-AE96-4B46-8AF0-3D7B236AABE3}" dt="2020-10-24T15:21:31.325" v="284"/>
          <ac:spMkLst>
            <pc:docMk/>
            <pc:sldMk cId="871591210" sldId="671"/>
            <ac:spMk id="35" creationId="{00000000-0000-0000-0000-000000000000}"/>
          </ac:spMkLst>
        </pc:spChg>
        <pc:grpChg chg="add mod">
          <ac:chgData name="翟 锐" userId="fef11181f709266a" providerId="LiveId" clId="{4F873610-AE96-4B46-8AF0-3D7B236AABE3}" dt="2020-10-24T15:14:32.231" v="200" actId="1036"/>
          <ac:grpSpMkLst>
            <pc:docMk/>
            <pc:sldMk cId="871591210" sldId="671"/>
            <ac:grpSpMk id="6" creationId="{0B05D1A9-E5C5-4CB3-9A5B-D1BB47ED4EEE}"/>
          </ac:grpSpMkLst>
        </pc:grpChg>
      </pc:sldChg>
      <pc:sldChg chg="addSp delSp modSp mod modAnim">
        <pc:chgData name="翟 锐" userId="fef11181f709266a" providerId="LiveId" clId="{4F873610-AE96-4B46-8AF0-3D7B236AABE3}" dt="2020-12-10T03:25:36.101" v="1242" actId="1076"/>
        <pc:sldMkLst>
          <pc:docMk/>
          <pc:sldMk cId="678767982" sldId="672"/>
        </pc:sldMkLst>
        <pc:spChg chg="mod">
          <ac:chgData name="翟 锐" userId="fef11181f709266a" providerId="LiveId" clId="{4F873610-AE96-4B46-8AF0-3D7B236AABE3}" dt="2020-12-10T03:25:29.823" v="1241" actId="2711"/>
          <ac:spMkLst>
            <pc:docMk/>
            <pc:sldMk cId="678767982" sldId="672"/>
            <ac:spMk id="2" creationId="{1A343DEC-CFF6-41F5-B87C-0DFC08C67B76}"/>
          </ac:spMkLst>
        </pc:spChg>
        <pc:spChg chg="mod">
          <ac:chgData name="翟 锐" userId="fef11181f709266a" providerId="LiveId" clId="{4F873610-AE96-4B46-8AF0-3D7B236AABE3}" dt="2020-12-10T03:25:36.101" v="1242" actId="1076"/>
          <ac:spMkLst>
            <pc:docMk/>
            <pc:sldMk cId="678767982" sldId="672"/>
            <ac:spMk id="7" creationId="{9E223E2C-1E15-4CA3-9F11-F4DAF85C6A02}"/>
          </ac:spMkLst>
        </pc:spChg>
        <pc:spChg chg="mod">
          <ac:chgData name="翟 锐" userId="fef11181f709266a" providerId="LiveId" clId="{4F873610-AE96-4B46-8AF0-3D7B236AABE3}" dt="2020-12-10T03:25:36.101" v="1242" actId="1076"/>
          <ac:spMkLst>
            <pc:docMk/>
            <pc:sldMk cId="678767982" sldId="672"/>
            <ac:spMk id="8" creationId="{4A5E7408-E3ED-495A-B2AC-E805AA42ECE1}"/>
          </ac:spMkLst>
        </pc:spChg>
        <pc:spChg chg="mod">
          <ac:chgData name="翟 锐" userId="fef11181f709266a" providerId="LiveId" clId="{4F873610-AE96-4B46-8AF0-3D7B236AABE3}" dt="2020-12-10T03:25:36.101" v="1242" actId="1076"/>
          <ac:spMkLst>
            <pc:docMk/>
            <pc:sldMk cId="678767982" sldId="672"/>
            <ac:spMk id="9" creationId="{C9B3AFAC-66DC-4551-B998-950E7BF91B0B}"/>
          </ac:spMkLst>
        </pc:spChg>
        <pc:spChg chg="mod">
          <ac:chgData name="翟 锐" userId="fef11181f709266a" providerId="LiveId" clId="{4F873610-AE96-4B46-8AF0-3D7B236AABE3}" dt="2020-12-10T03:25:36.101" v="1242" actId="1076"/>
          <ac:spMkLst>
            <pc:docMk/>
            <pc:sldMk cId="678767982" sldId="672"/>
            <ac:spMk id="10" creationId="{ED02DC95-89F2-47EE-888B-81E7EDAB46BF}"/>
          </ac:spMkLst>
        </pc:spChg>
        <pc:spChg chg="mod">
          <ac:chgData name="翟 锐" userId="fef11181f709266a" providerId="LiveId" clId="{4F873610-AE96-4B46-8AF0-3D7B236AABE3}" dt="2020-12-10T03:25:36.101" v="1242" actId="1076"/>
          <ac:spMkLst>
            <pc:docMk/>
            <pc:sldMk cId="678767982" sldId="672"/>
            <ac:spMk id="11" creationId="{CE2E39C1-3047-4372-824E-D16A2F90DB06}"/>
          </ac:spMkLst>
        </pc:spChg>
        <pc:spChg chg="mod">
          <ac:chgData name="翟 锐" userId="fef11181f709266a" providerId="LiveId" clId="{4F873610-AE96-4B46-8AF0-3D7B236AABE3}" dt="2020-10-24T15:16:56.795" v="217" actId="1076"/>
          <ac:spMkLst>
            <pc:docMk/>
            <pc:sldMk cId="678767982" sldId="672"/>
            <ac:spMk id="13" creationId="{493D1567-951F-492D-9097-CAFBB850BEA1}"/>
          </ac:spMkLst>
        </pc:spChg>
        <pc:spChg chg="mod">
          <ac:chgData name="翟 锐" userId="fef11181f709266a" providerId="LiveId" clId="{4F873610-AE96-4B46-8AF0-3D7B236AABE3}" dt="2020-10-24T15:16:56.795" v="217" actId="1076"/>
          <ac:spMkLst>
            <pc:docMk/>
            <pc:sldMk cId="678767982" sldId="672"/>
            <ac:spMk id="14" creationId="{96132A55-8682-45DD-BDE2-C952B10A9F6E}"/>
          </ac:spMkLst>
        </pc:spChg>
        <pc:spChg chg="mod">
          <ac:chgData name="翟 锐" userId="fef11181f709266a" providerId="LiveId" clId="{4F873610-AE96-4B46-8AF0-3D7B236AABE3}" dt="2020-10-24T15:16:56.795" v="217" actId="1076"/>
          <ac:spMkLst>
            <pc:docMk/>
            <pc:sldMk cId="678767982" sldId="672"/>
            <ac:spMk id="15" creationId="{7933C6C5-5FE2-4A40-A148-CEBDE43652F4}"/>
          </ac:spMkLst>
        </pc:spChg>
        <pc:spChg chg="mod">
          <ac:chgData name="翟 锐" userId="fef11181f709266a" providerId="LiveId" clId="{4F873610-AE96-4B46-8AF0-3D7B236AABE3}" dt="2020-10-24T15:16:56.795" v="217" actId="1076"/>
          <ac:spMkLst>
            <pc:docMk/>
            <pc:sldMk cId="678767982" sldId="672"/>
            <ac:spMk id="16" creationId="{70EAA1EE-3DE8-45D1-8DC5-FE7FAF20E9EB}"/>
          </ac:spMkLst>
        </pc:spChg>
        <pc:spChg chg="add del mod">
          <ac:chgData name="翟 锐" userId="fef11181f709266a" providerId="LiveId" clId="{4F873610-AE96-4B46-8AF0-3D7B236AABE3}" dt="2020-10-24T15:17:04.245" v="220"/>
          <ac:spMkLst>
            <pc:docMk/>
            <pc:sldMk cId="678767982" sldId="672"/>
            <ac:spMk id="17" creationId="{CBEDDC8B-743E-44BC-8F2C-9DDAB5CAD05F}"/>
          </ac:spMkLst>
        </pc:spChg>
        <pc:spChg chg="add del mod">
          <ac:chgData name="翟 锐" userId="fef11181f709266a" providerId="LiveId" clId="{4F873610-AE96-4B46-8AF0-3D7B236AABE3}" dt="2020-10-24T15:17:04.245" v="220"/>
          <ac:spMkLst>
            <pc:docMk/>
            <pc:sldMk cId="678767982" sldId="672"/>
            <ac:spMk id="18" creationId="{2C28D30E-44D2-45F3-A690-CAA51586F6F9}"/>
          </ac:spMkLst>
        </pc:spChg>
        <pc:spChg chg="add del mod">
          <ac:chgData name="翟 锐" userId="fef11181f709266a" providerId="LiveId" clId="{4F873610-AE96-4B46-8AF0-3D7B236AABE3}" dt="2020-10-24T15:17:04.245" v="220"/>
          <ac:spMkLst>
            <pc:docMk/>
            <pc:sldMk cId="678767982" sldId="672"/>
            <ac:spMk id="19" creationId="{24E70D0B-7013-40AB-85D8-5E35ACD03A27}"/>
          </ac:spMkLst>
        </pc:spChg>
        <pc:spChg chg="add del mod">
          <ac:chgData name="翟 锐" userId="fef11181f709266a" providerId="LiveId" clId="{4F873610-AE96-4B46-8AF0-3D7B236AABE3}" dt="2020-10-24T15:17:04.245" v="220"/>
          <ac:spMkLst>
            <pc:docMk/>
            <pc:sldMk cId="678767982" sldId="672"/>
            <ac:spMk id="20" creationId="{DA5FB3F3-9D33-4AE9-91A5-154B71A2DBAE}"/>
          </ac:spMkLst>
        </pc:spChg>
        <pc:spChg chg="add del mod">
          <ac:chgData name="翟 锐" userId="fef11181f709266a" providerId="LiveId" clId="{4F873610-AE96-4B46-8AF0-3D7B236AABE3}" dt="2020-10-24T15:17:04.245" v="220"/>
          <ac:spMkLst>
            <pc:docMk/>
            <pc:sldMk cId="678767982" sldId="672"/>
            <ac:spMk id="21" creationId="{DE213FE7-227E-4C0D-BB02-706A0A1999C7}"/>
          </ac:spMkLst>
        </pc:spChg>
        <pc:spChg chg="add del mod">
          <ac:chgData name="翟 锐" userId="fef11181f709266a" providerId="LiveId" clId="{4F873610-AE96-4B46-8AF0-3D7B236AABE3}" dt="2020-10-24T15:17:04.245" v="220"/>
          <ac:spMkLst>
            <pc:docMk/>
            <pc:sldMk cId="678767982" sldId="672"/>
            <ac:spMk id="22" creationId="{496C2B81-4121-40D6-A83C-A2AC364F16D7}"/>
          </ac:spMkLst>
        </pc:spChg>
        <pc:spChg chg="add del mod">
          <ac:chgData name="翟 锐" userId="fef11181f709266a" providerId="LiveId" clId="{4F873610-AE96-4B46-8AF0-3D7B236AABE3}" dt="2020-10-24T15:17:04.245" v="220"/>
          <ac:spMkLst>
            <pc:docMk/>
            <pc:sldMk cId="678767982" sldId="672"/>
            <ac:spMk id="23" creationId="{A0779B80-AC7E-470C-9510-D35FDFE909CB}"/>
          </ac:spMkLst>
        </pc:spChg>
        <pc:spChg chg="add del mod">
          <ac:chgData name="翟 锐" userId="fef11181f709266a" providerId="LiveId" clId="{4F873610-AE96-4B46-8AF0-3D7B236AABE3}" dt="2020-10-24T15:17:04.245" v="220"/>
          <ac:spMkLst>
            <pc:docMk/>
            <pc:sldMk cId="678767982" sldId="672"/>
            <ac:spMk id="24" creationId="{8A000162-070B-44E5-95CB-7C5A27400766}"/>
          </ac:spMkLst>
        </pc:spChg>
        <pc:spChg chg="add del mod">
          <ac:chgData name="翟 锐" userId="fef11181f709266a" providerId="LiveId" clId="{4F873610-AE96-4B46-8AF0-3D7B236AABE3}" dt="2020-10-24T15:17:04.245" v="220"/>
          <ac:spMkLst>
            <pc:docMk/>
            <pc:sldMk cId="678767982" sldId="672"/>
            <ac:spMk id="25" creationId="{25C903D7-C611-4A25-BD5F-7E0360811ADA}"/>
          </ac:spMkLst>
        </pc:spChg>
        <pc:spChg chg="add del mod">
          <ac:chgData name="翟 锐" userId="fef11181f709266a" providerId="LiveId" clId="{4F873610-AE96-4B46-8AF0-3D7B236AABE3}" dt="2020-10-24T15:17:04.245" v="220"/>
          <ac:spMkLst>
            <pc:docMk/>
            <pc:sldMk cId="678767982" sldId="672"/>
            <ac:spMk id="26" creationId="{F38968C7-E72D-4752-9414-D5E9E466BFF3}"/>
          </ac:spMkLst>
        </pc:spChg>
        <pc:spChg chg="add del mod">
          <ac:chgData name="翟 锐" userId="fef11181f709266a" providerId="LiveId" clId="{4F873610-AE96-4B46-8AF0-3D7B236AABE3}" dt="2020-10-24T15:17:04.245" v="220"/>
          <ac:spMkLst>
            <pc:docMk/>
            <pc:sldMk cId="678767982" sldId="672"/>
            <ac:spMk id="27" creationId="{FFD0D80D-ACBE-4EC4-86A1-1CE9DE623732}"/>
          </ac:spMkLst>
        </pc:spChg>
        <pc:spChg chg="add del mod">
          <ac:chgData name="翟 锐" userId="fef11181f709266a" providerId="LiveId" clId="{4F873610-AE96-4B46-8AF0-3D7B236AABE3}" dt="2020-10-24T15:17:04.245" v="220"/>
          <ac:spMkLst>
            <pc:docMk/>
            <pc:sldMk cId="678767982" sldId="672"/>
            <ac:spMk id="28" creationId="{48054A89-3804-4EF4-8B21-FB1468802B5C}"/>
          </ac:spMkLst>
        </pc:spChg>
        <pc:spChg chg="add del mod">
          <ac:chgData name="翟 锐" userId="fef11181f709266a" providerId="LiveId" clId="{4F873610-AE96-4B46-8AF0-3D7B236AABE3}" dt="2020-10-24T15:17:04.245" v="220"/>
          <ac:spMkLst>
            <pc:docMk/>
            <pc:sldMk cId="678767982" sldId="672"/>
            <ac:spMk id="29" creationId="{14491C94-EB83-426C-853E-E20848A6059D}"/>
          </ac:spMkLst>
        </pc:spChg>
        <pc:spChg chg="add del mod">
          <ac:chgData name="翟 锐" userId="fef11181f709266a" providerId="LiveId" clId="{4F873610-AE96-4B46-8AF0-3D7B236AABE3}" dt="2020-10-24T15:17:04.245" v="220"/>
          <ac:spMkLst>
            <pc:docMk/>
            <pc:sldMk cId="678767982" sldId="672"/>
            <ac:spMk id="30" creationId="{02CB7EEB-413D-461C-B286-44D164C71B90}"/>
          </ac:spMkLst>
        </pc:spChg>
        <pc:spChg chg="mod">
          <ac:chgData name="翟 锐" userId="fef11181f709266a" providerId="LiveId" clId="{4F873610-AE96-4B46-8AF0-3D7B236AABE3}" dt="2020-10-24T15:21:25.041" v="281"/>
          <ac:spMkLst>
            <pc:docMk/>
            <pc:sldMk cId="678767982" sldId="672"/>
            <ac:spMk id="35" creationId="{00000000-0000-0000-0000-000000000000}"/>
          </ac:spMkLst>
        </pc:spChg>
        <pc:spChg chg="mod">
          <ac:chgData name="翟 锐" userId="fef11181f709266a" providerId="LiveId" clId="{4F873610-AE96-4B46-8AF0-3D7B236AABE3}" dt="2020-12-10T03:25:29.823" v="1241" actId="2711"/>
          <ac:spMkLst>
            <pc:docMk/>
            <pc:sldMk cId="678767982" sldId="672"/>
            <ac:spMk id="36" creationId="{3B8AC8DA-43D6-43DC-8B22-D4765FD76DD2}"/>
          </ac:spMkLst>
        </pc:spChg>
        <pc:spChg chg="mod">
          <ac:chgData name="翟 锐" userId="fef11181f709266a" providerId="LiveId" clId="{4F873610-AE96-4B46-8AF0-3D7B236AABE3}" dt="2020-12-10T03:25:29.823" v="1241" actId="2711"/>
          <ac:spMkLst>
            <pc:docMk/>
            <pc:sldMk cId="678767982" sldId="672"/>
            <ac:spMk id="37" creationId="{00351C3A-B9F2-4D50-822C-6CA80F5E773D}"/>
          </ac:spMkLst>
        </pc:spChg>
        <pc:spChg chg="mod">
          <ac:chgData name="翟 锐" userId="fef11181f709266a" providerId="LiveId" clId="{4F873610-AE96-4B46-8AF0-3D7B236AABE3}" dt="2020-12-10T03:25:29.823" v="1241" actId="2711"/>
          <ac:spMkLst>
            <pc:docMk/>
            <pc:sldMk cId="678767982" sldId="672"/>
            <ac:spMk id="38" creationId="{C18F4B09-A20A-4A9D-958C-6DED591C59E7}"/>
          </ac:spMkLst>
        </pc:spChg>
        <pc:spChg chg="mod">
          <ac:chgData name="翟 锐" userId="fef11181f709266a" providerId="LiveId" clId="{4F873610-AE96-4B46-8AF0-3D7B236AABE3}" dt="2020-12-10T03:25:29.823" v="1241" actId="2711"/>
          <ac:spMkLst>
            <pc:docMk/>
            <pc:sldMk cId="678767982" sldId="672"/>
            <ac:spMk id="39" creationId="{A699A138-4AB4-43CC-9156-009F043A5265}"/>
          </ac:spMkLst>
        </pc:spChg>
        <pc:spChg chg="mod">
          <ac:chgData name="翟 锐" userId="fef11181f709266a" providerId="LiveId" clId="{4F873610-AE96-4B46-8AF0-3D7B236AABE3}" dt="2020-12-10T03:25:29.823" v="1241" actId="2711"/>
          <ac:spMkLst>
            <pc:docMk/>
            <pc:sldMk cId="678767982" sldId="672"/>
            <ac:spMk id="40" creationId="{09D5A4E1-E250-4BC1-A879-C573A799406B}"/>
          </ac:spMkLst>
        </pc:spChg>
        <pc:spChg chg="mod">
          <ac:chgData name="翟 锐" userId="fef11181f709266a" providerId="LiveId" clId="{4F873610-AE96-4B46-8AF0-3D7B236AABE3}" dt="2020-12-10T03:25:29.823" v="1241" actId="2711"/>
          <ac:spMkLst>
            <pc:docMk/>
            <pc:sldMk cId="678767982" sldId="672"/>
            <ac:spMk id="41" creationId="{58D1712A-96B1-420E-87F9-CF58D11331EA}"/>
          </ac:spMkLst>
        </pc:spChg>
        <pc:spChg chg="mod">
          <ac:chgData name="翟 锐" userId="fef11181f709266a" providerId="LiveId" clId="{4F873610-AE96-4B46-8AF0-3D7B236AABE3}" dt="2020-12-10T03:25:29.823" v="1241" actId="2711"/>
          <ac:spMkLst>
            <pc:docMk/>
            <pc:sldMk cId="678767982" sldId="672"/>
            <ac:spMk id="42" creationId="{185412E4-EDEF-4EFD-93B1-24D67A3BF73E}"/>
          </ac:spMkLst>
        </pc:spChg>
        <pc:spChg chg="mod">
          <ac:chgData name="翟 锐" userId="fef11181f709266a" providerId="LiveId" clId="{4F873610-AE96-4B46-8AF0-3D7B236AABE3}" dt="2020-12-10T03:25:29.823" v="1241" actId="2711"/>
          <ac:spMkLst>
            <pc:docMk/>
            <pc:sldMk cId="678767982" sldId="672"/>
            <ac:spMk id="43" creationId="{9E73C5DD-FF45-45E1-BA17-D964FAC80CA2}"/>
          </ac:spMkLst>
        </pc:spChg>
        <pc:spChg chg="mod">
          <ac:chgData name="翟 锐" userId="fef11181f709266a" providerId="LiveId" clId="{4F873610-AE96-4B46-8AF0-3D7B236AABE3}" dt="2020-12-10T03:25:29.823" v="1241" actId="2711"/>
          <ac:spMkLst>
            <pc:docMk/>
            <pc:sldMk cId="678767982" sldId="672"/>
            <ac:spMk id="44" creationId="{4566BBC5-772E-499F-B3F5-124649A8DBF4}"/>
          </ac:spMkLst>
        </pc:spChg>
        <pc:spChg chg="mod">
          <ac:chgData name="翟 锐" userId="fef11181f709266a" providerId="LiveId" clId="{4F873610-AE96-4B46-8AF0-3D7B236AABE3}" dt="2020-12-10T03:25:29.823" v="1241" actId="2711"/>
          <ac:spMkLst>
            <pc:docMk/>
            <pc:sldMk cId="678767982" sldId="672"/>
            <ac:spMk id="45" creationId="{B75951FB-B6DD-432E-A172-49951D4F6FF5}"/>
          </ac:spMkLst>
        </pc:spChg>
        <pc:spChg chg="mod">
          <ac:chgData name="翟 锐" userId="fef11181f709266a" providerId="LiveId" clId="{4F873610-AE96-4B46-8AF0-3D7B236AABE3}" dt="2020-12-10T03:25:29.823" v="1241" actId="2711"/>
          <ac:spMkLst>
            <pc:docMk/>
            <pc:sldMk cId="678767982" sldId="672"/>
            <ac:spMk id="46" creationId="{297CFB00-22AB-47DE-96B2-D8602E735ED0}"/>
          </ac:spMkLst>
        </pc:spChg>
        <pc:spChg chg="mod">
          <ac:chgData name="翟 锐" userId="fef11181f709266a" providerId="LiveId" clId="{4F873610-AE96-4B46-8AF0-3D7B236AABE3}" dt="2020-12-10T03:25:29.823" v="1241" actId="2711"/>
          <ac:spMkLst>
            <pc:docMk/>
            <pc:sldMk cId="678767982" sldId="672"/>
            <ac:spMk id="47" creationId="{AACF3D56-4A31-40AE-A309-A82F4B3DB692}"/>
          </ac:spMkLst>
        </pc:spChg>
        <pc:spChg chg="mod">
          <ac:chgData name="翟 锐" userId="fef11181f709266a" providerId="LiveId" clId="{4F873610-AE96-4B46-8AF0-3D7B236AABE3}" dt="2020-12-10T03:25:29.823" v="1241" actId="2711"/>
          <ac:spMkLst>
            <pc:docMk/>
            <pc:sldMk cId="678767982" sldId="672"/>
            <ac:spMk id="48" creationId="{DEA6A462-4691-4966-87DC-EACD5B8C47E0}"/>
          </ac:spMkLst>
        </pc:spChg>
        <pc:spChg chg="mod">
          <ac:chgData name="翟 锐" userId="fef11181f709266a" providerId="LiveId" clId="{4F873610-AE96-4B46-8AF0-3D7B236AABE3}" dt="2020-12-10T03:25:29.823" v="1241" actId="2711"/>
          <ac:spMkLst>
            <pc:docMk/>
            <pc:sldMk cId="678767982" sldId="672"/>
            <ac:spMk id="49" creationId="{31D8ADB8-8B8C-4D3F-9653-FA622A13749C}"/>
          </ac:spMkLst>
        </pc:spChg>
        <pc:spChg chg="mod">
          <ac:chgData name="翟 锐" userId="fef11181f709266a" providerId="LiveId" clId="{4F873610-AE96-4B46-8AF0-3D7B236AABE3}" dt="2020-12-10T03:25:29.823" v="1241" actId="2711"/>
          <ac:spMkLst>
            <pc:docMk/>
            <pc:sldMk cId="678767982" sldId="672"/>
            <ac:spMk id="50" creationId="{D26D1525-614A-4FCF-AE59-BC0A996FE0D1}"/>
          </ac:spMkLst>
        </pc:spChg>
        <pc:spChg chg="mod">
          <ac:chgData name="翟 锐" userId="fef11181f709266a" providerId="LiveId" clId="{4F873610-AE96-4B46-8AF0-3D7B236AABE3}" dt="2020-12-10T03:25:29.823" v="1241" actId="2711"/>
          <ac:spMkLst>
            <pc:docMk/>
            <pc:sldMk cId="678767982" sldId="672"/>
            <ac:spMk id="51" creationId="{FF3B1A54-6CBF-4D4A-83D1-2AAF76BC4DB3}"/>
          </ac:spMkLst>
        </pc:spChg>
        <pc:spChg chg="mod">
          <ac:chgData name="翟 锐" userId="fef11181f709266a" providerId="LiveId" clId="{4F873610-AE96-4B46-8AF0-3D7B236AABE3}" dt="2020-12-10T03:25:29.823" v="1241" actId="2711"/>
          <ac:spMkLst>
            <pc:docMk/>
            <pc:sldMk cId="678767982" sldId="672"/>
            <ac:spMk id="52" creationId="{0A6D5079-046D-4769-B4E2-3598CE500397}"/>
          </ac:spMkLst>
        </pc:spChg>
        <pc:spChg chg="mod">
          <ac:chgData name="翟 锐" userId="fef11181f709266a" providerId="LiveId" clId="{4F873610-AE96-4B46-8AF0-3D7B236AABE3}" dt="2020-12-10T03:25:29.823" v="1241" actId="2711"/>
          <ac:spMkLst>
            <pc:docMk/>
            <pc:sldMk cId="678767982" sldId="672"/>
            <ac:spMk id="53" creationId="{98E114DC-20E4-46F0-BA3D-0145A6B3852D}"/>
          </ac:spMkLst>
        </pc:spChg>
        <pc:spChg chg="mod">
          <ac:chgData name="翟 锐" userId="fef11181f709266a" providerId="LiveId" clId="{4F873610-AE96-4B46-8AF0-3D7B236AABE3}" dt="2020-12-10T03:25:29.823" v="1241" actId="2711"/>
          <ac:spMkLst>
            <pc:docMk/>
            <pc:sldMk cId="678767982" sldId="672"/>
            <ac:spMk id="55" creationId="{1ED68592-8A03-4E3D-88FB-FD87F4A9E698}"/>
          </ac:spMkLst>
        </pc:spChg>
        <pc:spChg chg="mod">
          <ac:chgData name="翟 锐" userId="fef11181f709266a" providerId="LiveId" clId="{4F873610-AE96-4B46-8AF0-3D7B236AABE3}" dt="2020-12-10T03:25:29.823" v="1241" actId="2711"/>
          <ac:spMkLst>
            <pc:docMk/>
            <pc:sldMk cId="678767982" sldId="672"/>
            <ac:spMk id="56" creationId="{D087E548-FD55-44A1-9090-6C15CF2728EC}"/>
          </ac:spMkLst>
        </pc:spChg>
        <pc:spChg chg="mod">
          <ac:chgData name="翟 锐" userId="fef11181f709266a" providerId="LiveId" clId="{4F873610-AE96-4B46-8AF0-3D7B236AABE3}" dt="2020-12-10T03:25:29.823" v="1241" actId="2711"/>
          <ac:spMkLst>
            <pc:docMk/>
            <pc:sldMk cId="678767982" sldId="672"/>
            <ac:spMk id="57" creationId="{E78FC35A-51BC-462F-A24B-962746D9C9C7}"/>
          </ac:spMkLst>
        </pc:spChg>
        <pc:spChg chg="mod">
          <ac:chgData name="翟 锐" userId="fef11181f709266a" providerId="LiveId" clId="{4F873610-AE96-4B46-8AF0-3D7B236AABE3}" dt="2020-12-10T03:25:29.823" v="1241" actId="2711"/>
          <ac:spMkLst>
            <pc:docMk/>
            <pc:sldMk cId="678767982" sldId="672"/>
            <ac:spMk id="58" creationId="{2D138652-104A-4081-BE74-F90D3A2326BA}"/>
          </ac:spMkLst>
        </pc:spChg>
        <pc:spChg chg="mod">
          <ac:chgData name="翟 锐" userId="fef11181f709266a" providerId="LiveId" clId="{4F873610-AE96-4B46-8AF0-3D7B236AABE3}" dt="2020-12-10T03:25:29.823" v="1241" actId="2711"/>
          <ac:spMkLst>
            <pc:docMk/>
            <pc:sldMk cId="678767982" sldId="672"/>
            <ac:spMk id="59" creationId="{BA9D18FD-F386-4E93-9F58-DE4600F8DFF0}"/>
          </ac:spMkLst>
        </pc:spChg>
        <pc:spChg chg="mod">
          <ac:chgData name="翟 锐" userId="fef11181f709266a" providerId="LiveId" clId="{4F873610-AE96-4B46-8AF0-3D7B236AABE3}" dt="2020-12-10T03:25:29.823" v="1241" actId="2711"/>
          <ac:spMkLst>
            <pc:docMk/>
            <pc:sldMk cId="678767982" sldId="672"/>
            <ac:spMk id="60" creationId="{B96AB57B-56B2-4CAD-9191-40C00799133B}"/>
          </ac:spMkLst>
        </pc:spChg>
        <pc:spChg chg="mod">
          <ac:chgData name="翟 锐" userId="fef11181f709266a" providerId="LiveId" clId="{4F873610-AE96-4B46-8AF0-3D7B236AABE3}" dt="2020-12-10T03:25:29.823" v="1241" actId="2711"/>
          <ac:spMkLst>
            <pc:docMk/>
            <pc:sldMk cId="678767982" sldId="672"/>
            <ac:spMk id="61" creationId="{6C5CFD3C-13E7-4912-ABDD-15D92765653B}"/>
          </ac:spMkLst>
        </pc:spChg>
        <pc:spChg chg="mod">
          <ac:chgData name="翟 锐" userId="fef11181f709266a" providerId="LiveId" clId="{4F873610-AE96-4B46-8AF0-3D7B236AABE3}" dt="2020-12-10T03:25:29.823" v="1241" actId="2711"/>
          <ac:spMkLst>
            <pc:docMk/>
            <pc:sldMk cId="678767982" sldId="672"/>
            <ac:spMk id="62" creationId="{C630ECC2-D611-4002-ACD9-34A4DDD7332A}"/>
          </ac:spMkLst>
        </pc:spChg>
        <pc:spChg chg="mod">
          <ac:chgData name="翟 锐" userId="fef11181f709266a" providerId="LiveId" clId="{4F873610-AE96-4B46-8AF0-3D7B236AABE3}" dt="2020-12-10T03:25:29.823" v="1241" actId="2711"/>
          <ac:spMkLst>
            <pc:docMk/>
            <pc:sldMk cId="678767982" sldId="672"/>
            <ac:spMk id="63" creationId="{14B389A1-EB85-485B-A255-67F9F8FC52F2}"/>
          </ac:spMkLst>
        </pc:spChg>
        <pc:spChg chg="mod">
          <ac:chgData name="翟 锐" userId="fef11181f709266a" providerId="LiveId" clId="{4F873610-AE96-4B46-8AF0-3D7B236AABE3}" dt="2020-12-10T03:25:29.823" v="1241" actId="2711"/>
          <ac:spMkLst>
            <pc:docMk/>
            <pc:sldMk cId="678767982" sldId="672"/>
            <ac:spMk id="64" creationId="{2A546E3C-BA6F-45FF-8389-4EDCE615ABC5}"/>
          </ac:spMkLst>
        </pc:spChg>
        <pc:spChg chg="mod">
          <ac:chgData name="翟 锐" userId="fef11181f709266a" providerId="LiveId" clId="{4F873610-AE96-4B46-8AF0-3D7B236AABE3}" dt="2020-12-10T03:25:29.823" v="1241" actId="2711"/>
          <ac:spMkLst>
            <pc:docMk/>
            <pc:sldMk cId="678767982" sldId="672"/>
            <ac:spMk id="65" creationId="{FCDE89FC-4F81-4269-B519-1EE88CA45D99}"/>
          </ac:spMkLst>
        </pc:spChg>
        <pc:spChg chg="mod">
          <ac:chgData name="翟 锐" userId="fef11181f709266a" providerId="LiveId" clId="{4F873610-AE96-4B46-8AF0-3D7B236AABE3}" dt="2020-12-10T03:25:29.823" v="1241" actId="2711"/>
          <ac:spMkLst>
            <pc:docMk/>
            <pc:sldMk cId="678767982" sldId="672"/>
            <ac:spMk id="66" creationId="{BD9746EB-4BB9-4E32-9659-9A10471D8057}"/>
          </ac:spMkLst>
        </pc:spChg>
        <pc:spChg chg="mod">
          <ac:chgData name="翟 锐" userId="fef11181f709266a" providerId="LiveId" clId="{4F873610-AE96-4B46-8AF0-3D7B236AABE3}" dt="2020-12-10T03:25:29.823" v="1241" actId="2711"/>
          <ac:spMkLst>
            <pc:docMk/>
            <pc:sldMk cId="678767982" sldId="672"/>
            <ac:spMk id="68" creationId="{CE26A8CA-3157-4B9E-9F5B-33C4363F207A}"/>
          </ac:spMkLst>
        </pc:spChg>
        <pc:spChg chg="mod">
          <ac:chgData name="翟 锐" userId="fef11181f709266a" providerId="LiveId" clId="{4F873610-AE96-4B46-8AF0-3D7B236AABE3}" dt="2020-12-10T03:25:29.823" v="1241" actId="2711"/>
          <ac:spMkLst>
            <pc:docMk/>
            <pc:sldMk cId="678767982" sldId="672"/>
            <ac:spMk id="69" creationId="{1942BAD0-D0B8-41FF-A251-412087FDE7F9}"/>
          </ac:spMkLst>
        </pc:spChg>
        <pc:spChg chg="mod">
          <ac:chgData name="翟 锐" userId="fef11181f709266a" providerId="LiveId" clId="{4F873610-AE96-4B46-8AF0-3D7B236AABE3}" dt="2020-12-10T03:25:29.823" v="1241" actId="2711"/>
          <ac:spMkLst>
            <pc:docMk/>
            <pc:sldMk cId="678767982" sldId="672"/>
            <ac:spMk id="70" creationId="{CBB8EFCC-F1B8-4C39-84E5-48D3BB341D8F}"/>
          </ac:spMkLst>
        </pc:spChg>
        <pc:spChg chg="mod">
          <ac:chgData name="翟 锐" userId="fef11181f709266a" providerId="LiveId" clId="{4F873610-AE96-4B46-8AF0-3D7B236AABE3}" dt="2020-12-10T03:25:29.823" v="1241" actId="2711"/>
          <ac:spMkLst>
            <pc:docMk/>
            <pc:sldMk cId="678767982" sldId="672"/>
            <ac:spMk id="71" creationId="{25C86729-F5B8-45BB-B35F-A68E193A99D0}"/>
          </ac:spMkLst>
        </pc:spChg>
        <pc:spChg chg="mod">
          <ac:chgData name="翟 锐" userId="fef11181f709266a" providerId="LiveId" clId="{4F873610-AE96-4B46-8AF0-3D7B236AABE3}" dt="2020-12-10T03:25:29.823" v="1241" actId="2711"/>
          <ac:spMkLst>
            <pc:docMk/>
            <pc:sldMk cId="678767982" sldId="672"/>
            <ac:spMk id="72" creationId="{6C9A0285-5E61-44D3-8C4B-4BC428D071AD}"/>
          </ac:spMkLst>
        </pc:spChg>
        <pc:spChg chg="mod">
          <ac:chgData name="翟 锐" userId="fef11181f709266a" providerId="LiveId" clId="{4F873610-AE96-4B46-8AF0-3D7B236AABE3}" dt="2020-12-10T03:25:29.823" v="1241" actId="2711"/>
          <ac:spMkLst>
            <pc:docMk/>
            <pc:sldMk cId="678767982" sldId="672"/>
            <ac:spMk id="73" creationId="{F95C863E-94AD-4A9D-8F2E-3536E8EB6C23}"/>
          </ac:spMkLst>
        </pc:spChg>
        <pc:spChg chg="mod">
          <ac:chgData name="翟 锐" userId="fef11181f709266a" providerId="LiveId" clId="{4F873610-AE96-4B46-8AF0-3D7B236AABE3}" dt="2020-12-10T03:25:29.823" v="1241" actId="2711"/>
          <ac:spMkLst>
            <pc:docMk/>
            <pc:sldMk cId="678767982" sldId="672"/>
            <ac:spMk id="74" creationId="{32FE8658-768C-49DF-BE32-E7306AA395FE}"/>
          </ac:spMkLst>
        </pc:spChg>
        <pc:spChg chg="mod">
          <ac:chgData name="翟 锐" userId="fef11181f709266a" providerId="LiveId" clId="{4F873610-AE96-4B46-8AF0-3D7B236AABE3}" dt="2020-12-10T03:25:29.823" v="1241" actId="2711"/>
          <ac:spMkLst>
            <pc:docMk/>
            <pc:sldMk cId="678767982" sldId="672"/>
            <ac:spMk id="75" creationId="{7739C7D6-1FC0-463B-B24A-CEBCA9AC895F}"/>
          </ac:spMkLst>
        </pc:spChg>
        <pc:spChg chg="mod">
          <ac:chgData name="翟 锐" userId="fef11181f709266a" providerId="LiveId" clId="{4F873610-AE96-4B46-8AF0-3D7B236AABE3}" dt="2020-12-10T03:25:29.823" v="1241" actId="2711"/>
          <ac:spMkLst>
            <pc:docMk/>
            <pc:sldMk cId="678767982" sldId="672"/>
            <ac:spMk id="76" creationId="{D18E5DB1-424C-4463-B83E-884D6A0F92F4}"/>
          </ac:spMkLst>
        </pc:spChg>
        <pc:spChg chg="mod">
          <ac:chgData name="翟 锐" userId="fef11181f709266a" providerId="LiveId" clId="{4F873610-AE96-4B46-8AF0-3D7B236AABE3}" dt="2020-12-10T03:25:29.823" v="1241" actId="2711"/>
          <ac:spMkLst>
            <pc:docMk/>
            <pc:sldMk cId="678767982" sldId="672"/>
            <ac:spMk id="77" creationId="{C7E17761-D439-4B98-B2BC-CC85D172327A}"/>
          </ac:spMkLst>
        </pc:spChg>
        <pc:spChg chg="mod">
          <ac:chgData name="翟 锐" userId="fef11181f709266a" providerId="LiveId" clId="{4F873610-AE96-4B46-8AF0-3D7B236AABE3}" dt="2020-12-10T03:25:29.823" v="1241" actId="2711"/>
          <ac:spMkLst>
            <pc:docMk/>
            <pc:sldMk cId="678767982" sldId="672"/>
            <ac:spMk id="78" creationId="{2AC36ECA-6096-479F-BE4D-2A5FD1E5F66C}"/>
          </ac:spMkLst>
        </pc:spChg>
        <pc:spChg chg="mod">
          <ac:chgData name="翟 锐" userId="fef11181f709266a" providerId="LiveId" clId="{4F873610-AE96-4B46-8AF0-3D7B236AABE3}" dt="2020-12-10T03:25:29.823" v="1241" actId="2711"/>
          <ac:spMkLst>
            <pc:docMk/>
            <pc:sldMk cId="678767982" sldId="672"/>
            <ac:spMk id="79" creationId="{2BE9E8C0-EF44-4CCD-950F-DAD53DCB71F3}"/>
          </ac:spMkLst>
        </pc:spChg>
        <pc:grpChg chg="add mod">
          <ac:chgData name="翟 锐" userId="fef11181f709266a" providerId="LiveId" clId="{4F873610-AE96-4B46-8AF0-3D7B236AABE3}" dt="2020-12-10T03:25:36.101" v="1242" actId="1076"/>
          <ac:grpSpMkLst>
            <pc:docMk/>
            <pc:sldMk cId="678767982" sldId="672"/>
            <ac:grpSpMk id="6" creationId="{9F0CE63D-02AA-4B04-8471-3AF100D99346}"/>
          </ac:grpSpMkLst>
        </pc:grpChg>
        <pc:grpChg chg="add del mod">
          <ac:chgData name="翟 锐" userId="fef11181f709266a" providerId="LiveId" clId="{4F873610-AE96-4B46-8AF0-3D7B236AABE3}" dt="2020-10-24T15:16:57.471" v="218"/>
          <ac:grpSpMkLst>
            <pc:docMk/>
            <pc:sldMk cId="678767982" sldId="672"/>
            <ac:grpSpMk id="12" creationId="{63199E4D-B7A8-44C4-962B-94D7F9F041E5}"/>
          </ac:grpSpMkLst>
        </pc:grpChg>
        <pc:grpChg chg="add mod">
          <ac:chgData name="翟 锐" userId="fef11181f709266a" providerId="LiveId" clId="{4F873610-AE96-4B46-8AF0-3D7B236AABE3}" dt="2020-12-10T03:25:29.823" v="1241" actId="2711"/>
          <ac:grpSpMkLst>
            <pc:docMk/>
            <pc:sldMk cId="678767982" sldId="672"/>
            <ac:grpSpMk id="31" creationId="{A4A720C4-4B3B-47B9-B371-05C63AAF6C99}"/>
          </ac:grpSpMkLst>
        </pc:grpChg>
        <pc:grpChg chg="mod">
          <ac:chgData name="翟 锐" userId="fef11181f709266a" providerId="LiveId" clId="{4F873610-AE96-4B46-8AF0-3D7B236AABE3}" dt="2020-12-10T03:25:29.823" v="1241" actId="2711"/>
          <ac:grpSpMkLst>
            <pc:docMk/>
            <pc:sldMk cId="678767982" sldId="672"/>
            <ac:grpSpMk id="32" creationId="{50EAE0D0-9F25-47CC-8831-F8CD584712C9}"/>
          </ac:grpSpMkLst>
        </pc:grpChg>
        <pc:grpChg chg="add mod">
          <ac:chgData name="翟 锐" userId="fef11181f709266a" providerId="LiveId" clId="{4F873610-AE96-4B46-8AF0-3D7B236AABE3}" dt="2020-12-10T03:25:29.823" v="1241" actId="2711"/>
          <ac:grpSpMkLst>
            <pc:docMk/>
            <pc:sldMk cId="678767982" sldId="672"/>
            <ac:grpSpMk id="54" creationId="{0C3065C6-C44B-46B7-9B59-EFDA2D091072}"/>
          </ac:grpSpMkLst>
        </pc:grpChg>
        <pc:grpChg chg="add mod">
          <ac:chgData name="翟 锐" userId="fef11181f709266a" providerId="LiveId" clId="{4F873610-AE96-4B46-8AF0-3D7B236AABE3}" dt="2020-12-10T03:25:29.823" v="1241" actId="2711"/>
          <ac:grpSpMkLst>
            <pc:docMk/>
            <pc:sldMk cId="678767982" sldId="672"/>
            <ac:grpSpMk id="67" creationId="{05B9DF4F-5C5F-46F0-9EFA-86F845F03600}"/>
          </ac:grpSpMkLst>
        </pc:grpChg>
      </pc:sldChg>
      <pc:sldChg chg="addSp modSp mod">
        <pc:chgData name="翟 锐" userId="fef11181f709266a" providerId="LiveId" clId="{4F873610-AE96-4B46-8AF0-3D7B236AABE3}" dt="2020-12-10T03:27:18.691" v="1283" actId="1076"/>
        <pc:sldMkLst>
          <pc:docMk/>
          <pc:sldMk cId="4120885812" sldId="677"/>
        </pc:sldMkLst>
        <pc:spChg chg="mod">
          <ac:chgData name="翟 锐" userId="fef11181f709266a" providerId="LiveId" clId="{4F873610-AE96-4B46-8AF0-3D7B236AABE3}" dt="2020-12-10T03:27:12.112" v="1282" actId="20577"/>
          <ac:spMkLst>
            <pc:docMk/>
            <pc:sldMk cId="4120885812" sldId="677"/>
            <ac:spMk id="2" creationId="{1A343DEC-CFF6-41F5-B87C-0DFC08C67B76}"/>
          </ac:spMkLst>
        </pc:spChg>
        <pc:spChg chg="mod">
          <ac:chgData name="翟 锐" userId="fef11181f709266a" providerId="LiveId" clId="{4F873610-AE96-4B46-8AF0-3D7B236AABE3}" dt="2020-10-24T15:23:27.686" v="320"/>
          <ac:spMkLst>
            <pc:docMk/>
            <pc:sldMk cId="4120885812" sldId="677"/>
            <ac:spMk id="35" creationId="{00000000-0000-0000-0000-000000000000}"/>
          </ac:spMkLst>
        </pc:spChg>
        <pc:picChg chg="add mod">
          <ac:chgData name="翟 锐" userId="fef11181f709266a" providerId="LiveId" clId="{4F873610-AE96-4B46-8AF0-3D7B236AABE3}" dt="2020-12-10T03:27:18.691" v="1283" actId="1076"/>
          <ac:picMkLst>
            <pc:docMk/>
            <pc:sldMk cId="4120885812" sldId="677"/>
            <ac:picMk id="3" creationId="{18B46219-8FF6-430D-937B-3B660A2833DE}"/>
          </ac:picMkLst>
        </pc:picChg>
      </pc:sldChg>
      <pc:sldChg chg="addSp delSp modSp mod">
        <pc:chgData name="翟 锐" userId="fef11181f709266a" providerId="LiveId" clId="{4F873610-AE96-4B46-8AF0-3D7B236AABE3}" dt="2020-12-09T06:50:27.823" v="1221" actId="2711"/>
        <pc:sldMkLst>
          <pc:docMk/>
          <pc:sldMk cId="1480193125" sldId="678"/>
        </pc:sldMkLst>
        <pc:spChg chg="del">
          <ac:chgData name="翟 锐" userId="fef11181f709266a" providerId="LiveId" clId="{4F873610-AE96-4B46-8AF0-3D7B236AABE3}" dt="2020-10-24T15:23:58.265" v="327" actId="478"/>
          <ac:spMkLst>
            <pc:docMk/>
            <pc:sldMk cId="1480193125" sldId="678"/>
            <ac:spMk id="2" creationId="{1A343DEC-CFF6-41F5-B87C-0DFC08C67B76}"/>
          </ac:spMkLst>
        </pc:spChg>
        <pc:spChg chg="mod">
          <ac:chgData name="翟 锐" userId="fef11181f709266a" providerId="LiveId" clId="{4F873610-AE96-4B46-8AF0-3D7B236AABE3}" dt="2020-10-24T15:23:56.277" v="326"/>
          <ac:spMkLst>
            <pc:docMk/>
            <pc:sldMk cId="1480193125" sldId="678"/>
            <ac:spMk id="35" creationId="{00000000-0000-0000-0000-000000000000}"/>
          </ac:spMkLst>
        </pc:spChg>
        <pc:graphicFrameChg chg="add mod modGraphic">
          <ac:chgData name="翟 锐" userId="fef11181f709266a" providerId="LiveId" clId="{4F873610-AE96-4B46-8AF0-3D7B236AABE3}" dt="2020-12-09T06:50:27.823" v="1221" actId="2711"/>
          <ac:graphicFrameMkLst>
            <pc:docMk/>
            <pc:sldMk cId="1480193125" sldId="678"/>
            <ac:graphicFrameMk id="3" creationId="{811ABDA6-ABB3-43AD-AF80-34B2896AC0C1}"/>
          </ac:graphicFrameMkLst>
        </pc:graphicFrameChg>
      </pc:sldChg>
      <pc:sldChg chg="del">
        <pc:chgData name="翟 锐" userId="fef11181f709266a" providerId="LiveId" clId="{4F873610-AE96-4B46-8AF0-3D7B236AABE3}" dt="2020-10-24T15:24:41.765" v="335" actId="47"/>
        <pc:sldMkLst>
          <pc:docMk/>
          <pc:sldMk cId="1039125680" sldId="679"/>
        </pc:sldMkLst>
      </pc:sldChg>
      <pc:sldChg chg="addSp delSp modSp mod">
        <pc:chgData name="翟 锐" userId="fef11181f709266a" providerId="LiveId" clId="{4F873610-AE96-4B46-8AF0-3D7B236AABE3}" dt="2020-10-24T15:30:27.790" v="468" actId="1076"/>
        <pc:sldMkLst>
          <pc:docMk/>
          <pc:sldMk cId="2650993462" sldId="680"/>
        </pc:sldMkLst>
        <pc:spChg chg="del">
          <ac:chgData name="翟 锐" userId="fef11181f709266a" providerId="LiveId" clId="{4F873610-AE96-4B46-8AF0-3D7B236AABE3}" dt="2020-10-24T15:24:55.551" v="357" actId="478"/>
          <ac:spMkLst>
            <pc:docMk/>
            <pc:sldMk cId="2650993462" sldId="680"/>
            <ac:spMk id="2" creationId="{1A343DEC-CFF6-41F5-B87C-0DFC08C67B76}"/>
          </ac:spMkLst>
        </pc:spChg>
        <pc:spChg chg="mod">
          <ac:chgData name="翟 锐" userId="fef11181f709266a" providerId="LiveId" clId="{4F873610-AE96-4B46-8AF0-3D7B236AABE3}" dt="2020-10-24T15:24:52.268" v="356"/>
          <ac:spMkLst>
            <pc:docMk/>
            <pc:sldMk cId="2650993462" sldId="680"/>
            <ac:spMk id="35" creationId="{00000000-0000-0000-0000-000000000000}"/>
          </ac:spMkLst>
        </pc:spChg>
        <pc:picChg chg="add mod">
          <ac:chgData name="翟 锐" userId="fef11181f709266a" providerId="LiveId" clId="{4F873610-AE96-4B46-8AF0-3D7B236AABE3}" dt="2020-10-24T15:30:27.790" v="468" actId="1076"/>
          <ac:picMkLst>
            <pc:docMk/>
            <pc:sldMk cId="2650993462" sldId="680"/>
            <ac:picMk id="6" creationId="{FB98109C-C2F7-486C-A403-AE5DD0DF4F42}"/>
          </ac:picMkLst>
        </pc:picChg>
      </pc:sldChg>
      <pc:sldChg chg="addSp delSp modSp mod">
        <pc:chgData name="翟 锐" userId="fef11181f709266a" providerId="LiveId" clId="{4F873610-AE96-4B46-8AF0-3D7B236AABE3}" dt="2020-12-10T03:31:43.443" v="1299" actId="1076"/>
        <pc:sldMkLst>
          <pc:docMk/>
          <pc:sldMk cId="2697606341" sldId="682"/>
        </pc:sldMkLst>
        <pc:spChg chg="del">
          <ac:chgData name="翟 锐" userId="fef11181f709266a" providerId="LiveId" clId="{4F873610-AE96-4B46-8AF0-3D7B236AABE3}" dt="2020-10-24T15:25:56.638" v="366" actId="478"/>
          <ac:spMkLst>
            <pc:docMk/>
            <pc:sldMk cId="2697606341" sldId="682"/>
            <ac:spMk id="2" creationId="{1A343DEC-CFF6-41F5-B87C-0DFC08C67B76}"/>
          </ac:spMkLst>
        </pc:spChg>
        <pc:spChg chg="add del mod">
          <ac:chgData name="翟 锐" userId="fef11181f709266a" providerId="LiveId" clId="{4F873610-AE96-4B46-8AF0-3D7B236AABE3}" dt="2020-10-24T15:26:04.040" v="369" actId="478"/>
          <ac:spMkLst>
            <pc:docMk/>
            <pc:sldMk cId="2697606341" sldId="682"/>
            <ac:spMk id="3" creationId="{249810BC-451D-4F0F-A852-0B944F567F98}"/>
          </ac:spMkLst>
        </pc:spChg>
        <pc:spChg chg="add del">
          <ac:chgData name="翟 锐" userId="fef11181f709266a" providerId="LiveId" clId="{4F873610-AE96-4B46-8AF0-3D7B236AABE3}" dt="2020-10-24T15:26:33.393" v="371" actId="22"/>
          <ac:spMkLst>
            <pc:docMk/>
            <pc:sldMk cId="2697606341" sldId="682"/>
            <ac:spMk id="4" creationId="{9E12785B-1593-4285-8BE0-416EA14B5581}"/>
          </ac:spMkLst>
        </pc:spChg>
        <pc:spChg chg="add del">
          <ac:chgData name="翟 锐" userId="fef11181f709266a" providerId="LiveId" clId="{4F873610-AE96-4B46-8AF0-3D7B236AABE3}" dt="2020-10-24T15:26:33.393" v="371" actId="22"/>
          <ac:spMkLst>
            <pc:docMk/>
            <pc:sldMk cId="2697606341" sldId="682"/>
            <ac:spMk id="5" creationId="{641D84ED-5A4B-4C23-8BCE-8FB094D482D1}"/>
          </ac:spMkLst>
        </pc:spChg>
        <pc:spChg chg="add del">
          <ac:chgData name="翟 锐" userId="fef11181f709266a" providerId="LiveId" clId="{4F873610-AE96-4B46-8AF0-3D7B236AABE3}" dt="2020-10-24T15:26:33.393" v="371" actId="22"/>
          <ac:spMkLst>
            <pc:docMk/>
            <pc:sldMk cId="2697606341" sldId="682"/>
            <ac:spMk id="7" creationId="{515B4A44-E03B-4776-9607-D4691B15783E}"/>
          </ac:spMkLst>
        </pc:spChg>
        <pc:spChg chg="add del">
          <ac:chgData name="翟 锐" userId="fef11181f709266a" providerId="LiveId" clId="{4F873610-AE96-4B46-8AF0-3D7B236AABE3}" dt="2020-10-24T15:26:33.393" v="371" actId="22"/>
          <ac:spMkLst>
            <pc:docMk/>
            <pc:sldMk cId="2697606341" sldId="682"/>
            <ac:spMk id="9" creationId="{9D375D13-FF06-472C-9027-448681CD6243}"/>
          </ac:spMkLst>
        </pc:spChg>
        <pc:spChg chg="add del">
          <ac:chgData name="翟 锐" userId="fef11181f709266a" providerId="LiveId" clId="{4F873610-AE96-4B46-8AF0-3D7B236AABE3}" dt="2020-10-24T15:26:33.393" v="371" actId="22"/>
          <ac:spMkLst>
            <pc:docMk/>
            <pc:sldMk cId="2697606341" sldId="682"/>
            <ac:spMk id="11" creationId="{03196C50-7630-41D2-B6B0-3BB82AF7A1E6}"/>
          </ac:spMkLst>
        </pc:spChg>
        <pc:spChg chg="add del">
          <ac:chgData name="翟 锐" userId="fef11181f709266a" providerId="LiveId" clId="{4F873610-AE96-4B46-8AF0-3D7B236AABE3}" dt="2020-10-24T15:26:33.393" v="371" actId="22"/>
          <ac:spMkLst>
            <pc:docMk/>
            <pc:sldMk cId="2697606341" sldId="682"/>
            <ac:spMk id="13" creationId="{4386EA10-B636-4035-A05D-C42B9BD51293}"/>
          </ac:spMkLst>
        </pc:spChg>
        <pc:spChg chg="add del">
          <ac:chgData name="翟 锐" userId="fef11181f709266a" providerId="LiveId" clId="{4F873610-AE96-4B46-8AF0-3D7B236AABE3}" dt="2020-10-24T15:26:33.393" v="371" actId="22"/>
          <ac:spMkLst>
            <pc:docMk/>
            <pc:sldMk cId="2697606341" sldId="682"/>
            <ac:spMk id="15" creationId="{09FD5F70-FE9B-4B9D-89F7-559594EC1DBA}"/>
          </ac:spMkLst>
        </pc:spChg>
        <pc:spChg chg="add del">
          <ac:chgData name="翟 锐" userId="fef11181f709266a" providerId="LiveId" clId="{4F873610-AE96-4B46-8AF0-3D7B236AABE3}" dt="2020-10-24T15:26:33.393" v="371" actId="22"/>
          <ac:spMkLst>
            <pc:docMk/>
            <pc:sldMk cId="2697606341" sldId="682"/>
            <ac:spMk id="17" creationId="{4C3F1998-7A47-4292-BFF2-0517001BF0C4}"/>
          </ac:spMkLst>
        </pc:spChg>
        <pc:spChg chg="add del">
          <ac:chgData name="翟 锐" userId="fef11181f709266a" providerId="LiveId" clId="{4F873610-AE96-4B46-8AF0-3D7B236AABE3}" dt="2020-10-24T15:26:33.393" v="371" actId="22"/>
          <ac:spMkLst>
            <pc:docMk/>
            <pc:sldMk cId="2697606341" sldId="682"/>
            <ac:spMk id="19" creationId="{FD02C62C-2550-4F8B-A8D3-C0E7F937B20A}"/>
          </ac:spMkLst>
        </pc:spChg>
        <pc:spChg chg="add del">
          <ac:chgData name="翟 锐" userId="fef11181f709266a" providerId="LiveId" clId="{4F873610-AE96-4B46-8AF0-3D7B236AABE3}" dt="2020-10-24T15:26:33.393" v="371" actId="22"/>
          <ac:spMkLst>
            <pc:docMk/>
            <pc:sldMk cId="2697606341" sldId="682"/>
            <ac:spMk id="21" creationId="{0E6B1034-22E4-48F2-AC95-C9A7E5C84FCF}"/>
          </ac:spMkLst>
        </pc:spChg>
        <pc:spChg chg="add del">
          <ac:chgData name="翟 锐" userId="fef11181f709266a" providerId="LiveId" clId="{4F873610-AE96-4B46-8AF0-3D7B236AABE3}" dt="2020-10-24T15:26:33.393" v="371" actId="22"/>
          <ac:spMkLst>
            <pc:docMk/>
            <pc:sldMk cId="2697606341" sldId="682"/>
            <ac:spMk id="23" creationId="{F353A61C-9B5B-4975-92EB-5A091D2B321D}"/>
          </ac:spMkLst>
        </pc:spChg>
        <pc:spChg chg="add del">
          <ac:chgData name="翟 锐" userId="fef11181f709266a" providerId="LiveId" clId="{4F873610-AE96-4B46-8AF0-3D7B236AABE3}" dt="2020-10-24T15:26:33.393" v="371" actId="22"/>
          <ac:spMkLst>
            <pc:docMk/>
            <pc:sldMk cId="2697606341" sldId="682"/>
            <ac:spMk id="25" creationId="{48B52A89-B2E1-4E88-9F00-2CCE5385E575}"/>
          </ac:spMkLst>
        </pc:spChg>
        <pc:spChg chg="add del">
          <ac:chgData name="翟 锐" userId="fef11181f709266a" providerId="LiveId" clId="{4F873610-AE96-4B46-8AF0-3D7B236AABE3}" dt="2020-10-24T15:26:33.393" v="371" actId="22"/>
          <ac:spMkLst>
            <pc:docMk/>
            <pc:sldMk cId="2697606341" sldId="682"/>
            <ac:spMk id="27" creationId="{20437E02-9724-43D1-929D-BF408EAC4AD5}"/>
          </ac:spMkLst>
        </pc:spChg>
        <pc:spChg chg="add del">
          <ac:chgData name="翟 锐" userId="fef11181f709266a" providerId="LiveId" clId="{4F873610-AE96-4B46-8AF0-3D7B236AABE3}" dt="2020-10-24T15:26:33.393" v="371" actId="22"/>
          <ac:spMkLst>
            <pc:docMk/>
            <pc:sldMk cId="2697606341" sldId="682"/>
            <ac:spMk id="29" creationId="{DAB8D165-179C-4DB7-B5DA-5BAE8FFC4219}"/>
          </ac:spMkLst>
        </pc:spChg>
        <pc:spChg chg="add del">
          <ac:chgData name="翟 锐" userId="fef11181f709266a" providerId="LiveId" clId="{4F873610-AE96-4B46-8AF0-3D7B236AABE3}" dt="2020-10-24T15:26:33.393" v="371" actId="22"/>
          <ac:spMkLst>
            <pc:docMk/>
            <pc:sldMk cId="2697606341" sldId="682"/>
            <ac:spMk id="31" creationId="{7C2ABB5A-B7D9-4588-8F1A-F5918346CAB1}"/>
          </ac:spMkLst>
        </pc:spChg>
        <pc:spChg chg="mod">
          <ac:chgData name="翟 锐" userId="fef11181f709266a" providerId="LiveId" clId="{4F873610-AE96-4B46-8AF0-3D7B236AABE3}" dt="2020-12-10T03:30:58.985" v="1287" actId="1076"/>
          <ac:spMkLst>
            <pc:docMk/>
            <pc:sldMk cId="2697606341" sldId="682"/>
            <ac:spMk id="35" creationId="{00000000-0000-0000-0000-000000000000}"/>
          </ac:spMkLst>
        </pc:spChg>
        <pc:spChg chg="add del">
          <ac:chgData name="翟 锐" userId="fef11181f709266a" providerId="LiveId" clId="{4F873610-AE96-4B46-8AF0-3D7B236AABE3}" dt="2020-10-24T15:26:33.393" v="371" actId="22"/>
          <ac:spMkLst>
            <pc:docMk/>
            <pc:sldMk cId="2697606341" sldId="682"/>
            <ac:spMk id="39" creationId="{B221C4D5-2481-4195-B7AF-043CFF1A21E2}"/>
          </ac:spMkLst>
        </pc:spChg>
        <pc:spChg chg="add del">
          <ac:chgData name="翟 锐" userId="fef11181f709266a" providerId="LiveId" clId="{4F873610-AE96-4B46-8AF0-3D7B236AABE3}" dt="2020-10-24T15:26:33.393" v="371" actId="22"/>
          <ac:spMkLst>
            <pc:docMk/>
            <pc:sldMk cId="2697606341" sldId="682"/>
            <ac:spMk id="41" creationId="{1C81F3C0-95F9-4F1C-9351-7FF0763A51EA}"/>
          </ac:spMkLst>
        </pc:spChg>
        <pc:spChg chg="add del">
          <ac:chgData name="翟 锐" userId="fef11181f709266a" providerId="LiveId" clId="{4F873610-AE96-4B46-8AF0-3D7B236AABE3}" dt="2020-10-24T15:26:33.393" v="371" actId="22"/>
          <ac:spMkLst>
            <pc:docMk/>
            <pc:sldMk cId="2697606341" sldId="682"/>
            <ac:spMk id="43" creationId="{97082521-27A8-4B5A-A190-146BE15AB44A}"/>
          </ac:spMkLst>
        </pc:spChg>
        <pc:spChg chg="add del">
          <ac:chgData name="翟 锐" userId="fef11181f709266a" providerId="LiveId" clId="{4F873610-AE96-4B46-8AF0-3D7B236AABE3}" dt="2020-10-24T15:26:33.393" v="371" actId="22"/>
          <ac:spMkLst>
            <pc:docMk/>
            <pc:sldMk cId="2697606341" sldId="682"/>
            <ac:spMk id="45" creationId="{5532B95D-F230-4CAD-A94C-DB148C17AFE2}"/>
          </ac:spMkLst>
        </pc:spChg>
        <pc:spChg chg="add del">
          <ac:chgData name="翟 锐" userId="fef11181f709266a" providerId="LiveId" clId="{4F873610-AE96-4B46-8AF0-3D7B236AABE3}" dt="2020-10-24T15:26:33.393" v="371" actId="22"/>
          <ac:spMkLst>
            <pc:docMk/>
            <pc:sldMk cId="2697606341" sldId="682"/>
            <ac:spMk id="47" creationId="{2AE064E0-FEEA-4DB0-8520-67ABD06681DE}"/>
          </ac:spMkLst>
        </pc:spChg>
        <pc:spChg chg="add del">
          <ac:chgData name="翟 锐" userId="fef11181f709266a" providerId="LiveId" clId="{4F873610-AE96-4B46-8AF0-3D7B236AABE3}" dt="2020-10-24T15:26:33.393" v="371" actId="22"/>
          <ac:spMkLst>
            <pc:docMk/>
            <pc:sldMk cId="2697606341" sldId="682"/>
            <ac:spMk id="49" creationId="{0F0A7DC3-5570-4076-A22A-F87FE564D48B}"/>
          </ac:spMkLst>
        </pc:spChg>
        <pc:spChg chg="add del">
          <ac:chgData name="翟 锐" userId="fef11181f709266a" providerId="LiveId" clId="{4F873610-AE96-4B46-8AF0-3D7B236AABE3}" dt="2020-10-24T15:26:33.393" v="371" actId="22"/>
          <ac:spMkLst>
            <pc:docMk/>
            <pc:sldMk cId="2697606341" sldId="682"/>
            <ac:spMk id="51" creationId="{8D62B8E1-55F9-4874-A398-1135C54ED741}"/>
          </ac:spMkLst>
        </pc:spChg>
        <pc:spChg chg="add del">
          <ac:chgData name="翟 锐" userId="fef11181f709266a" providerId="LiveId" clId="{4F873610-AE96-4B46-8AF0-3D7B236AABE3}" dt="2020-10-24T15:26:33.393" v="371" actId="22"/>
          <ac:spMkLst>
            <pc:docMk/>
            <pc:sldMk cId="2697606341" sldId="682"/>
            <ac:spMk id="53" creationId="{775AAB60-A765-4149-9135-8D0EC57B12F1}"/>
          </ac:spMkLst>
        </pc:spChg>
        <pc:spChg chg="add del">
          <ac:chgData name="翟 锐" userId="fef11181f709266a" providerId="LiveId" clId="{4F873610-AE96-4B46-8AF0-3D7B236AABE3}" dt="2020-10-24T15:26:33.393" v="371" actId="22"/>
          <ac:spMkLst>
            <pc:docMk/>
            <pc:sldMk cId="2697606341" sldId="682"/>
            <ac:spMk id="55" creationId="{9230CA52-582B-4E28-93DF-CC107BE3C1D0}"/>
          </ac:spMkLst>
        </pc:spChg>
        <pc:spChg chg="add del">
          <ac:chgData name="翟 锐" userId="fef11181f709266a" providerId="LiveId" clId="{4F873610-AE96-4B46-8AF0-3D7B236AABE3}" dt="2020-10-24T15:26:33.393" v="371" actId="22"/>
          <ac:spMkLst>
            <pc:docMk/>
            <pc:sldMk cId="2697606341" sldId="682"/>
            <ac:spMk id="57" creationId="{E70182CE-11DA-4627-96D1-E4EFEC469D2B}"/>
          </ac:spMkLst>
        </pc:spChg>
        <pc:spChg chg="add del">
          <ac:chgData name="翟 锐" userId="fef11181f709266a" providerId="LiveId" clId="{4F873610-AE96-4B46-8AF0-3D7B236AABE3}" dt="2020-10-24T15:26:33.393" v="371" actId="22"/>
          <ac:spMkLst>
            <pc:docMk/>
            <pc:sldMk cId="2697606341" sldId="682"/>
            <ac:spMk id="59" creationId="{0DB72F97-D7C9-4229-A414-BFADE8BDA82B}"/>
          </ac:spMkLst>
        </pc:spChg>
        <pc:spChg chg="add del">
          <ac:chgData name="翟 锐" userId="fef11181f709266a" providerId="LiveId" clId="{4F873610-AE96-4B46-8AF0-3D7B236AABE3}" dt="2020-10-24T15:26:33.393" v="371" actId="22"/>
          <ac:spMkLst>
            <pc:docMk/>
            <pc:sldMk cId="2697606341" sldId="682"/>
            <ac:spMk id="61" creationId="{2965B081-250A-4056-9DB3-1C39EC185645}"/>
          </ac:spMkLst>
        </pc:spChg>
        <pc:spChg chg="add del">
          <ac:chgData name="翟 锐" userId="fef11181f709266a" providerId="LiveId" clId="{4F873610-AE96-4B46-8AF0-3D7B236AABE3}" dt="2020-10-24T15:26:33.393" v="371" actId="22"/>
          <ac:spMkLst>
            <pc:docMk/>
            <pc:sldMk cId="2697606341" sldId="682"/>
            <ac:spMk id="63" creationId="{A139942F-7DA1-4BF2-8838-39232F66B34D}"/>
          </ac:spMkLst>
        </pc:spChg>
        <pc:spChg chg="add del">
          <ac:chgData name="翟 锐" userId="fef11181f709266a" providerId="LiveId" clId="{4F873610-AE96-4B46-8AF0-3D7B236AABE3}" dt="2020-10-24T15:26:33.393" v="371" actId="22"/>
          <ac:spMkLst>
            <pc:docMk/>
            <pc:sldMk cId="2697606341" sldId="682"/>
            <ac:spMk id="65" creationId="{1270F6F8-B614-47D1-9C42-C7FCD7E5534D}"/>
          </ac:spMkLst>
        </pc:spChg>
        <pc:spChg chg="add del">
          <ac:chgData name="翟 锐" userId="fef11181f709266a" providerId="LiveId" clId="{4F873610-AE96-4B46-8AF0-3D7B236AABE3}" dt="2020-10-24T15:26:33.393" v="371" actId="22"/>
          <ac:spMkLst>
            <pc:docMk/>
            <pc:sldMk cId="2697606341" sldId="682"/>
            <ac:spMk id="67" creationId="{37B781CA-C195-473A-A941-BFC9AC604044}"/>
          </ac:spMkLst>
        </pc:spChg>
        <pc:spChg chg="add del">
          <ac:chgData name="翟 锐" userId="fef11181f709266a" providerId="LiveId" clId="{4F873610-AE96-4B46-8AF0-3D7B236AABE3}" dt="2020-10-24T15:26:33.393" v="371" actId="22"/>
          <ac:spMkLst>
            <pc:docMk/>
            <pc:sldMk cId="2697606341" sldId="682"/>
            <ac:spMk id="69" creationId="{9622A5ED-02C5-41B0-AE20-591ECDF90444}"/>
          </ac:spMkLst>
        </pc:spChg>
        <pc:spChg chg="add del">
          <ac:chgData name="翟 锐" userId="fef11181f709266a" providerId="LiveId" clId="{4F873610-AE96-4B46-8AF0-3D7B236AABE3}" dt="2020-10-24T15:26:33.393" v="371" actId="22"/>
          <ac:spMkLst>
            <pc:docMk/>
            <pc:sldMk cId="2697606341" sldId="682"/>
            <ac:spMk id="71" creationId="{CC64E60B-2188-4AD0-B32E-B1D2C4DFABF3}"/>
          </ac:spMkLst>
        </pc:spChg>
        <pc:spChg chg="add del">
          <ac:chgData name="翟 锐" userId="fef11181f709266a" providerId="LiveId" clId="{4F873610-AE96-4B46-8AF0-3D7B236AABE3}" dt="2020-10-24T15:26:33.393" v="371" actId="22"/>
          <ac:spMkLst>
            <pc:docMk/>
            <pc:sldMk cId="2697606341" sldId="682"/>
            <ac:spMk id="73" creationId="{FE29E32B-468E-4D54-8740-59B0CCF94B30}"/>
          </ac:spMkLst>
        </pc:spChg>
        <pc:spChg chg="add del">
          <ac:chgData name="翟 锐" userId="fef11181f709266a" providerId="LiveId" clId="{4F873610-AE96-4B46-8AF0-3D7B236AABE3}" dt="2020-10-24T15:26:33.393" v="371" actId="22"/>
          <ac:spMkLst>
            <pc:docMk/>
            <pc:sldMk cId="2697606341" sldId="682"/>
            <ac:spMk id="75" creationId="{E0BE41A6-F45C-4B84-849D-FF9679EF231C}"/>
          </ac:spMkLst>
        </pc:spChg>
        <pc:spChg chg="add del">
          <ac:chgData name="翟 锐" userId="fef11181f709266a" providerId="LiveId" clId="{4F873610-AE96-4B46-8AF0-3D7B236AABE3}" dt="2020-10-24T15:26:33.393" v="371" actId="22"/>
          <ac:spMkLst>
            <pc:docMk/>
            <pc:sldMk cId="2697606341" sldId="682"/>
            <ac:spMk id="77" creationId="{A7425958-A09D-4BE1-BDF6-1B4792371B99}"/>
          </ac:spMkLst>
        </pc:spChg>
        <pc:spChg chg="add del">
          <ac:chgData name="翟 锐" userId="fef11181f709266a" providerId="LiveId" clId="{4F873610-AE96-4B46-8AF0-3D7B236AABE3}" dt="2020-10-24T15:26:33.393" v="371" actId="22"/>
          <ac:spMkLst>
            <pc:docMk/>
            <pc:sldMk cId="2697606341" sldId="682"/>
            <ac:spMk id="79" creationId="{0934EDCC-CC33-4117-B612-A16DCD40EBDB}"/>
          </ac:spMkLst>
        </pc:spChg>
        <pc:spChg chg="add del">
          <ac:chgData name="翟 锐" userId="fef11181f709266a" providerId="LiveId" clId="{4F873610-AE96-4B46-8AF0-3D7B236AABE3}" dt="2020-10-24T15:26:33.393" v="371" actId="22"/>
          <ac:spMkLst>
            <pc:docMk/>
            <pc:sldMk cId="2697606341" sldId="682"/>
            <ac:spMk id="81" creationId="{4073FDDB-83C1-43B6-9F8B-21D5A3282B04}"/>
          </ac:spMkLst>
        </pc:spChg>
        <pc:spChg chg="add del">
          <ac:chgData name="翟 锐" userId="fef11181f709266a" providerId="LiveId" clId="{4F873610-AE96-4B46-8AF0-3D7B236AABE3}" dt="2020-10-24T15:26:33.393" v="371" actId="22"/>
          <ac:spMkLst>
            <pc:docMk/>
            <pc:sldMk cId="2697606341" sldId="682"/>
            <ac:spMk id="83" creationId="{F6CC9DA1-8C4A-48BB-921D-FB4BE4C96038}"/>
          </ac:spMkLst>
        </pc:spChg>
        <pc:spChg chg="add del">
          <ac:chgData name="翟 锐" userId="fef11181f709266a" providerId="LiveId" clId="{4F873610-AE96-4B46-8AF0-3D7B236AABE3}" dt="2020-10-24T15:26:33.393" v="371" actId="22"/>
          <ac:spMkLst>
            <pc:docMk/>
            <pc:sldMk cId="2697606341" sldId="682"/>
            <ac:spMk id="85" creationId="{2CE216A2-6A29-4D88-90A3-9C2605B8282D}"/>
          </ac:spMkLst>
        </pc:spChg>
        <pc:spChg chg="add del">
          <ac:chgData name="翟 锐" userId="fef11181f709266a" providerId="LiveId" clId="{4F873610-AE96-4B46-8AF0-3D7B236AABE3}" dt="2020-10-24T15:26:33.393" v="371" actId="22"/>
          <ac:spMkLst>
            <pc:docMk/>
            <pc:sldMk cId="2697606341" sldId="682"/>
            <ac:spMk id="87" creationId="{93A872AB-599C-405F-BF42-A5FE2C96C7E9}"/>
          </ac:spMkLst>
        </pc:spChg>
        <pc:spChg chg="add del">
          <ac:chgData name="翟 锐" userId="fef11181f709266a" providerId="LiveId" clId="{4F873610-AE96-4B46-8AF0-3D7B236AABE3}" dt="2020-10-24T15:26:33.393" v="371" actId="22"/>
          <ac:spMkLst>
            <pc:docMk/>
            <pc:sldMk cId="2697606341" sldId="682"/>
            <ac:spMk id="89" creationId="{6CE87A53-7237-4D61-B99A-7DB26B488916}"/>
          </ac:spMkLst>
        </pc:spChg>
        <pc:spChg chg="add del">
          <ac:chgData name="翟 锐" userId="fef11181f709266a" providerId="LiveId" clId="{4F873610-AE96-4B46-8AF0-3D7B236AABE3}" dt="2020-10-24T15:26:33.393" v="371" actId="22"/>
          <ac:spMkLst>
            <pc:docMk/>
            <pc:sldMk cId="2697606341" sldId="682"/>
            <ac:spMk id="91" creationId="{1D0ACA73-6391-475E-BE83-C061603F6F89}"/>
          </ac:spMkLst>
        </pc:spChg>
        <pc:spChg chg="add del">
          <ac:chgData name="翟 锐" userId="fef11181f709266a" providerId="LiveId" clId="{4F873610-AE96-4B46-8AF0-3D7B236AABE3}" dt="2020-10-24T15:26:33.393" v="371" actId="22"/>
          <ac:spMkLst>
            <pc:docMk/>
            <pc:sldMk cId="2697606341" sldId="682"/>
            <ac:spMk id="93" creationId="{80A94748-7079-4C4A-9C6B-5025298B8A68}"/>
          </ac:spMkLst>
        </pc:spChg>
        <pc:spChg chg="add del">
          <ac:chgData name="翟 锐" userId="fef11181f709266a" providerId="LiveId" clId="{4F873610-AE96-4B46-8AF0-3D7B236AABE3}" dt="2020-10-24T15:26:33.393" v="371" actId="22"/>
          <ac:spMkLst>
            <pc:docMk/>
            <pc:sldMk cId="2697606341" sldId="682"/>
            <ac:spMk id="95" creationId="{679081E8-2BA3-4CBA-B3CC-8F321B6F0ED3}"/>
          </ac:spMkLst>
        </pc:spChg>
        <pc:spChg chg="add del">
          <ac:chgData name="翟 锐" userId="fef11181f709266a" providerId="LiveId" clId="{4F873610-AE96-4B46-8AF0-3D7B236AABE3}" dt="2020-10-24T15:26:33.393" v="371" actId="22"/>
          <ac:spMkLst>
            <pc:docMk/>
            <pc:sldMk cId="2697606341" sldId="682"/>
            <ac:spMk id="97" creationId="{AAB5B73C-2659-4BA8-BDFA-DAB359BFF874}"/>
          </ac:spMkLst>
        </pc:spChg>
        <pc:spChg chg="add del">
          <ac:chgData name="翟 锐" userId="fef11181f709266a" providerId="LiveId" clId="{4F873610-AE96-4B46-8AF0-3D7B236AABE3}" dt="2020-10-24T15:26:33.393" v="371" actId="22"/>
          <ac:spMkLst>
            <pc:docMk/>
            <pc:sldMk cId="2697606341" sldId="682"/>
            <ac:spMk id="99" creationId="{F828BAE1-A5EB-4352-84BF-C5364A2C5DEA}"/>
          </ac:spMkLst>
        </pc:spChg>
        <pc:spChg chg="add del">
          <ac:chgData name="翟 锐" userId="fef11181f709266a" providerId="LiveId" clId="{4F873610-AE96-4B46-8AF0-3D7B236AABE3}" dt="2020-10-24T15:26:33.393" v="371" actId="22"/>
          <ac:spMkLst>
            <pc:docMk/>
            <pc:sldMk cId="2697606341" sldId="682"/>
            <ac:spMk id="101" creationId="{16C3CFA7-61D9-4DBE-88BE-F983D2F82C00}"/>
          </ac:spMkLst>
        </pc:spChg>
        <pc:spChg chg="add del">
          <ac:chgData name="翟 锐" userId="fef11181f709266a" providerId="LiveId" clId="{4F873610-AE96-4B46-8AF0-3D7B236AABE3}" dt="2020-10-24T15:26:33.393" v="371" actId="22"/>
          <ac:spMkLst>
            <pc:docMk/>
            <pc:sldMk cId="2697606341" sldId="682"/>
            <ac:spMk id="103" creationId="{7502DB79-B1AB-4388-AF6A-ADED352A8785}"/>
          </ac:spMkLst>
        </pc:spChg>
        <pc:spChg chg="add del">
          <ac:chgData name="翟 锐" userId="fef11181f709266a" providerId="LiveId" clId="{4F873610-AE96-4B46-8AF0-3D7B236AABE3}" dt="2020-10-24T15:26:33.393" v="371" actId="22"/>
          <ac:spMkLst>
            <pc:docMk/>
            <pc:sldMk cId="2697606341" sldId="682"/>
            <ac:spMk id="105" creationId="{2D11A920-5F15-4C64-ACCE-DFF48B2BDF39}"/>
          </ac:spMkLst>
        </pc:spChg>
        <pc:spChg chg="add del">
          <ac:chgData name="翟 锐" userId="fef11181f709266a" providerId="LiveId" clId="{4F873610-AE96-4B46-8AF0-3D7B236AABE3}" dt="2020-10-24T15:26:33.393" v="371" actId="22"/>
          <ac:spMkLst>
            <pc:docMk/>
            <pc:sldMk cId="2697606341" sldId="682"/>
            <ac:spMk id="107" creationId="{8A970DE1-4CE6-4E32-B3FC-5A01B3C1B957}"/>
          </ac:spMkLst>
        </pc:spChg>
        <pc:spChg chg="add del">
          <ac:chgData name="翟 锐" userId="fef11181f709266a" providerId="LiveId" clId="{4F873610-AE96-4B46-8AF0-3D7B236AABE3}" dt="2020-10-24T15:26:33.393" v="371" actId="22"/>
          <ac:spMkLst>
            <pc:docMk/>
            <pc:sldMk cId="2697606341" sldId="682"/>
            <ac:spMk id="109" creationId="{E1C90BF4-BB62-45F2-89AB-DB390A7EC836}"/>
          </ac:spMkLst>
        </pc:spChg>
        <pc:spChg chg="add del">
          <ac:chgData name="翟 锐" userId="fef11181f709266a" providerId="LiveId" clId="{4F873610-AE96-4B46-8AF0-3D7B236AABE3}" dt="2020-10-24T15:26:33.393" v="371" actId="22"/>
          <ac:spMkLst>
            <pc:docMk/>
            <pc:sldMk cId="2697606341" sldId="682"/>
            <ac:spMk id="111" creationId="{B999CD94-9481-47CD-A7AA-8529F471F534}"/>
          </ac:spMkLst>
        </pc:spChg>
        <pc:spChg chg="add del">
          <ac:chgData name="翟 锐" userId="fef11181f709266a" providerId="LiveId" clId="{4F873610-AE96-4B46-8AF0-3D7B236AABE3}" dt="2020-10-24T15:26:33.393" v="371" actId="22"/>
          <ac:spMkLst>
            <pc:docMk/>
            <pc:sldMk cId="2697606341" sldId="682"/>
            <ac:spMk id="113" creationId="{AAC4D6E8-9BA2-44F8-97A0-E84E1C729107}"/>
          </ac:spMkLst>
        </pc:spChg>
        <pc:spChg chg="add del">
          <ac:chgData name="翟 锐" userId="fef11181f709266a" providerId="LiveId" clId="{4F873610-AE96-4B46-8AF0-3D7B236AABE3}" dt="2020-10-24T15:26:33.393" v="371" actId="22"/>
          <ac:spMkLst>
            <pc:docMk/>
            <pc:sldMk cId="2697606341" sldId="682"/>
            <ac:spMk id="115" creationId="{94B1CD8D-67FC-4A75-89A9-B11A6DF2B849}"/>
          </ac:spMkLst>
        </pc:spChg>
        <pc:spChg chg="add del">
          <ac:chgData name="翟 锐" userId="fef11181f709266a" providerId="LiveId" clId="{4F873610-AE96-4B46-8AF0-3D7B236AABE3}" dt="2020-10-24T15:26:33.393" v="371" actId="22"/>
          <ac:spMkLst>
            <pc:docMk/>
            <pc:sldMk cId="2697606341" sldId="682"/>
            <ac:spMk id="117" creationId="{5060926D-A620-4C46-8354-9DE0BCDC1484}"/>
          </ac:spMkLst>
        </pc:spChg>
        <pc:spChg chg="add del">
          <ac:chgData name="翟 锐" userId="fef11181f709266a" providerId="LiveId" clId="{4F873610-AE96-4B46-8AF0-3D7B236AABE3}" dt="2020-10-24T15:26:33.393" v="371" actId="22"/>
          <ac:spMkLst>
            <pc:docMk/>
            <pc:sldMk cId="2697606341" sldId="682"/>
            <ac:spMk id="119" creationId="{1F08AA24-0306-429D-A78E-2458FA37551D}"/>
          </ac:spMkLst>
        </pc:spChg>
        <pc:spChg chg="add del">
          <ac:chgData name="翟 锐" userId="fef11181f709266a" providerId="LiveId" clId="{4F873610-AE96-4B46-8AF0-3D7B236AABE3}" dt="2020-10-24T15:26:33.393" v="371" actId="22"/>
          <ac:spMkLst>
            <pc:docMk/>
            <pc:sldMk cId="2697606341" sldId="682"/>
            <ac:spMk id="121" creationId="{DFA1AE5C-9005-4CE5-BA73-167E425AF106}"/>
          </ac:spMkLst>
        </pc:spChg>
        <pc:spChg chg="add del">
          <ac:chgData name="翟 锐" userId="fef11181f709266a" providerId="LiveId" clId="{4F873610-AE96-4B46-8AF0-3D7B236AABE3}" dt="2020-10-24T15:26:33.393" v="371" actId="22"/>
          <ac:spMkLst>
            <pc:docMk/>
            <pc:sldMk cId="2697606341" sldId="682"/>
            <ac:spMk id="123" creationId="{D86CADEF-290F-4C3C-B341-2989679F697E}"/>
          </ac:spMkLst>
        </pc:spChg>
        <pc:spChg chg="add del">
          <ac:chgData name="翟 锐" userId="fef11181f709266a" providerId="LiveId" clId="{4F873610-AE96-4B46-8AF0-3D7B236AABE3}" dt="2020-10-24T15:26:33.393" v="371" actId="22"/>
          <ac:spMkLst>
            <pc:docMk/>
            <pc:sldMk cId="2697606341" sldId="682"/>
            <ac:spMk id="125" creationId="{B7279560-18B2-4979-8BEC-B4AB686A106E}"/>
          </ac:spMkLst>
        </pc:spChg>
        <pc:spChg chg="add del">
          <ac:chgData name="翟 锐" userId="fef11181f709266a" providerId="LiveId" clId="{4F873610-AE96-4B46-8AF0-3D7B236AABE3}" dt="2020-10-24T15:26:33.393" v="371" actId="22"/>
          <ac:spMkLst>
            <pc:docMk/>
            <pc:sldMk cId="2697606341" sldId="682"/>
            <ac:spMk id="127" creationId="{1643F423-5FDE-446E-AE8B-974F9C8E1B80}"/>
          </ac:spMkLst>
        </pc:spChg>
        <pc:spChg chg="add del">
          <ac:chgData name="翟 锐" userId="fef11181f709266a" providerId="LiveId" clId="{4F873610-AE96-4B46-8AF0-3D7B236AABE3}" dt="2020-10-24T15:26:33.393" v="371" actId="22"/>
          <ac:spMkLst>
            <pc:docMk/>
            <pc:sldMk cId="2697606341" sldId="682"/>
            <ac:spMk id="129" creationId="{F3B6292B-D096-4F87-A2BD-7C63DCFD61FE}"/>
          </ac:spMkLst>
        </pc:spChg>
        <pc:spChg chg="add del">
          <ac:chgData name="翟 锐" userId="fef11181f709266a" providerId="LiveId" clId="{4F873610-AE96-4B46-8AF0-3D7B236AABE3}" dt="2020-10-24T15:26:33.393" v="371" actId="22"/>
          <ac:spMkLst>
            <pc:docMk/>
            <pc:sldMk cId="2697606341" sldId="682"/>
            <ac:spMk id="131" creationId="{B30DBDD1-CFA8-4AD2-8B9C-DFACA5AF2226}"/>
          </ac:spMkLst>
        </pc:spChg>
        <pc:spChg chg="add del">
          <ac:chgData name="翟 锐" userId="fef11181f709266a" providerId="LiveId" clId="{4F873610-AE96-4B46-8AF0-3D7B236AABE3}" dt="2020-10-24T15:26:33.393" v="371" actId="22"/>
          <ac:spMkLst>
            <pc:docMk/>
            <pc:sldMk cId="2697606341" sldId="682"/>
            <ac:spMk id="133" creationId="{2485D70C-BA15-424E-85FB-E3F57C2CB5F2}"/>
          </ac:spMkLst>
        </pc:spChg>
        <pc:spChg chg="add del">
          <ac:chgData name="翟 锐" userId="fef11181f709266a" providerId="LiveId" clId="{4F873610-AE96-4B46-8AF0-3D7B236AABE3}" dt="2020-10-24T15:26:33.393" v="371" actId="22"/>
          <ac:spMkLst>
            <pc:docMk/>
            <pc:sldMk cId="2697606341" sldId="682"/>
            <ac:spMk id="135" creationId="{83B94485-8007-4EE9-ADA4-2C674232239A}"/>
          </ac:spMkLst>
        </pc:spChg>
        <pc:spChg chg="add del">
          <ac:chgData name="翟 锐" userId="fef11181f709266a" providerId="LiveId" clId="{4F873610-AE96-4B46-8AF0-3D7B236AABE3}" dt="2020-10-24T15:26:33.393" v="371" actId="22"/>
          <ac:spMkLst>
            <pc:docMk/>
            <pc:sldMk cId="2697606341" sldId="682"/>
            <ac:spMk id="137" creationId="{6E32327B-9351-4CA0-AA9A-37F894763928}"/>
          </ac:spMkLst>
        </pc:spChg>
        <pc:spChg chg="add del">
          <ac:chgData name="翟 锐" userId="fef11181f709266a" providerId="LiveId" clId="{4F873610-AE96-4B46-8AF0-3D7B236AABE3}" dt="2020-10-24T15:26:33.393" v="371" actId="22"/>
          <ac:spMkLst>
            <pc:docMk/>
            <pc:sldMk cId="2697606341" sldId="682"/>
            <ac:spMk id="139" creationId="{2F9475A2-33E1-419F-8AFE-D54E22C0F9E4}"/>
          </ac:spMkLst>
        </pc:spChg>
        <pc:spChg chg="add del">
          <ac:chgData name="翟 锐" userId="fef11181f709266a" providerId="LiveId" clId="{4F873610-AE96-4B46-8AF0-3D7B236AABE3}" dt="2020-10-24T15:26:33.393" v="371" actId="22"/>
          <ac:spMkLst>
            <pc:docMk/>
            <pc:sldMk cId="2697606341" sldId="682"/>
            <ac:spMk id="141" creationId="{FB6CD65E-2277-4227-A425-80507EEC286F}"/>
          </ac:spMkLst>
        </pc:spChg>
        <pc:spChg chg="add del">
          <ac:chgData name="翟 锐" userId="fef11181f709266a" providerId="LiveId" clId="{4F873610-AE96-4B46-8AF0-3D7B236AABE3}" dt="2020-10-24T15:26:33.393" v="371" actId="22"/>
          <ac:spMkLst>
            <pc:docMk/>
            <pc:sldMk cId="2697606341" sldId="682"/>
            <ac:spMk id="143" creationId="{B5911373-0F0B-4905-9CAA-D99B7453FC7F}"/>
          </ac:spMkLst>
        </pc:spChg>
        <pc:spChg chg="add del">
          <ac:chgData name="翟 锐" userId="fef11181f709266a" providerId="LiveId" clId="{4F873610-AE96-4B46-8AF0-3D7B236AABE3}" dt="2020-10-24T15:26:33.393" v="371" actId="22"/>
          <ac:spMkLst>
            <pc:docMk/>
            <pc:sldMk cId="2697606341" sldId="682"/>
            <ac:spMk id="145" creationId="{16A8C76B-557A-4F48-B1F0-2612FCD90103}"/>
          </ac:spMkLst>
        </pc:spChg>
        <pc:spChg chg="add del">
          <ac:chgData name="翟 锐" userId="fef11181f709266a" providerId="LiveId" clId="{4F873610-AE96-4B46-8AF0-3D7B236AABE3}" dt="2020-10-24T15:26:33.393" v="371" actId="22"/>
          <ac:spMkLst>
            <pc:docMk/>
            <pc:sldMk cId="2697606341" sldId="682"/>
            <ac:spMk id="147" creationId="{2FE832F2-07B0-4A69-B75E-6F1DC81CE018}"/>
          </ac:spMkLst>
        </pc:spChg>
        <pc:spChg chg="add del">
          <ac:chgData name="翟 锐" userId="fef11181f709266a" providerId="LiveId" clId="{4F873610-AE96-4B46-8AF0-3D7B236AABE3}" dt="2020-10-24T15:26:33.393" v="371" actId="22"/>
          <ac:spMkLst>
            <pc:docMk/>
            <pc:sldMk cId="2697606341" sldId="682"/>
            <ac:spMk id="149" creationId="{B01476F7-E2AB-4289-AECC-ABFC4BD79ED6}"/>
          </ac:spMkLst>
        </pc:spChg>
        <pc:spChg chg="add del">
          <ac:chgData name="翟 锐" userId="fef11181f709266a" providerId="LiveId" clId="{4F873610-AE96-4B46-8AF0-3D7B236AABE3}" dt="2020-10-24T15:26:33.393" v="371" actId="22"/>
          <ac:spMkLst>
            <pc:docMk/>
            <pc:sldMk cId="2697606341" sldId="682"/>
            <ac:spMk id="151" creationId="{C1DEEA68-D14D-4674-AC16-674D512AF0CD}"/>
          </ac:spMkLst>
        </pc:spChg>
        <pc:spChg chg="add del">
          <ac:chgData name="翟 锐" userId="fef11181f709266a" providerId="LiveId" clId="{4F873610-AE96-4B46-8AF0-3D7B236AABE3}" dt="2020-10-24T15:26:33.393" v="371" actId="22"/>
          <ac:spMkLst>
            <pc:docMk/>
            <pc:sldMk cId="2697606341" sldId="682"/>
            <ac:spMk id="153" creationId="{95B1A566-1C61-48B5-AFF8-0106F5B2A4FE}"/>
          </ac:spMkLst>
        </pc:spChg>
        <pc:spChg chg="add del">
          <ac:chgData name="翟 锐" userId="fef11181f709266a" providerId="LiveId" clId="{4F873610-AE96-4B46-8AF0-3D7B236AABE3}" dt="2020-10-24T15:26:33.393" v="371" actId="22"/>
          <ac:spMkLst>
            <pc:docMk/>
            <pc:sldMk cId="2697606341" sldId="682"/>
            <ac:spMk id="155" creationId="{8A2C8683-F0E5-4D02-8B17-640F8B4DDAEE}"/>
          </ac:spMkLst>
        </pc:spChg>
        <pc:spChg chg="add del">
          <ac:chgData name="翟 锐" userId="fef11181f709266a" providerId="LiveId" clId="{4F873610-AE96-4B46-8AF0-3D7B236AABE3}" dt="2020-10-24T15:26:33.393" v="371" actId="22"/>
          <ac:spMkLst>
            <pc:docMk/>
            <pc:sldMk cId="2697606341" sldId="682"/>
            <ac:spMk id="157" creationId="{1989FCF4-522B-4A43-8E78-62D3722E510B}"/>
          </ac:spMkLst>
        </pc:spChg>
        <pc:spChg chg="add del">
          <ac:chgData name="翟 锐" userId="fef11181f709266a" providerId="LiveId" clId="{4F873610-AE96-4B46-8AF0-3D7B236AABE3}" dt="2020-10-24T15:26:33.393" v="371" actId="22"/>
          <ac:spMkLst>
            <pc:docMk/>
            <pc:sldMk cId="2697606341" sldId="682"/>
            <ac:spMk id="159" creationId="{AE15A811-BF74-42FB-925B-03B7C8A3D3E9}"/>
          </ac:spMkLst>
        </pc:spChg>
        <pc:spChg chg="add del">
          <ac:chgData name="翟 锐" userId="fef11181f709266a" providerId="LiveId" clId="{4F873610-AE96-4B46-8AF0-3D7B236AABE3}" dt="2020-10-24T15:26:33.393" v="371" actId="22"/>
          <ac:spMkLst>
            <pc:docMk/>
            <pc:sldMk cId="2697606341" sldId="682"/>
            <ac:spMk id="161" creationId="{BD9C4466-8FE5-4488-9A92-CF5040BA1E1E}"/>
          </ac:spMkLst>
        </pc:spChg>
        <pc:spChg chg="add del">
          <ac:chgData name="翟 锐" userId="fef11181f709266a" providerId="LiveId" clId="{4F873610-AE96-4B46-8AF0-3D7B236AABE3}" dt="2020-10-24T15:26:33.393" v="371" actId="22"/>
          <ac:spMkLst>
            <pc:docMk/>
            <pc:sldMk cId="2697606341" sldId="682"/>
            <ac:spMk id="163" creationId="{3E44F4B5-99F6-46B5-A3D9-C09365C6F26C}"/>
          </ac:spMkLst>
        </pc:spChg>
        <pc:spChg chg="add del">
          <ac:chgData name="翟 锐" userId="fef11181f709266a" providerId="LiveId" clId="{4F873610-AE96-4B46-8AF0-3D7B236AABE3}" dt="2020-10-24T15:26:33.393" v="371" actId="22"/>
          <ac:spMkLst>
            <pc:docMk/>
            <pc:sldMk cId="2697606341" sldId="682"/>
            <ac:spMk id="165" creationId="{1A9F1A69-956E-4A5F-BB81-E9BA5ACCA568}"/>
          </ac:spMkLst>
        </pc:spChg>
        <pc:spChg chg="add del">
          <ac:chgData name="翟 锐" userId="fef11181f709266a" providerId="LiveId" clId="{4F873610-AE96-4B46-8AF0-3D7B236AABE3}" dt="2020-10-24T15:26:33.393" v="371" actId="22"/>
          <ac:spMkLst>
            <pc:docMk/>
            <pc:sldMk cId="2697606341" sldId="682"/>
            <ac:spMk id="167" creationId="{19AE4575-664D-4B1A-91BD-446EBD74D4AC}"/>
          </ac:spMkLst>
        </pc:spChg>
        <pc:spChg chg="add del">
          <ac:chgData name="翟 锐" userId="fef11181f709266a" providerId="LiveId" clId="{4F873610-AE96-4B46-8AF0-3D7B236AABE3}" dt="2020-10-24T15:26:33.393" v="371" actId="22"/>
          <ac:spMkLst>
            <pc:docMk/>
            <pc:sldMk cId="2697606341" sldId="682"/>
            <ac:spMk id="169" creationId="{12C9ACA6-7E77-45E1-8ACE-136006022B53}"/>
          </ac:spMkLst>
        </pc:spChg>
        <pc:spChg chg="add del">
          <ac:chgData name="翟 锐" userId="fef11181f709266a" providerId="LiveId" clId="{4F873610-AE96-4B46-8AF0-3D7B236AABE3}" dt="2020-10-24T15:26:33.393" v="371" actId="22"/>
          <ac:spMkLst>
            <pc:docMk/>
            <pc:sldMk cId="2697606341" sldId="682"/>
            <ac:spMk id="171" creationId="{FC8AA367-6171-4D91-8791-61A4C45E7411}"/>
          </ac:spMkLst>
        </pc:spChg>
        <pc:spChg chg="add del">
          <ac:chgData name="翟 锐" userId="fef11181f709266a" providerId="LiveId" clId="{4F873610-AE96-4B46-8AF0-3D7B236AABE3}" dt="2020-10-24T15:26:33.393" v="371" actId="22"/>
          <ac:spMkLst>
            <pc:docMk/>
            <pc:sldMk cId="2697606341" sldId="682"/>
            <ac:spMk id="173" creationId="{50EB5E2C-A6CC-46F2-851F-BD37DDE701B9}"/>
          </ac:spMkLst>
        </pc:spChg>
        <pc:spChg chg="add del">
          <ac:chgData name="翟 锐" userId="fef11181f709266a" providerId="LiveId" clId="{4F873610-AE96-4B46-8AF0-3D7B236AABE3}" dt="2020-10-24T15:26:33.393" v="371" actId="22"/>
          <ac:spMkLst>
            <pc:docMk/>
            <pc:sldMk cId="2697606341" sldId="682"/>
            <ac:spMk id="175" creationId="{C00F1303-478A-4174-818D-84B6F1DD641F}"/>
          </ac:spMkLst>
        </pc:spChg>
        <pc:spChg chg="add del">
          <ac:chgData name="翟 锐" userId="fef11181f709266a" providerId="LiveId" clId="{4F873610-AE96-4B46-8AF0-3D7B236AABE3}" dt="2020-10-24T15:26:33.393" v="371" actId="22"/>
          <ac:spMkLst>
            <pc:docMk/>
            <pc:sldMk cId="2697606341" sldId="682"/>
            <ac:spMk id="177" creationId="{687AB464-A072-4B9E-A683-440EAA4FA24C}"/>
          </ac:spMkLst>
        </pc:spChg>
        <pc:spChg chg="add del">
          <ac:chgData name="翟 锐" userId="fef11181f709266a" providerId="LiveId" clId="{4F873610-AE96-4B46-8AF0-3D7B236AABE3}" dt="2020-10-24T15:26:33.393" v="371" actId="22"/>
          <ac:spMkLst>
            <pc:docMk/>
            <pc:sldMk cId="2697606341" sldId="682"/>
            <ac:spMk id="179" creationId="{611C0504-DF58-4B3D-8015-41DD93E1562A}"/>
          </ac:spMkLst>
        </pc:spChg>
        <pc:spChg chg="add del">
          <ac:chgData name="翟 锐" userId="fef11181f709266a" providerId="LiveId" clId="{4F873610-AE96-4B46-8AF0-3D7B236AABE3}" dt="2020-10-24T15:26:33.393" v="371" actId="22"/>
          <ac:spMkLst>
            <pc:docMk/>
            <pc:sldMk cId="2697606341" sldId="682"/>
            <ac:spMk id="181" creationId="{63C57C08-5552-4F65-8185-B2D70BE68D30}"/>
          </ac:spMkLst>
        </pc:spChg>
        <pc:spChg chg="add del">
          <ac:chgData name="翟 锐" userId="fef11181f709266a" providerId="LiveId" clId="{4F873610-AE96-4B46-8AF0-3D7B236AABE3}" dt="2020-10-24T15:26:33.393" v="371" actId="22"/>
          <ac:spMkLst>
            <pc:docMk/>
            <pc:sldMk cId="2697606341" sldId="682"/>
            <ac:spMk id="183" creationId="{E1948C6A-3FE4-4A96-8F12-2DCFC5011F56}"/>
          </ac:spMkLst>
        </pc:spChg>
        <pc:spChg chg="add del">
          <ac:chgData name="翟 锐" userId="fef11181f709266a" providerId="LiveId" clId="{4F873610-AE96-4B46-8AF0-3D7B236AABE3}" dt="2020-10-24T15:26:33.393" v="371" actId="22"/>
          <ac:spMkLst>
            <pc:docMk/>
            <pc:sldMk cId="2697606341" sldId="682"/>
            <ac:spMk id="185" creationId="{6C2F077C-B2B0-46FD-8583-ED9191B491F8}"/>
          </ac:spMkLst>
        </pc:spChg>
        <pc:spChg chg="add del">
          <ac:chgData name="翟 锐" userId="fef11181f709266a" providerId="LiveId" clId="{4F873610-AE96-4B46-8AF0-3D7B236AABE3}" dt="2020-10-24T15:26:33.393" v="371" actId="22"/>
          <ac:spMkLst>
            <pc:docMk/>
            <pc:sldMk cId="2697606341" sldId="682"/>
            <ac:spMk id="187" creationId="{45F3DD42-52C5-4A6D-9347-6C9FA8EFFBF5}"/>
          </ac:spMkLst>
        </pc:spChg>
        <pc:spChg chg="add del">
          <ac:chgData name="翟 锐" userId="fef11181f709266a" providerId="LiveId" clId="{4F873610-AE96-4B46-8AF0-3D7B236AABE3}" dt="2020-10-24T15:26:33.393" v="371" actId="22"/>
          <ac:spMkLst>
            <pc:docMk/>
            <pc:sldMk cId="2697606341" sldId="682"/>
            <ac:spMk id="189" creationId="{8CA328C5-F98D-4B74-A25A-B40B6BFD2CF5}"/>
          </ac:spMkLst>
        </pc:spChg>
        <pc:spChg chg="add del">
          <ac:chgData name="翟 锐" userId="fef11181f709266a" providerId="LiveId" clId="{4F873610-AE96-4B46-8AF0-3D7B236AABE3}" dt="2020-10-24T15:26:33.393" v="371" actId="22"/>
          <ac:spMkLst>
            <pc:docMk/>
            <pc:sldMk cId="2697606341" sldId="682"/>
            <ac:spMk id="191" creationId="{EA05C551-2E6C-4C0A-913B-634443485F4B}"/>
          </ac:spMkLst>
        </pc:spChg>
        <pc:spChg chg="add del">
          <ac:chgData name="翟 锐" userId="fef11181f709266a" providerId="LiveId" clId="{4F873610-AE96-4B46-8AF0-3D7B236AABE3}" dt="2020-10-24T15:26:33.393" v="371" actId="22"/>
          <ac:spMkLst>
            <pc:docMk/>
            <pc:sldMk cId="2697606341" sldId="682"/>
            <ac:spMk id="193" creationId="{97240DAE-A31D-4C7E-B96F-F6CA9ADF9239}"/>
          </ac:spMkLst>
        </pc:spChg>
        <pc:spChg chg="add del">
          <ac:chgData name="翟 锐" userId="fef11181f709266a" providerId="LiveId" clId="{4F873610-AE96-4B46-8AF0-3D7B236AABE3}" dt="2020-10-24T15:26:33.393" v="371" actId="22"/>
          <ac:spMkLst>
            <pc:docMk/>
            <pc:sldMk cId="2697606341" sldId="682"/>
            <ac:spMk id="195" creationId="{AF321A83-FA84-4F5D-A4D9-4EF319054724}"/>
          </ac:spMkLst>
        </pc:spChg>
        <pc:spChg chg="add del">
          <ac:chgData name="翟 锐" userId="fef11181f709266a" providerId="LiveId" clId="{4F873610-AE96-4B46-8AF0-3D7B236AABE3}" dt="2020-10-24T15:26:33.393" v="371" actId="22"/>
          <ac:spMkLst>
            <pc:docMk/>
            <pc:sldMk cId="2697606341" sldId="682"/>
            <ac:spMk id="197" creationId="{5217525F-1DE7-41FF-9715-872055A8BDA4}"/>
          </ac:spMkLst>
        </pc:spChg>
        <pc:spChg chg="add del">
          <ac:chgData name="翟 锐" userId="fef11181f709266a" providerId="LiveId" clId="{4F873610-AE96-4B46-8AF0-3D7B236AABE3}" dt="2020-10-24T15:26:33.393" v="371" actId="22"/>
          <ac:spMkLst>
            <pc:docMk/>
            <pc:sldMk cId="2697606341" sldId="682"/>
            <ac:spMk id="199" creationId="{6998344B-81E3-4643-AC2C-A5407653D041}"/>
          </ac:spMkLst>
        </pc:spChg>
        <pc:spChg chg="add del">
          <ac:chgData name="翟 锐" userId="fef11181f709266a" providerId="LiveId" clId="{4F873610-AE96-4B46-8AF0-3D7B236AABE3}" dt="2020-10-24T15:26:33.393" v="371" actId="22"/>
          <ac:spMkLst>
            <pc:docMk/>
            <pc:sldMk cId="2697606341" sldId="682"/>
            <ac:spMk id="201" creationId="{B1E8BFB8-014E-49B4-8DC7-BFA89A34AE32}"/>
          </ac:spMkLst>
        </pc:spChg>
        <pc:spChg chg="add del">
          <ac:chgData name="翟 锐" userId="fef11181f709266a" providerId="LiveId" clId="{4F873610-AE96-4B46-8AF0-3D7B236AABE3}" dt="2020-10-24T15:26:33.393" v="371" actId="22"/>
          <ac:spMkLst>
            <pc:docMk/>
            <pc:sldMk cId="2697606341" sldId="682"/>
            <ac:spMk id="203" creationId="{0AEF90C3-263E-4BD8-9BF4-D24BD8DCEE9F}"/>
          </ac:spMkLst>
        </pc:spChg>
        <pc:spChg chg="add del">
          <ac:chgData name="翟 锐" userId="fef11181f709266a" providerId="LiveId" clId="{4F873610-AE96-4B46-8AF0-3D7B236AABE3}" dt="2020-10-24T15:26:33.393" v="371" actId="22"/>
          <ac:spMkLst>
            <pc:docMk/>
            <pc:sldMk cId="2697606341" sldId="682"/>
            <ac:spMk id="205" creationId="{5E0A925A-B767-4861-8EFC-29D43C04C116}"/>
          </ac:spMkLst>
        </pc:spChg>
        <pc:spChg chg="add del">
          <ac:chgData name="翟 锐" userId="fef11181f709266a" providerId="LiveId" clId="{4F873610-AE96-4B46-8AF0-3D7B236AABE3}" dt="2020-10-24T15:26:33.393" v="371" actId="22"/>
          <ac:spMkLst>
            <pc:docMk/>
            <pc:sldMk cId="2697606341" sldId="682"/>
            <ac:spMk id="207" creationId="{C950DE82-05F6-439E-A905-504487EBAC78}"/>
          </ac:spMkLst>
        </pc:spChg>
        <pc:spChg chg="add del">
          <ac:chgData name="翟 锐" userId="fef11181f709266a" providerId="LiveId" clId="{4F873610-AE96-4B46-8AF0-3D7B236AABE3}" dt="2020-10-24T15:26:33.393" v="371" actId="22"/>
          <ac:spMkLst>
            <pc:docMk/>
            <pc:sldMk cId="2697606341" sldId="682"/>
            <ac:spMk id="209" creationId="{95A35B96-FD5D-4B48-8788-997F089DF5F2}"/>
          </ac:spMkLst>
        </pc:spChg>
        <pc:spChg chg="add del">
          <ac:chgData name="翟 锐" userId="fef11181f709266a" providerId="LiveId" clId="{4F873610-AE96-4B46-8AF0-3D7B236AABE3}" dt="2020-10-24T15:26:33.393" v="371" actId="22"/>
          <ac:spMkLst>
            <pc:docMk/>
            <pc:sldMk cId="2697606341" sldId="682"/>
            <ac:spMk id="211" creationId="{61CD3458-DB8E-449B-91F4-5D360A580BA9}"/>
          </ac:spMkLst>
        </pc:spChg>
        <pc:spChg chg="add del">
          <ac:chgData name="翟 锐" userId="fef11181f709266a" providerId="LiveId" clId="{4F873610-AE96-4B46-8AF0-3D7B236AABE3}" dt="2020-10-24T15:26:33.393" v="371" actId="22"/>
          <ac:spMkLst>
            <pc:docMk/>
            <pc:sldMk cId="2697606341" sldId="682"/>
            <ac:spMk id="213" creationId="{DF4F1C48-9B33-4914-8C1B-EF991849D3B8}"/>
          </ac:spMkLst>
        </pc:spChg>
        <pc:spChg chg="add del">
          <ac:chgData name="翟 锐" userId="fef11181f709266a" providerId="LiveId" clId="{4F873610-AE96-4B46-8AF0-3D7B236AABE3}" dt="2020-10-24T15:26:33.393" v="371" actId="22"/>
          <ac:spMkLst>
            <pc:docMk/>
            <pc:sldMk cId="2697606341" sldId="682"/>
            <ac:spMk id="215" creationId="{66FC6099-0AAE-4862-948B-10BC41FCEA72}"/>
          </ac:spMkLst>
        </pc:spChg>
        <pc:spChg chg="add del">
          <ac:chgData name="翟 锐" userId="fef11181f709266a" providerId="LiveId" clId="{4F873610-AE96-4B46-8AF0-3D7B236AABE3}" dt="2020-10-24T15:26:33.393" v="371" actId="22"/>
          <ac:spMkLst>
            <pc:docMk/>
            <pc:sldMk cId="2697606341" sldId="682"/>
            <ac:spMk id="217" creationId="{B7586FF6-8442-4591-9392-ADE2961AD4CA}"/>
          </ac:spMkLst>
        </pc:spChg>
        <pc:spChg chg="add del">
          <ac:chgData name="翟 锐" userId="fef11181f709266a" providerId="LiveId" clId="{4F873610-AE96-4B46-8AF0-3D7B236AABE3}" dt="2020-10-24T15:26:33.393" v="371" actId="22"/>
          <ac:spMkLst>
            <pc:docMk/>
            <pc:sldMk cId="2697606341" sldId="682"/>
            <ac:spMk id="219" creationId="{2AA4D728-E91E-47D2-8F72-9ED8E46AE803}"/>
          </ac:spMkLst>
        </pc:spChg>
        <pc:spChg chg="add del">
          <ac:chgData name="翟 锐" userId="fef11181f709266a" providerId="LiveId" clId="{4F873610-AE96-4B46-8AF0-3D7B236AABE3}" dt="2020-10-24T15:26:33.393" v="371" actId="22"/>
          <ac:spMkLst>
            <pc:docMk/>
            <pc:sldMk cId="2697606341" sldId="682"/>
            <ac:spMk id="221" creationId="{E8320ABC-3DC4-4D6F-BF66-EDD0752E96B8}"/>
          </ac:spMkLst>
        </pc:spChg>
        <pc:spChg chg="add del">
          <ac:chgData name="翟 锐" userId="fef11181f709266a" providerId="LiveId" clId="{4F873610-AE96-4B46-8AF0-3D7B236AABE3}" dt="2020-10-24T15:26:33.393" v="371" actId="22"/>
          <ac:spMkLst>
            <pc:docMk/>
            <pc:sldMk cId="2697606341" sldId="682"/>
            <ac:spMk id="223" creationId="{0D1BE9B1-08D8-40FF-B4E9-A14396893B53}"/>
          </ac:spMkLst>
        </pc:spChg>
        <pc:spChg chg="add del">
          <ac:chgData name="翟 锐" userId="fef11181f709266a" providerId="LiveId" clId="{4F873610-AE96-4B46-8AF0-3D7B236AABE3}" dt="2020-10-24T15:26:33.393" v="371" actId="22"/>
          <ac:spMkLst>
            <pc:docMk/>
            <pc:sldMk cId="2697606341" sldId="682"/>
            <ac:spMk id="225" creationId="{BB2FC759-291F-4089-813E-7B787D0F4805}"/>
          </ac:spMkLst>
        </pc:spChg>
        <pc:spChg chg="add del">
          <ac:chgData name="翟 锐" userId="fef11181f709266a" providerId="LiveId" clId="{4F873610-AE96-4B46-8AF0-3D7B236AABE3}" dt="2020-10-24T15:26:33.393" v="371" actId="22"/>
          <ac:spMkLst>
            <pc:docMk/>
            <pc:sldMk cId="2697606341" sldId="682"/>
            <ac:spMk id="227" creationId="{12CC78BC-9073-4BEB-9CC8-3842A6D963B9}"/>
          </ac:spMkLst>
        </pc:spChg>
        <pc:spChg chg="add del">
          <ac:chgData name="翟 锐" userId="fef11181f709266a" providerId="LiveId" clId="{4F873610-AE96-4B46-8AF0-3D7B236AABE3}" dt="2020-10-24T15:26:33.393" v="371" actId="22"/>
          <ac:spMkLst>
            <pc:docMk/>
            <pc:sldMk cId="2697606341" sldId="682"/>
            <ac:spMk id="229" creationId="{58A56372-4CA6-4B89-AC6D-45D6A4649719}"/>
          </ac:spMkLst>
        </pc:spChg>
        <pc:spChg chg="add del">
          <ac:chgData name="翟 锐" userId="fef11181f709266a" providerId="LiveId" clId="{4F873610-AE96-4B46-8AF0-3D7B236AABE3}" dt="2020-10-24T15:26:33.393" v="371" actId="22"/>
          <ac:spMkLst>
            <pc:docMk/>
            <pc:sldMk cId="2697606341" sldId="682"/>
            <ac:spMk id="231" creationId="{DB914697-6405-45FA-A3AE-8579DDD06644}"/>
          </ac:spMkLst>
        </pc:spChg>
        <pc:spChg chg="add del">
          <ac:chgData name="翟 锐" userId="fef11181f709266a" providerId="LiveId" clId="{4F873610-AE96-4B46-8AF0-3D7B236AABE3}" dt="2020-10-24T15:26:33.393" v="371" actId="22"/>
          <ac:spMkLst>
            <pc:docMk/>
            <pc:sldMk cId="2697606341" sldId="682"/>
            <ac:spMk id="233" creationId="{23DC2DAB-C511-43BB-AAAA-D87C2ABB23BD}"/>
          </ac:spMkLst>
        </pc:spChg>
        <pc:spChg chg="add del">
          <ac:chgData name="翟 锐" userId="fef11181f709266a" providerId="LiveId" clId="{4F873610-AE96-4B46-8AF0-3D7B236AABE3}" dt="2020-10-24T15:26:33.393" v="371" actId="22"/>
          <ac:spMkLst>
            <pc:docMk/>
            <pc:sldMk cId="2697606341" sldId="682"/>
            <ac:spMk id="235" creationId="{D5B9CAA8-CB22-4B03-9799-5E8BEECDB8FF}"/>
          </ac:spMkLst>
        </pc:spChg>
        <pc:spChg chg="add del">
          <ac:chgData name="翟 锐" userId="fef11181f709266a" providerId="LiveId" clId="{4F873610-AE96-4B46-8AF0-3D7B236AABE3}" dt="2020-10-24T15:26:33.393" v="371" actId="22"/>
          <ac:spMkLst>
            <pc:docMk/>
            <pc:sldMk cId="2697606341" sldId="682"/>
            <ac:spMk id="237" creationId="{B50FB529-EE43-4946-8B27-254EBCF3A8FE}"/>
          </ac:spMkLst>
        </pc:spChg>
        <pc:spChg chg="add del">
          <ac:chgData name="翟 锐" userId="fef11181f709266a" providerId="LiveId" clId="{4F873610-AE96-4B46-8AF0-3D7B236AABE3}" dt="2020-10-24T15:26:33.393" v="371" actId="22"/>
          <ac:spMkLst>
            <pc:docMk/>
            <pc:sldMk cId="2697606341" sldId="682"/>
            <ac:spMk id="239" creationId="{061855CD-F807-4A69-9E67-94705C664796}"/>
          </ac:spMkLst>
        </pc:spChg>
        <pc:spChg chg="add del">
          <ac:chgData name="翟 锐" userId="fef11181f709266a" providerId="LiveId" clId="{4F873610-AE96-4B46-8AF0-3D7B236AABE3}" dt="2020-10-24T15:26:33.393" v="371" actId="22"/>
          <ac:spMkLst>
            <pc:docMk/>
            <pc:sldMk cId="2697606341" sldId="682"/>
            <ac:spMk id="241" creationId="{DF93A068-715C-43FE-A552-2078FFA178C3}"/>
          </ac:spMkLst>
        </pc:spChg>
        <pc:spChg chg="add del">
          <ac:chgData name="翟 锐" userId="fef11181f709266a" providerId="LiveId" clId="{4F873610-AE96-4B46-8AF0-3D7B236AABE3}" dt="2020-10-24T15:26:33.393" v="371" actId="22"/>
          <ac:spMkLst>
            <pc:docMk/>
            <pc:sldMk cId="2697606341" sldId="682"/>
            <ac:spMk id="243" creationId="{3A167F2A-256D-471F-BFF6-6D9266361C51}"/>
          </ac:spMkLst>
        </pc:spChg>
        <pc:spChg chg="add del">
          <ac:chgData name="翟 锐" userId="fef11181f709266a" providerId="LiveId" clId="{4F873610-AE96-4B46-8AF0-3D7B236AABE3}" dt="2020-10-24T15:26:33.393" v="371" actId="22"/>
          <ac:spMkLst>
            <pc:docMk/>
            <pc:sldMk cId="2697606341" sldId="682"/>
            <ac:spMk id="245" creationId="{F7C3F8B3-05F2-4824-88E1-30DE19429550}"/>
          </ac:spMkLst>
        </pc:spChg>
        <pc:spChg chg="add del">
          <ac:chgData name="翟 锐" userId="fef11181f709266a" providerId="LiveId" clId="{4F873610-AE96-4B46-8AF0-3D7B236AABE3}" dt="2020-10-24T15:26:33.393" v="371" actId="22"/>
          <ac:spMkLst>
            <pc:docMk/>
            <pc:sldMk cId="2697606341" sldId="682"/>
            <ac:spMk id="247" creationId="{E12F729F-2CF5-4A38-A15B-13701A8B2294}"/>
          </ac:spMkLst>
        </pc:spChg>
        <pc:spChg chg="add del">
          <ac:chgData name="翟 锐" userId="fef11181f709266a" providerId="LiveId" clId="{4F873610-AE96-4B46-8AF0-3D7B236AABE3}" dt="2020-10-24T15:26:33.393" v="371" actId="22"/>
          <ac:spMkLst>
            <pc:docMk/>
            <pc:sldMk cId="2697606341" sldId="682"/>
            <ac:spMk id="249" creationId="{733A3E53-C32E-4AF2-A353-C3B50151A1D8}"/>
          </ac:spMkLst>
        </pc:spChg>
        <pc:spChg chg="add del">
          <ac:chgData name="翟 锐" userId="fef11181f709266a" providerId="LiveId" clId="{4F873610-AE96-4B46-8AF0-3D7B236AABE3}" dt="2020-10-24T15:26:33.393" v="371" actId="22"/>
          <ac:spMkLst>
            <pc:docMk/>
            <pc:sldMk cId="2697606341" sldId="682"/>
            <ac:spMk id="251" creationId="{B81C8C7C-51AE-4CC4-B6D6-D766752B6BFC}"/>
          </ac:spMkLst>
        </pc:spChg>
        <pc:spChg chg="add del">
          <ac:chgData name="翟 锐" userId="fef11181f709266a" providerId="LiveId" clId="{4F873610-AE96-4B46-8AF0-3D7B236AABE3}" dt="2020-10-24T15:26:33.393" v="371" actId="22"/>
          <ac:spMkLst>
            <pc:docMk/>
            <pc:sldMk cId="2697606341" sldId="682"/>
            <ac:spMk id="253" creationId="{7AC84C79-467A-45EC-93B4-4DEEC1E07442}"/>
          </ac:spMkLst>
        </pc:spChg>
        <pc:spChg chg="add del">
          <ac:chgData name="翟 锐" userId="fef11181f709266a" providerId="LiveId" clId="{4F873610-AE96-4B46-8AF0-3D7B236AABE3}" dt="2020-10-24T15:26:33.393" v="371" actId="22"/>
          <ac:spMkLst>
            <pc:docMk/>
            <pc:sldMk cId="2697606341" sldId="682"/>
            <ac:spMk id="255" creationId="{3E0AAE2B-A37B-495B-8886-38D9F41964BE}"/>
          </ac:spMkLst>
        </pc:spChg>
        <pc:spChg chg="add del">
          <ac:chgData name="翟 锐" userId="fef11181f709266a" providerId="LiveId" clId="{4F873610-AE96-4B46-8AF0-3D7B236AABE3}" dt="2020-10-24T15:26:33.393" v="371" actId="22"/>
          <ac:spMkLst>
            <pc:docMk/>
            <pc:sldMk cId="2697606341" sldId="682"/>
            <ac:spMk id="257" creationId="{946B41B4-FEAF-4BAA-9FCC-E060DFA093B2}"/>
          </ac:spMkLst>
        </pc:spChg>
        <pc:spChg chg="add del">
          <ac:chgData name="翟 锐" userId="fef11181f709266a" providerId="LiveId" clId="{4F873610-AE96-4B46-8AF0-3D7B236AABE3}" dt="2020-10-24T15:26:33.393" v="371" actId="22"/>
          <ac:spMkLst>
            <pc:docMk/>
            <pc:sldMk cId="2697606341" sldId="682"/>
            <ac:spMk id="259" creationId="{BBCE7DA7-EDED-4BD3-AB57-3670717B8C17}"/>
          </ac:spMkLst>
        </pc:spChg>
        <pc:spChg chg="add del">
          <ac:chgData name="翟 锐" userId="fef11181f709266a" providerId="LiveId" clId="{4F873610-AE96-4B46-8AF0-3D7B236AABE3}" dt="2020-10-24T15:26:33.393" v="371" actId="22"/>
          <ac:spMkLst>
            <pc:docMk/>
            <pc:sldMk cId="2697606341" sldId="682"/>
            <ac:spMk id="261" creationId="{27AEB2F2-D65C-404A-A2F4-7633BD3EB908}"/>
          </ac:spMkLst>
        </pc:spChg>
        <pc:spChg chg="add del">
          <ac:chgData name="翟 锐" userId="fef11181f709266a" providerId="LiveId" clId="{4F873610-AE96-4B46-8AF0-3D7B236AABE3}" dt="2020-10-24T15:26:33.393" v="371" actId="22"/>
          <ac:spMkLst>
            <pc:docMk/>
            <pc:sldMk cId="2697606341" sldId="682"/>
            <ac:spMk id="263" creationId="{2C3FADD7-8FF8-4222-8F82-8FA341A25B69}"/>
          </ac:spMkLst>
        </pc:spChg>
        <pc:spChg chg="add del">
          <ac:chgData name="翟 锐" userId="fef11181f709266a" providerId="LiveId" clId="{4F873610-AE96-4B46-8AF0-3D7B236AABE3}" dt="2020-10-24T15:26:33.393" v="371" actId="22"/>
          <ac:spMkLst>
            <pc:docMk/>
            <pc:sldMk cId="2697606341" sldId="682"/>
            <ac:spMk id="265" creationId="{CF4F35AB-E334-4C55-9993-ED3D72174CE9}"/>
          </ac:spMkLst>
        </pc:spChg>
        <pc:spChg chg="add del">
          <ac:chgData name="翟 锐" userId="fef11181f709266a" providerId="LiveId" clId="{4F873610-AE96-4B46-8AF0-3D7B236AABE3}" dt="2020-10-24T15:26:33.393" v="371" actId="22"/>
          <ac:spMkLst>
            <pc:docMk/>
            <pc:sldMk cId="2697606341" sldId="682"/>
            <ac:spMk id="267" creationId="{C6013245-8150-490C-8005-E844E84C5F8F}"/>
          </ac:spMkLst>
        </pc:spChg>
        <pc:spChg chg="add del">
          <ac:chgData name="翟 锐" userId="fef11181f709266a" providerId="LiveId" clId="{4F873610-AE96-4B46-8AF0-3D7B236AABE3}" dt="2020-10-24T15:26:33.393" v="371" actId="22"/>
          <ac:spMkLst>
            <pc:docMk/>
            <pc:sldMk cId="2697606341" sldId="682"/>
            <ac:spMk id="269" creationId="{0B4D8426-8E2F-4BFF-8554-9D125E937CBF}"/>
          </ac:spMkLst>
        </pc:spChg>
        <pc:spChg chg="mod">
          <ac:chgData name="翟 锐" userId="fef11181f709266a" providerId="LiveId" clId="{4F873610-AE96-4B46-8AF0-3D7B236AABE3}" dt="2020-12-10T03:31:43.443" v="1299" actId="1076"/>
          <ac:spMkLst>
            <pc:docMk/>
            <pc:sldMk cId="2697606341" sldId="682"/>
            <ac:spMk id="271" creationId="{BC1F75AD-D8AE-4C45-A10B-9A2EBB6C1803}"/>
          </ac:spMkLst>
        </pc:spChg>
        <pc:spChg chg="mod">
          <ac:chgData name="翟 锐" userId="fef11181f709266a" providerId="LiveId" clId="{4F873610-AE96-4B46-8AF0-3D7B236AABE3}" dt="2020-12-10T03:31:43.443" v="1299" actId="1076"/>
          <ac:spMkLst>
            <pc:docMk/>
            <pc:sldMk cId="2697606341" sldId="682"/>
            <ac:spMk id="272" creationId="{A86C6935-0FC8-42B0-8ECE-1BCDE41DDC09}"/>
          </ac:spMkLst>
        </pc:spChg>
        <pc:spChg chg="mod">
          <ac:chgData name="翟 锐" userId="fef11181f709266a" providerId="LiveId" clId="{4F873610-AE96-4B46-8AF0-3D7B236AABE3}" dt="2020-12-10T03:31:43.443" v="1299" actId="1076"/>
          <ac:spMkLst>
            <pc:docMk/>
            <pc:sldMk cId="2697606341" sldId="682"/>
            <ac:spMk id="273" creationId="{C6EEB1D2-50EC-4E7E-A6B8-DDD9A82C4A3F}"/>
          </ac:spMkLst>
        </pc:spChg>
        <pc:spChg chg="mod">
          <ac:chgData name="翟 锐" userId="fef11181f709266a" providerId="LiveId" clId="{4F873610-AE96-4B46-8AF0-3D7B236AABE3}" dt="2020-12-10T03:31:43.443" v="1299" actId="1076"/>
          <ac:spMkLst>
            <pc:docMk/>
            <pc:sldMk cId="2697606341" sldId="682"/>
            <ac:spMk id="274" creationId="{C1692653-6DE2-4DD4-9BE0-FBC6952862F8}"/>
          </ac:spMkLst>
        </pc:spChg>
        <pc:spChg chg="mod">
          <ac:chgData name="翟 锐" userId="fef11181f709266a" providerId="LiveId" clId="{4F873610-AE96-4B46-8AF0-3D7B236AABE3}" dt="2020-12-10T03:31:43.443" v="1299" actId="1076"/>
          <ac:spMkLst>
            <pc:docMk/>
            <pc:sldMk cId="2697606341" sldId="682"/>
            <ac:spMk id="275" creationId="{1E4BE089-A9AC-4B88-9C69-E3AB753DF5E2}"/>
          </ac:spMkLst>
        </pc:spChg>
        <pc:spChg chg="mod">
          <ac:chgData name="翟 锐" userId="fef11181f709266a" providerId="LiveId" clId="{4F873610-AE96-4B46-8AF0-3D7B236AABE3}" dt="2020-12-10T03:31:43.443" v="1299" actId="1076"/>
          <ac:spMkLst>
            <pc:docMk/>
            <pc:sldMk cId="2697606341" sldId="682"/>
            <ac:spMk id="276" creationId="{935292EB-735B-437B-9DB7-5D751F827DE7}"/>
          </ac:spMkLst>
        </pc:spChg>
        <pc:spChg chg="mod">
          <ac:chgData name="翟 锐" userId="fef11181f709266a" providerId="LiveId" clId="{4F873610-AE96-4B46-8AF0-3D7B236AABE3}" dt="2020-12-10T03:31:43.443" v="1299" actId="1076"/>
          <ac:spMkLst>
            <pc:docMk/>
            <pc:sldMk cId="2697606341" sldId="682"/>
            <ac:spMk id="277" creationId="{0DB7187E-BDF3-44F8-B442-C424141D63E9}"/>
          </ac:spMkLst>
        </pc:spChg>
        <pc:spChg chg="mod">
          <ac:chgData name="翟 锐" userId="fef11181f709266a" providerId="LiveId" clId="{4F873610-AE96-4B46-8AF0-3D7B236AABE3}" dt="2020-12-10T03:31:43.443" v="1299" actId="1076"/>
          <ac:spMkLst>
            <pc:docMk/>
            <pc:sldMk cId="2697606341" sldId="682"/>
            <ac:spMk id="278" creationId="{37B35BF6-15EB-4F7E-866A-918D00392E51}"/>
          </ac:spMkLst>
        </pc:spChg>
        <pc:spChg chg="mod">
          <ac:chgData name="翟 锐" userId="fef11181f709266a" providerId="LiveId" clId="{4F873610-AE96-4B46-8AF0-3D7B236AABE3}" dt="2020-12-10T03:31:43.443" v="1299" actId="1076"/>
          <ac:spMkLst>
            <pc:docMk/>
            <pc:sldMk cId="2697606341" sldId="682"/>
            <ac:spMk id="279" creationId="{EFB799FA-9866-401A-A329-8AF78843A2CE}"/>
          </ac:spMkLst>
        </pc:spChg>
        <pc:spChg chg="mod">
          <ac:chgData name="翟 锐" userId="fef11181f709266a" providerId="LiveId" clId="{4F873610-AE96-4B46-8AF0-3D7B236AABE3}" dt="2020-12-10T03:31:43.443" v="1299" actId="1076"/>
          <ac:spMkLst>
            <pc:docMk/>
            <pc:sldMk cId="2697606341" sldId="682"/>
            <ac:spMk id="280" creationId="{FADF8BFD-5DB7-4594-90DE-C0D11E7D3AF9}"/>
          </ac:spMkLst>
        </pc:spChg>
        <pc:spChg chg="mod">
          <ac:chgData name="翟 锐" userId="fef11181f709266a" providerId="LiveId" clId="{4F873610-AE96-4B46-8AF0-3D7B236AABE3}" dt="2020-12-10T03:31:43.443" v="1299" actId="1076"/>
          <ac:spMkLst>
            <pc:docMk/>
            <pc:sldMk cId="2697606341" sldId="682"/>
            <ac:spMk id="281" creationId="{1F3EDA53-A8CE-4842-A378-7CCCBDE5EB28}"/>
          </ac:spMkLst>
        </pc:spChg>
        <pc:spChg chg="mod">
          <ac:chgData name="翟 锐" userId="fef11181f709266a" providerId="LiveId" clId="{4F873610-AE96-4B46-8AF0-3D7B236AABE3}" dt="2020-12-10T03:31:43.443" v="1299" actId="1076"/>
          <ac:spMkLst>
            <pc:docMk/>
            <pc:sldMk cId="2697606341" sldId="682"/>
            <ac:spMk id="282" creationId="{191AA362-3148-40FF-A118-C77FDB56154A}"/>
          </ac:spMkLst>
        </pc:spChg>
        <pc:spChg chg="mod">
          <ac:chgData name="翟 锐" userId="fef11181f709266a" providerId="LiveId" clId="{4F873610-AE96-4B46-8AF0-3D7B236AABE3}" dt="2020-12-10T03:31:43.443" v="1299" actId="1076"/>
          <ac:spMkLst>
            <pc:docMk/>
            <pc:sldMk cId="2697606341" sldId="682"/>
            <ac:spMk id="283" creationId="{D10D86E1-AE79-4CB6-89FF-B2ED0D96E7B0}"/>
          </ac:spMkLst>
        </pc:spChg>
        <pc:spChg chg="mod">
          <ac:chgData name="翟 锐" userId="fef11181f709266a" providerId="LiveId" clId="{4F873610-AE96-4B46-8AF0-3D7B236AABE3}" dt="2020-12-10T03:31:43.443" v="1299" actId="1076"/>
          <ac:spMkLst>
            <pc:docMk/>
            <pc:sldMk cId="2697606341" sldId="682"/>
            <ac:spMk id="284" creationId="{B65CE5DA-9493-4F28-8303-1CAA0B071855}"/>
          </ac:spMkLst>
        </pc:spChg>
        <pc:spChg chg="mod">
          <ac:chgData name="翟 锐" userId="fef11181f709266a" providerId="LiveId" clId="{4F873610-AE96-4B46-8AF0-3D7B236AABE3}" dt="2020-12-10T03:31:43.443" v="1299" actId="1076"/>
          <ac:spMkLst>
            <pc:docMk/>
            <pc:sldMk cId="2697606341" sldId="682"/>
            <ac:spMk id="285" creationId="{C9CE0CF4-690A-401B-A6C7-8E72413518EA}"/>
          </ac:spMkLst>
        </pc:spChg>
        <pc:spChg chg="mod">
          <ac:chgData name="翟 锐" userId="fef11181f709266a" providerId="LiveId" clId="{4F873610-AE96-4B46-8AF0-3D7B236AABE3}" dt="2020-12-10T03:31:43.443" v="1299" actId="1076"/>
          <ac:spMkLst>
            <pc:docMk/>
            <pc:sldMk cId="2697606341" sldId="682"/>
            <ac:spMk id="286" creationId="{9A40E203-A394-4EF8-B36E-CF3C9A041502}"/>
          </ac:spMkLst>
        </pc:spChg>
        <pc:spChg chg="mod">
          <ac:chgData name="翟 锐" userId="fef11181f709266a" providerId="LiveId" clId="{4F873610-AE96-4B46-8AF0-3D7B236AABE3}" dt="2020-12-10T03:31:43.443" v="1299" actId="1076"/>
          <ac:spMkLst>
            <pc:docMk/>
            <pc:sldMk cId="2697606341" sldId="682"/>
            <ac:spMk id="287" creationId="{52875745-B13B-4A8E-B5D8-E5E458705932}"/>
          </ac:spMkLst>
        </pc:spChg>
        <pc:spChg chg="mod">
          <ac:chgData name="翟 锐" userId="fef11181f709266a" providerId="LiveId" clId="{4F873610-AE96-4B46-8AF0-3D7B236AABE3}" dt="2020-12-10T03:31:43.443" v="1299" actId="1076"/>
          <ac:spMkLst>
            <pc:docMk/>
            <pc:sldMk cId="2697606341" sldId="682"/>
            <ac:spMk id="288" creationId="{30BF9FD0-E323-40E1-A7A6-6789E82375D7}"/>
          </ac:spMkLst>
        </pc:spChg>
        <pc:spChg chg="mod">
          <ac:chgData name="翟 锐" userId="fef11181f709266a" providerId="LiveId" clId="{4F873610-AE96-4B46-8AF0-3D7B236AABE3}" dt="2020-12-10T03:31:43.443" v="1299" actId="1076"/>
          <ac:spMkLst>
            <pc:docMk/>
            <pc:sldMk cId="2697606341" sldId="682"/>
            <ac:spMk id="289" creationId="{D809F281-63AF-4471-B77B-3FB74D1971A5}"/>
          </ac:spMkLst>
        </pc:spChg>
        <pc:spChg chg="mod">
          <ac:chgData name="翟 锐" userId="fef11181f709266a" providerId="LiveId" clId="{4F873610-AE96-4B46-8AF0-3D7B236AABE3}" dt="2020-12-10T03:31:43.443" v="1299" actId="1076"/>
          <ac:spMkLst>
            <pc:docMk/>
            <pc:sldMk cId="2697606341" sldId="682"/>
            <ac:spMk id="290" creationId="{9044B562-149F-4493-8536-ACDDC25EE551}"/>
          </ac:spMkLst>
        </pc:spChg>
        <pc:spChg chg="mod">
          <ac:chgData name="翟 锐" userId="fef11181f709266a" providerId="LiveId" clId="{4F873610-AE96-4B46-8AF0-3D7B236AABE3}" dt="2020-12-10T03:31:43.443" v="1299" actId="1076"/>
          <ac:spMkLst>
            <pc:docMk/>
            <pc:sldMk cId="2697606341" sldId="682"/>
            <ac:spMk id="291" creationId="{533CC980-F094-4A99-A1A4-8209080C3E78}"/>
          </ac:spMkLst>
        </pc:spChg>
        <pc:spChg chg="mod">
          <ac:chgData name="翟 锐" userId="fef11181f709266a" providerId="LiveId" clId="{4F873610-AE96-4B46-8AF0-3D7B236AABE3}" dt="2020-12-10T03:31:43.443" v="1299" actId="1076"/>
          <ac:spMkLst>
            <pc:docMk/>
            <pc:sldMk cId="2697606341" sldId="682"/>
            <ac:spMk id="292" creationId="{43F36902-6755-4749-AB34-5BB7134F2FBB}"/>
          </ac:spMkLst>
        </pc:spChg>
        <pc:spChg chg="mod">
          <ac:chgData name="翟 锐" userId="fef11181f709266a" providerId="LiveId" clId="{4F873610-AE96-4B46-8AF0-3D7B236AABE3}" dt="2020-12-10T03:31:43.443" v="1299" actId="1076"/>
          <ac:spMkLst>
            <pc:docMk/>
            <pc:sldMk cId="2697606341" sldId="682"/>
            <ac:spMk id="293" creationId="{10DBC5EA-A779-487F-BE15-AC5BC534557A}"/>
          </ac:spMkLst>
        </pc:spChg>
        <pc:spChg chg="mod">
          <ac:chgData name="翟 锐" userId="fef11181f709266a" providerId="LiveId" clId="{4F873610-AE96-4B46-8AF0-3D7B236AABE3}" dt="2020-12-10T03:31:43.443" v="1299" actId="1076"/>
          <ac:spMkLst>
            <pc:docMk/>
            <pc:sldMk cId="2697606341" sldId="682"/>
            <ac:spMk id="294" creationId="{9E67DFF6-E0CB-4A9D-9558-B5DA58972859}"/>
          </ac:spMkLst>
        </pc:spChg>
        <pc:spChg chg="mod">
          <ac:chgData name="翟 锐" userId="fef11181f709266a" providerId="LiveId" clId="{4F873610-AE96-4B46-8AF0-3D7B236AABE3}" dt="2020-12-10T03:31:43.443" v="1299" actId="1076"/>
          <ac:spMkLst>
            <pc:docMk/>
            <pc:sldMk cId="2697606341" sldId="682"/>
            <ac:spMk id="295" creationId="{BD9E4DC6-66C2-4849-AE22-1C98FA82B4DD}"/>
          </ac:spMkLst>
        </pc:spChg>
        <pc:spChg chg="mod">
          <ac:chgData name="翟 锐" userId="fef11181f709266a" providerId="LiveId" clId="{4F873610-AE96-4B46-8AF0-3D7B236AABE3}" dt="2020-12-10T03:31:43.443" v="1299" actId="1076"/>
          <ac:spMkLst>
            <pc:docMk/>
            <pc:sldMk cId="2697606341" sldId="682"/>
            <ac:spMk id="296" creationId="{BC3F0253-6B68-4542-9AAE-C1E5AE34B196}"/>
          </ac:spMkLst>
        </pc:spChg>
        <pc:spChg chg="mod">
          <ac:chgData name="翟 锐" userId="fef11181f709266a" providerId="LiveId" clId="{4F873610-AE96-4B46-8AF0-3D7B236AABE3}" dt="2020-12-10T03:31:43.443" v="1299" actId="1076"/>
          <ac:spMkLst>
            <pc:docMk/>
            <pc:sldMk cId="2697606341" sldId="682"/>
            <ac:spMk id="297" creationId="{5AD3E622-7611-4798-BBF4-6F5711D5EA89}"/>
          </ac:spMkLst>
        </pc:spChg>
        <pc:spChg chg="mod">
          <ac:chgData name="翟 锐" userId="fef11181f709266a" providerId="LiveId" clId="{4F873610-AE96-4B46-8AF0-3D7B236AABE3}" dt="2020-12-10T03:31:43.443" v="1299" actId="1076"/>
          <ac:spMkLst>
            <pc:docMk/>
            <pc:sldMk cId="2697606341" sldId="682"/>
            <ac:spMk id="298" creationId="{D8483303-12B4-4563-BFE4-AE4557FA5EB3}"/>
          </ac:spMkLst>
        </pc:spChg>
        <pc:spChg chg="mod">
          <ac:chgData name="翟 锐" userId="fef11181f709266a" providerId="LiveId" clId="{4F873610-AE96-4B46-8AF0-3D7B236AABE3}" dt="2020-12-10T03:31:43.443" v="1299" actId="1076"/>
          <ac:spMkLst>
            <pc:docMk/>
            <pc:sldMk cId="2697606341" sldId="682"/>
            <ac:spMk id="299" creationId="{FEEC94A0-DC45-467A-8100-54B91F0FFBAF}"/>
          </ac:spMkLst>
        </pc:spChg>
        <pc:spChg chg="mod">
          <ac:chgData name="翟 锐" userId="fef11181f709266a" providerId="LiveId" clId="{4F873610-AE96-4B46-8AF0-3D7B236AABE3}" dt="2020-12-10T03:31:43.443" v="1299" actId="1076"/>
          <ac:spMkLst>
            <pc:docMk/>
            <pc:sldMk cId="2697606341" sldId="682"/>
            <ac:spMk id="300" creationId="{773CF6AE-56A9-4373-8FFE-7C82C0C94BF3}"/>
          </ac:spMkLst>
        </pc:spChg>
        <pc:spChg chg="mod">
          <ac:chgData name="翟 锐" userId="fef11181f709266a" providerId="LiveId" clId="{4F873610-AE96-4B46-8AF0-3D7B236AABE3}" dt="2020-12-10T03:31:43.443" v="1299" actId="1076"/>
          <ac:spMkLst>
            <pc:docMk/>
            <pc:sldMk cId="2697606341" sldId="682"/>
            <ac:spMk id="301" creationId="{4F02DB65-AC7E-4746-84BB-CC7A1236C18A}"/>
          </ac:spMkLst>
        </pc:spChg>
        <pc:spChg chg="mod">
          <ac:chgData name="翟 锐" userId="fef11181f709266a" providerId="LiveId" clId="{4F873610-AE96-4B46-8AF0-3D7B236AABE3}" dt="2020-12-10T03:31:43.443" v="1299" actId="1076"/>
          <ac:spMkLst>
            <pc:docMk/>
            <pc:sldMk cId="2697606341" sldId="682"/>
            <ac:spMk id="302" creationId="{C03B3001-B1D0-4B72-8BFA-C04F26B0B6C5}"/>
          </ac:spMkLst>
        </pc:spChg>
        <pc:spChg chg="mod">
          <ac:chgData name="翟 锐" userId="fef11181f709266a" providerId="LiveId" clId="{4F873610-AE96-4B46-8AF0-3D7B236AABE3}" dt="2020-12-10T03:31:43.443" v="1299" actId="1076"/>
          <ac:spMkLst>
            <pc:docMk/>
            <pc:sldMk cId="2697606341" sldId="682"/>
            <ac:spMk id="303" creationId="{18302CC9-7F26-4AA9-9C3D-3A2569FF2208}"/>
          </ac:spMkLst>
        </pc:spChg>
        <pc:spChg chg="mod">
          <ac:chgData name="翟 锐" userId="fef11181f709266a" providerId="LiveId" clId="{4F873610-AE96-4B46-8AF0-3D7B236AABE3}" dt="2020-12-10T03:31:43.443" v="1299" actId="1076"/>
          <ac:spMkLst>
            <pc:docMk/>
            <pc:sldMk cId="2697606341" sldId="682"/>
            <ac:spMk id="304" creationId="{1B76BE8B-F1E2-48DC-AD89-B4E860B4B689}"/>
          </ac:spMkLst>
        </pc:spChg>
        <pc:spChg chg="mod">
          <ac:chgData name="翟 锐" userId="fef11181f709266a" providerId="LiveId" clId="{4F873610-AE96-4B46-8AF0-3D7B236AABE3}" dt="2020-12-10T03:31:43.443" v="1299" actId="1076"/>
          <ac:spMkLst>
            <pc:docMk/>
            <pc:sldMk cId="2697606341" sldId="682"/>
            <ac:spMk id="305" creationId="{EAF2440E-99DF-4582-B98D-CA8247343D57}"/>
          </ac:spMkLst>
        </pc:spChg>
        <pc:spChg chg="mod">
          <ac:chgData name="翟 锐" userId="fef11181f709266a" providerId="LiveId" clId="{4F873610-AE96-4B46-8AF0-3D7B236AABE3}" dt="2020-12-10T03:31:43.443" v="1299" actId="1076"/>
          <ac:spMkLst>
            <pc:docMk/>
            <pc:sldMk cId="2697606341" sldId="682"/>
            <ac:spMk id="306" creationId="{2B6668B0-432A-4EC7-A95F-614F283974EF}"/>
          </ac:spMkLst>
        </pc:spChg>
        <pc:spChg chg="mod">
          <ac:chgData name="翟 锐" userId="fef11181f709266a" providerId="LiveId" clId="{4F873610-AE96-4B46-8AF0-3D7B236AABE3}" dt="2020-12-10T03:31:43.443" v="1299" actId="1076"/>
          <ac:spMkLst>
            <pc:docMk/>
            <pc:sldMk cId="2697606341" sldId="682"/>
            <ac:spMk id="307" creationId="{EEC31C75-5AD7-4C81-A977-66FAAD18DD17}"/>
          </ac:spMkLst>
        </pc:spChg>
        <pc:spChg chg="mod">
          <ac:chgData name="翟 锐" userId="fef11181f709266a" providerId="LiveId" clId="{4F873610-AE96-4B46-8AF0-3D7B236AABE3}" dt="2020-12-10T03:31:43.443" v="1299" actId="1076"/>
          <ac:spMkLst>
            <pc:docMk/>
            <pc:sldMk cId="2697606341" sldId="682"/>
            <ac:spMk id="308" creationId="{7834DFD2-E0D4-4F43-AC14-7C0EEF7298AA}"/>
          </ac:spMkLst>
        </pc:spChg>
        <pc:spChg chg="mod">
          <ac:chgData name="翟 锐" userId="fef11181f709266a" providerId="LiveId" clId="{4F873610-AE96-4B46-8AF0-3D7B236AABE3}" dt="2020-12-10T03:31:43.443" v="1299" actId="1076"/>
          <ac:spMkLst>
            <pc:docMk/>
            <pc:sldMk cId="2697606341" sldId="682"/>
            <ac:spMk id="309" creationId="{ECB9F2E2-436E-424F-9278-105A1A77F3B0}"/>
          </ac:spMkLst>
        </pc:spChg>
        <pc:spChg chg="mod">
          <ac:chgData name="翟 锐" userId="fef11181f709266a" providerId="LiveId" clId="{4F873610-AE96-4B46-8AF0-3D7B236AABE3}" dt="2020-12-10T03:31:43.443" v="1299" actId="1076"/>
          <ac:spMkLst>
            <pc:docMk/>
            <pc:sldMk cId="2697606341" sldId="682"/>
            <ac:spMk id="310" creationId="{D7107F02-A17B-43B6-B6C2-D37E7F726205}"/>
          </ac:spMkLst>
        </pc:spChg>
        <pc:spChg chg="mod">
          <ac:chgData name="翟 锐" userId="fef11181f709266a" providerId="LiveId" clId="{4F873610-AE96-4B46-8AF0-3D7B236AABE3}" dt="2020-12-10T03:31:43.443" v="1299" actId="1076"/>
          <ac:spMkLst>
            <pc:docMk/>
            <pc:sldMk cId="2697606341" sldId="682"/>
            <ac:spMk id="311" creationId="{721798E2-2391-4CD8-A7B7-A8306E844DFA}"/>
          </ac:spMkLst>
        </pc:spChg>
        <pc:spChg chg="mod">
          <ac:chgData name="翟 锐" userId="fef11181f709266a" providerId="LiveId" clId="{4F873610-AE96-4B46-8AF0-3D7B236AABE3}" dt="2020-12-10T03:31:43.443" v="1299" actId="1076"/>
          <ac:spMkLst>
            <pc:docMk/>
            <pc:sldMk cId="2697606341" sldId="682"/>
            <ac:spMk id="312" creationId="{726024BC-28F2-43D6-A07A-E75ABFBC7448}"/>
          </ac:spMkLst>
        </pc:spChg>
        <pc:spChg chg="mod">
          <ac:chgData name="翟 锐" userId="fef11181f709266a" providerId="LiveId" clId="{4F873610-AE96-4B46-8AF0-3D7B236AABE3}" dt="2020-12-10T03:31:43.443" v="1299" actId="1076"/>
          <ac:spMkLst>
            <pc:docMk/>
            <pc:sldMk cId="2697606341" sldId="682"/>
            <ac:spMk id="313" creationId="{C8735B03-9DD8-4506-9FB4-4B76AC464AC8}"/>
          </ac:spMkLst>
        </pc:spChg>
        <pc:spChg chg="mod">
          <ac:chgData name="翟 锐" userId="fef11181f709266a" providerId="LiveId" clId="{4F873610-AE96-4B46-8AF0-3D7B236AABE3}" dt="2020-12-10T03:31:43.443" v="1299" actId="1076"/>
          <ac:spMkLst>
            <pc:docMk/>
            <pc:sldMk cId="2697606341" sldId="682"/>
            <ac:spMk id="314" creationId="{6EBE79C9-A03E-4FC3-8285-77366A027A12}"/>
          </ac:spMkLst>
        </pc:spChg>
        <pc:spChg chg="mod">
          <ac:chgData name="翟 锐" userId="fef11181f709266a" providerId="LiveId" clId="{4F873610-AE96-4B46-8AF0-3D7B236AABE3}" dt="2020-12-10T03:31:43.443" v="1299" actId="1076"/>
          <ac:spMkLst>
            <pc:docMk/>
            <pc:sldMk cId="2697606341" sldId="682"/>
            <ac:spMk id="315" creationId="{4A664745-A967-4F90-B05A-18EF7B4623A5}"/>
          </ac:spMkLst>
        </pc:spChg>
        <pc:spChg chg="mod">
          <ac:chgData name="翟 锐" userId="fef11181f709266a" providerId="LiveId" clId="{4F873610-AE96-4B46-8AF0-3D7B236AABE3}" dt="2020-12-10T03:31:43.443" v="1299" actId="1076"/>
          <ac:spMkLst>
            <pc:docMk/>
            <pc:sldMk cId="2697606341" sldId="682"/>
            <ac:spMk id="316" creationId="{A1BFBDDA-F889-408E-8209-6CDBB4450461}"/>
          </ac:spMkLst>
        </pc:spChg>
        <pc:spChg chg="mod">
          <ac:chgData name="翟 锐" userId="fef11181f709266a" providerId="LiveId" clId="{4F873610-AE96-4B46-8AF0-3D7B236AABE3}" dt="2020-12-10T03:31:43.443" v="1299" actId="1076"/>
          <ac:spMkLst>
            <pc:docMk/>
            <pc:sldMk cId="2697606341" sldId="682"/>
            <ac:spMk id="317" creationId="{19C48438-3D04-4296-ADB7-B179931B481D}"/>
          </ac:spMkLst>
        </pc:spChg>
        <pc:spChg chg="mod">
          <ac:chgData name="翟 锐" userId="fef11181f709266a" providerId="LiveId" clId="{4F873610-AE96-4B46-8AF0-3D7B236AABE3}" dt="2020-12-10T03:31:43.443" v="1299" actId="1076"/>
          <ac:spMkLst>
            <pc:docMk/>
            <pc:sldMk cId="2697606341" sldId="682"/>
            <ac:spMk id="318" creationId="{087D4DC9-ADB8-4291-A24D-6E169060F7C7}"/>
          </ac:spMkLst>
        </pc:spChg>
        <pc:spChg chg="mod">
          <ac:chgData name="翟 锐" userId="fef11181f709266a" providerId="LiveId" clId="{4F873610-AE96-4B46-8AF0-3D7B236AABE3}" dt="2020-12-10T03:31:43.443" v="1299" actId="1076"/>
          <ac:spMkLst>
            <pc:docMk/>
            <pc:sldMk cId="2697606341" sldId="682"/>
            <ac:spMk id="319" creationId="{DB55CDE3-2FF9-42E4-8548-1F9C42A6864E}"/>
          </ac:spMkLst>
        </pc:spChg>
        <pc:spChg chg="mod">
          <ac:chgData name="翟 锐" userId="fef11181f709266a" providerId="LiveId" clId="{4F873610-AE96-4B46-8AF0-3D7B236AABE3}" dt="2020-12-10T03:31:43.443" v="1299" actId="1076"/>
          <ac:spMkLst>
            <pc:docMk/>
            <pc:sldMk cId="2697606341" sldId="682"/>
            <ac:spMk id="320" creationId="{FB5ADC4E-5D01-4DDB-9DEA-A38FEEDA3B0A}"/>
          </ac:spMkLst>
        </pc:spChg>
        <pc:spChg chg="mod">
          <ac:chgData name="翟 锐" userId="fef11181f709266a" providerId="LiveId" clId="{4F873610-AE96-4B46-8AF0-3D7B236AABE3}" dt="2020-12-10T03:31:43.443" v="1299" actId="1076"/>
          <ac:spMkLst>
            <pc:docMk/>
            <pc:sldMk cId="2697606341" sldId="682"/>
            <ac:spMk id="321" creationId="{3A014022-D415-47EA-96F7-A913F63DD1E3}"/>
          </ac:spMkLst>
        </pc:spChg>
        <pc:spChg chg="mod">
          <ac:chgData name="翟 锐" userId="fef11181f709266a" providerId="LiveId" clId="{4F873610-AE96-4B46-8AF0-3D7B236AABE3}" dt="2020-12-10T03:31:43.443" v="1299" actId="1076"/>
          <ac:spMkLst>
            <pc:docMk/>
            <pc:sldMk cId="2697606341" sldId="682"/>
            <ac:spMk id="322" creationId="{BA24AF2D-130C-4D34-9877-5AAD5B555924}"/>
          </ac:spMkLst>
        </pc:spChg>
        <pc:spChg chg="mod">
          <ac:chgData name="翟 锐" userId="fef11181f709266a" providerId="LiveId" clId="{4F873610-AE96-4B46-8AF0-3D7B236AABE3}" dt="2020-12-10T03:31:43.443" v="1299" actId="1076"/>
          <ac:spMkLst>
            <pc:docMk/>
            <pc:sldMk cId="2697606341" sldId="682"/>
            <ac:spMk id="323" creationId="{DB94E0EA-95AA-4AAA-BE71-7B9FA30CB802}"/>
          </ac:spMkLst>
        </pc:spChg>
        <pc:spChg chg="mod">
          <ac:chgData name="翟 锐" userId="fef11181f709266a" providerId="LiveId" clId="{4F873610-AE96-4B46-8AF0-3D7B236AABE3}" dt="2020-12-10T03:31:43.443" v="1299" actId="1076"/>
          <ac:spMkLst>
            <pc:docMk/>
            <pc:sldMk cId="2697606341" sldId="682"/>
            <ac:spMk id="324" creationId="{15DACDFE-0E68-422E-BD96-6EFD9D6CD654}"/>
          </ac:spMkLst>
        </pc:spChg>
        <pc:spChg chg="mod">
          <ac:chgData name="翟 锐" userId="fef11181f709266a" providerId="LiveId" clId="{4F873610-AE96-4B46-8AF0-3D7B236AABE3}" dt="2020-12-10T03:31:43.443" v="1299" actId="1076"/>
          <ac:spMkLst>
            <pc:docMk/>
            <pc:sldMk cId="2697606341" sldId="682"/>
            <ac:spMk id="325" creationId="{3A30A386-97EE-4EFE-A1D2-B976840DE473}"/>
          </ac:spMkLst>
        </pc:spChg>
        <pc:spChg chg="mod">
          <ac:chgData name="翟 锐" userId="fef11181f709266a" providerId="LiveId" clId="{4F873610-AE96-4B46-8AF0-3D7B236AABE3}" dt="2020-12-10T03:31:43.443" v="1299" actId="1076"/>
          <ac:spMkLst>
            <pc:docMk/>
            <pc:sldMk cId="2697606341" sldId="682"/>
            <ac:spMk id="326" creationId="{432B9E0D-8FC8-41FB-A8D3-B495A52A127E}"/>
          </ac:spMkLst>
        </pc:spChg>
        <pc:spChg chg="mod">
          <ac:chgData name="翟 锐" userId="fef11181f709266a" providerId="LiveId" clId="{4F873610-AE96-4B46-8AF0-3D7B236AABE3}" dt="2020-12-10T03:31:43.443" v="1299" actId="1076"/>
          <ac:spMkLst>
            <pc:docMk/>
            <pc:sldMk cId="2697606341" sldId="682"/>
            <ac:spMk id="327" creationId="{8F9EC903-37A0-4ECA-A099-38753CF1473E}"/>
          </ac:spMkLst>
        </pc:spChg>
        <pc:spChg chg="mod">
          <ac:chgData name="翟 锐" userId="fef11181f709266a" providerId="LiveId" clId="{4F873610-AE96-4B46-8AF0-3D7B236AABE3}" dt="2020-12-10T03:31:43.443" v="1299" actId="1076"/>
          <ac:spMkLst>
            <pc:docMk/>
            <pc:sldMk cId="2697606341" sldId="682"/>
            <ac:spMk id="328" creationId="{188D4BB4-E183-4F84-81A3-51FDFB9339CA}"/>
          </ac:spMkLst>
        </pc:spChg>
        <pc:spChg chg="mod">
          <ac:chgData name="翟 锐" userId="fef11181f709266a" providerId="LiveId" clId="{4F873610-AE96-4B46-8AF0-3D7B236AABE3}" dt="2020-12-10T03:31:43.443" v="1299" actId="1076"/>
          <ac:spMkLst>
            <pc:docMk/>
            <pc:sldMk cId="2697606341" sldId="682"/>
            <ac:spMk id="329" creationId="{D6EC0FB0-E57D-449C-B832-F9D6AD5083D5}"/>
          </ac:spMkLst>
        </pc:spChg>
        <pc:spChg chg="mod">
          <ac:chgData name="翟 锐" userId="fef11181f709266a" providerId="LiveId" clId="{4F873610-AE96-4B46-8AF0-3D7B236AABE3}" dt="2020-12-10T03:31:43.443" v="1299" actId="1076"/>
          <ac:spMkLst>
            <pc:docMk/>
            <pc:sldMk cId="2697606341" sldId="682"/>
            <ac:spMk id="330" creationId="{EEA2D8C6-2057-4652-885B-F38A65B2C1F8}"/>
          </ac:spMkLst>
        </pc:spChg>
        <pc:spChg chg="mod">
          <ac:chgData name="翟 锐" userId="fef11181f709266a" providerId="LiveId" clId="{4F873610-AE96-4B46-8AF0-3D7B236AABE3}" dt="2020-12-10T03:31:43.443" v="1299" actId="1076"/>
          <ac:spMkLst>
            <pc:docMk/>
            <pc:sldMk cId="2697606341" sldId="682"/>
            <ac:spMk id="331" creationId="{F37E246E-C971-44B7-B93F-D39A549C0A66}"/>
          </ac:spMkLst>
        </pc:spChg>
        <pc:spChg chg="mod">
          <ac:chgData name="翟 锐" userId="fef11181f709266a" providerId="LiveId" clId="{4F873610-AE96-4B46-8AF0-3D7B236AABE3}" dt="2020-12-10T03:31:43.443" v="1299" actId="1076"/>
          <ac:spMkLst>
            <pc:docMk/>
            <pc:sldMk cId="2697606341" sldId="682"/>
            <ac:spMk id="332" creationId="{3D609E6E-0478-4E01-9E7E-ED48506BE6BD}"/>
          </ac:spMkLst>
        </pc:spChg>
        <pc:spChg chg="mod">
          <ac:chgData name="翟 锐" userId="fef11181f709266a" providerId="LiveId" clId="{4F873610-AE96-4B46-8AF0-3D7B236AABE3}" dt="2020-12-10T03:31:43.443" v="1299" actId="1076"/>
          <ac:spMkLst>
            <pc:docMk/>
            <pc:sldMk cId="2697606341" sldId="682"/>
            <ac:spMk id="333" creationId="{14EDCDBE-6A04-4CCD-AE19-1F555114F776}"/>
          </ac:spMkLst>
        </pc:spChg>
        <pc:spChg chg="mod">
          <ac:chgData name="翟 锐" userId="fef11181f709266a" providerId="LiveId" clId="{4F873610-AE96-4B46-8AF0-3D7B236AABE3}" dt="2020-12-10T03:31:43.443" v="1299" actId="1076"/>
          <ac:spMkLst>
            <pc:docMk/>
            <pc:sldMk cId="2697606341" sldId="682"/>
            <ac:spMk id="334" creationId="{5BCD1769-C96D-4B25-A3A5-E26BB5CB4A24}"/>
          </ac:spMkLst>
        </pc:spChg>
        <pc:spChg chg="mod">
          <ac:chgData name="翟 锐" userId="fef11181f709266a" providerId="LiveId" clId="{4F873610-AE96-4B46-8AF0-3D7B236AABE3}" dt="2020-12-10T03:31:43.443" v="1299" actId="1076"/>
          <ac:spMkLst>
            <pc:docMk/>
            <pc:sldMk cId="2697606341" sldId="682"/>
            <ac:spMk id="335" creationId="{810478E2-8E50-4E43-97F5-3C0440F813E0}"/>
          </ac:spMkLst>
        </pc:spChg>
        <pc:spChg chg="mod">
          <ac:chgData name="翟 锐" userId="fef11181f709266a" providerId="LiveId" clId="{4F873610-AE96-4B46-8AF0-3D7B236AABE3}" dt="2020-12-10T03:31:43.443" v="1299" actId="1076"/>
          <ac:spMkLst>
            <pc:docMk/>
            <pc:sldMk cId="2697606341" sldId="682"/>
            <ac:spMk id="336" creationId="{5A1AA348-E7D8-46F5-B22C-12A3DA84D954}"/>
          </ac:spMkLst>
        </pc:spChg>
        <pc:spChg chg="mod">
          <ac:chgData name="翟 锐" userId="fef11181f709266a" providerId="LiveId" clId="{4F873610-AE96-4B46-8AF0-3D7B236AABE3}" dt="2020-12-10T03:31:43.443" v="1299" actId="1076"/>
          <ac:spMkLst>
            <pc:docMk/>
            <pc:sldMk cId="2697606341" sldId="682"/>
            <ac:spMk id="337" creationId="{39D8B9C3-81B6-423C-8B95-4022C912414A}"/>
          </ac:spMkLst>
        </pc:spChg>
        <pc:spChg chg="mod">
          <ac:chgData name="翟 锐" userId="fef11181f709266a" providerId="LiveId" clId="{4F873610-AE96-4B46-8AF0-3D7B236AABE3}" dt="2020-12-10T03:31:43.443" v="1299" actId="1076"/>
          <ac:spMkLst>
            <pc:docMk/>
            <pc:sldMk cId="2697606341" sldId="682"/>
            <ac:spMk id="338" creationId="{63E08553-6D91-4A44-A125-96E2788053F6}"/>
          </ac:spMkLst>
        </pc:spChg>
        <pc:spChg chg="mod">
          <ac:chgData name="翟 锐" userId="fef11181f709266a" providerId="LiveId" clId="{4F873610-AE96-4B46-8AF0-3D7B236AABE3}" dt="2020-12-10T03:31:43.443" v="1299" actId="1076"/>
          <ac:spMkLst>
            <pc:docMk/>
            <pc:sldMk cId="2697606341" sldId="682"/>
            <ac:spMk id="339" creationId="{48981EBD-DE8C-4BE9-B737-1CB326742460}"/>
          </ac:spMkLst>
        </pc:spChg>
        <pc:spChg chg="mod">
          <ac:chgData name="翟 锐" userId="fef11181f709266a" providerId="LiveId" clId="{4F873610-AE96-4B46-8AF0-3D7B236AABE3}" dt="2020-12-10T03:31:43.443" v="1299" actId="1076"/>
          <ac:spMkLst>
            <pc:docMk/>
            <pc:sldMk cId="2697606341" sldId="682"/>
            <ac:spMk id="340" creationId="{45E957B2-6BD5-436D-8B4C-D557E9BC6DB9}"/>
          </ac:spMkLst>
        </pc:spChg>
        <pc:spChg chg="mod">
          <ac:chgData name="翟 锐" userId="fef11181f709266a" providerId="LiveId" clId="{4F873610-AE96-4B46-8AF0-3D7B236AABE3}" dt="2020-12-10T03:31:43.443" v="1299" actId="1076"/>
          <ac:spMkLst>
            <pc:docMk/>
            <pc:sldMk cId="2697606341" sldId="682"/>
            <ac:spMk id="341" creationId="{228D2909-A9AD-4E2A-AA66-D1ADA1C7E6D3}"/>
          </ac:spMkLst>
        </pc:spChg>
        <pc:spChg chg="mod">
          <ac:chgData name="翟 锐" userId="fef11181f709266a" providerId="LiveId" clId="{4F873610-AE96-4B46-8AF0-3D7B236AABE3}" dt="2020-12-10T03:31:43.443" v="1299" actId="1076"/>
          <ac:spMkLst>
            <pc:docMk/>
            <pc:sldMk cId="2697606341" sldId="682"/>
            <ac:spMk id="342" creationId="{C66A8C66-A543-4413-BCEC-BB69EE7756C1}"/>
          </ac:spMkLst>
        </pc:spChg>
        <pc:spChg chg="mod">
          <ac:chgData name="翟 锐" userId="fef11181f709266a" providerId="LiveId" clId="{4F873610-AE96-4B46-8AF0-3D7B236AABE3}" dt="2020-12-10T03:31:43.443" v="1299" actId="1076"/>
          <ac:spMkLst>
            <pc:docMk/>
            <pc:sldMk cId="2697606341" sldId="682"/>
            <ac:spMk id="343" creationId="{11F6AD80-C057-49B5-A710-0599177DA19D}"/>
          </ac:spMkLst>
        </pc:spChg>
        <pc:spChg chg="mod">
          <ac:chgData name="翟 锐" userId="fef11181f709266a" providerId="LiveId" clId="{4F873610-AE96-4B46-8AF0-3D7B236AABE3}" dt="2020-12-10T03:31:43.443" v="1299" actId="1076"/>
          <ac:spMkLst>
            <pc:docMk/>
            <pc:sldMk cId="2697606341" sldId="682"/>
            <ac:spMk id="344" creationId="{390CD5CF-4140-4174-8FD0-7229325355C9}"/>
          </ac:spMkLst>
        </pc:spChg>
        <pc:spChg chg="mod">
          <ac:chgData name="翟 锐" userId="fef11181f709266a" providerId="LiveId" clId="{4F873610-AE96-4B46-8AF0-3D7B236AABE3}" dt="2020-12-10T03:31:43.443" v="1299" actId="1076"/>
          <ac:spMkLst>
            <pc:docMk/>
            <pc:sldMk cId="2697606341" sldId="682"/>
            <ac:spMk id="345" creationId="{51EFEB02-6BBA-4937-90C7-EFA1B53E6453}"/>
          </ac:spMkLst>
        </pc:spChg>
        <pc:spChg chg="mod">
          <ac:chgData name="翟 锐" userId="fef11181f709266a" providerId="LiveId" clId="{4F873610-AE96-4B46-8AF0-3D7B236AABE3}" dt="2020-12-10T03:31:43.443" v="1299" actId="1076"/>
          <ac:spMkLst>
            <pc:docMk/>
            <pc:sldMk cId="2697606341" sldId="682"/>
            <ac:spMk id="346" creationId="{0B45A140-335C-4759-A800-81D247C6184B}"/>
          </ac:spMkLst>
        </pc:spChg>
        <pc:spChg chg="mod">
          <ac:chgData name="翟 锐" userId="fef11181f709266a" providerId="LiveId" clId="{4F873610-AE96-4B46-8AF0-3D7B236AABE3}" dt="2020-12-10T03:31:43.443" v="1299" actId="1076"/>
          <ac:spMkLst>
            <pc:docMk/>
            <pc:sldMk cId="2697606341" sldId="682"/>
            <ac:spMk id="347" creationId="{3EFF84D2-A599-4167-940C-B4068C38927E}"/>
          </ac:spMkLst>
        </pc:spChg>
        <pc:spChg chg="mod">
          <ac:chgData name="翟 锐" userId="fef11181f709266a" providerId="LiveId" clId="{4F873610-AE96-4B46-8AF0-3D7B236AABE3}" dt="2020-12-10T03:31:43.443" v="1299" actId="1076"/>
          <ac:spMkLst>
            <pc:docMk/>
            <pc:sldMk cId="2697606341" sldId="682"/>
            <ac:spMk id="348" creationId="{68229579-A518-401E-A7B4-C2144F014E1F}"/>
          </ac:spMkLst>
        </pc:spChg>
        <pc:spChg chg="mod">
          <ac:chgData name="翟 锐" userId="fef11181f709266a" providerId="LiveId" clId="{4F873610-AE96-4B46-8AF0-3D7B236AABE3}" dt="2020-12-10T03:31:43.443" v="1299" actId="1076"/>
          <ac:spMkLst>
            <pc:docMk/>
            <pc:sldMk cId="2697606341" sldId="682"/>
            <ac:spMk id="349" creationId="{B2342773-1E18-4358-B1AB-A30570C36A86}"/>
          </ac:spMkLst>
        </pc:spChg>
        <pc:spChg chg="mod">
          <ac:chgData name="翟 锐" userId="fef11181f709266a" providerId="LiveId" clId="{4F873610-AE96-4B46-8AF0-3D7B236AABE3}" dt="2020-12-10T03:31:43.443" v="1299" actId="1076"/>
          <ac:spMkLst>
            <pc:docMk/>
            <pc:sldMk cId="2697606341" sldId="682"/>
            <ac:spMk id="350" creationId="{569A0B1E-996D-4E18-828F-2227D0C9A5E8}"/>
          </ac:spMkLst>
        </pc:spChg>
        <pc:spChg chg="mod">
          <ac:chgData name="翟 锐" userId="fef11181f709266a" providerId="LiveId" clId="{4F873610-AE96-4B46-8AF0-3D7B236AABE3}" dt="2020-12-10T03:31:43.443" v="1299" actId="1076"/>
          <ac:spMkLst>
            <pc:docMk/>
            <pc:sldMk cId="2697606341" sldId="682"/>
            <ac:spMk id="351" creationId="{9BC50741-FF38-41F0-A16E-FFFA3930AB06}"/>
          </ac:spMkLst>
        </pc:spChg>
        <pc:spChg chg="mod">
          <ac:chgData name="翟 锐" userId="fef11181f709266a" providerId="LiveId" clId="{4F873610-AE96-4B46-8AF0-3D7B236AABE3}" dt="2020-12-10T03:31:43.443" v="1299" actId="1076"/>
          <ac:spMkLst>
            <pc:docMk/>
            <pc:sldMk cId="2697606341" sldId="682"/>
            <ac:spMk id="352" creationId="{A0A49F5E-EF13-4BA0-88EB-B6D28F4A05D3}"/>
          </ac:spMkLst>
        </pc:spChg>
        <pc:spChg chg="mod">
          <ac:chgData name="翟 锐" userId="fef11181f709266a" providerId="LiveId" clId="{4F873610-AE96-4B46-8AF0-3D7B236AABE3}" dt="2020-12-10T03:31:43.443" v="1299" actId="1076"/>
          <ac:spMkLst>
            <pc:docMk/>
            <pc:sldMk cId="2697606341" sldId="682"/>
            <ac:spMk id="353" creationId="{7FE73E8C-7F53-4C28-A0CD-BAF8FDC01B7A}"/>
          </ac:spMkLst>
        </pc:spChg>
        <pc:spChg chg="mod">
          <ac:chgData name="翟 锐" userId="fef11181f709266a" providerId="LiveId" clId="{4F873610-AE96-4B46-8AF0-3D7B236AABE3}" dt="2020-12-10T03:31:43.443" v="1299" actId="1076"/>
          <ac:spMkLst>
            <pc:docMk/>
            <pc:sldMk cId="2697606341" sldId="682"/>
            <ac:spMk id="354" creationId="{70EAA12F-014B-44FB-8965-FF09C6ADD978}"/>
          </ac:spMkLst>
        </pc:spChg>
        <pc:spChg chg="mod">
          <ac:chgData name="翟 锐" userId="fef11181f709266a" providerId="LiveId" clId="{4F873610-AE96-4B46-8AF0-3D7B236AABE3}" dt="2020-12-10T03:31:43.443" v="1299" actId="1076"/>
          <ac:spMkLst>
            <pc:docMk/>
            <pc:sldMk cId="2697606341" sldId="682"/>
            <ac:spMk id="355" creationId="{5B825466-3656-4A61-84A2-535C199424CA}"/>
          </ac:spMkLst>
        </pc:spChg>
        <pc:spChg chg="mod">
          <ac:chgData name="翟 锐" userId="fef11181f709266a" providerId="LiveId" clId="{4F873610-AE96-4B46-8AF0-3D7B236AABE3}" dt="2020-12-10T03:31:43.443" v="1299" actId="1076"/>
          <ac:spMkLst>
            <pc:docMk/>
            <pc:sldMk cId="2697606341" sldId="682"/>
            <ac:spMk id="356" creationId="{232D3ECC-8772-419A-902B-7A3661C25D20}"/>
          </ac:spMkLst>
        </pc:spChg>
        <pc:spChg chg="mod">
          <ac:chgData name="翟 锐" userId="fef11181f709266a" providerId="LiveId" clId="{4F873610-AE96-4B46-8AF0-3D7B236AABE3}" dt="2020-12-10T03:31:43.443" v="1299" actId="1076"/>
          <ac:spMkLst>
            <pc:docMk/>
            <pc:sldMk cId="2697606341" sldId="682"/>
            <ac:spMk id="357" creationId="{63FE8A9D-CD0F-4AEF-B23F-7BDF5A7DBC17}"/>
          </ac:spMkLst>
        </pc:spChg>
        <pc:spChg chg="mod">
          <ac:chgData name="翟 锐" userId="fef11181f709266a" providerId="LiveId" clId="{4F873610-AE96-4B46-8AF0-3D7B236AABE3}" dt="2020-12-10T03:31:43.443" v="1299" actId="1076"/>
          <ac:spMkLst>
            <pc:docMk/>
            <pc:sldMk cId="2697606341" sldId="682"/>
            <ac:spMk id="358" creationId="{B5A1A992-BBBA-4546-90BE-88A20124ED1F}"/>
          </ac:spMkLst>
        </pc:spChg>
        <pc:spChg chg="mod">
          <ac:chgData name="翟 锐" userId="fef11181f709266a" providerId="LiveId" clId="{4F873610-AE96-4B46-8AF0-3D7B236AABE3}" dt="2020-12-10T03:31:43.443" v="1299" actId="1076"/>
          <ac:spMkLst>
            <pc:docMk/>
            <pc:sldMk cId="2697606341" sldId="682"/>
            <ac:spMk id="359" creationId="{ADB28D84-3CB2-42B5-90F0-26D8DAD3E27C}"/>
          </ac:spMkLst>
        </pc:spChg>
        <pc:spChg chg="mod">
          <ac:chgData name="翟 锐" userId="fef11181f709266a" providerId="LiveId" clId="{4F873610-AE96-4B46-8AF0-3D7B236AABE3}" dt="2020-12-10T03:31:43.443" v="1299" actId="1076"/>
          <ac:spMkLst>
            <pc:docMk/>
            <pc:sldMk cId="2697606341" sldId="682"/>
            <ac:spMk id="360" creationId="{7F452657-7216-4AB1-A429-A03EEC4947F3}"/>
          </ac:spMkLst>
        </pc:spChg>
        <pc:spChg chg="mod">
          <ac:chgData name="翟 锐" userId="fef11181f709266a" providerId="LiveId" clId="{4F873610-AE96-4B46-8AF0-3D7B236AABE3}" dt="2020-12-10T03:31:43.443" v="1299" actId="1076"/>
          <ac:spMkLst>
            <pc:docMk/>
            <pc:sldMk cId="2697606341" sldId="682"/>
            <ac:spMk id="361" creationId="{21F5D6A8-CDCF-4A3A-9988-58002C6B885E}"/>
          </ac:spMkLst>
        </pc:spChg>
        <pc:spChg chg="mod">
          <ac:chgData name="翟 锐" userId="fef11181f709266a" providerId="LiveId" clId="{4F873610-AE96-4B46-8AF0-3D7B236AABE3}" dt="2020-12-10T03:31:43.443" v="1299" actId="1076"/>
          <ac:spMkLst>
            <pc:docMk/>
            <pc:sldMk cId="2697606341" sldId="682"/>
            <ac:spMk id="362" creationId="{E6C6BF17-0F3C-4202-B20B-049E16A21FA5}"/>
          </ac:spMkLst>
        </pc:spChg>
        <pc:spChg chg="mod">
          <ac:chgData name="翟 锐" userId="fef11181f709266a" providerId="LiveId" clId="{4F873610-AE96-4B46-8AF0-3D7B236AABE3}" dt="2020-12-10T03:31:43.443" v="1299" actId="1076"/>
          <ac:spMkLst>
            <pc:docMk/>
            <pc:sldMk cId="2697606341" sldId="682"/>
            <ac:spMk id="363" creationId="{86B31A18-6C95-48C9-8F77-D9645BBF2B63}"/>
          </ac:spMkLst>
        </pc:spChg>
        <pc:spChg chg="mod">
          <ac:chgData name="翟 锐" userId="fef11181f709266a" providerId="LiveId" clId="{4F873610-AE96-4B46-8AF0-3D7B236AABE3}" dt="2020-12-10T03:31:43.443" v="1299" actId="1076"/>
          <ac:spMkLst>
            <pc:docMk/>
            <pc:sldMk cId="2697606341" sldId="682"/>
            <ac:spMk id="364" creationId="{2889D5C4-093A-4E6A-8D75-6F565737937F}"/>
          </ac:spMkLst>
        </pc:spChg>
        <pc:spChg chg="mod">
          <ac:chgData name="翟 锐" userId="fef11181f709266a" providerId="LiveId" clId="{4F873610-AE96-4B46-8AF0-3D7B236AABE3}" dt="2020-12-10T03:31:43.443" v="1299" actId="1076"/>
          <ac:spMkLst>
            <pc:docMk/>
            <pc:sldMk cId="2697606341" sldId="682"/>
            <ac:spMk id="365" creationId="{62E7B7BF-8B3B-499E-BF6B-5407FA70B9B1}"/>
          </ac:spMkLst>
        </pc:spChg>
        <pc:spChg chg="mod">
          <ac:chgData name="翟 锐" userId="fef11181f709266a" providerId="LiveId" clId="{4F873610-AE96-4B46-8AF0-3D7B236AABE3}" dt="2020-12-10T03:31:43.443" v="1299" actId="1076"/>
          <ac:spMkLst>
            <pc:docMk/>
            <pc:sldMk cId="2697606341" sldId="682"/>
            <ac:spMk id="366" creationId="{B86AB5F7-FB97-42CC-B70B-2C981C6C0AF3}"/>
          </ac:spMkLst>
        </pc:spChg>
        <pc:spChg chg="mod">
          <ac:chgData name="翟 锐" userId="fef11181f709266a" providerId="LiveId" clId="{4F873610-AE96-4B46-8AF0-3D7B236AABE3}" dt="2020-12-10T03:31:43.443" v="1299" actId="1076"/>
          <ac:spMkLst>
            <pc:docMk/>
            <pc:sldMk cId="2697606341" sldId="682"/>
            <ac:spMk id="367" creationId="{7FF43468-6B76-433B-817A-A507652B6A02}"/>
          </ac:spMkLst>
        </pc:spChg>
        <pc:spChg chg="mod">
          <ac:chgData name="翟 锐" userId="fef11181f709266a" providerId="LiveId" clId="{4F873610-AE96-4B46-8AF0-3D7B236AABE3}" dt="2020-12-10T03:31:43.443" v="1299" actId="1076"/>
          <ac:spMkLst>
            <pc:docMk/>
            <pc:sldMk cId="2697606341" sldId="682"/>
            <ac:spMk id="368" creationId="{85B083B4-1968-471D-BB95-D9AC977ECE6E}"/>
          </ac:spMkLst>
        </pc:spChg>
        <pc:spChg chg="mod">
          <ac:chgData name="翟 锐" userId="fef11181f709266a" providerId="LiveId" clId="{4F873610-AE96-4B46-8AF0-3D7B236AABE3}" dt="2020-12-10T03:31:43.443" v="1299" actId="1076"/>
          <ac:spMkLst>
            <pc:docMk/>
            <pc:sldMk cId="2697606341" sldId="682"/>
            <ac:spMk id="369" creationId="{DC26FF1D-146D-4E34-AABE-81095FB16BC7}"/>
          </ac:spMkLst>
        </pc:spChg>
        <pc:spChg chg="mod">
          <ac:chgData name="翟 锐" userId="fef11181f709266a" providerId="LiveId" clId="{4F873610-AE96-4B46-8AF0-3D7B236AABE3}" dt="2020-12-10T03:31:43.443" v="1299" actId="1076"/>
          <ac:spMkLst>
            <pc:docMk/>
            <pc:sldMk cId="2697606341" sldId="682"/>
            <ac:spMk id="370" creationId="{9C19B418-E463-4D37-8C76-C8C4BCB26F01}"/>
          </ac:spMkLst>
        </pc:spChg>
        <pc:spChg chg="mod">
          <ac:chgData name="翟 锐" userId="fef11181f709266a" providerId="LiveId" clId="{4F873610-AE96-4B46-8AF0-3D7B236AABE3}" dt="2020-12-10T03:31:43.443" v="1299" actId="1076"/>
          <ac:spMkLst>
            <pc:docMk/>
            <pc:sldMk cId="2697606341" sldId="682"/>
            <ac:spMk id="371" creationId="{E2DD9884-08F5-4935-B348-DFCA1EF6683D}"/>
          </ac:spMkLst>
        </pc:spChg>
        <pc:spChg chg="mod">
          <ac:chgData name="翟 锐" userId="fef11181f709266a" providerId="LiveId" clId="{4F873610-AE96-4B46-8AF0-3D7B236AABE3}" dt="2020-12-10T03:31:43.443" v="1299" actId="1076"/>
          <ac:spMkLst>
            <pc:docMk/>
            <pc:sldMk cId="2697606341" sldId="682"/>
            <ac:spMk id="372" creationId="{FFAF8B7A-AF37-4332-BAF1-E04E4E320108}"/>
          </ac:spMkLst>
        </pc:spChg>
        <pc:spChg chg="mod">
          <ac:chgData name="翟 锐" userId="fef11181f709266a" providerId="LiveId" clId="{4F873610-AE96-4B46-8AF0-3D7B236AABE3}" dt="2020-12-10T03:31:43.443" v="1299" actId="1076"/>
          <ac:spMkLst>
            <pc:docMk/>
            <pc:sldMk cId="2697606341" sldId="682"/>
            <ac:spMk id="373" creationId="{0EB11321-8EE4-41C3-A378-646F81F9065E}"/>
          </ac:spMkLst>
        </pc:spChg>
        <pc:spChg chg="mod">
          <ac:chgData name="翟 锐" userId="fef11181f709266a" providerId="LiveId" clId="{4F873610-AE96-4B46-8AF0-3D7B236AABE3}" dt="2020-12-10T03:31:43.443" v="1299" actId="1076"/>
          <ac:spMkLst>
            <pc:docMk/>
            <pc:sldMk cId="2697606341" sldId="682"/>
            <ac:spMk id="374" creationId="{9CE7F169-E0DE-454C-B6B0-FA37F866DD88}"/>
          </ac:spMkLst>
        </pc:spChg>
        <pc:spChg chg="mod">
          <ac:chgData name="翟 锐" userId="fef11181f709266a" providerId="LiveId" clId="{4F873610-AE96-4B46-8AF0-3D7B236AABE3}" dt="2020-12-10T03:31:43.443" v="1299" actId="1076"/>
          <ac:spMkLst>
            <pc:docMk/>
            <pc:sldMk cId="2697606341" sldId="682"/>
            <ac:spMk id="375" creationId="{B64CEA13-3029-4642-9353-BB7E34145B53}"/>
          </ac:spMkLst>
        </pc:spChg>
        <pc:spChg chg="mod">
          <ac:chgData name="翟 锐" userId="fef11181f709266a" providerId="LiveId" clId="{4F873610-AE96-4B46-8AF0-3D7B236AABE3}" dt="2020-12-10T03:31:43.443" v="1299" actId="1076"/>
          <ac:spMkLst>
            <pc:docMk/>
            <pc:sldMk cId="2697606341" sldId="682"/>
            <ac:spMk id="376" creationId="{2637C891-EA58-4E7A-B4A3-2727E33EF45A}"/>
          </ac:spMkLst>
        </pc:spChg>
        <pc:spChg chg="mod">
          <ac:chgData name="翟 锐" userId="fef11181f709266a" providerId="LiveId" clId="{4F873610-AE96-4B46-8AF0-3D7B236AABE3}" dt="2020-12-10T03:31:43.443" v="1299" actId="1076"/>
          <ac:spMkLst>
            <pc:docMk/>
            <pc:sldMk cId="2697606341" sldId="682"/>
            <ac:spMk id="377" creationId="{7378B231-9479-4680-B875-EA4600E3387A}"/>
          </ac:spMkLst>
        </pc:spChg>
        <pc:spChg chg="mod">
          <ac:chgData name="翟 锐" userId="fef11181f709266a" providerId="LiveId" clId="{4F873610-AE96-4B46-8AF0-3D7B236AABE3}" dt="2020-12-10T03:31:43.443" v="1299" actId="1076"/>
          <ac:spMkLst>
            <pc:docMk/>
            <pc:sldMk cId="2697606341" sldId="682"/>
            <ac:spMk id="378" creationId="{BE6B264C-B06D-4544-8836-37029B8873D6}"/>
          </ac:spMkLst>
        </pc:spChg>
        <pc:spChg chg="mod">
          <ac:chgData name="翟 锐" userId="fef11181f709266a" providerId="LiveId" clId="{4F873610-AE96-4B46-8AF0-3D7B236AABE3}" dt="2020-12-10T03:31:43.443" v="1299" actId="1076"/>
          <ac:spMkLst>
            <pc:docMk/>
            <pc:sldMk cId="2697606341" sldId="682"/>
            <ac:spMk id="379" creationId="{FA36B831-11F2-432A-B77E-E80B66D57D78}"/>
          </ac:spMkLst>
        </pc:spChg>
        <pc:spChg chg="mod">
          <ac:chgData name="翟 锐" userId="fef11181f709266a" providerId="LiveId" clId="{4F873610-AE96-4B46-8AF0-3D7B236AABE3}" dt="2020-12-10T03:31:43.443" v="1299" actId="1076"/>
          <ac:spMkLst>
            <pc:docMk/>
            <pc:sldMk cId="2697606341" sldId="682"/>
            <ac:spMk id="380" creationId="{DD7C311A-459D-4211-A893-187CF44FC38E}"/>
          </ac:spMkLst>
        </pc:spChg>
        <pc:spChg chg="mod">
          <ac:chgData name="翟 锐" userId="fef11181f709266a" providerId="LiveId" clId="{4F873610-AE96-4B46-8AF0-3D7B236AABE3}" dt="2020-12-10T03:31:43.443" v="1299" actId="1076"/>
          <ac:spMkLst>
            <pc:docMk/>
            <pc:sldMk cId="2697606341" sldId="682"/>
            <ac:spMk id="381" creationId="{B5957A7F-7A36-45FD-B887-F3309232E149}"/>
          </ac:spMkLst>
        </pc:spChg>
        <pc:spChg chg="mod">
          <ac:chgData name="翟 锐" userId="fef11181f709266a" providerId="LiveId" clId="{4F873610-AE96-4B46-8AF0-3D7B236AABE3}" dt="2020-12-10T03:31:43.443" v="1299" actId="1076"/>
          <ac:spMkLst>
            <pc:docMk/>
            <pc:sldMk cId="2697606341" sldId="682"/>
            <ac:spMk id="382" creationId="{47871E74-3A72-4FBF-B9B4-1D9C96D19E7C}"/>
          </ac:spMkLst>
        </pc:spChg>
        <pc:spChg chg="mod">
          <ac:chgData name="翟 锐" userId="fef11181f709266a" providerId="LiveId" clId="{4F873610-AE96-4B46-8AF0-3D7B236AABE3}" dt="2020-12-10T03:31:43.443" v="1299" actId="1076"/>
          <ac:spMkLst>
            <pc:docMk/>
            <pc:sldMk cId="2697606341" sldId="682"/>
            <ac:spMk id="383" creationId="{5DF0618A-5B84-4232-96DF-0ACF4F2888E2}"/>
          </ac:spMkLst>
        </pc:spChg>
        <pc:spChg chg="mod">
          <ac:chgData name="翟 锐" userId="fef11181f709266a" providerId="LiveId" clId="{4F873610-AE96-4B46-8AF0-3D7B236AABE3}" dt="2020-12-10T03:31:43.443" v="1299" actId="1076"/>
          <ac:spMkLst>
            <pc:docMk/>
            <pc:sldMk cId="2697606341" sldId="682"/>
            <ac:spMk id="384" creationId="{B243421C-8E01-4192-8596-A044CE88AD98}"/>
          </ac:spMkLst>
        </pc:spChg>
        <pc:spChg chg="mod">
          <ac:chgData name="翟 锐" userId="fef11181f709266a" providerId="LiveId" clId="{4F873610-AE96-4B46-8AF0-3D7B236AABE3}" dt="2020-12-10T03:31:43.443" v="1299" actId="1076"/>
          <ac:spMkLst>
            <pc:docMk/>
            <pc:sldMk cId="2697606341" sldId="682"/>
            <ac:spMk id="385" creationId="{29F5EA80-B5A6-4B06-AD1D-9F6C9D9CC9F5}"/>
          </ac:spMkLst>
        </pc:spChg>
        <pc:spChg chg="mod">
          <ac:chgData name="翟 锐" userId="fef11181f709266a" providerId="LiveId" clId="{4F873610-AE96-4B46-8AF0-3D7B236AABE3}" dt="2020-12-10T03:31:43.443" v="1299" actId="1076"/>
          <ac:spMkLst>
            <pc:docMk/>
            <pc:sldMk cId="2697606341" sldId="682"/>
            <ac:spMk id="386" creationId="{78393C8D-588C-46D3-ACA8-3B6DC9AA29DD}"/>
          </ac:spMkLst>
        </pc:spChg>
        <pc:spChg chg="mod">
          <ac:chgData name="翟 锐" userId="fef11181f709266a" providerId="LiveId" clId="{4F873610-AE96-4B46-8AF0-3D7B236AABE3}" dt="2020-12-10T03:31:43.443" v="1299" actId="1076"/>
          <ac:spMkLst>
            <pc:docMk/>
            <pc:sldMk cId="2697606341" sldId="682"/>
            <ac:spMk id="387" creationId="{066FCF5E-EE07-44A3-85E7-7FCF71823E7E}"/>
          </ac:spMkLst>
        </pc:spChg>
        <pc:spChg chg="mod">
          <ac:chgData name="翟 锐" userId="fef11181f709266a" providerId="LiveId" clId="{4F873610-AE96-4B46-8AF0-3D7B236AABE3}" dt="2020-12-10T03:31:43.443" v="1299" actId="1076"/>
          <ac:spMkLst>
            <pc:docMk/>
            <pc:sldMk cId="2697606341" sldId="682"/>
            <ac:spMk id="388" creationId="{6691102C-DE79-4C74-A0B1-EC67E2F8550E}"/>
          </ac:spMkLst>
        </pc:spChg>
        <pc:spChg chg="mod">
          <ac:chgData name="翟 锐" userId="fef11181f709266a" providerId="LiveId" clId="{4F873610-AE96-4B46-8AF0-3D7B236AABE3}" dt="2020-12-10T03:31:43.443" v="1299" actId="1076"/>
          <ac:spMkLst>
            <pc:docMk/>
            <pc:sldMk cId="2697606341" sldId="682"/>
            <ac:spMk id="389" creationId="{E2481F8F-29AF-441A-B727-E65E50DB18CC}"/>
          </ac:spMkLst>
        </pc:spChg>
        <pc:spChg chg="mod">
          <ac:chgData name="翟 锐" userId="fef11181f709266a" providerId="LiveId" clId="{4F873610-AE96-4B46-8AF0-3D7B236AABE3}" dt="2020-12-10T03:31:43.443" v="1299" actId="1076"/>
          <ac:spMkLst>
            <pc:docMk/>
            <pc:sldMk cId="2697606341" sldId="682"/>
            <ac:spMk id="390" creationId="{372F9BC3-CBCF-456F-900F-74E510C4AB34}"/>
          </ac:spMkLst>
        </pc:spChg>
        <pc:spChg chg="mod">
          <ac:chgData name="翟 锐" userId="fef11181f709266a" providerId="LiveId" clId="{4F873610-AE96-4B46-8AF0-3D7B236AABE3}" dt="2020-12-10T03:31:43.443" v="1299" actId="1076"/>
          <ac:spMkLst>
            <pc:docMk/>
            <pc:sldMk cId="2697606341" sldId="682"/>
            <ac:spMk id="391" creationId="{5E1A9A3C-5F7E-4F15-85A3-3FE22A5D23EC}"/>
          </ac:spMkLst>
        </pc:spChg>
        <pc:spChg chg="mod">
          <ac:chgData name="翟 锐" userId="fef11181f709266a" providerId="LiveId" clId="{4F873610-AE96-4B46-8AF0-3D7B236AABE3}" dt="2020-12-10T03:31:43.443" v="1299" actId="1076"/>
          <ac:spMkLst>
            <pc:docMk/>
            <pc:sldMk cId="2697606341" sldId="682"/>
            <ac:spMk id="392" creationId="{DD07BD20-4320-4D86-B7A0-38FFFD13A80A}"/>
          </ac:spMkLst>
        </pc:spChg>
        <pc:spChg chg="mod">
          <ac:chgData name="翟 锐" userId="fef11181f709266a" providerId="LiveId" clId="{4F873610-AE96-4B46-8AF0-3D7B236AABE3}" dt="2020-12-10T03:31:43.443" v="1299" actId="1076"/>
          <ac:spMkLst>
            <pc:docMk/>
            <pc:sldMk cId="2697606341" sldId="682"/>
            <ac:spMk id="393" creationId="{29C5942D-A8BB-44AE-94FC-65845E7D2AC9}"/>
          </ac:spMkLst>
        </pc:spChg>
        <pc:spChg chg="mod">
          <ac:chgData name="翟 锐" userId="fef11181f709266a" providerId="LiveId" clId="{4F873610-AE96-4B46-8AF0-3D7B236AABE3}" dt="2020-12-10T03:31:43.443" v="1299" actId="1076"/>
          <ac:spMkLst>
            <pc:docMk/>
            <pc:sldMk cId="2697606341" sldId="682"/>
            <ac:spMk id="394" creationId="{80DB3AF3-87DB-4ACB-9059-2421A1722D7B}"/>
          </ac:spMkLst>
        </pc:spChg>
        <pc:spChg chg="mod">
          <ac:chgData name="翟 锐" userId="fef11181f709266a" providerId="LiveId" clId="{4F873610-AE96-4B46-8AF0-3D7B236AABE3}" dt="2020-12-10T03:31:43.443" v="1299" actId="1076"/>
          <ac:spMkLst>
            <pc:docMk/>
            <pc:sldMk cId="2697606341" sldId="682"/>
            <ac:spMk id="395" creationId="{1090B01C-50D1-4D41-AA02-AC64566A0464}"/>
          </ac:spMkLst>
        </pc:spChg>
        <pc:spChg chg="mod">
          <ac:chgData name="翟 锐" userId="fef11181f709266a" providerId="LiveId" clId="{4F873610-AE96-4B46-8AF0-3D7B236AABE3}" dt="2020-12-10T03:31:43.443" v="1299" actId="1076"/>
          <ac:spMkLst>
            <pc:docMk/>
            <pc:sldMk cId="2697606341" sldId="682"/>
            <ac:spMk id="396" creationId="{E2FA510A-F813-4F2A-9A9A-CEB4F7E8F31A}"/>
          </ac:spMkLst>
        </pc:spChg>
        <pc:spChg chg="mod">
          <ac:chgData name="翟 锐" userId="fef11181f709266a" providerId="LiveId" clId="{4F873610-AE96-4B46-8AF0-3D7B236AABE3}" dt="2020-12-10T03:31:43.443" v="1299" actId="1076"/>
          <ac:spMkLst>
            <pc:docMk/>
            <pc:sldMk cId="2697606341" sldId="682"/>
            <ac:spMk id="397" creationId="{2DC10BB6-FFA4-4857-82C9-FD9BD08A1517}"/>
          </ac:spMkLst>
        </pc:spChg>
        <pc:spChg chg="mod">
          <ac:chgData name="翟 锐" userId="fef11181f709266a" providerId="LiveId" clId="{4F873610-AE96-4B46-8AF0-3D7B236AABE3}" dt="2020-12-10T03:31:43.443" v="1299" actId="1076"/>
          <ac:spMkLst>
            <pc:docMk/>
            <pc:sldMk cId="2697606341" sldId="682"/>
            <ac:spMk id="398" creationId="{0CE1BB2E-B798-400E-910F-C98BEBBB2C91}"/>
          </ac:spMkLst>
        </pc:spChg>
        <pc:spChg chg="mod">
          <ac:chgData name="翟 锐" userId="fef11181f709266a" providerId="LiveId" clId="{4F873610-AE96-4B46-8AF0-3D7B236AABE3}" dt="2020-12-10T03:31:43.443" v="1299" actId="1076"/>
          <ac:spMkLst>
            <pc:docMk/>
            <pc:sldMk cId="2697606341" sldId="682"/>
            <ac:spMk id="399" creationId="{25B2623A-45DC-4A3B-9C69-EE4F0E44545A}"/>
          </ac:spMkLst>
        </pc:spChg>
        <pc:spChg chg="mod">
          <ac:chgData name="翟 锐" userId="fef11181f709266a" providerId="LiveId" clId="{4F873610-AE96-4B46-8AF0-3D7B236AABE3}" dt="2020-12-10T03:31:43.443" v="1299" actId="1076"/>
          <ac:spMkLst>
            <pc:docMk/>
            <pc:sldMk cId="2697606341" sldId="682"/>
            <ac:spMk id="400" creationId="{1E283729-C93B-4EDF-B925-C5D5E539CEEE}"/>
          </ac:spMkLst>
        </pc:spChg>
        <pc:spChg chg="mod">
          <ac:chgData name="翟 锐" userId="fef11181f709266a" providerId="LiveId" clId="{4F873610-AE96-4B46-8AF0-3D7B236AABE3}" dt="2020-12-10T03:31:43.443" v="1299" actId="1076"/>
          <ac:spMkLst>
            <pc:docMk/>
            <pc:sldMk cId="2697606341" sldId="682"/>
            <ac:spMk id="401" creationId="{35F68C9E-1B10-43F7-87CF-6E603ADCAC3D}"/>
          </ac:spMkLst>
        </pc:spChg>
        <pc:grpChg chg="add mod">
          <ac:chgData name="翟 锐" userId="fef11181f709266a" providerId="LiveId" clId="{4F873610-AE96-4B46-8AF0-3D7B236AABE3}" dt="2020-12-10T03:31:43.443" v="1299" actId="1076"/>
          <ac:grpSpMkLst>
            <pc:docMk/>
            <pc:sldMk cId="2697606341" sldId="682"/>
            <ac:grpSpMk id="270" creationId="{4CE51B73-84DA-4200-813C-323A5C857A5C}"/>
          </ac:grpSpMkLst>
        </pc:grpChg>
      </pc:sldChg>
      <pc:sldChg chg="addSp delSp modSp mod modAnim">
        <pc:chgData name="翟 锐" userId="fef11181f709266a" providerId="LiveId" clId="{4F873610-AE96-4B46-8AF0-3D7B236AABE3}" dt="2020-12-10T03:58:36.477" v="1583" actId="1076"/>
        <pc:sldMkLst>
          <pc:docMk/>
          <pc:sldMk cId="877360523" sldId="683"/>
        </pc:sldMkLst>
        <pc:spChg chg="del">
          <ac:chgData name="翟 锐" userId="fef11181f709266a" providerId="LiveId" clId="{4F873610-AE96-4B46-8AF0-3D7B236AABE3}" dt="2020-10-24T15:28:38.998" v="442" actId="478"/>
          <ac:spMkLst>
            <pc:docMk/>
            <pc:sldMk cId="877360523" sldId="683"/>
            <ac:spMk id="2" creationId="{1A343DEC-CFF6-41F5-B87C-0DFC08C67B76}"/>
          </ac:spMkLst>
        </pc:spChg>
        <pc:spChg chg="add mod topLvl">
          <ac:chgData name="翟 锐" userId="fef11181f709266a" providerId="LiveId" clId="{4F873610-AE96-4B46-8AF0-3D7B236AABE3}" dt="2020-12-10T03:38:40.296" v="1304" actId="165"/>
          <ac:spMkLst>
            <pc:docMk/>
            <pc:sldMk cId="877360523" sldId="683"/>
            <ac:spMk id="6" creationId="{5CCAB069-498E-4B33-BD21-540B748C2486}"/>
          </ac:spMkLst>
        </pc:spChg>
        <pc:spChg chg="add mod topLvl">
          <ac:chgData name="翟 锐" userId="fef11181f709266a" providerId="LiveId" clId="{4F873610-AE96-4B46-8AF0-3D7B236AABE3}" dt="2020-12-10T03:38:40.296" v="1304" actId="165"/>
          <ac:spMkLst>
            <pc:docMk/>
            <pc:sldMk cId="877360523" sldId="683"/>
            <ac:spMk id="7" creationId="{06A4D5C0-27AB-4881-A236-DCECC8311DF0}"/>
          </ac:spMkLst>
        </pc:spChg>
        <pc:spChg chg="add mod topLvl">
          <ac:chgData name="翟 锐" userId="fef11181f709266a" providerId="LiveId" clId="{4F873610-AE96-4B46-8AF0-3D7B236AABE3}" dt="2020-12-10T03:38:40.296" v="1304" actId="165"/>
          <ac:spMkLst>
            <pc:docMk/>
            <pc:sldMk cId="877360523" sldId="683"/>
            <ac:spMk id="8" creationId="{ADEB7F6C-CAB9-48C2-9AD4-B81C18B7AC6F}"/>
          </ac:spMkLst>
        </pc:spChg>
        <pc:spChg chg="add mod topLvl">
          <ac:chgData name="翟 锐" userId="fef11181f709266a" providerId="LiveId" clId="{4F873610-AE96-4B46-8AF0-3D7B236AABE3}" dt="2020-12-10T03:38:40.296" v="1304" actId="165"/>
          <ac:spMkLst>
            <pc:docMk/>
            <pc:sldMk cId="877360523" sldId="683"/>
            <ac:spMk id="9" creationId="{BFF7CEE7-43DD-4CFE-BC49-25C89592ADD5}"/>
          </ac:spMkLst>
        </pc:spChg>
        <pc:spChg chg="add mod topLvl">
          <ac:chgData name="翟 锐" userId="fef11181f709266a" providerId="LiveId" clId="{4F873610-AE96-4B46-8AF0-3D7B236AABE3}" dt="2020-12-10T03:38:40.296" v="1304" actId="165"/>
          <ac:spMkLst>
            <pc:docMk/>
            <pc:sldMk cId="877360523" sldId="683"/>
            <ac:spMk id="10" creationId="{2B3ABABC-EB22-4046-8EE4-7A7A141AEE37}"/>
          </ac:spMkLst>
        </pc:spChg>
        <pc:spChg chg="add mod topLvl">
          <ac:chgData name="翟 锐" userId="fef11181f709266a" providerId="LiveId" clId="{4F873610-AE96-4B46-8AF0-3D7B236AABE3}" dt="2020-12-10T03:38:40.296" v="1304" actId="165"/>
          <ac:spMkLst>
            <pc:docMk/>
            <pc:sldMk cId="877360523" sldId="683"/>
            <ac:spMk id="11" creationId="{C73E640F-4019-4698-B433-70A4A55F4207}"/>
          </ac:spMkLst>
        </pc:spChg>
        <pc:spChg chg="add mod topLvl">
          <ac:chgData name="翟 锐" userId="fef11181f709266a" providerId="LiveId" clId="{4F873610-AE96-4B46-8AF0-3D7B236AABE3}" dt="2020-12-10T03:38:40.296" v="1304" actId="165"/>
          <ac:spMkLst>
            <pc:docMk/>
            <pc:sldMk cId="877360523" sldId="683"/>
            <ac:spMk id="12" creationId="{F4B547B4-E8A3-4E40-BF3C-825BFA7F2472}"/>
          </ac:spMkLst>
        </pc:spChg>
        <pc:spChg chg="add mod topLvl">
          <ac:chgData name="翟 锐" userId="fef11181f709266a" providerId="LiveId" clId="{4F873610-AE96-4B46-8AF0-3D7B236AABE3}" dt="2020-12-10T03:38:40.296" v="1304" actId="165"/>
          <ac:spMkLst>
            <pc:docMk/>
            <pc:sldMk cId="877360523" sldId="683"/>
            <ac:spMk id="13" creationId="{9ED9581E-E48F-4B0C-803A-CB475C864624}"/>
          </ac:spMkLst>
        </pc:spChg>
        <pc:spChg chg="add mod topLvl">
          <ac:chgData name="翟 锐" userId="fef11181f709266a" providerId="LiveId" clId="{4F873610-AE96-4B46-8AF0-3D7B236AABE3}" dt="2020-12-10T03:38:40.296" v="1304" actId="165"/>
          <ac:spMkLst>
            <pc:docMk/>
            <pc:sldMk cId="877360523" sldId="683"/>
            <ac:spMk id="14" creationId="{757A39B2-DBD4-462F-AFDE-39F456495855}"/>
          </ac:spMkLst>
        </pc:spChg>
        <pc:spChg chg="add mod topLvl">
          <ac:chgData name="翟 锐" userId="fef11181f709266a" providerId="LiveId" clId="{4F873610-AE96-4B46-8AF0-3D7B236AABE3}" dt="2020-12-10T03:38:40.296" v="1304" actId="165"/>
          <ac:spMkLst>
            <pc:docMk/>
            <pc:sldMk cId="877360523" sldId="683"/>
            <ac:spMk id="15" creationId="{971CFA3B-E404-4673-B4A3-23C30E840F76}"/>
          </ac:spMkLst>
        </pc:spChg>
        <pc:spChg chg="add mod topLvl">
          <ac:chgData name="翟 锐" userId="fef11181f709266a" providerId="LiveId" clId="{4F873610-AE96-4B46-8AF0-3D7B236AABE3}" dt="2020-12-10T03:38:40.296" v="1304" actId="165"/>
          <ac:spMkLst>
            <pc:docMk/>
            <pc:sldMk cId="877360523" sldId="683"/>
            <ac:spMk id="16" creationId="{38D8EF73-0838-4C07-93E8-11A2C8C0BCA3}"/>
          </ac:spMkLst>
        </pc:spChg>
        <pc:spChg chg="add mod topLvl">
          <ac:chgData name="翟 锐" userId="fef11181f709266a" providerId="LiveId" clId="{4F873610-AE96-4B46-8AF0-3D7B236AABE3}" dt="2020-12-10T03:38:40.296" v="1304" actId="165"/>
          <ac:spMkLst>
            <pc:docMk/>
            <pc:sldMk cId="877360523" sldId="683"/>
            <ac:spMk id="17" creationId="{53E1D749-29E7-435F-8046-876B9E0D6945}"/>
          </ac:spMkLst>
        </pc:spChg>
        <pc:spChg chg="add mod topLvl">
          <ac:chgData name="翟 锐" userId="fef11181f709266a" providerId="LiveId" clId="{4F873610-AE96-4B46-8AF0-3D7B236AABE3}" dt="2020-12-10T03:38:40.296" v="1304" actId="165"/>
          <ac:spMkLst>
            <pc:docMk/>
            <pc:sldMk cId="877360523" sldId="683"/>
            <ac:spMk id="18" creationId="{F35343BA-5D72-4C86-99F4-9F46C518A869}"/>
          </ac:spMkLst>
        </pc:spChg>
        <pc:spChg chg="add mod topLvl">
          <ac:chgData name="翟 锐" userId="fef11181f709266a" providerId="LiveId" clId="{4F873610-AE96-4B46-8AF0-3D7B236AABE3}" dt="2020-12-10T03:38:40.296" v="1304" actId="165"/>
          <ac:spMkLst>
            <pc:docMk/>
            <pc:sldMk cId="877360523" sldId="683"/>
            <ac:spMk id="19" creationId="{63529171-2BBD-4386-A471-9F9E0D3CB311}"/>
          </ac:spMkLst>
        </pc:spChg>
        <pc:spChg chg="add mod topLvl">
          <ac:chgData name="翟 锐" userId="fef11181f709266a" providerId="LiveId" clId="{4F873610-AE96-4B46-8AF0-3D7B236AABE3}" dt="2020-12-10T03:38:40.296" v="1304" actId="165"/>
          <ac:spMkLst>
            <pc:docMk/>
            <pc:sldMk cId="877360523" sldId="683"/>
            <ac:spMk id="20" creationId="{4AFD3BF7-A939-40A4-B4F1-383EDE7D308B}"/>
          </ac:spMkLst>
        </pc:spChg>
        <pc:spChg chg="add mod topLvl">
          <ac:chgData name="翟 锐" userId="fef11181f709266a" providerId="LiveId" clId="{4F873610-AE96-4B46-8AF0-3D7B236AABE3}" dt="2020-12-10T03:38:40.296" v="1304" actId="165"/>
          <ac:spMkLst>
            <pc:docMk/>
            <pc:sldMk cId="877360523" sldId="683"/>
            <ac:spMk id="21" creationId="{C066862A-8611-44C5-9A0F-B3DBDF271857}"/>
          </ac:spMkLst>
        </pc:spChg>
        <pc:spChg chg="add mod topLvl">
          <ac:chgData name="翟 锐" userId="fef11181f709266a" providerId="LiveId" clId="{4F873610-AE96-4B46-8AF0-3D7B236AABE3}" dt="2020-12-10T03:38:40.296" v="1304" actId="165"/>
          <ac:spMkLst>
            <pc:docMk/>
            <pc:sldMk cId="877360523" sldId="683"/>
            <ac:spMk id="22" creationId="{B7CCA833-3898-4515-BA74-C1BF4C28FFD3}"/>
          </ac:spMkLst>
        </pc:spChg>
        <pc:spChg chg="add mod topLvl">
          <ac:chgData name="翟 锐" userId="fef11181f709266a" providerId="LiveId" clId="{4F873610-AE96-4B46-8AF0-3D7B236AABE3}" dt="2020-12-10T03:38:40.296" v="1304" actId="165"/>
          <ac:spMkLst>
            <pc:docMk/>
            <pc:sldMk cId="877360523" sldId="683"/>
            <ac:spMk id="23" creationId="{C980A85D-F2CC-4D8C-92A7-A3AFD9D686D2}"/>
          </ac:spMkLst>
        </pc:spChg>
        <pc:spChg chg="add mod topLvl">
          <ac:chgData name="翟 锐" userId="fef11181f709266a" providerId="LiveId" clId="{4F873610-AE96-4B46-8AF0-3D7B236AABE3}" dt="2020-12-10T03:38:52.360" v="1305" actId="1076"/>
          <ac:spMkLst>
            <pc:docMk/>
            <pc:sldMk cId="877360523" sldId="683"/>
            <ac:spMk id="24" creationId="{24C8C77B-59C6-4FFF-AADE-E5E55BDB3F07}"/>
          </ac:spMkLst>
        </pc:spChg>
        <pc:spChg chg="add mod topLvl">
          <ac:chgData name="翟 锐" userId="fef11181f709266a" providerId="LiveId" clId="{4F873610-AE96-4B46-8AF0-3D7B236AABE3}" dt="2020-12-10T03:38:40.296" v="1304" actId="165"/>
          <ac:spMkLst>
            <pc:docMk/>
            <pc:sldMk cId="877360523" sldId="683"/>
            <ac:spMk id="25" creationId="{54CC7D6B-74CE-4893-86C4-C25DD627A76F}"/>
          </ac:spMkLst>
        </pc:spChg>
        <pc:spChg chg="add mod topLvl">
          <ac:chgData name="翟 锐" userId="fef11181f709266a" providerId="LiveId" clId="{4F873610-AE96-4B46-8AF0-3D7B236AABE3}" dt="2020-12-10T03:38:40.296" v="1304" actId="165"/>
          <ac:spMkLst>
            <pc:docMk/>
            <pc:sldMk cId="877360523" sldId="683"/>
            <ac:spMk id="26" creationId="{0762C907-2C32-40D5-A27B-E01D850BCFC2}"/>
          </ac:spMkLst>
        </pc:spChg>
        <pc:spChg chg="add mod topLvl">
          <ac:chgData name="翟 锐" userId="fef11181f709266a" providerId="LiveId" clId="{4F873610-AE96-4B46-8AF0-3D7B236AABE3}" dt="2020-12-10T03:38:40.296" v="1304" actId="165"/>
          <ac:spMkLst>
            <pc:docMk/>
            <pc:sldMk cId="877360523" sldId="683"/>
            <ac:spMk id="27" creationId="{02E32E83-7E42-44DA-ADBE-0C8D853EDCFF}"/>
          </ac:spMkLst>
        </pc:spChg>
        <pc:spChg chg="add mod topLvl">
          <ac:chgData name="翟 锐" userId="fef11181f709266a" providerId="LiveId" clId="{4F873610-AE96-4B46-8AF0-3D7B236AABE3}" dt="2020-12-10T03:38:40.296" v="1304" actId="165"/>
          <ac:spMkLst>
            <pc:docMk/>
            <pc:sldMk cId="877360523" sldId="683"/>
            <ac:spMk id="28" creationId="{00B89FF0-340A-4382-9DB6-229CA1E3C1EE}"/>
          </ac:spMkLst>
        </pc:spChg>
        <pc:spChg chg="add mod topLvl">
          <ac:chgData name="翟 锐" userId="fef11181f709266a" providerId="LiveId" clId="{4F873610-AE96-4B46-8AF0-3D7B236AABE3}" dt="2020-12-10T03:58:36.477" v="1583" actId="1076"/>
          <ac:spMkLst>
            <pc:docMk/>
            <pc:sldMk cId="877360523" sldId="683"/>
            <ac:spMk id="29" creationId="{E8CCA2AE-4609-49FB-86D0-9783DDF30192}"/>
          </ac:spMkLst>
        </pc:spChg>
        <pc:spChg chg="add mod topLvl">
          <ac:chgData name="翟 锐" userId="fef11181f709266a" providerId="LiveId" clId="{4F873610-AE96-4B46-8AF0-3D7B236AABE3}" dt="2020-12-10T03:38:40.296" v="1304" actId="165"/>
          <ac:spMkLst>
            <pc:docMk/>
            <pc:sldMk cId="877360523" sldId="683"/>
            <ac:spMk id="30" creationId="{ACD2A96C-0D08-43A9-A47F-5357A63EAAC3}"/>
          </ac:spMkLst>
        </pc:spChg>
        <pc:spChg chg="add mod topLvl">
          <ac:chgData name="翟 锐" userId="fef11181f709266a" providerId="LiveId" clId="{4F873610-AE96-4B46-8AF0-3D7B236AABE3}" dt="2020-12-10T03:38:40.296" v="1304" actId="165"/>
          <ac:spMkLst>
            <pc:docMk/>
            <pc:sldMk cId="877360523" sldId="683"/>
            <ac:spMk id="31" creationId="{25677C50-3CCC-447A-9D51-16E47275D9EB}"/>
          </ac:spMkLst>
        </pc:spChg>
        <pc:spChg chg="add mod topLvl">
          <ac:chgData name="翟 锐" userId="fef11181f709266a" providerId="LiveId" clId="{4F873610-AE96-4B46-8AF0-3D7B236AABE3}" dt="2020-12-10T03:38:40.296" v="1304" actId="165"/>
          <ac:spMkLst>
            <pc:docMk/>
            <pc:sldMk cId="877360523" sldId="683"/>
            <ac:spMk id="32" creationId="{49C0D1C9-0856-49E7-AD9A-5F7655D1D2A9}"/>
          </ac:spMkLst>
        </pc:spChg>
        <pc:spChg chg="mod">
          <ac:chgData name="翟 锐" userId="fef11181f709266a" providerId="LiveId" clId="{4F873610-AE96-4B46-8AF0-3D7B236AABE3}" dt="2020-10-24T15:28:37.054" v="441"/>
          <ac:spMkLst>
            <pc:docMk/>
            <pc:sldMk cId="877360523" sldId="683"/>
            <ac:spMk id="35" creationId="{00000000-0000-0000-0000-000000000000}"/>
          </ac:spMkLst>
        </pc:spChg>
        <pc:spChg chg="add mod topLvl">
          <ac:chgData name="翟 锐" userId="fef11181f709266a" providerId="LiveId" clId="{4F873610-AE96-4B46-8AF0-3D7B236AABE3}" dt="2020-12-10T03:38:40.296" v="1304" actId="165"/>
          <ac:spMkLst>
            <pc:docMk/>
            <pc:sldMk cId="877360523" sldId="683"/>
            <ac:spMk id="36" creationId="{ED16A53B-D96A-456B-8E45-9325E919858C}"/>
          </ac:spMkLst>
        </pc:spChg>
        <pc:spChg chg="add mod topLvl">
          <ac:chgData name="翟 锐" userId="fef11181f709266a" providerId="LiveId" clId="{4F873610-AE96-4B46-8AF0-3D7B236AABE3}" dt="2020-12-10T03:38:40.296" v="1304" actId="165"/>
          <ac:spMkLst>
            <pc:docMk/>
            <pc:sldMk cId="877360523" sldId="683"/>
            <ac:spMk id="37" creationId="{57BE54DA-F5F2-40BB-B40A-CD8648E7FC2D}"/>
          </ac:spMkLst>
        </pc:spChg>
        <pc:spChg chg="add mod topLvl">
          <ac:chgData name="翟 锐" userId="fef11181f709266a" providerId="LiveId" clId="{4F873610-AE96-4B46-8AF0-3D7B236AABE3}" dt="2020-12-10T03:38:40.296" v="1304" actId="165"/>
          <ac:spMkLst>
            <pc:docMk/>
            <pc:sldMk cId="877360523" sldId="683"/>
            <ac:spMk id="38" creationId="{4D995C1E-74F7-4DEB-9B5F-C46691E5ABA5}"/>
          </ac:spMkLst>
        </pc:spChg>
        <pc:spChg chg="add mod topLvl">
          <ac:chgData name="翟 锐" userId="fef11181f709266a" providerId="LiveId" clId="{4F873610-AE96-4B46-8AF0-3D7B236AABE3}" dt="2020-12-10T03:38:40.296" v="1304" actId="165"/>
          <ac:spMkLst>
            <pc:docMk/>
            <pc:sldMk cId="877360523" sldId="683"/>
            <ac:spMk id="39" creationId="{FB4F6901-72A6-4389-B3C2-4FB14199F249}"/>
          </ac:spMkLst>
        </pc:spChg>
        <pc:spChg chg="add mod topLvl">
          <ac:chgData name="翟 锐" userId="fef11181f709266a" providerId="LiveId" clId="{4F873610-AE96-4B46-8AF0-3D7B236AABE3}" dt="2020-12-10T03:38:40.296" v="1304" actId="165"/>
          <ac:spMkLst>
            <pc:docMk/>
            <pc:sldMk cId="877360523" sldId="683"/>
            <ac:spMk id="40" creationId="{FF1A168F-627B-4AE4-876A-BB97350586CB}"/>
          </ac:spMkLst>
        </pc:spChg>
        <pc:spChg chg="add mod topLvl">
          <ac:chgData name="翟 锐" userId="fef11181f709266a" providerId="LiveId" clId="{4F873610-AE96-4B46-8AF0-3D7B236AABE3}" dt="2020-12-10T03:38:40.296" v="1304" actId="165"/>
          <ac:spMkLst>
            <pc:docMk/>
            <pc:sldMk cId="877360523" sldId="683"/>
            <ac:spMk id="41" creationId="{32295300-0DB1-4954-A910-9794E3F35C8E}"/>
          </ac:spMkLst>
        </pc:spChg>
        <pc:spChg chg="add mod topLvl">
          <ac:chgData name="翟 锐" userId="fef11181f709266a" providerId="LiveId" clId="{4F873610-AE96-4B46-8AF0-3D7B236AABE3}" dt="2020-12-10T03:38:40.296" v="1304" actId="165"/>
          <ac:spMkLst>
            <pc:docMk/>
            <pc:sldMk cId="877360523" sldId="683"/>
            <ac:spMk id="42" creationId="{F77A060C-F0D3-4B99-A171-7619670098AD}"/>
          </ac:spMkLst>
        </pc:spChg>
        <pc:spChg chg="add mod topLvl">
          <ac:chgData name="翟 锐" userId="fef11181f709266a" providerId="LiveId" clId="{4F873610-AE96-4B46-8AF0-3D7B236AABE3}" dt="2020-12-10T03:38:40.296" v="1304" actId="165"/>
          <ac:spMkLst>
            <pc:docMk/>
            <pc:sldMk cId="877360523" sldId="683"/>
            <ac:spMk id="43" creationId="{3EA9A2AF-B368-47C5-B04C-6DBB24389E05}"/>
          </ac:spMkLst>
        </pc:spChg>
        <pc:spChg chg="add mod topLvl">
          <ac:chgData name="翟 锐" userId="fef11181f709266a" providerId="LiveId" clId="{4F873610-AE96-4B46-8AF0-3D7B236AABE3}" dt="2020-12-10T03:38:40.296" v="1304" actId="165"/>
          <ac:spMkLst>
            <pc:docMk/>
            <pc:sldMk cId="877360523" sldId="683"/>
            <ac:spMk id="44" creationId="{266B720D-5C04-4D91-84E3-60647B025A1B}"/>
          </ac:spMkLst>
        </pc:spChg>
        <pc:spChg chg="add mod topLvl">
          <ac:chgData name="翟 锐" userId="fef11181f709266a" providerId="LiveId" clId="{4F873610-AE96-4B46-8AF0-3D7B236AABE3}" dt="2020-12-10T03:38:40.296" v="1304" actId="165"/>
          <ac:spMkLst>
            <pc:docMk/>
            <pc:sldMk cId="877360523" sldId="683"/>
            <ac:spMk id="45" creationId="{C48D0A8B-75EC-4F62-A51D-87B40B4D96DE}"/>
          </ac:spMkLst>
        </pc:spChg>
        <pc:spChg chg="add mod topLvl">
          <ac:chgData name="翟 锐" userId="fef11181f709266a" providerId="LiveId" clId="{4F873610-AE96-4B46-8AF0-3D7B236AABE3}" dt="2020-12-10T03:38:40.296" v="1304" actId="165"/>
          <ac:spMkLst>
            <pc:docMk/>
            <pc:sldMk cId="877360523" sldId="683"/>
            <ac:spMk id="46" creationId="{2F4CB9DB-13F6-4AAA-A29F-D7D47D3F4025}"/>
          </ac:spMkLst>
        </pc:spChg>
        <pc:spChg chg="add mod topLvl">
          <ac:chgData name="翟 锐" userId="fef11181f709266a" providerId="LiveId" clId="{4F873610-AE96-4B46-8AF0-3D7B236AABE3}" dt="2020-12-10T03:38:40.296" v="1304" actId="165"/>
          <ac:spMkLst>
            <pc:docMk/>
            <pc:sldMk cId="877360523" sldId="683"/>
            <ac:spMk id="47" creationId="{37996474-5CF5-428F-9E11-E2C374C77F73}"/>
          </ac:spMkLst>
        </pc:spChg>
        <pc:spChg chg="add mod topLvl">
          <ac:chgData name="翟 锐" userId="fef11181f709266a" providerId="LiveId" clId="{4F873610-AE96-4B46-8AF0-3D7B236AABE3}" dt="2020-12-10T03:38:40.296" v="1304" actId="165"/>
          <ac:spMkLst>
            <pc:docMk/>
            <pc:sldMk cId="877360523" sldId="683"/>
            <ac:spMk id="48" creationId="{8BDDF447-6525-4947-89DE-3C5A714AB861}"/>
          </ac:spMkLst>
        </pc:spChg>
        <pc:spChg chg="add mod topLvl">
          <ac:chgData name="翟 锐" userId="fef11181f709266a" providerId="LiveId" clId="{4F873610-AE96-4B46-8AF0-3D7B236AABE3}" dt="2020-12-10T03:38:40.296" v="1304" actId="165"/>
          <ac:spMkLst>
            <pc:docMk/>
            <pc:sldMk cId="877360523" sldId="683"/>
            <ac:spMk id="49" creationId="{446CB14D-6E51-45C9-B213-E92B7B1AB717}"/>
          </ac:spMkLst>
        </pc:spChg>
        <pc:spChg chg="add mod topLvl">
          <ac:chgData name="翟 锐" userId="fef11181f709266a" providerId="LiveId" clId="{4F873610-AE96-4B46-8AF0-3D7B236AABE3}" dt="2020-12-10T03:38:40.296" v="1304" actId="165"/>
          <ac:spMkLst>
            <pc:docMk/>
            <pc:sldMk cId="877360523" sldId="683"/>
            <ac:spMk id="50" creationId="{DC83732F-F8CA-4B20-A7E9-32BB87EADF24}"/>
          </ac:spMkLst>
        </pc:spChg>
        <pc:spChg chg="add mod topLvl">
          <ac:chgData name="翟 锐" userId="fef11181f709266a" providerId="LiveId" clId="{4F873610-AE96-4B46-8AF0-3D7B236AABE3}" dt="2020-12-10T03:38:40.296" v="1304" actId="165"/>
          <ac:spMkLst>
            <pc:docMk/>
            <pc:sldMk cId="877360523" sldId="683"/>
            <ac:spMk id="51" creationId="{BAA700EE-286B-410D-B501-B2968060499D}"/>
          </ac:spMkLst>
        </pc:spChg>
        <pc:spChg chg="add mod">
          <ac:chgData name="翟 锐" userId="fef11181f709266a" providerId="LiveId" clId="{4F873610-AE96-4B46-8AF0-3D7B236AABE3}" dt="2020-12-10T03:39:14.448" v="1331" actId="1076"/>
          <ac:spMkLst>
            <pc:docMk/>
            <pc:sldMk cId="877360523" sldId="683"/>
            <ac:spMk id="52" creationId="{207B7B19-5A44-4B71-9A91-B7F85B4C7C02}"/>
          </ac:spMkLst>
        </pc:spChg>
        <pc:grpChg chg="add del mod">
          <ac:chgData name="翟 锐" userId="fef11181f709266a" providerId="LiveId" clId="{4F873610-AE96-4B46-8AF0-3D7B236AABE3}" dt="2020-12-10T03:38:40.296" v="1304" actId="165"/>
          <ac:grpSpMkLst>
            <pc:docMk/>
            <pc:sldMk cId="877360523" sldId="683"/>
            <ac:grpSpMk id="3" creationId="{37A77068-0C41-4CE2-9B8F-DF6E11F701E0}"/>
          </ac:grpSpMkLst>
        </pc:grpChg>
      </pc:sldChg>
      <pc:sldChg chg="addSp modSp mod">
        <pc:chgData name="翟 锐" userId="fef11181f709266a" providerId="LiveId" clId="{4F873610-AE96-4B46-8AF0-3D7B236AABE3}" dt="2020-12-10T03:53:51.644" v="1582" actId="20577"/>
        <pc:sldMkLst>
          <pc:docMk/>
          <pc:sldMk cId="378011854" sldId="686"/>
        </pc:sldMkLst>
        <pc:spChg chg="mod">
          <ac:chgData name="翟 锐" userId="fef11181f709266a" providerId="LiveId" clId="{4F873610-AE96-4B46-8AF0-3D7B236AABE3}" dt="2020-12-10T03:53:51.644" v="1582" actId="20577"/>
          <ac:spMkLst>
            <pc:docMk/>
            <pc:sldMk cId="378011854" sldId="686"/>
            <ac:spMk id="2" creationId="{1A343DEC-CFF6-41F5-B87C-0DFC08C67B76}"/>
          </ac:spMkLst>
        </pc:spChg>
        <pc:spChg chg="mod">
          <ac:chgData name="翟 锐" userId="fef11181f709266a" providerId="LiveId" clId="{4F873610-AE96-4B46-8AF0-3D7B236AABE3}" dt="2020-12-10T03:40:32.779" v="1334" actId="2711"/>
          <ac:spMkLst>
            <pc:docMk/>
            <pc:sldMk cId="378011854" sldId="686"/>
            <ac:spMk id="7" creationId="{7CF1FE0F-8A21-419E-8F48-17B0180C66BC}"/>
          </ac:spMkLst>
        </pc:spChg>
        <pc:spChg chg="mod">
          <ac:chgData name="翟 锐" userId="fef11181f709266a" providerId="LiveId" clId="{4F873610-AE96-4B46-8AF0-3D7B236AABE3}" dt="2020-12-10T03:40:32.779" v="1334" actId="2711"/>
          <ac:spMkLst>
            <pc:docMk/>
            <pc:sldMk cId="378011854" sldId="686"/>
            <ac:spMk id="8" creationId="{4C177296-4046-4B64-AA3C-28A07EB7D2C8}"/>
          </ac:spMkLst>
        </pc:spChg>
        <pc:spChg chg="mod">
          <ac:chgData name="翟 锐" userId="fef11181f709266a" providerId="LiveId" clId="{4F873610-AE96-4B46-8AF0-3D7B236AABE3}" dt="2020-12-10T03:40:32.779" v="1334" actId="2711"/>
          <ac:spMkLst>
            <pc:docMk/>
            <pc:sldMk cId="378011854" sldId="686"/>
            <ac:spMk id="9" creationId="{06A1A843-FCE1-4D24-AA7C-B9153CF735CA}"/>
          </ac:spMkLst>
        </pc:spChg>
        <pc:spChg chg="mod">
          <ac:chgData name="翟 锐" userId="fef11181f709266a" providerId="LiveId" clId="{4F873610-AE96-4B46-8AF0-3D7B236AABE3}" dt="2020-12-10T03:40:32.779" v="1334" actId="2711"/>
          <ac:spMkLst>
            <pc:docMk/>
            <pc:sldMk cId="378011854" sldId="686"/>
            <ac:spMk id="10" creationId="{E8F867F5-0838-4446-A14B-472B5B6B49FE}"/>
          </ac:spMkLst>
        </pc:spChg>
        <pc:spChg chg="mod">
          <ac:chgData name="翟 锐" userId="fef11181f709266a" providerId="LiveId" clId="{4F873610-AE96-4B46-8AF0-3D7B236AABE3}" dt="2020-12-10T03:40:32.779" v="1334" actId="2711"/>
          <ac:spMkLst>
            <pc:docMk/>
            <pc:sldMk cId="378011854" sldId="686"/>
            <ac:spMk id="11" creationId="{21B2C2AE-4E8A-43A0-8422-78AA90C6AE85}"/>
          </ac:spMkLst>
        </pc:spChg>
        <pc:spChg chg="mod">
          <ac:chgData name="翟 锐" userId="fef11181f709266a" providerId="LiveId" clId="{4F873610-AE96-4B46-8AF0-3D7B236AABE3}" dt="2020-12-10T03:40:32.779" v="1334" actId="2711"/>
          <ac:spMkLst>
            <pc:docMk/>
            <pc:sldMk cId="378011854" sldId="686"/>
            <ac:spMk id="12" creationId="{58B84156-E3F0-4FD0-B799-7AEF0C9E9AC5}"/>
          </ac:spMkLst>
        </pc:spChg>
        <pc:spChg chg="mod">
          <ac:chgData name="翟 锐" userId="fef11181f709266a" providerId="LiveId" clId="{4F873610-AE96-4B46-8AF0-3D7B236AABE3}" dt="2020-12-10T03:40:32.779" v="1334" actId="2711"/>
          <ac:spMkLst>
            <pc:docMk/>
            <pc:sldMk cId="378011854" sldId="686"/>
            <ac:spMk id="13" creationId="{1E9A74C0-9039-41AF-96F9-D3FEFAB92DCA}"/>
          </ac:spMkLst>
        </pc:spChg>
        <pc:spChg chg="mod">
          <ac:chgData name="翟 锐" userId="fef11181f709266a" providerId="LiveId" clId="{4F873610-AE96-4B46-8AF0-3D7B236AABE3}" dt="2020-12-10T03:40:32.779" v="1334" actId="2711"/>
          <ac:spMkLst>
            <pc:docMk/>
            <pc:sldMk cId="378011854" sldId="686"/>
            <ac:spMk id="14" creationId="{9551A4B5-1380-4EE4-BD99-DB7783A6C6BD}"/>
          </ac:spMkLst>
        </pc:spChg>
        <pc:spChg chg="mod">
          <ac:chgData name="翟 锐" userId="fef11181f709266a" providerId="LiveId" clId="{4F873610-AE96-4B46-8AF0-3D7B236AABE3}" dt="2020-12-10T03:40:32.779" v="1334" actId="2711"/>
          <ac:spMkLst>
            <pc:docMk/>
            <pc:sldMk cId="378011854" sldId="686"/>
            <ac:spMk id="15" creationId="{5668691C-A89A-43C9-A602-069605C57E36}"/>
          </ac:spMkLst>
        </pc:spChg>
        <pc:spChg chg="mod">
          <ac:chgData name="翟 锐" userId="fef11181f709266a" providerId="LiveId" clId="{4F873610-AE96-4B46-8AF0-3D7B236AABE3}" dt="2020-12-10T03:40:32.779" v="1334" actId="2711"/>
          <ac:spMkLst>
            <pc:docMk/>
            <pc:sldMk cId="378011854" sldId="686"/>
            <ac:spMk id="16" creationId="{42280CB1-8B61-4380-8C69-0D05CD7C4D6F}"/>
          </ac:spMkLst>
        </pc:spChg>
        <pc:spChg chg="mod">
          <ac:chgData name="翟 锐" userId="fef11181f709266a" providerId="LiveId" clId="{4F873610-AE96-4B46-8AF0-3D7B236AABE3}" dt="2020-12-10T03:40:32.779" v="1334" actId="2711"/>
          <ac:spMkLst>
            <pc:docMk/>
            <pc:sldMk cId="378011854" sldId="686"/>
            <ac:spMk id="17" creationId="{27606C4C-2F3F-4D94-8BDF-9F3016830D55}"/>
          </ac:spMkLst>
        </pc:spChg>
        <pc:spChg chg="mod">
          <ac:chgData name="翟 锐" userId="fef11181f709266a" providerId="LiveId" clId="{4F873610-AE96-4B46-8AF0-3D7B236AABE3}" dt="2020-12-10T03:40:32.779" v="1334" actId="2711"/>
          <ac:spMkLst>
            <pc:docMk/>
            <pc:sldMk cId="378011854" sldId="686"/>
            <ac:spMk id="18" creationId="{776F24D0-3426-4B5C-89AE-9EC882BB8288}"/>
          </ac:spMkLst>
        </pc:spChg>
        <pc:spChg chg="mod">
          <ac:chgData name="翟 锐" userId="fef11181f709266a" providerId="LiveId" clId="{4F873610-AE96-4B46-8AF0-3D7B236AABE3}" dt="2020-12-10T03:40:32.779" v="1334" actId="2711"/>
          <ac:spMkLst>
            <pc:docMk/>
            <pc:sldMk cId="378011854" sldId="686"/>
            <ac:spMk id="19" creationId="{8825D546-8D83-4316-B1C2-7F2806E05D56}"/>
          </ac:spMkLst>
        </pc:spChg>
        <pc:spChg chg="mod">
          <ac:chgData name="翟 锐" userId="fef11181f709266a" providerId="LiveId" clId="{4F873610-AE96-4B46-8AF0-3D7B236AABE3}" dt="2020-12-10T03:40:32.779" v="1334" actId="2711"/>
          <ac:spMkLst>
            <pc:docMk/>
            <pc:sldMk cId="378011854" sldId="686"/>
            <ac:spMk id="20" creationId="{90E5BD16-A9D6-49ED-8CD5-FD225546B9C3}"/>
          </ac:spMkLst>
        </pc:spChg>
        <pc:spChg chg="mod">
          <ac:chgData name="翟 锐" userId="fef11181f709266a" providerId="LiveId" clId="{4F873610-AE96-4B46-8AF0-3D7B236AABE3}" dt="2020-12-10T03:40:32.779" v="1334" actId="2711"/>
          <ac:spMkLst>
            <pc:docMk/>
            <pc:sldMk cId="378011854" sldId="686"/>
            <ac:spMk id="21" creationId="{BDA4C3EF-4479-484E-87C9-B870E9F9A674}"/>
          </ac:spMkLst>
        </pc:spChg>
        <pc:spChg chg="mod">
          <ac:chgData name="翟 锐" userId="fef11181f709266a" providerId="LiveId" clId="{4F873610-AE96-4B46-8AF0-3D7B236AABE3}" dt="2020-12-10T03:40:32.779" v="1334" actId="2711"/>
          <ac:spMkLst>
            <pc:docMk/>
            <pc:sldMk cId="378011854" sldId="686"/>
            <ac:spMk id="22" creationId="{11791C42-B06B-41E0-9E58-E81583A99272}"/>
          </ac:spMkLst>
        </pc:spChg>
        <pc:spChg chg="mod">
          <ac:chgData name="翟 锐" userId="fef11181f709266a" providerId="LiveId" clId="{4F873610-AE96-4B46-8AF0-3D7B236AABE3}" dt="2020-12-10T03:40:32.779" v="1334" actId="2711"/>
          <ac:spMkLst>
            <pc:docMk/>
            <pc:sldMk cId="378011854" sldId="686"/>
            <ac:spMk id="23" creationId="{776BD1F8-4316-43BF-B0C2-FD6023434AF3}"/>
          </ac:spMkLst>
        </pc:spChg>
        <pc:spChg chg="mod">
          <ac:chgData name="翟 锐" userId="fef11181f709266a" providerId="LiveId" clId="{4F873610-AE96-4B46-8AF0-3D7B236AABE3}" dt="2020-12-10T03:40:32.779" v="1334" actId="2711"/>
          <ac:spMkLst>
            <pc:docMk/>
            <pc:sldMk cId="378011854" sldId="686"/>
            <ac:spMk id="24" creationId="{849D0C9F-CFD1-4DF4-9288-D9BB9F8E9F0E}"/>
          </ac:spMkLst>
        </pc:spChg>
        <pc:spChg chg="mod">
          <ac:chgData name="翟 锐" userId="fef11181f709266a" providerId="LiveId" clId="{4F873610-AE96-4B46-8AF0-3D7B236AABE3}" dt="2020-12-10T03:40:32.779" v="1334" actId="2711"/>
          <ac:spMkLst>
            <pc:docMk/>
            <pc:sldMk cId="378011854" sldId="686"/>
            <ac:spMk id="25" creationId="{1BB4D119-0A43-47F7-80C4-61CA3EC61E45}"/>
          </ac:spMkLst>
        </pc:spChg>
        <pc:spChg chg="mod">
          <ac:chgData name="翟 锐" userId="fef11181f709266a" providerId="LiveId" clId="{4F873610-AE96-4B46-8AF0-3D7B236AABE3}" dt="2020-12-10T03:40:32.779" v="1334" actId="2711"/>
          <ac:spMkLst>
            <pc:docMk/>
            <pc:sldMk cId="378011854" sldId="686"/>
            <ac:spMk id="26" creationId="{E4D9B231-6CD2-417D-BF54-90034C2DABFE}"/>
          </ac:spMkLst>
        </pc:spChg>
        <pc:spChg chg="mod">
          <ac:chgData name="翟 锐" userId="fef11181f709266a" providerId="LiveId" clId="{4F873610-AE96-4B46-8AF0-3D7B236AABE3}" dt="2020-10-24T15:43:26.732" v="506" actId="1076"/>
          <ac:spMkLst>
            <pc:docMk/>
            <pc:sldMk cId="378011854" sldId="686"/>
            <ac:spMk id="28" creationId="{65B9F88F-5C12-4706-9D7A-46632B4B5C95}"/>
          </ac:spMkLst>
        </pc:spChg>
        <pc:spChg chg="mod">
          <ac:chgData name="翟 锐" userId="fef11181f709266a" providerId="LiveId" clId="{4F873610-AE96-4B46-8AF0-3D7B236AABE3}" dt="2020-10-24T15:43:26.732" v="506" actId="1076"/>
          <ac:spMkLst>
            <pc:docMk/>
            <pc:sldMk cId="378011854" sldId="686"/>
            <ac:spMk id="29" creationId="{B91854B0-CEE9-42B5-BEFD-DF843A66A8D4}"/>
          </ac:spMkLst>
        </pc:spChg>
        <pc:spChg chg="mod">
          <ac:chgData name="翟 锐" userId="fef11181f709266a" providerId="LiveId" clId="{4F873610-AE96-4B46-8AF0-3D7B236AABE3}" dt="2020-10-24T15:43:26.732" v="506" actId="1076"/>
          <ac:spMkLst>
            <pc:docMk/>
            <pc:sldMk cId="378011854" sldId="686"/>
            <ac:spMk id="30" creationId="{303552EC-C015-4C88-87F4-2CF9456541CA}"/>
          </ac:spMkLst>
        </pc:spChg>
        <pc:spChg chg="mod">
          <ac:chgData name="翟 锐" userId="fef11181f709266a" providerId="LiveId" clId="{4F873610-AE96-4B46-8AF0-3D7B236AABE3}" dt="2020-10-24T15:43:26.732" v="506" actId="1076"/>
          <ac:spMkLst>
            <pc:docMk/>
            <pc:sldMk cId="378011854" sldId="686"/>
            <ac:spMk id="31" creationId="{2561ACCB-C92D-49B6-9A1F-9F63B2E31240}"/>
          </ac:spMkLst>
        </pc:spChg>
        <pc:spChg chg="mod">
          <ac:chgData name="翟 锐" userId="fef11181f709266a" providerId="LiveId" clId="{4F873610-AE96-4B46-8AF0-3D7B236AABE3}" dt="2020-10-24T15:43:26.732" v="506" actId="1076"/>
          <ac:spMkLst>
            <pc:docMk/>
            <pc:sldMk cId="378011854" sldId="686"/>
            <ac:spMk id="32" creationId="{90DFBA33-037B-4A9E-8B6C-F4AD62E7CD13}"/>
          </ac:spMkLst>
        </pc:spChg>
        <pc:spChg chg="mod">
          <ac:chgData name="翟 锐" userId="fef11181f709266a" providerId="LiveId" clId="{4F873610-AE96-4B46-8AF0-3D7B236AABE3}" dt="2020-10-24T15:43:53.229" v="516"/>
          <ac:spMkLst>
            <pc:docMk/>
            <pc:sldMk cId="378011854" sldId="686"/>
            <ac:spMk id="35" creationId="{00000000-0000-0000-0000-000000000000}"/>
          </ac:spMkLst>
        </pc:spChg>
        <pc:spChg chg="mod">
          <ac:chgData name="翟 锐" userId="fef11181f709266a" providerId="LiveId" clId="{4F873610-AE96-4B46-8AF0-3D7B236AABE3}" dt="2020-10-24T15:43:26.732" v="506" actId="1076"/>
          <ac:spMkLst>
            <pc:docMk/>
            <pc:sldMk cId="378011854" sldId="686"/>
            <ac:spMk id="36" creationId="{C09444D2-CEEC-42DB-A843-3541E2985642}"/>
          </ac:spMkLst>
        </pc:spChg>
        <pc:spChg chg="mod">
          <ac:chgData name="翟 锐" userId="fef11181f709266a" providerId="LiveId" clId="{4F873610-AE96-4B46-8AF0-3D7B236AABE3}" dt="2020-10-24T15:43:26.732" v="506" actId="1076"/>
          <ac:spMkLst>
            <pc:docMk/>
            <pc:sldMk cId="378011854" sldId="686"/>
            <ac:spMk id="37" creationId="{9A6ED395-44FF-4A84-B0AB-C9FCCA7C6333}"/>
          </ac:spMkLst>
        </pc:spChg>
        <pc:spChg chg="mod">
          <ac:chgData name="翟 锐" userId="fef11181f709266a" providerId="LiveId" clId="{4F873610-AE96-4B46-8AF0-3D7B236AABE3}" dt="2020-10-24T15:43:26.732" v="506" actId="1076"/>
          <ac:spMkLst>
            <pc:docMk/>
            <pc:sldMk cId="378011854" sldId="686"/>
            <ac:spMk id="38" creationId="{12DC6706-82A5-4251-BC33-E1CA152B5971}"/>
          </ac:spMkLst>
        </pc:spChg>
        <pc:spChg chg="mod">
          <ac:chgData name="翟 锐" userId="fef11181f709266a" providerId="LiveId" clId="{4F873610-AE96-4B46-8AF0-3D7B236AABE3}" dt="2020-10-24T15:43:26.732" v="506" actId="1076"/>
          <ac:spMkLst>
            <pc:docMk/>
            <pc:sldMk cId="378011854" sldId="686"/>
            <ac:spMk id="39" creationId="{AE89DFC0-38F5-4ACD-BF63-BEE8620F7F4B}"/>
          </ac:spMkLst>
        </pc:spChg>
        <pc:spChg chg="mod">
          <ac:chgData name="翟 锐" userId="fef11181f709266a" providerId="LiveId" clId="{4F873610-AE96-4B46-8AF0-3D7B236AABE3}" dt="2020-10-24T15:43:26.732" v="506" actId="1076"/>
          <ac:spMkLst>
            <pc:docMk/>
            <pc:sldMk cId="378011854" sldId="686"/>
            <ac:spMk id="40" creationId="{F0C483AE-1EE1-4020-8F71-91C97F3C7689}"/>
          </ac:spMkLst>
        </pc:spChg>
        <pc:spChg chg="mod">
          <ac:chgData name="翟 锐" userId="fef11181f709266a" providerId="LiveId" clId="{4F873610-AE96-4B46-8AF0-3D7B236AABE3}" dt="2020-10-24T15:43:26.732" v="506" actId="1076"/>
          <ac:spMkLst>
            <pc:docMk/>
            <pc:sldMk cId="378011854" sldId="686"/>
            <ac:spMk id="41" creationId="{EC689814-4017-4360-B9CD-0F0271125C54}"/>
          </ac:spMkLst>
        </pc:spChg>
        <pc:spChg chg="mod">
          <ac:chgData name="翟 锐" userId="fef11181f709266a" providerId="LiveId" clId="{4F873610-AE96-4B46-8AF0-3D7B236AABE3}" dt="2020-10-24T15:43:26.732" v="506" actId="1076"/>
          <ac:spMkLst>
            <pc:docMk/>
            <pc:sldMk cId="378011854" sldId="686"/>
            <ac:spMk id="42" creationId="{3CC8DBE9-C013-408F-930F-9E13C3558376}"/>
          </ac:spMkLst>
        </pc:spChg>
        <pc:spChg chg="mod">
          <ac:chgData name="翟 锐" userId="fef11181f709266a" providerId="LiveId" clId="{4F873610-AE96-4B46-8AF0-3D7B236AABE3}" dt="2020-10-24T15:43:26.732" v="506" actId="1076"/>
          <ac:spMkLst>
            <pc:docMk/>
            <pc:sldMk cId="378011854" sldId="686"/>
            <ac:spMk id="43" creationId="{F12E9646-4D64-4BE7-9723-361CE22A3407}"/>
          </ac:spMkLst>
        </pc:spChg>
        <pc:spChg chg="mod">
          <ac:chgData name="翟 锐" userId="fef11181f709266a" providerId="LiveId" clId="{4F873610-AE96-4B46-8AF0-3D7B236AABE3}" dt="2020-10-24T15:43:26.732" v="506" actId="1076"/>
          <ac:spMkLst>
            <pc:docMk/>
            <pc:sldMk cId="378011854" sldId="686"/>
            <ac:spMk id="44" creationId="{8FA78D5B-BE62-4222-88A5-C6FCFD6DA8F0}"/>
          </ac:spMkLst>
        </pc:spChg>
        <pc:spChg chg="mod">
          <ac:chgData name="翟 锐" userId="fef11181f709266a" providerId="LiveId" clId="{4F873610-AE96-4B46-8AF0-3D7B236AABE3}" dt="2020-10-24T15:43:26.732" v="506" actId="1076"/>
          <ac:spMkLst>
            <pc:docMk/>
            <pc:sldMk cId="378011854" sldId="686"/>
            <ac:spMk id="45" creationId="{53F7941A-8A77-49FB-A764-7E9362C79E1F}"/>
          </ac:spMkLst>
        </pc:spChg>
        <pc:spChg chg="mod">
          <ac:chgData name="翟 锐" userId="fef11181f709266a" providerId="LiveId" clId="{4F873610-AE96-4B46-8AF0-3D7B236AABE3}" dt="2020-10-24T15:43:26.732" v="506" actId="1076"/>
          <ac:spMkLst>
            <pc:docMk/>
            <pc:sldMk cId="378011854" sldId="686"/>
            <ac:spMk id="46" creationId="{583788F6-77B6-4C62-AA03-39EF0C2A4A10}"/>
          </ac:spMkLst>
        </pc:spChg>
        <pc:spChg chg="mod">
          <ac:chgData name="翟 锐" userId="fef11181f709266a" providerId="LiveId" clId="{4F873610-AE96-4B46-8AF0-3D7B236AABE3}" dt="2020-10-24T15:43:26.732" v="506" actId="1076"/>
          <ac:spMkLst>
            <pc:docMk/>
            <pc:sldMk cId="378011854" sldId="686"/>
            <ac:spMk id="47" creationId="{781355D5-BB30-4C4D-B13A-3B8D174CBDFA}"/>
          </ac:spMkLst>
        </pc:spChg>
        <pc:spChg chg="mod">
          <ac:chgData name="翟 锐" userId="fef11181f709266a" providerId="LiveId" clId="{4F873610-AE96-4B46-8AF0-3D7B236AABE3}" dt="2020-10-24T15:43:26.732" v="506" actId="1076"/>
          <ac:spMkLst>
            <pc:docMk/>
            <pc:sldMk cId="378011854" sldId="686"/>
            <ac:spMk id="48" creationId="{D611D76E-DA31-4055-AA56-42EF484A86B7}"/>
          </ac:spMkLst>
        </pc:spChg>
        <pc:spChg chg="mod">
          <ac:chgData name="翟 锐" userId="fef11181f709266a" providerId="LiveId" clId="{4F873610-AE96-4B46-8AF0-3D7B236AABE3}" dt="2020-10-24T15:43:26.732" v="506" actId="1076"/>
          <ac:spMkLst>
            <pc:docMk/>
            <pc:sldMk cId="378011854" sldId="686"/>
            <ac:spMk id="49" creationId="{A5AEFB4D-58CC-4313-B714-FAC8181FE417}"/>
          </ac:spMkLst>
        </pc:spChg>
        <pc:spChg chg="mod">
          <ac:chgData name="翟 锐" userId="fef11181f709266a" providerId="LiveId" clId="{4F873610-AE96-4B46-8AF0-3D7B236AABE3}" dt="2020-10-24T15:43:26.732" v="506" actId="1076"/>
          <ac:spMkLst>
            <pc:docMk/>
            <pc:sldMk cId="378011854" sldId="686"/>
            <ac:spMk id="50" creationId="{A61D0E38-ED28-4666-B0D7-29702EAEEC6D}"/>
          </ac:spMkLst>
        </pc:spChg>
        <pc:spChg chg="mod">
          <ac:chgData name="翟 锐" userId="fef11181f709266a" providerId="LiveId" clId="{4F873610-AE96-4B46-8AF0-3D7B236AABE3}" dt="2020-10-24T15:43:26.732" v="506" actId="1076"/>
          <ac:spMkLst>
            <pc:docMk/>
            <pc:sldMk cId="378011854" sldId="686"/>
            <ac:spMk id="51" creationId="{0A60BDBC-5EF5-459A-ADEC-266C069EB6CE}"/>
          </ac:spMkLst>
        </pc:spChg>
        <pc:spChg chg="mod">
          <ac:chgData name="翟 锐" userId="fef11181f709266a" providerId="LiveId" clId="{4F873610-AE96-4B46-8AF0-3D7B236AABE3}" dt="2020-10-24T15:43:26.732" v="506" actId="1076"/>
          <ac:spMkLst>
            <pc:docMk/>
            <pc:sldMk cId="378011854" sldId="686"/>
            <ac:spMk id="52" creationId="{1779EE22-3C52-4330-91C9-7450C4CC4596}"/>
          </ac:spMkLst>
        </pc:spChg>
        <pc:spChg chg="mod">
          <ac:chgData name="翟 锐" userId="fef11181f709266a" providerId="LiveId" clId="{4F873610-AE96-4B46-8AF0-3D7B236AABE3}" dt="2020-10-24T15:43:26.732" v="506" actId="1076"/>
          <ac:spMkLst>
            <pc:docMk/>
            <pc:sldMk cId="378011854" sldId="686"/>
            <ac:spMk id="53" creationId="{7DE01416-1B2C-438E-B408-0CCFCDD8AE9F}"/>
          </ac:spMkLst>
        </pc:spChg>
        <pc:spChg chg="mod">
          <ac:chgData name="翟 锐" userId="fef11181f709266a" providerId="LiveId" clId="{4F873610-AE96-4B46-8AF0-3D7B236AABE3}" dt="2020-10-24T15:43:26.732" v="506" actId="1076"/>
          <ac:spMkLst>
            <pc:docMk/>
            <pc:sldMk cId="378011854" sldId="686"/>
            <ac:spMk id="54" creationId="{C2E29026-3E69-49FE-99F5-B4103C027E54}"/>
          </ac:spMkLst>
        </pc:spChg>
        <pc:spChg chg="mod">
          <ac:chgData name="翟 锐" userId="fef11181f709266a" providerId="LiveId" clId="{4F873610-AE96-4B46-8AF0-3D7B236AABE3}" dt="2020-10-24T15:43:26.732" v="506" actId="1076"/>
          <ac:spMkLst>
            <pc:docMk/>
            <pc:sldMk cId="378011854" sldId="686"/>
            <ac:spMk id="55" creationId="{D53FA871-4449-43AF-ACC6-F479A93D56F7}"/>
          </ac:spMkLst>
        </pc:spChg>
        <pc:spChg chg="mod">
          <ac:chgData name="翟 锐" userId="fef11181f709266a" providerId="LiveId" clId="{4F873610-AE96-4B46-8AF0-3D7B236AABE3}" dt="2020-10-24T15:43:26.732" v="506" actId="1076"/>
          <ac:spMkLst>
            <pc:docMk/>
            <pc:sldMk cId="378011854" sldId="686"/>
            <ac:spMk id="56" creationId="{921B70E5-68A7-4758-8B37-8B5A5BD0D111}"/>
          </ac:spMkLst>
        </pc:spChg>
        <pc:spChg chg="mod">
          <ac:chgData name="翟 锐" userId="fef11181f709266a" providerId="LiveId" clId="{4F873610-AE96-4B46-8AF0-3D7B236AABE3}" dt="2020-10-24T15:43:26.732" v="506" actId="1076"/>
          <ac:spMkLst>
            <pc:docMk/>
            <pc:sldMk cId="378011854" sldId="686"/>
            <ac:spMk id="57" creationId="{FCFA1A93-7190-49F5-B24F-1B61DE5D0E91}"/>
          </ac:spMkLst>
        </pc:spChg>
        <pc:spChg chg="mod">
          <ac:chgData name="翟 锐" userId="fef11181f709266a" providerId="LiveId" clId="{4F873610-AE96-4B46-8AF0-3D7B236AABE3}" dt="2020-10-24T15:43:26.732" v="506" actId="1076"/>
          <ac:spMkLst>
            <pc:docMk/>
            <pc:sldMk cId="378011854" sldId="686"/>
            <ac:spMk id="58" creationId="{F1F8E7E0-2DFD-40F4-8EB2-489EE724F830}"/>
          </ac:spMkLst>
        </pc:spChg>
        <pc:spChg chg="mod">
          <ac:chgData name="翟 锐" userId="fef11181f709266a" providerId="LiveId" clId="{4F873610-AE96-4B46-8AF0-3D7B236AABE3}" dt="2020-10-24T15:43:26.732" v="506" actId="1076"/>
          <ac:spMkLst>
            <pc:docMk/>
            <pc:sldMk cId="378011854" sldId="686"/>
            <ac:spMk id="59" creationId="{DFAD8973-BCE2-422B-AE50-F81067316283}"/>
          </ac:spMkLst>
        </pc:spChg>
        <pc:spChg chg="mod">
          <ac:chgData name="翟 锐" userId="fef11181f709266a" providerId="LiveId" clId="{4F873610-AE96-4B46-8AF0-3D7B236AABE3}" dt="2020-10-24T15:43:26.732" v="506" actId="1076"/>
          <ac:spMkLst>
            <pc:docMk/>
            <pc:sldMk cId="378011854" sldId="686"/>
            <ac:spMk id="60" creationId="{088AFD7A-7B20-4013-A660-533811936F34}"/>
          </ac:spMkLst>
        </pc:spChg>
        <pc:grpChg chg="add mod">
          <ac:chgData name="翟 锐" userId="fef11181f709266a" providerId="LiveId" clId="{4F873610-AE96-4B46-8AF0-3D7B236AABE3}" dt="2020-12-10T03:40:32.779" v="1334" actId="2711"/>
          <ac:grpSpMkLst>
            <pc:docMk/>
            <pc:sldMk cId="378011854" sldId="686"/>
            <ac:grpSpMk id="6" creationId="{62E7BD7A-478D-4656-91E7-7EED8191EF9D}"/>
          </ac:grpSpMkLst>
        </pc:grpChg>
        <pc:grpChg chg="add mod">
          <ac:chgData name="翟 锐" userId="fef11181f709266a" providerId="LiveId" clId="{4F873610-AE96-4B46-8AF0-3D7B236AABE3}" dt="2020-12-10T03:40:38.003" v="1335" actId="2711"/>
          <ac:grpSpMkLst>
            <pc:docMk/>
            <pc:sldMk cId="378011854" sldId="686"/>
            <ac:grpSpMk id="27" creationId="{16FC58BF-1B51-4429-A151-822A64A3BDE3}"/>
          </ac:grpSpMkLst>
        </pc:grpChg>
      </pc:sldChg>
      <pc:sldChg chg="addSp modSp mod">
        <pc:chgData name="翟 锐" userId="fef11181f709266a" providerId="LiveId" clId="{4F873610-AE96-4B46-8AF0-3D7B236AABE3}" dt="2020-12-10T03:59:49.509" v="1584" actId="14"/>
        <pc:sldMkLst>
          <pc:docMk/>
          <pc:sldMk cId="2193853624" sldId="687"/>
        </pc:sldMkLst>
        <pc:spChg chg="mod">
          <ac:chgData name="翟 锐" userId="fef11181f709266a" providerId="LiveId" clId="{4F873610-AE96-4B46-8AF0-3D7B236AABE3}" dt="2020-12-10T03:59:49.509" v="1584" actId="14"/>
          <ac:spMkLst>
            <pc:docMk/>
            <pc:sldMk cId="2193853624" sldId="687"/>
            <ac:spMk id="2" creationId="{1A343DEC-CFF6-41F5-B87C-0DFC08C67B76}"/>
          </ac:spMkLst>
        </pc:spChg>
        <pc:spChg chg="mod">
          <ac:chgData name="翟 锐" userId="fef11181f709266a" providerId="LiveId" clId="{4F873610-AE96-4B46-8AF0-3D7B236AABE3}" dt="2020-12-10T03:41:37.669" v="1336" actId="2711"/>
          <ac:spMkLst>
            <pc:docMk/>
            <pc:sldMk cId="2193853624" sldId="687"/>
            <ac:spMk id="7" creationId="{37FADE77-6D33-4C87-B87D-84DB5719DBC8}"/>
          </ac:spMkLst>
        </pc:spChg>
        <pc:spChg chg="mod">
          <ac:chgData name="翟 锐" userId="fef11181f709266a" providerId="LiveId" clId="{4F873610-AE96-4B46-8AF0-3D7B236AABE3}" dt="2020-12-10T03:41:37.669" v="1336" actId="2711"/>
          <ac:spMkLst>
            <pc:docMk/>
            <pc:sldMk cId="2193853624" sldId="687"/>
            <ac:spMk id="8" creationId="{A344B045-9E58-4983-914A-4FCB379482C1}"/>
          </ac:spMkLst>
        </pc:spChg>
        <pc:spChg chg="mod">
          <ac:chgData name="翟 锐" userId="fef11181f709266a" providerId="LiveId" clId="{4F873610-AE96-4B46-8AF0-3D7B236AABE3}" dt="2020-12-10T03:41:37.669" v="1336" actId="2711"/>
          <ac:spMkLst>
            <pc:docMk/>
            <pc:sldMk cId="2193853624" sldId="687"/>
            <ac:spMk id="9" creationId="{C19B010D-F357-4EE7-B8B3-2B622710E29B}"/>
          </ac:spMkLst>
        </pc:spChg>
        <pc:spChg chg="mod">
          <ac:chgData name="翟 锐" userId="fef11181f709266a" providerId="LiveId" clId="{4F873610-AE96-4B46-8AF0-3D7B236AABE3}" dt="2020-12-10T03:41:37.669" v="1336" actId="2711"/>
          <ac:spMkLst>
            <pc:docMk/>
            <pc:sldMk cId="2193853624" sldId="687"/>
            <ac:spMk id="10" creationId="{E17E92B9-C9E3-4117-878E-F31FC4315759}"/>
          </ac:spMkLst>
        </pc:spChg>
        <pc:spChg chg="mod">
          <ac:chgData name="翟 锐" userId="fef11181f709266a" providerId="LiveId" clId="{4F873610-AE96-4B46-8AF0-3D7B236AABE3}" dt="2020-12-10T03:41:37.669" v="1336" actId="2711"/>
          <ac:spMkLst>
            <pc:docMk/>
            <pc:sldMk cId="2193853624" sldId="687"/>
            <ac:spMk id="11" creationId="{34648802-CA9D-4B5D-9B4E-43AEA653862B}"/>
          </ac:spMkLst>
        </pc:spChg>
        <pc:spChg chg="mod">
          <ac:chgData name="翟 锐" userId="fef11181f709266a" providerId="LiveId" clId="{4F873610-AE96-4B46-8AF0-3D7B236AABE3}" dt="2020-12-10T03:41:37.669" v="1336" actId="2711"/>
          <ac:spMkLst>
            <pc:docMk/>
            <pc:sldMk cId="2193853624" sldId="687"/>
            <ac:spMk id="12" creationId="{CFD226BB-5B77-493C-92DB-250E1CB36045}"/>
          </ac:spMkLst>
        </pc:spChg>
        <pc:spChg chg="mod">
          <ac:chgData name="翟 锐" userId="fef11181f709266a" providerId="LiveId" clId="{4F873610-AE96-4B46-8AF0-3D7B236AABE3}" dt="2020-12-10T03:41:37.669" v="1336" actId="2711"/>
          <ac:spMkLst>
            <pc:docMk/>
            <pc:sldMk cId="2193853624" sldId="687"/>
            <ac:spMk id="13" creationId="{46A4CB85-414F-430B-8CE1-01DB16171F21}"/>
          </ac:spMkLst>
        </pc:spChg>
        <pc:spChg chg="mod">
          <ac:chgData name="翟 锐" userId="fef11181f709266a" providerId="LiveId" clId="{4F873610-AE96-4B46-8AF0-3D7B236AABE3}" dt="2020-12-10T03:41:37.669" v="1336" actId="2711"/>
          <ac:spMkLst>
            <pc:docMk/>
            <pc:sldMk cId="2193853624" sldId="687"/>
            <ac:spMk id="14" creationId="{8F0D91AB-45B3-414C-B8C6-5A036CF5B55E}"/>
          </ac:spMkLst>
        </pc:spChg>
        <pc:spChg chg="mod">
          <ac:chgData name="翟 锐" userId="fef11181f709266a" providerId="LiveId" clId="{4F873610-AE96-4B46-8AF0-3D7B236AABE3}" dt="2020-12-10T03:41:37.669" v="1336" actId="2711"/>
          <ac:spMkLst>
            <pc:docMk/>
            <pc:sldMk cId="2193853624" sldId="687"/>
            <ac:spMk id="15" creationId="{89897E96-B932-465F-9610-B2EC2E281842}"/>
          </ac:spMkLst>
        </pc:spChg>
        <pc:spChg chg="mod">
          <ac:chgData name="翟 锐" userId="fef11181f709266a" providerId="LiveId" clId="{4F873610-AE96-4B46-8AF0-3D7B236AABE3}" dt="2020-12-10T03:41:37.669" v="1336" actId="2711"/>
          <ac:spMkLst>
            <pc:docMk/>
            <pc:sldMk cId="2193853624" sldId="687"/>
            <ac:spMk id="16" creationId="{F09ECD9B-7DD3-4C8B-8569-588AD9B40BCD}"/>
          </ac:spMkLst>
        </pc:spChg>
        <pc:spChg chg="mod">
          <ac:chgData name="翟 锐" userId="fef11181f709266a" providerId="LiveId" clId="{4F873610-AE96-4B46-8AF0-3D7B236AABE3}" dt="2020-12-10T03:41:37.669" v="1336" actId="2711"/>
          <ac:spMkLst>
            <pc:docMk/>
            <pc:sldMk cId="2193853624" sldId="687"/>
            <ac:spMk id="17" creationId="{AE7FB688-3E5B-4357-9883-D15C410D512A}"/>
          </ac:spMkLst>
        </pc:spChg>
        <pc:spChg chg="mod">
          <ac:chgData name="翟 锐" userId="fef11181f709266a" providerId="LiveId" clId="{4F873610-AE96-4B46-8AF0-3D7B236AABE3}" dt="2020-12-10T03:41:37.669" v="1336" actId="2711"/>
          <ac:spMkLst>
            <pc:docMk/>
            <pc:sldMk cId="2193853624" sldId="687"/>
            <ac:spMk id="18" creationId="{59C6D609-74BA-4425-8177-DCFBD904072D}"/>
          </ac:spMkLst>
        </pc:spChg>
        <pc:spChg chg="mod">
          <ac:chgData name="翟 锐" userId="fef11181f709266a" providerId="LiveId" clId="{4F873610-AE96-4B46-8AF0-3D7B236AABE3}" dt="2020-12-10T03:41:37.669" v="1336" actId="2711"/>
          <ac:spMkLst>
            <pc:docMk/>
            <pc:sldMk cId="2193853624" sldId="687"/>
            <ac:spMk id="19" creationId="{BA878E8D-548D-42F2-8300-FFD432B8E1BA}"/>
          </ac:spMkLst>
        </pc:spChg>
        <pc:spChg chg="mod">
          <ac:chgData name="翟 锐" userId="fef11181f709266a" providerId="LiveId" clId="{4F873610-AE96-4B46-8AF0-3D7B236AABE3}" dt="2020-12-10T03:41:37.669" v="1336" actId="2711"/>
          <ac:spMkLst>
            <pc:docMk/>
            <pc:sldMk cId="2193853624" sldId="687"/>
            <ac:spMk id="20" creationId="{E1E98BAC-ED2D-4F67-AFA9-B7D885757914}"/>
          </ac:spMkLst>
        </pc:spChg>
        <pc:spChg chg="mod">
          <ac:chgData name="翟 锐" userId="fef11181f709266a" providerId="LiveId" clId="{4F873610-AE96-4B46-8AF0-3D7B236AABE3}" dt="2020-12-10T03:41:37.669" v="1336" actId="2711"/>
          <ac:spMkLst>
            <pc:docMk/>
            <pc:sldMk cId="2193853624" sldId="687"/>
            <ac:spMk id="21" creationId="{33451DCB-F273-402F-A708-B3B092E27084}"/>
          </ac:spMkLst>
        </pc:spChg>
        <pc:spChg chg="mod">
          <ac:chgData name="翟 锐" userId="fef11181f709266a" providerId="LiveId" clId="{4F873610-AE96-4B46-8AF0-3D7B236AABE3}" dt="2020-12-10T03:41:37.669" v="1336" actId="2711"/>
          <ac:spMkLst>
            <pc:docMk/>
            <pc:sldMk cId="2193853624" sldId="687"/>
            <ac:spMk id="22" creationId="{BA82C9D6-1B04-4ACC-AB75-B59DFDC7227D}"/>
          </ac:spMkLst>
        </pc:spChg>
        <pc:spChg chg="mod">
          <ac:chgData name="翟 锐" userId="fef11181f709266a" providerId="LiveId" clId="{4F873610-AE96-4B46-8AF0-3D7B236AABE3}" dt="2020-10-24T15:43:54.871" v="517"/>
          <ac:spMkLst>
            <pc:docMk/>
            <pc:sldMk cId="2193853624" sldId="687"/>
            <ac:spMk id="35" creationId="{00000000-0000-0000-0000-000000000000}"/>
          </ac:spMkLst>
        </pc:spChg>
        <pc:grpChg chg="add mod">
          <ac:chgData name="翟 锐" userId="fef11181f709266a" providerId="LiveId" clId="{4F873610-AE96-4B46-8AF0-3D7B236AABE3}" dt="2020-12-10T03:41:37.669" v="1336" actId="2711"/>
          <ac:grpSpMkLst>
            <pc:docMk/>
            <pc:sldMk cId="2193853624" sldId="687"/>
            <ac:grpSpMk id="6" creationId="{DE736D42-DFF9-4D68-AD99-419DA21A953D}"/>
          </ac:grpSpMkLst>
        </pc:grpChg>
      </pc:sldChg>
      <pc:sldChg chg="modSp mod modAnim">
        <pc:chgData name="翟 锐" userId="fef11181f709266a" providerId="LiveId" clId="{4F873610-AE96-4B46-8AF0-3D7B236AABE3}" dt="2020-12-10T04:13:17.884" v="1700"/>
        <pc:sldMkLst>
          <pc:docMk/>
          <pc:sldMk cId="2226408564" sldId="690"/>
        </pc:sldMkLst>
        <pc:spChg chg="mod">
          <ac:chgData name="翟 锐" userId="fef11181f709266a" providerId="LiveId" clId="{4F873610-AE96-4B46-8AF0-3D7B236AABE3}" dt="2020-12-10T04:00:16.799" v="1610" actId="113"/>
          <ac:spMkLst>
            <pc:docMk/>
            <pc:sldMk cId="2226408564" sldId="690"/>
            <ac:spMk id="2" creationId="{1A343DEC-CFF6-41F5-B87C-0DFC08C67B76}"/>
          </ac:spMkLst>
        </pc:spChg>
        <pc:spChg chg="mod">
          <ac:chgData name="翟 锐" userId="fef11181f709266a" providerId="LiveId" clId="{4F873610-AE96-4B46-8AF0-3D7B236AABE3}" dt="2020-12-10T04:13:17.884" v="1700"/>
          <ac:spMkLst>
            <pc:docMk/>
            <pc:sldMk cId="2226408564" sldId="690"/>
            <ac:spMk id="35" creationId="{00000000-0000-0000-0000-000000000000}"/>
          </ac:spMkLst>
        </pc:spChg>
      </pc:sldChg>
      <pc:sldChg chg="addSp delSp modSp mod ord">
        <pc:chgData name="翟 锐" userId="fef11181f709266a" providerId="LiveId" clId="{4F873610-AE96-4B46-8AF0-3D7B236AABE3}" dt="2020-12-10T04:13:22.027" v="1702"/>
        <pc:sldMkLst>
          <pc:docMk/>
          <pc:sldMk cId="613656285" sldId="691"/>
        </pc:sldMkLst>
        <pc:spChg chg="mod">
          <ac:chgData name="翟 锐" userId="fef11181f709266a" providerId="LiveId" clId="{4F873610-AE96-4B46-8AF0-3D7B236AABE3}" dt="2020-12-10T04:11:34.701" v="1690" actId="20577"/>
          <ac:spMkLst>
            <pc:docMk/>
            <pc:sldMk cId="613656285" sldId="691"/>
            <ac:spMk id="2" creationId="{1A343DEC-CFF6-41F5-B87C-0DFC08C67B76}"/>
          </ac:spMkLst>
        </pc:spChg>
        <pc:spChg chg="add del mod">
          <ac:chgData name="翟 锐" userId="fef11181f709266a" providerId="LiveId" clId="{4F873610-AE96-4B46-8AF0-3D7B236AABE3}" dt="2020-12-10T04:11:42.183" v="1695" actId="33423"/>
          <ac:spMkLst>
            <pc:docMk/>
            <pc:sldMk cId="613656285" sldId="691"/>
            <ac:spMk id="9" creationId="{C2AEDE76-D77C-4DBE-AAB3-B8EF7CCC6F9F}"/>
          </ac:spMkLst>
        </pc:spChg>
        <pc:spChg chg="mod">
          <ac:chgData name="翟 锐" userId="fef11181f709266a" providerId="LiveId" clId="{4F873610-AE96-4B46-8AF0-3D7B236AABE3}" dt="2020-12-10T04:13:22.027" v="1702"/>
          <ac:spMkLst>
            <pc:docMk/>
            <pc:sldMk cId="613656285" sldId="691"/>
            <ac:spMk id="35" creationId="{00000000-0000-0000-0000-000000000000}"/>
          </ac:spMkLst>
        </pc:spChg>
        <pc:graphicFrameChg chg="add mod">
          <ac:chgData name="翟 锐" userId="fef11181f709266a" providerId="LiveId" clId="{4F873610-AE96-4B46-8AF0-3D7B236AABE3}" dt="2020-12-10T04:10:29.651" v="1668" actId="1076"/>
          <ac:graphicFrameMkLst>
            <pc:docMk/>
            <pc:sldMk cId="613656285" sldId="691"/>
            <ac:graphicFrameMk id="3" creationId="{F77FDBC2-65BD-4926-9475-0E45A6891DA1}"/>
          </ac:graphicFrameMkLst>
        </pc:graphicFrameChg>
        <pc:graphicFrameChg chg="add del">
          <ac:chgData name="翟 锐" userId="fef11181f709266a" providerId="LiveId" clId="{4F873610-AE96-4B46-8AF0-3D7B236AABE3}" dt="2020-10-24T15:45:21.651" v="548" actId="22"/>
          <ac:graphicFrameMkLst>
            <pc:docMk/>
            <pc:sldMk cId="613656285" sldId="691"/>
            <ac:graphicFrameMk id="4" creationId="{3FA37354-3CF7-4FE9-ADB5-AC423214D1BA}"/>
          </ac:graphicFrameMkLst>
        </pc:graphicFrameChg>
        <pc:graphicFrameChg chg="add del">
          <ac:chgData name="翟 锐" userId="fef11181f709266a" providerId="LiveId" clId="{4F873610-AE96-4B46-8AF0-3D7B236AABE3}" dt="2020-10-24T15:45:55.265" v="555" actId="478"/>
          <ac:graphicFrameMkLst>
            <pc:docMk/>
            <pc:sldMk cId="613656285" sldId="691"/>
            <ac:graphicFrameMk id="5" creationId="{E0CF6190-72F7-42EA-BEFB-34CE7308C02A}"/>
          </ac:graphicFrameMkLst>
        </pc:graphicFrameChg>
        <pc:graphicFrameChg chg="add del">
          <ac:chgData name="翟 锐" userId="fef11181f709266a" providerId="LiveId" clId="{4F873610-AE96-4B46-8AF0-3D7B236AABE3}" dt="2020-10-24T15:45:55.895" v="556" actId="478"/>
          <ac:graphicFrameMkLst>
            <pc:docMk/>
            <pc:sldMk cId="613656285" sldId="691"/>
            <ac:graphicFrameMk id="7" creationId="{D14C785D-F49B-44CD-A755-7AA4F886430C}"/>
          </ac:graphicFrameMkLst>
        </pc:graphicFrameChg>
        <pc:graphicFrameChg chg="add del mod replId">
          <ac:chgData name="翟 锐" userId="fef11181f709266a" providerId="LiveId" clId="{4F873610-AE96-4B46-8AF0-3D7B236AABE3}" dt="2020-12-10T04:11:47.509" v="1697" actId="1076"/>
          <ac:graphicFrameMkLst>
            <pc:docMk/>
            <pc:sldMk cId="613656285" sldId="691"/>
            <ac:graphicFrameMk id="9" creationId="{C2AEDE76-D77C-4DBE-AAB3-B8EF7CCC6F9F}"/>
          </ac:graphicFrameMkLst>
        </pc:graphicFrameChg>
      </pc:sldChg>
      <pc:sldChg chg="delSp del mod">
        <pc:chgData name="翟 锐" userId="fef11181f709266a" providerId="LiveId" clId="{4F873610-AE96-4B46-8AF0-3D7B236AABE3}" dt="2020-10-24T15:46:00.714" v="558" actId="47"/>
        <pc:sldMkLst>
          <pc:docMk/>
          <pc:sldMk cId="366418643" sldId="692"/>
        </pc:sldMkLst>
        <pc:picChg chg="del">
          <ac:chgData name="翟 锐" userId="fef11181f709266a" providerId="LiveId" clId="{4F873610-AE96-4B46-8AF0-3D7B236AABE3}" dt="2020-10-24T15:45:58.775" v="557" actId="478"/>
          <ac:picMkLst>
            <pc:docMk/>
            <pc:sldMk cId="366418643" sldId="692"/>
            <ac:picMk id="3" creationId="{602C3D16-FF30-49F1-A34B-42189667B1FF}"/>
          </ac:picMkLst>
        </pc:picChg>
      </pc:sldChg>
      <pc:sldChg chg="addSp delSp modSp mod">
        <pc:chgData name="翟 锐" userId="fef11181f709266a" providerId="LiveId" clId="{4F873610-AE96-4B46-8AF0-3D7B236AABE3}" dt="2020-10-24T15:48:09.048" v="580" actId="1076"/>
        <pc:sldMkLst>
          <pc:docMk/>
          <pc:sldMk cId="492364747" sldId="696"/>
        </pc:sldMkLst>
        <pc:spChg chg="del">
          <ac:chgData name="翟 锐" userId="fef11181f709266a" providerId="LiveId" clId="{4F873610-AE96-4B46-8AF0-3D7B236AABE3}" dt="2020-10-24T15:46:05.031" v="560" actId="478"/>
          <ac:spMkLst>
            <pc:docMk/>
            <pc:sldMk cId="492364747" sldId="696"/>
            <ac:spMk id="2" creationId="{1A343DEC-CFF6-41F5-B87C-0DFC08C67B76}"/>
          </ac:spMkLst>
        </pc:spChg>
        <pc:spChg chg="add mod">
          <ac:chgData name="翟 锐" userId="fef11181f709266a" providerId="LiveId" clId="{4F873610-AE96-4B46-8AF0-3D7B236AABE3}" dt="2020-10-24T15:48:09.048" v="580" actId="1076"/>
          <ac:spMkLst>
            <pc:docMk/>
            <pc:sldMk cId="492364747" sldId="696"/>
            <ac:spMk id="3" creationId="{D3CD3EC7-6725-4F37-BEFF-C193BEA8B9BD}"/>
          </ac:spMkLst>
        </pc:spChg>
        <pc:spChg chg="add del mod">
          <ac:chgData name="翟 锐" userId="fef11181f709266a" providerId="LiveId" clId="{4F873610-AE96-4B46-8AF0-3D7B236AABE3}" dt="2020-10-24T15:47:23.242" v="576" actId="22"/>
          <ac:spMkLst>
            <pc:docMk/>
            <pc:sldMk cId="492364747" sldId="696"/>
            <ac:spMk id="4" creationId="{E4277418-C779-4F9D-B7CA-AFA1E078B4B0}"/>
          </ac:spMkLst>
        </pc:spChg>
        <pc:spChg chg="add del mod">
          <ac:chgData name="翟 锐" userId="fef11181f709266a" providerId="LiveId" clId="{4F873610-AE96-4B46-8AF0-3D7B236AABE3}" dt="2020-10-24T15:47:23.242" v="576" actId="22"/>
          <ac:spMkLst>
            <pc:docMk/>
            <pc:sldMk cId="492364747" sldId="696"/>
            <ac:spMk id="5" creationId="{73ADCB39-26DD-4EA3-8C42-137539876785}"/>
          </ac:spMkLst>
        </pc:spChg>
        <pc:spChg chg="add mod">
          <ac:chgData name="翟 锐" userId="fef11181f709266a" providerId="LiveId" clId="{4F873610-AE96-4B46-8AF0-3D7B236AABE3}" dt="2020-10-24T15:47:01.443" v="571" actId="14100"/>
          <ac:spMkLst>
            <pc:docMk/>
            <pc:sldMk cId="492364747" sldId="696"/>
            <ac:spMk id="6" creationId="{B2C0464D-A4D4-4462-A0F4-93A23EF927ED}"/>
          </ac:spMkLst>
        </pc:spChg>
        <pc:spChg chg="add del mod">
          <ac:chgData name="翟 锐" userId="fef11181f709266a" providerId="LiveId" clId="{4F873610-AE96-4B46-8AF0-3D7B236AABE3}" dt="2020-10-24T15:47:23.242" v="576" actId="22"/>
          <ac:spMkLst>
            <pc:docMk/>
            <pc:sldMk cId="492364747" sldId="696"/>
            <ac:spMk id="8" creationId="{BC43DECF-7B3B-403E-98F5-D23E8DD0A099}"/>
          </ac:spMkLst>
        </pc:spChg>
        <pc:spChg chg="add del mod">
          <ac:chgData name="翟 锐" userId="fef11181f709266a" providerId="LiveId" clId="{4F873610-AE96-4B46-8AF0-3D7B236AABE3}" dt="2020-10-24T15:47:23.242" v="576" actId="22"/>
          <ac:spMkLst>
            <pc:docMk/>
            <pc:sldMk cId="492364747" sldId="696"/>
            <ac:spMk id="10" creationId="{637D81FF-AEBB-4EAA-8C3A-5F92B7FA4880}"/>
          </ac:spMkLst>
        </pc:spChg>
        <pc:spChg chg="add del mod">
          <ac:chgData name="翟 锐" userId="fef11181f709266a" providerId="LiveId" clId="{4F873610-AE96-4B46-8AF0-3D7B236AABE3}" dt="2020-10-24T15:47:23.242" v="576" actId="22"/>
          <ac:spMkLst>
            <pc:docMk/>
            <pc:sldMk cId="492364747" sldId="696"/>
            <ac:spMk id="12" creationId="{DE5CE7BD-9C50-40D8-8638-C31BEBF5D836}"/>
          </ac:spMkLst>
        </pc:spChg>
        <pc:spChg chg="add del mod">
          <ac:chgData name="翟 锐" userId="fef11181f709266a" providerId="LiveId" clId="{4F873610-AE96-4B46-8AF0-3D7B236AABE3}" dt="2020-10-24T15:47:23.242" v="576" actId="22"/>
          <ac:spMkLst>
            <pc:docMk/>
            <pc:sldMk cId="492364747" sldId="696"/>
            <ac:spMk id="14" creationId="{C4D150CC-23F8-446D-8455-404ADB60B76C}"/>
          </ac:spMkLst>
        </pc:spChg>
        <pc:spChg chg="add del mod">
          <ac:chgData name="翟 锐" userId="fef11181f709266a" providerId="LiveId" clId="{4F873610-AE96-4B46-8AF0-3D7B236AABE3}" dt="2020-10-24T15:47:23.242" v="576" actId="22"/>
          <ac:spMkLst>
            <pc:docMk/>
            <pc:sldMk cId="492364747" sldId="696"/>
            <ac:spMk id="16" creationId="{C6B4E13F-C1A3-48FC-B8B0-08B5073EF81E}"/>
          </ac:spMkLst>
        </pc:spChg>
        <pc:spChg chg="add del mod">
          <ac:chgData name="翟 锐" userId="fef11181f709266a" providerId="LiveId" clId="{4F873610-AE96-4B46-8AF0-3D7B236AABE3}" dt="2020-10-24T15:47:23.242" v="576" actId="22"/>
          <ac:spMkLst>
            <pc:docMk/>
            <pc:sldMk cId="492364747" sldId="696"/>
            <ac:spMk id="18" creationId="{18CCD8A7-C3A4-4C91-9F74-597239A5C758}"/>
          </ac:spMkLst>
        </pc:spChg>
        <pc:spChg chg="add del mod">
          <ac:chgData name="翟 锐" userId="fef11181f709266a" providerId="LiveId" clId="{4F873610-AE96-4B46-8AF0-3D7B236AABE3}" dt="2020-10-24T15:47:23.242" v="576" actId="22"/>
          <ac:spMkLst>
            <pc:docMk/>
            <pc:sldMk cId="492364747" sldId="696"/>
            <ac:spMk id="20" creationId="{22388113-F672-4CFA-91FC-DA631962AEE4}"/>
          </ac:spMkLst>
        </pc:spChg>
        <pc:spChg chg="add del mod">
          <ac:chgData name="翟 锐" userId="fef11181f709266a" providerId="LiveId" clId="{4F873610-AE96-4B46-8AF0-3D7B236AABE3}" dt="2020-10-24T15:47:23.242" v="576" actId="22"/>
          <ac:spMkLst>
            <pc:docMk/>
            <pc:sldMk cId="492364747" sldId="696"/>
            <ac:spMk id="22" creationId="{59BDE01D-061C-4865-A60A-0263082B3ECD}"/>
          </ac:spMkLst>
        </pc:spChg>
        <pc:spChg chg="add del mod">
          <ac:chgData name="翟 锐" userId="fef11181f709266a" providerId="LiveId" clId="{4F873610-AE96-4B46-8AF0-3D7B236AABE3}" dt="2020-10-24T15:47:23.242" v="576" actId="22"/>
          <ac:spMkLst>
            <pc:docMk/>
            <pc:sldMk cId="492364747" sldId="696"/>
            <ac:spMk id="24" creationId="{260859AB-16FC-46F8-9BBB-E75DC9D6BC53}"/>
          </ac:spMkLst>
        </pc:spChg>
        <pc:spChg chg="mod">
          <ac:chgData name="翟 锐" userId="fef11181f709266a" providerId="LiveId" clId="{4F873610-AE96-4B46-8AF0-3D7B236AABE3}" dt="2020-10-24T15:46:49.873" v="569"/>
          <ac:spMkLst>
            <pc:docMk/>
            <pc:sldMk cId="492364747" sldId="696"/>
            <ac:spMk id="35" creationId="{00000000-0000-0000-0000-000000000000}"/>
          </ac:spMkLst>
        </pc:spChg>
        <pc:picChg chg="add mod">
          <ac:chgData name="翟 锐" userId="fef11181f709266a" providerId="LiveId" clId="{4F873610-AE96-4B46-8AF0-3D7B236AABE3}" dt="2020-10-24T15:48:06.715" v="579" actId="1076"/>
          <ac:picMkLst>
            <pc:docMk/>
            <pc:sldMk cId="492364747" sldId="696"/>
            <ac:picMk id="26" creationId="{3AB897DA-5BBA-4515-A689-B20A8050684D}"/>
          </ac:picMkLst>
        </pc:picChg>
      </pc:sldChg>
      <pc:sldChg chg="addSp delSp modSp mod delAnim modAnim">
        <pc:chgData name="翟 锐" userId="fef11181f709266a" providerId="LiveId" clId="{4F873610-AE96-4B46-8AF0-3D7B236AABE3}" dt="2020-12-09T02:25:18.524" v="1210" actId="2711"/>
        <pc:sldMkLst>
          <pc:docMk/>
          <pc:sldMk cId="3758664426" sldId="697"/>
        </pc:sldMkLst>
        <pc:spChg chg="del">
          <ac:chgData name="翟 锐" userId="fef11181f709266a" providerId="LiveId" clId="{4F873610-AE96-4B46-8AF0-3D7B236AABE3}" dt="2020-10-24T15:48:25.005" v="581" actId="478"/>
          <ac:spMkLst>
            <pc:docMk/>
            <pc:sldMk cId="3758664426" sldId="697"/>
            <ac:spMk id="2" creationId="{1A343DEC-CFF6-41F5-B87C-0DFC08C67B76}"/>
          </ac:spMkLst>
        </pc:spChg>
        <pc:spChg chg="add mod">
          <ac:chgData name="翟 锐" userId="fef11181f709266a" providerId="LiveId" clId="{4F873610-AE96-4B46-8AF0-3D7B236AABE3}" dt="2020-12-09T02:25:18.524" v="1210" actId="2711"/>
          <ac:spMkLst>
            <pc:docMk/>
            <pc:sldMk cId="3758664426" sldId="697"/>
            <ac:spMk id="6" creationId="{49AEE535-226D-483F-96F3-732B622D4E93}"/>
          </ac:spMkLst>
        </pc:spChg>
        <pc:spChg chg="add mod">
          <ac:chgData name="翟 锐" userId="fef11181f709266a" providerId="LiveId" clId="{4F873610-AE96-4B46-8AF0-3D7B236AABE3}" dt="2020-12-09T02:25:18.524" v="1210" actId="2711"/>
          <ac:spMkLst>
            <pc:docMk/>
            <pc:sldMk cId="3758664426" sldId="697"/>
            <ac:spMk id="7" creationId="{47ED3448-01C6-4A71-AE1D-7C9D8A74FE59}"/>
          </ac:spMkLst>
        </pc:spChg>
        <pc:spChg chg="mod">
          <ac:chgData name="翟 锐" userId="fef11181f709266a" providerId="LiveId" clId="{4F873610-AE96-4B46-8AF0-3D7B236AABE3}" dt="2020-10-24T15:49:08.479" v="599"/>
          <ac:spMkLst>
            <pc:docMk/>
            <pc:sldMk cId="3758664426" sldId="697"/>
            <ac:spMk id="10" creationId="{83A001F0-5A19-4BC6-A37F-736829A71EC8}"/>
          </ac:spMkLst>
        </pc:spChg>
        <pc:spChg chg="mod">
          <ac:chgData name="翟 锐" userId="fef11181f709266a" providerId="LiveId" clId="{4F873610-AE96-4B46-8AF0-3D7B236AABE3}" dt="2020-10-24T15:49:08.479" v="599"/>
          <ac:spMkLst>
            <pc:docMk/>
            <pc:sldMk cId="3758664426" sldId="697"/>
            <ac:spMk id="11" creationId="{07FD95C6-DCAA-43E2-BA9F-26E4F95A9024}"/>
          </ac:spMkLst>
        </pc:spChg>
        <pc:spChg chg="mod">
          <ac:chgData name="翟 锐" userId="fef11181f709266a" providerId="LiveId" clId="{4F873610-AE96-4B46-8AF0-3D7B236AABE3}" dt="2020-10-24T15:49:08.479" v="599"/>
          <ac:spMkLst>
            <pc:docMk/>
            <pc:sldMk cId="3758664426" sldId="697"/>
            <ac:spMk id="12" creationId="{674AEE57-69B3-4AE5-A5B7-4370691982C7}"/>
          </ac:spMkLst>
        </pc:spChg>
        <pc:spChg chg="mod">
          <ac:chgData name="翟 锐" userId="fef11181f709266a" providerId="LiveId" clId="{4F873610-AE96-4B46-8AF0-3D7B236AABE3}" dt="2020-10-24T15:49:08.479" v="599"/>
          <ac:spMkLst>
            <pc:docMk/>
            <pc:sldMk cId="3758664426" sldId="697"/>
            <ac:spMk id="13" creationId="{6B694F01-AA95-4DDC-9C52-562E3B7BA468}"/>
          </ac:spMkLst>
        </pc:spChg>
        <pc:spChg chg="mod">
          <ac:chgData name="翟 锐" userId="fef11181f709266a" providerId="LiveId" clId="{4F873610-AE96-4B46-8AF0-3D7B236AABE3}" dt="2020-10-24T15:49:08.479" v="599"/>
          <ac:spMkLst>
            <pc:docMk/>
            <pc:sldMk cId="3758664426" sldId="697"/>
            <ac:spMk id="14" creationId="{EB129E54-DF93-4C49-83D7-A599835A4BDB}"/>
          </ac:spMkLst>
        </pc:spChg>
        <pc:spChg chg="mod">
          <ac:chgData name="翟 锐" userId="fef11181f709266a" providerId="LiveId" clId="{4F873610-AE96-4B46-8AF0-3D7B236AABE3}" dt="2020-10-24T15:49:08.479" v="599"/>
          <ac:spMkLst>
            <pc:docMk/>
            <pc:sldMk cId="3758664426" sldId="697"/>
            <ac:spMk id="15" creationId="{B11E353A-87ED-473A-A28A-1AC3DC23D6F9}"/>
          </ac:spMkLst>
        </pc:spChg>
        <pc:spChg chg="mod">
          <ac:chgData name="翟 锐" userId="fef11181f709266a" providerId="LiveId" clId="{4F873610-AE96-4B46-8AF0-3D7B236AABE3}" dt="2020-10-24T15:49:08.479" v="599"/>
          <ac:spMkLst>
            <pc:docMk/>
            <pc:sldMk cId="3758664426" sldId="697"/>
            <ac:spMk id="16" creationId="{D3E8585F-E434-4EE7-91AF-84D54CEDC1FA}"/>
          </ac:spMkLst>
        </pc:spChg>
        <pc:spChg chg="mod">
          <ac:chgData name="翟 锐" userId="fef11181f709266a" providerId="LiveId" clId="{4F873610-AE96-4B46-8AF0-3D7B236AABE3}" dt="2020-10-24T15:49:08.479" v="599"/>
          <ac:spMkLst>
            <pc:docMk/>
            <pc:sldMk cId="3758664426" sldId="697"/>
            <ac:spMk id="17" creationId="{D8EB9599-8179-4379-96C6-2A944DFA66ED}"/>
          </ac:spMkLst>
        </pc:spChg>
        <pc:spChg chg="mod">
          <ac:chgData name="翟 锐" userId="fef11181f709266a" providerId="LiveId" clId="{4F873610-AE96-4B46-8AF0-3D7B236AABE3}" dt="2020-10-24T15:49:08.479" v="599"/>
          <ac:spMkLst>
            <pc:docMk/>
            <pc:sldMk cId="3758664426" sldId="697"/>
            <ac:spMk id="18" creationId="{55DBDCFA-1640-47A8-B053-D9339196FB14}"/>
          </ac:spMkLst>
        </pc:spChg>
        <pc:spChg chg="mod">
          <ac:chgData name="翟 锐" userId="fef11181f709266a" providerId="LiveId" clId="{4F873610-AE96-4B46-8AF0-3D7B236AABE3}" dt="2020-10-24T15:49:08.479" v="599"/>
          <ac:spMkLst>
            <pc:docMk/>
            <pc:sldMk cId="3758664426" sldId="697"/>
            <ac:spMk id="19" creationId="{CFDD2E2E-093D-42FA-9C02-AFED4182C435}"/>
          </ac:spMkLst>
        </pc:spChg>
        <pc:spChg chg="mod">
          <ac:chgData name="翟 锐" userId="fef11181f709266a" providerId="LiveId" clId="{4F873610-AE96-4B46-8AF0-3D7B236AABE3}" dt="2020-10-24T15:49:08.479" v="599"/>
          <ac:spMkLst>
            <pc:docMk/>
            <pc:sldMk cId="3758664426" sldId="697"/>
            <ac:spMk id="20" creationId="{7356A9F3-F5EC-4A6D-A2E1-975CA6EA312F}"/>
          </ac:spMkLst>
        </pc:spChg>
        <pc:spChg chg="mod">
          <ac:chgData name="翟 锐" userId="fef11181f709266a" providerId="LiveId" clId="{4F873610-AE96-4B46-8AF0-3D7B236AABE3}" dt="2020-10-24T15:49:08.479" v="599"/>
          <ac:spMkLst>
            <pc:docMk/>
            <pc:sldMk cId="3758664426" sldId="697"/>
            <ac:spMk id="21" creationId="{FF869754-9AAF-4977-B89B-02A6CFA2D23A}"/>
          </ac:spMkLst>
        </pc:spChg>
        <pc:spChg chg="mod">
          <ac:chgData name="翟 锐" userId="fef11181f709266a" providerId="LiveId" clId="{4F873610-AE96-4B46-8AF0-3D7B236AABE3}" dt="2020-10-24T15:49:08.479" v="599"/>
          <ac:spMkLst>
            <pc:docMk/>
            <pc:sldMk cId="3758664426" sldId="697"/>
            <ac:spMk id="22" creationId="{8A30BF4F-981B-48F6-83B1-02946D25C1C7}"/>
          </ac:spMkLst>
        </pc:spChg>
        <pc:spChg chg="mod">
          <ac:chgData name="翟 锐" userId="fef11181f709266a" providerId="LiveId" clId="{4F873610-AE96-4B46-8AF0-3D7B236AABE3}" dt="2020-10-24T15:49:08.479" v="599"/>
          <ac:spMkLst>
            <pc:docMk/>
            <pc:sldMk cId="3758664426" sldId="697"/>
            <ac:spMk id="23" creationId="{E8AA280F-E316-461A-A20D-7176EABB0238}"/>
          </ac:spMkLst>
        </pc:spChg>
        <pc:spChg chg="mod">
          <ac:chgData name="翟 锐" userId="fef11181f709266a" providerId="LiveId" clId="{4F873610-AE96-4B46-8AF0-3D7B236AABE3}" dt="2020-10-24T15:49:08.479" v="599"/>
          <ac:spMkLst>
            <pc:docMk/>
            <pc:sldMk cId="3758664426" sldId="697"/>
            <ac:spMk id="24" creationId="{EBF54895-8A98-4D83-A1EB-D9E0BBD70759}"/>
          </ac:spMkLst>
        </pc:spChg>
        <pc:spChg chg="mod">
          <ac:chgData name="翟 锐" userId="fef11181f709266a" providerId="LiveId" clId="{4F873610-AE96-4B46-8AF0-3D7B236AABE3}" dt="2020-10-24T15:49:08.479" v="599"/>
          <ac:spMkLst>
            <pc:docMk/>
            <pc:sldMk cId="3758664426" sldId="697"/>
            <ac:spMk id="25" creationId="{E9467649-7734-429B-B940-3770CAF209D9}"/>
          </ac:spMkLst>
        </pc:spChg>
        <pc:spChg chg="mod">
          <ac:chgData name="翟 锐" userId="fef11181f709266a" providerId="LiveId" clId="{4F873610-AE96-4B46-8AF0-3D7B236AABE3}" dt="2020-10-24T15:49:08.479" v="599"/>
          <ac:spMkLst>
            <pc:docMk/>
            <pc:sldMk cId="3758664426" sldId="697"/>
            <ac:spMk id="26" creationId="{4A393EAD-EB9C-4E71-A8C7-D8A766F11E69}"/>
          </ac:spMkLst>
        </pc:spChg>
        <pc:spChg chg="mod">
          <ac:chgData name="翟 锐" userId="fef11181f709266a" providerId="LiveId" clId="{4F873610-AE96-4B46-8AF0-3D7B236AABE3}" dt="2020-10-24T15:49:08.479" v="599"/>
          <ac:spMkLst>
            <pc:docMk/>
            <pc:sldMk cId="3758664426" sldId="697"/>
            <ac:spMk id="27" creationId="{3F70989C-5C4F-456D-A14F-B6F31744B935}"/>
          </ac:spMkLst>
        </pc:spChg>
        <pc:spChg chg="mod">
          <ac:chgData name="翟 锐" userId="fef11181f709266a" providerId="LiveId" clId="{4F873610-AE96-4B46-8AF0-3D7B236AABE3}" dt="2020-10-24T15:49:08.479" v="599"/>
          <ac:spMkLst>
            <pc:docMk/>
            <pc:sldMk cId="3758664426" sldId="697"/>
            <ac:spMk id="28" creationId="{666511EB-27CC-45A6-A7CD-7206B97FBF95}"/>
          </ac:spMkLst>
        </pc:spChg>
        <pc:spChg chg="mod">
          <ac:chgData name="翟 锐" userId="fef11181f709266a" providerId="LiveId" clId="{4F873610-AE96-4B46-8AF0-3D7B236AABE3}" dt="2020-10-24T15:49:08.479" v="599"/>
          <ac:spMkLst>
            <pc:docMk/>
            <pc:sldMk cId="3758664426" sldId="697"/>
            <ac:spMk id="29" creationId="{717CEB13-C6FB-43D5-A6FF-DE51069E8E81}"/>
          </ac:spMkLst>
        </pc:spChg>
        <pc:spChg chg="mod">
          <ac:chgData name="翟 锐" userId="fef11181f709266a" providerId="LiveId" clId="{4F873610-AE96-4B46-8AF0-3D7B236AABE3}" dt="2020-10-24T15:49:08.479" v="599"/>
          <ac:spMkLst>
            <pc:docMk/>
            <pc:sldMk cId="3758664426" sldId="697"/>
            <ac:spMk id="30" creationId="{4BDC0C95-9843-41BF-A9ED-440648A7B676}"/>
          </ac:spMkLst>
        </pc:spChg>
        <pc:spChg chg="mod">
          <ac:chgData name="翟 锐" userId="fef11181f709266a" providerId="LiveId" clId="{4F873610-AE96-4B46-8AF0-3D7B236AABE3}" dt="2020-10-24T15:49:08.479" v="599"/>
          <ac:spMkLst>
            <pc:docMk/>
            <pc:sldMk cId="3758664426" sldId="697"/>
            <ac:spMk id="31" creationId="{57CF3BAF-DCB1-44DF-A60A-23DABB97B9E9}"/>
          </ac:spMkLst>
        </pc:spChg>
        <pc:spChg chg="mod">
          <ac:chgData name="翟 锐" userId="fef11181f709266a" providerId="LiveId" clId="{4F873610-AE96-4B46-8AF0-3D7B236AABE3}" dt="2020-10-24T15:49:08.479" v="599"/>
          <ac:spMkLst>
            <pc:docMk/>
            <pc:sldMk cId="3758664426" sldId="697"/>
            <ac:spMk id="32" creationId="{00B566B0-FF34-4721-82A2-4DB87EEB2265}"/>
          </ac:spMkLst>
        </pc:spChg>
        <pc:spChg chg="del">
          <ac:chgData name="翟 锐" userId="fef11181f709266a" providerId="LiveId" clId="{4F873610-AE96-4B46-8AF0-3D7B236AABE3}" dt="2020-10-24T15:48:25.005" v="581" actId="478"/>
          <ac:spMkLst>
            <pc:docMk/>
            <pc:sldMk cId="3758664426" sldId="697"/>
            <ac:spMk id="34" creationId="{00000000-0000-0000-0000-000000000000}"/>
          </ac:spMkLst>
        </pc:spChg>
        <pc:spChg chg="del">
          <ac:chgData name="翟 锐" userId="fef11181f709266a" providerId="LiveId" clId="{4F873610-AE96-4B46-8AF0-3D7B236AABE3}" dt="2020-10-24T15:48:25.005" v="581" actId="478"/>
          <ac:spMkLst>
            <pc:docMk/>
            <pc:sldMk cId="3758664426" sldId="697"/>
            <ac:spMk id="35" creationId="{00000000-0000-0000-0000-000000000000}"/>
          </ac:spMkLst>
        </pc:spChg>
        <pc:spChg chg="mod">
          <ac:chgData name="翟 锐" userId="fef11181f709266a" providerId="LiveId" clId="{4F873610-AE96-4B46-8AF0-3D7B236AABE3}" dt="2020-10-24T15:49:08.479" v="599"/>
          <ac:spMkLst>
            <pc:docMk/>
            <pc:sldMk cId="3758664426" sldId="697"/>
            <ac:spMk id="36" creationId="{1926972A-CFCF-4D08-B9DB-3C09E9E0EFBC}"/>
          </ac:spMkLst>
        </pc:spChg>
        <pc:spChg chg="mod">
          <ac:chgData name="翟 锐" userId="fef11181f709266a" providerId="LiveId" clId="{4F873610-AE96-4B46-8AF0-3D7B236AABE3}" dt="2020-10-24T15:49:08.479" v="599"/>
          <ac:spMkLst>
            <pc:docMk/>
            <pc:sldMk cId="3758664426" sldId="697"/>
            <ac:spMk id="37" creationId="{AE804B7F-E522-4AEE-9F38-B426A16647AA}"/>
          </ac:spMkLst>
        </pc:spChg>
        <pc:spChg chg="mod">
          <ac:chgData name="翟 锐" userId="fef11181f709266a" providerId="LiveId" clId="{4F873610-AE96-4B46-8AF0-3D7B236AABE3}" dt="2020-10-24T15:49:08.479" v="599"/>
          <ac:spMkLst>
            <pc:docMk/>
            <pc:sldMk cId="3758664426" sldId="697"/>
            <ac:spMk id="38" creationId="{8F1C7B77-07AF-4ADF-91B8-C27F8475B65B}"/>
          </ac:spMkLst>
        </pc:spChg>
        <pc:spChg chg="mod">
          <ac:chgData name="翟 锐" userId="fef11181f709266a" providerId="LiveId" clId="{4F873610-AE96-4B46-8AF0-3D7B236AABE3}" dt="2020-10-24T15:49:08.479" v="599"/>
          <ac:spMkLst>
            <pc:docMk/>
            <pc:sldMk cId="3758664426" sldId="697"/>
            <ac:spMk id="39" creationId="{6441A0AC-9C63-47FB-8279-4CFAA0D2CC90}"/>
          </ac:spMkLst>
        </pc:spChg>
        <pc:spChg chg="mod">
          <ac:chgData name="翟 锐" userId="fef11181f709266a" providerId="LiveId" clId="{4F873610-AE96-4B46-8AF0-3D7B236AABE3}" dt="2020-10-24T15:49:08.479" v="599"/>
          <ac:spMkLst>
            <pc:docMk/>
            <pc:sldMk cId="3758664426" sldId="697"/>
            <ac:spMk id="40" creationId="{F87DCE71-E48A-48E2-9DFA-6B9F8CA4DB69}"/>
          </ac:spMkLst>
        </pc:spChg>
        <pc:spChg chg="mod">
          <ac:chgData name="翟 锐" userId="fef11181f709266a" providerId="LiveId" clId="{4F873610-AE96-4B46-8AF0-3D7B236AABE3}" dt="2020-10-24T15:49:08.479" v="599"/>
          <ac:spMkLst>
            <pc:docMk/>
            <pc:sldMk cId="3758664426" sldId="697"/>
            <ac:spMk id="41" creationId="{F3D6839C-7C0D-4B69-B4F9-180D3D157FAE}"/>
          </ac:spMkLst>
        </pc:spChg>
        <pc:spChg chg="mod">
          <ac:chgData name="翟 锐" userId="fef11181f709266a" providerId="LiveId" clId="{4F873610-AE96-4B46-8AF0-3D7B236AABE3}" dt="2020-10-24T15:49:08.479" v="599"/>
          <ac:spMkLst>
            <pc:docMk/>
            <pc:sldMk cId="3758664426" sldId="697"/>
            <ac:spMk id="42" creationId="{672FFD03-3C69-4FAC-8B9A-5EDEE6AFDA0E}"/>
          </ac:spMkLst>
        </pc:spChg>
        <pc:spChg chg="mod">
          <ac:chgData name="翟 锐" userId="fef11181f709266a" providerId="LiveId" clId="{4F873610-AE96-4B46-8AF0-3D7B236AABE3}" dt="2020-10-24T15:49:08.479" v="599"/>
          <ac:spMkLst>
            <pc:docMk/>
            <pc:sldMk cId="3758664426" sldId="697"/>
            <ac:spMk id="43" creationId="{AC88EEAF-21F7-4061-910C-EFCAF46A049F}"/>
          </ac:spMkLst>
        </pc:spChg>
        <pc:spChg chg="mod">
          <ac:chgData name="翟 锐" userId="fef11181f709266a" providerId="LiveId" clId="{4F873610-AE96-4B46-8AF0-3D7B236AABE3}" dt="2020-10-24T15:49:08.479" v="599"/>
          <ac:spMkLst>
            <pc:docMk/>
            <pc:sldMk cId="3758664426" sldId="697"/>
            <ac:spMk id="44" creationId="{0E176651-3B4B-4D99-99E1-C8712DD629E1}"/>
          </ac:spMkLst>
        </pc:spChg>
        <pc:spChg chg="mod">
          <ac:chgData name="翟 锐" userId="fef11181f709266a" providerId="LiveId" clId="{4F873610-AE96-4B46-8AF0-3D7B236AABE3}" dt="2020-10-24T15:49:08.479" v="599"/>
          <ac:spMkLst>
            <pc:docMk/>
            <pc:sldMk cId="3758664426" sldId="697"/>
            <ac:spMk id="45" creationId="{E3530A0F-97FC-482C-BD2F-467A95AC1254}"/>
          </ac:spMkLst>
        </pc:spChg>
        <pc:spChg chg="mod">
          <ac:chgData name="翟 锐" userId="fef11181f709266a" providerId="LiveId" clId="{4F873610-AE96-4B46-8AF0-3D7B236AABE3}" dt="2020-10-24T15:49:08.479" v="599"/>
          <ac:spMkLst>
            <pc:docMk/>
            <pc:sldMk cId="3758664426" sldId="697"/>
            <ac:spMk id="46" creationId="{02578476-AE3A-4B1C-ADF2-DD613F28AD25}"/>
          </ac:spMkLst>
        </pc:spChg>
        <pc:spChg chg="mod">
          <ac:chgData name="翟 锐" userId="fef11181f709266a" providerId="LiveId" clId="{4F873610-AE96-4B46-8AF0-3D7B236AABE3}" dt="2020-10-24T15:49:08.479" v="599"/>
          <ac:spMkLst>
            <pc:docMk/>
            <pc:sldMk cId="3758664426" sldId="697"/>
            <ac:spMk id="47" creationId="{CB21AF59-6FEA-4F79-A253-7796AFFC39CC}"/>
          </ac:spMkLst>
        </pc:spChg>
        <pc:spChg chg="mod">
          <ac:chgData name="翟 锐" userId="fef11181f709266a" providerId="LiveId" clId="{4F873610-AE96-4B46-8AF0-3D7B236AABE3}" dt="2020-10-24T15:49:08.479" v="599"/>
          <ac:spMkLst>
            <pc:docMk/>
            <pc:sldMk cId="3758664426" sldId="697"/>
            <ac:spMk id="49" creationId="{964D142C-CC2A-4AED-AF7F-46F92077D706}"/>
          </ac:spMkLst>
        </pc:spChg>
        <pc:spChg chg="mod">
          <ac:chgData name="翟 锐" userId="fef11181f709266a" providerId="LiveId" clId="{4F873610-AE96-4B46-8AF0-3D7B236AABE3}" dt="2020-10-24T15:49:08.479" v="599"/>
          <ac:spMkLst>
            <pc:docMk/>
            <pc:sldMk cId="3758664426" sldId="697"/>
            <ac:spMk id="50" creationId="{4FE39A9F-827A-446B-B0B3-6FB6744681E9}"/>
          </ac:spMkLst>
        </pc:spChg>
        <pc:spChg chg="mod">
          <ac:chgData name="翟 锐" userId="fef11181f709266a" providerId="LiveId" clId="{4F873610-AE96-4B46-8AF0-3D7B236AABE3}" dt="2020-10-24T15:49:08.479" v="599"/>
          <ac:spMkLst>
            <pc:docMk/>
            <pc:sldMk cId="3758664426" sldId="697"/>
            <ac:spMk id="51" creationId="{FDAC555A-77BC-438D-A6B4-71321328D7B1}"/>
          </ac:spMkLst>
        </pc:spChg>
        <pc:spChg chg="mod">
          <ac:chgData name="翟 锐" userId="fef11181f709266a" providerId="LiveId" clId="{4F873610-AE96-4B46-8AF0-3D7B236AABE3}" dt="2020-10-24T15:49:08.479" v="599"/>
          <ac:spMkLst>
            <pc:docMk/>
            <pc:sldMk cId="3758664426" sldId="697"/>
            <ac:spMk id="52" creationId="{4942C919-8805-4857-B920-D0B19E431333}"/>
          </ac:spMkLst>
        </pc:spChg>
        <pc:spChg chg="mod">
          <ac:chgData name="翟 锐" userId="fef11181f709266a" providerId="LiveId" clId="{4F873610-AE96-4B46-8AF0-3D7B236AABE3}" dt="2020-10-24T15:49:08.479" v="599"/>
          <ac:spMkLst>
            <pc:docMk/>
            <pc:sldMk cId="3758664426" sldId="697"/>
            <ac:spMk id="53" creationId="{F5B6CAF1-49AE-4AD5-8812-E6EBF98E6916}"/>
          </ac:spMkLst>
        </pc:spChg>
        <pc:spChg chg="mod">
          <ac:chgData name="翟 锐" userId="fef11181f709266a" providerId="LiveId" clId="{4F873610-AE96-4B46-8AF0-3D7B236AABE3}" dt="2020-10-24T15:49:08.479" v="599"/>
          <ac:spMkLst>
            <pc:docMk/>
            <pc:sldMk cId="3758664426" sldId="697"/>
            <ac:spMk id="54" creationId="{15330FD1-969B-4FA2-915B-B2BBB220152B}"/>
          </ac:spMkLst>
        </pc:spChg>
        <pc:spChg chg="mod">
          <ac:chgData name="翟 锐" userId="fef11181f709266a" providerId="LiveId" clId="{4F873610-AE96-4B46-8AF0-3D7B236AABE3}" dt="2020-10-24T15:49:08.479" v="599"/>
          <ac:spMkLst>
            <pc:docMk/>
            <pc:sldMk cId="3758664426" sldId="697"/>
            <ac:spMk id="55" creationId="{272089DE-8FCB-46DA-B4A8-0EAAF43948F4}"/>
          </ac:spMkLst>
        </pc:spChg>
        <pc:spChg chg="mod">
          <ac:chgData name="翟 锐" userId="fef11181f709266a" providerId="LiveId" clId="{4F873610-AE96-4B46-8AF0-3D7B236AABE3}" dt="2020-10-24T15:49:08.479" v="599"/>
          <ac:spMkLst>
            <pc:docMk/>
            <pc:sldMk cId="3758664426" sldId="697"/>
            <ac:spMk id="56" creationId="{DEE7431D-50DC-4E75-B00D-5877C7C0BD34}"/>
          </ac:spMkLst>
        </pc:spChg>
        <pc:spChg chg="mod">
          <ac:chgData name="翟 锐" userId="fef11181f709266a" providerId="LiveId" clId="{4F873610-AE96-4B46-8AF0-3D7B236AABE3}" dt="2020-10-24T15:49:08.479" v="599"/>
          <ac:spMkLst>
            <pc:docMk/>
            <pc:sldMk cId="3758664426" sldId="697"/>
            <ac:spMk id="57" creationId="{B95DC871-3285-4B0B-9B31-FF44024C0455}"/>
          </ac:spMkLst>
        </pc:spChg>
        <pc:spChg chg="mod">
          <ac:chgData name="翟 锐" userId="fef11181f709266a" providerId="LiveId" clId="{4F873610-AE96-4B46-8AF0-3D7B236AABE3}" dt="2020-10-24T15:49:08.479" v="599"/>
          <ac:spMkLst>
            <pc:docMk/>
            <pc:sldMk cId="3758664426" sldId="697"/>
            <ac:spMk id="58" creationId="{A7DDCFE5-3D5F-4B9A-92CA-17D99AD9B8FE}"/>
          </ac:spMkLst>
        </pc:spChg>
        <pc:spChg chg="mod">
          <ac:chgData name="翟 锐" userId="fef11181f709266a" providerId="LiveId" clId="{4F873610-AE96-4B46-8AF0-3D7B236AABE3}" dt="2020-10-24T15:49:08.479" v="599"/>
          <ac:spMkLst>
            <pc:docMk/>
            <pc:sldMk cId="3758664426" sldId="697"/>
            <ac:spMk id="59" creationId="{BC6AE92C-FC22-45B5-A167-BD4BFD37A7DA}"/>
          </ac:spMkLst>
        </pc:spChg>
        <pc:spChg chg="mod">
          <ac:chgData name="翟 锐" userId="fef11181f709266a" providerId="LiveId" clId="{4F873610-AE96-4B46-8AF0-3D7B236AABE3}" dt="2020-10-24T15:49:08.479" v="599"/>
          <ac:spMkLst>
            <pc:docMk/>
            <pc:sldMk cId="3758664426" sldId="697"/>
            <ac:spMk id="60" creationId="{29BF17E1-06DA-42EC-BD0D-BCF04E6DE207}"/>
          </ac:spMkLst>
        </pc:spChg>
        <pc:spChg chg="mod">
          <ac:chgData name="翟 锐" userId="fef11181f709266a" providerId="LiveId" clId="{4F873610-AE96-4B46-8AF0-3D7B236AABE3}" dt="2020-10-24T15:49:08.479" v="599"/>
          <ac:spMkLst>
            <pc:docMk/>
            <pc:sldMk cId="3758664426" sldId="697"/>
            <ac:spMk id="61" creationId="{C3B5A18C-BF15-4C47-98C2-C57CDC5F189A}"/>
          </ac:spMkLst>
        </pc:spChg>
        <pc:spChg chg="mod">
          <ac:chgData name="翟 锐" userId="fef11181f709266a" providerId="LiveId" clId="{4F873610-AE96-4B46-8AF0-3D7B236AABE3}" dt="2020-10-24T15:49:08.479" v="599"/>
          <ac:spMkLst>
            <pc:docMk/>
            <pc:sldMk cId="3758664426" sldId="697"/>
            <ac:spMk id="62" creationId="{2588619F-680F-45C4-94AB-9A3C1F329E9D}"/>
          </ac:spMkLst>
        </pc:spChg>
        <pc:spChg chg="mod">
          <ac:chgData name="翟 锐" userId="fef11181f709266a" providerId="LiveId" clId="{4F873610-AE96-4B46-8AF0-3D7B236AABE3}" dt="2020-10-24T15:49:08.479" v="599"/>
          <ac:spMkLst>
            <pc:docMk/>
            <pc:sldMk cId="3758664426" sldId="697"/>
            <ac:spMk id="63" creationId="{D62D9ECB-E1D2-4BB4-9372-776BC1C894E0}"/>
          </ac:spMkLst>
        </pc:spChg>
        <pc:spChg chg="mod">
          <ac:chgData name="翟 锐" userId="fef11181f709266a" providerId="LiveId" clId="{4F873610-AE96-4B46-8AF0-3D7B236AABE3}" dt="2020-10-24T15:49:08.479" v="599"/>
          <ac:spMkLst>
            <pc:docMk/>
            <pc:sldMk cId="3758664426" sldId="697"/>
            <ac:spMk id="64" creationId="{4D65A6BD-5C14-4224-A12D-868044892CD7}"/>
          </ac:spMkLst>
        </pc:spChg>
        <pc:spChg chg="mod">
          <ac:chgData name="翟 锐" userId="fef11181f709266a" providerId="LiveId" clId="{4F873610-AE96-4B46-8AF0-3D7B236AABE3}" dt="2020-10-24T15:49:08.479" v="599"/>
          <ac:spMkLst>
            <pc:docMk/>
            <pc:sldMk cId="3758664426" sldId="697"/>
            <ac:spMk id="65" creationId="{D738E098-9386-4467-84B7-CC152CC5D904}"/>
          </ac:spMkLst>
        </pc:spChg>
        <pc:spChg chg="mod">
          <ac:chgData name="翟 锐" userId="fef11181f709266a" providerId="LiveId" clId="{4F873610-AE96-4B46-8AF0-3D7B236AABE3}" dt="2020-10-24T15:49:08.479" v="599"/>
          <ac:spMkLst>
            <pc:docMk/>
            <pc:sldMk cId="3758664426" sldId="697"/>
            <ac:spMk id="66" creationId="{9DB7A329-E52F-4C95-891A-E0E911EFC812}"/>
          </ac:spMkLst>
        </pc:spChg>
        <pc:spChg chg="mod">
          <ac:chgData name="翟 锐" userId="fef11181f709266a" providerId="LiveId" clId="{4F873610-AE96-4B46-8AF0-3D7B236AABE3}" dt="2020-10-24T15:49:08.479" v="599"/>
          <ac:spMkLst>
            <pc:docMk/>
            <pc:sldMk cId="3758664426" sldId="697"/>
            <ac:spMk id="67" creationId="{DD4CE103-6406-4ABB-AA12-876A6A5B770F}"/>
          </ac:spMkLst>
        </pc:spChg>
        <pc:spChg chg="mod">
          <ac:chgData name="翟 锐" userId="fef11181f709266a" providerId="LiveId" clId="{4F873610-AE96-4B46-8AF0-3D7B236AABE3}" dt="2020-10-24T15:49:08.479" v="599"/>
          <ac:spMkLst>
            <pc:docMk/>
            <pc:sldMk cId="3758664426" sldId="697"/>
            <ac:spMk id="68" creationId="{F049D683-DBA7-42BB-8B6B-796B9B65CEFB}"/>
          </ac:spMkLst>
        </pc:spChg>
        <pc:spChg chg="mod">
          <ac:chgData name="翟 锐" userId="fef11181f709266a" providerId="LiveId" clId="{4F873610-AE96-4B46-8AF0-3D7B236AABE3}" dt="2020-10-24T15:49:08.479" v="599"/>
          <ac:spMkLst>
            <pc:docMk/>
            <pc:sldMk cId="3758664426" sldId="697"/>
            <ac:spMk id="69" creationId="{AFFCD16C-1CAE-4F95-892A-9E17CF000CEA}"/>
          </ac:spMkLst>
        </pc:spChg>
        <pc:spChg chg="mod">
          <ac:chgData name="翟 锐" userId="fef11181f709266a" providerId="LiveId" clId="{4F873610-AE96-4B46-8AF0-3D7B236AABE3}" dt="2020-10-24T15:49:08.479" v="599"/>
          <ac:spMkLst>
            <pc:docMk/>
            <pc:sldMk cId="3758664426" sldId="697"/>
            <ac:spMk id="70" creationId="{4A0FAA89-F692-42AE-8B66-58D71274972C}"/>
          </ac:spMkLst>
        </pc:spChg>
        <pc:spChg chg="mod">
          <ac:chgData name="翟 锐" userId="fef11181f709266a" providerId="LiveId" clId="{4F873610-AE96-4B46-8AF0-3D7B236AABE3}" dt="2020-10-24T15:49:08.479" v="599"/>
          <ac:spMkLst>
            <pc:docMk/>
            <pc:sldMk cId="3758664426" sldId="697"/>
            <ac:spMk id="71" creationId="{96BE1133-D7CA-4D4D-A8B3-BA0E0E32B8B3}"/>
          </ac:spMkLst>
        </pc:spChg>
        <pc:spChg chg="mod">
          <ac:chgData name="翟 锐" userId="fef11181f709266a" providerId="LiveId" clId="{4F873610-AE96-4B46-8AF0-3D7B236AABE3}" dt="2020-10-24T15:49:08.479" v="599"/>
          <ac:spMkLst>
            <pc:docMk/>
            <pc:sldMk cId="3758664426" sldId="697"/>
            <ac:spMk id="72" creationId="{7CA47534-2244-4326-8B3D-8248596DEBC8}"/>
          </ac:spMkLst>
        </pc:spChg>
        <pc:grpChg chg="add del mod">
          <ac:chgData name="翟 锐" userId="fef11181f709266a" providerId="LiveId" clId="{4F873610-AE96-4B46-8AF0-3D7B236AABE3}" dt="2020-10-24T15:49:12.773" v="600"/>
          <ac:grpSpMkLst>
            <pc:docMk/>
            <pc:sldMk cId="3758664426" sldId="697"/>
            <ac:grpSpMk id="8" creationId="{B51C4025-905E-4FED-8949-86421B3099AA}"/>
          </ac:grpSpMkLst>
        </pc:grpChg>
        <pc:grpChg chg="mod">
          <ac:chgData name="翟 锐" userId="fef11181f709266a" providerId="LiveId" clId="{4F873610-AE96-4B46-8AF0-3D7B236AABE3}" dt="2020-10-24T15:49:08.479" v="599"/>
          <ac:grpSpMkLst>
            <pc:docMk/>
            <pc:sldMk cId="3758664426" sldId="697"/>
            <ac:grpSpMk id="9" creationId="{B58BC3E1-73B3-4CE3-AA85-085530EAEC8B}"/>
          </ac:grpSpMkLst>
        </pc:grpChg>
        <pc:grpChg chg="mod">
          <ac:chgData name="翟 锐" userId="fef11181f709266a" providerId="LiveId" clId="{4F873610-AE96-4B46-8AF0-3D7B236AABE3}" dt="2020-10-24T15:49:08.479" v="599"/>
          <ac:grpSpMkLst>
            <pc:docMk/>
            <pc:sldMk cId="3758664426" sldId="697"/>
            <ac:grpSpMk id="48" creationId="{7CC9E21A-8F08-47A4-B44C-244DCB079F0A}"/>
          </ac:grpSpMkLst>
        </pc:grpChg>
        <pc:picChg chg="add mod">
          <ac:chgData name="翟 锐" userId="fef11181f709266a" providerId="LiveId" clId="{4F873610-AE96-4B46-8AF0-3D7B236AABE3}" dt="2020-12-09T02:25:18.524" v="1210" actId="2711"/>
          <ac:picMkLst>
            <pc:docMk/>
            <pc:sldMk cId="3758664426" sldId="697"/>
            <ac:picMk id="3" creationId="{54DA0C12-238B-4FDA-B4DD-F16F6DEB9464}"/>
          </ac:picMkLst>
        </pc:picChg>
        <pc:picChg chg="add mod">
          <ac:chgData name="翟 锐" userId="fef11181f709266a" providerId="LiveId" clId="{4F873610-AE96-4B46-8AF0-3D7B236AABE3}" dt="2020-12-09T02:25:18.524" v="1210" actId="2711"/>
          <ac:picMkLst>
            <pc:docMk/>
            <pc:sldMk cId="3758664426" sldId="697"/>
            <ac:picMk id="4" creationId="{B6B25C49-863F-44A5-9082-A01A014E2F45}"/>
          </ac:picMkLst>
        </pc:picChg>
        <pc:cxnChg chg="del">
          <ac:chgData name="翟 锐" userId="fef11181f709266a" providerId="LiveId" clId="{4F873610-AE96-4B46-8AF0-3D7B236AABE3}" dt="2020-10-24T15:48:25.005" v="581" actId="478"/>
          <ac:cxnSpMkLst>
            <pc:docMk/>
            <pc:sldMk cId="3758664426" sldId="697"/>
            <ac:cxnSpMk id="33" creationId="{00000000-0000-0000-0000-000000000000}"/>
          </ac:cxnSpMkLst>
        </pc:cxnChg>
      </pc:sldChg>
      <pc:sldChg chg="addSp delSp modSp mod">
        <pc:chgData name="翟 锐" userId="fef11181f709266a" providerId="LiveId" clId="{4F873610-AE96-4B46-8AF0-3D7B236AABE3}" dt="2020-12-09T02:25:26.129" v="1211" actId="2711"/>
        <pc:sldMkLst>
          <pc:docMk/>
          <pc:sldMk cId="2820867324" sldId="698"/>
        </pc:sldMkLst>
        <pc:spChg chg="del">
          <ac:chgData name="翟 锐" userId="fef11181f709266a" providerId="LiveId" clId="{4F873610-AE96-4B46-8AF0-3D7B236AABE3}" dt="2020-10-24T15:51:04.618" v="636" actId="478"/>
          <ac:spMkLst>
            <pc:docMk/>
            <pc:sldMk cId="2820867324" sldId="698"/>
            <ac:spMk id="2" creationId="{1A343DEC-CFF6-41F5-B87C-0DFC08C67B76}"/>
          </ac:spMkLst>
        </pc:spChg>
        <pc:spChg chg="mod">
          <ac:chgData name="翟 锐" userId="fef11181f709266a" providerId="LiveId" clId="{4F873610-AE96-4B46-8AF0-3D7B236AABE3}" dt="2020-10-24T15:51:02.435" v="635"/>
          <ac:spMkLst>
            <pc:docMk/>
            <pc:sldMk cId="2820867324" sldId="698"/>
            <ac:spMk id="35" creationId="{00000000-0000-0000-0000-000000000000}"/>
          </ac:spMkLst>
        </pc:spChg>
        <pc:graphicFrameChg chg="add mod modGraphic">
          <ac:chgData name="翟 锐" userId="fef11181f709266a" providerId="LiveId" clId="{4F873610-AE96-4B46-8AF0-3D7B236AABE3}" dt="2020-12-09T02:25:26.129" v="1211" actId="2711"/>
          <ac:graphicFrameMkLst>
            <pc:docMk/>
            <pc:sldMk cId="2820867324" sldId="698"/>
            <ac:graphicFrameMk id="6" creationId="{3FF70B3A-0858-4043-9603-C8090BCB3D4E}"/>
          </ac:graphicFrameMkLst>
        </pc:graphicFrameChg>
      </pc:sldChg>
      <pc:sldChg chg="addSp delSp modSp mod">
        <pc:chgData name="翟 锐" userId="fef11181f709266a" providerId="LiveId" clId="{4F873610-AE96-4B46-8AF0-3D7B236AABE3}" dt="2020-10-24T15:52:05.942" v="655" actId="1076"/>
        <pc:sldMkLst>
          <pc:docMk/>
          <pc:sldMk cId="4228119817" sldId="700"/>
        </pc:sldMkLst>
        <pc:spChg chg="mod">
          <ac:chgData name="翟 锐" userId="fef11181f709266a" providerId="LiveId" clId="{4F873610-AE96-4B46-8AF0-3D7B236AABE3}" dt="2020-10-24T15:51:42.849" v="650"/>
          <ac:spMkLst>
            <pc:docMk/>
            <pc:sldMk cId="4228119817" sldId="700"/>
            <ac:spMk id="2" creationId="{1A343DEC-CFF6-41F5-B87C-0DFC08C67B76}"/>
          </ac:spMkLst>
        </pc:spChg>
        <pc:spChg chg="mod">
          <ac:chgData name="翟 锐" userId="fef11181f709266a" providerId="LiveId" clId="{4F873610-AE96-4B46-8AF0-3D7B236AABE3}" dt="2020-10-24T15:51:26.826" v="642"/>
          <ac:spMkLst>
            <pc:docMk/>
            <pc:sldMk cId="4228119817" sldId="700"/>
            <ac:spMk id="35" creationId="{00000000-0000-0000-0000-000000000000}"/>
          </ac:spMkLst>
        </pc:spChg>
        <pc:picChg chg="del">
          <ac:chgData name="翟 锐" userId="fef11181f709266a" providerId="LiveId" clId="{4F873610-AE96-4B46-8AF0-3D7B236AABE3}" dt="2020-10-24T15:51:28.851" v="643" actId="478"/>
          <ac:picMkLst>
            <pc:docMk/>
            <pc:sldMk cId="4228119817" sldId="700"/>
            <ac:picMk id="3" creationId="{F8C5E712-544D-406D-8DEE-B062262BD22C}"/>
          </ac:picMkLst>
        </pc:picChg>
        <pc:picChg chg="add mod">
          <ac:chgData name="翟 锐" userId="fef11181f709266a" providerId="LiveId" clId="{4F873610-AE96-4B46-8AF0-3D7B236AABE3}" dt="2020-10-24T15:52:05.942" v="655" actId="1076"/>
          <ac:picMkLst>
            <pc:docMk/>
            <pc:sldMk cId="4228119817" sldId="700"/>
            <ac:picMk id="4" creationId="{A4F89C97-AF61-4C23-8DAE-965296FAFED7}"/>
          </ac:picMkLst>
        </pc:picChg>
      </pc:sldChg>
      <pc:sldChg chg="modSp mod">
        <pc:chgData name="翟 锐" userId="fef11181f709266a" providerId="LiveId" clId="{4F873610-AE96-4B46-8AF0-3D7B236AABE3}" dt="2020-12-09T01:35:53.341" v="1184" actId="207"/>
        <pc:sldMkLst>
          <pc:docMk/>
          <pc:sldMk cId="1507183214" sldId="702"/>
        </pc:sldMkLst>
        <pc:spChg chg="mod">
          <ac:chgData name="翟 锐" userId="fef11181f709266a" providerId="LiveId" clId="{4F873610-AE96-4B46-8AF0-3D7B236AABE3}" dt="2020-12-09T01:35:53.341" v="1184" actId="207"/>
          <ac:spMkLst>
            <pc:docMk/>
            <pc:sldMk cId="1507183214" sldId="702"/>
            <ac:spMk id="2" creationId="{1A343DEC-CFF6-41F5-B87C-0DFC08C67B76}"/>
          </ac:spMkLst>
        </pc:spChg>
        <pc:spChg chg="mod">
          <ac:chgData name="翟 锐" userId="fef11181f709266a" providerId="LiveId" clId="{4F873610-AE96-4B46-8AF0-3D7B236AABE3}" dt="2020-10-24T15:52:20.874" v="663"/>
          <ac:spMkLst>
            <pc:docMk/>
            <pc:sldMk cId="1507183214" sldId="702"/>
            <ac:spMk id="35" creationId="{00000000-0000-0000-0000-000000000000}"/>
          </ac:spMkLst>
        </pc:spChg>
      </pc:sldChg>
      <pc:sldChg chg="del">
        <pc:chgData name="翟 锐" userId="fef11181f709266a" providerId="LiveId" clId="{4F873610-AE96-4B46-8AF0-3D7B236AABE3}" dt="2020-10-24T15:52:53.324" v="677" actId="47"/>
        <pc:sldMkLst>
          <pc:docMk/>
          <pc:sldMk cId="2011965924" sldId="703"/>
        </pc:sldMkLst>
      </pc:sldChg>
      <pc:sldChg chg="addSp delSp modSp del mod delAnim modAnim">
        <pc:chgData name="翟 锐" userId="fef11181f709266a" providerId="LiveId" clId="{4F873610-AE96-4B46-8AF0-3D7B236AABE3}" dt="2020-10-24T15:54:45.517" v="697" actId="47"/>
        <pc:sldMkLst>
          <pc:docMk/>
          <pc:sldMk cId="1643440564" sldId="704"/>
        </pc:sldMkLst>
        <pc:spChg chg="del">
          <ac:chgData name="翟 锐" userId="fef11181f709266a" providerId="LiveId" clId="{4F873610-AE96-4B46-8AF0-3D7B236AABE3}" dt="2020-10-24T15:53:39.553" v="683" actId="478"/>
          <ac:spMkLst>
            <pc:docMk/>
            <pc:sldMk cId="1643440564" sldId="704"/>
            <ac:spMk id="2" creationId="{1A343DEC-CFF6-41F5-B87C-0DFC08C67B76}"/>
          </ac:spMkLst>
        </pc:spChg>
        <pc:spChg chg="add mod">
          <ac:chgData name="翟 锐" userId="fef11181f709266a" providerId="LiveId" clId="{4F873610-AE96-4B46-8AF0-3D7B236AABE3}" dt="2020-10-24T15:53:40.594" v="684"/>
          <ac:spMkLst>
            <pc:docMk/>
            <pc:sldMk cId="1643440564" sldId="704"/>
            <ac:spMk id="12" creationId="{369F4DB2-FFF6-4810-BA09-34CAD8536674}"/>
          </ac:spMkLst>
        </pc:spChg>
        <pc:spChg chg="add mod">
          <ac:chgData name="翟 锐" userId="fef11181f709266a" providerId="LiveId" clId="{4F873610-AE96-4B46-8AF0-3D7B236AABE3}" dt="2020-10-24T15:53:40.594" v="684"/>
          <ac:spMkLst>
            <pc:docMk/>
            <pc:sldMk cId="1643440564" sldId="704"/>
            <ac:spMk id="13" creationId="{2F580AAB-0A95-409A-BE0E-673172F0D468}"/>
          </ac:spMkLst>
        </pc:spChg>
        <pc:spChg chg="add mod">
          <ac:chgData name="翟 锐" userId="fef11181f709266a" providerId="LiveId" clId="{4F873610-AE96-4B46-8AF0-3D7B236AABE3}" dt="2020-10-24T15:53:40.594" v="684"/>
          <ac:spMkLst>
            <pc:docMk/>
            <pc:sldMk cId="1643440564" sldId="704"/>
            <ac:spMk id="14" creationId="{B193A062-E1FA-4F88-9A61-CA92A390A00D}"/>
          </ac:spMkLst>
        </pc:spChg>
        <pc:spChg chg="add mod">
          <ac:chgData name="翟 锐" userId="fef11181f709266a" providerId="LiveId" clId="{4F873610-AE96-4B46-8AF0-3D7B236AABE3}" dt="2020-10-24T15:53:40.594" v="684"/>
          <ac:spMkLst>
            <pc:docMk/>
            <pc:sldMk cId="1643440564" sldId="704"/>
            <ac:spMk id="15" creationId="{8CDA3051-59ED-4D73-B64B-A284A24FDEEF}"/>
          </ac:spMkLst>
        </pc:spChg>
        <pc:spChg chg="add mod">
          <ac:chgData name="翟 锐" userId="fef11181f709266a" providerId="LiveId" clId="{4F873610-AE96-4B46-8AF0-3D7B236AABE3}" dt="2020-10-24T15:53:40.594" v="684"/>
          <ac:spMkLst>
            <pc:docMk/>
            <pc:sldMk cId="1643440564" sldId="704"/>
            <ac:spMk id="16" creationId="{472FE38C-5DC2-435C-8262-8FE4FE9E1991}"/>
          </ac:spMkLst>
        </pc:spChg>
        <pc:spChg chg="add mod">
          <ac:chgData name="翟 锐" userId="fef11181f709266a" providerId="LiveId" clId="{4F873610-AE96-4B46-8AF0-3D7B236AABE3}" dt="2020-10-24T15:53:40.594" v="684"/>
          <ac:spMkLst>
            <pc:docMk/>
            <pc:sldMk cId="1643440564" sldId="704"/>
            <ac:spMk id="17" creationId="{881BA941-C72E-4056-83AC-0B008ED0FC62}"/>
          </ac:spMkLst>
        </pc:spChg>
        <pc:spChg chg="add del mod">
          <ac:chgData name="翟 锐" userId="fef11181f709266a" providerId="LiveId" clId="{4F873610-AE96-4B46-8AF0-3D7B236AABE3}" dt="2020-10-24T15:54:10.018" v="695" actId="478"/>
          <ac:spMkLst>
            <pc:docMk/>
            <pc:sldMk cId="1643440564" sldId="704"/>
            <ac:spMk id="18" creationId="{737DE764-5EA8-4847-A33A-43D76C16E17E}"/>
          </ac:spMkLst>
        </pc:spChg>
        <pc:spChg chg="add del mod">
          <ac:chgData name="翟 锐" userId="fef11181f709266a" providerId="LiveId" clId="{4F873610-AE96-4B46-8AF0-3D7B236AABE3}" dt="2020-10-24T15:54:10.018" v="695" actId="478"/>
          <ac:spMkLst>
            <pc:docMk/>
            <pc:sldMk cId="1643440564" sldId="704"/>
            <ac:spMk id="19" creationId="{AFDB5A05-831B-4F12-BED7-3EFD05B271FC}"/>
          </ac:spMkLst>
        </pc:spChg>
        <pc:spChg chg="add del mod">
          <ac:chgData name="翟 锐" userId="fef11181f709266a" providerId="LiveId" clId="{4F873610-AE96-4B46-8AF0-3D7B236AABE3}" dt="2020-10-24T15:54:10.018" v="695" actId="478"/>
          <ac:spMkLst>
            <pc:docMk/>
            <pc:sldMk cId="1643440564" sldId="704"/>
            <ac:spMk id="21" creationId="{2B545842-50D9-440C-99C8-1BD8DC0DEC01}"/>
          </ac:spMkLst>
        </pc:spChg>
        <pc:spChg chg="del">
          <ac:chgData name="翟 锐" userId="fef11181f709266a" providerId="LiveId" clId="{4F873610-AE96-4B46-8AF0-3D7B236AABE3}" dt="2020-10-24T15:54:06.576" v="694" actId="478"/>
          <ac:spMkLst>
            <pc:docMk/>
            <pc:sldMk cId="1643440564" sldId="704"/>
            <ac:spMk id="34" creationId="{00000000-0000-0000-0000-000000000000}"/>
          </ac:spMkLst>
        </pc:spChg>
        <pc:spChg chg="del">
          <ac:chgData name="翟 锐" userId="fef11181f709266a" providerId="LiveId" clId="{4F873610-AE96-4B46-8AF0-3D7B236AABE3}" dt="2020-10-24T15:54:04.484" v="692" actId="478"/>
          <ac:spMkLst>
            <pc:docMk/>
            <pc:sldMk cId="1643440564" sldId="704"/>
            <ac:spMk id="35" creationId="{00000000-0000-0000-0000-000000000000}"/>
          </ac:spMkLst>
        </pc:spChg>
        <pc:graphicFrameChg chg="add mod">
          <ac:chgData name="翟 锐" userId="fef11181f709266a" providerId="LiveId" clId="{4F873610-AE96-4B46-8AF0-3D7B236AABE3}" dt="2020-10-24T15:53:40.594" v="684"/>
          <ac:graphicFrameMkLst>
            <pc:docMk/>
            <pc:sldMk cId="1643440564" sldId="704"/>
            <ac:graphicFrameMk id="6" creationId="{63A52D00-10BA-4504-937A-642F08C2AD60}"/>
          </ac:graphicFrameMkLst>
        </pc:graphicFrameChg>
        <pc:graphicFrameChg chg="add mod">
          <ac:chgData name="翟 锐" userId="fef11181f709266a" providerId="LiveId" clId="{4F873610-AE96-4B46-8AF0-3D7B236AABE3}" dt="2020-10-24T15:53:40.594" v="684"/>
          <ac:graphicFrameMkLst>
            <pc:docMk/>
            <pc:sldMk cId="1643440564" sldId="704"/>
            <ac:graphicFrameMk id="7" creationId="{348DD019-A167-4274-82F1-4B303FACBDAC}"/>
          </ac:graphicFrameMkLst>
        </pc:graphicFrameChg>
        <pc:graphicFrameChg chg="add mod">
          <ac:chgData name="翟 锐" userId="fef11181f709266a" providerId="LiveId" clId="{4F873610-AE96-4B46-8AF0-3D7B236AABE3}" dt="2020-10-24T15:53:40.594" v="684"/>
          <ac:graphicFrameMkLst>
            <pc:docMk/>
            <pc:sldMk cId="1643440564" sldId="704"/>
            <ac:graphicFrameMk id="8" creationId="{4EAEC4B8-C733-446C-9B2B-E08FEFA21DD6}"/>
          </ac:graphicFrameMkLst>
        </pc:graphicFrameChg>
        <pc:graphicFrameChg chg="add mod">
          <ac:chgData name="翟 锐" userId="fef11181f709266a" providerId="LiveId" clId="{4F873610-AE96-4B46-8AF0-3D7B236AABE3}" dt="2020-10-24T15:53:40.594" v="684"/>
          <ac:graphicFrameMkLst>
            <pc:docMk/>
            <pc:sldMk cId="1643440564" sldId="704"/>
            <ac:graphicFrameMk id="9" creationId="{34D957B5-D4E0-47F8-8F84-4EBF7AC5A069}"/>
          </ac:graphicFrameMkLst>
        </pc:graphicFrameChg>
        <pc:graphicFrameChg chg="add mod">
          <ac:chgData name="翟 锐" userId="fef11181f709266a" providerId="LiveId" clId="{4F873610-AE96-4B46-8AF0-3D7B236AABE3}" dt="2020-10-24T15:53:40.594" v="684"/>
          <ac:graphicFrameMkLst>
            <pc:docMk/>
            <pc:sldMk cId="1643440564" sldId="704"/>
            <ac:graphicFrameMk id="10" creationId="{839F6414-5550-4489-B3E1-E5D72E6680CF}"/>
          </ac:graphicFrameMkLst>
        </pc:graphicFrameChg>
        <pc:graphicFrameChg chg="add mod">
          <ac:chgData name="翟 锐" userId="fef11181f709266a" providerId="LiveId" clId="{4F873610-AE96-4B46-8AF0-3D7B236AABE3}" dt="2020-10-24T15:53:40.594" v="684"/>
          <ac:graphicFrameMkLst>
            <pc:docMk/>
            <pc:sldMk cId="1643440564" sldId="704"/>
            <ac:graphicFrameMk id="11" creationId="{4F82C7F6-891D-426A-89FC-394B7D8FDE4F}"/>
          </ac:graphicFrameMkLst>
        </pc:graphicFrameChg>
        <pc:graphicFrameChg chg="add del mod">
          <ac:chgData name="翟 锐" userId="fef11181f709266a" providerId="LiveId" clId="{4F873610-AE96-4B46-8AF0-3D7B236AABE3}" dt="2020-10-24T15:54:10.018" v="695" actId="478"/>
          <ac:graphicFrameMkLst>
            <pc:docMk/>
            <pc:sldMk cId="1643440564" sldId="704"/>
            <ac:graphicFrameMk id="20" creationId="{9E3D1842-BFE8-4A6C-97D4-7497C0A2CB1B}"/>
          </ac:graphicFrameMkLst>
        </pc:graphicFrameChg>
        <pc:cxnChg chg="del">
          <ac:chgData name="翟 锐" userId="fef11181f709266a" providerId="LiveId" clId="{4F873610-AE96-4B46-8AF0-3D7B236AABE3}" dt="2020-10-24T15:54:05.541" v="693" actId="478"/>
          <ac:cxnSpMkLst>
            <pc:docMk/>
            <pc:sldMk cId="1643440564" sldId="704"/>
            <ac:cxnSpMk id="33" creationId="{00000000-0000-0000-0000-000000000000}"/>
          </ac:cxnSpMkLst>
        </pc:cxnChg>
      </pc:sldChg>
      <pc:sldChg chg="addSp modSp mod modAnim">
        <pc:chgData name="翟 锐" userId="fef11181f709266a" providerId="LiveId" clId="{4F873610-AE96-4B46-8AF0-3D7B236AABE3}" dt="2020-12-10T03:26:26.933" v="1272" actId="1038"/>
        <pc:sldMkLst>
          <pc:docMk/>
          <pc:sldMk cId="2516324998" sldId="728"/>
        </pc:sldMkLst>
        <pc:spChg chg="mod">
          <ac:chgData name="翟 锐" userId="fef11181f709266a" providerId="LiveId" clId="{4F873610-AE96-4B46-8AF0-3D7B236AABE3}" dt="2020-12-10T03:26:12.932" v="1253" actId="2711"/>
          <ac:spMkLst>
            <pc:docMk/>
            <pc:sldMk cId="2516324998" sldId="728"/>
            <ac:spMk id="2" creationId="{1A343DEC-CFF6-41F5-B87C-0DFC08C67B76}"/>
          </ac:spMkLst>
        </pc:spChg>
        <pc:spChg chg="mod">
          <ac:chgData name="翟 锐" userId="fef11181f709266a" providerId="LiveId" clId="{4F873610-AE96-4B46-8AF0-3D7B236AABE3}" dt="2020-10-24T15:20:29.418" v="265" actId="1076"/>
          <ac:spMkLst>
            <pc:docMk/>
            <pc:sldMk cId="2516324998" sldId="728"/>
            <ac:spMk id="7" creationId="{B38F060D-BB26-4AED-9E49-C96E8C40C241}"/>
          </ac:spMkLst>
        </pc:spChg>
        <pc:spChg chg="mod">
          <ac:chgData name="翟 锐" userId="fef11181f709266a" providerId="LiveId" clId="{4F873610-AE96-4B46-8AF0-3D7B236AABE3}" dt="2020-10-24T15:20:29.418" v="265" actId="1076"/>
          <ac:spMkLst>
            <pc:docMk/>
            <pc:sldMk cId="2516324998" sldId="728"/>
            <ac:spMk id="8" creationId="{82594C6A-00FD-4C3A-B6CB-AB5D3C88EB8C}"/>
          </ac:spMkLst>
        </pc:spChg>
        <pc:spChg chg="mod">
          <ac:chgData name="翟 锐" userId="fef11181f709266a" providerId="LiveId" clId="{4F873610-AE96-4B46-8AF0-3D7B236AABE3}" dt="2020-10-24T15:20:29.418" v="265" actId="1076"/>
          <ac:spMkLst>
            <pc:docMk/>
            <pc:sldMk cId="2516324998" sldId="728"/>
            <ac:spMk id="9" creationId="{7EF0636C-373D-4465-A5E7-86144D0D97E0}"/>
          </ac:spMkLst>
        </pc:spChg>
        <pc:spChg chg="mod">
          <ac:chgData name="翟 锐" userId="fef11181f709266a" providerId="LiveId" clId="{4F873610-AE96-4B46-8AF0-3D7B236AABE3}" dt="2020-10-24T15:20:29.418" v="265" actId="1076"/>
          <ac:spMkLst>
            <pc:docMk/>
            <pc:sldMk cId="2516324998" sldId="728"/>
            <ac:spMk id="10" creationId="{FBF6919A-E35E-4C74-A35A-770504169B08}"/>
          </ac:spMkLst>
        </pc:spChg>
        <pc:spChg chg="mod">
          <ac:chgData name="翟 锐" userId="fef11181f709266a" providerId="LiveId" clId="{4F873610-AE96-4B46-8AF0-3D7B236AABE3}" dt="2020-10-24T15:20:29.418" v="265" actId="1076"/>
          <ac:spMkLst>
            <pc:docMk/>
            <pc:sldMk cId="2516324998" sldId="728"/>
            <ac:spMk id="11" creationId="{2C94AF84-40D6-4040-B0F1-BE226CFD94C7}"/>
          </ac:spMkLst>
        </pc:spChg>
        <pc:spChg chg="mod">
          <ac:chgData name="翟 锐" userId="fef11181f709266a" providerId="LiveId" clId="{4F873610-AE96-4B46-8AF0-3D7B236AABE3}" dt="2020-12-09T07:40:36.983" v="1225" actId="207"/>
          <ac:spMkLst>
            <pc:docMk/>
            <pc:sldMk cId="2516324998" sldId="728"/>
            <ac:spMk id="12" creationId="{CA6897F8-307F-428C-9215-A7E31CB71466}"/>
          </ac:spMkLst>
        </pc:spChg>
        <pc:spChg chg="mod">
          <ac:chgData name="翟 锐" userId="fef11181f709266a" providerId="LiveId" clId="{4F873610-AE96-4B46-8AF0-3D7B236AABE3}" dt="2020-10-24T15:20:29.418" v="265" actId="1076"/>
          <ac:spMkLst>
            <pc:docMk/>
            <pc:sldMk cId="2516324998" sldId="728"/>
            <ac:spMk id="13" creationId="{217346C3-A39F-4154-8BAF-D5831EB26648}"/>
          </ac:spMkLst>
        </pc:spChg>
        <pc:spChg chg="mod">
          <ac:chgData name="翟 锐" userId="fef11181f709266a" providerId="LiveId" clId="{4F873610-AE96-4B46-8AF0-3D7B236AABE3}" dt="2020-10-24T15:20:29.418" v="265" actId="1076"/>
          <ac:spMkLst>
            <pc:docMk/>
            <pc:sldMk cId="2516324998" sldId="728"/>
            <ac:spMk id="14" creationId="{12873280-EBE8-43F6-84F8-A17B06CF3AD3}"/>
          </ac:spMkLst>
        </pc:spChg>
        <pc:spChg chg="mod">
          <ac:chgData name="翟 锐" userId="fef11181f709266a" providerId="LiveId" clId="{4F873610-AE96-4B46-8AF0-3D7B236AABE3}" dt="2020-12-09T07:40:40.808" v="1226" actId="207"/>
          <ac:spMkLst>
            <pc:docMk/>
            <pc:sldMk cId="2516324998" sldId="728"/>
            <ac:spMk id="15" creationId="{625DB75F-725D-4493-9A5B-C91BAFBEF8E7}"/>
          </ac:spMkLst>
        </pc:spChg>
        <pc:spChg chg="mod">
          <ac:chgData name="翟 锐" userId="fef11181f709266a" providerId="LiveId" clId="{4F873610-AE96-4B46-8AF0-3D7B236AABE3}" dt="2020-10-24T15:20:29.418" v="265" actId="1076"/>
          <ac:spMkLst>
            <pc:docMk/>
            <pc:sldMk cId="2516324998" sldId="728"/>
            <ac:spMk id="16" creationId="{564796AD-7F79-411C-AC6E-34063CF7F06C}"/>
          </ac:spMkLst>
        </pc:spChg>
        <pc:spChg chg="mod">
          <ac:chgData name="翟 锐" userId="fef11181f709266a" providerId="LiveId" clId="{4F873610-AE96-4B46-8AF0-3D7B236AABE3}" dt="2020-10-24T15:20:29.418" v="265" actId="1076"/>
          <ac:spMkLst>
            <pc:docMk/>
            <pc:sldMk cId="2516324998" sldId="728"/>
            <ac:spMk id="17" creationId="{8EA9001F-E747-4770-B192-B199CCBA2D29}"/>
          </ac:spMkLst>
        </pc:spChg>
        <pc:spChg chg="mod">
          <ac:chgData name="翟 锐" userId="fef11181f709266a" providerId="LiveId" clId="{4F873610-AE96-4B46-8AF0-3D7B236AABE3}" dt="2020-10-24T15:20:29.418" v="265" actId="1076"/>
          <ac:spMkLst>
            <pc:docMk/>
            <pc:sldMk cId="2516324998" sldId="728"/>
            <ac:spMk id="18" creationId="{237D4BCB-FC5A-44F6-BE0E-3A307730C9E5}"/>
          </ac:spMkLst>
        </pc:spChg>
        <pc:spChg chg="mod">
          <ac:chgData name="翟 锐" userId="fef11181f709266a" providerId="LiveId" clId="{4F873610-AE96-4B46-8AF0-3D7B236AABE3}" dt="2020-10-24T15:20:29.418" v="265" actId="1076"/>
          <ac:spMkLst>
            <pc:docMk/>
            <pc:sldMk cId="2516324998" sldId="728"/>
            <ac:spMk id="19" creationId="{BE8AB034-C8AC-45CC-9F32-816D5E060A87}"/>
          </ac:spMkLst>
        </pc:spChg>
        <pc:spChg chg="mod">
          <ac:chgData name="翟 锐" userId="fef11181f709266a" providerId="LiveId" clId="{4F873610-AE96-4B46-8AF0-3D7B236AABE3}" dt="2020-10-24T15:20:29.418" v="265" actId="1076"/>
          <ac:spMkLst>
            <pc:docMk/>
            <pc:sldMk cId="2516324998" sldId="728"/>
            <ac:spMk id="20" creationId="{94E37E09-0E5B-465F-BC93-DE1847846AA0}"/>
          </ac:spMkLst>
        </pc:spChg>
        <pc:spChg chg="mod">
          <ac:chgData name="翟 锐" userId="fef11181f709266a" providerId="LiveId" clId="{4F873610-AE96-4B46-8AF0-3D7B236AABE3}" dt="2020-12-09T07:40:52.853" v="1227" actId="207"/>
          <ac:spMkLst>
            <pc:docMk/>
            <pc:sldMk cId="2516324998" sldId="728"/>
            <ac:spMk id="21" creationId="{42459DA5-1C7B-4869-9963-7B4A48073850}"/>
          </ac:spMkLst>
        </pc:spChg>
        <pc:spChg chg="mod">
          <ac:chgData name="翟 锐" userId="fef11181f709266a" providerId="LiveId" clId="{4F873610-AE96-4B46-8AF0-3D7B236AABE3}" dt="2020-10-24T15:20:29.418" v="265" actId="1076"/>
          <ac:spMkLst>
            <pc:docMk/>
            <pc:sldMk cId="2516324998" sldId="728"/>
            <ac:spMk id="22" creationId="{DD3B26D4-CC1A-4313-81AE-F0CCBCD218A1}"/>
          </ac:spMkLst>
        </pc:spChg>
        <pc:spChg chg="mod">
          <ac:chgData name="翟 锐" userId="fef11181f709266a" providerId="LiveId" clId="{4F873610-AE96-4B46-8AF0-3D7B236AABE3}" dt="2020-10-24T15:20:29.418" v="265" actId="1076"/>
          <ac:spMkLst>
            <pc:docMk/>
            <pc:sldMk cId="2516324998" sldId="728"/>
            <ac:spMk id="23" creationId="{40D718EC-CE0B-432C-8F50-32129FE6F7CB}"/>
          </ac:spMkLst>
        </pc:spChg>
        <pc:spChg chg="mod">
          <ac:chgData name="翟 锐" userId="fef11181f709266a" providerId="LiveId" clId="{4F873610-AE96-4B46-8AF0-3D7B236AABE3}" dt="2020-12-09T07:40:56.858" v="1228" actId="207"/>
          <ac:spMkLst>
            <pc:docMk/>
            <pc:sldMk cId="2516324998" sldId="728"/>
            <ac:spMk id="24" creationId="{DB52D11E-D36A-4A55-8BC3-76F4B000B984}"/>
          </ac:spMkLst>
        </pc:spChg>
        <pc:spChg chg="mod">
          <ac:chgData name="翟 锐" userId="fef11181f709266a" providerId="LiveId" clId="{4F873610-AE96-4B46-8AF0-3D7B236AABE3}" dt="2020-10-24T15:20:29.418" v="265" actId="1076"/>
          <ac:spMkLst>
            <pc:docMk/>
            <pc:sldMk cId="2516324998" sldId="728"/>
            <ac:spMk id="25" creationId="{D61D2AEC-E3C0-4A2D-9F80-92DAE2C3FC8E}"/>
          </ac:spMkLst>
        </pc:spChg>
        <pc:spChg chg="mod">
          <ac:chgData name="翟 锐" userId="fef11181f709266a" providerId="LiveId" clId="{4F873610-AE96-4B46-8AF0-3D7B236AABE3}" dt="2020-10-24T15:20:29.418" v="265" actId="1076"/>
          <ac:spMkLst>
            <pc:docMk/>
            <pc:sldMk cId="2516324998" sldId="728"/>
            <ac:spMk id="26" creationId="{A9ED99C1-BEB1-4068-A87F-FD34D33C71F2}"/>
          </ac:spMkLst>
        </pc:spChg>
        <pc:spChg chg="mod">
          <ac:chgData name="翟 锐" userId="fef11181f709266a" providerId="LiveId" clId="{4F873610-AE96-4B46-8AF0-3D7B236AABE3}" dt="2020-10-24T15:20:29.418" v="265" actId="1076"/>
          <ac:spMkLst>
            <pc:docMk/>
            <pc:sldMk cId="2516324998" sldId="728"/>
            <ac:spMk id="27" creationId="{D1F49E6C-7FBE-4F86-8526-3BA067B52877}"/>
          </ac:spMkLst>
        </pc:spChg>
        <pc:spChg chg="mod">
          <ac:chgData name="翟 锐" userId="fef11181f709266a" providerId="LiveId" clId="{4F873610-AE96-4B46-8AF0-3D7B236AABE3}" dt="2020-10-24T15:20:29.418" v="265" actId="1076"/>
          <ac:spMkLst>
            <pc:docMk/>
            <pc:sldMk cId="2516324998" sldId="728"/>
            <ac:spMk id="28" creationId="{10CBBCF8-ED9A-499E-B517-BCEE882B5DCB}"/>
          </ac:spMkLst>
        </pc:spChg>
        <pc:spChg chg="mod">
          <ac:chgData name="翟 锐" userId="fef11181f709266a" providerId="LiveId" clId="{4F873610-AE96-4B46-8AF0-3D7B236AABE3}" dt="2020-12-10T03:26:12.932" v="1253" actId="2711"/>
          <ac:spMkLst>
            <pc:docMk/>
            <pc:sldMk cId="2516324998" sldId="728"/>
            <ac:spMk id="30" creationId="{01ECF2D1-F370-4997-85F8-7C434166FF5E}"/>
          </ac:spMkLst>
        </pc:spChg>
        <pc:spChg chg="mod">
          <ac:chgData name="翟 锐" userId="fef11181f709266a" providerId="LiveId" clId="{4F873610-AE96-4B46-8AF0-3D7B236AABE3}" dt="2020-12-10T03:26:12.932" v="1253" actId="2711"/>
          <ac:spMkLst>
            <pc:docMk/>
            <pc:sldMk cId="2516324998" sldId="728"/>
            <ac:spMk id="31" creationId="{6D090187-FA7E-40CE-B9B9-E9FC005A19D2}"/>
          </ac:spMkLst>
        </pc:spChg>
        <pc:spChg chg="mod">
          <ac:chgData name="翟 锐" userId="fef11181f709266a" providerId="LiveId" clId="{4F873610-AE96-4B46-8AF0-3D7B236AABE3}" dt="2020-12-10T03:26:12.932" v="1253" actId="2711"/>
          <ac:spMkLst>
            <pc:docMk/>
            <pc:sldMk cId="2516324998" sldId="728"/>
            <ac:spMk id="32" creationId="{738746EF-C826-4BF8-B0F9-49D2EAEE1EB9}"/>
          </ac:spMkLst>
        </pc:spChg>
        <pc:spChg chg="mod">
          <ac:chgData name="翟 锐" userId="fef11181f709266a" providerId="LiveId" clId="{4F873610-AE96-4B46-8AF0-3D7B236AABE3}" dt="2020-10-24T15:21:20.365" v="278"/>
          <ac:spMkLst>
            <pc:docMk/>
            <pc:sldMk cId="2516324998" sldId="728"/>
            <ac:spMk id="35" creationId="{00000000-0000-0000-0000-000000000000}"/>
          </ac:spMkLst>
        </pc:spChg>
        <pc:spChg chg="mod">
          <ac:chgData name="翟 锐" userId="fef11181f709266a" providerId="LiveId" clId="{4F873610-AE96-4B46-8AF0-3D7B236AABE3}" dt="2020-12-10T03:26:12.932" v="1253" actId="2711"/>
          <ac:spMkLst>
            <pc:docMk/>
            <pc:sldMk cId="2516324998" sldId="728"/>
            <ac:spMk id="36" creationId="{3F37F81E-5BBE-4699-A1B9-F7E275A99C1F}"/>
          </ac:spMkLst>
        </pc:spChg>
        <pc:spChg chg="mod">
          <ac:chgData name="翟 锐" userId="fef11181f709266a" providerId="LiveId" clId="{4F873610-AE96-4B46-8AF0-3D7B236AABE3}" dt="2020-12-10T03:26:12.932" v="1253" actId="2711"/>
          <ac:spMkLst>
            <pc:docMk/>
            <pc:sldMk cId="2516324998" sldId="728"/>
            <ac:spMk id="37" creationId="{BB042845-54A1-4EE0-9EBA-7CE9CAF0B091}"/>
          </ac:spMkLst>
        </pc:spChg>
        <pc:spChg chg="mod">
          <ac:chgData name="翟 锐" userId="fef11181f709266a" providerId="LiveId" clId="{4F873610-AE96-4B46-8AF0-3D7B236AABE3}" dt="2020-12-10T03:26:12.932" v="1253" actId="2711"/>
          <ac:spMkLst>
            <pc:docMk/>
            <pc:sldMk cId="2516324998" sldId="728"/>
            <ac:spMk id="38" creationId="{423ACAD7-B551-4B5F-98A7-29860D6AC1D9}"/>
          </ac:spMkLst>
        </pc:spChg>
        <pc:spChg chg="mod">
          <ac:chgData name="翟 锐" userId="fef11181f709266a" providerId="LiveId" clId="{4F873610-AE96-4B46-8AF0-3D7B236AABE3}" dt="2020-12-10T03:26:12.932" v="1253" actId="2711"/>
          <ac:spMkLst>
            <pc:docMk/>
            <pc:sldMk cId="2516324998" sldId="728"/>
            <ac:spMk id="39" creationId="{672516D7-A105-47FF-B374-E1856A8A273E}"/>
          </ac:spMkLst>
        </pc:spChg>
        <pc:spChg chg="mod">
          <ac:chgData name="翟 锐" userId="fef11181f709266a" providerId="LiveId" clId="{4F873610-AE96-4B46-8AF0-3D7B236AABE3}" dt="2020-12-10T03:26:12.932" v="1253" actId="2711"/>
          <ac:spMkLst>
            <pc:docMk/>
            <pc:sldMk cId="2516324998" sldId="728"/>
            <ac:spMk id="40" creationId="{B1F3608C-9917-483B-8A08-07DB1525FC8C}"/>
          </ac:spMkLst>
        </pc:spChg>
        <pc:spChg chg="mod">
          <ac:chgData name="翟 锐" userId="fef11181f709266a" providerId="LiveId" clId="{4F873610-AE96-4B46-8AF0-3D7B236AABE3}" dt="2020-12-10T03:26:12.932" v="1253" actId="2711"/>
          <ac:spMkLst>
            <pc:docMk/>
            <pc:sldMk cId="2516324998" sldId="728"/>
            <ac:spMk id="41" creationId="{64E7AA08-EAC0-4C6D-95C3-F2C725AB17CB}"/>
          </ac:spMkLst>
        </pc:spChg>
        <pc:spChg chg="mod">
          <ac:chgData name="翟 锐" userId="fef11181f709266a" providerId="LiveId" clId="{4F873610-AE96-4B46-8AF0-3D7B236AABE3}" dt="2020-12-10T03:26:12.932" v="1253" actId="2711"/>
          <ac:spMkLst>
            <pc:docMk/>
            <pc:sldMk cId="2516324998" sldId="728"/>
            <ac:spMk id="42" creationId="{A524C6EC-E169-4531-A1FF-1CC14EDA6A16}"/>
          </ac:spMkLst>
        </pc:spChg>
        <pc:spChg chg="mod">
          <ac:chgData name="翟 锐" userId="fef11181f709266a" providerId="LiveId" clId="{4F873610-AE96-4B46-8AF0-3D7B236AABE3}" dt="2020-12-10T03:26:12.932" v="1253" actId="2711"/>
          <ac:spMkLst>
            <pc:docMk/>
            <pc:sldMk cId="2516324998" sldId="728"/>
            <ac:spMk id="43" creationId="{865F4300-B766-472D-AFBF-471EF01864AF}"/>
          </ac:spMkLst>
        </pc:spChg>
        <pc:spChg chg="mod">
          <ac:chgData name="翟 锐" userId="fef11181f709266a" providerId="LiveId" clId="{4F873610-AE96-4B46-8AF0-3D7B236AABE3}" dt="2020-12-10T03:26:12.932" v="1253" actId="2711"/>
          <ac:spMkLst>
            <pc:docMk/>
            <pc:sldMk cId="2516324998" sldId="728"/>
            <ac:spMk id="44" creationId="{7CB67132-DC23-4AD8-9195-3AAF2D1BA8DC}"/>
          </ac:spMkLst>
        </pc:spChg>
        <pc:spChg chg="mod">
          <ac:chgData name="翟 锐" userId="fef11181f709266a" providerId="LiveId" clId="{4F873610-AE96-4B46-8AF0-3D7B236AABE3}" dt="2020-12-10T03:26:12.932" v="1253" actId="2711"/>
          <ac:spMkLst>
            <pc:docMk/>
            <pc:sldMk cId="2516324998" sldId="728"/>
            <ac:spMk id="45" creationId="{43EB9B6B-61FC-446A-8240-46EDD8DA6F98}"/>
          </ac:spMkLst>
        </pc:spChg>
        <pc:spChg chg="mod">
          <ac:chgData name="翟 锐" userId="fef11181f709266a" providerId="LiveId" clId="{4F873610-AE96-4B46-8AF0-3D7B236AABE3}" dt="2020-12-10T03:26:12.932" v="1253" actId="2711"/>
          <ac:spMkLst>
            <pc:docMk/>
            <pc:sldMk cId="2516324998" sldId="728"/>
            <ac:spMk id="46" creationId="{4A19F94F-4FE4-4803-AF3B-E8FF307D4C59}"/>
          </ac:spMkLst>
        </pc:spChg>
        <pc:spChg chg="mod">
          <ac:chgData name="翟 锐" userId="fef11181f709266a" providerId="LiveId" clId="{4F873610-AE96-4B46-8AF0-3D7B236AABE3}" dt="2020-12-10T03:26:12.932" v="1253" actId="2711"/>
          <ac:spMkLst>
            <pc:docMk/>
            <pc:sldMk cId="2516324998" sldId="728"/>
            <ac:spMk id="47" creationId="{7452CFE4-56DB-4DBE-BB21-E0A50CF5A22F}"/>
          </ac:spMkLst>
        </pc:spChg>
        <pc:spChg chg="mod">
          <ac:chgData name="翟 锐" userId="fef11181f709266a" providerId="LiveId" clId="{4F873610-AE96-4B46-8AF0-3D7B236AABE3}" dt="2020-10-24T15:20:51.498" v="270" actId="1076"/>
          <ac:spMkLst>
            <pc:docMk/>
            <pc:sldMk cId="2516324998" sldId="728"/>
            <ac:spMk id="49" creationId="{4BF7F634-69BF-48E9-AFED-0EBE1D0A8FB1}"/>
          </ac:spMkLst>
        </pc:spChg>
        <pc:spChg chg="mod">
          <ac:chgData name="翟 锐" userId="fef11181f709266a" providerId="LiveId" clId="{4F873610-AE96-4B46-8AF0-3D7B236AABE3}" dt="2020-10-24T15:20:51.498" v="270" actId="1076"/>
          <ac:spMkLst>
            <pc:docMk/>
            <pc:sldMk cId="2516324998" sldId="728"/>
            <ac:spMk id="50" creationId="{1884E84B-6462-4669-9D10-777CE448198F}"/>
          </ac:spMkLst>
        </pc:spChg>
        <pc:spChg chg="mod">
          <ac:chgData name="翟 锐" userId="fef11181f709266a" providerId="LiveId" clId="{4F873610-AE96-4B46-8AF0-3D7B236AABE3}" dt="2020-10-24T15:20:51.498" v="270" actId="1076"/>
          <ac:spMkLst>
            <pc:docMk/>
            <pc:sldMk cId="2516324998" sldId="728"/>
            <ac:spMk id="51" creationId="{ED23C4A8-3BD6-4FFE-8700-16714997BF03}"/>
          </ac:spMkLst>
        </pc:spChg>
        <pc:spChg chg="mod">
          <ac:chgData name="翟 锐" userId="fef11181f709266a" providerId="LiveId" clId="{4F873610-AE96-4B46-8AF0-3D7B236AABE3}" dt="2020-10-24T15:20:51.498" v="270" actId="1076"/>
          <ac:spMkLst>
            <pc:docMk/>
            <pc:sldMk cId="2516324998" sldId="728"/>
            <ac:spMk id="52" creationId="{30728901-FBBE-4A6C-BCA5-26BF3EB96594}"/>
          </ac:spMkLst>
        </pc:spChg>
        <pc:spChg chg="mod">
          <ac:chgData name="翟 锐" userId="fef11181f709266a" providerId="LiveId" clId="{4F873610-AE96-4B46-8AF0-3D7B236AABE3}" dt="2020-10-24T15:20:51.498" v="270" actId="1076"/>
          <ac:spMkLst>
            <pc:docMk/>
            <pc:sldMk cId="2516324998" sldId="728"/>
            <ac:spMk id="53" creationId="{63AFDE8A-3818-407E-9601-CB89DA8774FA}"/>
          </ac:spMkLst>
        </pc:spChg>
        <pc:spChg chg="mod">
          <ac:chgData name="翟 锐" userId="fef11181f709266a" providerId="LiveId" clId="{4F873610-AE96-4B46-8AF0-3D7B236AABE3}" dt="2020-10-24T15:20:51.498" v="270" actId="1076"/>
          <ac:spMkLst>
            <pc:docMk/>
            <pc:sldMk cId="2516324998" sldId="728"/>
            <ac:spMk id="54" creationId="{F932DF1A-4ACC-4952-9FA3-1CD95CC590CB}"/>
          </ac:spMkLst>
        </pc:spChg>
        <pc:spChg chg="mod">
          <ac:chgData name="翟 锐" userId="fef11181f709266a" providerId="LiveId" clId="{4F873610-AE96-4B46-8AF0-3D7B236AABE3}" dt="2020-10-24T15:20:51.498" v="270" actId="1076"/>
          <ac:spMkLst>
            <pc:docMk/>
            <pc:sldMk cId="2516324998" sldId="728"/>
            <ac:spMk id="55" creationId="{CED336FF-D3E9-4666-9AD7-475C8E13DF4E}"/>
          </ac:spMkLst>
        </pc:spChg>
        <pc:spChg chg="mod">
          <ac:chgData name="翟 锐" userId="fef11181f709266a" providerId="LiveId" clId="{4F873610-AE96-4B46-8AF0-3D7B236AABE3}" dt="2020-12-10T03:26:26.933" v="1272" actId="1038"/>
          <ac:spMkLst>
            <pc:docMk/>
            <pc:sldMk cId="2516324998" sldId="728"/>
            <ac:spMk id="57" creationId="{53AF7F95-968F-4CE0-B6D5-47FC8C5A7170}"/>
          </ac:spMkLst>
        </pc:spChg>
        <pc:spChg chg="mod">
          <ac:chgData name="翟 锐" userId="fef11181f709266a" providerId="LiveId" clId="{4F873610-AE96-4B46-8AF0-3D7B236AABE3}" dt="2020-12-10T03:26:26.933" v="1272" actId="1038"/>
          <ac:spMkLst>
            <pc:docMk/>
            <pc:sldMk cId="2516324998" sldId="728"/>
            <ac:spMk id="58" creationId="{0198B731-8932-41D4-83E9-6F179AC27C01}"/>
          </ac:spMkLst>
        </pc:spChg>
        <pc:spChg chg="mod">
          <ac:chgData name="翟 锐" userId="fef11181f709266a" providerId="LiveId" clId="{4F873610-AE96-4B46-8AF0-3D7B236AABE3}" dt="2020-12-10T03:26:26.933" v="1272" actId="1038"/>
          <ac:spMkLst>
            <pc:docMk/>
            <pc:sldMk cId="2516324998" sldId="728"/>
            <ac:spMk id="59" creationId="{717B3C10-33E3-43BD-A9C4-4FAD90AE9D1F}"/>
          </ac:spMkLst>
        </pc:spChg>
        <pc:spChg chg="mod">
          <ac:chgData name="翟 锐" userId="fef11181f709266a" providerId="LiveId" clId="{4F873610-AE96-4B46-8AF0-3D7B236AABE3}" dt="2020-12-10T03:26:26.933" v="1272" actId="1038"/>
          <ac:spMkLst>
            <pc:docMk/>
            <pc:sldMk cId="2516324998" sldId="728"/>
            <ac:spMk id="60" creationId="{78103282-2A43-43E6-A5D4-708068399A0F}"/>
          </ac:spMkLst>
        </pc:spChg>
        <pc:spChg chg="mod">
          <ac:chgData name="翟 锐" userId="fef11181f709266a" providerId="LiveId" clId="{4F873610-AE96-4B46-8AF0-3D7B236AABE3}" dt="2020-12-10T03:26:26.933" v="1272" actId="1038"/>
          <ac:spMkLst>
            <pc:docMk/>
            <pc:sldMk cId="2516324998" sldId="728"/>
            <ac:spMk id="61" creationId="{7916559F-C4D6-4C26-9EB2-362D44587DFC}"/>
          </ac:spMkLst>
        </pc:spChg>
        <pc:spChg chg="mod">
          <ac:chgData name="翟 锐" userId="fef11181f709266a" providerId="LiveId" clId="{4F873610-AE96-4B46-8AF0-3D7B236AABE3}" dt="2020-12-10T03:26:26.933" v="1272" actId="1038"/>
          <ac:spMkLst>
            <pc:docMk/>
            <pc:sldMk cId="2516324998" sldId="728"/>
            <ac:spMk id="62" creationId="{810AB2C3-3FF2-414C-9637-BD02EB58A815}"/>
          </ac:spMkLst>
        </pc:spChg>
        <pc:spChg chg="mod">
          <ac:chgData name="翟 锐" userId="fef11181f709266a" providerId="LiveId" clId="{4F873610-AE96-4B46-8AF0-3D7B236AABE3}" dt="2020-12-10T03:26:26.933" v="1272" actId="1038"/>
          <ac:spMkLst>
            <pc:docMk/>
            <pc:sldMk cId="2516324998" sldId="728"/>
            <ac:spMk id="63" creationId="{CFD67529-1C75-4964-BE57-38484A27EE45}"/>
          </ac:spMkLst>
        </pc:spChg>
        <pc:spChg chg="mod">
          <ac:chgData name="翟 锐" userId="fef11181f709266a" providerId="LiveId" clId="{4F873610-AE96-4B46-8AF0-3D7B236AABE3}" dt="2020-12-10T03:26:26.933" v="1272" actId="1038"/>
          <ac:spMkLst>
            <pc:docMk/>
            <pc:sldMk cId="2516324998" sldId="728"/>
            <ac:spMk id="64" creationId="{C0D1CDE9-5107-4DB1-A419-7627CA68256D}"/>
          </ac:spMkLst>
        </pc:spChg>
        <pc:spChg chg="mod">
          <ac:chgData name="翟 锐" userId="fef11181f709266a" providerId="LiveId" clId="{4F873610-AE96-4B46-8AF0-3D7B236AABE3}" dt="2020-12-10T03:26:26.933" v="1272" actId="1038"/>
          <ac:spMkLst>
            <pc:docMk/>
            <pc:sldMk cId="2516324998" sldId="728"/>
            <ac:spMk id="65" creationId="{74F2CAAB-E843-4676-A0EC-0DEBEABC39C3}"/>
          </ac:spMkLst>
        </pc:spChg>
        <pc:spChg chg="mod">
          <ac:chgData name="翟 锐" userId="fef11181f709266a" providerId="LiveId" clId="{4F873610-AE96-4B46-8AF0-3D7B236AABE3}" dt="2020-12-10T03:26:26.933" v="1272" actId="1038"/>
          <ac:spMkLst>
            <pc:docMk/>
            <pc:sldMk cId="2516324998" sldId="728"/>
            <ac:spMk id="66" creationId="{2FFB2730-342C-4122-B1DC-C435C36D5DD6}"/>
          </ac:spMkLst>
        </pc:spChg>
        <pc:spChg chg="mod">
          <ac:chgData name="翟 锐" userId="fef11181f709266a" providerId="LiveId" clId="{4F873610-AE96-4B46-8AF0-3D7B236AABE3}" dt="2020-12-10T03:26:26.933" v="1272" actId="1038"/>
          <ac:spMkLst>
            <pc:docMk/>
            <pc:sldMk cId="2516324998" sldId="728"/>
            <ac:spMk id="67" creationId="{3422B59F-2F81-4425-A74C-C417FA433F91}"/>
          </ac:spMkLst>
        </pc:spChg>
        <pc:spChg chg="mod">
          <ac:chgData name="翟 锐" userId="fef11181f709266a" providerId="LiveId" clId="{4F873610-AE96-4B46-8AF0-3D7B236AABE3}" dt="2020-12-10T03:26:26.933" v="1272" actId="1038"/>
          <ac:spMkLst>
            <pc:docMk/>
            <pc:sldMk cId="2516324998" sldId="728"/>
            <ac:spMk id="68" creationId="{7557D5E9-1FBB-40C9-AE97-E77484859863}"/>
          </ac:spMkLst>
        </pc:spChg>
        <pc:spChg chg="mod">
          <ac:chgData name="翟 锐" userId="fef11181f709266a" providerId="LiveId" clId="{4F873610-AE96-4B46-8AF0-3D7B236AABE3}" dt="2020-12-10T03:26:26.933" v="1272" actId="1038"/>
          <ac:spMkLst>
            <pc:docMk/>
            <pc:sldMk cId="2516324998" sldId="728"/>
            <ac:spMk id="69" creationId="{02F3F38C-EFD8-416A-B057-4DD34E52DC05}"/>
          </ac:spMkLst>
        </pc:spChg>
        <pc:spChg chg="mod">
          <ac:chgData name="翟 锐" userId="fef11181f709266a" providerId="LiveId" clId="{4F873610-AE96-4B46-8AF0-3D7B236AABE3}" dt="2020-12-10T03:26:26.933" v="1272" actId="1038"/>
          <ac:spMkLst>
            <pc:docMk/>
            <pc:sldMk cId="2516324998" sldId="728"/>
            <ac:spMk id="70" creationId="{CF377655-6F27-4E01-998E-0158BC42B70D}"/>
          </ac:spMkLst>
        </pc:spChg>
        <pc:spChg chg="mod">
          <ac:chgData name="翟 锐" userId="fef11181f709266a" providerId="LiveId" clId="{4F873610-AE96-4B46-8AF0-3D7B236AABE3}" dt="2020-12-10T03:26:26.933" v="1272" actId="1038"/>
          <ac:spMkLst>
            <pc:docMk/>
            <pc:sldMk cId="2516324998" sldId="728"/>
            <ac:spMk id="71" creationId="{F463B258-BE3C-4872-AEF8-31220A43964D}"/>
          </ac:spMkLst>
        </pc:spChg>
        <pc:spChg chg="mod">
          <ac:chgData name="翟 锐" userId="fef11181f709266a" providerId="LiveId" clId="{4F873610-AE96-4B46-8AF0-3D7B236AABE3}" dt="2020-12-10T03:26:26.933" v="1272" actId="1038"/>
          <ac:spMkLst>
            <pc:docMk/>
            <pc:sldMk cId="2516324998" sldId="728"/>
            <ac:spMk id="72" creationId="{FBA79DF4-FDB3-4A7C-9719-F0C7971D28FD}"/>
          </ac:spMkLst>
        </pc:spChg>
        <pc:spChg chg="mod">
          <ac:chgData name="翟 锐" userId="fef11181f709266a" providerId="LiveId" clId="{4F873610-AE96-4B46-8AF0-3D7B236AABE3}" dt="2020-12-10T03:26:26.933" v="1272" actId="1038"/>
          <ac:spMkLst>
            <pc:docMk/>
            <pc:sldMk cId="2516324998" sldId="728"/>
            <ac:spMk id="73" creationId="{BFF71BDB-6AB9-4406-8998-FB66C1A34BCD}"/>
          </ac:spMkLst>
        </pc:spChg>
        <pc:spChg chg="mod">
          <ac:chgData name="翟 锐" userId="fef11181f709266a" providerId="LiveId" clId="{4F873610-AE96-4B46-8AF0-3D7B236AABE3}" dt="2020-12-10T03:26:26.933" v="1272" actId="1038"/>
          <ac:spMkLst>
            <pc:docMk/>
            <pc:sldMk cId="2516324998" sldId="728"/>
            <ac:spMk id="74" creationId="{E4E56085-CD73-4C9A-86E3-467F1C5AFF2D}"/>
          </ac:spMkLst>
        </pc:spChg>
        <pc:spChg chg="mod">
          <ac:chgData name="翟 锐" userId="fef11181f709266a" providerId="LiveId" clId="{4F873610-AE96-4B46-8AF0-3D7B236AABE3}" dt="2020-12-10T03:26:26.933" v="1272" actId="1038"/>
          <ac:spMkLst>
            <pc:docMk/>
            <pc:sldMk cId="2516324998" sldId="728"/>
            <ac:spMk id="75" creationId="{FEB989C6-8735-42E8-95F6-6293F1ABEAE4}"/>
          </ac:spMkLst>
        </pc:spChg>
        <pc:spChg chg="mod">
          <ac:chgData name="翟 锐" userId="fef11181f709266a" providerId="LiveId" clId="{4F873610-AE96-4B46-8AF0-3D7B236AABE3}" dt="2020-12-10T03:26:26.933" v="1272" actId="1038"/>
          <ac:spMkLst>
            <pc:docMk/>
            <pc:sldMk cId="2516324998" sldId="728"/>
            <ac:spMk id="76" creationId="{AA571E87-E75D-4791-9327-1ED59481A851}"/>
          </ac:spMkLst>
        </pc:spChg>
        <pc:grpChg chg="add mod">
          <ac:chgData name="翟 锐" userId="fef11181f709266a" providerId="LiveId" clId="{4F873610-AE96-4B46-8AF0-3D7B236AABE3}" dt="2020-12-10T03:26:12.932" v="1253" actId="2711"/>
          <ac:grpSpMkLst>
            <pc:docMk/>
            <pc:sldMk cId="2516324998" sldId="728"/>
            <ac:grpSpMk id="6" creationId="{7762D3CD-6B04-4253-A07C-C0D97D4839E3}"/>
          </ac:grpSpMkLst>
        </pc:grpChg>
        <pc:grpChg chg="add mod">
          <ac:chgData name="翟 锐" userId="fef11181f709266a" providerId="LiveId" clId="{4F873610-AE96-4B46-8AF0-3D7B236AABE3}" dt="2020-12-10T03:26:12.932" v="1253" actId="2711"/>
          <ac:grpSpMkLst>
            <pc:docMk/>
            <pc:sldMk cId="2516324998" sldId="728"/>
            <ac:grpSpMk id="29" creationId="{957D6DA4-B651-4660-91EF-8144039FA041}"/>
          </ac:grpSpMkLst>
        </pc:grpChg>
        <pc:grpChg chg="add mod">
          <ac:chgData name="翟 锐" userId="fef11181f709266a" providerId="LiveId" clId="{4F873610-AE96-4B46-8AF0-3D7B236AABE3}" dt="2020-12-10T03:26:12.932" v="1253" actId="2711"/>
          <ac:grpSpMkLst>
            <pc:docMk/>
            <pc:sldMk cId="2516324998" sldId="728"/>
            <ac:grpSpMk id="48" creationId="{42A4C58C-A2C6-4C4E-98A5-14AB66CFDD52}"/>
          </ac:grpSpMkLst>
        </pc:grpChg>
        <pc:grpChg chg="add mod">
          <ac:chgData name="翟 锐" userId="fef11181f709266a" providerId="LiveId" clId="{4F873610-AE96-4B46-8AF0-3D7B236AABE3}" dt="2020-12-10T03:26:26.933" v="1272" actId="1038"/>
          <ac:grpSpMkLst>
            <pc:docMk/>
            <pc:sldMk cId="2516324998" sldId="728"/>
            <ac:grpSpMk id="56" creationId="{F1421B8A-0B9D-4EA3-9F90-69DCA99CE8DD}"/>
          </ac:grpSpMkLst>
        </pc:grpChg>
      </pc:sldChg>
      <pc:sldChg chg="addSp modSp mod">
        <pc:chgData name="翟 锐" userId="fef11181f709266a" providerId="LiveId" clId="{4F873610-AE96-4B46-8AF0-3D7B236AABE3}" dt="2020-12-10T03:30:35.468" v="1285" actId="20577"/>
        <pc:sldMkLst>
          <pc:docMk/>
          <pc:sldMk cId="2134814896" sldId="729"/>
        </pc:sldMkLst>
        <pc:spChg chg="mod">
          <ac:chgData name="翟 锐" userId="fef11181f709266a" providerId="LiveId" clId="{4F873610-AE96-4B46-8AF0-3D7B236AABE3}" dt="2020-12-10T03:30:35.468" v="1285" actId="20577"/>
          <ac:spMkLst>
            <pc:docMk/>
            <pc:sldMk cId="2134814896" sldId="729"/>
            <ac:spMk id="2" creationId="{1A343DEC-CFF6-41F5-B87C-0DFC08C67B76}"/>
          </ac:spMkLst>
        </pc:spChg>
        <pc:spChg chg="add mod">
          <ac:chgData name="翟 锐" userId="fef11181f709266a" providerId="LiveId" clId="{4F873610-AE96-4B46-8AF0-3D7B236AABE3}" dt="2020-10-24T15:23:16.825" v="317" actId="1076"/>
          <ac:spMkLst>
            <pc:docMk/>
            <pc:sldMk cId="2134814896" sldId="729"/>
            <ac:spMk id="7" creationId="{0B9D85CB-0E8C-425D-9E2D-0E4319A11E03}"/>
          </ac:spMkLst>
        </pc:spChg>
        <pc:spChg chg="mod">
          <ac:chgData name="翟 锐" userId="fef11181f709266a" providerId="LiveId" clId="{4F873610-AE96-4B46-8AF0-3D7B236AABE3}" dt="2020-10-24T15:23:30.531" v="323"/>
          <ac:spMkLst>
            <pc:docMk/>
            <pc:sldMk cId="2134814896" sldId="729"/>
            <ac:spMk id="35" creationId="{00000000-0000-0000-0000-000000000000}"/>
          </ac:spMkLst>
        </pc:spChg>
      </pc:sldChg>
      <pc:sldChg chg="del">
        <pc:chgData name="翟 锐" userId="fef11181f709266a" providerId="LiveId" clId="{4F873610-AE96-4B46-8AF0-3D7B236AABE3}" dt="2020-10-24T15:25:46.981" v="362" actId="47"/>
        <pc:sldMkLst>
          <pc:docMk/>
          <pc:sldMk cId="1823457716" sldId="730"/>
        </pc:sldMkLst>
      </pc:sldChg>
      <pc:sldChg chg="addSp delSp modSp mod modAnim">
        <pc:chgData name="翟 锐" userId="fef11181f709266a" providerId="LiveId" clId="{4F873610-AE96-4B46-8AF0-3D7B236AABE3}" dt="2020-12-09T07:04:47.424" v="1222" actId="2711"/>
        <pc:sldMkLst>
          <pc:docMk/>
          <pc:sldMk cId="2291332499" sldId="731"/>
        </pc:sldMkLst>
        <pc:spChg chg="mod">
          <ac:chgData name="翟 锐" userId="fef11181f709266a" providerId="LiveId" clId="{4F873610-AE96-4B46-8AF0-3D7B236AABE3}" dt="2020-10-24T15:27:35.255" v="426" actId="1035"/>
          <ac:spMkLst>
            <pc:docMk/>
            <pc:sldMk cId="2291332499" sldId="731"/>
            <ac:spMk id="2" creationId="{1A343DEC-CFF6-41F5-B87C-0DFC08C67B76}"/>
          </ac:spMkLst>
        </pc:spChg>
        <pc:spChg chg="mod">
          <ac:chgData name="翟 锐" userId="fef11181f709266a" providerId="LiveId" clId="{4F873610-AE96-4B46-8AF0-3D7B236AABE3}" dt="2020-10-24T15:27:41.515" v="427"/>
          <ac:spMkLst>
            <pc:docMk/>
            <pc:sldMk cId="2291332499" sldId="731"/>
            <ac:spMk id="7" creationId="{59510B6D-0CE1-408F-8F2A-273EA7C0D61E}"/>
          </ac:spMkLst>
        </pc:spChg>
        <pc:spChg chg="mod">
          <ac:chgData name="翟 锐" userId="fef11181f709266a" providerId="LiveId" clId="{4F873610-AE96-4B46-8AF0-3D7B236AABE3}" dt="2020-10-24T15:27:41.515" v="427"/>
          <ac:spMkLst>
            <pc:docMk/>
            <pc:sldMk cId="2291332499" sldId="731"/>
            <ac:spMk id="8" creationId="{10EB3238-3682-4ED1-82AC-56EF26EAE73A}"/>
          </ac:spMkLst>
        </pc:spChg>
        <pc:spChg chg="mod">
          <ac:chgData name="翟 锐" userId="fef11181f709266a" providerId="LiveId" clId="{4F873610-AE96-4B46-8AF0-3D7B236AABE3}" dt="2020-10-24T15:27:41.515" v="427"/>
          <ac:spMkLst>
            <pc:docMk/>
            <pc:sldMk cId="2291332499" sldId="731"/>
            <ac:spMk id="9" creationId="{F7E3BEBE-4A8B-4B86-B1D4-C34526524D1A}"/>
          </ac:spMkLst>
        </pc:spChg>
        <pc:spChg chg="mod">
          <ac:chgData name="翟 锐" userId="fef11181f709266a" providerId="LiveId" clId="{4F873610-AE96-4B46-8AF0-3D7B236AABE3}" dt="2020-10-24T15:27:41.515" v="427"/>
          <ac:spMkLst>
            <pc:docMk/>
            <pc:sldMk cId="2291332499" sldId="731"/>
            <ac:spMk id="10" creationId="{CD8F1775-B197-4645-A26D-4AE4A88C9226}"/>
          </ac:spMkLst>
        </pc:spChg>
        <pc:spChg chg="mod">
          <ac:chgData name="翟 锐" userId="fef11181f709266a" providerId="LiveId" clId="{4F873610-AE96-4B46-8AF0-3D7B236AABE3}" dt="2020-10-24T15:27:41.515" v="427"/>
          <ac:spMkLst>
            <pc:docMk/>
            <pc:sldMk cId="2291332499" sldId="731"/>
            <ac:spMk id="11" creationId="{AAB0362E-D22E-4092-AC58-7D1F523E1772}"/>
          </ac:spMkLst>
        </pc:spChg>
        <pc:spChg chg="mod">
          <ac:chgData name="翟 锐" userId="fef11181f709266a" providerId="LiveId" clId="{4F873610-AE96-4B46-8AF0-3D7B236AABE3}" dt="2020-10-24T15:27:41.515" v="427"/>
          <ac:spMkLst>
            <pc:docMk/>
            <pc:sldMk cId="2291332499" sldId="731"/>
            <ac:spMk id="12" creationId="{FA5888D9-48D1-40B3-98CE-76F0270F6D89}"/>
          </ac:spMkLst>
        </pc:spChg>
        <pc:spChg chg="mod">
          <ac:chgData name="翟 锐" userId="fef11181f709266a" providerId="LiveId" clId="{4F873610-AE96-4B46-8AF0-3D7B236AABE3}" dt="2020-10-24T15:27:41.515" v="427"/>
          <ac:spMkLst>
            <pc:docMk/>
            <pc:sldMk cId="2291332499" sldId="731"/>
            <ac:spMk id="13" creationId="{84DF6F2B-5946-4707-9603-1EEE34916688}"/>
          </ac:spMkLst>
        </pc:spChg>
        <pc:spChg chg="mod">
          <ac:chgData name="翟 锐" userId="fef11181f709266a" providerId="LiveId" clId="{4F873610-AE96-4B46-8AF0-3D7B236AABE3}" dt="2020-10-24T15:27:41.515" v="427"/>
          <ac:spMkLst>
            <pc:docMk/>
            <pc:sldMk cId="2291332499" sldId="731"/>
            <ac:spMk id="14" creationId="{76173034-EE5A-4344-A59C-4B9781A2E46E}"/>
          </ac:spMkLst>
        </pc:spChg>
        <pc:spChg chg="mod">
          <ac:chgData name="翟 锐" userId="fef11181f709266a" providerId="LiveId" clId="{4F873610-AE96-4B46-8AF0-3D7B236AABE3}" dt="2020-10-24T15:27:41.515" v="427"/>
          <ac:spMkLst>
            <pc:docMk/>
            <pc:sldMk cId="2291332499" sldId="731"/>
            <ac:spMk id="15" creationId="{D56D511A-59F0-4704-AED0-499DD921311D}"/>
          </ac:spMkLst>
        </pc:spChg>
        <pc:spChg chg="mod">
          <ac:chgData name="翟 锐" userId="fef11181f709266a" providerId="LiveId" clId="{4F873610-AE96-4B46-8AF0-3D7B236AABE3}" dt="2020-10-24T15:27:41.515" v="427"/>
          <ac:spMkLst>
            <pc:docMk/>
            <pc:sldMk cId="2291332499" sldId="731"/>
            <ac:spMk id="16" creationId="{8DF72EBE-7BB2-47BB-933C-D00F92BFD5A1}"/>
          </ac:spMkLst>
        </pc:spChg>
        <pc:spChg chg="mod">
          <ac:chgData name="翟 锐" userId="fef11181f709266a" providerId="LiveId" clId="{4F873610-AE96-4B46-8AF0-3D7B236AABE3}" dt="2020-10-24T15:27:41.515" v="427"/>
          <ac:spMkLst>
            <pc:docMk/>
            <pc:sldMk cId="2291332499" sldId="731"/>
            <ac:spMk id="17" creationId="{0DFC426B-D32C-448B-8A05-CD5B84DAF82A}"/>
          </ac:spMkLst>
        </pc:spChg>
        <pc:spChg chg="mod">
          <ac:chgData name="翟 锐" userId="fef11181f709266a" providerId="LiveId" clId="{4F873610-AE96-4B46-8AF0-3D7B236AABE3}" dt="2020-10-24T15:27:41.515" v="427"/>
          <ac:spMkLst>
            <pc:docMk/>
            <pc:sldMk cId="2291332499" sldId="731"/>
            <ac:spMk id="18" creationId="{894BCF8B-E4A4-405E-8A40-B783AD30E550}"/>
          </ac:spMkLst>
        </pc:spChg>
        <pc:spChg chg="mod">
          <ac:chgData name="翟 锐" userId="fef11181f709266a" providerId="LiveId" clId="{4F873610-AE96-4B46-8AF0-3D7B236AABE3}" dt="2020-10-24T15:27:41.515" v="427"/>
          <ac:spMkLst>
            <pc:docMk/>
            <pc:sldMk cId="2291332499" sldId="731"/>
            <ac:spMk id="19" creationId="{1FD3B129-A82F-44FB-BA4E-99BFD1D3FFEA}"/>
          </ac:spMkLst>
        </pc:spChg>
        <pc:spChg chg="mod">
          <ac:chgData name="翟 锐" userId="fef11181f709266a" providerId="LiveId" clId="{4F873610-AE96-4B46-8AF0-3D7B236AABE3}" dt="2020-10-24T15:27:41.515" v="427"/>
          <ac:spMkLst>
            <pc:docMk/>
            <pc:sldMk cId="2291332499" sldId="731"/>
            <ac:spMk id="20" creationId="{2232C073-2806-4F31-AE60-ED7807039461}"/>
          </ac:spMkLst>
        </pc:spChg>
        <pc:spChg chg="mod">
          <ac:chgData name="翟 锐" userId="fef11181f709266a" providerId="LiveId" clId="{4F873610-AE96-4B46-8AF0-3D7B236AABE3}" dt="2020-10-24T15:27:41.515" v="427"/>
          <ac:spMkLst>
            <pc:docMk/>
            <pc:sldMk cId="2291332499" sldId="731"/>
            <ac:spMk id="21" creationId="{5BF6E553-1145-4C8B-957D-9D033D77F9AE}"/>
          </ac:spMkLst>
        </pc:spChg>
        <pc:spChg chg="mod">
          <ac:chgData name="翟 锐" userId="fef11181f709266a" providerId="LiveId" clId="{4F873610-AE96-4B46-8AF0-3D7B236AABE3}" dt="2020-10-24T15:27:41.515" v="427"/>
          <ac:spMkLst>
            <pc:docMk/>
            <pc:sldMk cId="2291332499" sldId="731"/>
            <ac:spMk id="22" creationId="{0C7C81C7-02A0-4447-A70C-5424CB7B8CFD}"/>
          </ac:spMkLst>
        </pc:spChg>
        <pc:spChg chg="mod">
          <ac:chgData name="翟 锐" userId="fef11181f709266a" providerId="LiveId" clId="{4F873610-AE96-4B46-8AF0-3D7B236AABE3}" dt="2020-10-24T15:27:41.515" v="427"/>
          <ac:spMkLst>
            <pc:docMk/>
            <pc:sldMk cId="2291332499" sldId="731"/>
            <ac:spMk id="23" creationId="{54CB8126-C710-4D99-B743-00A56E94D71D}"/>
          </ac:spMkLst>
        </pc:spChg>
        <pc:spChg chg="mod">
          <ac:chgData name="翟 锐" userId="fef11181f709266a" providerId="LiveId" clId="{4F873610-AE96-4B46-8AF0-3D7B236AABE3}" dt="2020-10-24T15:27:41.515" v="427"/>
          <ac:spMkLst>
            <pc:docMk/>
            <pc:sldMk cId="2291332499" sldId="731"/>
            <ac:spMk id="24" creationId="{2EC49706-143E-4DA0-8424-EABB2AF767DD}"/>
          </ac:spMkLst>
        </pc:spChg>
        <pc:spChg chg="mod">
          <ac:chgData name="翟 锐" userId="fef11181f709266a" providerId="LiveId" clId="{4F873610-AE96-4B46-8AF0-3D7B236AABE3}" dt="2020-10-24T15:27:41.515" v="427"/>
          <ac:spMkLst>
            <pc:docMk/>
            <pc:sldMk cId="2291332499" sldId="731"/>
            <ac:spMk id="25" creationId="{0FF61C10-40FC-40E7-ACD7-9DEA4D42B3EE}"/>
          </ac:spMkLst>
        </pc:spChg>
        <pc:spChg chg="mod">
          <ac:chgData name="翟 锐" userId="fef11181f709266a" providerId="LiveId" clId="{4F873610-AE96-4B46-8AF0-3D7B236AABE3}" dt="2020-10-24T15:27:21.888" v="405"/>
          <ac:spMkLst>
            <pc:docMk/>
            <pc:sldMk cId="2291332499" sldId="731"/>
            <ac:spMk id="35" creationId="{00000000-0000-0000-0000-000000000000}"/>
          </ac:spMkLst>
        </pc:spChg>
        <pc:spChg chg="mod">
          <ac:chgData name="翟 锐" userId="fef11181f709266a" providerId="LiveId" clId="{4F873610-AE96-4B46-8AF0-3D7B236AABE3}" dt="2020-12-09T07:04:47.424" v="1222" actId="2711"/>
          <ac:spMkLst>
            <pc:docMk/>
            <pc:sldMk cId="2291332499" sldId="731"/>
            <ac:spMk id="37" creationId="{EA7AF764-6BB4-40F9-BE96-9F48E621B23E}"/>
          </ac:spMkLst>
        </pc:spChg>
        <pc:spChg chg="mod">
          <ac:chgData name="翟 锐" userId="fef11181f709266a" providerId="LiveId" clId="{4F873610-AE96-4B46-8AF0-3D7B236AABE3}" dt="2020-12-09T07:04:47.424" v="1222" actId="2711"/>
          <ac:spMkLst>
            <pc:docMk/>
            <pc:sldMk cId="2291332499" sldId="731"/>
            <ac:spMk id="38" creationId="{DD464EBC-322C-4B44-9440-439E1B9EA708}"/>
          </ac:spMkLst>
        </pc:spChg>
        <pc:spChg chg="mod">
          <ac:chgData name="翟 锐" userId="fef11181f709266a" providerId="LiveId" clId="{4F873610-AE96-4B46-8AF0-3D7B236AABE3}" dt="2020-12-09T07:04:47.424" v="1222" actId="2711"/>
          <ac:spMkLst>
            <pc:docMk/>
            <pc:sldMk cId="2291332499" sldId="731"/>
            <ac:spMk id="39" creationId="{F2854D30-CBF9-4E19-B0F4-B7009963392F}"/>
          </ac:spMkLst>
        </pc:spChg>
        <pc:spChg chg="mod">
          <ac:chgData name="翟 锐" userId="fef11181f709266a" providerId="LiveId" clId="{4F873610-AE96-4B46-8AF0-3D7B236AABE3}" dt="2020-12-09T07:04:47.424" v="1222" actId="2711"/>
          <ac:spMkLst>
            <pc:docMk/>
            <pc:sldMk cId="2291332499" sldId="731"/>
            <ac:spMk id="40" creationId="{FB97667F-3124-4407-A75B-DEFE4BA8A1F7}"/>
          </ac:spMkLst>
        </pc:spChg>
        <pc:spChg chg="mod">
          <ac:chgData name="翟 锐" userId="fef11181f709266a" providerId="LiveId" clId="{4F873610-AE96-4B46-8AF0-3D7B236AABE3}" dt="2020-12-09T07:04:47.424" v="1222" actId="2711"/>
          <ac:spMkLst>
            <pc:docMk/>
            <pc:sldMk cId="2291332499" sldId="731"/>
            <ac:spMk id="41" creationId="{82990A39-6D2C-4241-8A12-20F5C17DE787}"/>
          </ac:spMkLst>
        </pc:spChg>
        <pc:spChg chg="mod">
          <ac:chgData name="翟 锐" userId="fef11181f709266a" providerId="LiveId" clId="{4F873610-AE96-4B46-8AF0-3D7B236AABE3}" dt="2020-12-09T07:04:47.424" v="1222" actId="2711"/>
          <ac:spMkLst>
            <pc:docMk/>
            <pc:sldMk cId="2291332499" sldId="731"/>
            <ac:spMk id="42" creationId="{F6D9CB70-5A22-4B7D-81A8-E05F40017FD3}"/>
          </ac:spMkLst>
        </pc:spChg>
        <pc:spChg chg="mod">
          <ac:chgData name="翟 锐" userId="fef11181f709266a" providerId="LiveId" clId="{4F873610-AE96-4B46-8AF0-3D7B236AABE3}" dt="2020-12-09T07:04:47.424" v="1222" actId="2711"/>
          <ac:spMkLst>
            <pc:docMk/>
            <pc:sldMk cId="2291332499" sldId="731"/>
            <ac:spMk id="43" creationId="{4621425A-33B7-4822-8E62-F8B6CEE039F3}"/>
          </ac:spMkLst>
        </pc:spChg>
        <pc:spChg chg="mod">
          <ac:chgData name="翟 锐" userId="fef11181f709266a" providerId="LiveId" clId="{4F873610-AE96-4B46-8AF0-3D7B236AABE3}" dt="2020-12-09T07:04:47.424" v="1222" actId="2711"/>
          <ac:spMkLst>
            <pc:docMk/>
            <pc:sldMk cId="2291332499" sldId="731"/>
            <ac:spMk id="44" creationId="{BC785B33-A435-4298-9543-BB9C450F8205}"/>
          </ac:spMkLst>
        </pc:spChg>
        <pc:spChg chg="mod">
          <ac:chgData name="翟 锐" userId="fef11181f709266a" providerId="LiveId" clId="{4F873610-AE96-4B46-8AF0-3D7B236AABE3}" dt="2020-12-09T07:04:47.424" v="1222" actId="2711"/>
          <ac:spMkLst>
            <pc:docMk/>
            <pc:sldMk cId="2291332499" sldId="731"/>
            <ac:spMk id="45" creationId="{6714B503-8CCA-4FED-A4DE-4C984C6D97A6}"/>
          </ac:spMkLst>
        </pc:spChg>
        <pc:spChg chg="mod">
          <ac:chgData name="翟 锐" userId="fef11181f709266a" providerId="LiveId" clId="{4F873610-AE96-4B46-8AF0-3D7B236AABE3}" dt="2020-12-09T07:04:47.424" v="1222" actId="2711"/>
          <ac:spMkLst>
            <pc:docMk/>
            <pc:sldMk cId="2291332499" sldId="731"/>
            <ac:spMk id="46" creationId="{FF028752-15B1-4FB6-8544-7006CBF1258D}"/>
          </ac:spMkLst>
        </pc:spChg>
        <pc:spChg chg="mod">
          <ac:chgData name="翟 锐" userId="fef11181f709266a" providerId="LiveId" clId="{4F873610-AE96-4B46-8AF0-3D7B236AABE3}" dt="2020-12-09T07:04:47.424" v="1222" actId="2711"/>
          <ac:spMkLst>
            <pc:docMk/>
            <pc:sldMk cId="2291332499" sldId="731"/>
            <ac:spMk id="47" creationId="{BCBE5F17-678B-431A-88E5-5242C83C4A2C}"/>
          </ac:spMkLst>
        </pc:spChg>
        <pc:spChg chg="mod">
          <ac:chgData name="翟 锐" userId="fef11181f709266a" providerId="LiveId" clId="{4F873610-AE96-4B46-8AF0-3D7B236AABE3}" dt="2020-12-09T07:04:47.424" v="1222" actId="2711"/>
          <ac:spMkLst>
            <pc:docMk/>
            <pc:sldMk cId="2291332499" sldId="731"/>
            <ac:spMk id="48" creationId="{94068714-E835-4901-B116-0823F18A7067}"/>
          </ac:spMkLst>
        </pc:spChg>
        <pc:spChg chg="mod">
          <ac:chgData name="翟 锐" userId="fef11181f709266a" providerId="LiveId" clId="{4F873610-AE96-4B46-8AF0-3D7B236AABE3}" dt="2020-12-09T07:04:47.424" v="1222" actId="2711"/>
          <ac:spMkLst>
            <pc:docMk/>
            <pc:sldMk cId="2291332499" sldId="731"/>
            <ac:spMk id="49" creationId="{B0D70DC9-F56D-4910-AC76-6665619BB0C0}"/>
          </ac:spMkLst>
        </pc:spChg>
        <pc:spChg chg="mod">
          <ac:chgData name="翟 锐" userId="fef11181f709266a" providerId="LiveId" clId="{4F873610-AE96-4B46-8AF0-3D7B236AABE3}" dt="2020-12-09T07:04:47.424" v="1222" actId="2711"/>
          <ac:spMkLst>
            <pc:docMk/>
            <pc:sldMk cId="2291332499" sldId="731"/>
            <ac:spMk id="50" creationId="{3D5E1EF6-9023-4D18-B458-961F86E65E5B}"/>
          </ac:spMkLst>
        </pc:spChg>
        <pc:spChg chg="mod">
          <ac:chgData name="翟 锐" userId="fef11181f709266a" providerId="LiveId" clId="{4F873610-AE96-4B46-8AF0-3D7B236AABE3}" dt="2020-12-09T07:04:47.424" v="1222" actId="2711"/>
          <ac:spMkLst>
            <pc:docMk/>
            <pc:sldMk cId="2291332499" sldId="731"/>
            <ac:spMk id="51" creationId="{C0CB2E3E-68F3-49D7-BD77-FE3CC76CB6E4}"/>
          </ac:spMkLst>
        </pc:spChg>
        <pc:spChg chg="mod">
          <ac:chgData name="翟 锐" userId="fef11181f709266a" providerId="LiveId" clId="{4F873610-AE96-4B46-8AF0-3D7B236AABE3}" dt="2020-12-09T07:04:47.424" v="1222" actId="2711"/>
          <ac:spMkLst>
            <pc:docMk/>
            <pc:sldMk cId="2291332499" sldId="731"/>
            <ac:spMk id="52" creationId="{8A410229-25AA-45E4-A16E-E1138CA6E46D}"/>
          </ac:spMkLst>
        </pc:spChg>
        <pc:spChg chg="mod">
          <ac:chgData name="翟 锐" userId="fef11181f709266a" providerId="LiveId" clId="{4F873610-AE96-4B46-8AF0-3D7B236AABE3}" dt="2020-12-09T07:04:47.424" v="1222" actId="2711"/>
          <ac:spMkLst>
            <pc:docMk/>
            <pc:sldMk cId="2291332499" sldId="731"/>
            <ac:spMk id="53" creationId="{060EBE7D-5808-417F-A7BC-8596115153BA}"/>
          </ac:spMkLst>
        </pc:spChg>
        <pc:spChg chg="mod">
          <ac:chgData name="翟 锐" userId="fef11181f709266a" providerId="LiveId" clId="{4F873610-AE96-4B46-8AF0-3D7B236AABE3}" dt="2020-12-09T07:04:47.424" v="1222" actId="2711"/>
          <ac:spMkLst>
            <pc:docMk/>
            <pc:sldMk cId="2291332499" sldId="731"/>
            <ac:spMk id="54" creationId="{92FAD4B7-F0C4-40DF-A878-2C4654763FDD}"/>
          </ac:spMkLst>
        </pc:spChg>
        <pc:spChg chg="mod">
          <ac:chgData name="翟 锐" userId="fef11181f709266a" providerId="LiveId" clId="{4F873610-AE96-4B46-8AF0-3D7B236AABE3}" dt="2020-12-09T07:04:47.424" v="1222" actId="2711"/>
          <ac:spMkLst>
            <pc:docMk/>
            <pc:sldMk cId="2291332499" sldId="731"/>
            <ac:spMk id="55" creationId="{6EF0272F-5F55-420A-8E26-AB0A84D4C089}"/>
          </ac:spMkLst>
        </pc:spChg>
        <pc:spChg chg="mod">
          <ac:chgData name="翟 锐" userId="fef11181f709266a" providerId="LiveId" clId="{4F873610-AE96-4B46-8AF0-3D7B236AABE3}" dt="2020-12-09T07:04:47.424" v="1222" actId="2711"/>
          <ac:spMkLst>
            <pc:docMk/>
            <pc:sldMk cId="2291332499" sldId="731"/>
            <ac:spMk id="56" creationId="{BFCAA14F-D218-4B9D-B07F-529F36FA4E91}"/>
          </ac:spMkLst>
        </pc:spChg>
        <pc:spChg chg="mod">
          <ac:chgData name="翟 锐" userId="fef11181f709266a" providerId="LiveId" clId="{4F873610-AE96-4B46-8AF0-3D7B236AABE3}" dt="2020-12-09T07:04:47.424" v="1222" actId="2711"/>
          <ac:spMkLst>
            <pc:docMk/>
            <pc:sldMk cId="2291332499" sldId="731"/>
            <ac:spMk id="57" creationId="{903E30E2-642F-4E80-B93E-45F590108F7B}"/>
          </ac:spMkLst>
        </pc:spChg>
        <pc:spChg chg="mod">
          <ac:chgData name="翟 锐" userId="fef11181f709266a" providerId="LiveId" clId="{4F873610-AE96-4B46-8AF0-3D7B236AABE3}" dt="2020-12-09T07:04:47.424" v="1222" actId="2711"/>
          <ac:spMkLst>
            <pc:docMk/>
            <pc:sldMk cId="2291332499" sldId="731"/>
            <ac:spMk id="58" creationId="{A4953A60-ADA4-4CCB-82CC-934825D04601}"/>
          </ac:spMkLst>
        </pc:spChg>
        <pc:spChg chg="mod">
          <ac:chgData name="翟 锐" userId="fef11181f709266a" providerId="LiveId" clId="{4F873610-AE96-4B46-8AF0-3D7B236AABE3}" dt="2020-12-09T07:04:47.424" v="1222" actId="2711"/>
          <ac:spMkLst>
            <pc:docMk/>
            <pc:sldMk cId="2291332499" sldId="731"/>
            <ac:spMk id="59" creationId="{76D45B8A-7714-4877-AE30-E63B145C2997}"/>
          </ac:spMkLst>
        </pc:spChg>
        <pc:spChg chg="mod">
          <ac:chgData name="翟 锐" userId="fef11181f709266a" providerId="LiveId" clId="{4F873610-AE96-4B46-8AF0-3D7B236AABE3}" dt="2020-12-09T07:04:47.424" v="1222" actId="2711"/>
          <ac:spMkLst>
            <pc:docMk/>
            <pc:sldMk cId="2291332499" sldId="731"/>
            <ac:spMk id="60" creationId="{77C45B7C-F922-493F-943B-83BE13A09539}"/>
          </ac:spMkLst>
        </pc:spChg>
        <pc:spChg chg="mod">
          <ac:chgData name="翟 锐" userId="fef11181f709266a" providerId="LiveId" clId="{4F873610-AE96-4B46-8AF0-3D7B236AABE3}" dt="2020-12-09T07:04:47.424" v="1222" actId="2711"/>
          <ac:spMkLst>
            <pc:docMk/>
            <pc:sldMk cId="2291332499" sldId="731"/>
            <ac:spMk id="61" creationId="{6E0DB761-7641-4581-8C15-071BCFBB051B}"/>
          </ac:spMkLst>
        </pc:spChg>
        <pc:spChg chg="mod">
          <ac:chgData name="翟 锐" userId="fef11181f709266a" providerId="LiveId" clId="{4F873610-AE96-4B46-8AF0-3D7B236AABE3}" dt="2020-12-09T07:04:47.424" v="1222" actId="2711"/>
          <ac:spMkLst>
            <pc:docMk/>
            <pc:sldMk cId="2291332499" sldId="731"/>
            <ac:spMk id="62" creationId="{8B3741F2-A53E-4FFF-806C-F9A38D6A77CB}"/>
          </ac:spMkLst>
        </pc:spChg>
        <pc:spChg chg="mod">
          <ac:chgData name="翟 锐" userId="fef11181f709266a" providerId="LiveId" clId="{4F873610-AE96-4B46-8AF0-3D7B236AABE3}" dt="2020-12-09T07:04:47.424" v="1222" actId="2711"/>
          <ac:spMkLst>
            <pc:docMk/>
            <pc:sldMk cId="2291332499" sldId="731"/>
            <ac:spMk id="63" creationId="{C46215BA-03D2-4C23-88E6-F30332928B8C}"/>
          </ac:spMkLst>
        </pc:spChg>
        <pc:spChg chg="mod">
          <ac:chgData name="翟 锐" userId="fef11181f709266a" providerId="LiveId" clId="{4F873610-AE96-4B46-8AF0-3D7B236AABE3}" dt="2020-12-09T07:04:47.424" v="1222" actId="2711"/>
          <ac:spMkLst>
            <pc:docMk/>
            <pc:sldMk cId="2291332499" sldId="731"/>
            <ac:spMk id="64" creationId="{FD01E7F9-B293-40EE-BB11-672400D2911B}"/>
          </ac:spMkLst>
        </pc:spChg>
        <pc:spChg chg="mod">
          <ac:chgData name="翟 锐" userId="fef11181f709266a" providerId="LiveId" clId="{4F873610-AE96-4B46-8AF0-3D7B236AABE3}" dt="2020-12-09T07:04:47.424" v="1222" actId="2711"/>
          <ac:spMkLst>
            <pc:docMk/>
            <pc:sldMk cId="2291332499" sldId="731"/>
            <ac:spMk id="65" creationId="{FE80FD18-7E63-4444-B9D9-790FC351FE36}"/>
          </ac:spMkLst>
        </pc:spChg>
        <pc:spChg chg="mod">
          <ac:chgData name="翟 锐" userId="fef11181f709266a" providerId="LiveId" clId="{4F873610-AE96-4B46-8AF0-3D7B236AABE3}" dt="2020-12-09T07:04:47.424" v="1222" actId="2711"/>
          <ac:spMkLst>
            <pc:docMk/>
            <pc:sldMk cId="2291332499" sldId="731"/>
            <ac:spMk id="66" creationId="{F9F6C959-4122-4916-9950-F8146D576843}"/>
          </ac:spMkLst>
        </pc:spChg>
        <pc:spChg chg="mod">
          <ac:chgData name="翟 锐" userId="fef11181f709266a" providerId="LiveId" clId="{4F873610-AE96-4B46-8AF0-3D7B236AABE3}" dt="2020-12-09T07:04:47.424" v="1222" actId="2711"/>
          <ac:spMkLst>
            <pc:docMk/>
            <pc:sldMk cId="2291332499" sldId="731"/>
            <ac:spMk id="67" creationId="{1DD9FA18-59E4-4ECC-9920-A665ADBFFB15}"/>
          </ac:spMkLst>
        </pc:spChg>
        <pc:spChg chg="mod">
          <ac:chgData name="翟 锐" userId="fef11181f709266a" providerId="LiveId" clId="{4F873610-AE96-4B46-8AF0-3D7B236AABE3}" dt="2020-12-09T07:04:47.424" v="1222" actId="2711"/>
          <ac:spMkLst>
            <pc:docMk/>
            <pc:sldMk cId="2291332499" sldId="731"/>
            <ac:spMk id="68" creationId="{B5B757BD-0154-498A-8BEA-F9ADDA0C596D}"/>
          </ac:spMkLst>
        </pc:spChg>
        <pc:spChg chg="mod">
          <ac:chgData name="翟 锐" userId="fef11181f709266a" providerId="LiveId" clId="{4F873610-AE96-4B46-8AF0-3D7B236AABE3}" dt="2020-12-09T07:04:47.424" v="1222" actId="2711"/>
          <ac:spMkLst>
            <pc:docMk/>
            <pc:sldMk cId="2291332499" sldId="731"/>
            <ac:spMk id="69" creationId="{1EA490FD-2920-4968-9C0B-8FC1A7253227}"/>
          </ac:spMkLst>
        </pc:spChg>
        <pc:spChg chg="mod">
          <ac:chgData name="翟 锐" userId="fef11181f709266a" providerId="LiveId" clId="{4F873610-AE96-4B46-8AF0-3D7B236AABE3}" dt="2020-12-09T07:04:47.424" v="1222" actId="2711"/>
          <ac:spMkLst>
            <pc:docMk/>
            <pc:sldMk cId="2291332499" sldId="731"/>
            <ac:spMk id="70" creationId="{3590D042-099E-4856-9B8E-9F565DEEA2A1}"/>
          </ac:spMkLst>
        </pc:spChg>
        <pc:spChg chg="mod">
          <ac:chgData name="翟 锐" userId="fef11181f709266a" providerId="LiveId" clId="{4F873610-AE96-4B46-8AF0-3D7B236AABE3}" dt="2020-12-09T07:04:47.424" v="1222" actId="2711"/>
          <ac:spMkLst>
            <pc:docMk/>
            <pc:sldMk cId="2291332499" sldId="731"/>
            <ac:spMk id="71" creationId="{45761ABD-17E6-4474-BACE-78BED03DDAA5}"/>
          </ac:spMkLst>
        </pc:spChg>
        <pc:spChg chg="mod">
          <ac:chgData name="翟 锐" userId="fef11181f709266a" providerId="LiveId" clId="{4F873610-AE96-4B46-8AF0-3D7B236AABE3}" dt="2020-12-09T07:04:47.424" v="1222" actId="2711"/>
          <ac:spMkLst>
            <pc:docMk/>
            <pc:sldMk cId="2291332499" sldId="731"/>
            <ac:spMk id="72" creationId="{2FAFBB11-A89C-4992-B0BE-EF1FF834657D}"/>
          </ac:spMkLst>
        </pc:spChg>
        <pc:spChg chg="mod">
          <ac:chgData name="翟 锐" userId="fef11181f709266a" providerId="LiveId" clId="{4F873610-AE96-4B46-8AF0-3D7B236AABE3}" dt="2020-12-09T07:04:47.424" v="1222" actId="2711"/>
          <ac:spMkLst>
            <pc:docMk/>
            <pc:sldMk cId="2291332499" sldId="731"/>
            <ac:spMk id="73" creationId="{8688F69D-B371-4152-BBE3-67EC5EE2957F}"/>
          </ac:spMkLst>
        </pc:spChg>
        <pc:spChg chg="mod">
          <ac:chgData name="翟 锐" userId="fef11181f709266a" providerId="LiveId" clId="{4F873610-AE96-4B46-8AF0-3D7B236AABE3}" dt="2020-12-09T07:04:47.424" v="1222" actId="2711"/>
          <ac:spMkLst>
            <pc:docMk/>
            <pc:sldMk cId="2291332499" sldId="731"/>
            <ac:spMk id="74" creationId="{FD06FBEB-A808-4E06-9C3E-424E7CDDE510}"/>
          </ac:spMkLst>
        </pc:spChg>
        <pc:spChg chg="mod">
          <ac:chgData name="翟 锐" userId="fef11181f709266a" providerId="LiveId" clId="{4F873610-AE96-4B46-8AF0-3D7B236AABE3}" dt="2020-12-09T07:04:47.424" v="1222" actId="2711"/>
          <ac:spMkLst>
            <pc:docMk/>
            <pc:sldMk cId="2291332499" sldId="731"/>
            <ac:spMk id="75" creationId="{2138D883-53BC-48C0-AB14-32D0C1414461}"/>
          </ac:spMkLst>
        </pc:spChg>
        <pc:spChg chg="mod">
          <ac:chgData name="翟 锐" userId="fef11181f709266a" providerId="LiveId" clId="{4F873610-AE96-4B46-8AF0-3D7B236AABE3}" dt="2020-12-09T07:04:47.424" v="1222" actId="2711"/>
          <ac:spMkLst>
            <pc:docMk/>
            <pc:sldMk cId="2291332499" sldId="731"/>
            <ac:spMk id="76" creationId="{17CF1A9D-41F3-4391-A2FB-A89E20B6B720}"/>
          </ac:spMkLst>
        </pc:spChg>
        <pc:spChg chg="mod">
          <ac:chgData name="翟 锐" userId="fef11181f709266a" providerId="LiveId" clId="{4F873610-AE96-4B46-8AF0-3D7B236AABE3}" dt="2020-12-09T07:04:47.424" v="1222" actId="2711"/>
          <ac:spMkLst>
            <pc:docMk/>
            <pc:sldMk cId="2291332499" sldId="731"/>
            <ac:spMk id="77" creationId="{13F7D515-AAE8-4F92-8A89-EC7C7043BCFC}"/>
          </ac:spMkLst>
        </pc:spChg>
        <pc:spChg chg="mod">
          <ac:chgData name="翟 锐" userId="fef11181f709266a" providerId="LiveId" clId="{4F873610-AE96-4B46-8AF0-3D7B236AABE3}" dt="2020-12-09T07:04:47.424" v="1222" actId="2711"/>
          <ac:spMkLst>
            <pc:docMk/>
            <pc:sldMk cId="2291332499" sldId="731"/>
            <ac:spMk id="78" creationId="{966137B2-0B9C-4D6D-B111-664273CB88B8}"/>
          </ac:spMkLst>
        </pc:spChg>
        <pc:spChg chg="mod">
          <ac:chgData name="翟 锐" userId="fef11181f709266a" providerId="LiveId" clId="{4F873610-AE96-4B46-8AF0-3D7B236AABE3}" dt="2020-12-09T07:04:47.424" v="1222" actId="2711"/>
          <ac:spMkLst>
            <pc:docMk/>
            <pc:sldMk cId="2291332499" sldId="731"/>
            <ac:spMk id="79" creationId="{5849257F-EEEA-487A-9BF1-34443DD1675A}"/>
          </ac:spMkLst>
        </pc:spChg>
        <pc:spChg chg="mod">
          <ac:chgData name="翟 锐" userId="fef11181f709266a" providerId="LiveId" clId="{4F873610-AE96-4B46-8AF0-3D7B236AABE3}" dt="2020-12-09T07:04:47.424" v="1222" actId="2711"/>
          <ac:spMkLst>
            <pc:docMk/>
            <pc:sldMk cId="2291332499" sldId="731"/>
            <ac:spMk id="80" creationId="{C86E0EA4-BD81-46C7-BD23-E3DB892F971E}"/>
          </ac:spMkLst>
        </pc:spChg>
        <pc:grpChg chg="add del mod">
          <ac:chgData name="翟 锐" userId="fef11181f709266a" providerId="LiveId" clId="{4F873610-AE96-4B46-8AF0-3D7B236AABE3}" dt="2020-10-24T15:27:42.277" v="428"/>
          <ac:grpSpMkLst>
            <pc:docMk/>
            <pc:sldMk cId="2291332499" sldId="731"/>
            <ac:grpSpMk id="6" creationId="{675BAF2F-9195-470A-ABBA-BA972778B119}"/>
          </ac:grpSpMkLst>
        </pc:grpChg>
        <pc:grpChg chg="add mod">
          <ac:chgData name="翟 锐" userId="fef11181f709266a" providerId="LiveId" clId="{4F873610-AE96-4B46-8AF0-3D7B236AABE3}" dt="2020-12-09T07:04:47.424" v="1222" actId="2711"/>
          <ac:grpSpMkLst>
            <pc:docMk/>
            <pc:sldMk cId="2291332499" sldId="731"/>
            <ac:grpSpMk id="26" creationId="{C7939249-DFCA-429D-BFA8-21D41D5E957A}"/>
          </ac:grpSpMkLst>
        </pc:grpChg>
        <pc:grpChg chg="mod">
          <ac:chgData name="翟 锐" userId="fef11181f709266a" providerId="LiveId" clId="{4F873610-AE96-4B46-8AF0-3D7B236AABE3}" dt="2020-12-09T07:04:47.424" v="1222" actId="2711"/>
          <ac:grpSpMkLst>
            <pc:docMk/>
            <pc:sldMk cId="2291332499" sldId="731"/>
            <ac:grpSpMk id="27" creationId="{513D3A5A-4F56-4A5B-AD0C-BB444078AAE3}"/>
          </ac:grpSpMkLst>
        </pc:grpChg>
        <pc:grpChg chg="mod">
          <ac:chgData name="翟 锐" userId="fef11181f709266a" providerId="LiveId" clId="{4F873610-AE96-4B46-8AF0-3D7B236AABE3}" dt="2020-12-09T07:04:47.424" v="1222" actId="2711"/>
          <ac:grpSpMkLst>
            <pc:docMk/>
            <pc:sldMk cId="2291332499" sldId="731"/>
            <ac:grpSpMk id="28" creationId="{02C01A41-393C-426F-B3BD-68992BCFB529}"/>
          </ac:grpSpMkLst>
        </pc:grpChg>
        <pc:grpChg chg="mod">
          <ac:chgData name="翟 锐" userId="fef11181f709266a" providerId="LiveId" clId="{4F873610-AE96-4B46-8AF0-3D7B236AABE3}" dt="2020-12-09T07:04:47.424" v="1222" actId="2711"/>
          <ac:grpSpMkLst>
            <pc:docMk/>
            <pc:sldMk cId="2291332499" sldId="731"/>
            <ac:grpSpMk id="29" creationId="{FFC41895-4F5F-4D25-9A7C-3953BBA80837}"/>
          </ac:grpSpMkLst>
        </pc:grpChg>
        <pc:grpChg chg="mod">
          <ac:chgData name="翟 锐" userId="fef11181f709266a" providerId="LiveId" clId="{4F873610-AE96-4B46-8AF0-3D7B236AABE3}" dt="2020-12-09T07:04:47.424" v="1222" actId="2711"/>
          <ac:grpSpMkLst>
            <pc:docMk/>
            <pc:sldMk cId="2291332499" sldId="731"/>
            <ac:grpSpMk id="30" creationId="{2F9888AA-6EA8-40C6-B214-E4FA6F92CF84}"/>
          </ac:grpSpMkLst>
        </pc:grpChg>
        <pc:grpChg chg="mod">
          <ac:chgData name="翟 锐" userId="fef11181f709266a" providerId="LiveId" clId="{4F873610-AE96-4B46-8AF0-3D7B236AABE3}" dt="2020-12-09T07:04:47.424" v="1222" actId="2711"/>
          <ac:grpSpMkLst>
            <pc:docMk/>
            <pc:sldMk cId="2291332499" sldId="731"/>
            <ac:grpSpMk id="31" creationId="{38288847-9503-41F0-AA70-4419736B159A}"/>
          </ac:grpSpMkLst>
        </pc:grpChg>
        <pc:grpChg chg="mod">
          <ac:chgData name="翟 锐" userId="fef11181f709266a" providerId="LiveId" clId="{4F873610-AE96-4B46-8AF0-3D7B236AABE3}" dt="2020-12-09T07:04:47.424" v="1222" actId="2711"/>
          <ac:grpSpMkLst>
            <pc:docMk/>
            <pc:sldMk cId="2291332499" sldId="731"/>
            <ac:grpSpMk id="32" creationId="{070C2907-A3EA-40CE-955F-C9F20B8A63E6}"/>
          </ac:grpSpMkLst>
        </pc:grpChg>
        <pc:grpChg chg="mod">
          <ac:chgData name="翟 锐" userId="fef11181f709266a" providerId="LiveId" clId="{4F873610-AE96-4B46-8AF0-3D7B236AABE3}" dt="2020-12-09T07:04:47.424" v="1222" actId="2711"/>
          <ac:grpSpMkLst>
            <pc:docMk/>
            <pc:sldMk cId="2291332499" sldId="731"/>
            <ac:grpSpMk id="36" creationId="{4CA3FF84-F4AF-49C7-BF55-8891F3D00F49}"/>
          </ac:grpSpMkLst>
        </pc:grpChg>
      </pc:sldChg>
      <pc:sldChg chg="modSp mod">
        <pc:chgData name="翟 锐" userId="fef11181f709266a" providerId="LiveId" clId="{4F873610-AE96-4B46-8AF0-3D7B236AABE3}" dt="2020-12-10T03:47:09.207" v="1337" actId="6549"/>
        <pc:sldMkLst>
          <pc:docMk/>
          <pc:sldMk cId="2944648101" sldId="732"/>
        </pc:sldMkLst>
        <pc:spChg chg="mod">
          <ac:chgData name="翟 锐" userId="fef11181f709266a" providerId="LiveId" clId="{4F873610-AE96-4B46-8AF0-3D7B236AABE3}" dt="2020-12-09T01:25:29.093" v="1171" actId="207"/>
          <ac:spMkLst>
            <pc:docMk/>
            <pc:sldMk cId="2944648101" sldId="732"/>
            <ac:spMk id="2" creationId="{1A343DEC-CFF6-41F5-B87C-0DFC08C67B76}"/>
          </ac:spMkLst>
        </pc:spChg>
        <pc:spChg chg="mod">
          <ac:chgData name="翟 锐" userId="fef11181f709266a" providerId="LiveId" clId="{4F873610-AE96-4B46-8AF0-3D7B236AABE3}" dt="2020-12-10T03:47:09.207" v="1337" actId="6549"/>
          <ac:spMkLst>
            <pc:docMk/>
            <pc:sldMk cId="2944648101" sldId="732"/>
            <ac:spMk id="35" creationId="{00000000-0000-0000-0000-000000000000}"/>
          </ac:spMkLst>
        </pc:spChg>
      </pc:sldChg>
      <pc:sldChg chg="modSp mod">
        <pc:chgData name="翟 锐" userId="fef11181f709266a" providerId="LiveId" clId="{4F873610-AE96-4B46-8AF0-3D7B236AABE3}" dt="2020-12-10T03:53:23.493" v="1573" actId="6549"/>
        <pc:sldMkLst>
          <pc:docMk/>
          <pc:sldMk cId="4249172663" sldId="733"/>
        </pc:sldMkLst>
        <pc:spChg chg="mod">
          <ac:chgData name="翟 锐" userId="fef11181f709266a" providerId="LiveId" clId="{4F873610-AE96-4B46-8AF0-3D7B236AABE3}" dt="2020-12-10T03:53:23.493" v="1573" actId="6549"/>
          <ac:spMkLst>
            <pc:docMk/>
            <pc:sldMk cId="4249172663" sldId="733"/>
            <ac:spMk id="2" creationId="{1A343DEC-CFF6-41F5-B87C-0DFC08C67B76}"/>
          </ac:spMkLst>
        </pc:spChg>
        <pc:spChg chg="mod">
          <ac:chgData name="翟 锐" userId="fef11181f709266a" providerId="LiveId" clId="{4F873610-AE96-4B46-8AF0-3D7B236AABE3}" dt="2020-10-24T15:29:51.221" v="462"/>
          <ac:spMkLst>
            <pc:docMk/>
            <pc:sldMk cId="4249172663" sldId="733"/>
            <ac:spMk id="35" creationId="{00000000-0000-0000-0000-000000000000}"/>
          </ac:spMkLst>
        </pc:spChg>
      </pc:sldChg>
      <pc:sldChg chg="addSp modSp mod">
        <pc:chgData name="翟 锐" userId="fef11181f709266a" providerId="LiveId" clId="{4F873610-AE96-4B46-8AF0-3D7B236AABE3}" dt="2020-12-10T03:53:35.505" v="1580" actId="15"/>
        <pc:sldMkLst>
          <pc:docMk/>
          <pc:sldMk cId="784297793" sldId="734"/>
        </pc:sldMkLst>
        <pc:spChg chg="mod">
          <ac:chgData name="翟 锐" userId="fef11181f709266a" providerId="LiveId" clId="{4F873610-AE96-4B46-8AF0-3D7B236AABE3}" dt="2020-12-10T03:53:35.505" v="1580" actId="15"/>
          <ac:spMkLst>
            <pc:docMk/>
            <pc:sldMk cId="784297793" sldId="734"/>
            <ac:spMk id="2" creationId="{1A343DEC-CFF6-41F5-B87C-0DFC08C67B76}"/>
          </ac:spMkLst>
        </pc:spChg>
        <pc:spChg chg="mod">
          <ac:chgData name="翟 锐" userId="fef11181f709266a" providerId="LiveId" clId="{4F873610-AE96-4B46-8AF0-3D7B236AABE3}" dt="2020-12-10T03:49:43.916" v="1562" actId="1076"/>
          <ac:spMkLst>
            <pc:docMk/>
            <pc:sldMk cId="784297793" sldId="734"/>
            <ac:spMk id="7" creationId="{3016B54D-87AC-4396-AE62-EBDD84C39681}"/>
          </ac:spMkLst>
        </pc:spChg>
        <pc:spChg chg="mod">
          <ac:chgData name="翟 锐" userId="fef11181f709266a" providerId="LiveId" clId="{4F873610-AE96-4B46-8AF0-3D7B236AABE3}" dt="2020-12-10T03:49:43.916" v="1562" actId="1076"/>
          <ac:spMkLst>
            <pc:docMk/>
            <pc:sldMk cId="784297793" sldId="734"/>
            <ac:spMk id="8" creationId="{9DF3BFC9-8105-4DD7-B193-C2FE411E09F2}"/>
          </ac:spMkLst>
        </pc:spChg>
        <pc:spChg chg="mod">
          <ac:chgData name="翟 锐" userId="fef11181f709266a" providerId="LiveId" clId="{4F873610-AE96-4B46-8AF0-3D7B236AABE3}" dt="2020-12-10T03:49:43.916" v="1562" actId="1076"/>
          <ac:spMkLst>
            <pc:docMk/>
            <pc:sldMk cId="784297793" sldId="734"/>
            <ac:spMk id="9" creationId="{85386EBF-086C-4E0D-B3CD-E9CFF1354E28}"/>
          </ac:spMkLst>
        </pc:spChg>
        <pc:spChg chg="mod">
          <ac:chgData name="翟 锐" userId="fef11181f709266a" providerId="LiveId" clId="{4F873610-AE96-4B46-8AF0-3D7B236AABE3}" dt="2020-12-10T03:49:43.916" v="1562" actId="1076"/>
          <ac:spMkLst>
            <pc:docMk/>
            <pc:sldMk cId="784297793" sldId="734"/>
            <ac:spMk id="10" creationId="{40DC3699-9A0E-4EB3-818E-966400B031D7}"/>
          </ac:spMkLst>
        </pc:spChg>
        <pc:spChg chg="mod">
          <ac:chgData name="翟 锐" userId="fef11181f709266a" providerId="LiveId" clId="{4F873610-AE96-4B46-8AF0-3D7B236AABE3}" dt="2020-12-10T03:49:43.916" v="1562" actId="1076"/>
          <ac:spMkLst>
            <pc:docMk/>
            <pc:sldMk cId="784297793" sldId="734"/>
            <ac:spMk id="11" creationId="{123ADA0B-ADB7-42CA-B79C-E27DDC2DA63C}"/>
          </ac:spMkLst>
        </pc:spChg>
        <pc:spChg chg="mod">
          <ac:chgData name="翟 锐" userId="fef11181f709266a" providerId="LiveId" clId="{4F873610-AE96-4B46-8AF0-3D7B236AABE3}" dt="2020-12-10T03:49:43.916" v="1562" actId="1076"/>
          <ac:spMkLst>
            <pc:docMk/>
            <pc:sldMk cId="784297793" sldId="734"/>
            <ac:spMk id="12" creationId="{EB83EBB3-3476-49E6-9BCF-A17D4CC767EE}"/>
          </ac:spMkLst>
        </pc:spChg>
        <pc:spChg chg="mod">
          <ac:chgData name="翟 锐" userId="fef11181f709266a" providerId="LiveId" clId="{4F873610-AE96-4B46-8AF0-3D7B236AABE3}" dt="2020-12-10T03:49:43.916" v="1562" actId="1076"/>
          <ac:spMkLst>
            <pc:docMk/>
            <pc:sldMk cId="784297793" sldId="734"/>
            <ac:spMk id="13" creationId="{EA4911CF-5A03-45E2-A1A4-F3E39FB110B4}"/>
          </ac:spMkLst>
        </pc:spChg>
        <pc:spChg chg="mod">
          <ac:chgData name="翟 锐" userId="fef11181f709266a" providerId="LiveId" clId="{4F873610-AE96-4B46-8AF0-3D7B236AABE3}" dt="2020-12-10T03:49:43.916" v="1562" actId="1076"/>
          <ac:spMkLst>
            <pc:docMk/>
            <pc:sldMk cId="784297793" sldId="734"/>
            <ac:spMk id="14" creationId="{47E9CE69-7847-490A-BF4A-6A4380C2CAF4}"/>
          </ac:spMkLst>
        </pc:spChg>
        <pc:spChg chg="mod">
          <ac:chgData name="翟 锐" userId="fef11181f709266a" providerId="LiveId" clId="{4F873610-AE96-4B46-8AF0-3D7B236AABE3}" dt="2020-12-10T03:49:43.916" v="1562" actId="1076"/>
          <ac:spMkLst>
            <pc:docMk/>
            <pc:sldMk cId="784297793" sldId="734"/>
            <ac:spMk id="15" creationId="{C6B92664-676E-4819-B0E0-DC6F21D84C25}"/>
          </ac:spMkLst>
        </pc:spChg>
        <pc:spChg chg="mod">
          <ac:chgData name="翟 锐" userId="fef11181f709266a" providerId="LiveId" clId="{4F873610-AE96-4B46-8AF0-3D7B236AABE3}" dt="2020-12-10T03:49:43.916" v="1562" actId="1076"/>
          <ac:spMkLst>
            <pc:docMk/>
            <pc:sldMk cId="784297793" sldId="734"/>
            <ac:spMk id="16" creationId="{A7F2974D-64CE-463A-884C-76FDBBAFD5AD}"/>
          </ac:spMkLst>
        </pc:spChg>
        <pc:spChg chg="mod">
          <ac:chgData name="翟 锐" userId="fef11181f709266a" providerId="LiveId" clId="{4F873610-AE96-4B46-8AF0-3D7B236AABE3}" dt="2020-12-10T03:49:43.916" v="1562" actId="1076"/>
          <ac:spMkLst>
            <pc:docMk/>
            <pc:sldMk cId="784297793" sldId="734"/>
            <ac:spMk id="17" creationId="{1535F365-4FB4-46B6-BB1D-5E58FBB752BF}"/>
          </ac:spMkLst>
        </pc:spChg>
        <pc:spChg chg="mod">
          <ac:chgData name="翟 锐" userId="fef11181f709266a" providerId="LiveId" clId="{4F873610-AE96-4B46-8AF0-3D7B236AABE3}" dt="2020-10-24T15:41:32.006" v="477"/>
          <ac:spMkLst>
            <pc:docMk/>
            <pc:sldMk cId="784297793" sldId="734"/>
            <ac:spMk id="35" creationId="{00000000-0000-0000-0000-000000000000}"/>
          </ac:spMkLst>
        </pc:spChg>
        <pc:grpChg chg="add mod">
          <ac:chgData name="翟 锐" userId="fef11181f709266a" providerId="LiveId" clId="{4F873610-AE96-4B46-8AF0-3D7B236AABE3}" dt="2020-12-10T03:49:43.916" v="1562" actId="1076"/>
          <ac:grpSpMkLst>
            <pc:docMk/>
            <pc:sldMk cId="784297793" sldId="734"/>
            <ac:grpSpMk id="6" creationId="{EDBE237A-0284-4B22-9A33-A541FD5F5249}"/>
          </ac:grpSpMkLst>
        </pc:grpChg>
      </pc:sldChg>
      <pc:sldChg chg="del">
        <pc:chgData name="翟 锐" userId="fef11181f709266a" providerId="LiveId" clId="{4F873610-AE96-4B46-8AF0-3D7B236AABE3}" dt="2020-10-24T15:44:02.531" v="518" actId="47"/>
        <pc:sldMkLst>
          <pc:docMk/>
          <pc:sldMk cId="3714697" sldId="735"/>
        </pc:sldMkLst>
      </pc:sldChg>
      <pc:sldChg chg="addSp delSp modSp mod ord">
        <pc:chgData name="翟 锐" userId="fef11181f709266a" providerId="LiveId" clId="{4F873610-AE96-4B46-8AF0-3D7B236AABE3}" dt="2020-12-10T04:13:20.475" v="1701"/>
        <pc:sldMkLst>
          <pc:docMk/>
          <pc:sldMk cId="4017562725" sldId="736"/>
        </pc:sldMkLst>
        <pc:spChg chg="mod">
          <ac:chgData name="翟 锐" userId="fef11181f709266a" providerId="LiveId" clId="{4F873610-AE96-4B46-8AF0-3D7B236AABE3}" dt="2020-12-10T04:11:23.765" v="1685" actId="20577"/>
          <ac:spMkLst>
            <pc:docMk/>
            <pc:sldMk cId="4017562725" sldId="736"/>
            <ac:spMk id="2" creationId="{1A343DEC-CFF6-41F5-B87C-0DFC08C67B76}"/>
          </ac:spMkLst>
        </pc:spChg>
        <pc:spChg chg="add del mod">
          <ac:chgData name="翟 锐" userId="fef11181f709266a" providerId="LiveId" clId="{4F873610-AE96-4B46-8AF0-3D7B236AABE3}" dt="2020-10-24T15:44:56.163" v="537" actId="33423"/>
          <ac:spMkLst>
            <pc:docMk/>
            <pc:sldMk cId="4017562725" sldId="736"/>
            <ac:spMk id="6" creationId="{825C1BEC-5E56-45D0-BF80-660D04255684}"/>
          </ac:spMkLst>
        </pc:spChg>
        <pc:spChg chg="mod">
          <ac:chgData name="翟 锐" userId="fef11181f709266a" providerId="LiveId" clId="{4F873610-AE96-4B46-8AF0-3D7B236AABE3}" dt="2020-12-10T04:13:20.475" v="1701"/>
          <ac:spMkLst>
            <pc:docMk/>
            <pc:sldMk cId="4017562725" sldId="736"/>
            <ac:spMk id="35" creationId="{00000000-0000-0000-0000-000000000000}"/>
          </ac:spMkLst>
        </pc:spChg>
        <pc:graphicFrameChg chg="add del mod replId">
          <ac:chgData name="翟 锐" userId="fef11181f709266a" providerId="LiveId" clId="{4F873610-AE96-4B46-8AF0-3D7B236AABE3}" dt="2020-12-10T04:10:43.820" v="1681" actId="1076"/>
          <ac:graphicFrameMkLst>
            <pc:docMk/>
            <pc:sldMk cId="4017562725" sldId="736"/>
            <ac:graphicFrameMk id="6" creationId="{825C1BEC-5E56-45D0-BF80-660D04255684}"/>
          </ac:graphicFrameMkLst>
        </pc:graphicFrameChg>
      </pc:sldChg>
      <pc:sldChg chg="del">
        <pc:chgData name="翟 锐" userId="fef11181f709266a" providerId="LiveId" clId="{4F873610-AE96-4B46-8AF0-3D7B236AABE3}" dt="2020-10-24T15:46:02.339" v="559" actId="47"/>
        <pc:sldMkLst>
          <pc:docMk/>
          <pc:sldMk cId="2455366728" sldId="737"/>
        </pc:sldMkLst>
      </pc:sldChg>
      <pc:sldChg chg="addSp delSp modSp mod">
        <pc:chgData name="翟 锐" userId="fef11181f709266a" providerId="LiveId" clId="{4F873610-AE96-4B46-8AF0-3D7B236AABE3}" dt="2020-12-09T02:25:10.425" v="1209" actId="2711"/>
        <pc:sldMkLst>
          <pc:docMk/>
          <pc:sldMk cId="2352683905" sldId="738"/>
        </pc:sldMkLst>
        <pc:spChg chg="del">
          <ac:chgData name="翟 锐" userId="fef11181f709266a" providerId="LiveId" clId="{4F873610-AE96-4B46-8AF0-3D7B236AABE3}" dt="2020-10-24T15:50:18.899" v="618" actId="478"/>
          <ac:spMkLst>
            <pc:docMk/>
            <pc:sldMk cId="2352683905" sldId="738"/>
            <ac:spMk id="2" creationId="{1A343DEC-CFF6-41F5-B87C-0DFC08C67B76}"/>
          </ac:spMkLst>
        </pc:spChg>
        <pc:spChg chg="mod">
          <ac:chgData name="翟 锐" userId="fef11181f709266a" providerId="LiveId" clId="{4F873610-AE96-4B46-8AF0-3D7B236AABE3}" dt="2020-10-24T15:50:17.449" v="617"/>
          <ac:spMkLst>
            <pc:docMk/>
            <pc:sldMk cId="2352683905" sldId="738"/>
            <ac:spMk id="35" creationId="{00000000-0000-0000-0000-000000000000}"/>
          </ac:spMkLst>
        </pc:spChg>
        <pc:graphicFrameChg chg="add mod modGraphic">
          <ac:chgData name="翟 锐" userId="fef11181f709266a" providerId="LiveId" clId="{4F873610-AE96-4B46-8AF0-3D7B236AABE3}" dt="2020-12-09T02:25:10.425" v="1209" actId="2711"/>
          <ac:graphicFrameMkLst>
            <pc:docMk/>
            <pc:sldMk cId="2352683905" sldId="738"/>
            <ac:graphicFrameMk id="6" creationId="{F7498A30-AF76-4ED1-BFF0-09CEFAEEF535}"/>
          </ac:graphicFrameMkLst>
        </pc:graphicFrameChg>
      </pc:sldChg>
      <pc:sldChg chg="addSp delSp modSp mod">
        <pc:chgData name="翟 锐" userId="fef11181f709266a" providerId="LiveId" clId="{4F873610-AE96-4B46-8AF0-3D7B236AABE3}" dt="2020-10-24T15:52:48.571" v="675" actId="22"/>
        <pc:sldMkLst>
          <pc:docMk/>
          <pc:sldMk cId="478409461" sldId="739"/>
        </pc:sldMkLst>
        <pc:spChg chg="mod">
          <ac:chgData name="翟 锐" userId="fef11181f709266a" providerId="LiveId" clId="{4F873610-AE96-4B46-8AF0-3D7B236AABE3}" dt="2020-10-24T15:52:34.150" v="670" actId="15"/>
          <ac:spMkLst>
            <pc:docMk/>
            <pc:sldMk cId="478409461" sldId="739"/>
            <ac:spMk id="2" creationId="{1A343DEC-CFF6-41F5-B87C-0DFC08C67B76}"/>
          </ac:spMkLst>
        </pc:spChg>
        <pc:spChg chg="add del">
          <ac:chgData name="翟 锐" userId="fef11181f709266a" providerId="LiveId" clId="{4F873610-AE96-4B46-8AF0-3D7B236AABE3}" dt="2020-10-24T15:52:48.571" v="675" actId="22"/>
          <ac:spMkLst>
            <pc:docMk/>
            <pc:sldMk cId="478409461" sldId="739"/>
            <ac:spMk id="7" creationId="{CEEF141C-41F7-4FB9-8CA0-6C4F0F2157C1}"/>
          </ac:spMkLst>
        </pc:spChg>
        <pc:spChg chg="mod">
          <ac:chgData name="翟 锐" userId="fef11181f709266a" providerId="LiveId" clId="{4F873610-AE96-4B46-8AF0-3D7B236AABE3}" dt="2020-10-24T15:52:40.181" v="673"/>
          <ac:spMkLst>
            <pc:docMk/>
            <pc:sldMk cId="478409461" sldId="739"/>
            <ac:spMk id="35" creationId="{00000000-0000-0000-0000-000000000000}"/>
          </ac:spMkLst>
        </pc:spChg>
      </pc:sldChg>
      <pc:sldChg chg="addSp delSp modSp mod delAnim">
        <pc:chgData name="翟 锐" userId="fef11181f709266a" providerId="LiveId" clId="{4F873610-AE96-4B46-8AF0-3D7B236AABE3}" dt="2020-10-24T15:56:15.866" v="716" actId="1076"/>
        <pc:sldMkLst>
          <pc:docMk/>
          <pc:sldMk cId="3636184159" sldId="740"/>
        </pc:sldMkLst>
        <pc:spChg chg="del">
          <ac:chgData name="翟 锐" userId="fef11181f709266a" providerId="LiveId" clId="{4F873610-AE96-4B46-8AF0-3D7B236AABE3}" dt="2020-10-24T15:56:08.706" v="712" actId="478"/>
          <ac:spMkLst>
            <pc:docMk/>
            <pc:sldMk cId="3636184159" sldId="740"/>
            <ac:spMk id="2" creationId="{1A343DEC-CFF6-41F5-B87C-0DFC08C67B76}"/>
          </ac:spMkLst>
        </pc:spChg>
        <pc:spChg chg="del">
          <ac:chgData name="翟 锐" userId="fef11181f709266a" providerId="LiveId" clId="{4F873610-AE96-4B46-8AF0-3D7B236AABE3}" dt="2020-10-24T15:56:10.464" v="713" actId="478"/>
          <ac:spMkLst>
            <pc:docMk/>
            <pc:sldMk cId="3636184159" sldId="740"/>
            <ac:spMk id="34" creationId="{00000000-0000-0000-0000-000000000000}"/>
          </ac:spMkLst>
        </pc:spChg>
        <pc:spChg chg="del">
          <ac:chgData name="翟 锐" userId="fef11181f709266a" providerId="LiveId" clId="{4F873610-AE96-4B46-8AF0-3D7B236AABE3}" dt="2020-10-24T15:56:10.464" v="713" actId="478"/>
          <ac:spMkLst>
            <pc:docMk/>
            <pc:sldMk cId="3636184159" sldId="740"/>
            <ac:spMk id="35" creationId="{00000000-0000-0000-0000-000000000000}"/>
          </ac:spMkLst>
        </pc:spChg>
        <pc:picChg chg="add mod">
          <ac:chgData name="翟 锐" userId="fef11181f709266a" providerId="LiveId" clId="{4F873610-AE96-4B46-8AF0-3D7B236AABE3}" dt="2020-10-24T15:56:15.866" v="716" actId="1076"/>
          <ac:picMkLst>
            <pc:docMk/>
            <pc:sldMk cId="3636184159" sldId="740"/>
            <ac:picMk id="3" creationId="{6CA09F5F-B376-40D8-86D2-ED40587B3196}"/>
          </ac:picMkLst>
        </pc:picChg>
        <pc:cxnChg chg="del">
          <ac:chgData name="翟 锐" userId="fef11181f709266a" providerId="LiveId" clId="{4F873610-AE96-4B46-8AF0-3D7B236AABE3}" dt="2020-10-24T15:56:10.464" v="713" actId="478"/>
          <ac:cxnSpMkLst>
            <pc:docMk/>
            <pc:sldMk cId="3636184159" sldId="740"/>
            <ac:cxnSpMk id="33" creationId="{00000000-0000-0000-0000-000000000000}"/>
          </ac:cxnSpMkLst>
        </pc:cxnChg>
      </pc:sldChg>
      <pc:sldChg chg="addSp delSp modSp mod delAnim">
        <pc:chgData name="翟 锐" userId="fef11181f709266a" providerId="LiveId" clId="{4F873610-AE96-4B46-8AF0-3D7B236AABE3}" dt="2020-10-24T15:55:11.426" v="703" actId="1076"/>
        <pc:sldMkLst>
          <pc:docMk/>
          <pc:sldMk cId="3284000370" sldId="741"/>
        </pc:sldMkLst>
        <pc:spChg chg="del">
          <ac:chgData name="翟 锐" userId="fef11181f709266a" providerId="LiveId" clId="{4F873610-AE96-4B46-8AF0-3D7B236AABE3}" dt="2020-10-24T15:55:01.229" v="699" actId="478"/>
          <ac:spMkLst>
            <pc:docMk/>
            <pc:sldMk cId="3284000370" sldId="741"/>
            <ac:spMk id="2" creationId="{1A343DEC-CFF6-41F5-B87C-0DFC08C67B76}"/>
          </ac:spMkLst>
        </pc:spChg>
        <pc:spChg chg="del">
          <ac:chgData name="翟 锐" userId="fef11181f709266a" providerId="LiveId" clId="{4F873610-AE96-4B46-8AF0-3D7B236AABE3}" dt="2020-10-24T15:55:03.706" v="700" actId="478"/>
          <ac:spMkLst>
            <pc:docMk/>
            <pc:sldMk cId="3284000370" sldId="741"/>
            <ac:spMk id="34" creationId="{00000000-0000-0000-0000-000000000000}"/>
          </ac:spMkLst>
        </pc:spChg>
        <pc:spChg chg="del">
          <ac:chgData name="翟 锐" userId="fef11181f709266a" providerId="LiveId" clId="{4F873610-AE96-4B46-8AF0-3D7B236AABE3}" dt="2020-10-24T15:55:03.706" v="700" actId="478"/>
          <ac:spMkLst>
            <pc:docMk/>
            <pc:sldMk cId="3284000370" sldId="741"/>
            <ac:spMk id="35" creationId="{00000000-0000-0000-0000-000000000000}"/>
          </ac:spMkLst>
        </pc:spChg>
        <pc:picChg chg="add mod">
          <ac:chgData name="翟 锐" userId="fef11181f709266a" providerId="LiveId" clId="{4F873610-AE96-4B46-8AF0-3D7B236AABE3}" dt="2020-10-24T15:55:11.426" v="703" actId="1076"/>
          <ac:picMkLst>
            <pc:docMk/>
            <pc:sldMk cId="3284000370" sldId="741"/>
            <ac:picMk id="3" creationId="{F6211959-9BAB-41E7-9CD6-F41663FCEB6B}"/>
          </ac:picMkLst>
        </pc:picChg>
        <pc:cxnChg chg="del">
          <ac:chgData name="翟 锐" userId="fef11181f709266a" providerId="LiveId" clId="{4F873610-AE96-4B46-8AF0-3D7B236AABE3}" dt="2020-10-24T15:55:03.706" v="700" actId="478"/>
          <ac:cxnSpMkLst>
            <pc:docMk/>
            <pc:sldMk cId="3284000370" sldId="741"/>
            <ac:cxnSpMk id="33" creationId="{00000000-0000-0000-0000-000000000000}"/>
          </ac:cxnSpMkLst>
        </pc:cxnChg>
      </pc:sldChg>
      <pc:sldChg chg="addSp delSp modSp mod">
        <pc:chgData name="翟 锐" userId="fef11181f709266a" providerId="LiveId" clId="{4F873610-AE96-4B46-8AF0-3D7B236AABE3}" dt="2020-10-24T15:56:34.353" v="722" actId="1076"/>
        <pc:sldMkLst>
          <pc:docMk/>
          <pc:sldMk cId="4027401879" sldId="742"/>
        </pc:sldMkLst>
        <pc:spChg chg="del">
          <ac:chgData name="翟 锐" userId="fef11181f709266a" providerId="LiveId" clId="{4F873610-AE96-4B46-8AF0-3D7B236AABE3}" dt="2020-10-24T15:56:30.239" v="720" actId="478"/>
          <ac:spMkLst>
            <pc:docMk/>
            <pc:sldMk cId="4027401879" sldId="742"/>
            <ac:spMk id="2" creationId="{1A343DEC-CFF6-41F5-B87C-0DFC08C67B76}"/>
          </ac:spMkLst>
        </pc:spChg>
        <pc:spChg chg="mod">
          <ac:chgData name="翟 锐" userId="fef11181f709266a" providerId="LiveId" clId="{4F873610-AE96-4B46-8AF0-3D7B236AABE3}" dt="2020-10-24T15:56:25.872" v="719"/>
          <ac:spMkLst>
            <pc:docMk/>
            <pc:sldMk cId="4027401879" sldId="742"/>
            <ac:spMk id="35" creationId="{00000000-0000-0000-0000-000000000000}"/>
          </ac:spMkLst>
        </pc:spChg>
        <pc:picChg chg="add mod">
          <ac:chgData name="翟 锐" userId="fef11181f709266a" providerId="LiveId" clId="{4F873610-AE96-4B46-8AF0-3D7B236AABE3}" dt="2020-10-24T15:56:34.353" v="722" actId="1076"/>
          <ac:picMkLst>
            <pc:docMk/>
            <pc:sldMk cId="4027401879" sldId="742"/>
            <ac:picMk id="6" creationId="{F0055009-D605-4D8A-B30F-7C8376211872}"/>
          </ac:picMkLst>
        </pc:picChg>
      </pc:sldChg>
      <pc:sldChg chg="modSp mod">
        <pc:chgData name="翟 锐" userId="fef11181f709266a" providerId="LiveId" clId="{4F873610-AE96-4B46-8AF0-3D7B236AABE3}" dt="2020-10-24T15:56:56.870" v="728"/>
        <pc:sldMkLst>
          <pc:docMk/>
          <pc:sldMk cId="2541876061" sldId="743"/>
        </pc:sldMkLst>
        <pc:spChg chg="mod">
          <ac:chgData name="翟 锐" userId="fef11181f709266a" providerId="LiveId" clId="{4F873610-AE96-4B46-8AF0-3D7B236AABE3}" dt="2020-10-24T15:56:51.160" v="725"/>
          <ac:spMkLst>
            <pc:docMk/>
            <pc:sldMk cId="2541876061" sldId="743"/>
            <ac:spMk id="2" creationId="{1A343DEC-CFF6-41F5-B87C-0DFC08C67B76}"/>
          </ac:spMkLst>
        </pc:spChg>
        <pc:spChg chg="mod">
          <ac:chgData name="翟 锐" userId="fef11181f709266a" providerId="LiveId" clId="{4F873610-AE96-4B46-8AF0-3D7B236AABE3}" dt="2020-10-24T15:56:56.870" v="728"/>
          <ac:spMkLst>
            <pc:docMk/>
            <pc:sldMk cId="2541876061" sldId="743"/>
            <ac:spMk id="35" creationId="{00000000-0000-0000-0000-000000000000}"/>
          </ac:spMkLst>
        </pc:spChg>
      </pc:sldChg>
      <pc:sldChg chg="addSp delSp modSp mod delAnim">
        <pc:chgData name="翟 锐" userId="fef11181f709266a" providerId="LiveId" clId="{4F873610-AE96-4B46-8AF0-3D7B236AABE3}" dt="2020-12-09T02:26:35.516" v="1212" actId="1076"/>
        <pc:sldMkLst>
          <pc:docMk/>
          <pc:sldMk cId="810977986" sldId="744"/>
        </pc:sldMkLst>
        <pc:spChg chg="del">
          <ac:chgData name="翟 锐" userId="fef11181f709266a" providerId="LiveId" clId="{4F873610-AE96-4B46-8AF0-3D7B236AABE3}" dt="2020-10-24T15:57:05.294" v="729" actId="478"/>
          <ac:spMkLst>
            <pc:docMk/>
            <pc:sldMk cId="810977986" sldId="744"/>
            <ac:spMk id="2" creationId="{1A343DEC-CFF6-41F5-B87C-0DFC08C67B76}"/>
          </ac:spMkLst>
        </pc:spChg>
        <pc:spChg chg="add del">
          <ac:chgData name="翟 锐" userId="fef11181f709266a" providerId="LiveId" clId="{4F873610-AE96-4B46-8AF0-3D7B236AABE3}" dt="2020-10-24T15:57:29.326" v="739" actId="22"/>
          <ac:spMkLst>
            <pc:docMk/>
            <pc:sldMk cId="810977986" sldId="744"/>
            <ac:spMk id="5" creationId="{2218BB74-A306-4D6C-B1D5-9B655D3DE7E1}"/>
          </ac:spMkLst>
        </pc:spChg>
        <pc:spChg chg="add mod">
          <ac:chgData name="翟 锐" userId="fef11181f709266a" providerId="LiveId" clId="{4F873610-AE96-4B46-8AF0-3D7B236AABE3}" dt="2020-10-24T15:57:37.376" v="741" actId="1076"/>
          <ac:spMkLst>
            <pc:docMk/>
            <pc:sldMk cId="810977986" sldId="744"/>
            <ac:spMk id="7" creationId="{137ED7FB-1DC7-46A8-9C2B-C3FC1113909C}"/>
          </ac:spMkLst>
        </pc:spChg>
        <pc:spChg chg="del">
          <ac:chgData name="翟 锐" userId="fef11181f709266a" providerId="LiveId" clId="{4F873610-AE96-4B46-8AF0-3D7B236AABE3}" dt="2020-10-24T15:57:06.893" v="730" actId="478"/>
          <ac:spMkLst>
            <pc:docMk/>
            <pc:sldMk cId="810977986" sldId="744"/>
            <ac:spMk id="34" creationId="{00000000-0000-0000-0000-000000000000}"/>
          </ac:spMkLst>
        </pc:spChg>
        <pc:spChg chg="del">
          <ac:chgData name="翟 锐" userId="fef11181f709266a" providerId="LiveId" clId="{4F873610-AE96-4B46-8AF0-3D7B236AABE3}" dt="2020-10-24T15:57:06.893" v="730" actId="478"/>
          <ac:spMkLst>
            <pc:docMk/>
            <pc:sldMk cId="810977986" sldId="744"/>
            <ac:spMk id="35" creationId="{00000000-0000-0000-0000-000000000000}"/>
          </ac:spMkLst>
        </pc:spChg>
        <pc:graphicFrameChg chg="add mod">
          <ac:chgData name="翟 锐" userId="fef11181f709266a" providerId="LiveId" clId="{4F873610-AE96-4B46-8AF0-3D7B236AABE3}" dt="2020-12-09T02:26:35.516" v="1212" actId="1076"/>
          <ac:graphicFrameMkLst>
            <pc:docMk/>
            <pc:sldMk cId="810977986" sldId="744"/>
            <ac:graphicFrameMk id="4" creationId="{FBF229A6-B25F-4286-9BA0-2E5C52259484}"/>
          </ac:graphicFrameMkLst>
        </pc:graphicFrameChg>
        <pc:picChg chg="add mod">
          <ac:chgData name="翟 锐" userId="fef11181f709266a" providerId="LiveId" clId="{4F873610-AE96-4B46-8AF0-3D7B236AABE3}" dt="2020-10-24T15:57:17.111" v="734" actId="1076"/>
          <ac:picMkLst>
            <pc:docMk/>
            <pc:sldMk cId="810977986" sldId="744"/>
            <ac:picMk id="3" creationId="{7AD58488-7D3F-4895-9440-D4325A3FD279}"/>
          </ac:picMkLst>
        </pc:picChg>
        <pc:cxnChg chg="del">
          <ac:chgData name="翟 锐" userId="fef11181f709266a" providerId="LiveId" clId="{4F873610-AE96-4B46-8AF0-3D7B236AABE3}" dt="2020-10-24T15:57:06.893" v="730" actId="478"/>
          <ac:cxnSpMkLst>
            <pc:docMk/>
            <pc:sldMk cId="810977986" sldId="744"/>
            <ac:cxnSpMk id="33" creationId="{00000000-0000-0000-0000-000000000000}"/>
          </ac:cxnSpMkLst>
        </pc:cxnChg>
      </pc:sldChg>
      <pc:sldChg chg="modSp add mod">
        <pc:chgData name="翟 锐" userId="fef11181f709266a" providerId="LiveId" clId="{4F873610-AE96-4B46-8AF0-3D7B236AABE3}" dt="2020-12-09T01:18:31.636" v="1137" actId="113"/>
        <pc:sldMkLst>
          <pc:docMk/>
          <pc:sldMk cId="1827051515" sldId="745"/>
        </pc:sldMkLst>
        <pc:spChg chg="mod">
          <ac:chgData name="翟 锐" userId="fef11181f709266a" providerId="LiveId" clId="{4F873610-AE96-4B46-8AF0-3D7B236AABE3}" dt="2020-12-09T01:18:31.636" v="1137" actId="113"/>
          <ac:spMkLst>
            <pc:docMk/>
            <pc:sldMk cId="1827051515" sldId="745"/>
            <ac:spMk id="2" creationId="{1A343DEC-CFF6-41F5-B87C-0DFC08C67B76}"/>
          </ac:spMkLst>
        </pc:spChg>
        <pc:spChg chg="mod">
          <ac:chgData name="翟 锐" userId="fef11181f709266a" providerId="LiveId" clId="{4F873610-AE96-4B46-8AF0-3D7B236AABE3}" dt="2020-10-24T15:21:40.439" v="290"/>
          <ac:spMkLst>
            <pc:docMk/>
            <pc:sldMk cId="1827051515" sldId="745"/>
            <ac:spMk id="35" creationId="{00000000-0000-0000-0000-000000000000}"/>
          </ac:spMkLst>
        </pc:spChg>
      </pc:sldChg>
      <pc:sldChg chg="modSp add mod">
        <pc:chgData name="翟 锐" userId="fef11181f709266a" providerId="LiveId" clId="{4F873610-AE96-4B46-8AF0-3D7B236AABE3}" dt="2020-12-09T01:18:59.453" v="1141" actId="113"/>
        <pc:sldMkLst>
          <pc:docMk/>
          <pc:sldMk cId="3609294610" sldId="746"/>
        </pc:sldMkLst>
        <pc:spChg chg="mod">
          <ac:chgData name="翟 锐" userId="fef11181f709266a" providerId="LiveId" clId="{4F873610-AE96-4B46-8AF0-3D7B236AABE3}" dt="2020-12-09T01:18:59.453" v="1141" actId="113"/>
          <ac:spMkLst>
            <pc:docMk/>
            <pc:sldMk cId="3609294610" sldId="746"/>
            <ac:spMk id="2" creationId="{1A343DEC-CFF6-41F5-B87C-0DFC08C67B76}"/>
          </ac:spMkLst>
        </pc:spChg>
        <pc:spChg chg="mod">
          <ac:chgData name="翟 锐" userId="fef11181f709266a" providerId="LiveId" clId="{4F873610-AE96-4B46-8AF0-3D7B236AABE3}" dt="2020-10-24T15:21:35.219" v="287"/>
          <ac:spMkLst>
            <pc:docMk/>
            <pc:sldMk cId="3609294610" sldId="746"/>
            <ac:spMk id="35" creationId="{00000000-0000-0000-0000-000000000000}"/>
          </ac:spMkLst>
        </pc:spChg>
      </pc:sldChg>
      <pc:sldChg chg="modSp add mod">
        <pc:chgData name="翟 锐" userId="fef11181f709266a" providerId="LiveId" clId="{4F873610-AE96-4B46-8AF0-3D7B236AABE3}" dt="2020-10-24T15:53:06.146" v="682" actId="15"/>
        <pc:sldMkLst>
          <pc:docMk/>
          <pc:sldMk cId="802417991" sldId="747"/>
        </pc:sldMkLst>
        <pc:spChg chg="mod">
          <ac:chgData name="翟 锐" userId="fef11181f709266a" providerId="LiveId" clId="{4F873610-AE96-4B46-8AF0-3D7B236AABE3}" dt="2020-10-24T15:53:06.146" v="682" actId="15"/>
          <ac:spMkLst>
            <pc:docMk/>
            <pc:sldMk cId="802417991" sldId="747"/>
            <ac:spMk id="2" creationId="{1A343DEC-CFF6-41F5-B87C-0DFC08C67B76}"/>
          </ac:spMkLst>
        </pc:spChg>
      </pc:sldChg>
      <pc:sldChg chg="delSp modSp add del mod delAnim">
        <pc:chgData name="翟 锐" userId="fef11181f709266a" providerId="LiveId" clId="{4F873610-AE96-4B46-8AF0-3D7B236AABE3}" dt="2020-10-24T15:54:46.258" v="698" actId="47"/>
        <pc:sldMkLst>
          <pc:docMk/>
          <pc:sldMk cId="216045617" sldId="748"/>
        </pc:sldMkLst>
        <pc:spChg chg="del">
          <ac:chgData name="翟 锐" userId="fef11181f709266a" providerId="LiveId" clId="{4F873610-AE96-4B46-8AF0-3D7B236AABE3}" dt="2020-10-24T15:53:54.516" v="688" actId="478"/>
          <ac:spMkLst>
            <pc:docMk/>
            <pc:sldMk cId="216045617" sldId="748"/>
            <ac:spMk id="12" creationId="{369F4DB2-FFF6-4810-BA09-34CAD8536674}"/>
          </ac:spMkLst>
        </pc:spChg>
        <pc:spChg chg="del">
          <ac:chgData name="翟 锐" userId="fef11181f709266a" providerId="LiveId" clId="{4F873610-AE96-4B46-8AF0-3D7B236AABE3}" dt="2020-10-24T15:53:56.002" v="689" actId="478"/>
          <ac:spMkLst>
            <pc:docMk/>
            <pc:sldMk cId="216045617" sldId="748"/>
            <ac:spMk id="13" creationId="{2F580AAB-0A95-409A-BE0E-673172F0D468}"/>
          </ac:spMkLst>
        </pc:spChg>
        <pc:spChg chg="del">
          <ac:chgData name="翟 锐" userId="fef11181f709266a" providerId="LiveId" clId="{4F873610-AE96-4B46-8AF0-3D7B236AABE3}" dt="2020-10-24T15:53:53.075" v="687" actId="478"/>
          <ac:spMkLst>
            <pc:docMk/>
            <pc:sldMk cId="216045617" sldId="748"/>
            <ac:spMk id="14" creationId="{B193A062-E1FA-4F88-9A61-CA92A390A00D}"/>
          </ac:spMkLst>
        </pc:spChg>
        <pc:spChg chg="del">
          <ac:chgData name="翟 锐" userId="fef11181f709266a" providerId="LiveId" clId="{4F873610-AE96-4B46-8AF0-3D7B236AABE3}" dt="2020-10-24T15:53:53.075" v="687" actId="478"/>
          <ac:spMkLst>
            <pc:docMk/>
            <pc:sldMk cId="216045617" sldId="748"/>
            <ac:spMk id="15" creationId="{8CDA3051-59ED-4D73-B64B-A284A24FDEEF}"/>
          </ac:spMkLst>
        </pc:spChg>
        <pc:spChg chg="del mod">
          <ac:chgData name="翟 锐" userId="fef11181f709266a" providerId="LiveId" clId="{4F873610-AE96-4B46-8AF0-3D7B236AABE3}" dt="2020-10-24T15:53:53.075" v="687" actId="478"/>
          <ac:spMkLst>
            <pc:docMk/>
            <pc:sldMk cId="216045617" sldId="748"/>
            <ac:spMk id="16" creationId="{472FE38C-5DC2-435C-8262-8FE4FE9E1991}"/>
          </ac:spMkLst>
        </pc:spChg>
        <pc:spChg chg="del">
          <ac:chgData name="翟 锐" userId="fef11181f709266a" providerId="LiveId" clId="{4F873610-AE96-4B46-8AF0-3D7B236AABE3}" dt="2020-10-24T15:53:53.075" v="687" actId="478"/>
          <ac:spMkLst>
            <pc:docMk/>
            <pc:sldMk cId="216045617" sldId="748"/>
            <ac:spMk id="17" creationId="{881BA941-C72E-4056-83AC-0B008ED0FC62}"/>
          </ac:spMkLst>
        </pc:spChg>
        <pc:spChg chg="mod">
          <ac:chgData name="翟 锐" userId="fef11181f709266a" providerId="LiveId" clId="{4F873610-AE96-4B46-8AF0-3D7B236AABE3}" dt="2020-10-24T15:54:01.195" v="691" actId="1076"/>
          <ac:spMkLst>
            <pc:docMk/>
            <pc:sldMk cId="216045617" sldId="748"/>
            <ac:spMk id="18" creationId="{737DE764-5EA8-4847-A33A-43D76C16E17E}"/>
          </ac:spMkLst>
        </pc:spChg>
        <pc:spChg chg="mod">
          <ac:chgData name="翟 锐" userId="fef11181f709266a" providerId="LiveId" clId="{4F873610-AE96-4B46-8AF0-3D7B236AABE3}" dt="2020-10-24T15:54:01.195" v="691" actId="1076"/>
          <ac:spMkLst>
            <pc:docMk/>
            <pc:sldMk cId="216045617" sldId="748"/>
            <ac:spMk id="19" creationId="{AFDB5A05-831B-4F12-BED7-3EFD05B271FC}"/>
          </ac:spMkLst>
        </pc:spChg>
        <pc:spChg chg="mod">
          <ac:chgData name="翟 锐" userId="fef11181f709266a" providerId="LiveId" clId="{4F873610-AE96-4B46-8AF0-3D7B236AABE3}" dt="2020-10-24T15:54:01.195" v="691" actId="1076"/>
          <ac:spMkLst>
            <pc:docMk/>
            <pc:sldMk cId="216045617" sldId="748"/>
            <ac:spMk id="21" creationId="{2B545842-50D9-440C-99C8-1BD8DC0DEC01}"/>
          </ac:spMkLst>
        </pc:spChg>
        <pc:spChg chg="del">
          <ac:chgData name="翟 锐" userId="fef11181f709266a" providerId="LiveId" clId="{4F873610-AE96-4B46-8AF0-3D7B236AABE3}" dt="2020-10-24T15:54:20.056" v="696" actId="478"/>
          <ac:spMkLst>
            <pc:docMk/>
            <pc:sldMk cId="216045617" sldId="748"/>
            <ac:spMk id="34" creationId="{00000000-0000-0000-0000-000000000000}"/>
          </ac:spMkLst>
        </pc:spChg>
        <pc:spChg chg="del">
          <ac:chgData name="翟 锐" userId="fef11181f709266a" providerId="LiveId" clId="{4F873610-AE96-4B46-8AF0-3D7B236AABE3}" dt="2020-10-24T15:54:20.056" v="696" actId="478"/>
          <ac:spMkLst>
            <pc:docMk/>
            <pc:sldMk cId="216045617" sldId="748"/>
            <ac:spMk id="35" creationId="{00000000-0000-0000-0000-000000000000}"/>
          </ac:spMkLst>
        </pc:spChg>
        <pc:graphicFrameChg chg="del">
          <ac:chgData name="翟 锐" userId="fef11181f709266a" providerId="LiveId" clId="{4F873610-AE96-4B46-8AF0-3D7B236AABE3}" dt="2020-10-24T15:53:57.126" v="690" actId="478"/>
          <ac:graphicFrameMkLst>
            <pc:docMk/>
            <pc:sldMk cId="216045617" sldId="748"/>
            <ac:graphicFrameMk id="6" creationId="{63A52D00-10BA-4504-937A-642F08C2AD60}"/>
          </ac:graphicFrameMkLst>
        </pc:graphicFrameChg>
        <pc:graphicFrameChg chg="del">
          <ac:chgData name="翟 锐" userId="fef11181f709266a" providerId="LiveId" clId="{4F873610-AE96-4B46-8AF0-3D7B236AABE3}" dt="2020-10-24T15:53:53.075" v="687" actId="478"/>
          <ac:graphicFrameMkLst>
            <pc:docMk/>
            <pc:sldMk cId="216045617" sldId="748"/>
            <ac:graphicFrameMk id="7" creationId="{348DD019-A167-4274-82F1-4B303FACBDAC}"/>
          </ac:graphicFrameMkLst>
        </pc:graphicFrameChg>
        <pc:graphicFrameChg chg="del">
          <ac:chgData name="翟 锐" userId="fef11181f709266a" providerId="LiveId" clId="{4F873610-AE96-4B46-8AF0-3D7B236AABE3}" dt="2020-10-24T15:53:53.075" v="687" actId="478"/>
          <ac:graphicFrameMkLst>
            <pc:docMk/>
            <pc:sldMk cId="216045617" sldId="748"/>
            <ac:graphicFrameMk id="8" creationId="{4EAEC4B8-C733-446C-9B2B-E08FEFA21DD6}"/>
          </ac:graphicFrameMkLst>
        </pc:graphicFrameChg>
        <pc:graphicFrameChg chg="del">
          <ac:chgData name="翟 锐" userId="fef11181f709266a" providerId="LiveId" clId="{4F873610-AE96-4B46-8AF0-3D7B236AABE3}" dt="2020-10-24T15:53:53.075" v="687" actId="478"/>
          <ac:graphicFrameMkLst>
            <pc:docMk/>
            <pc:sldMk cId="216045617" sldId="748"/>
            <ac:graphicFrameMk id="9" creationId="{34D957B5-D4E0-47F8-8F84-4EBF7AC5A069}"/>
          </ac:graphicFrameMkLst>
        </pc:graphicFrameChg>
        <pc:graphicFrameChg chg="del">
          <ac:chgData name="翟 锐" userId="fef11181f709266a" providerId="LiveId" clId="{4F873610-AE96-4B46-8AF0-3D7B236AABE3}" dt="2020-10-24T15:53:53.075" v="687" actId="478"/>
          <ac:graphicFrameMkLst>
            <pc:docMk/>
            <pc:sldMk cId="216045617" sldId="748"/>
            <ac:graphicFrameMk id="10" creationId="{839F6414-5550-4489-B3E1-E5D72E6680CF}"/>
          </ac:graphicFrameMkLst>
        </pc:graphicFrameChg>
        <pc:graphicFrameChg chg="del">
          <ac:chgData name="翟 锐" userId="fef11181f709266a" providerId="LiveId" clId="{4F873610-AE96-4B46-8AF0-3D7B236AABE3}" dt="2020-10-24T15:53:53.075" v="687" actId="478"/>
          <ac:graphicFrameMkLst>
            <pc:docMk/>
            <pc:sldMk cId="216045617" sldId="748"/>
            <ac:graphicFrameMk id="11" creationId="{4F82C7F6-891D-426A-89FC-394B7D8FDE4F}"/>
          </ac:graphicFrameMkLst>
        </pc:graphicFrameChg>
        <pc:graphicFrameChg chg="mod">
          <ac:chgData name="翟 锐" userId="fef11181f709266a" providerId="LiveId" clId="{4F873610-AE96-4B46-8AF0-3D7B236AABE3}" dt="2020-10-24T15:54:01.195" v="691" actId="1076"/>
          <ac:graphicFrameMkLst>
            <pc:docMk/>
            <pc:sldMk cId="216045617" sldId="748"/>
            <ac:graphicFrameMk id="20" creationId="{9E3D1842-BFE8-4A6C-97D4-7497C0A2CB1B}"/>
          </ac:graphicFrameMkLst>
        </pc:graphicFrameChg>
        <pc:cxnChg chg="del">
          <ac:chgData name="翟 锐" userId="fef11181f709266a" providerId="LiveId" clId="{4F873610-AE96-4B46-8AF0-3D7B236AABE3}" dt="2020-10-24T15:54:20.056" v="696" actId="478"/>
          <ac:cxnSpMkLst>
            <pc:docMk/>
            <pc:sldMk cId="216045617" sldId="748"/>
            <ac:cxnSpMk id="33" creationId="{00000000-0000-0000-0000-000000000000}"/>
          </ac:cxnSpMkLst>
        </pc:cxnChg>
      </pc:sldChg>
      <pc:sldChg chg="addSp delSp modSp add mod">
        <pc:chgData name="翟 锐" userId="fef11181f709266a" providerId="LiveId" clId="{4F873610-AE96-4B46-8AF0-3D7B236AABE3}" dt="2020-10-24T15:55:35.028" v="709" actId="1076"/>
        <pc:sldMkLst>
          <pc:docMk/>
          <pc:sldMk cId="2580910745" sldId="748"/>
        </pc:sldMkLst>
        <pc:picChg chg="add mod">
          <ac:chgData name="翟 锐" userId="fef11181f709266a" providerId="LiveId" clId="{4F873610-AE96-4B46-8AF0-3D7B236AABE3}" dt="2020-10-24T15:55:35.028" v="709" actId="1076"/>
          <ac:picMkLst>
            <pc:docMk/>
            <pc:sldMk cId="2580910745" sldId="748"/>
            <ac:picMk id="2" creationId="{344926F5-C58A-42B4-9291-0CFE8222C1C7}"/>
          </ac:picMkLst>
        </pc:picChg>
        <pc:picChg chg="del">
          <ac:chgData name="翟 锐" userId="fef11181f709266a" providerId="LiveId" clId="{4F873610-AE96-4B46-8AF0-3D7B236AABE3}" dt="2020-10-24T15:55:30.770" v="706" actId="478"/>
          <ac:picMkLst>
            <pc:docMk/>
            <pc:sldMk cId="2580910745" sldId="748"/>
            <ac:picMk id="3" creationId="{F6211959-9BAB-41E7-9CD6-F41663FCEB6B}"/>
          </ac:picMkLst>
        </pc:picChg>
      </pc:sldChg>
      <pc:sldChg chg="addSp delSp add mod">
        <pc:chgData name="翟 锐" userId="fef11181f709266a" providerId="LiveId" clId="{4F873610-AE96-4B46-8AF0-3D7B236AABE3}" dt="2020-10-24T15:55:49.255" v="711"/>
        <pc:sldMkLst>
          <pc:docMk/>
          <pc:sldMk cId="2840078395" sldId="749"/>
        </pc:sldMkLst>
        <pc:picChg chg="add">
          <ac:chgData name="翟 锐" userId="fef11181f709266a" providerId="LiveId" clId="{4F873610-AE96-4B46-8AF0-3D7B236AABE3}" dt="2020-10-24T15:55:49.255" v="711"/>
          <ac:picMkLst>
            <pc:docMk/>
            <pc:sldMk cId="2840078395" sldId="749"/>
            <ac:picMk id="2" creationId="{19447D5E-39B7-4B61-8393-D91D031C616E}"/>
          </ac:picMkLst>
        </pc:picChg>
        <pc:picChg chg="del">
          <ac:chgData name="翟 锐" userId="fef11181f709266a" providerId="LiveId" clId="{4F873610-AE96-4B46-8AF0-3D7B236AABE3}" dt="2020-10-24T15:55:48.321" v="710" actId="478"/>
          <ac:picMkLst>
            <pc:docMk/>
            <pc:sldMk cId="2840078395" sldId="749"/>
            <ac:picMk id="3" creationId="{F6211959-9BAB-41E7-9CD6-F41663FCEB6B}"/>
          </ac:picMkLst>
        </pc:picChg>
      </pc:sldChg>
      <pc:sldChg chg="addSp modSp add mod">
        <pc:chgData name="翟 锐" userId="fef11181f709266a" providerId="LiveId" clId="{4F873610-AE96-4B46-8AF0-3D7B236AABE3}" dt="2020-10-24T15:58:22.378" v="761" actId="1035"/>
        <pc:sldMkLst>
          <pc:docMk/>
          <pc:sldMk cId="3417458686" sldId="750"/>
        </pc:sldMkLst>
        <pc:spChg chg="mod">
          <ac:chgData name="翟 锐" userId="fef11181f709266a" providerId="LiveId" clId="{4F873610-AE96-4B46-8AF0-3D7B236AABE3}" dt="2020-10-24T15:58:14.876" v="751" actId="1076"/>
          <ac:spMkLst>
            <pc:docMk/>
            <pc:sldMk cId="3417458686" sldId="750"/>
            <ac:spMk id="2" creationId="{1A343DEC-CFF6-41F5-B87C-0DFC08C67B76}"/>
          </ac:spMkLst>
        </pc:spChg>
        <pc:graphicFrameChg chg="add mod modGraphic">
          <ac:chgData name="翟 锐" userId="fef11181f709266a" providerId="LiveId" clId="{4F873610-AE96-4B46-8AF0-3D7B236AABE3}" dt="2020-10-24T15:58:22.378" v="761" actId="1035"/>
          <ac:graphicFrameMkLst>
            <pc:docMk/>
            <pc:sldMk cId="3417458686" sldId="750"/>
            <ac:graphicFrameMk id="3" creationId="{66424478-2E07-4912-AC8C-BC22E91CB3F9}"/>
          </ac:graphicFrameMkLst>
        </pc:graphicFrameChg>
      </pc:sldChg>
      <pc:sldChg chg="addSp delSp modSp add mod">
        <pc:chgData name="翟 锐" userId="fef11181f709266a" providerId="LiveId" clId="{4F873610-AE96-4B46-8AF0-3D7B236AABE3}" dt="2020-10-24T15:58:58.785" v="774" actId="22"/>
        <pc:sldMkLst>
          <pc:docMk/>
          <pc:sldMk cId="1816691541" sldId="751"/>
        </pc:sldMkLst>
        <pc:picChg chg="add mod">
          <ac:chgData name="翟 锐" userId="fef11181f709266a" providerId="LiveId" clId="{4F873610-AE96-4B46-8AF0-3D7B236AABE3}" dt="2020-10-24T15:58:51.558" v="772" actId="1076"/>
          <ac:picMkLst>
            <pc:docMk/>
            <pc:sldMk cId="1816691541" sldId="751"/>
            <ac:picMk id="2" creationId="{86312CE4-D866-4252-A455-87EEB5383EDB}"/>
          </ac:picMkLst>
        </pc:picChg>
        <pc:picChg chg="del">
          <ac:chgData name="翟 锐" userId="fef11181f709266a" providerId="LiveId" clId="{4F873610-AE96-4B46-8AF0-3D7B236AABE3}" dt="2020-10-24T15:58:35.879" v="763" actId="478"/>
          <ac:picMkLst>
            <pc:docMk/>
            <pc:sldMk cId="1816691541" sldId="751"/>
            <ac:picMk id="3" creationId="{6CA09F5F-B376-40D8-86D2-ED40587B3196}"/>
          </ac:picMkLst>
        </pc:picChg>
        <pc:picChg chg="add del">
          <ac:chgData name="翟 锐" userId="fef11181f709266a" providerId="LiveId" clId="{4F873610-AE96-4B46-8AF0-3D7B236AABE3}" dt="2020-10-24T15:58:58.785" v="774" actId="22"/>
          <ac:picMkLst>
            <pc:docMk/>
            <pc:sldMk cId="1816691541" sldId="751"/>
            <ac:picMk id="6" creationId="{CAB83800-3BF7-473A-938C-DE4703D40212}"/>
          </ac:picMkLst>
        </pc:picChg>
      </pc:sldChg>
      <pc:sldChg chg="addSp delSp modSp add mod">
        <pc:chgData name="翟 锐" userId="fef11181f709266a" providerId="LiveId" clId="{4F873610-AE96-4B46-8AF0-3D7B236AABE3}" dt="2020-10-24T15:59:29.747" v="785" actId="22"/>
        <pc:sldMkLst>
          <pc:docMk/>
          <pc:sldMk cId="2036681847" sldId="752"/>
        </pc:sldMkLst>
        <pc:spChg chg="add mod">
          <ac:chgData name="翟 锐" userId="fef11181f709266a" providerId="LiveId" clId="{4F873610-AE96-4B46-8AF0-3D7B236AABE3}" dt="2020-10-24T15:59:23.235" v="783" actId="1076"/>
          <ac:spMkLst>
            <pc:docMk/>
            <pc:sldMk cId="2036681847" sldId="752"/>
            <ac:spMk id="6" creationId="{DFD2375A-8F7F-40EB-AEF3-7F15C512039B}"/>
          </ac:spMkLst>
        </pc:spChg>
        <pc:spChg chg="add del">
          <ac:chgData name="翟 锐" userId="fef11181f709266a" providerId="LiveId" clId="{4F873610-AE96-4B46-8AF0-3D7B236AABE3}" dt="2020-10-24T15:59:29.747" v="785" actId="22"/>
          <ac:spMkLst>
            <pc:docMk/>
            <pc:sldMk cId="2036681847" sldId="752"/>
            <ac:spMk id="8" creationId="{43A1A293-DF53-4FEF-9373-1B9893D8EBEF}"/>
          </ac:spMkLst>
        </pc:spChg>
        <pc:picChg chg="del">
          <ac:chgData name="翟 锐" userId="fef11181f709266a" providerId="LiveId" clId="{4F873610-AE96-4B46-8AF0-3D7B236AABE3}" dt="2020-10-24T15:59:05.579" v="776" actId="478"/>
          <ac:picMkLst>
            <pc:docMk/>
            <pc:sldMk cId="2036681847" sldId="752"/>
            <ac:picMk id="2" creationId="{86312CE4-D866-4252-A455-87EEB5383EDB}"/>
          </ac:picMkLst>
        </pc:picChg>
        <pc:picChg chg="add mod">
          <ac:chgData name="翟 锐" userId="fef11181f709266a" providerId="LiveId" clId="{4F873610-AE96-4B46-8AF0-3D7B236AABE3}" dt="2020-10-24T15:59:11.103" v="779" actId="1076"/>
          <ac:picMkLst>
            <pc:docMk/>
            <pc:sldMk cId="2036681847" sldId="752"/>
            <ac:picMk id="4" creationId="{2225EA9F-6A88-45D7-8736-84A8D354BC3E}"/>
          </ac:picMkLst>
        </pc:picChg>
      </pc:sldChg>
      <pc:sldChg chg="addSp delSp modSp add mod">
        <pc:chgData name="翟 锐" userId="fef11181f709266a" providerId="LiveId" clId="{4F873610-AE96-4B46-8AF0-3D7B236AABE3}" dt="2020-10-24T15:59:47.366" v="791"/>
        <pc:sldMkLst>
          <pc:docMk/>
          <pc:sldMk cId="2685186772" sldId="753"/>
        </pc:sldMkLst>
        <pc:spChg chg="mod">
          <ac:chgData name="翟 锐" userId="fef11181f709266a" providerId="LiveId" clId="{4F873610-AE96-4B46-8AF0-3D7B236AABE3}" dt="2020-10-24T15:59:47.366" v="791"/>
          <ac:spMkLst>
            <pc:docMk/>
            <pc:sldMk cId="2685186772" sldId="753"/>
            <ac:spMk id="6" creationId="{DFD2375A-8F7F-40EB-AEF3-7F15C512039B}"/>
          </ac:spMkLst>
        </pc:spChg>
        <pc:picChg chg="add mod">
          <ac:chgData name="翟 锐" userId="fef11181f709266a" providerId="LiveId" clId="{4F873610-AE96-4B46-8AF0-3D7B236AABE3}" dt="2020-10-24T15:59:42.663" v="790" actId="1076"/>
          <ac:picMkLst>
            <pc:docMk/>
            <pc:sldMk cId="2685186772" sldId="753"/>
            <ac:picMk id="2" creationId="{C1251CB8-E35F-4895-BD1B-9ED8BE3A3288}"/>
          </ac:picMkLst>
        </pc:picChg>
        <pc:picChg chg="del">
          <ac:chgData name="翟 锐" userId="fef11181f709266a" providerId="LiveId" clId="{4F873610-AE96-4B46-8AF0-3D7B236AABE3}" dt="2020-10-24T15:59:37.168" v="787" actId="478"/>
          <ac:picMkLst>
            <pc:docMk/>
            <pc:sldMk cId="2685186772" sldId="753"/>
            <ac:picMk id="4" creationId="{2225EA9F-6A88-45D7-8736-84A8D354BC3E}"/>
          </ac:picMkLst>
        </pc:picChg>
      </pc:sldChg>
      <pc:sldChg chg="addSp delSp modSp add">
        <pc:chgData name="翟 锐" userId="fef11181f709266a" providerId="LiveId" clId="{4F873610-AE96-4B46-8AF0-3D7B236AABE3}" dt="2020-10-24T16:00:30.765" v="800"/>
        <pc:sldMkLst>
          <pc:docMk/>
          <pc:sldMk cId="968031551" sldId="754"/>
        </pc:sldMkLst>
        <pc:picChg chg="del">
          <ac:chgData name="翟 锐" userId="fef11181f709266a" providerId="LiveId" clId="{4F873610-AE96-4B46-8AF0-3D7B236AABE3}" dt="2020-10-24T15:59:59.444" v="793" actId="478"/>
          <ac:picMkLst>
            <pc:docMk/>
            <pc:sldMk cId="968031551" sldId="754"/>
            <ac:picMk id="2" creationId="{86312CE4-D866-4252-A455-87EEB5383EDB}"/>
          </ac:picMkLst>
        </pc:picChg>
        <pc:picChg chg="add mod">
          <ac:chgData name="翟 锐" userId="fef11181f709266a" providerId="LiveId" clId="{4F873610-AE96-4B46-8AF0-3D7B236AABE3}" dt="2020-10-24T16:00:06.513" v="796" actId="1076"/>
          <ac:picMkLst>
            <pc:docMk/>
            <pc:sldMk cId="968031551" sldId="754"/>
            <ac:picMk id="3" creationId="{60D67CBD-A2E1-4132-8B2E-EFFFBC5301D0}"/>
          </ac:picMkLst>
        </pc:picChg>
        <pc:picChg chg="add del mod">
          <ac:chgData name="翟 锐" userId="fef11181f709266a" providerId="LiveId" clId="{4F873610-AE96-4B46-8AF0-3D7B236AABE3}" dt="2020-10-24T16:00:28.583" v="798"/>
          <ac:picMkLst>
            <pc:docMk/>
            <pc:sldMk cId="968031551" sldId="754"/>
            <ac:picMk id="4" creationId="{7DA173DE-28DC-4081-9312-CA71C55A9D0B}"/>
          </ac:picMkLst>
        </pc:picChg>
        <pc:picChg chg="add del mod">
          <ac:chgData name="翟 锐" userId="fef11181f709266a" providerId="LiveId" clId="{4F873610-AE96-4B46-8AF0-3D7B236AABE3}" dt="2020-10-24T16:00:30.765" v="800"/>
          <ac:picMkLst>
            <pc:docMk/>
            <pc:sldMk cId="968031551" sldId="754"/>
            <ac:picMk id="5" creationId="{55003824-1902-488F-A504-0B495D4DDDD4}"/>
          </ac:picMkLst>
        </pc:picChg>
      </pc:sldChg>
      <pc:sldChg chg="addSp delSp add mod">
        <pc:chgData name="翟 锐" userId="fef11181f709266a" providerId="LiveId" clId="{4F873610-AE96-4B46-8AF0-3D7B236AABE3}" dt="2020-10-24T16:00:41.262" v="803" actId="22"/>
        <pc:sldMkLst>
          <pc:docMk/>
          <pc:sldMk cId="2587091812" sldId="755"/>
        </pc:sldMkLst>
        <pc:spChg chg="add">
          <ac:chgData name="翟 锐" userId="fef11181f709266a" providerId="LiveId" clId="{4F873610-AE96-4B46-8AF0-3D7B236AABE3}" dt="2020-10-24T16:00:41.262" v="803" actId="22"/>
          <ac:spMkLst>
            <pc:docMk/>
            <pc:sldMk cId="2587091812" sldId="755"/>
            <ac:spMk id="2" creationId="{2368522E-3C8E-422C-9C58-1E160781D29C}"/>
          </ac:spMkLst>
        </pc:spChg>
        <pc:graphicFrameChg chg="add">
          <ac:chgData name="翟 锐" userId="fef11181f709266a" providerId="LiveId" clId="{4F873610-AE96-4B46-8AF0-3D7B236AABE3}" dt="2020-10-24T16:00:41.262" v="803" actId="22"/>
          <ac:graphicFrameMkLst>
            <pc:docMk/>
            <pc:sldMk cId="2587091812" sldId="755"/>
            <ac:graphicFrameMk id="6" creationId="{813F73C4-9E24-4C1B-9BE6-EF61F040823F}"/>
          </ac:graphicFrameMkLst>
        </pc:graphicFrameChg>
        <pc:picChg chg="del">
          <ac:chgData name="翟 锐" userId="fef11181f709266a" providerId="LiveId" clId="{4F873610-AE96-4B46-8AF0-3D7B236AABE3}" dt="2020-10-24T16:00:36.659" v="802" actId="478"/>
          <ac:picMkLst>
            <pc:docMk/>
            <pc:sldMk cId="2587091812" sldId="755"/>
            <ac:picMk id="3" creationId="{60D67CBD-A2E1-4132-8B2E-EFFFBC5301D0}"/>
          </ac:picMkLst>
        </pc:picChg>
      </pc:sldChg>
      <pc:sldChg chg="addSp delSp modSp add mod">
        <pc:chgData name="翟 锐" userId="fef11181f709266a" providerId="LiveId" clId="{4F873610-AE96-4B46-8AF0-3D7B236AABE3}" dt="2020-12-09T01:41:20.057" v="1197" actId="14"/>
        <pc:sldMkLst>
          <pc:docMk/>
          <pc:sldMk cId="1058561393" sldId="756"/>
        </pc:sldMkLst>
        <pc:spChg chg="mod">
          <ac:chgData name="翟 锐" userId="fef11181f709266a" providerId="LiveId" clId="{4F873610-AE96-4B46-8AF0-3D7B236AABE3}" dt="2020-12-09T01:41:20.057" v="1197" actId="14"/>
          <ac:spMkLst>
            <pc:docMk/>
            <pc:sldMk cId="1058561393" sldId="756"/>
            <ac:spMk id="2" creationId="{1A343DEC-CFF6-41F5-B87C-0DFC08C67B76}"/>
          </ac:spMkLst>
        </pc:spChg>
        <pc:spChg chg="add del">
          <ac:chgData name="翟 锐" userId="fef11181f709266a" providerId="LiveId" clId="{4F873610-AE96-4B46-8AF0-3D7B236AABE3}" dt="2020-10-24T16:01:11.222" v="812" actId="22"/>
          <ac:spMkLst>
            <pc:docMk/>
            <pc:sldMk cId="1058561393" sldId="756"/>
            <ac:spMk id="7" creationId="{23C6177E-25E3-41EF-B708-B74609280B40}"/>
          </ac:spMkLst>
        </pc:spChg>
        <pc:spChg chg="mod">
          <ac:chgData name="翟 锐" userId="fef11181f709266a" providerId="LiveId" clId="{4F873610-AE96-4B46-8AF0-3D7B236AABE3}" dt="2020-10-24T16:01:04.085" v="810"/>
          <ac:spMkLst>
            <pc:docMk/>
            <pc:sldMk cId="1058561393" sldId="756"/>
            <ac:spMk id="35" creationId="{00000000-0000-0000-0000-000000000000}"/>
          </ac:spMkLst>
        </pc:spChg>
      </pc:sldChg>
      <pc:sldChg chg="addSp modSp add mod modAnim">
        <pc:chgData name="翟 锐" userId="fef11181f709266a" providerId="LiveId" clId="{4F873610-AE96-4B46-8AF0-3D7B236AABE3}" dt="2020-10-24T16:02:17.261" v="831" actId="1076"/>
        <pc:sldMkLst>
          <pc:docMk/>
          <pc:sldMk cId="1749392199" sldId="757"/>
        </pc:sldMkLst>
        <pc:spChg chg="mod">
          <ac:chgData name="翟 锐" userId="fef11181f709266a" providerId="LiveId" clId="{4F873610-AE96-4B46-8AF0-3D7B236AABE3}" dt="2020-10-24T16:01:41.032" v="823" actId="15"/>
          <ac:spMkLst>
            <pc:docMk/>
            <pc:sldMk cId="1749392199" sldId="757"/>
            <ac:spMk id="2" creationId="{1A343DEC-CFF6-41F5-B87C-0DFC08C67B76}"/>
          </ac:spMkLst>
        </pc:spChg>
        <pc:spChg chg="add mod">
          <ac:chgData name="翟 锐" userId="fef11181f709266a" providerId="LiveId" clId="{4F873610-AE96-4B46-8AF0-3D7B236AABE3}" dt="2020-10-24T16:01:54.049" v="825" actId="1076"/>
          <ac:spMkLst>
            <pc:docMk/>
            <pc:sldMk cId="1749392199" sldId="757"/>
            <ac:spMk id="6" creationId="{53BE717D-D80A-47EB-B32B-2279A2195F45}"/>
          </ac:spMkLst>
        </pc:spChg>
        <pc:spChg chg="add mod">
          <ac:chgData name="翟 锐" userId="fef11181f709266a" providerId="LiveId" clId="{4F873610-AE96-4B46-8AF0-3D7B236AABE3}" dt="2020-10-24T16:01:59.449" v="827" actId="1076"/>
          <ac:spMkLst>
            <pc:docMk/>
            <pc:sldMk cId="1749392199" sldId="757"/>
            <ac:spMk id="7" creationId="{6A009D79-347C-4C8C-BD77-444F9DA763AB}"/>
          </ac:spMkLst>
        </pc:spChg>
        <pc:spChg chg="add mod">
          <ac:chgData name="翟 锐" userId="fef11181f709266a" providerId="LiveId" clId="{4F873610-AE96-4B46-8AF0-3D7B236AABE3}" dt="2020-10-24T16:02:08.742" v="829" actId="1076"/>
          <ac:spMkLst>
            <pc:docMk/>
            <pc:sldMk cId="1749392199" sldId="757"/>
            <ac:spMk id="8" creationId="{85C173FB-2EC6-490A-9FE3-6E35D6EFF7EA}"/>
          </ac:spMkLst>
        </pc:spChg>
        <pc:spChg chg="add mod">
          <ac:chgData name="翟 锐" userId="fef11181f709266a" providerId="LiveId" clId="{4F873610-AE96-4B46-8AF0-3D7B236AABE3}" dt="2020-10-24T16:02:17.261" v="831" actId="1076"/>
          <ac:spMkLst>
            <pc:docMk/>
            <pc:sldMk cId="1749392199" sldId="757"/>
            <ac:spMk id="9" creationId="{FE2D4F46-56FF-44F6-BBD0-F4D668E29F94}"/>
          </ac:spMkLst>
        </pc:spChg>
      </pc:sldChg>
      <pc:sldChg chg="modSp add mod">
        <pc:chgData name="翟 锐" userId="fef11181f709266a" providerId="LiveId" clId="{4F873610-AE96-4B46-8AF0-3D7B236AABE3}" dt="2020-10-24T16:03:39.945" v="869" actId="14"/>
        <pc:sldMkLst>
          <pc:docMk/>
          <pc:sldMk cId="2765040787" sldId="758"/>
        </pc:sldMkLst>
        <pc:spChg chg="mod">
          <ac:chgData name="翟 锐" userId="fef11181f709266a" providerId="LiveId" clId="{4F873610-AE96-4B46-8AF0-3D7B236AABE3}" dt="2020-10-24T16:03:39.945" v="869" actId="14"/>
          <ac:spMkLst>
            <pc:docMk/>
            <pc:sldMk cId="2765040787" sldId="758"/>
            <ac:spMk id="2" creationId="{1A343DEC-CFF6-41F5-B87C-0DFC08C67B76}"/>
          </ac:spMkLst>
        </pc:spChg>
        <pc:spChg chg="mod">
          <ac:chgData name="翟 锐" userId="fef11181f709266a" providerId="LiveId" clId="{4F873610-AE96-4B46-8AF0-3D7B236AABE3}" dt="2020-10-24T16:02:51.485" v="845"/>
          <ac:spMkLst>
            <pc:docMk/>
            <pc:sldMk cId="2765040787" sldId="758"/>
            <ac:spMk id="35" creationId="{00000000-0000-0000-0000-000000000000}"/>
          </ac:spMkLst>
        </pc:spChg>
      </pc:sldChg>
      <pc:sldChg chg="modSp add mod">
        <pc:chgData name="翟 锐" userId="fef11181f709266a" providerId="LiveId" clId="{4F873610-AE96-4B46-8AF0-3D7B236AABE3}" dt="2020-10-24T16:05:10.214" v="912" actId="1035"/>
        <pc:sldMkLst>
          <pc:docMk/>
          <pc:sldMk cId="2845232546" sldId="759"/>
        </pc:sldMkLst>
        <pc:spChg chg="mod">
          <ac:chgData name="翟 锐" userId="fef11181f709266a" providerId="LiveId" clId="{4F873610-AE96-4B46-8AF0-3D7B236AABE3}" dt="2020-10-24T16:05:10.214" v="912" actId="1035"/>
          <ac:spMkLst>
            <pc:docMk/>
            <pc:sldMk cId="2845232546" sldId="759"/>
            <ac:spMk id="2" creationId="{1A343DEC-CFF6-41F5-B87C-0DFC08C67B76}"/>
          </ac:spMkLst>
        </pc:spChg>
        <pc:spChg chg="mod">
          <ac:chgData name="翟 锐" userId="fef11181f709266a" providerId="LiveId" clId="{4F873610-AE96-4B46-8AF0-3D7B236AABE3}" dt="2020-10-24T16:04:23.089" v="888"/>
          <ac:spMkLst>
            <pc:docMk/>
            <pc:sldMk cId="2845232546" sldId="759"/>
            <ac:spMk id="35" creationId="{00000000-0000-0000-0000-000000000000}"/>
          </ac:spMkLst>
        </pc:spChg>
      </pc:sldChg>
      <pc:sldChg chg="modSp add mod">
        <pc:chgData name="翟 锐" userId="fef11181f709266a" providerId="LiveId" clId="{4F873610-AE96-4B46-8AF0-3D7B236AABE3}" dt="2020-12-09T01:41:37.855" v="1201" actId="1035"/>
        <pc:sldMkLst>
          <pc:docMk/>
          <pc:sldMk cId="3104431803" sldId="760"/>
        </pc:sldMkLst>
        <pc:spChg chg="mod">
          <ac:chgData name="翟 锐" userId="fef11181f709266a" providerId="LiveId" clId="{4F873610-AE96-4B46-8AF0-3D7B236AABE3}" dt="2020-12-09T01:41:37.855" v="1201" actId="1035"/>
          <ac:spMkLst>
            <pc:docMk/>
            <pc:sldMk cId="3104431803" sldId="760"/>
            <ac:spMk id="2" creationId="{1A343DEC-CFF6-41F5-B87C-0DFC08C67B76}"/>
          </ac:spMkLst>
        </pc:spChg>
        <pc:spChg chg="mod">
          <ac:chgData name="翟 锐" userId="fef11181f709266a" providerId="LiveId" clId="{4F873610-AE96-4B46-8AF0-3D7B236AABE3}" dt="2020-10-24T16:05:50.797" v="942"/>
          <ac:spMkLst>
            <pc:docMk/>
            <pc:sldMk cId="3104431803" sldId="760"/>
            <ac:spMk id="35" creationId="{00000000-0000-0000-0000-000000000000}"/>
          </ac:spMkLst>
        </pc:spChg>
      </pc:sldChg>
      <pc:sldChg chg="modSp add mod">
        <pc:chgData name="翟 锐" userId="fef11181f709266a" providerId="LiveId" clId="{4F873610-AE96-4B46-8AF0-3D7B236AABE3}" dt="2020-10-24T16:05:56.613" v="943"/>
        <pc:sldMkLst>
          <pc:docMk/>
          <pc:sldMk cId="2168586595" sldId="761"/>
        </pc:sldMkLst>
        <pc:spChg chg="mod">
          <ac:chgData name="翟 锐" userId="fef11181f709266a" providerId="LiveId" clId="{4F873610-AE96-4B46-8AF0-3D7B236AABE3}" dt="2020-10-24T16:05:29.386" v="922" actId="20577"/>
          <ac:spMkLst>
            <pc:docMk/>
            <pc:sldMk cId="2168586595" sldId="761"/>
            <ac:spMk id="2" creationId="{1A343DEC-CFF6-41F5-B87C-0DFC08C67B76}"/>
          </ac:spMkLst>
        </pc:spChg>
        <pc:spChg chg="mod">
          <ac:chgData name="翟 锐" userId="fef11181f709266a" providerId="LiveId" clId="{4F873610-AE96-4B46-8AF0-3D7B236AABE3}" dt="2020-10-24T16:05:56.613" v="943"/>
          <ac:spMkLst>
            <pc:docMk/>
            <pc:sldMk cId="2168586595" sldId="761"/>
            <ac:spMk id="35" creationId="{00000000-0000-0000-0000-000000000000}"/>
          </ac:spMkLst>
        </pc:spChg>
      </pc:sldChg>
      <pc:sldChg chg="modSp add mod">
        <pc:chgData name="翟 锐" userId="fef11181f709266a" providerId="LiveId" clId="{4F873610-AE96-4B46-8AF0-3D7B236AABE3}" dt="2020-10-24T16:03:15.713" v="860" actId="15"/>
        <pc:sldMkLst>
          <pc:docMk/>
          <pc:sldMk cId="4024643000" sldId="762"/>
        </pc:sldMkLst>
        <pc:spChg chg="mod">
          <ac:chgData name="翟 锐" userId="fef11181f709266a" providerId="LiveId" clId="{4F873610-AE96-4B46-8AF0-3D7B236AABE3}" dt="2020-10-24T16:03:15.713" v="860" actId="15"/>
          <ac:spMkLst>
            <pc:docMk/>
            <pc:sldMk cId="4024643000" sldId="762"/>
            <ac:spMk id="2" creationId="{1A343DEC-CFF6-41F5-B87C-0DFC08C67B76}"/>
          </ac:spMkLst>
        </pc:spChg>
      </pc:sldChg>
      <pc:sldChg chg="modSp add mod">
        <pc:chgData name="翟 锐" userId="fef11181f709266a" providerId="LiveId" clId="{4F873610-AE96-4B46-8AF0-3D7B236AABE3}" dt="2020-10-24T16:04:11.176" v="883" actId="15"/>
        <pc:sldMkLst>
          <pc:docMk/>
          <pc:sldMk cId="4234979230" sldId="763"/>
        </pc:sldMkLst>
        <pc:spChg chg="mod">
          <ac:chgData name="翟 锐" userId="fef11181f709266a" providerId="LiveId" clId="{4F873610-AE96-4B46-8AF0-3D7B236AABE3}" dt="2020-10-24T16:04:11.176" v="883" actId="15"/>
          <ac:spMkLst>
            <pc:docMk/>
            <pc:sldMk cId="4234979230" sldId="763"/>
            <ac:spMk id="2" creationId="{1A343DEC-CFF6-41F5-B87C-0DFC08C67B76}"/>
          </ac:spMkLst>
        </pc:spChg>
      </pc:sldChg>
      <pc:sldChg chg="modSp add mod">
        <pc:chgData name="翟 锐" userId="fef11181f709266a" providerId="LiveId" clId="{4F873610-AE96-4B46-8AF0-3D7B236AABE3}" dt="2020-10-24T16:06:30.284" v="953"/>
        <pc:sldMkLst>
          <pc:docMk/>
          <pc:sldMk cId="3905477852" sldId="764"/>
        </pc:sldMkLst>
        <pc:spChg chg="mod">
          <ac:chgData name="翟 锐" userId="fef11181f709266a" providerId="LiveId" clId="{4F873610-AE96-4B46-8AF0-3D7B236AABE3}" dt="2020-10-24T16:06:30.284" v="953"/>
          <ac:spMkLst>
            <pc:docMk/>
            <pc:sldMk cId="3905477852" sldId="764"/>
            <ac:spMk id="2" creationId="{1A343DEC-CFF6-41F5-B87C-0DFC08C67B76}"/>
          </ac:spMkLst>
        </pc:spChg>
        <pc:spChg chg="mod">
          <ac:chgData name="翟 锐" userId="fef11181f709266a" providerId="LiveId" clId="{4F873610-AE96-4B46-8AF0-3D7B236AABE3}" dt="2020-10-24T16:06:25.131" v="950"/>
          <ac:spMkLst>
            <pc:docMk/>
            <pc:sldMk cId="3905477852" sldId="764"/>
            <ac:spMk id="35" creationId="{00000000-0000-0000-0000-000000000000}"/>
          </ac:spMkLst>
        </pc:spChg>
      </pc:sldChg>
      <pc:sldChg chg="modSp add mod">
        <pc:chgData name="翟 锐" userId="fef11181f709266a" providerId="LiveId" clId="{4F873610-AE96-4B46-8AF0-3D7B236AABE3}" dt="2020-10-24T16:08:05.249" v="983" actId="15"/>
        <pc:sldMkLst>
          <pc:docMk/>
          <pc:sldMk cId="1906845808" sldId="765"/>
        </pc:sldMkLst>
        <pc:spChg chg="mod">
          <ac:chgData name="翟 锐" userId="fef11181f709266a" providerId="LiveId" clId="{4F873610-AE96-4B46-8AF0-3D7B236AABE3}" dt="2020-10-24T16:08:05.249" v="983" actId="15"/>
          <ac:spMkLst>
            <pc:docMk/>
            <pc:sldMk cId="1906845808" sldId="765"/>
            <ac:spMk id="2" creationId="{1A343DEC-CFF6-41F5-B87C-0DFC08C67B76}"/>
          </ac:spMkLst>
        </pc:spChg>
        <pc:spChg chg="mod">
          <ac:chgData name="翟 锐" userId="fef11181f709266a" providerId="LiveId" clId="{4F873610-AE96-4B46-8AF0-3D7B236AABE3}" dt="2020-10-24T16:06:47.841" v="961"/>
          <ac:spMkLst>
            <pc:docMk/>
            <pc:sldMk cId="1906845808" sldId="765"/>
            <ac:spMk id="35" creationId="{00000000-0000-0000-0000-000000000000}"/>
          </ac:spMkLst>
        </pc:spChg>
      </pc:sldChg>
      <pc:sldChg chg="modSp add mod">
        <pc:chgData name="翟 锐" userId="fef11181f709266a" providerId="LiveId" clId="{4F873610-AE96-4B46-8AF0-3D7B236AABE3}" dt="2020-10-24T16:08:02.229" v="982" actId="20577"/>
        <pc:sldMkLst>
          <pc:docMk/>
          <pc:sldMk cId="3650509284" sldId="766"/>
        </pc:sldMkLst>
        <pc:spChg chg="mod">
          <ac:chgData name="翟 锐" userId="fef11181f709266a" providerId="LiveId" clId="{4F873610-AE96-4B46-8AF0-3D7B236AABE3}" dt="2020-10-24T16:08:02.229" v="982" actId="20577"/>
          <ac:spMkLst>
            <pc:docMk/>
            <pc:sldMk cId="3650509284" sldId="766"/>
            <ac:spMk id="2" creationId="{1A343DEC-CFF6-41F5-B87C-0DFC08C67B76}"/>
          </ac:spMkLst>
        </pc:spChg>
        <pc:spChg chg="mod">
          <ac:chgData name="翟 锐" userId="fef11181f709266a" providerId="LiveId" clId="{4F873610-AE96-4B46-8AF0-3D7B236AABE3}" dt="2020-10-24T16:07:06.724" v="965"/>
          <ac:spMkLst>
            <pc:docMk/>
            <pc:sldMk cId="3650509284" sldId="766"/>
            <ac:spMk id="35" creationId="{00000000-0000-0000-0000-000000000000}"/>
          </ac:spMkLst>
        </pc:spChg>
      </pc:sldChg>
      <pc:sldChg chg="modSp add mod">
        <pc:chgData name="翟 锐" userId="fef11181f709266a" providerId="LiveId" clId="{4F873610-AE96-4B46-8AF0-3D7B236AABE3}" dt="2020-10-24T16:07:58.138" v="979" actId="15"/>
        <pc:sldMkLst>
          <pc:docMk/>
          <pc:sldMk cId="2075327621" sldId="767"/>
        </pc:sldMkLst>
        <pc:spChg chg="mod">
          <ac:chgData name="翟 锐" userId="fef11181f709266a" providerId="LiveId" clId="{4F873610-AE96-4B46-8AF0-3D7B236AABE3}" dt="2020-10-24T16:07:58.138" v="979" actId="15"/>
          <ac:spMkLst>
            <pc:docMk/>
            <pc:sldMk cId="2075327621" sldId="767"/>
            <ac:spMk id="2" creationId="{1A343DEC-CFF6-41F5-B87C-0DFC08C67B76}"/>
          </ac:spMkLst>
        </pc:spChg>
        <pc:spChg chg="mod">
          <ac:chgData name="翟 锐" userId="fef11181f709266a" providerId="LiveId" clId="{4F873610-AE96-4B46-8AF0-3D7B236AABE3}" dt="2020-10-24T16:07:10.842" v="966"/>
          <ac:spMkLst>
            <pc:docMk/>
            <pc:sldMk cId="2075327621" sldId="767"/>
            <ac:spMk id="35" creationId="{00000000-0000-0000-0000-000000000000}"/>
          </ac:spMkLst>
        </pc:spChg>
      </pc:sldChg>
      <pc:sldChg chg="modSp add mod">
        <pc:chgData name="翟 锐" userId="fef11181f709266a" providerId="LiveId" clId="{4F873610-AE96-4B46-8AF0-3D7B236AABE3}" dt="2020-10-24T16:07:54.942" v="978" actId="15"/>
        <pc:sldMkLst>
          <pc:docMk/>
          <pc:sldMk cId="3291670889" sldId="768"/>
        </pc:sldMkLst>
        <pc:spChg chg="mod">
          <ac:chgData name="翟 锐" userId="fef11181f709266a" providerId="LiveId" clId="{4F873610-AE96-4B46-8AF0-3D7B236AABE3}" dt="2020-10-24T16:07:54.942" v="978" actId="15"/>
          <ac:spMkLst>
            <pc:docMk/>
            <pc:sldMk cId="3291670889" sldId="768"/>
            <ac:spMk id="2" creationId="{1A343DEC-CFF6-41F5-B87C-0DFC08C67B76}"/>
          </ac:spMkLst>
        </pc:spChg>
      </pc:sldChg>
      <pc:sldChg chg="addSp delSp modSp add mod">
        <pc:chgData name="翟 锐" userId="fef11181f709266a" providerId="LiveId" clId="{4F873610-AE96-4B46-8AF0-3D7B236AABE3}" dt="2020-10-24T16:08:29.568" v="991" actId="22"/>
        <pc:sldMkLst>
          <pc:docMk/>
          <pc:sldMk cId="3177287488" sldId="769"/>
        </pc:sldMkLst>
        <pc:spChg chg="mod">
          <ac:chgData name="翟 锐" userId="fef11181f709266a" providerId="LiveId" clId="{4F873610-AE96-4B46-8AF0-3D7B236AABE3}" dt="2020-10-24T16:08:22.102" v="989" actId="15"/>
          <ac:spMkLst>
            <pc:docMk/>
            <pc:sldMk cId="3177287488" sldId="769"/>
            <ac:spMk id="2" creationId="{1A343DEC-CFF6-41F5-B87C-0DFC08C67B76}"/>
          </ac:spMkLst>
        </pc:spChg>
        <pc:spChg chg="add del">
          <ac:chgData name="翟 锐" userId="fef11181f709266a" providerId="LiveId" clId="{4F873610-AE96-4B46-8AF0-3D7B236AABE3}" dt="2020-10-24T16:08:29.568" v="991" actId="22"/>
          <ac:spMkLst>
            <pc:docMk/>
            <pc:sldMk cId="3177287488" sldId="769"/>
            <ac:spMk id="7" creationId="{2EBF35BF-4ED5-4B33-BCCB-45F5E931A8DE}"/>
          </ac:spMkLst>
        </pc:spChg>
      </pc:sldChg>
      <pc:sldChg chg="addSp delSp modSp add mod">
        <pc:chgData name="翟 锐" userId="fef11181f709266a" providerId="LiveId" clId="{4F873610-AE96-4B46-8AF0-3D7B236AABE3}" dt="2020-10-24T16:08:58.857" v="998" actId="1076"/>
        <pc:sldMkLst>
          <pc:docMk/>
          <pc:sldMk cId="3258613187" sldId="770"/>
        </pc:sldMkLst>
        <pc:spChg chg="del">
          <ac:chgData name="翟 锐" userId="fef11181f709266a" providerId="LiveId" clId="{4F873610-AE96-4B46-8AF0-3D7B236AABE3}" dt="2020-10-24T16:08:43.267" v="993" actId="478"/>
          <ac:spMkLst>
            <pc:docMk/>
            <pc:sldMk cId="3258613187" sldId="770"/>
            <ac:spMk id="2" creationId="{1A343DEC-CFF6-41F5-B87C-0DFC08C67B76}"/>
          </ac:spMkLst>
        </pc:spChg>
        <pc:spChg chg="add mod">
          <ac:chgData name="翟 锐" userId="fef11181f709266a" providerId="LiveId" clId="{4F873610-AE96-4B46-8AF0-3D7B236AABE3}" dt="2020-10-24T16:08:48.342" v="995" actId="1076"/>
          <ac:spMkLst>
            <pc:docMk/>
            <pc:sldMk cId="3258613187" sldId="770"/>
            <ac:spMk id="3" creationId="{00D18C50-D852-48F0-902B-10C04BFCE4EA}"/>
          </ac:spMkLst>
        </pc:spChg>
        <pc:spChg chg="add mod">
          <ac:chgData name="翟 锐" userId="fef11181f709266a" providerId="LiveId" clId="{4F873610-AE96-4B46-8AF0-3D7B236AABE3}" dt="2020-10-24T16:08:48.342" v="995" actId="1076"/>
          <ac:spMkLst>
            <pc:docMk/>
            <pc:sldMk cId="3258613187" sldId="770"/>
            <ac:spMk id="4" creationId="{A18D40B5-BE91-4D97-BC9A-343FCF0F9088}"/>
          </ac:spMkLst>
        </pc:spChg>
        <pc:spChg chg="add mod">
          <ac:chgData name="翟 锐" userId="fef11181f709266a" providerId="LiveId" clId="{4F873610-AE96-4B46-8AF0-3D7B236AABE3}" dt="2020-10-24T16:08:48.342" v="995" actId="1076"/>
          <ac:spMkLst>
            <pc:docMk/>
            <pc:sldMk cId="3258613187" sldId="770"/>
            <ac:spMk id="5" creationId="{FFDB64EB-A4BC-4A33-B45B-85C67BE5936B}"/>
          </ac:spMkLst>
        </pc:spChg>
        <pc:spChg chg="add mod">
          <ac:chgData name="翟 锐" userId="fef11181f709266a" providerId="LiveId" clId="{4F873610-AE96-4B46-8AF0-3D7B236AABE3}" dt="2020-10-24T16:08:48.342" v="995" actId="1076"/>
          <ac:spMkLst>
            <pc:docMk/>
            <pc:sldMk cId="3258613187" sldId="770"/>
            <ac:spMk id="7" creationId="{D44C6169-5E86-4BA2-8B63-72FAA37D7594}"/>
          </ac:spMkLst>
        </pc:spChg>
        <pc:spChg chg="add mod">
          <ac:chgData name="翟 锐" userId="fef11181f709266a" providerId="LiveId" clId="{4F873610-AE96-4B46-8AF0-3D7B236AABE3}" dt="2020-10-24T16:08:48.342" v="995" actId="1076"/>
          <ac:spMkLst>
            <pc:docMk/>
            <pc:sldMk cId="3258613187" sldId="770"/>
            <ac:spMk id="9" creationId="{486FD72E-82C0-411A-A4AA-F88A6466BF63}"/>
          </ac:spMkLst>
        </pc:spChg>
        <pc:spChg chg="add mod">
          <ac:chgData name="翟 锐" userId="fef11181f709266a" providerId="LiveId" clId="{4F873610-AE96-4B46-8AF0-3D7B236AABE3}" dt="2020-10-24T16:08:48.342" v="995" actId="1076"/>
          <ac:spMkLst>
            <pc:docMk/>
            <pc:sldMk cId="3258613187" sldId="770"/>
            <ac:spMk id="11" creationId="{2C9D9D6B-2F7C-4935-8460-DB5EA912DA53}"/>
          </ac:spMkLst>
        </pc:spChg>
        <pc:spChg chg="add mod">
          <ac:chgData name="翟 锐" userId="fef11181f709266a" providerId="LiveId" clId="{4F873610-AE96-4B46-8AF0-3D7B236AABE3}" dt="2020-10-24T16:08:48.342" v="995" actId="1076"/>
          <ac:spMkLst>
            <pc:docMk/>
            <pc:sldMk cId="3258613187" sldId="770"/>
            <ac:spMk id="13" creationId="{70983A5A-8A16-4CBE-BAC5-B0BB72643324}"/>
          </ac:spMkLst>
        </pc:spChg>
        <pc:spChg chg="add mod">
          <ac:chgData name="翟 锐" userId="fef11181f709266a" providerId="LiveId" clId="{4F873610-AE96-4B46-8AF0-3D7B236AABE3}" dt="2020-10-24T16:08:48.342" v="995" actId="1076"/>
          <ac:spMkLst>
            <pc:docMk/>
            <pc:sldMk cId="3258613187" sldId="770"/>
            <ac:spMk id="15" creationId="{49DD0512-EE45-453D-B7F6-25A009E41D8B}"/>
          </ac:spMkLst>
        </pc:spChg>
        <pc:spChg chg="add mod">
          <ac:chgData name="翟 锐" userId="fef11181f709266a" providerId="LiveId" clId="{4F873610-AE96-4B46-8AF0-3D7B236AABE3}" dt="2020-10-24T16:08:48.342" v="995" actId="1076"/>
          <ac:spMkLst>
            <pc:docMk/>
            <pc:sldMk cId="3258613187" sldId="770"/>
            <ac:spMk id="17" creationId="{287671CC-0D8E-45D7-BE26-22184CFA43A5}"/>
          </ac:spMkLst>
        </pc:spChg>
        <pc:spChg chg="add mod">
          <ac:chgData name="翟 锐" userId="fef11181f709266a" providerId="LiveId" clId="{4F873610-AE96-4B46-8AF0-3D7B236AABE3}" dt="2020-10-24T16:08:48.342" v="995" actId="1076"/>
          <ac:spMkLst>
            <pc:docMk/>
            <pc:sldMk cId="3258613187" sldId="770"/>
            <ac:spMk id="19" creationId="{F7F33F99-86DC-4D26-80D8-C39231C8C692}"/>
          </ac:spMkLst>
        </pc:spChg>
        <pc:spChg chg="add mod">
          <ac:chgData name="翟 锐" userId="fef11181f709266a" providerId="LiveId" clId="{4F873610-AE96-4B46-8AF0-3D7B236AABE3}" dt="2020-10-24T16:08:48.342" v="995" actId="1076"/>
          <ac:spMkLst>
            <pc:docMk/>
            <pc:sldMk cId="3258613187" sldId="770"/>
            <ac:spMk id="21" creationId="{E3D6269E-3C21-45C0-8473-E7AD29C8CE2B}"/>
          </ac:spMkLst>
        </pc:spChg>
        <pc:spChg chg="add mod">
          <ac:chgData name="翟 锐" userId="fef11181f709266a" providerId="LiveId" clId="{4F873610-AE96-4B46-8AF0-3D7B236AABE3}" dt="2020-10-24T16:08:48.342" v="995" actId="1076"/>
          <ac:spMkLst>
            <pc:docMk/>
            <pc:sldMk cId="3258613187" sldId="770"/>
            <ac:spMk id="23" creationId="{99FCE87C-A6BA-4C8A-AFC2-520C39C10216}"/>
          </ac:spMkLst>
        </pc:spChg>
        <pc:spChg chg="add mod">
          <ac:chgData name="翟 锐" userId="fef11181f709266a" providerId="LiveId" clId="{4F873610-AE96-4B46-8AF0-3D7B236AABE3}" dt="2020-10-24T16:08:48.342" v="995" actId="1076"/>
          <ac:spMkLst>
            <pc:docMk/>
            <pc:sldMk cId="3258613187" sldId="770"/>
            <ac:spMk id="25" creationId="{C453F778-8F25-40E9-8092-61D83ECA7644}"/>
          </ac:spMkLst>
        </pc:spChg>
        <pc:spChg chg="add mod">
          <ac:chgData name="翟 锐" userId="fef11181f709266a" providerId="LiveId" clId="{4F873610-AE96-4B46-8AF0-3D7B236AABE3}" dt="2020-10-24T16:08:48.342" v="995" actId="1076"/>
          <ac:spMkLst>
            <pc:docMk/>
            <pc:sldMk cId="3258613187" sldId="770"/>
            <ac:spMk id="27" creationId="{DA750FD3-1B78-4C35-9F3C-F274B527CCCA}"/>
          </ac:spMkLst>
        </pc:spChg>
        <pc:spChg chg="add mod">
          <ac:chgData name="翟 锐" userId="fef11181f709266a" providerId="LiveId" clId="{4F873610-AE96-4B46-8AF0-3D7B236AABE3}" dt="2020-10-24T16:08:48.342" v="995" actId="1076"/>
          <ac:spMkLst>
            <pc:docMk/>
            <pc:sldMk cId="3258613187" sldId="770"/>
            <ac:spMk id="29" creationId="{DDC1C1A4-75A3-4663-A394-335A077C8345}"/>
          </ac:spMkLst>
        </pc:spChg>
        <pc:spChg chg="add mod">
          <ac:chgData name="翟 锐" userId="fef11181f709266a" providerId="LiveId" clId="{4F873610-AE96-4B46-8AF0-3D7B236AABE3}" dt="2020-10-24T16:08:48.342" v="995" actId="1076"/>
          <ac:spMkLst>
            <pc:docMk/>
            <pc:sldMk cId="3258613187" sldId="770"/>
            <ac:spMk id="31" creationId="{641A5D7E-EB9F-4847-93A0-67B76F0E033B}"/>
          </ac:spMkLst>
        </pc:spChg>
        <pc:spChg chg="add mod">
          <ac:chgData name="翟 锐" userId="fef11181f709266a" providerId="LiveId" clId="{4F873610-AE96-4B46-8AF0-3D7B236AABE3}" dt="2020-10-24T16:08:48.342" v="995" actId="1076"/>
          <ac:spMkLst>
            <pc:docMk/>
            <pc:sldMk cId="3258613187" sldId="770"/>
            <ac:spMk id="39" creationId="{22ADF064-EC47-494D-9640-860512A256C3}"/>
          </ac:spMkLst>
        </pc:spChg>
        <pc:spChg chg="add mod">
          <ac:chgData name="翟 锐" userId="fef11181f709266a" providerId="LiveId" clId="{4F873610-AE96-4B46-8AF0-3D7B236AABE3}" dt="2020-10-24T16:08:48.342" v="995" actId="1076"/>
          <ac:spMkLst>
            <pc:docMk/>
            <pc:sldMk cId="3258613187" sldId="770"/>
            <ac:spMk id="41" creationId="{FCF69A61-7657-472B-A375-42939296CE30}"/>
          </ac:spMkLst>
        </pc:spChg>
        <pc:spChg chg="add mod">
          <ac:chgData name="翟 锐" userId="fef11181f709266a" providerId="LiveId" clId="{4F873610-AE96-4B46-8AF0-3D7B236AABE3}" dt="2020-10-24T16:08:58.857" v="998" actId="1076"/>
          <ac:spMkLst>
            <pc:docMk/>
            <pc:sldMk cId="3258613187" sldId="770"/>
            <ac:spMk id="43" creationId="{35E2F807-D1F7-47E9-9CE4-DA61FB0DD0A3}"/>
          </ac:spMkLst>
        </pc:spChg>
      </pc:sldChg>
      <pc:sldChg chg="addSp delSp modSp add mod">
        <pc:chgData name="翟 锐" userId="fef11181f709266a" providerId="LiveId" clId="{4F873610-AE96-4B46-8AF0-3D7B236AABE3}" dt="2020-10-24T16:09:54.463" v="1028" actId="15"/>
        <pc:sldMkLst>
          <pc:docMk/>
          <pc:sldMk cId="567914414" sldId="771"/>
        </pc:sldMkLst>
        <pc:spChg chg="mod">
          <ac:chgData name="翟 锐" userId="fef11181f709266a" providerId="LiveId" clId="{4F873610-AE96-4B46-8AF0-3D7B236AABE3}" dt="2020-10-24T16:09:54.463" v="1028" actId="15"/>
          <ac:spMkLst>
            <pc:docMk/>
            <pc:sldMk cId="567914414" sldId="771"/>
            <ac:spMk id="2" creationId="{1A343DEC-CFF6-41F5-B87C-0DFC08C67B76}"/>
          </ac:spMkLst>
        </pc:spChg>
        <pc:spChg chg="add del mod">
          <ac:chgData name="翟 锐" userId="fef11181f709266a" providerId="LiveId" clId="{4F873610-AE96-4B46-8AF0-3D7B236AABE3}" dt="2020-10-24T16:09:21.812" v="1010" actId="22"/>
          <ac:spMkLst>
            <pc:docMk/>
            <pc:sldMk cId="567914414" sldId="771"/>
            <ac:spMk id="7" creationId="{FD102768-293A-4028-874A-A69149D5FC79}"/>
          </ac:spMkLst>
        </pc:spChg>
      </pc:sldChg>
      <pc:sldChg chg="modSp add mod">
        <pc:chgData name="翟 锐" userId="fef11181f709266a" providerId="LiveId" clId="{4F873610-AE96-4B46-8AF0-3D7B236AABE3}" dt="2020-10-24T16:10:19.814" v="1037"/>
        <pc:sldMkLst>
          <pc:docMk/>
          <pc:sldMk cId="742184634" sldId="772"/>
        </pc:sldMkLst>
        <pc:spChg chg="mod">
          <ac:chgData name="翟 锐" userId="fef11181f709266a" providerId="LiveId" clId="{4F873610-AE96-4B46-8AF0-3D7B236AABE3}" dt="2020-10-24T16:10:12.932" v="1034" actId="20577"/>
          <ac:spMkLst>
            <pc:docMk/>
            <pc:sldMk cId="742184634" sldId="772"/>
            <ac:spMk id="2" creationId="{1A343DEC-CFF6-41F5-B87C-0DFC08C67B76}"/>
          </ac:spMkLst>
        </pc:spChg>
        <pc:spChg chg="mod">
          <ac:chgData name="翟 锐" userId="fef11181f709266a" providerId="LiveId" clId="{4F873610-AE96-4B46-8AF0-3D7B236AABE3}" dt="2020-10-24T16:10:19.814" v="1037"/>
          <ac:spMkLst>
            <pc:docMk/>
            <pc:sldMk cId="742184634" sldId="772"/>
            <ac:spMk id="35" creationId="{00000000-0000-0000-0000-000000000000}"/>
          </ac:spMkLst>
        </pc:spChg>
      </pc:sldChg>
      <pc:sldChg chg="modSp add mod">
        <pc:chgData name="翟 锐" userId="fef11181f709266a" providerId="LiveId" clId="{4F873610-AE96-4B46-8AF0-3D7B236AABE3}" dt="2020-12-09T01:42:52.248" v="1207" actId="15"/>
        <pc:sldMkLst>
          <pc:docMk/>
          <pc:sldMk cId="3493660411" sldId="773"/>
        </pc:sldMkLst>
        <pc:spChg chg="mod">
          <ac:chgData name="翟 锐" userId="fef11181f709266a" providerId="LiveId" clId="{4F873610-AE96-4B46-8AF0-3D7B236AABE3}" dt="2020-12-09T01:42:52.248" v="1207" actId="15"/>
          <ac:spMkLst>
            <pc:docMk/>
            <pc:sldMk cId="3493660411" sldId="773"/>
            <ac:spMk id="2" creationId="{1A343DEC-CFF6-41F5-B87C-0DFC08C67B76}"/>
          </ac:spMkLst>
        </pc:spChg>
        <pc:spChg chg="mod">
          <ac:chgData name="翟 锐" userId="fef11181f709266a" providerId="LiveId" clId="{4F873610-AE96-4B46-8AF0-3D7B236AABE3}" dt="2020-10-24T16:10:35.406" v="1043"/>
          <ac:spMkLst>
            <pc:docMk/>
            <pc:sldMk cId="3493660411" sldId="773"/>
            <ac:spMk id="35" creationId="{00000000-0000-0000-0000-000000000000}"/>
          </ac:spMkLst>
        </pc:spChg>
      </pc:sldChg>
      <pc:sldChg chg="modSp add mod">
        <pc:chgData name="翟 锐" userId="fef11181f709266a" providerId="LiveId" clId="{4F873610-AE96-4B46-8AF0-3D7B236AABE3}" dt="2020-12-09T01:42:56.281" v="1208" actId="15"/>
        <pc:sldMkLst>
          <pc:docMk/>
          <pc:sldMk cId="1508102949" sldId="774"/>
        </pc:sldMkLst>
        <pc:spChg chg="mod">
          <ac:chgData name="翟 锐" userId="fef11181f709266a" providerId="LiveId" clId="{4F873610-AE96-4B46-8AF0-3D7B236AABE3}" dt="2020-12-09T01:42:56.281" v="1208" actId="15"/>
          <ac:spMkLst>
            <pc:docMk/>
            <pc:sldMk cId="1508102949" sldId="774"/>
            <ac:spMk id="2" creationId="{1A343DEC-CFF6-41F5-B87C-0DFC08C67B76}"/>
          </ac:spMkLst>
        </pc:spChg>
        <pc:spChg chg="mod">
          <ac:chgData name="翟 锐" userId="fef11181f709266a" providerId="LiveId" clId="{4F873610-AE96-4B46-8AF0-3D7B236AABE3}" dt="2020-10-24T16:10:48.102" v="1047"/>
          <ac:spMkLst>
            <pc:docMk/>
            <pc:sldMk cId="1508102949" sldId="774"/>
            <ac:spMk id="35" creationId="{00000000-0000-0000-0000-000000000000}"/>
          </ac:spMkLst>
        </pc:spChg>
      </pc:sldChg>
      <pc:sldChg chg="modSp add mod ord">
        <pc:chgData name="翟 锐" userId="fef11181f709266a" providerId="LiveId" clId="{4F873610-AE96-4B46-8AF0-3D7B236AABE3}" dt="2020-12-09T01:42:43.168" v="1206" actId="15"/>
        <pc:sldMkLst>
          <pc:docMk/>
          <pc:sldMk cId="3293484663" sldId="775"/>
        </pc:sldMkLst>
        <pc:spChg chg="mod">
          <ac:chgData name="翟 锐" userId="fef11181f709266a" providerId="LiveId" clId="{4F873610-AE96-4B46-8AF0-3D7B236AABE3}" dt="2020-12-09T01:42:43.168" v="1206" actId="15"/>
          <ac:spMkLst>
            <pc:docMk/>
            <pc:sldMk cId="3293484663" sldId="775"/>
            <ac:spMk id="2" creationId="{1A343DEC-CFF6-41F5-B87C-0DFC08C67B76}"/>
          </ac:spMkLst>
        </pc:spChg>
      </pc:sldChg>
      <pc:sldChg chg="modSp add mod">
        <pc:chgData name="翟 锐" userId="fef11181f709266a" providerId="LiveId" clId="{4F873610-AE96-4B46-8AF0-3D7B236AABE3}" dt="2020-10-24T16:11:08.600" v="1053" actId="15"/>
        <pc:sldMkLst>
          <pc:docMk/>
          <pc:sldMk cId="1617319373" sldId="776"/>
        </pc:sldMkLst>
        <pc:spChg chg="mod">
          <ac:chgData name="翟 锐" userId="fef11181f709266a" providerId="LiveId" clId="{4F873610-AE96-4B46-8AF0-3D7B236AABE3}" dt="2020-10-24T16:11:08.600" v="1053" actId="15"/>
          <ac:spMkLst>
            <pc:docMk/>
            <pc:sldMk cId="1617319373" sldId="776"/>
            <ac:spMk id="2" creationId="{1A343DEC-CFF6-41F5-B87C-0DFC08C67B76}"/>
          </ac:spMkLst>
        </pc:spChg>
      </pc:sldChg>
      <pc:sldChg chg="modSp add mod">
        <pc:chgData name="翟 锐" userId="fef11181f709266a" providerId="LiveId" clId="{4F873610-AE96-4B46-8AF0-3D7B236AABE3}" dt="2020-12-10T03:49:10.767" v="1561" actId="6549"/>
        <pc:sldMkLst>
          <pc:docMk/>
          <pc:sldMk cId="3159023074" sldId="777"/>
        </pc:sldMkLst>
        <pc:spChg chg="mod">
          <ac:chgData name="翟 锐" userId="fef11181f709266a" providerId="LiveId" clId="{4F873610-AE96-4B46-8AF0-3D7B236AABE3}" dt="2020-12-10T03:49:10.767" v="1561" actId="6549"/>
          <ac:spMkLst>
            <pc:docMk/>
            <pc:sldMk cId="3159023074" sldId="777"/>
            <ac:spMk id="2" creationId="{1A343DEC-CFF6-41F5-B87C-0DFC08C67B76}"/>
          </ac:spMkLst>
        </pc:spChg>
      </pc:sldChg>
      <pc:sldChg chg="modSp add mod ord">
        <pc:chgData name="翟 锐" userId="fef11181f709266a" providerId="LiveId" clId="{4F873610-AE96-4B46-8AF0-3D7B236AABE3}" dt="2020-12-10T04:18:04.595" v="1950" actId="207"/>
        <pc:sldMkLst>
          <pc:docMk/>
          <pc:sldMk cId="1927708588" sldId="778"/>
        </pc:sldMkLst>
        <pc:spChg chg="mod">
          <ac:chgData name="翟 锐" userId="fef11181f709266a" providerId="LiveId" clId="{4F873610-AE96-4B46-8AF0-3D7B236AABE3}" dt="2020-12-10T04:18:04.595" v="1950" actId="207"/>
          <ac:spMkLst>
            <pc:docMk/>
            <pc:sldMk cId="1927708588" sldId="778"/>
            <ac:spMk id="2" creationId="{1A343DEC-CFF6-41F5-B87C-0DFC08C67B76}"/>
          </ac:spMkLst>
        </pc:spChg>
        <pc:spChg chg="mod">
          <ac:chgData name="翟 锐" userId="fef11181f709266a" providerId="LiveId" clId="{4F873610-AE96-4B46-8AF0-3D7B236AABE3}" dt="2020-12-10T04:14:02.459" v="1739"/>
          <ac:spMkLst>
            <pc:docMk/>
            <pc:sldMk cId="1927708588" sldId="778"/>
            <ac:spMk id="35" creationId="{00000000-0000-0000-0000-000000000000}"/>
          </ac:spMkLst>
        </pc:spChg>
      </pc:sldChg>
    </pc:docChg>
  </pc:docChgLst>
  <pc:docChgLst>
    <pc:chgData name="翟 锐" userId="fef11181f709266a" providerId="LiveId" clId="{3750CD2E-7050-450D-AEE7-557D684EED0D}"/>
    <pc:docChg chg="modSld">
      <pc:chgData name="翟 锐" userId="fef11181f709266a" providerId="LiveId" clId="{3750CD2E-7050-450D-AEE7-557D684EED0D}" dt="2021-10-02T15:22:02.157" v="0" actId="2711"/>
      <pc:docMkLst>
        <pc:docMk/>
      </pc:docMkLst>
      <pc:sldChg chg="modSp mod">
        <pc:chgData name="翟 锐" userId="fef11181f709266a" providerId="LiveId" clId="{3750CD2E-7050-450D-AEE7-557D684EED0D}" dt="2021-10-02T15:22:02.157" v="0" actId="2711"/>
        <pc:sldMkLst>
          <pc:docMk/>
          <pc:sldMk cId="40839046" sldId="560"/>
        </pc:sldMkLst>
        <pc:spChg chg="mod">
          <ac:chgData name="翟 锐" userId="fef11181f709266a" providerId="LiveId" clId="{3750CD2E-7050-450D-AEE7-557D684EED0D}" dt="2021-10-02T15:22:02.157" v="0" actId="2711"/>
          <ac:spMkLst>
            <pc:docMk/>
            <pc:sldMk cId="40839046" sldId="560"/>
            <ac:spMk id="3" creationId="{38EDB5C5-B7CB-4764-8028-1569D3219902}"/>
          </ac:spMkLst>
        </pc:spChg>
      </pc:sldChg>
    </pc:docChg>
  </pc:docChgLst>
  <pc:docChgLst>
    <pc:chgData name="翟 锐" userId="fef11181f709266a" providerId="LiveId" clId="{EDEDE80D-F21A-4B95-9D33-D23DF6CDE02B}"/>
    <pc:docChg chg="undo custSel addSld delSld modSld sldOrd">
      <pc:chgData name="翟 锐" userId="fef11181f709266a" providerId="LiveId" clId="{EDEDE80D-F21A-4B95-9D33-D23DF6CDE02B}" dt="2020-08-11T08:15:08.272" v="166" actId="20577"/>
      <pc:docMkLst>
        <pc:docMk/>
      </pc:docMkLst>
      <pc:sldChg chg="modSp mod">
        <pc:chgData name="翟 锐" userId="fef11181f709266a" providerId="LiveId" clId="{EDEDE80D-F21A-4B95-9D33-D23DF6CDE02B}" dt="2020-08-11T08:01:43.420" v="23" actId="1038"/>
        <pc:sldMkLst>
          <pc:docMk/>
          <pc:sldMk cId="0" sldId="257"/>
        </pc:sldMkLst>
        <pc:spChg chg="mod">
          <ac:chgData name="翟 锐" userId="fef11181f709266a" providerId="LiveId" clId="{EDEDE80D-F21A-4B95-9D33-D23DF6CDE02B}" dt="2020-08-11T08:01:43.420" v="23" actId="1038"/>
          <ac:spMkLst>
            <pc:docMk/>
            <pc:sldMk cId="0" sldId="257"/>
            <ac:spMk id="144" creationId="{00000000-0000-0000-0000-000000000000}"/>
          </ac:spMkLst>
        </pc:spChg>
      </pc:sldChg>
      <pc:sldChg chg="modSp modAnim">
        <pc:chgData name="翟 锐" userId="fef11181f709266a" providerId="LiveId" clId="{EDEDE80D-F21A-4B95-9D33-D23DF6CDE02B}" dt="2020-08-11T08:07:58.862" v="41" actId="20577"/>
        <pc:sldMkLst>
          <pc:docMk/>
          <pc:sldMk cId="0" sldId="290"/>
        </pc:sldMkLst>
        <pc:spChg chg="mod">
          <ac:chgData name="翟 锐" userId="fef11181f709266a" providerId="LiveId" clId="{EDEDE80D-F21A-4B95-9D33-D23DF6CDE02B}" dt="2020-08-11T08:07:58.862" v="41" actId="20577"/>
          <ac:spMkLst>
            <pc:docMk/>
            <pc:sldMk cId="0" sldId="290"/>
            <ac:spMk id="7" creationId="{3DB91AC8-EECE-4251-BCB3-636A753BE9E6}"/>
          </ac:spMkLst>
        </pc:spChg>
      </pc:sldChg>
      <pc:sldChg chg="modSp mod modAnim">
        <pc:chgData name="翟 锐" userId="fef11181f709266a" providerId="LiveId" clId="{EDEDE80D-F21A-4B95-9D33-D23DF6CDE02B}" dt="2020-08-11T08:15:08.272" v="166" actId="20577"/>
        <pc:sldMkLst>
          <pc:docMk/>
          <pc:sldMk cId="3489604609" sldId="442"/>
        </pc:sldMkLst>
        <pc:spChg chg="mod">
          <ac:chgData name="翟 锐" userId="fef11181f709266a" providerId="LiveId" clId="{EDEDE80D-F21A-4B95-9D33-D23DF6CDE02B}" dt="2020-08-11T08:09:29.813" v="53" actId="1036"/>
          <ac:spMkLst>
            <pc:docMk/>
            <pc:sldMk cId="3489604609" sldId="442"/>
            <ac:spMk id="7" creationId="{00000000-0000-0000-0000-000000000000}"/>
          </ac:spMkLst>
        </pc:spChg>
        <pc:spChg chg="mod">
          <ac:chgData name="翟 锐" userId="fef11181f709266a" providerId="LiveId" clId="{EDEDE80D-F21A-4B95-9D33-D23DF6CDE02B}" dt="2020-08-11T08:14:58.978" v="162" actId="20577"/>
          <ac:spMkLst>
            <pc:docMk/>
            <pc:sldMk cId="3489604609" sldId="442"/>
            <ac:spMk id="40" creationId="{00000000-0000-0000-0000-000000000000}"/>
          </ac:spMkLst>
        </pc:spChg>
      </pc:sldChg>
      <pc:sldChg chg="modSp">
        <pc:chgData name="翟 锐" userId="fef11181f709266a" providerId="LiveId" clId="{EDEDE80D-F21A-4B95-9D33-D23DF6CDE02B}" dt="2020-08-11T08:10:32.164" v="72" actId="20577"/>
        <pc:sldMkLst>
          <pc:docMk/>
          <pc:sldMk cId="1981903711" sldId="443"/>
        </pc:sldMkLst>
        <pc:spChg chg="mod">
          <ac:chgData name="翟 锐" userId="fef11181f709266a" providerId="LiveId" clId="{EDEDE80D-F21A-4B95-9D33-D23DF6CDE02B}" dt="2020-08-11T08:10:32.164" v="72" actId="20577"/>
          <ac:spMkLst>
            <pc:docMk/>
            <pc:sldMk cId="1981903711" sldId="443"/>
            <ac:spMk id="40" creationId="{00000000-0000-0000-0000-000000000000}"/>
          </ac:spMkLst>
        </pc:spChg>
      </pc:sldChg>
      <pc:sldChg chg="addSp delSp modSp mod ord delAnim modAnim">
        <pc:chgData name="翟 锐" userId="fef11181f709266a" providerId="LiveId" clId="{EDEDE80D-F21A-4B95-9D33-D23DF6CDE02B}" dt="2020-08-11T08:14:04.975" v="134" actId="21"/>
        <pc:sldMkLst>
          <pc:docMk/>
          <pc:sldMk cId="2642754931" sldId="444"/>
        </pc:sldMkLst>
        <pc:spChg chg="add del mod">
          <ac:chgData name="翟 锐" userId="fef11181f709266a" providerId="LiveId" clId="{EDEDE80D-F21A-4B95-9D33-D23DF6CDE02B}" dt="2020-08-11T08:14:04.975" v="134" actId="21"/>
          <ac:spMkLst>
            <pc:docMk/>
            <pc:sldMk cId="2642754931" sldId="444"/>
            <ac:spMk id="4" creationId="{DD52267C-2B48-407E-B3C7-5F0EE5D7DDFB}"/>
          </ac:spMkLst>
        </pc:spChg>
        <pc:spChg chg="mod">
          <ac:chgData name="翟 锐" userId="fef11181f709266a" providerId="LiveId" clId="{EDEDE80D-F21A-4B95-9D33-D23DF6CDE02B}" dt="2020-08-11T08:11:46.261" v="84" actId="14100"/>
          <ac:spMkLst>
            <pc:docMk/>
            <pc:sldMk cId="2642754931" sldId="444"/>
            <ac:spMk id="14" creationId="{00000000-0000-0000-0000-000000000000}"/>
          </ac:spMkLst>
        </pc:spChg>
      </pc:sldChg>
      <pc:sldChg chg="add del">
        <pc:chgData name="翟 锐" userId="fef11181f709266a" providerId="LiveId" clId="{EDEDE80D-F21A-4B95-9D33-D23DF6CDE02B}" dt="2020-08-11T08:11:12.338" v="77"/>
        <pc:sldMkLst>
          <pc:docMk/>
          <pc:sldMk cId="1129535462" sldId="445"/>
        </pc:sldMkLst>
      </pc:sldChg>
      <pc:sldChg chg="addSp delSp modSp add del mod modAnim">
        <pc:chgData name="翟 锐" userId="fef11181f709266a" providerId="LiveId" clId="{EDEDE80D-F21A-4B95-9D33-D23DF6CDE02B}" dt="2020-08-11T08:14:30.486" v="149"/>
        <pc:sldMkLst>
          <pc:docMk/>
          <pc:sldMk cId="1163326110" sldId="445"/>
        </pc:sldMkLst>
        <pc:spChg chg="mod">
          <ac:chgData name="翟 锐" userId="fef11181f709266a" providerId="LiveId" clId="{EDEDE80D-F21A-4B95-9D33-D23DF6CDE02B}" dt="2020-08-11T08:13:43.077" v="87" actId="6549"/>
          <ac:spMkLst>
            <pc:docMk/>
            <pc:sldMk cId="1163326110" sldId="445"/>
            <ac:spMk id="2" creationId="{00000000-0000-0000-0000-000000000000}"/>
          </ac:spMkLst>
        </pc:spChg>
        <pc:spChg chg="del">
          <ac:chgData name="翟 锐" userId="fef11181f709266a" providerId="LiveId" clId="{EDEDE80D-F21A-4B95-9D33-D23DF6CDE02B}" dt="2020-08-11T08:13:59.618" v="133" actId="478"/>
          <ac:spMkLst>
            <pc:docMk/>
            <pc:sldMk cId="1163326110" sldId="445"/>
            <ac:spMk id="6" creationId="{00000000-0000-0000-0000-000000000000}"/>
          </ac:spMkLst>
        </pc:spChg>
        <pc:spChg chg="add mod">
          <ac:chgData name="翟 锐" userId="fef11181f709266a" providerId="LiveId" clId="{EDEDE80D-F21A-4B95-9D33-D23DF6CDE02B}" dt="2020-08-11T08:14:30.486" v="149"/>
          <ac:spMkLst>
            <pc:docMk/>
            <pc:sldMk cId="1163326110" sldId="445"/>
            <ac:spMk id="7" creationId="{0E001466-A501-4973-B0FD-8610D4A03F54}"/>
          </ac:spMkLst>
        </pc:spChg>
        <pc:spChg chg="mod">
          <ac:chgData name="翟 锐" userId="fef11181f709266a" providerId="LiveId" clId="{EDEDE80D-F21A-4B95-9D33-D23DF6CDE02B}" dt="2020-08-11T08:13:56.914" v="132" actId="1035"/>
          <ac:spMkLst>
            <pc:docMk/>
            <pc:sldMk cId="1163326110" sldId="445"/>
            <ac:spMk id="14" creationId="{00000000-0000-0000-0000-000000000000}"/>
          </ac:spMkLst>
        </pc:spChg>
      </pc:sldChg>
      <pc:sldChg chg="modSp mod">
        <pc:chgData name="翟 锐" userId="fef11181f709266a" providerId="LiveId" clId="{EDEDE80D-F21A-4B95-9D33-D23DF6CDE02B}" dt="2020-08-11T08:07:54.312" v="37" actId="1036"/>
        <pc:sldMkLst>
          <pc:docMk/>
          <pc:sldMk cId="2113831009" sldId="514"/>
        </pc:sldMkLst>
        <pc:spChg chg="mod">
          <ac:chgData name="翟 锐" userId="fef11181f709266a" providerId="LiveId" clId="{EDEDE80D-F21A-4B95-9D33-D23DF6CDE02B}" dt="2020-08-11T08:07:54.312" v="37" actId="1036"/>
          <ac:spMkLst>
            <pc:docMk/>
            <pc:sldMk cId="2113831009" sldId="514"/>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1AEC2F-0E4C-435D-999F-09A863E4D77A}" type="doc">
      <dgm:prSet loTypeId="urn:microsoft.com/office/officeart/2005/8/layout/orgChart1" loCatId="hierarchy" qsTypeId="urn:microsoft.com/office/officeart/2005/8/quickstyle/simple1" qsCatId="simple" csTypeId="urn:microsoft.com/office/officeart/2005/8/colors/accent1_2" csCatId="accent1"/>
      <dgm:spPr/>
    </dgm:pt>
    <dgm:pt modelId="{EA744657-0544-4C01-B88A-DCCA86E3CD15}">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项目</a:t>
          </a:r>
        </a:p>
      </dgm:t>
    </dgm:pt>
    <dgm:pt modelId="{73B404A7-660E-4733-BDB1-3D4DB451E532}" type="parTrans" cxnId="{0FE9BCDF-B4D0-4B74-B66D-30EA5AA48782}">
      <dgm:prSet/>
      <dgm:spPr/>
      <dgm:t>
        <a:bodyPr/>
        <a:lstStyle/>
        <a:p>
          <a:endParaRPr lang="zh-CN" altLang="en-US"/>
        </a:p>
      </dgm:t>
    </dgm:pt>
    <dgm:pt modelId="{CB4FCFAD-BD8D-4500-8857-10C4EBDAA01B}" type="sibTrans" cxnId="{0FE9BCDF-B4D0-4B74-B66D-30EA5AA48782}">
      <dgm:prSet/>
      <dgm:spPr/>
      <dgm:t>
        <a:bodyPr/>
        <a:lstStyle/>
        <a:p>
          <a:endParaRPr lang="zh-CN" altLang="en-US"/>
        </a:p>
      </dgm:t>
    </dgm:pt>
    <dgm:pt modelId="{58592B53-89C9-4DBC-B20C-144E76056202}">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范围</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规划</a:t>
          </a:r>
        </a:p>
      </dgm:t>
    </dgm:pt>
    <dgm:pt modelId="{DA412369-30FC-4FED-B924-6BF5E93FAE6E}" type="parTrans" cxnId="{9BE3BF57-AE1E-48E8-8519-3C6E5E09D62B}">
      <dgm:prSet/>
      <dgm:spPr/>
      <dgm:t>
        <a:bodyPr/>
        <a:lstStyle/>
        <a:p>
          <a:endParaRPr lang="zh-CN" altLang="en-US"/>
        </a:p>
      </dgm:t>
    </dgm:pt>
    <dgm:pt modelId="{F461D6E5-92FC-4CC3-B966-FFAF5F467A22}" type="sibTrans" cxnId="{9BE3BF57-AE1E-48E8-8519-3C6E5E09D62B}">
      <dgm:prSet/>
      <dgm:spPr/>
      <dgm:t>
        <a:bodyPr/>
        <a:lstStyle/>
        <a:p>
          <a:endParaRPr lang="zh-CN" altLang="en-US"/>
        </a:p>
      </dgm:t>
    </dgm:pt>
    <dgm:pt modelId="{FB9EB523-3124-4D10-B46D-1A20E172429E}">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需求</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设计</a:t>
          </a:r>
        </a:p>
      </dgm:t>
    </dgm:pt>
    <dgm:pt modelId="{71ACAA77-A890-4732-8F13-D3C2B528BB79}" type="parTrans" cxnId="{5D8B13B2-8957-4578-B372-96C24A6FEFC1}">
      <dgm:prSet/>
      <dgm:spPr/>
      <dgm:t>
        <a:bodyPr/>
        <a:lstStyle/>
        <a:p>
          <a:endParaRPr lang="zh-CN" altLang="en-US"/>
        </a:p>
      </dgm:t>
    </dgm:pt>
    <dgm:pt modelId="{FA89C70C-E77B-4DF8-A485-05C08B4066B0}" type="sibTrans" cxnId="{5D8B13B2-8957-4578-B372-96C24A6FEFC1}">
      <dgm:prSet/>
      <dgm:spPr/>
      <dgm:t>
        <a:bodyPr/>
        <a:lstStyle/>
        <a:p>
          <a:endParaRPr lang="zh-CN" altLang="en-US"/>
        </a:p>
      </dgm:t>
    </dgm:pt>
    <dgm:pt modelId="{CE2F7986-5DBF-4E04-8E7D-3791C7956DE5}">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概要</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设计</a:t>
          </a:r>
        </a:p>
      </dgm:t>
    </dgm:pt>
    <dgm:pt modelId="{9FC32A52-F0D5-4C76-B256-368ED4B077A9}" type="parTrans" cxnId="{1A4E543F-A774-46FE-8DBC-DF7D34FD151B}">
      <dgm:prSet/>
      <dgm:spPr/>
      <dgm:t>
        <a:bodyPr/>
        <a:lstStyle/>
        <a:p>
          <a:endParaRPr lang="zh-CN" altLang="en-US"/>
        </a:p>
      </dgm:t>
    </dgm:pt>
    <dgm:pt modelId="{A25B6E22-9471-4B38-9627-021DB43E9CD8}" type="sibTrans" cxnId="{1A4E543F-A774-46FE-8DBC-DF7D34FD151B}">
      <dgm:prSet/>
      <dgm:spPr/>
      <dgm:t>
        <a:bodyPr/>
        <a:lstStyle/>
        <a:p>
          <a:endParaRPr lang="zh-CN" altLang="en-US"/>
        </a:p>
      </dgm:t>
    </dgm:pt>
    <dgm:pt modelId="{FE234723-78DB-4188-8A73-6D6810283215}">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详细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设计</a:t>
          </a:r>
        </a:p>
      </dgm:t>
    </dgm:pt>
    <dgm:pt modelId="{D0BEE28C-D7A3-406B-B90D-4B43DE9097B8}" type="parTrans" cxnId="{9C86B856-42F9-4BD8-91F8-A465A00AF2CE}">
      <dgm:prSet/>
      <dgm:spPr/>
      <dgm:t>
        <a:bodyPr/>
        <a:lstStyle/>
        <a:p>
          <a:endParaRPr lang="zh-CN" altLang="en-US"/>
        </a:p>
      </dgm:t>
    </dgm:pt>
    <dgm:pt modelId="{5802C489-0A77-42B0-B945-D7221BA18C5B}" type="sibTrans" cxnId="{9C86B856-42F9-4BD8-91F8-A465A00AF2CE}">
      <dgm:prSet/>
      <dgm:spPr/>
      <dgm:t>
        <a:bodyPr/>
        <a:lstStyle/>
        <a:p>
          <a:endParaRPr lang="zh-CN" altLang="en-US"/>
        </a:p>
      </dgm:t>
    </dgm:pt>
    <dgm:pt modelId="{82758B01-DE8C-47F4-B8F3-53AD5F2D70BA}">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开发</a:t>
          </a:r>
        </a:p>
      </dgm:t>
    </dgm:pt>
    <dgm:pt modelId="{434ADAA7-76D6-4D28-8BE0-F113D04B0647}" type="parTrans" cxnId="{BAA49394-3E68-4C54-B9FF-B33685B2AC6B}">
      <dgm:prSet/>
      <dgm:spPr/>
      <dgm:t>
        <a:bodyPr/>
        <a:lstStyle/>
        <a:p>
          <a:endParaRPr lang="zh-CN" altLang="en-US"/>
        </a:p>
      </dgm:t>
    </dgm:pt>
    <dgm:pt modelId="{965E5EF0-E29F-4766-927B-49A498FCB763}" type="sibTrans" cxnId="{BAA49394-3E68-4C54-B9FF-B33685B2AC6B}">
      <dgm:prSet/>
      <dgm:spPr/>
      <dgm:t>
        <a:bodyPr/>
        <a:lstStyle/>
        <a:p>
          <a:endParaRPr lang="zh-CN" altLang="en-US"/>
        </a:p>
      </dgm:t>
    </dgm:pt>
    <dgm:pt modelId="{D09399AE-4082-43B0-BA5B-39ADA5DA9940}">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87D485BC-ED6E-49D4-99E4-E25D6B5332FF}" type="parTrans" cxnId="{55845756-9E60-4F33-97B7-64926D065DD4}">
      <dgm:prSet/>
      <dgm:spPr/>
      <dgm:t>
        <a:bodyPr/>
        <a:lstStyle/>
        <a:p>
          <a:endParaRPr lang="zh-CN" altLang="en-US"/>
        </a:p>
      </dgm:t>
    </dgm:pt>
    <dgm:pt modelId="{05520CEA-5328-46F7-BCFB-BB6FF601C9D1}" type="sibTrans" cxnId="{55845756-9E60-4F33-97B7-64926D065DD4}">
      <dgm:prSet/>
      <dgm:spPr/>
      <dgm:t>
        <a:bodyPr/>
        <a:lstStyle/>
        <a:p>
          <a:endParaRPr lang="zh-CN" altLang="en-US"/>
        </a:p>
      </dgm:t>
    </dgm:pt>
    <dgm:pt modelId="{8DECDB24-0B97-45F7-95C7-F14B9CC33685}">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单元</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4CE03DC3-BA89-42D7-A8AC-379800B6489E}" type="parTrans" cxnId="{3C9773DF-DA35-4DD9-A090-06E0946B33B7}">
      <dgm:prSet/>
      <dgm:spPr/>
      <dgm:t>
        <a:bodyPr/>
        <a:lstStyle/>
        <a:p>
          <a:endParaRPr lang="zh-CN" altLang="en-US"/>
        </a:p>
      </dgm:t>
    </dgm:pt>
    <dgm:pt modelId="{3AC2927C-E303-4271-A7AA-1A07A47F575E}" type="sibTrans" cxnId="{3C9773DF-DA35-4DD9-A090-06E0946B33B7}">
      <dgm:prSet/>
      <dgm:spPr/>
      <dgm:t>
        <a:bodyPr/>
        <a:lstStyle/>
        <a:p>
          <a:endParaRPr lang="zh-CN" altLang="en-US"/>
        </a:p>
      </dgm:t>
    </dgm:pt>
    <dgm:pt modelId="{9C7AEB9D-B298-4EA1-91D7-62AE0BA3F4FE}">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模块结</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构测试</a:t>
          </a:r>
        </a:p>
      </dgm:t>
    </dgm:pt>
    <dgm:pt modelId="{58A9E437-C24D-4E18-A670-0FF3307AAB46}" type="parTrans" cxnId="{F87F5FE9-ADCF-4BBC-9930-1594FB0DE713}">
      <dgm:prSet/>
      <dgm:spPr/>
      <dgm:t>
        <a:bodyPr/>
        <a:lstStyle/>
        <a:p>
          <a:endParaRPr lang="zh-CN" altLang="en-US"/>
        </a:p>
      </dgm:t>
    </dgm:pt>
    <dgm:pt modelId="{11FF4B10-A834-4BB8-A2F5-E9749A4E7C2F}" type="sibTrans" cxnId="{F87F5FE9-ADCF-4BBC-9930-1594FB0DE713}">
      <dgm:prSet/>
      <dgm:spPr/>
      <dgm:t>
        <a:bodyPr/>
        <a:lstStyle/>
        <a:p>
          <a:endParaRPr lang="zh-CN" altLang="en-US"/>
        </a:p>
      </dgm:t>
    </dgm:pt>
    <dgm:pt modelId="{7DF2E000-3967-427D-AF99-36CA0A1F564B}">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局部数据</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结构测试</a:t>
          </a:r>
        </a:p>
      </dgm:t>
    </dgm:pt>
    <dgm:pt modelId="{BAD0A547-60ED-4757-B278-3A920CD6A70F}" type="parTrans" cxnId="{08C5A6F8-C05A-404F-ACD4-2AD0435C77AE}">
      <dgm:prSet/>
      <dgm:spPr/>
      <dgm:t>
        <a:bodyPr/>
        <a:lstStyle/>
        <a:p>
          <a:endParaRPr lang="zh-CN" altLang="en-US"/>
        </a:p>
      </dgm:t>
    </dgm:pt>
    <dgm:pt modelId="{63630A31-147F-45EA-ADF5-6C797F4C9AFF}" type="sibTrans" cxnId="{08C5A6F8-C05A-404F-ACD4-2AD0435C77AE}">
      <dgm:prSet/>
      <dgm:spPr/>
      <dgm:t>
        <a:bodyPr/>
        <a:lstStyle/>
        <a:p>
          <a:endParaRPr lang="zh-CN" altLang="en-US"/>
        </a:p>
      </dgm:t>
    </dgm:pt>
    <dgm:pt modelId="{7DDD9CD4-3A59-4793-A605-4CC14A30FF80}">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路径</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12E731E6-E19F-4605-8EDF-F2F8EAD01B12}" type="parTrans" cxnId="{593BC571-EBC4-4AB4-94C1-86B698A1681F}">
      <dgm:prSet/>
      <dgm:spPr/>
      <dgm:t>
        <a:bodyPr/>
        <a:lstStyle/>
        <a:p>
          <a:endParaRPr lang="zh-CN" altLang="en-US"/>
        </a:p>
      </dgm:t>
    </dgm:pt>
    <dgm:pt modelId="{631AE1CA-9F59-4A46-B226-FEFA43A6FF5E}" type="sibTrans" cxnId="{593BC571-EBC4-4AB4-94C1-86B698A1681F}">
      <dgm:prSet/>
      <dgm:spPr/>
      <dgm:t>
        <a:bodyPr/>
        <a:lstStyle/>
        <a:p>
          <a:endParaRPr lang="zh-CN" altLang="en-US"/>
        </a:p>
      </dgm:t>
    </dgm:pt>
    <dgm:pt modelId="{C2063AEF-B2F1-4E0F-87CE-DDD3373E63B2}">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差错处</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理测试</a:t>
          </a:r>
        </a:p>
      </dgm:t>
    </dgm:pt>
    <dgm:pt modelId="{029C381B-2409-4543-9E60-0D42067B1EF8}" type="parTrans" cxnId="{381E68B2-BF5A-4BD8-A425-7B59294E47C1}">
      <dgm:prSet/>
      <dgm:spPr/>
      <dgm:t>
        <a:bodyPr/>
        <a:lstStyle/>
        <a:p>
          <a:endParaRPr lang="zh-CN" altLang="en-US"/>
        </a:p>
      </dgm:t>
    </dgm:pt>
    <dgm:pt modelId="{A20DF3BA-745D-484F-BE3B-F812D50B2FC1}" type="sibTrans" cxnId="{381E68B2-BF5A-4BD8-A425-7B59294E47C1}">
      <dgm:prSet/>
      <dgm:spPr/>
      <dgm:t>
        <a:bodyPr/>
        <a:lstStyle/>
        <a:p>
          <a:endParaRPr lang="zh-CN" altLang="en-US"/>
        </a:p>
      </dgm:t>
    </dgm:pt>
    <dgm:pt modelId="{3F20775F-5069-4DBF-BEF9-CBDFE13F2FF1}">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边界</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178AC15D-E7C2-48C2-9808-09EA47B3315F}" type="parTrans" cxnId="{2E5CE17B-285E-4E8E-9662-FC1221A19ADE}">
      <dgm:prSet/>
      <dgm:spPr/>
      <dgm:t>
        <a:bodyPr/>
        <a:lstStyle/>
        <a:p>
          <a:endParaRPr lang="zh-CN" altLang="en-US"/>
        </a:p>
      </dgm:t>
    </dgm:pt>
    <dgm:pt modelId="{1569E160-FBDA-4191-A76F-9598AD11CD23}" type="sibTrans" cxnId="{2E5CE17B-285E-4E8E-9662-FC1221A19ADE}">
      <dgm:prSet/>
      <dgm:spPr/>
      <dgm:t>
        <a:bodyPr/>
        <a:lstStyle/>
        <a:p>
          <a:endParaRPr lang="zh-CN" altLang="en-US"/>
        </a:p>
      </dgm:t>
    </dgm:pt>
    <dgm:pt modelId="{F69166A5-49EB-4127-A967-CFB9DC493DAD}">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集成</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3D5696C5-C0F5-428C-AF27-4CA20061D5A5}" type="parTrans" cxnId="{30470A10-A9F7-4FBE-A463-7E08A8C38196}">
      <dgm:prSet/>
      <dgm:spPr/>
      <dgm:t>
        <a:bodyPr/>
        <a:lstStyle/>
        <a:p>
          <a:endParaRPr lang="zh-CN" altLang="en-US"/>
        </a:p>
      </dgm:t>
    </dgm:pt>
    <dgm:pt modelId="{1501EA27-EED9-4371-8550-3B82628FE34D}" type="sibTrans" cxnId="{30470A10-A9F7-4FBE-A463-7E08A8C38196}">
      <dgm:prSet/>
      <dgm:spPr/>
      <dgm:t>
        <a:bodyPr/>
        <a:lstStyle/>
        <a:p>
          <a:endParaRPr lang="zh-CN" altLang="en-US"/>
        </a:p>
      </dgm:t>
    </dgm:pt>
    <dgm:pt modelId="{35687651-B447-4F60-BB6B-66C018FBE341}">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确认</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3B5286A4-5357-4E50-9A2C-F3987CFD05EE}" type="parTrans" cxnId="{432773E0-A3A4-4447-AEB9-051015DF6E6E}">
      <dgm:prSet/>
      <dgm:spPr/>
      <dgm:t>
        <a:bodyPr/>
        <a:lstStyle/>
        <a:p>
          <a:endParaRPr lang="zh-CN" altLang="en-US"/>
        </a:p>
      </dgm:t>
    </dgm:pt>
    <dgm:pt modelId="{E605202C-542E-4931-909C-6060A6E1A1CA}" type="sibTrans" cxnId="{432773E0-A3A4-4447-AEB9-051015DF6E6E}">
      <dgm:prSet/>
      <dgm:spPr/>
      <dgm:t>
        <a:bodyPr/>
        <a:lstStyle/>
        <a:p>
          <a:endParaRPr lang="zh-CN" altLang="en-US"/>
        </a:p>
      </dgm:t>
    </dgm:pt>
    <dgm:pt modelId="{997AF2C1-4376-466D-ABE9-47A08B11E6E2}">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系统</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A3722BD6-0DD2-4249-9C21-B6CB69E92DF0}" type="parTrans" cxnId="{4E9F8719-7041-44ED-AFD8-D19D6F41FA3C}">
      <dgm:prSet/>
      <dgm:spPr/>
      <dgm:t>
        <a:bodyPr/>
        <a:lstStyle/>
        <a:p>
          <a:endParaRPr lang="zh-CN" altLang="en-US"/>
        </a:p>
      </dgm:t>
    </dgm:pt>
    <dgm:pt modelId="{0C8BE106-5925-4706-B4D5-4F6A7A9D79B2}" type="sibTrans" cxnId="{4E9F8719-7041-44ED-AFD8-D19D6F41FA3C}">
      <dgm:prSet/>
      <dgm:spPr/>
      <dgm:t>
        <a:bodyPr/>
        <a:lstStyle/>
        <a:p>
          <a:endParaRPr lang="zh-CN" altLang="en-US"/>
        </a:p>
      </dgm:t>
    </dgm:pt>
    <dgm:pt modelId="{780AD0F1-B0DF-48DB-A194-A18874C1F6A9}">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可靠性</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测试</a:t>
          </a:r>
        </a:p>
      </dgm:t>
    </dgm:pt>
    <dgm:pt modelId="{9AF4F28B-3F5B-42E7-AC93-E56000F70A81}" type="parTrans" cxnId="{C3D0B336-E0FF-42A7-9C2B-ED5D7AC937C0}">
      <dgm:prSet/>
      <dgm:spPr/>
      <dgm:t>
        <a:bodyPr/>
        <a:lstStyle/>
        <a:p>
          <a:endParaRPr lang="zh-CN" altLang="en-US"/>
        </a:p>
      </dgm:t>
    </dgm:pt>
    <dgm:pt modelId="{D5BC45F2-4332-4D82-9FEA-821C434B6E65}" type="sibTrans" cxnId="{C3D0B336-E0FF-42A7-9C2B-ED5D7AC937C0}">
      <dgm:prSet/>
      <dgm:spPr/>
      <dgm:t>
        <a:bodyPr/>
        <a:lstStyle/>
        <a:p>
          <a:endParaRPr lang="zh-CN" altLang="en-US"/>
        </a:p>
      </dgm:t>
    </dgm:pt>
    <dgm:pt modelId="{1269BB0A-A57E-4B15-902E-41CB480E1663}">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培训</a:t>
          </a:r>
        </a:p>
      </dgm:t>
    </dgm:pt>
    <dgm:pt modelId="{D1CE2BCC-3302-42CF-9879-C8E153CBFB85}" type="parTrans" cxnId="{E48EFB44-78DD-47FB-9A80-D7FAF21ECD82}">
      <dgm:prSet/>
      <dgm:spPr/>
      <dgm:t>
        <a:bodyPr/>
        <a:lstStyle/>
        <a:p>
          <a:endParaRPr lang="zh-CN" altLang="en-US"/>
        </a:p>
      </dgm:t>
    </dgm:pt>
    <dgm:pt modelId="{49906AC0-79A7-4AE5-A1A4-0AB472305F5A}" type="sibTrans" cxnId="{E48EFB44-78DD-47FB-9A80-D7FAF21ECD82}">
      <dgm:prSet/>
      <dgm:spPr/>
      <dgm:t>
        <a:bodyPr/>
        <a:lstStyle/>
        <a:p>
          <a:endParaRPr lang="zh-CN" altLang="en-US"/>
        </a:p>
      </dgm:t>
    </dgm:pt>
    <dgm:pt modelId="{0F075F84-CC05-422D-8600-EE67161AB8C6}">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文档</a:t>
          </a:r>
        </a:p>
      </dgm:t>
    </dgm:pt>
    <dgm:pt modelId="{276968BC-0E9C-443C-BD19-B06D87BE8D61}" type="parTrans" cxnId="{64D8C024-83AE-42DB-BB4F-E65F198A6D00}">
      <dgm:prSet/>
      <dgm:spPr/>
      <dgm:t>
        <a:bodyPr/>
        <a:lstStyle/>
        <a:p>
          <a:endParaRPr lang="zh-CN" altLang="en-US"/>
        </a:p>
      </dgm:t>
    </dgm:pt>
    <dgm:pt modelId="{A233EAEA-9847-4F07-B0F9-00CF435C1E03}" type="sibTrans" cxnId="{64D8C024-83AE-42DB-BB4F-E65F198A6D00}">
      <dgm:prSet/>
      <dgm:spPr/>
      <dgm:t>
        <a:bodyPr/>
        <a:lstStyle/>
        <a:p>
          <a:endParaRPr lang="zh-CN" altLang="en-US"/>
        </a:p>
      </dgm:t>
    </dgm:pt>
    <dgm:pt modelId="{9D2433B5-84B1-473B-91AE-8B270677F4CF}">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项目</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0" i="0" u="none" strike="noStrike" cap="none" normalizeH="0" baseline="0">
              <a:ln>
                <a:noFill/>
              </a:ln>
              <a:solidFill>
                <a:srgbClr val="011303"/>
              </a:solidFill>
              <a:effectLst/>
              <a:latin typeface="Arial" panose="020B0604020202020204" pitchFamily="34" charset="0"/>
              <a:ea typeface="黑体" panose="02010609060101010101" pitchFamily="49" charset="-122"/>
            </a:rPr>
            <a:t>总结</a:t>
          </a:r>
        </a:p>
      </dgm:t>
    </dgm:pt>
    <dgm:pt modelId="{12EDEB25-DAAF-4C93-9BA5-1BB93F3FB905}" type="parTrans" cxnId="{31F573C1-7C33-4B93-9410-08BB25245004}">
      <dgm:prSet/>
      <dgm:spPr/>
      <dgm:t>
        <a:bodyPr/>
        <a:lstStyle/>
        <a:p>
          <a:endParaRPr lang="zh-CN" altLang="en-US"/>
        </a:p>
      </dgm:t>
    </dgm:pt>
    <dgm:pt modelId="{75223A6A-410E-4412-A27F-EA344F9FF1FA}" type="sibTrans" cxnId="{31F573C1-7C33-4B93-9410-08BB25245004}">
      <dgm:prSet/>
      <dgm:spPr/>
      <dgm:t>
        <a:bodyPr/>
        <a:lstStyle/>
        <a:p>
          <a:endParaRPr lang="zh-CN" altLang="en-US"/>
        </a:p>
      </dgm:t>
    </dgm:pt>
    <dgm:pt modelId="{2BF19D3E-F59C-42A6-AC8C-3526E9E1E784}" type="pres">
      <dgm:prSet presAssocID="{771AEC2F-0E4C-435D-999F-09A863E4D77A}" presName="hierChild1" presStyleCnt="0">
        <dgm:presLayoutVars>
          <dgm:orgChart val="1"/>
          <dgm:chPref val="1"/>
          <dgm:dir/>
          <dgm:animOne val="branch"/>
          <dgm:animLvl val="lvl"/>
          <dgm:resizeHandles/>
        </dgm:presLayoutVars>
      </dgm:prSet>
      <dgm:spPr/>
    </dgm:pt>
    <dgm:pt modelId="{21BED606-A8F4-435E-88FF-60DF259BD52F}" type="pres">
      <dgm:prSet presAssocID="{EA744657-0544-4C01-B88A-DCCA86E3CD15}" presName="hierRoot1" presStyleCnt="0">
        <dgm:presLayoutVars>
          <dgm:hierBranch/>
        </dgm:presLayoutVars>
      </dgm:prSet>
      <dgm:spPr/>
    </dgm:pt>
    <dgm:pt modelId="{4C37128D-77A8-4971-9957-E33655DAE774}" type="pres">
      <dgm:prSet presAssocID="{EA744657-0544-4C01-B88A-DCCA86E3CD15}" presName="rootComposite1" presStyleCnt="0"/>
      <dgm:spPr/>
    </dgm:pt>
    <dgm:pt modelId="{64C780C5-92B2-48D0-BC27-DF5C02747E1B}" type="pres">
      <dgm:prSet presAssocID="{EA744657-0544-4C01-B88A-DCCA86E3CD15}" presName="rootText1" presStyleLbl="node0" presStyleIdx="0" presStyleCnt="1">
        <dgm:presLayoutVars>
          <dgm:chPref val="3"/>
        </dgm:presLayoutVars>
      </dgm:prSet>
      <dgm:spPr/>
    </dgm:pt>
    <dgm:pt modelId="{14A64614-EF6F-490F-A961-CD7A3C30F1D8}" type="pres">
      <dgm:prSet presAssocID="{EA744657-0544-4C01-B88A-DCCA86E3CD15}" presName="rootConnector1" presStyleLbl="node1" presStyleIdx="0" presStyleCnt="0"/>
      <dgm:spPr/>
    </dgm:pt>
    <dgm:pt modelId="{CC168FFF-6BE3-45D6-82E7-DF8D28DFF844}" type="pres">
      <dgm:prSet presAssocID="{EA744657-0544-4C01-B88A-DCCA86E3CD15}" presName="hierChild2" presStyleCnt="0"/>
      <dgm:spPr/>
    </dgm:pt>
    <dgm:pt modelId="{67D9938E-CE8E-4A30-80DA-8CF00E8BC339}" type="pres">
      <dgm:prSet presAssocID="{DA412369-30FC-4FED-B924-6BF5E93FAE6E}" presName="Name35" presStyleLbl="parChTrans1D2" presStyleIdx="0" presStyleCnt="9"/>
      <dgm:spPr/>
    </dgm:pt>
    <dgm:pt modelId="{83BAD5A9-845B-4733-B8CA-192739546554}" type="pres">
      <dgm:prSet presAssocID="{58592B53-89C9-4DBC-B20C-144E76056202}" presName="hierRoot2" presStyleCnt="0">
        <dgm:presLayoutVars>
          <dgm:hierBranch/>
        </dgm:presLayoutVars>
      </dgm:prSet>
      <dgm:spPr/>
    </dgm:pt>
    <dgm:pt modelId="{228A1C9E-5361-42C9-8661-5DA61CD4289D}" type="pres">
      <dgm:prSet presAssocID="{58592B53-89C9-4DBC-B20C-144E76056202}" presName="rootComposite" presStyleCnt="0"/>
      <dgm:spPr/>
    </dgm:pt>
    <dgm:pt modelId="{0BEAA84C-03D0-4128-80F4-1599D770A538}" type="pres">
      <dgm:prSet presAssocID="{58592B53-89C9-4DBC-B20C-144E76056202}" presName="rootText" presStyleLbl="node2" presStyleIdx="0" presStyleCnt="9">
        <dgm:presLayoutVars>
          <dgm:chPref val="3"/>
        </dgm:presLayoutVars>
      </dgm:prSet>
      <dgm:spPr/>
    </dgm:pt>
    <dgm:pt modelId="{72F8AB5A-5996-4F37-82DB-8CCEBB023CFE}" type="pres">
      <dgm:prSet presAssocID="{58592B53-89C9-4DBC-B20C-144E76056202}" presName="rootConnector" presStyleLbl="node2" presStyleIdx="0" presStyleCnt="9"/>
      <dgm:spPr/>
    </dgm:pt>
    <dgm:pt modelId="{6BFCE39F-AFE0-4451-9CB8-5D41872188C5}" type="pres">
      <dgm:prSet presAssocID="{58592B53-89C9-4DBC-B20C-144E76056202}" presName="hierChild4" presStyleCnt="0"/>
      <dgm:spPr/>
    </dgm:pt>
    <dgm:pt modelId="{DE4BF22F-5B6D-47EB-B70E-FBF415443301}" type="pres">
      <dgm:prSet presAssocID="{58592B53-89C9-4DBC-B20C-144E76056202}" presName="hierChild5" presStyleCnt="0"/>
      <dgm:spPr/>
    </dgm:pt>
    <dgm:pt modelId="{F691D28B-78B2-4AA6-B120-1C2CCCE42A08}" type="pres">
      <dgm:prSet presAssocID="{71ACAA77-A890-4732-8F13-D3C2B528BB79}" presName="Name35" presStyleLbl="parChTrans1D2" presStyleIdx="1" presStyleCnt="9"/>
      <dgm:spPr/>
    </dgm:pt>
    <dgm:pt modelId="{9D12765B-2AEE-4F94-B06B-E3C17612ADBB}" type="pres">
      <dgm:prSet presAssocID="{FB9EB523-3124-4D10-B46D-1A20E172429E}" presName="hierRoot2" presStyleCnt="0">
        <dgm:presLayoutVars>
          <dgm:hierBranch/>
        </dgm:presLayoutVars>
      </dgm:prSet>
      <dgm:spPr/>
    </dgm:pt>
    <dgm:pt modelId="{C9C180CC-EDCA-4A39-881C-1E6F37380366}" type="pres">
      <dgm:prSet presAssocID="{FB9EB523-3124-4D10-B46D-1A20E172429E}" presName="rootComposite" presStyleCnt="0"/>
      <dgm:spPr/>
    </dgm:pt>
    <dgm:pt modelId="{2276AF51-19A9-4C2B-A457-AF7C511B54D8}" type="pres">
      <dgm:prSet presAssocID="{FB9EB523-3124-4D10-B46D-1A20E172429E}" presName="rootText" presStyleLbl="node2" presStyleIdx="1" presStyleCnt="9">
        <dgm:presLayoutVars>
          <dgm:chPref val="3"/>
        </dgm:presLayoutVars>
      </dgm:prSet>
      <dgm:spPr/>
    </dgm:pt>
    <dgm:pt modelId="{E9EE4EBD-04E9-4DAB-B950-F227F6D900CF}" type="pres">
      <dgm:prSet presAssocID="{FB9EB523-3124-4D10-B46D-1A20E172429E}" presName="rootConnector" presStyleLbl="node2" presStyleIdx="1" presStyleCnt="9"/>
      <dgm:spPr/>
    </dgm:pt>
    <dgm:pt modelId="{A01444E1-0D0B-4410-A570-3BAE2DE58114}" type="pres">
      <dgm:prSet presAssocID="{FB9EB523-3124-4D10-B46D-1A20E172429E}" presName="hierChild4" presStyleCnt="0"/>
      <dgm:spPr/>
    </dgm:pt>
    <dgm:pt modelId="{0B498424-BE08-4432-9951-3CFAB292CF3C}" type="pres">
      <dgm:prSet presAssocID="{FB9EB523-3124-4D10-B46D-1A20E172429E}" presName="hierChild5" presStyleCnt="0"/>
      <dgm:spPr/>
    </dgm:pt>
    <dgm:pt modelId="{60B91746-06FD-419B-8CB0-D34A402D702A}" type="pres">
      <dgm:prSet presAssocID="{9FC32A52-F0D5-4C76-B256-368ED4B077A9}" presName="Name35" presStyleLbl="parChTrans1D2" presStyleIdx="2" presStyleCnt="9"/>
      <dgm:spPr/>
    </dgm:pt>
    <dgm:pt modelId="{48262FAA-13C4-4EC1-9E6B-E3B333C8DF92}" type="pres">
      <dgm:prSet presAssocID="{CE2F7986-5DBF-4E04-8E7D-3791C7956DE5}" presName="hierRoot2" presStyleCnt="0">
        <dgm:presLayoutVars>
          <dgm:hierBranch/>
        </dgm:presLayoutVars>
      </dgm:prSet>
      <dgm:spPr/>
    </dgm:pt>
    <dgm:pt modelId="{555F8237-7D3F-42F6-86E2-9BD54941C271}" type="pres">
      <dgm:prSet presAssocID="{CE2F7986-5DBF-4E04-8E7D-3791C7956DE5}" presName="rootComposite" presStyleCnt="0"/>
      <dgm:spPr/>
    </dgm:pt>
    <dgm:pt modelId="{4389E4E5-F0A3-4BCC-BC1D-4ADC9227A46E}" type="pres">
      <dgm:prSet presAssocID="{CE2F7986-5DBF-4E04-8E7D-3791C7956DE5}" presName="rootText" presStyleLbl="node2" presStyleIdx="2" presStyleCnt="9">
        <dgm:presLayoutVars>
          <dgm:chPref val="3"/>
        </dgm:presLayoutVars>
      </dgm:prSet>
      <dgm:spPr/>
    </dgm:pt>
    <dgm:pt modelId="{3DE6F652-D510-4FFA-A3E7-FBEBDD2070BA}" type="pres">
      <dgm:prSet presAssocID="{CE2F7986-5DBF-4E04-8E7D-3791C7956DE5}" presName="rootConnector" presStyleLbl="node2" presStyleIdx="2" presStyleCnt="9"/>
      <dgm:spPr/>
    </dgm:pt>
    <dgm:pt modelId="{96805879-1835-45A7-9C88-1A34CFB3DD43}" type="pres">
      <dgm:prSet presAssocID="{CE2F7986-5DBF-4E04-8E7D-3791C7956DE5}" presName="hierChild4" presStyleCnt="0"/>
      <dgm:spPr/>
    </dgm:pt>
    <dgm:pt modelId="{C5E5E121-9CD4-4154-BB8D-04972FAE7338}" type="pres">
      <dgm:prSet presAssocID="{CE2F7986-5DBF-4E04-8E7D-3791C7956DE5}" presName="hierChild5" presStyleCnt="0"/>
      <dgm:spPr/>
    </dgm:pt>
    <dgm:pt modelId="{5EAAE0C3-F147-4542-8F96-AAEEC413062E}" type="pres">
      <dgm:prSet presAssocID="{D0BEE28C-D7A3-406B-B90D-4B43DE9097B8}" presName="Name35" presStyleLbl="parChTrans1D2" presStyleIdx="3" presStyleCnt="9"/>
      <dgm:spPr/>
    </dgm:pt>
    <dgm:pt modelId="{8BF1F9C8-9A51-405C-8A85-97946F7FDA2D}" type="pres">
      <dgm:prSet presAssocID="{FE234723-78DB-4188-8A73-6D6810283215}" presName="hierRoot2" presStyleCnt="0">
        <dgm:presLayoutVars>
          <dgm:hierBranch/>
        </dgm:presLayoutVars>
      </dgm:prSet>
      <dgm:spPr/>
    </dgm:pt>
    <dgm:pt modelId="{2F0C219E-66EC-4CDC-81BE-6060B0A05691}" type="pres">
      <dgm:prSet presAssocID="{FE234723-78DB-4188-8A73-6D6810283215}" presName="rootComposite" presStyleCnt="0"/>
      <dgm:spPr/>
    </dgm:pt>
    <dgm:pt modelId="{E9506BB8-9C2C-4DFA-8C68-97C3B54AFFDB}" type="pres">
      <dgm:prSet presAssocID="{FE234723-78DB-4188-8A73-6D6810283215}" presName="rootText" presStyleLbl="node2" presStyleIdx="3" presStyleCnt="9">
        <dgm:presLayoutVars>
          <dgm:chPref val="3"/>
        </dgm:presLayoutVars>
      </dgm:prSet>
      <dgm:spPr/>
    </dgm:pt>
    <dgm:pt modelId="{BBCFEB89-48B3-4842-85FB-B2697DDC7D08}" type="pres">
      <dgm:prSet presAssocID="{FE234723-78DB-4188-8A73-6D6810283215}" presName="rootConnector" presStyleLbl="node2" presStyleIdx="3" presStyleCnt="9"/>
      <dgm:spPr/>
    </dgm:pt>
    <dgm:pt modelId="{AA367858-D0BA-4024-8BCA-59C36881AC5B}" type="pres">
      <dgm:prSet presAssocID="{FE234723-78DB-4188-8A73-6D6810283215}" presName="hierChild4" presStyleCnt="0"/>
      <dgm:spPr/>
    </dgm:pt>
    <dgm:pt modelId="{734EF677-56E3-4BA3-B9D6-E4747FC2559B}" type="pres">
      <dgm:prSet presAssocID="{FE234723-78DB-4188-8A73-6D6810283215}" presName="hierChild5" presStyleCnt="0"/>
      <dgm:spPr/>
    </dgm:pt>
    <dgm:pt modelId="{06522E71-B123-44BF-AFBC-200D74E2318D}" type="pres">
      <dgm:prSet presAssocID="{434ADAA7-76D6-4D28-8BE0-F113D04B0647}" presName="Name35" presStyleLbl="parChTrans1D2" presStyleIdx="4" presStyleCnt="9"/>
      <dgm:spPr/>
    </dgm:pt>
    <dgm:pt modelId="{1792665B-22E0-4DCF-82F8-E9B94BF7253F}" type="pres">
      <dgm:prSet presAssocID="{82758B01-DE8C-47F4-B8F3-53AD5F2D70BA}" presName="hierRoot2" presStyleCnt="0">
        <dgm:presLayoutVars>
          <dgm:hierBranch/>
        </dgm:presLayoutVars>
      </dgm:prSet>
      <dgm:spPr/>
    </dgm:pt>
    <dgm:pt modelId="{E43AF9B5-2E90-4934-ACF6-02104D34F7EC}" type="pres">
      <dgm:prSet presAssocID="{82758B01-DE8C-47F4-B8F3-53AD5F2D70BA}" presName="rootComposite" presStyleCnt="0"/>
      <dgm:spPr/>
    </dgm:pt>
    <dgm:pt modelId="{92EDD623-9108-4099-9677-BC5D7ACCEE26}" type="pres">
      <dgm:prSet presAssocID="{82758B01-DE8C-47F4-B8F3-53AD5F2D70BA}" presName="rootText" presStyleLbl="node2" presStyleIdx="4" presStyleCnt="9">
        <dgm:presLayoutVars>
          <dgm:chPref val="3"/>
        </dgm:presLayoutVars>
      </dgm:prSet>
      <dgm:spPr/>
    </dgm:pt>
    <dgm:pt modelId="{F71E9F43-B41F-44CC-9CE4-1EE5F34C7251}" type="pres">
      <dgm:prSet presAssocID="{82758B01-DE8C-47F4-B8F3-53AD5F2D70BA}" presName="rootConnector" presStyleLbl="node2" presStyleIdx="4" presStyleCnt="9"/>
      <dgm:spPr/>
    </dgm:pt>
    <dgm:pt modelId="{BEDFC48A-13C3-435B-BE7B-09E33B729058}" type="pres">
      <dgm:prSet presAssocID="{82758B01-DE8C-47F4-B8F3-53AD5F2D70BA}" presName="hierChild4" presStyleCnt="0"/>
      <dgm:spPr/>
    </dgm:pt>
    <dgm:pt modelId="{AA7FC90E-A587-43F0-8188-74EC2F5C7EEE}" type="pres">
      <dgm:prSet presAssocID="{82758B01-DE8C-47F4-B8F3-53AD5F2D70BA}" presName="hierChild5" presStyleCnt="0"/>
      <dgm:spPr/>
    </dgm:pt>
    <dgm:pt modelId="{83FE90B4-421F-4E9A-BB54-A34C6B5C2E35}" type="pres">
      <dgm:prSet presAssocID="{87D485BC-ED6E-49D4-99E4-E25D6B5332FF}" presName="Name35" presStyleLbl="parChTrans1D2" presStyleIdx="5" presStyleCnt="9"/>
      <dgm:spPr/>
    </dgm:pt>
    <dgm:pt modelId="{688C9862-6FA5-45CA-8E55-59E2C3FE80D1}" type="pres">
      <dgm:prSet presAssocID="{D09399AE-4082-43B0-BA5B-39ADA5DA9940}" presName="hierRoot2" presStyleCnt="0">
        <dgm:presLayoutVars>
          <dgm:hierBranch/>
        </dgm:presLayoutVars>
      </dgm:prSet>
      <dgm:spPr/>
    </dgm:pt>
    <dgm:pt modelId="{D6806C01-6076-40E6-8695-C818A5D06CD4}" type="pres">
      <dgm:prSet presAssocID="{D09399AE-4082-43B0-BA5B-39ADA5DA9940}" presName="rootComposite" presStyleCnt="0"/>
      <dgm:spPr/>
    </dgm:pt>
    <dgm:pt modelId="{4F2AF453-BE63-44F4-A939-7D07B9309AEF}" type="pres">
      <dgm:prSet presAssocID="{D09399AE-4082-43B0-BA5B-39ADA5DA9940}" presName="rootText" presStyleLbl="node2" presStyleIdx="5" presStyleCnt="9">
        <dgm:presLayoutVars>
          <dgm:chPref val="3"/>
        </dgm:presLayoutVars>
      </dgm:prSet>
      <dgm:spPr/>
    </dgm:pt>
    <dgm:pt modelId="{AFAF75DF-DAFF-470D-A65F-29D75A5C91C8}" type="pres">
      <dgm:prSet presAssocID="{D09399AE-4082-43B0-BA5B-39ADA5DA9940}" presName="rootConnector" presStyleLbl="node2" presStyleIdx="5" presStyleCnt="9"/>
      <dgm:spPr/>
    </dgm:pt>
    <dgm:pt modelId="{38BF0857-C5F6-4A25-85FF-F06A6CEF8643}" type="pres">
      <dgm:prSet presAssocID="{D09399AE-4082-43B0-BA5B-39ADA5DA9940}" presName="hierChild4" presStyleCnt="0"/>
      <dgm:spPr/>
    </dgm:pt>
    <dgm:pt modelId="{99C5DF20-9E59-4BB8-A2EA-87427335B682}" type="pres">
      <dgm:prSet presAssocID="{4CE03DC3-BA89-42D7-A8AC-379800B6489E}" presName="Name35" presStyleLbl="parChTrans1D3" presStyleIdx="0" presStyleCnt="5"/>
      <dgm:spPr/>
    </dgm:pt>
    <dgm:pt modelId="{6337F9C8-3938-497A-8F30-EAB307D45317}" type="pres">
      <dgm:prSet presAssocID="{8DECDB24-0B97-45F7-95C7-F14B9CC33685}" presName="hierRoot2" presStyleCnt="0">
        <dgm:presLayoutVars>
          <dgm:hierBranch/>
        </dgm:presLayoutVars>
      </dgm:prSet>
      <dgm:spPr/>
    </dgm:pt>
    <dgm:pt modelId="{ED2BC66C-09B6-4D00-ACBF-FE9D7247213F}" type="pres">
      <dgm:prSet presAssocID="{8DECDB24-0B97-45F7-95C7-F14B9CC33685}" presName="rootComposite" presStyleCnt="0"/>
      <dgm:spPr/>
    </dgm:pt>
    <dgm:pt modelId="{5E17C900-3194-4CD9-AD87-244823E239B5}" type="pres">
      <dgm:prSet presAssocID="{8DECDB24-0B97-45F7-95C7-F14B9CC33685}" presName="rootText" presStyleLbl="node3" presStyleIdx="0" presStyleCnt="5">
        <dgm:presLayoutVars>
          <dgm:chPref val="3"/>
        </dgm:presLayoutVars>
      </dgm:prSet>
      <dgm:spPr/>
    </dgm:pt>
    <dgm:pt modelId="{ED6DEC0C-7E0B-4B92-94DC-675B77BBF062}" type="pres">
      <dgm:prSet presAssocID="{8DECDB24-0B97-45F7-95C7-F14B9CC33685}" presName="rootConnector" presStyleLbl="node3" presStyleIdx="0" presStyleCnt="5"/>
      <dgm:spPr/>
    </dgm:pt>
    <dgm:pt modelId="{932BB9E4-EC6D-41FF-A36D-A0CE7BE8B499}" type="pres">
      <dgm:prSet presAssocID="{8DECDB24-0B97-45F7-95C7-F14B9CC33685}" presName="hierChild4" presStyleCnt="0"/>
      <dgm:spPr/>
    </dgm:pt>
    <dgm:pt modelId="{8E6F63BB-9BEC-41EC-A687-D751C71211A1}" type="pres">
      <dgm:prSet presAssocID="{58A9E437-C24D-4E18-A670-0FF3307AAB46}" presName="Name35" presStyleLbl="parChTrans1D4" presStyleIdx="0" presStyleCnt="5"/>
      <dgm:spPr/>
    </dgm:pt>
    <dgm:pt modelId="{C9A81CA0-E5D1-4C4C-8697-E9692FCAC910}" type="pres">
      <dgm:prSet presAssocID="{9C7AEB9D-B298-4EA1-91D7-62AE0BA3F4FE}" presName="hierRoot2" presStyleCnt="0">
        <dgm:presLayoutVars>
          <dgm:hierBranch val="r"/>
        </dgm:presLayoutVars>
      </dgm:prSet>
      <dgm:spPr/>
    </dgm:pt>
    <dgm:pt modelId="{F51E7827-FC7E-45E5-BBF3-0642A310939E}" type="pres">
      <dgm:prSet presAssocID="{9C7AEB9D-B298-4EA1-91D7-62AE0BA3F4FE}" presName="rootComposite" presStyleCnt="0"/>
      <dgm:spPr/>
    </dgm:pt>
    <dgm:pt modelId="{CD470375-791C-49B5-805A-33AE7ADA278D}" type="pres">
      <dgm:prSet presAssocID="{9C7AEB9D-B298-4EA1-91D7-62AE0BA3F4FE}" presName="rootText" presStyleLbl="node4" presStyleIdx="0" presStyleCnt="5">
        <dgm:presLayoutVars>
          <dgm:chPref val="3"/>
        </dgm:presLayoutVars>
      </dgm:prSet>
      <dgm:spPr/>
    </dgm:pt>
    <dgm:pt modelId="{60BE8EEE-1910-485E-8392-FED0324E8721}" type="pres">
      <dgm:prSet presAssocID="{9C7AEB9D-B298-4EA1-91D7-62AE0BA3F4FE}" presName="rootConnector" presStyleLbl="node4" presStyleIdx="0" presStyleCnt="5"/>
      <dgm:spPr/>
    </dgm:pt>
    <dgm:pt modelId="{E46A319F-FA4A-40C4-8CA3-79D5DA5DD94A}" type="pres">
      <dgm:prSet presAssocID="{9C7AEB9D-B298-4EA1-91D7-62AE0BA3F4FE}" presName="hierChild4" presStyleCnt="0"/>
      <dgm:spPr/>
    </dgm:pt>
    <dgm:pt modelId="{A42FCACE-FE92-423F-8D99-03B12CBF21BA}" type="pres">
      <dgm:prSet presAssocID="{9C7AEB9D-B298-4EA1-91D7-62AE0BA3F4FE}" presName="hierChild5" presStyleCnt="0"/>
      <dgm:spPr/>
    </dgm:pt>
    <dgm:pt modelId="{C2C15621-2408-4751-BA90-6D4A0A3524C7}" type="pres">
      <dgm:prSet presAssocID="{BAD0A547-60ED-4757-B278-3A920CD6A70F}" presName="Name35" presStyleLbl="parChTrans1D4" presStyleIdx="1" presStyleCnt="5"/>
      <dgm:spPr/>
    </dgm:pt>
    <dgm:pt modelId="{4B61E836-0B4F-4BC6-B98E-AA44F53A17F0}" type="pres">
      <dgm:prSet presAssocID="{7DF2E000-3967-427D-AF99-36CA0A1F564B}" presName="hierRoot2" presStyleCnt="0">
        <dgm:presLayoutVars>
          <dgm:hierBranch val="r"/>
        </dgm:presLayoutVars>
      </dgm:prSet>
      <dgm:spPr/>
    </dgm:pt>
    <dgm:pt modelId="{2BD72729-7AB0-49E8-B860-939DA8B4F58F}" type="pres">
      <dgm:prSet presAssocID="{7DF2E000-3967-427D-AF99-36CA0A1F564B}" presName="rootComposite" presStyleCnt="0"/>
      <dgm:spPr/>
    </dgm:pt>
    <dgm:pt modelId="{45843A46-4A64-4ED7-BE53-292885B67D60}" type="pres">
      <dgm:prSet presAssocID="{7DF2E000-3967-427D-AF99-36CA0A1F564B}" presName="rootText" presStyleLbl="node4" presStyleIdx="1" presStyleCnt="5">
        <dgm:presLayoutVars>
          <dgm:chPref val="3"/>
        </dgm:presLayoutVars>
      </dgm:prSet>
      <dgm:spPr/>
    </dgm:pt>
    <dgm:pt modelId="{42815088-B603-4E74-9373-38CA0EEF3CAC}" type="pres">
      <dgm:prSet presAssocID="{7DF2E000-3967-427D-AF99-36CA0A1F564B}" presName="rootConnector" presStyleLbl="node4" presStyleIdx="1" presStyleCnt="5"/>
      <dgm:spPr/>
    </dgm:pt>
    <dgm:pt modelId="{05833B6C-06F2-4CA8-93E8-F05CF142E155}" type="pres">
      <dgm:prSet presAssocID="{7DF2E000-3967-427D-AF99-36CA0A1F564B}" presName="hierChild4" presStyleCnt="0"/>
      <dgm:spPr/>
    </dgm:pt>
    <dgm:pt modelId="{19B4143E-88CF-48AD-9F9F-82878A07C990}" type="pres">
      <dgm:prSet presAssocID="{7DF2E000-3967-427D-AF99-36CA0A1F564B}" presName="hierChild5" presStyleCnt="0"/>
      <dgm:spPr/>
    </dgm:pt>
    <dgm:pt modelId="{17393D8B-C467-46FB-9352-864C06FB5EB6}" type="pres">
      <dgm:prSet presAssocID="{12E731E6-E19F-4605-8EDF-F2F8EAD01B12}" presName="Name35" presStyleLbl="parChTrans1D4" presStyleIdx="2" presStyleCnt="5"/>
      <dgm:spPr/>
    </dgm:pt>
    <dgm:pt modelId="{911FDA58-60FC-4480-9DCF-28DECE93381D}" type="pres">
      <dgm:prSet presAssocID="{7DDD9CD4-3A59-4793-A605-4CC14A30FF80}" presName="hierRoot2" presStyleCnt="0">
        <dgm:presLayoutVars>
          <dgm:hierBranch val="r"/>
        </dgm:presLayoutVars>
      </dgm:prSet>
      <dgm:spPr/>
    </dgm:pt>
    <dgm:pt modelId="{3FF8230E-17F3-4624-9DA4-F193FABA3DA9}" type="pres">
      <dgm:prSet presAssocID="{7DDD9CD4-3A59-4793-A605-4CC14A30FF80}" presName="rootComposite" presStyleCnt="0"/>
      <dgm:spPr/>
    </dgm:pt>
    <dgm:pt modelId="{C0094247-F1FB-4C89-AF2C-9884D659C97D}" type="pres">
      <dgm:prSet presAssocID="{7DDD9CD4-3A59-4793-A605-4CC14A30FF80}" presName="rootText" presStyleLbl="node4" presStyleIdx="2" presStyleCnt="5">
        <dgm:presLayoutVars>
          <dgm:chPref val="3"/>
        </dgm:presLayoutVars>
      </dgm:prSet>
      <dgm:spPr/>
    </dgm:pt>
    <dgm:pt modelId="{23F01DF6-28D4-4D37-A31B-DFD5666E48F7}" type="pres">
      <dgm:prSet presAssocID="{7DDD9CD4-3A59-4793-A605-4CC14A30FF80}" presName="rootConnector" presStyleLbl="node4" presStyleIdx="2" presStyleCnt="5"/>
      <dgm:spPr/>
    </dgm:pt>
    <dgm:pt modelId="{78BD741F-A0C1-40EF-8350-5558B4857FEF}" type="pres">
      <dgm:prSet presAssocID="{7DDD9CD4-3A59-4793-A605-4CC14A30FF80}" presName="hierChild4" presStyleCnt="0"/>
      <dgm:spPr/>
    </dgm:pt>
    <dgm:pt modelId="{F78D0606-8DFC-43E2-B9AB-4D696F00D23E}" type="pres">
      <dgm:prSet presAssocID="{7DDD9CD4-3A59-4793-A605-4CC14A30FF80}" presName="hierChild5" presStyleCnt="0"/>
      <dgm:spPr/>
    </dgm:pt>
    <dgm:pt modelId="{566EE9E1-3218-4306-9A61-0FD73F229CD6}" type="pres">
      <dgm:prSet presAssocID="{029C381B-2409-4543-9E60-0D42067B1EF8}" presName="Name35" presStyleLbl="parChTrans1D4" presStyleIdx="3" presStyleCnt="5"/>
      <dgm:spPr/>
    </dgm:pt>
    <dgm:pt modelId="{E466E05F-C649-4B6C-A795-CED4578BCFD5}" type="pres">
      <dgm:prSet presAssocID="{C2063AEF-B2F1-4E0F-87CE-DDD3373E63B2}" presName="hierRoot2" presStyleCnt="0">
        <dgm:presLayoutVars>
          <dgm:hierBranch val="r"/>
        </dgm:presLayoutVars>
      </dgm:prSet>
      <dgm:spPr/>
    </dgm:pt>
    <dgm:pt modelId="{0EF47E21-ABA4-44DC-836B-EF662C1F0E17}" type="pres">
      <dgm:prSet presAssocID="{C2063AEF-B2F1-4E0F-87CE-DDD3373E63B2}" presName="rootComposite" presStyleCnt="0"/>
      <dgm:spPr/>
    </dgm:pt>
    <dgm:pt modelId="{1AE43444-1009-4C76-ADA1-5BE47C230377}" type="pres">
      <dgm:prSet presAssocID="{C2063AEF-B2F1-4E0F-87CE-DDD3373E63B2}" presName="rootText" presStyleLbl="node4" presStyleIdx="3" presStyleCnt="5">
        <dgm:presLayoutVars>
          <dgm:chPref val="3"/>
        </dgm:presLayoutVars>
      </dgm:prSet>
      <dgm:spPr/>
    </dgm:pt>
    <dgm:pt modelId="{8E5EB3C6-ABFE-4303-B6BD-7738A71EC823}" type="pres">
      <dgm:prSet presAssocID="{C2063AEF-B2F1-4E0F-87CE-DDD3373E63B2}" presName="rootConnector" presStyleLbl="node4" presStyleIdx="3" presStyleCnt="5"/>
      <dgm:spPr/>
    </dgm:pt>
    <dgm:pt modelId="{94551ADC-1BEB-4156-B2E8-FB24F5715240}" type="pres">
      <dgm:prSet presAssocID="{C2063AEF-B2F1-4E0F-87CE-DDD3373E63B2}" presName="hierChild4" presStyleCnt="0"/>
      <dgm:spPr/>
    </dgm:pt>
    <dgm:pt modelId="{A16836E6-7399-424C-8617-7123531D305F}" type="pres">
      <dgm:prSet presAssocID="{C2063AEF-B2F1-4E0F-87CE-DDD3373E63B2}" presName="hierChild5" presStyleCnt="0"/>
      <dgm:spPr/>
    </dgm:pt>
    <dgm:pt modelId="{FF7BA8E4-39EE-49FE-9FAC-8916D9D4E368}" type="pres">
      <dgm:prSet presAssocID="{178AC15D-E7C2-48C2-9808-09EA47B3315F}" presName="Name35" presStyleLbl="parChTrans1D4" presStyleIdx="4" presStyleCnt="5"/>
      <dgm:spPr/>
    </dgm:pt>
    <dgm:pt modelId="{BE8573A7-802E-4E59-8B01-0DEEC62E62CF}" type="pres">
      <dgm:prSet presAssocID="{3F20775F-5069-4DBF-BEF9-CBDFE13F2FF1}" presName="hierRoot2" presStyleCnt="0">
        <dgm:presLayoutVars>
          <dgm:hierBranch/>
        </dgm:presLayoutVars>
      </dgm:prSet>
      <dgm:spPr/>
    </dgm:pt>
    <dgm:pt modelId="{A52A446C-D303-4EF3-8E8D-F3A31926D22B}" type="pres">
      <dgm:prSet presAssocID="{3F20775F-5069-4DBF-BEF9-CBDFE13F2FF1}" presName="rootComposite" presStyleCnt="0"/>
      <dgm:spPr/>
    </dgm:pt>
    <dgm:pt modelId="{0EAC5102-1501-4FAC-8BC7-4D88CFF2BC97}" type="pres">
      <dgm:prSet presAssocID="{3F20775F-5069-4DBF-BEF9-CBDFE13F2FF1}" presName="rootText" presStyleLbl="node4" presStyleIdx="4" presStyleCnt="5">
        <dgm:presLayoutVars>
          <dgm:chPref val="3"/>
        </dgm:presLayoutVars>
      </dgm:prSet>
      <dgm:spPr/>
    </dgm:pt>
    <dgm:pt modelId="{9545759B-0EE2-4406-B522-4E4BDDD8E0A1}" type="pres">
      <dgm:prSet presAssocID="{3F20775F-5069-4DBF-BEF9-CBDFE13F2FF1}" presName="rootConnector" presStyleLbl="node4" presStyleIdx="4" presStyleCnt="5"/>
      <dgm:spPr/>
    </dgm:pt>
    <dgm:pt modelId="{1F0F1151-435A-496B-A697-2598F2434C4C}" type="pres">
      <dgm:prSet presAssocID="{3F20775F-5069-4DBF-BEF9-CBDFE13F2FF1}" presName="hierChild4" presStyleCnt="0"/>
      <dgm:spPr/>
    </dgm:pt>
    <dgm:pt modelId="{747888C6-9AA2-4B2A-9A72-3FFEF46F731E}" type="pres">
      <dgm:prSet presAssocID="{3F20775F-5069-4DBF-BEF9-CBDFE13F2FF1}" presName="hierChild5" presStyleCnt="0"/>
      <dgm:spPr/>
    </dgm:pt>
    <dgm:pt modelId="{F3C7D8C0-C44F-4348-A863-7C235A43C2AA}" type="pres">
      <dgm:prSet presAssocID="{8DECDB24-0B97-45F7-95C7-F14B9CC33685}" presName="hierChild5" presStyleCnt="0"/>
      <dgm:spPr/>
    </dgm:pt>
    <dgm:pt modelId="{5EB9C72B-67A9-402A-9881-AC33C1CA86D0}" type="pres">
      <dgm:prSet presAssocID="{3D5696C5-C0F5-428C-AF27-4CA20061D5A5}" presName="Name35" presStyleLbl="parChTrans1D3" presStyleIdx="1" presStyleCnt="5"/>
      <dgm:spPr/>
    </dgm:pt>
    <dgm:pt modelId="{31A67EF8-692A-4D15-B145-F6B9A6773C53}" type="pres">
      <dgm:prSet presAssocID="{F69166A5-49EB-4127-A967-CFB9DC493DAD}" presName="hierRoot2" presStyleCnt="0">
        <dgm:presLayoutVars>
          <dgm:hierBranch val="r"/>
        </dgm:presLayoutVars>
      </dgm:prSet>
      <dgm:spPr/>
    </dgm:pt>
    <dgm:pt modelId="{56CF26F8-9A7E-4C53-A29B-2798F5E26BFC}" type="pres">
      <dgm:prSet presAssocID="{F69166A5-49EB-4127-A967-CFB9DC493DAD}" presName="rootComposite" presStyleCnt="0"/>
      <dgm:spPr/>
    </dgm:pt>
    <dgm:pt modelId="{8D6D1CF7-989E-4370-9760-EEF3668619B6}" type="pres">
      <dgm:prSet presAssocID="{F69166A5-49EB-4127-A967-CFB9DC493DAD}" presName="rootText" presStyleLbl="node3" presStyleIdx="1" presStyleCnt="5">
        <dgm:presLayoutVars>
          <dgm:chPref val="3"/>
        </dgm:presLayoutVars>
      </dgm:prSet>
      <dgm:spPr/>
    </dgm:pt>
    <dgm:pt modelId="{2E471BEA-EE94-447A-A52A-15CF01FC955A}" type="pres">
      <dgm:prSet presAssocID="{F69166A5-49EB-4127-A967-CFB9DC493DAD}" presName="rootConnector" presStyleLbl="node3" presStyleIdx="1" presStyleCnt="5"/>
      <dgm:spPr/>
    </dgm:pt>
    <dgm:pt modelId="{22532E8D-DBF2-42DA-BC23-58B027288320}" type="pres">
      <dgm:prSet presAssocID="{F69166A5-49EB-4127-A967-CFB9DC493DAD}" presName="hierChild4" presStyleCnt="0"/>
      <dgm:spPr/>
    </dgm:pt>
    <dgm:pt modelId="{BB4F9AFF-0C36-4280-9F43-E8B21EC49B30}" type="pres">
      <dgm:prSet presAssocID="{F69166A5-49EB-4127-A967-CFB9DC493DAD}" presName="hierChild5" presStyleCnt="0"/>
      <dgm:spPr/>
    </dgm:pt>
    <dgm:pt modelId="{7E6C9BF6-9B90-40CB-8C68-8836F7FADB40}" type="pres">
      <dgm:prSet presAssocID="{3B5286A4-5357-4E50-9A2C-F3987CFD05EE}" presName="Name35" presStyleLbl="parChTrans1D3" presStyleIdx="2" presStyleCnt="5"/>
      <dgm:spPr/>
    </dgm:pt>
    <dgm:pt modelId="{00F26AE4-46D2-493D-AD7C-7ED036847BE5}" type="pres">
      <dgm:prSet presAssocID="{35687651-B447-4F60-BB6B-66C018FBE341}" presName="hierRoot2" presStyleCnt="0">
        <dgm:presLayoutVars>
          <dgm:hierBranch val="r"/>
        </dgm:presLayoutVars>
      </dgm:prSet>
      <dgm:spPr/>
    </dgm:pt>
    <dgm:pt modelId="{DCB99381-9C78-482E-B405-30576B3A9953}" type="pres">
      <dgm:prSet presAssocID="{35687651-B447-4F60-BB6B-66C018FBE341}" presName="rootComposite" presStyleCnt="0"/>
      <dgm:spPr/>
    </dgm:pt>
    <dgm:pt modelId="{F29C25BF-08E8-4CD5-8EE7-F19CA919EF95}" type="pres">
      <dgm:prSet presAssocID="{35687651-B447-4F60-BB6B-66C018FBE341}" presName="rootText" presStyleLbl="node3" presStyleIdx="2" presStyleCnt="5">
        <dgm:presLayoutVars>
          <dgm:chPref val="3"/>
        </dgm:presLayoutVars>
      </dgm:prSet>
      <dgm:spPr/>
    </dgm:pt>
    <dgm:pt modelId="{0EB6ADA8-3FB6-4BC6-8A60-51FEA7B0E79F}" type="pres">
      <dgm:prSet presAssocID="{35687651-B447-4F60-BB6B-66C018FBE341}" presName="rootConnector" presStyleLbl="node3" presStyleIdx="2" presStyleCnt="5"/>
      <dgm:spPr/>
    </dgm:pt>
    <dgm:pt modelId="{E857E99A-EDBB-48D9-96E8-65EDE73C2E2D}" type="pres">
      <dgm:prSet presAssocID="{35687651-B447-4F60-BB6B-66C018FBE341}" presName="hierChild4" presStyleCnt="0"/>
      <dgm:spPr/>
    </dgm:pt>
    <dgm:pt modelId="{FC3842AC-DD06-4D33-BE15-873043C1A726}" type="pres">
      <dgm:prSet presAssocID="{35687651-B447-4F60-BB6B-66C018FBE341}" presName="hierChild5" presStyleCnt="0"/>
      <dgm:spPr/>
    </dgm:pt>
    <dgm:pt modelId="{A7ED3E2A-998F-418B-9295-6B0A31FE02C3}" type="pres">
      <dgm:prSet presAssocID="{A3722BD6-0DD2-4249-9C21-B6CB69E92DF0}" presName="Name35" presStyleLbl="parChTrans1D3" presStyleIdx="3" presStyleCnt="5"/>
      <dgm:spPr/>
    </dgm:pt>
    <dgm:pt modelId="{675279E8-9E8F-499F-BD10-E5430E9190F0}" type="pres">
      <dgm:prSet presAssocID="{997AF2C1-4376-466D-ABE9-47A08B11E6E2}" presName="hierRoot2" presStyleCnt="0">
        <dgm:presLayoutVars>
          <dgm:hierBranch val="r"/>
        </dgm:presLayoutVars>
      </dgm:prSet>
      <dgm:spPr/>
    </dgm:pt>
    <dgm:pt modelId="{2070F7A9-BAA3-4E7C-B8B0-251212741DC9}" type="pres">
      <dgm:prSet presAssocID="{997AF2C1-4376-466D-ABE9-47A08B11E6E2}" presName="rootComposite" presStyleCnt="0"/>
      <dgm:spPr/>
    </dgm:pt>
    <dgm:pt modelId="{942DE252-68F9-491B-9739-75E5016A192D}" type="pres">
      <dgm:prSet presAssocID="{997AF2C1-4376-466D-ABE9-47A08B11E6E2}" presName="rootText" presStyleLbl="node3" presStyleIdx="3" presStyleCnt="5">
        <dgm:presLayoutVars>
          <dgm:chPref val="3"/>
        </dgm:presLayoutVars>
      </dgm:prSet>
      <dgm:spPr/>
    </dgm:pt>
    <dgm:pt modelId="{FBD5CBF5-4762-4290-A938-25A0CAEC0462}" type="pres">
      <dgm:prSet presAssocID="{997AF2C1-4376-466D-ABE9-47A08B11E6E2}" presName="rootConnector" presStyleLbl="node3" presStyleIdx="3" presStyleCnt="5"/>
      <dgm:spPr/>
    </dgm:pt>
    <dgm:pt modelId="{9B87EB9F-D818-4480-B2C9-F4A604FB9BD7}" type="pres">
      <dgm:prSet presAssocID="{997AF2C1-4376-466D-ABE9-47A08B11E6E2}" presName="hierChild4" presStyleCnt="0"/>
      <dgm:spPr/>
    </dgm:pt>
    <dgm:pt modelId="{4B9D917B-8A44-42DC-968C-94F2A6D22466}" type="pres">
      <dgm:prSet presAssocID="{997AF2C1-4376-466D-ABE9-47A08B11E6E2}" presName="hierChild5" presStyleCnt="0"/>
      <dgm:spPr/>
    </dgm:pt>
    <dgm:pt modelId="{82A2CD54-5D28-4BD3-ACAC-568527432129}" type="pres">
      <dgm:prSet presAssocID="{9AF4F28B-3F5B-42E7-AC93-E56000F70A81}" presName="Name35" presStyleLbl="parChTrans1D3" presStyleIdx="4" presStyleCnt="5"/>
      <dgm:spPr/>
    </dgm:pt>
    <dgm:pt modelId="{752CC87A-39CF-4148-9624-0B4E1367AA68}" type="pres">
      <dgm:prSet presAssocID="{780AD0F1-B0DF-48DB-A194-A18874C1F6A9}" presName="hierRoot2" presStyleCnt="0">
        <dgm:presLayoutVars>
          <dgm:hierBranch val="r"/>
        </dgm:presLayoutVars>
      </dgm:prSet>
      <dgm:spPr/>
    </dgm:pt>
    <dgm:pt modelId="{2AC40300-27C7-4CBB-9199-14DC282075FF}" type="pres">
      <dgm:prSet presAssocID="{780AD0F1-B0DF-48DB-A194-A18874C1F6A9}" presName="rootComposite" presStyleCnt="0"/>
      <dgm:spPr/>
    </dgm:pt>
    <dgm:pt modelId="{01F39A25-6BF1-446C-A1FD-E034592E7C7B}" type="pres">
      <dgm:prSet presAssocID="{780AD0F1-B0DF-48DB-A194-A18874C1F6A9}" presName="rootText" presStyleLbl="node3" presStyleIdx="4" presStyleCnt="5">
        <dgm:presLayoutVars>
          <dgm:chPref val="3"/>
        </dgm:presLayoutVars>
      </dgm:prSet>
      <dgm:spPr/>
    </dgm:pt>
    <dgm:pt modelId="{FB0ABE8A-B269-44E3-AFED-652C3607DBB2}" type="pres">
      <dgm:prSet presAssocID="{780AD0F1-B0DF-48DB-A194-A18874C1F6A9}" presName="rootConnector" presStyleLbl="node3" presStyleIdx="4" presStyleCnt="5"/>
      <dgm:spPr/>
    </dgm:pt>
    <dgm:pt modelId="{68B34682-D639-4CD4-8530-D5115A2600AA}" type="pres">
      <dgm:prSet presAssocID="{780AD0F1-B0DF-48DB-A194-A18874C1F6A9}" presName="hierChild4" presStyleCnt="0"/>
      <dgm:spPr/>
    </dgm:pt>
    <dgm:pt modelId="{498DFB6E-E904-4CD1-B866-61787F81327B}" type="pres">
      <dgm:prSet presAssocID="{780AD0F1-B0DF-48DB-A194-A18874C1F6A9}" presName="hierChild5" presStyleCnt="0"/>
      <dgm:spPr/>
    </dgm:pt>
    <dgm:pt modelId="{596CA74A-B6E0-418D-8A02-D2E78BCE301B}" type="pres">
      <dgm:prSet presAssocID="{D09399AE-4082-43B0-BA5B-39ADA5DA9940}" presName="hierChild5" presStyleCnt="0"/>
      <dgm:spPr/>
    </dgm:pt>
    <dgm:pt modelId="{CDD04321-33D5-47E4-99FD-DDDDF3D13E40}" type="pres">
      <dgm:prSet presAssocID="{D1CE2BCC-3302-42CF-9879-C8E153CBFB85}" presName="Name35" presStyleLbl="parChTrans1D2" presStyleIdx="6" presStyleCnt="9"/>
      <dgm:spPr/>
    </dgm:pt>
    <dgm:pt modelId="{05079C92-B270-48D4-B7BA-43836140BF4E}" type="pres">
      <dgm:prSet presAssocID="{1269BB0A-A57E-4B15-902E-41CB480E1663}" presName="hierRoot2" presStyleCnt="0">
        <dgm:presLayoutVars>
          <dgm:hierBranch/>
        </dgm:presLayoutVars>
      </dgm:prSet>
      <dgm:spPr/>
    </dgm:pt>
    <dgm:pt modelId="{87381991-87B5-4311-A499-655237A1021E}" type="pres">
      <dgm:prSet presAssocID="{1269BB0A-A57E-4B15-902E-41CB480E1663}" presName="rootComposite" presStyleCnt="0"/>
      <dgm:spPr/>
    </dgm:pt>
    <dgm:pt modelId="{254F4877-9392-4E51-8E2C-9A487B4B4108}" type="pres">
      <dgm:prSet presAssocID="{1269BB0A-A57E-4B15-902E-41CB480E1663}" presName="rootText" presStyleLbl="node2" presStyleIdx="6" presStyleCnt="9">
        <dgm:presLayoutVars>
          <dgm:chPref val="3"/>
        </dgm:presLayoutVars>
      </dgm:prSet>
      <dgm:spPr/>
    </dgm:pt>
    <dgm:pt modelId="{CE8EF805-3671-4AF2-8AE3-27875B98009E}" type="pres">
      <dgm:prSet presAssocID="{1269BB0A-A57E-4B15-902E-41CB480E1663}" presName="rootConnector" presStyleLbl="node2" presStyleIdx="6" presStyleCnt="9"/>
      <dgm:spPr/>
    </dgm:pt>
    <dgm:pt modelId="{F868671C-4C12-4912-AA58-F48B2410FCB4}" type="pres">
      <dgm:prSet presAssocID="{1269BB0A-A57E-4B15-902E-41CB480E1663}" presName="hierChild4" presStyleCnt="0"/>
      <dgm:spPr/>
    </dgm:pt>
    <dgm:pt modelId="{FB5C4E9D-6702-46A5-BF15-B9E277487617}" type="pres">
      <dgm:prSet presAssocID="{1269BB0A-A57E-4B15-902E-41CB480E1663}" presName="hierChild5" presStyleCnt="0"/>
      <dgm:spPr/>
    </dgm:pt>
    <dgm:pt modelId="{86800578-0BA7-46AE-B601-C12256E09133}" type="pres">
      <dgm:prSet presAssocID="{276968BC-0E9C-443C-BD19-B06D87BE8D61}" presName="Name35" presStyleLbl="parChTrans1D2" presStyleIdx="7" presStyleCnt="9"/>
      <dgm:spPr/>
    </dgm:pt>
    <dgm:pt modelId="{CB9E579D-E968-41E1-B96A-34ED2ABBE1C7}" type="pres">
      <dgm:prSet presAssocID="{0F075F84-CC05-422D-8600-EE67161AB8C6}" presName="hierRoot2" presStyleCnt="0">
        <dgm:presLayoutVars>
          <dgm:hierBranch/>
        </dgm:presLayoutVars>
      </dgm:prSet>
      <dgm:spPr/>
    </dgm:pt>
    <dgm:pt modelId="{2B9D8176-B0EB-4542-910F-623095DBBBEF}" type="pres">
      <dgm:prSet presAssocID="{0F075F84-CC05-422D-8600-EE67161AB8C6}" presName="rootComposite" presStyleCnt="0"/>
      <dgm:spPr/>
    </dgm:pt>
    <dgm:pt modelId="{23F59C35-C182-4530-8EC7-8B05F2F6136D}" type="pres">
      <dgm:prSet presAssocID="{0F075F84-CC05-422D-8600-EE67161AB8C6}" presName="rootText" presStyleLbl="node2" presStyleIdx="7" presStyleCnt="9">
        <dgm:presLayoutVars>
          <dgm:chPref val="3"/>
        </dgm:presLayoutVars>
      </dgm:prSet>
      <dgm:spPr/>
    </dgm:pt>
    <dgm:pt modelId="{05DDB092-E5C0-4CB4-8864-54675FD80E76}" type="pres">
      <dgm:prSet presAssocID="{0F075F84-CC05-422D-8600-EE67161AB8C6}" presName="rootConnector" presStyleLbl="node2" presStyleIdx="7" presStyleCnt="9"/>
      <dgm:spPr/>
    </dgm:pt>
    <dgm:pt modelId="{1C015AFA-E65F-4E1F-986B-0E4DDF4F2DE3}" type="pres">
      <dgm:prSet presAssocID="{0F075F84-CC05-422D-8600-EE67161AB8C6}" presName="hierChild4" presStyleCnt="0"/>
      <dgm:spPr/>
    </dgm:pt>
    <dgm:pt modelId="{B3DA5AB6-0B10-4CF4-9876-0AE232B94FE9}" type="pres">
      <dgm:prSet presAssocID="{0F075F84-CC05-422D-8600-EE67161AB8C6}" presName="hierChild5" presStyleCnt="0"/>
      <dgm:spPr/>
    </dgm:pt>
    <dgm:pt modelId="{D1300082-13FB-49BB-AC51-1EC75A8D093D}" type="pres">
      <dgm:prSet presAssocID="{12EDEB25-DAAF-4C93-9BA5-1BB93F3FB905}" presName="Name35" presStyleLbl="parChTrans1D2" presStyleIdx="8" presStyleCnt="9"/>
      <dgm:spPr/>
    </dgm:pt>
    <dgm:pt modelId="{8EE64034-039B-40CF-B451-0E14E428671E}" type="pres">
      <dgm:prSet presAssocID="{9D2433B5-84B1-473B-91AE-8B270677F4CF}" presName="hierRoot2" presStyleCnt="0">
        <dgm:presLayoutVars>
          <dgm:hierBranch/>
        </dgm:presLayoutVars>
      </dgm:prSet>
      <dgm:spPr/>
    </dgm:pt>
    <dgm:pt modelId="{A75BFCC5-C774-4AF8-ABE9-C6B7281912BB}" type="pres">
      <dgm:prSet presAssocID="{9D2433B5-84B1-473B-91AE-8B270677F4CF}" presName="rootComposite" presStyleCnt="0"/>
      <dgm:spPr/>
    </dgm:pt>
    <dgm:pt modelId="{D44315A1-0233-4AA5-A3AD-7AFC60063396}" type="pres">
      <dgm:prSet presAssocID="{9D2433B5-84B1-473B-91AE-8B270677F4CF}" presName="rootText" presStyleLbl="node2" presStyleIdx="8" presStyleCnt="9">
        <dgm:presLayoutVars>
          <dgm:chPref val="3"/>
        </dgm:presLayoutVars>
      </dgm:prSet>
      <dgm:spPr/>
    </dgm:pt>
    <dgm:pt modelId="{08E7FB3F-74B9-41E9-A25F-324ACD33C8E7}" type="pres">
      <dgm:prSet presAssocID="{9D2433B5-84B1-473B-91AE-8B270677F4CF}" presName="rootConnector" presStyleLbl="node2" presStyleIdx="8" presStyleCnt="9"/>
      <dgm:spPr/>
    </dgm:pt>
    <dgm:pt modelId="{D9BCFF99-49A2-450C-A0A6-910583706FCD}" type="pres">
      <dgm:prSet presAssocID="{9D2433B5-84B1-473B-91AE-8B270677F4CF}" presName="hierChild4" presStyleCnt="0"/>
      <dgm:spPr/>
    </dgm:pt>
    <dgm:pt modelId="{DE907085-D4E1-4D79-B432-3ECF2299525C}" type="pres">
      <dgm:prSet presAssocID="{9D2433B5-84B1-473B-91AE-8B270677F4CF}" presName="hierChild5" presStyleCnt="0"/>
      <dgm:spPr/>
    </dgm:pt>
    <dgm:pt modelId="{99DDED0E-F3C7-41C3-B09C-D9F8DDBD9302}" type="pres">
      <dgm:prSet presAssocID="{EA744657-0544-4C01-B88A-DCCA86E3CD15}" presName="hierChild3" presStyleCnt="0"/>
      <dgm:spPr/>
    </dgm:pt>
  </dgm:ptLst>
  <dgm:cxnLst>
    <dgm:cxn modelId="{30DAE007-3026-406A-A87E-DFEB8BDDAD19}" type="presOf" srcId="{D1CE2BCC-3302-42CF-9879-C8E153CBFB85}" destId="{CDD04321-33D5-47E4-99FD-DDDDF3D13E40}" srcOrd="0" destOrd="0" presId="urn:microsoft.com/office/officeart/2005/8/layout/orgChart1"/>
    <dgm:cxn modelId="{C47D1A0D-CC77-4677-A8E0-64FCAA3D1321}" type="presOf" srcId="{178AC15D-E7C2-48C2-9808-09EA47B3315F}" destId="{FF7BA8E4-39EE-49FE-9FAC-8916D9D4E368}" srcOrd="0" destOrd="0" presId="urn:microsoft.com/office/officeart/2005/8/layout/orgChart1"/>
    <dgm:cxn modelId="{04523B0D-6D11-4291-88E5-3A6D45C9496A}" type="presOf" srcId="{4CE03DC3-BA89-42D7-A8AC-379800B6489E}" destId="{99C5DF20-9E59-4BB8-A2EA-87427335B682}" srcOrd="0" destOrd="0" presId="urn:microsoft.com/office/officeart/2005/8/layout/orgChart1"/>
    <dgm:cxn modelId="{30470A10-A9F7-4FBE-A463-7E08A8C38196}" srcId="{D09399AE-4082-43B0-BA5B-39ADA5DA9940}" destId="{F69166A5-49EB-4127-A967-CFB9DC493DAD}" srcOrd="1" destOrd="0" parTransId="{3D5696C5-C0F5-428C-AF27-4CA20061D5A5}" sibTransId="{1501EA27-EED9-4371-8550-3B82628FE34D}"/>
    <dgm:cxn modelId="{DB4ACD12-060B-4523-806A-D39D8D2E8204}" type="presOf" srcId="{82758B01-DE8C-47F4-B8F3-53AD5F2D70BA}" destId="{F71E9F43-B41F-44CC-9CE4-1EE5F34C7251}" srcOrd="1" destOrd="0" presId="urn:microsoft.com/office/officeart/2005/8/layout/orgChart1"/>
    <dgm:cxn modelId="{24543D13-A970-4A0A-A53A-34C1787A50D5}" type="presOf" srcId="{1269BB0A-A57E-4B15-902E-41CB480E1663}" destId="{254F4877-9392-4E51-8E2C-9A487B4B4108}" srcOrd="0" destOrd="0" presId="urn:microsoft.com/office/officeart/2005/8/layout/orgChart1"/>
    <dgm:cxn modelId="{5D028C18-2D4B-41A3-AC2D-423F6D2D0ED0}" type="presOf" srcId="{8DECDB24-0B97-45F7-95C7-F14B9CC33685}" destId="{5E17C900-3194-4CD9-AD87-244823E239B5}" srcOrd="0" destOrd="0" presId="urn:microsoft.com/office/officeart/2005/8/layout/orgChart1"/>
    <dgm:cxn modelId="{4E9F8719-7041-44ED-AFD8-D19D6F41FA3C}" srcId="{D09399AE-4082-43B0-BA5B-39ADA5DA9940}" destId="{997AF2C1-4376-466D-ABE9-47A08B11E6E2}" srcOrd="3" destOrd="0" parTransId="{A3722BD6-0DD2-4249-9C21-B6CB69E92DF0}" sibTransId="{0C8BE106-5925-4706-B4D5-4F6A7A9D79B2}"/>
    <dgm:cxn modelId="{8E6B661D-F1BD-4069-AE56-9C5E01AC2EAF}" type="presOf" srcId="{7DF2E000-3967-427D-AF99-36CA0A1F564B}" destId="{45843A46-4A64-4ED7-BE53-292885B67D60}" srcOrd="0" destOrd="0" presId="urn:microsoft.com/office/officeart/2005/8/layout/orgChart1"/>
    <dgm:cxn modelId="{71459B1D-7775-4CCA-A469-55676AAE061A}" type="presOf" srcId="{9FC32A52-F0D5-4C76-B256-368ED4B077A9}" destId="{60B91746-06FD-419B-8CB0-D34A402D702A}" srcOrd="0" destOrd="0" presId="urn:microsoft.com/office/officeart/2005/8/layout/orgChart1"/>
    <dgm:cxn modelId="{AD9A5F21-BBFD-4D6F-8F4D-B8BD9F3F1527}" type="presOf" srcId="{780AD0F1-B0DF-48DB-A194-A18874C1F6A9}" destId="{FB0ABE8A-B269-44E3-AFED-652C3607DBB2}" srcOrd="1" destOrd="0" presId="urn:microsoft.com/office/officeart/2005/8/layout/orgChart1"/>
    <dgm:cxn modelId="{8E108E23-0B8B-4764-A955-B72110B3C298}" type="presOf" srcId="{D0BEE28C-D7A3-406B-B90D-4B43DE9097B8}" destId="{5EAAE0C3-F147-4542-8F96-AAEEC413062E}" srcOrd="0" destOrd="0" presId="urn:microsoft.com/office/officeart/2005/8/layout/orgChart1"/>
    <dgm:cxn modelId="{64D8C024-83AE-42DB-BB4F-E65F198A6D00}" srcId="{EA744657-0544-4C01-B88A-DCCA86E3CD15}" destId="{0F075F84-CC05-422D-8600-EE67161AB8C6}" srcOrd="7" destOrd="0" parTransId="{276968BC-0E9C-443C-BD19-B06D87BE8D61}" sibTransId="{A233EAEA-9847-4F07-B0F9-00CF435C1E03}"/>
    <dgm:cxn modelId="{D59F7F25-32C6-4A70-8FCF-77E935DA3996}" type="presOf" srcId="{3F20775F-5069-4DBF-BEF9-CBDFE13F2FF1}" destId="{9545759B-0EE2-4406-B522-4E4BDDD8E0A1}" srcOrd="1" destOrd="0" presId="urn:microsoft.com/office/officeart/2005/8/layout/orgChart1"/>
    <dgm:cxn modelId="{86205329-DE35-40A2-9DB4-B90177D65A99}" type="presOf" srcId="{1269BB0A-A57E-4B15-902E-41CB480E1663}" destId="{CE8EF805-3671-4AF2-8AE3-27875B98009E}" srcOrd="1" destOrd="0" presId="urn:microsoft.com/office/officeart/2005/8/layout/orgChart1"/>
    <dgm:cxn modelId="{8176192C-BFAA-4670-B030-524427E791BF}" type="presOf" srcId="{997AF2C1-4376-466D-ABE9-47A08B11E6E2}" destId="{FBD5CBF5-4762-4290-A938-25A0CAEC0462}" srcOrd="1" destOrd="0" presId="urn:microsoft.com/office/officeart/2005/8/layout/orgChart1"/>
    <dgm:cxn modelId="{5BFE1D2D-DC2C-4AFE-A3F3-2CB077598391}" type="presOf" srcId="{0F075F84-CC05-422D-8600-EE67161AB8C6}" destId="{05DDB092-E5C0-4CB4-8864-54675FD80E76}" srcOrd="1" destOrd="0" presId="urn:microsoft.com/office/officeart/2005/8/layout/orgChart1"/>
    <dgm:cxn modelId="{675B6A2D-AE75-4ECB-8E1F-7E4A0E538BC3}" type="presOf" srcId="{9D2433B5-84B1-473B-91AE-8B270677F4CF}" destId="{08E7FB3F-74B9-41E9-A25F-324ACD33C8E7}" srcOrd="1" destOrd="0" presId="urn:microsoft.com/office/officeart/2005/8/layout/orgChart1"/>
    <dgm:cxn modelId="{3221F72D-D20B-456A-85CD-90C60A9E4738}" type="presOf" srcId="{58A9E437-C24D-4E18-A670-0FF3307AAB46}" destId="{8E6F63BB-9BEC-41EC-A687-D751C71211A1}" srcOrd="0" destOrd="0" presId="urn:microsoft.com/office/officeart/2005/8/layout/orgChart1"/>
    <dgm:cxn modelId="{46C8AD2E-9B61-4A05-B846-C5014174DCD4}" type="presOf" srcId="{8DECDB24-0B97-45F7-95C7-F14B9CC33685}" destId="{ED6DEC0C-7E0B-4B92-94DC-675B77BBF062}" srcOrd="1" destOrd="0" presId="urn:microsoft.com/office/officeart/2005/8/layout/orgChart1"/>
    <dgm:cxn modelId="{F22AB62E-951F-4F80-A510-85E38B64E553}" type="presOf" srcId="{C2063AEF-B2F1-4E0F-87CE-DDD3373E63B2}" destId="{1AE43444-1009-4C76-ADA1-5BE47C230377}" srcOrd="0" destOrd="0" presId="urn:microsoft.com/office/officeart/2005/8/layout/orgChart1"/>
    <dgm:cxn modelId="{2351C332-08DE-4132-9075-BEB217554628}" type="presOf" srcId="{71ACAA77-A890-4732-8F13-D3C2B528BB79}" destId="{F691D28B-78B2-4AA6-B120-1C2CCCE42A08}" srcOrd="0" destOrd="0" presId="urn:microsoft.com/office/officeart/2005/8/layout/orgChart1"/>
    <dgm:cxn modelId="{C3D0B336-E0FF-42A7-9C2B-ED5D7AC937C0}" srcId="{D09399AE-4082-43B0-BA5B-39ADA5DA9940}" destId="{780AD0F1-B0DF-48DB-A194-A18874C1F6A9}" srcOrd="4" destOrd="0" parTransId="{9AF4F28B-3F5B-42E7-AC93-E56000F70A81}" sibTransId="{D5BC45F2-4332-4D82-9FEA-821C434B6E65}"/>
    <dgm:cxn modelId="{3A7B3737-743E-4217-863D-122A5B0D887D}" type="presOf" srcId="{87D485BC-ED6E-49D4-99E4-E25D6B5332FF}" destId="{83FE90B4-421F-4E9A-BB54-A34C6B5C2E35}" srcOrd="0" destOrd="0" presId="urn:microsoft.com/office/officeart/2005/8/layout/orgChart1"/>
    <dgm:cxn modelId="{DD1A6237-5444-4080-9ED3-E8CB77222E87}" type="presOf" srcId="{9AF4F28B-3F5B-42E7-AC93-E56000F70A81}" destId="{82A2CD54-5D28-4BD3-ACAC-568527432129}" srcOrd="0" destOrd="0" presId="urn:microsoft.com/office/officeart/2005/8/layout/orgChart1"/>
    <dgm:cxn modelId="{F2831A39-B570-4A99-B76B-3E0BD3DF0670}" type="presOf" srcId="{FB9EB523-3124-4D10-B46D-1A20E172429E}" destId="{E9EE4EBD-04E9-4DAB-B950-F227F6D900CF}" srcOrd="1" destOrd="0" presId="urn:microsoft.com/office/officeart/2005/8/layout/orgChart1"/>
    <dgm:cxn modelId="{08F28D3C-8871-4F21-B975-786AE27EA50E}" type="presOf" srcId="{FE234723-78DB-4188-8A73-6D6810283215}" destId="{E9506BB8-9C2C-4DFA-8C68-97C3B54AFFDB}" srcOrd="0" destOrd="0" presId="urn:microsoft.com/office/officeart/2005/8/layout/orgChart1"/>
    <dgm:cxn modelId="{1A4E543F-A774-46FE-8DBC-DF7D34FD151B}" srcId="{EA744657-0544-4C01-B88A-DCCA86E3CD15}" destId="{CE2F7986-5DBF-4E04-8E7D-3791C7956DE5}" srcOrd="2" destOrd="0" parTransId="{9FC32A52-F0D5-4C76-B256-368ED4B077A9}" sibTransId="{A25B6E22-9471-4B38-9627-021DB43E9CD8}"/>
    <dgm:cxn modelId="{338BCC5C-C1A9-4DB9-B6AD-351167FCC33D}" type="presOf" srcId="{7DDD9CD4-3A59-4793-A605-4CC14A30FF80}" destId="{C0094247-F1FB-4C89-AF2C-9884D659C97D}" srcOrd="0" destOrd="0" presId="urn:microsoft.com/office/officeart/2005/8/layout/orgChart1"/>
    <dgm:cxn modelId="{DB30E95E-CCF2-4B3C-A7C1-0E84CEEA897E}" type="presOf" srcId="{A3722BD6-0DD2-4249-9C21-B6CB69E92DF0}" destId="{A7ED3E2A-998F-418B-9295-6B0A31FE02C3}" srcOrd="0" destOrd="0" presId="urn:microsoft.com/office/officeart/2005/8/layout/orgChart1"/>
    <dgm:cxn modelId="{E48EFB44-78DD-47FB-9A80-D7FAF21ECD82}" srcId="{EA744657-0544-4C01-B88A-DCCA86E3CD15}" destId="{1269BB0A-A57E-4B15-902E-41CB480E1663}" srcOrd="6" destOrd="0" parTransId="{D1CE2BCC-3302-42CF-9879-C8E153CBFB85}" sibTransId="{49906AC0-79A7-4AE5-A1A4-0AB472305F5A}"/>
    <dgm:cxn modelId="{983AC069-CB9D-4022-B8CC-F6A74F82B274}" type="presOf" srcId="{7DDD9CD4-3A59-4793-A605-4CC14A30FF80}" destId="{23F01DF6-28D4-4D37-A31B-DFD5666E48F7}" srcOrd="1" destOrd="0" presId="urn:microsoft.com/office/officeart/2005/8/layout/orgChart1"/>
    <dgm:cxn modelId="{D0CAD369-A70E-4F79-9CD5-AA077B48EAFB}" type="presOf" srcId="{9D2433B5-84B1-473B-91AE-8B270677F4CF}" destId="{D44315A1-0233-4AA5-A3AD-7AFC60063396}" srcOrd="0" destOrd="0" presId="urn:microsoft.com/office/officeart/2005/8/layout/orgChart1"/>
    <dgm:cxn modelId="{BD7D064A-FF2E-46EC-A0EA-BE4583D2E22B}" type="presOf" srcId="{029C381B-2409-4543-9E60-0D42067B1EF8}" destId="{566EE9E1-3218-4306-9A61-0FD73F229CD6}" srcOrd="0" destOrd="0" presId="urn:microsoft.com/office/officeart/2005/8/layout/orgChart1"/>
    <dgm:cxn modelId="{DFE96D4A-878D-4D37-9B7A-304F54CB67A6}" type="presOf" srcId="{BAD0A547-60ED-4757-B278-3A920CD6A70F}" destId="{C2C15621-2408-4751-BA90-6D4A0A3524C7}" srcOrd="0" destOrd="0" presId="urn:microsoft.com/office/officeart/2005/8/layout/orgChart1"/>
    <dgm:cxn modelId="{8A26726D-98BA-487B-86AD-029C637630E2}" type="presOf" srcId="{CE2F7986-5DBF-4E04-8E7D-3791C7956DE5}" destId="{4389E4E5-F0A3-4BCC-BC1D-4ADC9227A46E}" srcOrd="0" destOrd="0" presId="urn:microsoft.com/office/officeart/2005/8/layout/orgChart1"/>
    <dgm:cxn modelId="{60F8256F-60AF-4F69-A69F-9F5BB9ECB66D}" type="presOf" srcId="{997AF2C1-4376-466D-ABE9-47A08B11E6E2}" destId="{942DE252-68F9-491B-9739-75E5016A192D}" srcOrd="0" destOrd="0" presId="urn:microsoft.com/office/officeart/2005/8/layout/orgChart1"/>
    <dgm:cxn modelId="{593BC571-EBC4-4AB4-94C1-86B698A1681F}" srcId="{8DECDB24-0B97-45F7-95C7-F14B9CC33685}" destId="{7DDD9CD4-3A59-4793-A605-4CC14A30FF80}" srcOrd="2" destOrd="0" parTransId="{12E731E6-E19F-4605-8EDF-F2F8EAD01B12}" sibTransId="{631AE1CA-9F59-4A46-B226-FEFA43A6FF5E}"/>
    <dgm:cxn modelId="{9A619D74-06E5-4FE5-9843-87C520E61CEA}" type="presOf" srcId="{7DF2E000-3967-427D-AF99-36CA0A1F564B}" destId="{42815088-B603-4E74-9373-38CA0EEF3CAC}" srcOrd="1" destOrd="0" presId="urn:microsoft.com/office/officeart/2005/8/layout/orgChart1"/>
    <dgm:cxn modelId="{BC18A175-3BE2-4A07-A9D7-6BCF3033E171}" type="presOf" srcId="{EA744657-0544-4C01-B88A-DCCA86E3CD15}" destId="{14A64614-EF6F-490F-A961-CD7A3C30F1D8}" srcOrd="1" destOrd="0" presId="urn:microsoft.com/office/officeart/2005/8/layout/orgChart1"/>
    <dgm:cxn modelId="{6501D775-ABE4-4BCE-8F8B-644241E2D9C8}" type="presOf" srcId="{EA744657-0544-4C01-B88A-DCCA86E3CD15}" destId="{64C780C5-92B2-48D0-BC27-DF5C02747E1B}" srcOrd="0" destOrd="0" presId="urn:microsoft.com/office/officeart/2005/8/layout/orgChart1"/>
    <dgm:cxn modelId="{55845756-9E60-4F33-97B7-64926D065DD4}" srcId="{EA744657-0544-4C01-B88A-DCCA86E3CD15}" destId="{D09399AE-4082-43B0-BA5B-39ADA5DA9940}" srcOrd="5" destOrd="0" parTransId="{87D485BC-ED6E-49D4-99E4-E25D6B5332FF}" sibTransId="{05520CEA-5328-46F7-BCFB-BB6FF601C9D1}"/>
    <dgm:cxn modelId="{3F9D8A76-83E3-4EA1-B849-BC58AD890A1B}" type="presOf" srcId="{780AD0F1-B0DF-48DB-A194-A18874C1F6A9}" destId="{01F39A25-6BF1-446C-A1FD-E034592E7C7B}" srcOrd="0" destOrd="0" presId="urn:microsoft.com/office/officeart/2005/8/layout/orgChart1"/>
    <dgm:cxn modelId="{9C86B856-42F9-4BD8-91F8-A465A00AF2CE}" srcId="{EA744657-0544-4C01-B88A-DCCA86E3CD15}" destId="{FE234723-78DB-4188-8A73-6D6810283215}" srcOrd="3" destOrd="0" parTransId="{D0BEE28C-D7A3-406B-B90D-4B43DE9097B8}" sibTransId="{5802C489-0A77-42B0-B945-D7221BA18C5B}"/>
    <dgm:cxn modelId="{9BE3BF57-AE1E-48E8-8519-3C6E5E09D62B}" srcId="{EA744657-0544-4C01-B88A-DCCA86E3CD15}" destId="{58592B53-89C9-4DBC-B20C-144E76056202}" srcOrd="0" destOrd="0" parTransId="{DA412369-30FC-4FED-B924-6BF5E93FAE6E}" sibTransId="{F461D6E5-92FC-4CC3-B966-FFAF5F467A22}"/>
    <dgm:cxn modelId="{AD00AA7A-D78F-4C50-8555-0001570FCE8C}" type="presOf" srcId="{3D5696C5-C0F5-428C-AF27-4CA20061D5A5}" destId="{5EB9C72B-67A9-402A-9881-AC33C1CA86D0}" srcOrd="0" destOrd="0" presId="urn:microsoft.com/office/officeart/2005/8/layout/orgChart1"/>
    <dgm:cxn modelId="{AA59D85A-39F4-4885-911C-0E561323516C}" type="presOf" srcId="{CE2F7986-5DBF-4E04-8E7D-3791C7956DE5}" destId="{3DE6F652-D510-4FFA-A3E7-FBEBDD2070BA}" srcOrd="1" destOrd="0" presId="urn:microsoft.com/office/officeart/2005/8/layout/orgChart1"/>
    <dgm:cxn modelId="{2E5CE17B-285E-4E8E-9662-FC1221A19ADE}" srcId="{8DECDB24-0B97-45F7-95C7-F14B9CC33685}" destId="{3F20775F-5069-4DBF-BEF9-CBDFE13F2FF1}" srcOrd="4" destOrd="0" parTransId="{178AC15D-E7C2-48C2-9808-09EA47B3315F}" sibTransId="{1569E160-FBDA-4191-A76F-9598AD11CD23}"/>
    <dgm:cxn modelId="{7B26B37C-FE84-4DA3-94D2-E07F1E768867}" type="presOf" srcId="{12EDEB25-DAAF-4C93-9BA5-1BB93F3FB905}" destId="{D1300082-13FB-49BB-AC51-1EC75A8D093D}" srcOrd="0" destOrd="0" presId="urn:microsoft.com/office/officeart/2005/8/layout/orgChart1"/>
    <dgm:cxn modelId="{0330CE7D-B8F4-4E20-B37F-E21B5D27327B}" type="presOf" srcId="{434ADAA7-76D6-4D28-8BE0-F113D04B0647}" destId="{06522E71-B123-44BF-AFBC-200D74E2318D}" srcOrd="0" destOrd="0" presId="urn:microsoft.com/office/officeart/2005/8/layout/orgChart1"/>
    <dgm:cxn modelId="{637A8D7F-69AE-4887-8F39-A2A2F05E71DA}" type="presOf" srcId="{C2063AEF-B2F1-4E0F-87CE-DDD3373E63B2}" destId="{8E5EB3C6-ABFE-4303-B6BD-7738A71EC823}" srcOrd="1" destOrd="0" presId="urn:microsoft.com/office/officeart/2005/8/layout/orgChart1"/>
    <dgm:cxn modelId="{E2E27480-ABC1-48A6-BBF5-E14A0E89A345}" type="presOf" srcId="{0F075F84-CC05-422D-8600-EE67161AB8C6}" destId="{23F59C35-C182-4530-8EC7-8B05F2F6136D}" srcOrd="0" destOrd="0" presId="urn:microsoft.com/office/officeart/2005/8/layout/orgChart1"/>
    <dgm:cxn modelId="{673DE380-7D18-45BF-BC84-C613B350B95F}" type="presOf" srcId="{D09399AE-4082-43B0-BA5B-39ADA5DA9940}" destId="{4F2AF453-BE63-44F4-A939-7D07B9309AEF}" srcOrd="0" destOrd="0" presId="urn:microsoft.com/office/officeart/2005/8/layout/orgChart1"/>
    <dgm:cxn modelId="{682F1584-9EC9-4A01-9534-02E52C59DE86}" type="presOf" srcId="{82758B01-DE8C-47F4-B8F3-53AD5F2D70BA}" destId="{92EDD623-9108-4099-9677-BC5D7ACCEE26}" srcOrd="0" destOrd="0" presId="urn:microsoft.com/office/officeart/2005/8/layout/orgChart1"/>
    <dgm:cxn modelId="{9109618E-9FC2-485B-B624-C914977ED853}" type="presOf" srcId="{F69166A5-49EB-4127-A967-CFB9DC493DAD}" destId="{2E471BEA-EE94-447A-A52A-15CF01FC955A}" srcOrd="1" destOrd="0" presId="urn:microsoft.com/office/officeart/2005/8/layout/orgChart1"/>
    <dgm:cxn modelId="{9E048390-139D-48B2-B993-6665A2A2F3E8}" type="presOf" srcId="{9C7AEB9D-B298-4EA1-91D7-62AE0BA3F4FE}" destId="{CD470375-791C-49B5-805A-33AE7ADA278D}" srcOrd="0" destOrd="0" presId="urn:microsoft.com/office/officeart/2005/8/layout/orgChart1"/>
    <dgm:cxn modelId="{BAA49394-3E68-4C54-B9FF-B33685B2AC6B}" srcId="{EA744657-0544-4C01-B88A-DCCA86E3CD15}" destId="{82758B01-DE8C-47F4-B8F3-53AD5F2D70BA}" srcOrd="4" destOrd="0" parTransId="{434ADAA7-76D6-4D28-8BE0-F113D04B0647}" sibTransId="{965E5EF0-E29F-4766-927B-49A498FCB763}"/>
    <dgm:cxn modelId="{0653289B-D045-418E-8A60-106601668374}" type="presOf" srcId="{35687651-B447-4F60-BB6B-66C018FBE341}" destId="{0EB6ADA8-3FB6-4BC6-8A60-51FEA7B0E79F}" srcOrd="1" destOrd="0" presId="urn:microsoft.com/office/officeart/2005/8/layout/orgChart1"/>
    <dgm:cxn modelId="{E479669B-F4DF-4E12-8230-4961C3081E11}" type="presOf" srcId="{58592B53-89C9-4DBC-B20C-144E76056202}" destId="{0BEAA84C-03D0-4128-80F4-1599D770A538}" srcOrd="0" destOrd="0" presId="urn:microsoft.com/office/officeart/2005/8/layout/orgChart1"/>
    <dgm:cxn modelId="{6293339C-2CBD-4E28-BDBB-D3B91C636CF7}" type="presOf" srcId="{FB9EB523-3124-4D10-B46D-1A20E172429E}" destId="{2276AF51-19A9-4C2B-A457-AF7C511B54D8}" srcOrd="0" destOrd="0" presId="urn:microsoft.com/office/officeart/2005/8/layout/orgChart1"/>
    <dgm:cxn modelId="{7AAAC7A4-3DC3-453D-B07C-10FE74791561}" type="presOf" srcId="{58592B53-89C9-4DBC-B20C-144E76056202}" destId="{72F8AB5A-5996-4F37-82DB-8CCEBB023CFE}" srcOrd="1" destOrd="0" presId="urn:microsoft.com/office/officeart/2005/8/layout/orgChart1"/>
    <dgm:cxn modelId="{413887A7-A293-4CE0-8919-903F925A4217}" type="presOf" srcId="{276968BC-0E9C-443C-BD19-B06D87BE8D61}" destId="{86800578-0BA7-46AE-B601-C12256E09133}" srcOrd="0" destOrd="0" presId="urn:microsoft.com/office/officeart/2005/8/layout/orgChart1"/>
    <dgm:cxn modelId="{1DF48BAC-5D00-4845-9905-3A7ACF0633A2}" type="presOf" srcId="{DA412369-30FC-4FED-B924-6BF5E93FAE6E}" destId="{67D9938E-CE8E-4A30-80DA-8CF00E8BC339}" srcOrd="0" destOrd="0" presId="urn:microsoft.com/office/officeart/2005/8/layout/orgChart1"/>
    <dgm:cxn modelId="{CA2DCEAF-56D7-4203-90FF-415042828A62}" type="presOf" srcId="{D09399AE-4082-43B0-BA5B-39ADA5DA9940}" destId="{AFAF75DF-DAFF-470D-A65F-29D75A5C91C8}" srcOrd="1" destOrd="0" presId="urn:microsoft.com/office/officeart/2005/8/layout/orgChart1"/>
    <dgm:cxn modelId="{5D8B13B2-8957-4578-B372-96C24A6FEFC1}" srcId="{EA744657-0544-4C01-B88A-DCCA86E3CD15}" destId="{FB9EB523-3124-4D10-B46D-1A20E172429E}" srcOrd="1" destOrd="0" parTransId="{71ACAA77-A890-4732-8F13-D3C2B528BB79}" sibTransId="{FA89C70C-E77B-4DF8-A485-05C08B4066B0}"/>
    <dgm:cxn modelId="{381E68B2-BF5A-4BD8-A425-7B59294E47C1}" srcId="{8DECDB24-0B97-45F7-95C7-F14B9CC33685}" destId="{C2063AEF-B2F1-4E0F-87CE-DDD3373E63B2}" srcOrd="3" destOrd="0" parTransId="{029C381B-2409-4543-9E60-0D42067B1EF8}" sibTransId="{A20DF3BA-745D-484F-BE3B-F812D50B2FC1}"/>
    <dgm:cxn modelId="{A9FE96B6-9686-4263-BB65-68E2E07FA217}" type="presOf" srcId="{12E731E6-E19F-4605-8EDF-F2F8EAD01B12}" destId="{17393D8B-C467-46FB-9352-864C06FB5EB6}" srcOrd="0" destOrd="0" presId="urn:microsoft.com/office/officeart/2005/8/layout/orgChart1"/>
    <dgm:cxn modelId="{48D2EBBB-1A82-46A3-8DFA-E979178941A9}" type="presOf" srcId="{9C7AEB9D-B298-4EA1-91D7-62AE0BA3F4FE}" destId="{60BE8EEE-1910-485E-8392-FED0324E8721}" srcOrd="1" destOrd="0" presId="urn:microsoft.com/office/officeart/2005/8/layout/orgChart1"/>
    <dgm:cxn modelId="{31F573C1-7C33-4B93-9410-08BB25245004}" srcId="{EA744657-0544-4C01-B88A-DCCA86E3CD15}" destId="{9D2433B5-84B1-473B-91AE-8B270677F4CF}" srcOrd="8" destOrd="0" parTransId="{12EDEB25-DAAF-4C93-9BA5-1BB93F3FB905}" sibTransId="{75223A6A-410E-4412-A27F-EA344F9FF1FA}"/>
    <dgm:cxn modelId="{1FE19CC1-C6C2-474D-82FD-2E9741174F56}" type="presOf" srcId="{FE234723-78DB-4188-8A73-6D6810283215}" destId="{BBCFEB89-48B3-4842-85FB-B2697DDC7D08}" srcOrd="1" destOrd="0" presId="urn:microsoft.com/office/officeart/2005/8/layout/orgChart1"/>
    <dgm:cxn modelId="{BD3579DB-1D2B-4AA8-88F4-105CD27D5451}" type="presOf" srcId="{3F20775F-5069-4DBF-BEF9-CBDFE13F2FF1}" destId="{0EAC5102-1501-4FAC-8BC7-4D88CFF2BC97}" srcOrd="0" destOrd="0" presId="urn:microsoft.com/office/officeart/2005/8/layout/orgChart1"/>
    <dgm:cxn modelId="{191430DE-34EE-4A7D-9852-56FF2B9BA761}" type="presOf" srcId="{F69166A5-49EB-4127-A967-CFB9DC493DAD}" destId="{8D6D1CF7-989E-4370-9760-EEF3668619B6}" srcOrd="0" destOrd="0" presId="urn:microsoft.com/office/officeart/2005/8/layout/orgChart1"/>
    <dgm:cxn modelId="{3C9773DF-DA35-4DD9-A090-06E0946B33B7}" srcId="{D09399AE-4082-43B0-BA5B-39ADA5DA9940}" destId="{8DECDB24-0B97-45F7-95C7-F14B9CC33685}" srcOrd="0" destOrd="0" parTransId="{4CE03DC3-BA89-42D7-A8AC-379800B6489E}" sibTransId="{3AC2927C-E303-4271-A7AA-1A07A47F575E}"/>
    <dgm:cxn modelId="{0FE9BCDF-B4D0-4B74-B66D-30EA5AA48782}" srcId="{771AEC2F-0E4C-435D-999F-09A863E4D77A}" destId="{EA744657-0544-4C01-B88A-DCCA86E3CD15}" srcOrd="0" destOrd="0" parTransId="{73B404A7-660E-4733-BDB1-3D4DB451E532}" sibTransId="{CB4FCFAD-BD8D-4500-8857-10C4EBDAA01B}"/>
    <dgm:cxn modelId="{432773E0-A3A4-4447-AEB9-051015DF6E6E}" srcId="{D09399AE-4082-43B0-BA5B-39ADA5DA9940}" destId="{35687651-B447-4F60-BB6B-66C018FBE341}" srcOrd="2" destOrd="0" parTransId="{3B5286A4-5357-4E50-9A2C-F3987CFD05EE}" sibTransId="{E605202C-542E-4931-909C-6060A6E1A1CA}"/>
    <dgm:cxn modelId="{BAF1CEE7-8CBF-49F8-AA56-BE67FDF10FD6}" type="presOf" srcId="{35687651-B447-4F60-BB6B-66C018FBE341}" destId="{F29C25BF-08E8-4CD5-8EE7-F19CA919EF95}" srcOrd="0" destOrd="0" presId="urn:microsoft.com/office/officeart/2005/8/layout/orgChart1"/>
    <dgm:cxn modelId="{F87F5FE9-ADCF-4BBC-9930-1594FB0DE713}" srcId="{8DECDB24-0B97-45F7-95C7-F14B9CC33685}" destId="{9C7AEB9D-B298-4EA1-91D7-62AE0BA3F4FE}" srcOrd="0" destOrd="0" parTransId="{58A9E437-C24D-4E18-A670-0FF3307AAB46}" sibTransId="{11FF4B10-A834-4BB8-A2F5-E9749A4E7C2F}"/>
    <dgm:cxn modelId="{492891ED-CFB5-420D-A977-9A16A7251BAD}" type="presOf" srcId="{3B5286A4-5357-4E50-9A2C-F3987CFD05EE}" destId="{7E6C9BF6-9B90-40CB-8C68-8836F7FADB40}" srcOrd="0" destOrd="0" presId="urn:microsoft.com/office/officeart/2005/8/layout/orgChart1"/>
    <dgm:cxn modelId="{76C90DF0-18B1-4E7F-A21E-D2C9F970FB29}" type="presOf" srcId="{771AEC2F-0E4C-435D-999F-09A863E4D77A}" destId="{2BF19D3E-F59C-42A6-AC8C-3526E9E1E784}" srcOrd="0" destOrd="0" presId="urn:microsoft.com/office/officeart/2005/8/layout/orgChart1"/>
    <dgm:cxn modelId="{08C5A6F8-C05A-404F-ACD4-2AD0435C77AE}" srcId="{8DECDB24-0B97-45F7-95C7-F14B9CC33685}" destId="{7DF2E000-3967-427D-AF99-36CA0A1F564B}" srcOrd="1" destOrd="0" parTransId="{BAD0A547-60ED-4757-B278-3A920CD6A70F}" sibTransId="{63630A31-147F-45EA-ADF5-6C797F4C9AFF}"/>
    <dgm:cxn modelId="{BE170321-F6CC-4F34-8D73-B28434A586FB}" type="presParOf" srcId="{2BF19D3E-F59C-42A6-AC8C-3526E9E1E784}" destId="{21BED606-A8F4-435E-88FF-60DF259BD52F}" srcOrd="0" destOrd="0" presId="urn:microsoft.com/office/officeart/2005/8/layout/orgChart1"/>
    <dgm:cxn modelId="{70CB9789-5399-47C8-B650-291E1DBFCBA7}" type="presParOf" srcId="{21BED606-A8F4-435E-88FF-60DF259BD52F}" destId="{4C37128D-77A8-4971-9957-E33655DAE774}" srcOrd="0" destOrd="0" presId="urn:microsoft.com/office/officeart/2005/8/layout/orgChart1"/>
    <dgm:cxn modelId="{D58FDAB0-4271-420D-87C2-F3724057CB68}" type="presParOf" srcId="{4C37128D-77A8-4971-9957-E33655DAE774}" destId="{64C780C5-92B2-48D0-BC27-DF5C02747E1B}" srcOrd="0" destOrd="0" presId="urn:microsoft.com/office/officeart/2005/8/layout/orgChart1"/>
    <dgm:cxn modelId="{38D55678-8C4A-470F-8AF4-02B72781D44D}" type="presParOf" srcId="{4C37128D-77A8-4971-9957-E33655DAE774}" destId="{14A64614-EF6F-490F-A961-CD7A3C30F1D8}" srcOrd="1" destOrd="0" presId="urn:microsoft.com/office/officeart/2005/8/layout/orgChart1"/>
    <dgm:cxn modelId="{EDC63846-03F1-430F-87BA-8FD8547DD958}" type="presParOf" srcId="{21BED606-A8F4-435E-88FF-60DF259BD52F}" destId="{CC168FFF-6BE3-45D6-82E7-DF8D28DFF844}" srcOrd="1" destOrd="0" presId="urn:microsoft.com/office/officeart/2005/8/layout/orgChart1"/>
    <dgm:cxn modelId="{7715DDDB-BAB5-4C81-AC17-7D3EFB835CBA}" type="presParOf" srcId="{CC168FFF-6BE3-45D6-82E7-DF8D28DFF844}" destId="{67D9938E-CE8E-4A30-80DA-8CF00E8BC339}" srcOrd="0" destOrd="0" presId="urn:microsoft.com/office/officeart/2005/8/layout/orgChart1"/>
    <dgm:cxn modelId="{D4D5331F-E517-40A7-B551-0521CBB5BA2D}" type="presParOf" srcId="{CC168FFF-6BE3-45D6-82E7-DF8D28DFF844}" destId="{83BAD5A9-845B-4733-B8CA-192739546554}" srcOrd="1" destOrd="0" presId="urn:microsoft.com/office/officeart/2005/8/layout/orgChart1"/>
    <dgm:cxn modelId="{F08AE941-4339-4986-BD15-00A8B1252424}" type="presParOf" srcId="{83BAD5A9-845B-4733-B8CA-192739546554}" destId="{228A1C9E-5361-42C9-8661-5DA61CD4289D}" srcOrd="0" destOrd="0" presId="urn:microsoft.com/office/officeart/2005/8/layout/orgChart1"/>
    <dgm:cxn modelId="{5E0AD585-54B1-450F-ACD1-1685C5DF0CE0}" type="presParOf" srcId="{228A1C9E-5361-42C9-8661-5DA61CD4289D}" destId="{0BEAA84C-03D0-4128-80F4-1599D770A538}" srcOrd="0" destOrd="0" presId="urn:microsoft.com/office/officeart/2005/8/layout/orgChart1"/>
    <dgm:cxn modelId="{CE699CF1-7AD3-468B-8FE9-7F33222ACFC6}" type="presParOf" srcId="{228A1C9E-5361-42C9-8661-5DA61CD4289D}" destId="{72F8AB5A-5996-4F37-82DB-8CCEBB023CFE}" srcOrd="1" destOrd="0" presId="urn:microsoft.com/office/officeart/2005/8/layout/orgChart1"/>
    <dgm:cxn modelId="{D18528C1-7116-41E4-AA88-78FCD4118E18}" type="presParOf" srcId="{83BAD5A9-845B-4733-B8CA-192739546554}" destId="{6BFCE39F-AFE0-4451-9CB8-5D41872188C5}" srcOrd="1" destOrd="0" presId="urn:microsoft.com/office/officeart/2005/8/layout/orgChart1"/>
    <dgm:cxn modelId="{67BC909C-74C9-4F06-AE43-96A29A5C6B33}" type="presParOf" srcId="{83BAD5A9-845B-4733-B8CA-192739546554}" destId="{DE4BF22F-5B6D-47EB-B70E-FBF415443301}" srcOrd="2" destOrd="0" presId="urn:microsoft.com/office/officeart/2005/8/layout/orgChart1"/>
    <dgm:cxn modelId="{B144A7A3-771F-48FF-A2AA-4F9B7A43FCBB}" type="presParOf" srcId="{CC168FFF-6BE3-45D6-82E7-DF8D28DFF844}" destId="{F691D28B-78B2-4AA6-B120-1C2CCCE42A08}" srcOrd="2" destOrd="0" presId="urn:microsoft.com/office/officeart/2005/8/layout/orgChart1"/>
    <dgm:cxn modelId="{F3FCB47D-95CA-4336-8505-137954A470AC}" type="presParOf" srcId="{CC168FFF-6BE3-45D6-82E7-DF8D28DFF844}" destId="{9D12765B-2AEE-4F94-B06B-E3C17612ADBB}" srcOrd="3" destOrd="0" presId="urn:microsoft.com/office/officeart/2005/8/layout/orgChart1"/>
    <dgm:cxn modelId="{C6C7EC96-5BAF-49B3-9385-679C5818BA89}" type="presParOf" srcId="{9D12765B-2AEE-4F94-B06B-E3C17612ADBB}" destId="{C9C180CC-EDCA-4A39-881C-1E6F37380366}" srcOrd="0" destOrd="0" presId="urn:microsoft.com/office/officeart/2005/8/layout/orgChart1"/>
    <dgm:cxn modelId="{4C439210-9F61-4F8B-B717-B9BFF27FA8A7}" type="presParOf" srcId="{C9C180CC-EDCA-4A39-881C-1E6F37380366}" destId="{2276AF51-19A9-4C2B-A457-AF7C511B54D8}" srcOrd="0" destOrd="0" presId="urn:microsoft.com/office/officeart/2005/8/layout/orgChart1"/>
    <dgm:cxn modelId="{606BF797-701E-4907-A76E-2FED8609F21F}" type="presParOf" srcId="{C9C180CC-EDCA-4A39-881C-1E6F37380366}" destId="{E9EE4EBD-04E9-4DAB-B950-F227F6D900CF}" srcOrd="1" destOrd="0" presId="urn:microsoft.com/office/officeart/2005/8/layout/orgChart1"/>
    <dgm:cxn modelId="{FBAAE40C-3461-4137-BC0E-81DA89D603EE}" type="presParOf" srcId="{9D12765B-2AEE-4F94-B06B-E3C17612ADBB}" destId="{A01444E1-0D0B-4410-A570-3BAE2DE58114}" srcOrd="1" destOrd="0" presId="urn:microsoft.com/office/officeart/2005/8/layout/orgChart1"/>
    <dgm:cxn modelId="{979262BB-BC80-4B65-A5DC-4E01B3BAF6D6}" type="presParOf" srcId="{9D12765B-2AEE-4F94-B06B-E3C17612ADBB}" destId="{0B498424-BE08-4432-9951-3CFAB292CF3C}" srcOrd="2" destOrd="0" presId="urn:microsoft.com/office/officeart/2005/8/layout/orgChart1"/>
    <dgm:cxn modelId="{9F0A8A98-46D1-4DA4-B6F4-7E3AB426D6B9}" type="presParOf" srcId="{CC168FFF-6BE3-45D6-82E7-DF8D28DFF844}" destId="{60B91746-06FD-419B-8CB0-D34A402D702A}" srcOrd="4" destOrd="0" presId="urn:microsoft.com/office/officeart/2005/8/layout/orgChart1"/>
    <dgm:cxn modelId="{5C970AAC-769B-43A7-A6F4-C46EFC39FD87}" type="presParOf" srcId="{CC168FFF-6BE3-45D6-82E7-DF8D28DFF844}" destId="{48262FAA-13C4-4EC1-9E6B-E3B333C8DF92}" srcOrd="5" destOrd="0" presId="urn:microsoft.com/office/officeart/2005/8/layout/orgChart1"/>
    <dgm:cxn modelId="{2152F789-A6A1-4971-A4DE-5BB94501F75E}" type="presParOf" srcId="{48262FAA-13C4-4EC1-9E6B-E3B333C8DF92}" destId="{555F8237-7D3F-42F6-86E2-9BD54941C271}" srcOrd="0" destOrd="0" presId="urn:microsoft.com/office/officeart/2005/8/layout/orgChart1"/>
    <dgm:cxn modelId="{263541D4-0B59-4B9C-ACAD-0E8F44B5334A}" type="presParOf" srcId="{555F8237-7D3F-42F6-86E2-9BD54941C271}" destId="{4389E4E5-F0A3-4BCC-BC1D-4ADC9227A46E}" srcOrd="0" destOrd="0" presId="urn:microsoft.com/office/officeart/2005/8/layout/orgChart1"/>
    <dgm:cxn modelId="{C3999E01-FD5C-42FC-AC68-2B314A8623A3}" type="presParOf" srcId="{555F8237-7D3F-42F6-86E2-9BD54941C271}" destId="{3DE6F652-D510-4FFA-A3E7-FBEBDD2070BA}" srcOrd="1" destOrd="0" presId="urn:microsoft.com/office/officeart/2005/8/layout/orgChart1"/>
    <dgm:cxn modelId="{463F0718-B6F5-4D22-B74F-AC4428C55DAC}" type="presParOf" srcId="{48262FAA-13C4-4EC1-9E6B-E3B333C8DF92}" destId="{96805879-1835-45A7-9C88-1A34CFB3DD43}" srcOrd="1" destOrd="0" presId="urn:microsoft.com/office/officeart/2005/8/layout/orgChart1"/>
    <dgm:cxn modelId="{603BCC42-438E-484C-A67D-2430882D2D18}" type="presParOf" srcId="{48262FAA-13C4-4EC1-9E6B-E3B333C8DF92}" destId="{C5E5E121-9CD4-4154-BB8D-04972FAE7338}" srcOrd="2" destOrd="0" presId="urn:microsoft.com/office/officeart/2005/8/layout/orgChart1"/>
    <dgm:cxn modelId="{CE112A55-8249-4387-A257-16E664E2C0C9}" type="presParOf" srcId="{CC168FFF-6BE3-45D6-82E7-DF8D28DFF844}" destId="{5EAAE0C3-F147-4542-8F96-AAEEC413062E}" srcOrd="6" destOrd="0" presId="urn:microsoft.com/office/officeart/2005/8/layout/orgChart1"/>
    <dgm:cxn modelId="{72CE59AE-44D0-41AC-BC0C-7A5A41F0F32F}" type="presParOf" srcId="{CC168FFF-6BE3-45D6-82E7-DF8D28DFF844}" destId="{8BF1F9C8-9A51-405C-8A85-97946F7FDA2D}" srcOrd="7" destOrd="0" presId="urn:microsoft.com/office/officeart/2005/8/layout/orgChart1"/>
    <dgm:cxn modelId="{5F9A23EB-7828-4069-AD61-0F7D5A91102C}" type="presParOf" srcId="{8BF1F9C8-9A51-405C-8A85-97946F7FDA2D}" destId="{2F0C219E-66EC-4CDC-81BE-6060B0A05691}" srcOrd="0" destOrd="0" presId="urn:microsoft.com/office/officeart/2005/8/layout/orgChart1"/>
    <dgm:cxn modelId="{CC61AC7E-B0B4-426C-A4D9-3D8CFA2B9959}" type="presParOf" srcId="{2F0C219E-66EC-4CDC-81BE-6060B0A05691}" destId="{E9506BB8-9C2C-4DFA-8C68-97C3B54AFFDB}" srcOrd="0" destOrd="0" presId="urn:microsoft.com/office/officeart/2005/8/layout/orgChart1"/>
    <dgm:cxn modelId="{1D33F929-9A5A-4ABC-BF69-8C1BD8CDE88C}" type="presParOf" srcId="{2F0C219E-66EC-4CDC-81BE-6060B0A05691}" destId="{BBCFEB89-48B3-4842-85FB-B2697DDC7D08}" srcOrd="1" destOrd="0" presId="urn:microsoft.com/office/officeart/2005/8/layout/orgChart1"/>
    <dgm:cxn modelId="{166363C5-D3BC-4496-884D-590CFB6C695D}" type="presParOf" srcId="{8BF1F9C8-9A51-405C-8A85-97946F7FDA2D}" destId="{AA367858-D0BA-4024-8BCA-59C36881AC5B}" srcOrd="1" destOrd="0" presId="urn:microsoft.com/office/officeart/2005/8/layout/orgChart1"/>
    <dgm:cxn modelId="{074910BC-0C24-44FC-BB03-6225E900D5F6}" type="presParOf" srcId="{8BF1F9C8-9A51-405C-8A85-97946F7FDA2D}" destId="{734EF677-56E3-4BA3-B9D6-E4747FC2559B}" srcOrd="2" destOrd="0" presId="urn:microsoft.com/office/officeart/2005/8/layout/orgChart1"/>
    <dgm:cxn modelId="{CF9B45F3-552C-4C0C-92FC-AFB116946D6E}" type="presParOf" srcId="{CC168FFF-6BE3-45D6-82E7-DF8D28DFF844}" destId="{06522E71-B123-44BF-AFBC-200D74E2318D}" srcOrd="8" destOrd="0" presId="urn:microsoft.com/office/officeart/2005/8/layout/orgChart1"/>
    <dgm:cxn modelId="{ABF6CE12-C989-48B4-8263-50EEF97C678D}" type="presParOf" srcId="{CC168FFF-6BE3-45D6-82E7-DF8D28DFF844}" destId="{1792665B-22E0-4DCF-82F8-E9B94BF7253F}" srcOrd="9" destOrd="0" presId="urn:microsoft.com/office/officeart/2005/8/layout/orgChart1"/>
    <dgm:cxn modelId="{C281F63C-FA5F-4C33-8EFF-9C91519DDAC1}" type="presParOf" srcId="{1792665B-22E0-4DCF-82F8-E9B94BF7253F}" destId="{E43AF9B5-2E90-4934-ACF6-02104D34F7EC}" srcOrd="0" destOrd="0" presId="urn:microsoft.com/office/officeart/2005/8/layout/orgChart1"/>
    <dgm:cxn modelId="{CA413A3B-6E1D-4CEF-B49C-7C318B300A37}" type="presParOf" srcId="{E43AF9B5-2E90-4934-ACF6-02104D34F7EC}" destId="{92EDD623-9108-4099-9677-BC5D7ACCEE26}" srcOrd="0" destOrd="0" presId="urn:microsoft.com/office/officeart/2005/8/layout/orgChart1"/>
    <dgm:cxn modelId="{78A146E9-3E76-46F2-B1A5-41C5C52CF543}" type="presParOf" srcId="{E43AF9B5-2E90-4934-ACF6-02104D34F7EC}" destId="{F71E9F43-B41F-44CC-9CE4-1EE5F34C7251}" srcOrd="1" destOrd="0" presId="urn:microsoft.com/office/officeart/2005/8/layout/orgChart1"/>
    <dgm:cxn modelId="{63833F6C-3DE6-455F-958F-1CE60987D892}" type="presParOf" srcId="{1792665B-22E0-4DCF-82F8-E9B94BF7253F}" destId="{BEDFC48A-13C3-435B-BE7B-09E33B729058}" srcOrd="1" destOrd="0" presId="urn:microsoft.com/office/officeart/2005/8/layout/orgChart1"/>
    <dgm:cxn modelId="{72B3F2F0-6C23-465B-84F4-39ECB27BDA43}" type="presParOf" srcId="{1792665B-22E0-4DCF-82F8-E9B94BF7253F}" destId="{AA7FC90E-A587-43F0-8188-74EC2F5C7EEE}" srcOrd="2" destOrd="0" presId="urn:microsoft.com/office/officeart/2005/8/layout/orgChart1"/>
    <dgm:cxn modelId="{BFF1ABE0-6D78-44C8-B835-8D734BF1E507}" type="presParOf" srcId="{CC168FFF-6BE3-45D6-82E7-DF8D28DFF844}" destId="{83FE90B4-421F-4E9A-BB54-A34C6B5C2E35}" srcOrd="10" destOrd="0" presId="urn:microsoft.com/office/officeart/2005/8/layout/orgChart1"/>
    <dgm:cxn modelId="{50859D3F-B304-44E4-BD9D-FE6B93559491}" type="presParOf" srcId="{CC168FFF-6BE3-45D6-82E7-DF8D28DFF844}" destId="{688C9862-6FA5-45CA-8E55-59E2C3FE80D1}" srcOrd="11" destOrd="0" presId="urn:microsoft.com/office/officeart/2005/8/layout/orgChart1"/>
    <dgm:cxn modelId="{42AA6402-CFF7-450B-8125-11CDD66248AC}" type="presParOf" srcId="{688C9862-6FA5-45CA-8E55-59E2C3FE80D1}" destId="{D6806C01-6076-40E6-8695-C818A5D06CD4}" srcOrd="0" destOrd="0" presId="urn:microsoft.com/office/officeart/2005/8/layout/orgChart1"/>
    <dgm:cxn modelId="{436159C3-9AF3-41AE-9CBD-892615001AFD}" type="presParOf" srcId="{D6806C01-6076-40E6-8695-C818A5D06CD4}" destId="{4F2AF453-BE63-44F4-A939-7D07B9309AEF}" srcOrd="0" destOrd="0" presId="urn:microsoft.com/office/officeart/2005/8/layout/orgChart1"/>
    <dgm:cxn modelId="{C60700E9-5B1C-4DB9-8256-4FF011ADC46D}" type="presParOf" srcId="{D6806C01-6076-40E6-8695-C818A5D06CD4}" destId="{AFAF75DF-DAFF-470D-A65F-29D75A5C91C8}" srcOrd="1" destOrd="0" presId="urn:microsoft.com/office/officeart/2005/8/layout/orgChart1"/>
    <dgm:cxn modelId="{3AFC3946-8E8A-40C5-AE1A-AC65B842B565}" type="presParOf" srcId="{688C9862-6FA5-45CA-8E55-59E2C3FE80D1}" destId="{38BF0857-C5F6-4A25-85FF-F06A6CEF8643}" srcOrd="1" destOrd="0" presId="urn:microsoft.com/office/officeart/2005/8/layout/orgChart1"/>
    <dgm:cxn modelId="{194D5D93-FD72-4CBA-B7B1-9358446C4DEF}" type="presParOf" srcId="{38BF0857-C5F6-4A25-85FF-F06A6CEF8643}" destId="{99C5DF20-9E59-4BB8-A2EA-87427335B682}" srcOrd="0" destOrd="0" presId="urn:microsoft.com/office/officeart/2005/8/layout/orgChart1"/>
    <dgm:cxn modelId="{AD86BD66-98E9-4A17-83A8-2F475A545200}" type="presParOf" srcId="{38BF0857-C5F6-4A25-85FF-F06A6CEF8643}" destId="{6337F9C8-3938-497A-8F30-EAB307D45317}" srcOrd="1" destOrd="0" presId="urn:microsoft.com/office/officeart/2005/8/layout/orgChart1"/>
    <dgm:cxn modelId="{2F819CF9-4DE3-4603-92B8-1DEC4E4BA847}" type="presParOf" srcId="{6337F9C8-3938-497A-8F30-EAB307D45317}" destId="{ED2BC66C-09B6-4D00-ACBF-FE9D7247213F}" srcOrd="0" destOrd="0" presId="urn:microsoft.com/office/officeart/2005/8/layout/orgChart1"/>
    <dgm:cxn modelId="{88D8B7B4-7EBF-4EC9-A644-B9ED2AC90B8B}" type="presParOf" srcId="{ED2BC66C-09B6-4D00-ACBF-FE9D7247213F}" destId="{5E17C900-3194-4CD9-AD87-244823E239B5}" srcOrd="0" destOrd="0" presId="urn:microsoft.com/office/officeart/2005/8/layout/orgChart1"/>
    <dgm:cxn modelId="{169AC00C-0FE2-416A-BE57-C939456794C1}" type="presParOf" srcId="{ED2BC66C-09B6-4D00-ACBF-FE9D7247213F}" destId="{ED6DEC0C-7E0B-4B92-94DC-675B77BBF062}" srcOrd="1" destOrd="0" presId="urn:microsoft.com/office/officeart/2005/8/layout/orgChart1"/>
    <dgm:cxn modelId="{0693113E-306D-4E0A-8B78-3A845FC63FAD}" type="presParOf" srcId="{6337F9C8-3938-497A-8F30-EAB307D45317}" destId="{932BB9E4-EC6D-41FF-A36D-A0CE7BE8B499}" srcOrd="1" destOrd="0" presId="urn:microsoft.com/office/officeart/2005/8/layout/orgChart1"/>
    <dgm:cxn modelId="{92E0B17D-8D2F-4EA7-BE4F-2F386574D514}" type="presParOf" srcId="{932BB9E4-EC6D-41FF-A36D-A0CE7BE8B499}" destId="{8E6F63BB-9BEC-41EC-A687-D751C71211A1}" srcOrd="0" destOrd="0" presId="urn:microsoft.com/office/officeart/2005/8/layout/orgChart1"/>
    <dgm:cxn modelId="{0E11E1BA-EC21-43D3-9CF5-78ADEBFFC5E0}" type="presParOf" srcId="{932BB9E4-EC6D-41FF-A36D-A0CE7BE8B499}" destId="{C9A81CA0-E5D1-4C4C-8697-E9692FCAC910}" srcOrd="1" destOrd="0" presId="urn:microsoft.com/office/officeart/2005/8/layout/orgChart1"/>
    <dgm:cxn modelId="{C2F88D62-2199-48E1-977D-40DDB03507A8}" type="presParOf" srcId="{C9A81CA0-E5D1-4C4C-8697-E9692FCAC910}" destId="{F51E7827-FC7E-45E5-BBF3-0642A310939E}" srcOrd="0" destOrd="0" presId="urn:microsoft.com/office/officeart/2005/8/layout/orgChart1"/>
    <dgm:cxn modelId="{49CF8402-DC32-465E-A1A7-2E38CA46E20A}" type="presParOf" srcId="{F51E7827-FC7E-45E5-BBF3-0642A310939E}" destId="{CD470375-791C-49B5-805A-33AE7ADA278D}" srcOrd="0" destOrd="0" presId="urn:microsoft.com/office/officeart/2005/8/layout/orgChart1"/>
    <dgm:cxn modelId="{5216499E-4103-43CD-8E58-2932E8E6545E}" type="presParOf" srcId="{F51E7827-FC7E-45E5-BBF3-0642A310939E}" destId="{60BE8EEE-1910-485E-8392-FED0324E8721}" srcOrd="1" destOrd="0" presId="urn:microsoft.com/office/officeart/2005/8/layout/orgChart1"/>
    <dgm:cxn modelId="{93180065-05FC-419B-9343-231AA9A879B5}" type="presParOf" srcId="{C9A81CA0-E5D1-4C4C-8697-E9692FCAC910}" destId="{E46A319F-FA4A-40C4-8CA3-79D5DA5DD94A}" srcOrd="1" destOrd="0" presId="urn:microsoft.com/office/officeart/2005/8/layout/orgChart1"/>
    <dgm:cxn modelId="{D1632591-9E87-4744-8FD1-0D22D6D624E6}" type="presParOf" srcId="{C9A81CA0-E5D1-4C4C-8697-E9692FCAC910}" destId="{A42FCACE-FE92-423F-8D99-03B12CBF21BA}" srcOrd="2" destOrd="0" presId="urn:microsoft.com/office/officeart/2005/8/layout/orgChart1"/>
    <dgm:cxn modelId="{33548600-771D-4716-B4A4-7D757AAFDA4F}" type="presParOf" srcId="{932BB9E4-EC6D-41FF-A36D-A0CE7BE8B499}" destId="{C2C15621-2408-4751-BA90-6D4A0A3524C7}" srcOrd="2" destOrd="0" presId="urn:microsoft.com/office/officeart/2005/8/layout/orgChart1"/>
    <dgm:cxn modelId="{F10B756E-43F2-41B1-B651-98D387547EF0}" type="presParOf" srcId="{932BB9E4-EC6D-41FF-A36D-A0CE7BE8B499}" destId="{4B61E836-0B4F-4BC6-B98E-AA44F53A17F0}" srcOrd="3" destOrd="0" presId="urn:microsoft.com/office/officeart/2005/8/layout/orgChart1"/>
    <dgm:cxn modelId="{60C58FAB-5B00-4394-987E-ADC2942B0A68}" type="presParOf" srcId="{4B61E836-0B4F-4BC6-B98E-AA44F53A17F0}" destId="{2BD72729-7AB0-49E8-B860-939DA8B4F58F}" srcOrd="0" destOrd="0" presId="urn:microsoft.com/office/officeart/2005/8/layout/orgChart1"/>
    <dgm:cxn modelId="{F9832890-EE10-4E72-A663-192E1E7372F1}" type="presParOf" srcId="{2BD72729-7AB0-49E8-B860-939DA8B4F58F}" destId="{45843A46-4A64-4ED7-BE53-292885B67D60}" srcOrd="0" destOrd="0" presId="urn:microsoft.com/office/officeart/2005/8/layout/orgChart1"/>
    <dgm:cxn modelId="{177FF763-77E3-4351-AC37-D9800FC0B88B}" type="presParOf" srcId="{2BD72729-7AB0-49E8-B860-939DA8B4F58F}" destId="{42815088-B603-4E74-9373-38CA0EEF3CAC}" srcOrd="1" destOrd="0" presId="urn:microsoft.com/office/officeart/2005/8/layout/orgChart1"/>
    <dgm:cxn modelId="{FD9E3A52-BC66-404A-8F9F-28FE3116220B}" type="presParOf" srcId="{4B61E836-0B4F-4BC6-B98E-AA44F53A17F0}" destId="{05833B6C-06F2-4CA8-93E8-F05CF142E155}" srcOrd="1" destOrd="0" presId="urn:microsoft.com/office/officeart/2005/8/layout/orgChart1"/>
    <dgm:cxn modelId="{520CC80B-870F-463A-9068-1EB440741F6B}" type="presParOf" srcId="{4B61E836-0B4F-4BC6-B98E-AA44F53A17F0}" destId="{19B4143E-88CF-48AD-9F9F-82878A07C990}" srcOrd="2" destOrd="0" presId="urn:microsoft.com/office/officeart/2005/8/layout/orgChart1"/>
    <dgm:cxn modelId="{0260B1CF-497B-4972-BDA5-C3F3977D95F1}" type="presParOf" srcId="{932BB9E4-EC6D-41FF-A36D-A0CE7BE8B499}" destId="{17393D8B-C467-46FB-9352-864C06FB5EB6}" srcOrd="4" destOrd="0" presId="urn:microsoft.com/office/officeart/2005/8/layout/orgChart1"/>
    <dgm:cxn modelId="{5E339B5E-5A90-44B4-B4BC-F0FD1CFB7318}" type="presParOf" srcId="{932BB9E4-EC6D-41FF-A36D-A0CE7BE8B499}" destId="{911FDA58-60FC-4480-9DCF-28DECE93381D}" srcOrd="5" destOrd="0" presId="urn:microsoft.com/office/officeart/2005/8/layout/orgChart1"/>
    <dgm:cxn modelId="{D1693D69-B32C-4703-A147-83670B3BF1D5}" type="presParOf" srcId="{911FDA58-60FC-4480-9DCF-28DECE93381D}" destId="{3FF8230E-17F3-4624-9DA4-F193FABA3DA9}" srcOrd="0" destOrd="0" presId="urn:microsoft.com/office/officeart/2005/8/layout/orgChart1"/>
    <dgm:cxn modelId="{F7B14128-86DE-4325-9C26-E3285DF6D165}" type="presParOf" srcId="{3FF8230E-17F3-4624-9DA4-F193FABA3DA9}" destId="{C0094247-F1FB-4C89-AF2C-9884D659C97D}" srcOrd="0" destOrd="0" presId="urn:microsoft.com/office/officeart/2005/8/layout/orgChart1"/>
    <dgm:cxn modelId="{746C6352-0244-46CD-AA5F-20325BA7CEDC}" type="presParOf" srcId="{3FF8230E-17F3-4624-9DA4-F193FABA3DA9}" destId="{23F01DF6-28D4-4D37-A31B-DFD5666E48F7}" srcOrd="1" destOrd="0" presId="urn:microsoft.com/office/officeart/2005/8/layout/orgChart1"/>
    <dgm:cxn modelId="{AC77A8CF-3E87-4183-BD03-132224064951}" type="presParOf" srcId="{911FDA58-60FC-4480-9DCF-28DECE93381D}" destId="{78BD741F-A0C1-40EF-8350-5558B4857FEF}" srcOrd="1" destOrd="0" presId="urn:microsoft.com/office/officeart/2005/8/layout/orgChart1"/>
    <dgm:cxn modelId="{1CD10BF3-139A-4276-A551-62C7D2C21F32}" type="presParOf" srcId="{911FDA58-60FC-4480-9DCF-28DECE93381D}" destId="{F78D0606-8DFC-43E2-B9AB-4D696F00D23E}" srcOrd="2" destOrd="0" presId="urn:microsoft.com/office/officeart/2005/8/layout/orgChart1"/>
    <dgm:cxn modelId="{E544AE0B-9C2B-4DD8-9CA6-CCDFD56129C7}" type="presParOf" srcId="{932BB9E4-EC6D-41FF-A36D-A0CE7BE8B499}" destId="{566EE9E1-3218-4306-9A61-0FD73F229CD6}" srcOrd="6" destOrd="0" presId="urn:microsoft.com/office/officeart/2005/8/layout/orgChart1"/>
    <dgm:cxn modelId="{3157861E-A828-431D-8270-F1E2A50C4711}" type="presParOf" srcId="{932BB9E4-EC6D-41FF-A36D-A0CE7BE8B499}" destId="{E466E05F-C649-4B6C-A795-CED4578BCFD5}" srcOrd="7" destOrd="0" presId="urn:microsoft.com/office/officeart/2005/8/layout/orgChart1"/>
    <dgm:cxn modelId="{12DD3F1B-0901-4635-9B87-46F357CF7C6C}" type="presParOf" srcId="{E466E05F-C649-4B6C-A795-CED4578BCFD5}" destId="{0EF47E21-ABA4-44DC-836B-EF662C1F0E17}" srcOrd="0" destOrd="0" presId="urn:microsoft.com/office/officeart/2005/8/layout/orgChart1"/>
    <dgm:cxn modelId="{87B0E217-88FB-448F-B920-00B16C873570}" type="presParOf" srcId="{0EF47E21-ABA4-44DC-836B-EF662C1F0E17}" destId="{1AE43444-1009-4C76-ADA1-5BE47C230377}" srcOrd="0" destOrd="0" presId="urn:microsoft.com/office/officeart/2005/8/layout/orgChart1"/>
    <dgm:cxn modelId="{0406AA63-9F7B-4FEF-A3A0-783DCDCE514E}" type="presParOf" srcId="{0EF47E21-ABA4-44DC-836B-EF662C1F0E17}" destId="{8E5EB3C6-ABFE-4303-B6BD-7738A71EC823}" srcOrd="1" destOrd="0" presId="urn:microsoft.com/office/officeart/2005/8/layout/orgChart1"/>
    <dgm:cxn modelId="{7BDE470B-80EE-485F-BAB4-F8E0385605CA}" type="presParOf" srcId="{E466E05F-C649-4B6C-A795-CED4578BCFD5}" destId="{94551ADC-1BEB-4156-B2E8-FB24F5715240}" srcOrd="1" destOrd="0" presId="urn:microsoft.com/office/officeart/2005/8/layout/orgChart1"/>
    <dgm:cxn modelId="{D439753B-3F7F-45F3-831E-FFE73C16A8F5}" type="presParOf" srcId="{E466E05F-C649-4B6C-A795-CED4578BCFD5}" destId="{A16836E6-7399-424C-8617-7123531D305F}" srcOrd="2" destOrd="0" presId="urn:microsoft.com/office/officeart/2005/8/layout/orgChart1"/>
    <dgm:cxn modelId="{8A19A2CA-2360-48B3-A469-565B101D0F5A}" type="presParOf" srcId="{932BB9E4-EC6D-41FF-A36D-A0CE7BE8B499}" destId="{FF7BA8E4-39EE-49FE-9FAC-8916D9D4E368}" srcOrd="8" destOrd="0" presId="urn:microsoft.com/office/officeart/2005/8/layout/orgChart1"/>
    <dgm:cxn modelId="{5FEEDBBA-1EA5-4FEB-BE78-7569C38C9B8F}" type="presParOf" srcId="{932BB9E4-EC6D-41FF-A36D-A0CE7BE8B499}" destId="{BE8573A7-802E-4E59-8B01-0DEEC62E62CF}" srcOrd="9" destOrd="0" presId="urn:microsoft.com/office/officeart/2005/8/layout/orgChart1"/>
    <dgm:cxn modelId="{D1AD4DBC-E3BB-4807-8DC4-3F3FAB1149E9}" type="presParOf" srcId="{BE8573A7-802E-4E59-8B01-0DEEC62E62CF}" destId="{A52A446C-D303-4EF3-8E8D-F3A31926D22B}" srcOrd="0" destOrd="0" presId="urn:microsoft.com/office/officeart/2005/8/layout/orgChart1"/>
    <dgm:cxn modelId="{2D4A0F84-8BE8-4CE5-A304-7CD13DD20778}" type="presParOf" srcId="{A52A446C-D303-4EF3-8E8D-F3A31926D22B}" destId="{0EAC5102-1501-4FAC-8BC7-4D88CFF2BC97}" srcOrd="0" destOrd="0" presId="urn:microsoft.com/office/officeart/2005/8/layout/orgChart1"/>
    <dgm:cxn modelId="{98312ADA-DA6B-4632-8228-67B6252638FA}" type="presParOf" srcId="{A52A446C-D303-4EF3-8E8D-F3A31926D22B}" destId="{9545759B-0EE2-4406-B522-4E4BDDD8E0A1}" srcOrd="1" destOrd="0" presId="urn:microsoft.com/office/officeart/2005/8/layout/orgChart1"/>
    <dgm:cxn modelId="{3EA0CD8B-CC39-4DC0-85C2-A893A14DE071}" type="presParOf" srcId="{BE8573A7-802E-4E59-8B01-0DEEC62E62CF}" destId="{1F0F1151-435A-496B-A697-2598F2434C4C}" srcOrd="1" destOrd="0" presId="urn:microsoft.com/office/officeart/2005/8/layout/orgChart1"/>
    <dgm:cxn modelId="{B13EAEA9-CD78-4AD4-A787-226EA2471F24}" type="presParOf" srcId="{BE8573A7-802E-4E59-8B01-0DEEC62E62CF}" destId="{747888C6-9AA2-4B2A-9A72-3FFEF46F731E}" srcOrd="2" destOrd="0" presId="urn:microsoft.com/office/officeart/2005/8/layout/orgChart1"/>
    <dgm:cxn modelId="{918AAB74-424F-4044-A467-F1A3CAA36E85}" type="presParOf" srcId="{6337F9C8-3938-497A-8F30-EAB307D45317}" destId="{F3C7D8C0-C44F-4348-A863-7C235A43C2AA}" srcOrd="2" destOrd="0" presId="urn:microsoft.com/office/officeart/2005/8/layout/orgChart1"/>
    <dgm:cxn modelId="{00A0B093-CD99-4A07-84BE-2D1A4679C1C5}" type="presParOf" srcId="{38BF0857-C5F6-4A25-85FF-F06A6CEF8643}" destId="{5EB9C72B-67A9-402A-9881-AC33C1CA86D0}" srcOrd="2" destOrd="0" presId="urn:microsoft.com/office/officeart/2005/8/layout/orgChart1"/>
    <dgm:cxn modelId="{FDCBB727-8514-40C1-8E5C-EE9B2C100E86}" type="presParOf" srcId="{38BF0857-C5F6-4A25-85FF-F06A6CEF8643}" destId="{31A67EF8-692A-4D15-B145-F6B9A6773C53}" srcOrd="3" destOrd="0" presId="urn:microsoft.com/office/officeart/2005/8/layout/orgChart1"/>
    <dgm:cxn modelId="{984BB9E5-A4A3-460E-AE39-C183278D06A6}" type="presParOf" srcId="{31A67EF8-692A-4D15-B145-F6B9A6773C53}" destId="{56CF26F8-9A7E-4C53-A29B-2798F5E26BFC}" srcOrd="0" destOrd="0" presId="urn:microsoft.com/office/officeart/2005/8/layout/orgChart1"/>
    <dgm:cxn modelId="{D6A492FF-2119-4AB6-A008-595708E154F3}" type="presParOf" srcId="{56CF26F8-9A7E-4C53-A29B-2798F5E26BFC}" destId="{8D6D1CF7-989E-4370-9760-EEF3668619B6}" srcOrd="0" destOrd="0" presId="urn:microsoft.com/office/officeart/2005/8/layout/orgChart1"/>
    <dgm:cxn modelId="{6849D9C6-3F9F-4F6A-B158-FAA0A61478D1}" type="presParOf" srcId="{56CF26F8-9A7E-4C53-A29B-2798F5E26BFC}" destId="{2E471BEA-EE94-447A-A52A-15CF01FC955A}" srcOrd="1" destOrd="0" presId="urn:microsoft.com/office/officeart/2005/8/layout/orgChart1"/>
    <dgm:cxn modelId="{484A62CF-622A-44FC-A9FA-B04F30F8CAAF}" type="presParOf" srcId="{31A67EF8-692A-4D15-B145-F6B9A6773C53}" destId="{22532E8D-DBF2-42DA-BC23-58B027288320}" srcOrd="1" destOrd="0" presId="urn:microsoft.com/office/officeart/2005/8/layout/orgChart1"/>
    <dgm:cxn modelId="{B5A2C070-7608-49DC-A997-861E1560BCA1}" type="presParOf" srcId="{31A67EF8-692A-4D15-B145-F6B9A6773C53}" destId="{BB4F9AFF-0C36-4280-9F43-E8B21EC49B30}" srcOrd="2" destOrd="0" presId="urn:microsoft.com/office/officeart/2005/8/layout/orgChart1"/>
    <dgm:cxn modelId="{2E40C812-840A-4B07-BF7D-CDAF45BD81DD}" type="presParOf" srcId="{38BF0857-C5F6-4A25-85FF-F06A6CEF8643}" destId="{7E6C9BF6-9B90-40CB-8C68-8836F7FADB40}" srcOrd="4" destOrd="0" presId="urn:microsoft.com/office/officeart/2005/8/layout/orgChart1"/>
    <dgm:cxn modelId="{43D30AD3-FFB9-49DD-BE20-ADE8E0F788F9}" type="presParOf" srcId="{38BF0857-C5F6-4A25-85FF-F06A6CEF8643}" destId="{00F26AE4-46D2-493D-AD7C-7ED036847BE5}" srcOrd="5" destOrd="0" presId="urn:microsoft.com/office/officeart/2005/8/layout/orgChart1"/>
    <dgm:cxn modelId="{6DB123ED-EA1A-4BC9-9EA6-000FDE8F3C67}" type="presParOf" srcId="{00F26AE4-46D2-493D-AD7C-7ED036847BE5}" destId="{DCB99381-9C78-482E-B405-30576B3A9953}" srcOrd="0" destOrd="0" presId="urn:microsoft.com/office/officeart/2005/8/layout/orgChart1"/>
    <dgm:cxn modelId="{CED89000-BC55-495C-AF6B-2C2B5E3EF853}" type="presParOf" srcId="{DCB99381-9C78-482E-B405-30576B3A9953}" destId="{F29C25BF-08E8-4CD5-8EE7-F19CA919EF95}" srcOrd="0" destOrd="0" presId="urn:microsoft.com/office/officeart/2005/8/layout/orgChart1"/>
    <dgm:cxn modelId="{ED88B299-28AA-460F-AEEE-E58553779714}" type="presParOf" srcId="{DCB99381-9C78-482E-B405-30576B3A9953}" destId="{0EB6ADA8-3FB6-4BC6-8A60-51FEA7B0E79F}" srcOrd="1" destOrd="0" presId="urn:microsoft.com/office/officeart/2005/8/layout/orgChart1"/>
    <dgm:cxn modelId="{31CEE983-EEED-41FF-8268-F17CF1D43848}" type="presParOf" srcId="{00F26AE4-46D2-493D-AD7C-7ED036847BE5}" destId="{E857E99A-EDBB-48D9-96E8-65EDE73C2E2D}" srcOrd="1" destOrd="0" presId="urn:microsoft.com/office/officeart/2005/8/layout/orgChart1"/>
    <dgm:cxn modelId="{A4E573E0-7C77-41DB-83AE-D5BE58855DCE}" type="presParOf" srcId="{00F26AE4-46D2-493D-AD7C-7ED036847BE5}" destId="{FC3842AC-DD06-4D33-BE15-873043C1A726}" srcOrd="2" destOrd="0" presId="urn:microsoft.com/office/officeart/2005/8/layout/orgChart1"/>
    <dgm:cxn modelId="{24D758DE-B658-4059-87D4-8A30630DD0F7}" type="presParOf" srcId="{38BF0857-C5F6-4A25-85FF-F06A6CEF8643}" destId="{A7ED3E2A-998F-418B-9295-6B0A31FE02C3}" srcOrd="6" destOrd="0" presId="urn:microsoft.com/office/officeart/2005/8/layout/orgChart1"/>
    <dgm:cxn modelId="{071035B3-8278-41F5-B336-A48B0F9C812E}" type="presParOf" srcId="{38BF0857-C5F6-4A25-85FF-F06A6CEF8643}" destId="{675279E8-9E8F-499F-BD10-E5430E9190F0}" srcOrd="7" destOrd="0" presId="urn:microsoft.com/office/officeart/2005/8/layout/orgChart1"/>
    <dgm:cxn modelId="{B0269B4B-14E9-44FE-BB39-D681623578C8}" type="presParOf" srcId="{675279E8-9E8F-499F-BD10-E5430E9190F0}" destId="{2070F7A9-BAA3-4E7C-B8B0-251212741DC9}" srcOrd="0" destOrd="0" presId="urn:microsoft.com/office/officeart/2005/8/layout/orgChart1"/>
    <dgm:cxn modelId="{7714CCB3-9675-4DDE-A445-BBC39249FDA3}" type="presParOf" srcId="{2070F7A9-BAA3-4E7C-B8B0-251212741DC9}" destId="{942DE252-68F9-491B-9739-75E5016A192D}" srcOrd="0" destOrd="0" presId="urn:microsoft.com/office/officeart/2005/8/layout/orgChart1"/>
    <dgm:cxn modelId="{61FC724D-D85C-448E-9F59-DECF0C6893ED}" type="presParOf" srcId="{2070F7A9-BAA3-4E7C-B8B0-251212741DC9}" destId="{FBD5CBF5-4762-4290-A938-25A0CAEC0462}" srcOrd="1" destOrd="0" presId="urn:microsoft.com/office/officeart/2005/8/layout/orgChart1"/>
    <dgm:cxn modelId="{30D89954-563E-479D-B9D7-6CFDF0F6B403}" type="presParOf" srcId="{675279E8-9E8F-499F-BD10-E5430E9190F0}" destId="{9B87EB9F-D818-4480-B2C9-F4A604FB9BD7}" srcOrd="1" destOrd="0" presId="urn:microsoft.com/office/officeart/2005/8/layout/orgChart1"/>
    <dgm:cxn modelId="{835888B5-379B-4698-863E-2AA8F40B04B8}" type="presParOf" srcId="{675279E8-9E8F-499F-BD10-E5430E9190F0}" destId="{4B9D917B-8A44-42DC-968C-94F2A6D22466}" srcOrd="2" destOrd="0" presId="urn:microsoft.com/office/officeart/2005/8/layout/orgChart1"/>
    <dgm:cxn modelId="{F00DD4D0-1E42-46DE-847D-6C51C2FF9AD6}" type="presParOf" srcId="{38BF0857-C5F6-4A25-85FF-F06A6CEF8643}" destId="{82A2CD54-5D28-4BD3-ACAC-568527432129}" srcOrd="8" destOrd="0" presId="urn:microsoft.com/office/officeart/2005/8/layout/orgChart1"/>
    <dgm:cxn modelId="{A279F964-0EAA-46DB-8500-0A14F6356E19}" type="presParOf" srcId="{38BF0857-C5F6-4A25-85FF-F06A6CEF8643}" destId="{752CC87A-39CF-4148-9624-0B4E1367AA68}" srcOrd="9" destOrd="0" presId="urn:microsoft.com/office/officeart/2005/8/layout/orgChart1"/>
    <dgm:cxn modelId="{8FC07360-94D9-4A4F-8909-9F3C92688117}" type="presParOf" srcId="{752CC87A-39CF-4148-9624-0B4E1367AA68}" destId="{2AC40300-27C7-4CBB-9199-14DC282075FF}" srcOrd="0" destOrd="0" presId="urn:microsoft.com/office/officeart/2005/8/layout/orgChart1"/>
    <dgm:cxn modelId="{EA656304-5C58-49FE-A155-530BA31050CA}" type="presParOf" srcId="{2AC40300-27C7-4CBB-9199-14DC282075FF}" destId="{01F39A25-6BF1-446C-A1FD-E034592E7C7B}" srcOrd="0" destOrd="0" presId="urn:microsoft.com/office/officeart/2005/8/layout/orgChart1"/>
    <dgm:cxn modelId="{1EBC8D47-EAAF-452E-9E27-E638603021C4}" type="presParOf" srcId="{2AC40300-27C7-4CBB-9199-14DC282075FF}" destId="{FB0ABE8A-B269-44E3-AFED-652C3607DBB2}" srcOrd="1" destOrd="0" presId="urn:microsoft.com/office/officeart/2005/8/layout/orgChart1"/>
    <dgm:cxn modelId="{91F9FFA1-4427-4AA3-9145-35B6DA229EF9}" type="presParOf" srcId="{752CC87A-39CF-4148-9624-0B4E1367AA68}" destId="{68B34682-D639-4CD4-8530-D5115A2600AA}" srcOrd="1" destOrd="0" presId="urn:microsoft.com/office/officeart/2005/8/layout/orgChart1"/>
    <dgm:cxn modelId="{7A13210C-9CE3-4215-B9BE-59513791D4A2}" type="presParOf" srcId="{752CC87A-39CF-4148-9624-0B4E1367AA68}" destId="{498DFB6E-E904-4CD1-B866-61787F81327B}" srcOrd="2" destOrd="0" presId="urn:microsoft.com/office/officeart/2005/8/layout/orgChart1"/>
    <dgm:cxn modelId="{DCA974CB-601A-4D28-AE08-09EB099D5CB1}" type="presParOf" srcId="{688C9862-6FA5-45CA-8E55-59E2C3FE80D1}" destId="{596CA74A-B6E0-418D-8A02-D2E78BCE301B}" srcOrd="2" destOrd="0" presId="urn:microsoft.com/office/officeart/2005/8/layout/orgChart1"/>
    <dgm:cxn modelId="{73E17750-D623-4D10-A5B2-2002691281E2}" type="presParOf" srcId="{CC168FFF-6BE3-45D6-82E7-DF8D28DFF844}" destId="{CDD04321-33D5-47E4-99FD-DDDDF3D13E40}" srcOrd="12" destOrd="0" presId="urn:microsoft.com/office/officeart/2005/8/layout/orgChart1"/>
    <dgm:cxn modelId="{B3FF3DFD-AEF9-4351-A988-1DBFE7ECA9EA}" type="presParOf" srcId="{CC168FFF-6BE3-45D6-82E7-DF8D28DFF844}" destId="{05079C92-B270-48D4-B7BA-43836140BF4E}" srcOrd="13" destOrd="0" presId="urn:microsoft.com/office/officeart/2005/8/layout/orgChart1"/>
    <dgm:cxn modelId="{2623F442-71D6-4451-82BC-9E6AA477A1FC}" type="presParOf" srcId="{05079C92-B270-48D4-B7BA-43836140BF4E}" destId="{87381991-87B5-4311-A499-655237A1021E}" srcOrd="0" destOrd="0" presId="urn:microsoft.com/office/officeart/2005/8/layout/orgChart1"/>
    <dgm:cxn modelId="{141132A6-4C0B-4BF5-816F-98937ADB8B52}" type="presParOf" srcId="{87381991-87B5-4311-A499-655237A1021E}" destId="{254F4877-9392-4E51-8E2C-9A487B4B4108}" srcOrd="0" destOrd="0" presId="urn:microsoft.com/office/officeart/2005/8/layout/orgChart1"/>
    <dgm:cxn modelId="{4B6388D4-619C-41B8-AA2D-4798F1DCC8B1}" type="presParOf" srcId="{87381991-87B5-4311-A499-655237A1021E}" destId="{CE8EF805-3671-4AF2-8AE3-27875B98009E}" srcOrd="1" destOrd="0" presId="urn:microsoft.com/office/officeart/2005/8/layout/orgChart1"/>
    <dgm:cxn modelId="{7183C855-BD3F-4596-A0A0-EE39A735D6A3}" type="presParOf" srcId="{05079C92-B270-48D4-B7BA-43836140BF4E}" destId="{F868671C-4C12-4912-AA58-F48B2410FCB4}" srcOrd="1" destOrd="0" presId="urn:microsoft.com/office/officeart/2005/8/layout/orgChart1"/>
    <dgm:cxn modelId="{CCFC1F1E-ECC1-4D3E-A745-11CF53CF1E45}" type="presParOf" srcId="{05079C92-B270-48D4-B7BA-43836140BF4E}" destId="{FB5C4E9D-6702-46A5-BF15-B9E277487617}" srcOrd="2" destOrd="0" presId="urn:microsoft.com/office/officeart/2005/8/layout/orgChart1"/>
    <dgm:cxn modelId="{2F89D562-5589-4BD7-969B-5155FFF5128D}" type="presParOf" srcId="{CC168FFF-6BE3-45D6-82E7-DF8D28DFF844}" destId="{86800578-0BA7-46AE-B601-C12256E09133}" srcOrd="14" destOrd="0" presId="urn:microsoft.com/office/officeart/2005/8/layout/orgChart1"/>
    <dgm:cxn modelId="{ECF94B08-9640-467A-B94F-3CF34A152ADD}" type="presParOf" srcId="{CC168FFF-6BE3-45D6-82E7-DF8D28DFF844}" destId="{CB9E579D-E968-41E1-B96A-34ED2ABBE1C7}" srcOrd="15" destOrd="0" presId="urn:microsoft.com/office/officeart/2005/8/layout/orgChart1"/>
    <dgm:cxn modelId="{250C73ED-1846-4C41-9B33-647BCD3B874C}" type="presParOf" srcId="{CB9E579D-E968-41E1-B96A-34ED2ABBE1C7}" destId="{2B9D8176-B0EB-4542-910F-623095DBBBEF}" srcOrd="0" destOrd="0" presId="urn:microsoft.com/office/officeart/2005/8/layout/orgChart1"/>
    <dgm:cxn modelId="{AB81EFCA-6670-4586-9364-B3D1B53533A7}" type="presParOf" srcId="{2B9D8176-B0EB-4542-910F-623095DBBBEF}" destId="{23F59C35-C182-4530-8EC7-8B05F2F6136D}" srcOrd="0" destOrd="0" presId="urn:microsoft.com/office/officeart/2005/8/layout/orgChart1"/>
    <dgm:cxn modelId="{0C353C12-3D80-47B6-98AC-A0BB71921356}" type="presParOf" srcId="{2B9D8176-B0EB-4542-910F-623095DBBBEF}" destId="{05DDB092-E5C0-4CB4-8864-54675FD80E76}" srcOrd="1" destOrd="0" presId="urn:microsoft.com/office/officeart/2005/8/layout/orgChart1"/>
    <dgm:cxn modelId="{BB2F95E8-A4D2-46F2-BC3A-515589EE56BD}" type="presParOf" srcId="{CB9E579D-E968-41E1-B96A-34ED2ABBE1C7}" destId="{1C015AFA-E65F-4E1F-986B-0E4DDF4F2DE3}" srcOrd="1" destOrd="0" presId="urn:microsoft.com/office/officeart/2005/8/layout/orgChart1"/>
    <dgm:cxn modelId="{CE41F3C3-C0D2-4297-AF1B-69DED0C13E37}" type="presParOf" srcId="{CB9E579D-E968-41E1-B96A-34ED2ABBE1C7}" destId="{B3DA5AB6-0B10-4CF4-9876-0AE232B94FE9}" srcOrd="2" destOrd="0" presId="urn:microsoft.com/office/officeart/2005/8/layout/orgChart1"/>
    <dgm:cxn modelId="{0728F948-625A-4BFF-8776-C86490C5DB6C}" type="presParOf" srcId="{CC168FFF-6BE3-45D6-82E7-DF8D28DFF844}" destId="{D1300082-13FB-49BB-AC51-1EC75A8D093D}" srcOrd="16" destOrd="0" presId="urn:microsoft.com/office/officeart/2005/8/layout/orgChart1"/>
    <dgm:cxn modelId="{AF45047F-8DDA-4C3F-80F4-902ACA1DA2A4}" type="presParOf" srcId="{CC168FFF-6BE3-45D6-82E7-DF8D28DFF844}" destId="{8EE64034-039B-40CF-B451-0E14E428671E}" srcOrd="17" destOrd="0" presId="urn:microsoft.com/office/officeart/2005/8/layout/orgChart1"/>
    <dgm:cxn modelId="{045C0E10-DAA1-4D14-B753-A7BB9EB206A4}" type="presParOf" srcId="{8EE64034-039B-40CF-B451-0E14E428671E}" destId="{A75BFCC5-C774-4AF8-ABE9-C6B7281912BB}" srcOrd="0" destOrd="0" presId="urn:microsoft.com/office/officeart/2005/8/layout/orgChart1"/>
    <dgm:cxn modelId="{6E0911C5-5557-4F98-99E0-E4889C83454A}" type="presParOf" srcId="{A75BFCC5-C774-4AF8-ABE9-C6B7281912BB}" destId="{D44315A1-0233-4AA5-A3AD-7AFC60063396}" srcOrd="0" destOrd="0" presId="urn:microsoft.com/office/officeart/2005/8/layout/orgChart1"/>
    <dgm:cxn modelId="{5195E41D-66A7-4496-A760-3DB36A8FABB0}" type="presParOf" srcId="{A75BFCC5-C774-4AF8-ABE9-C6B7281912BB}" destId="{08E7FB3F-74B9-41E9-A25F-324ACD33C8E7}" srcOrd="1" destOrd="0" presId="urn:microsoft.com/office/officeart/2005/8/layout/orgChart1"/>
    <dgm:cxn modelId="{F2B6CA2E-EB56-494E-9C6D-EDD773F97C79}" type="presParOf" srcId="{8EE64034-039B-40CF-B451-0E14E428671E}" destId="{D9BCFF99-49A2-450C-A0A6-910583706FCD}" srcOrd="1" destOrd="0" presId="urn:microsoft.com/office/officeart/2005/8/layout/orgChart1"/>
    <dgm:cxn modelId="{E0FCDD07-4F37-4A72-8A23-A5FE82D1BE06}" type="presParOf" srcId="{8EE64034-039B-40CF-B451-0E14E428671E}" destId="{DE907085-D4E1-4D79-B432-3ECF2299525C}" srcOrd="2" destOrd="0" presId="urn:microsoft.com/office/officeart/2005/8/layout/orgChart1"/>
    <dgm:cxn modelId="{6DD0A610-A757-4000-B806-2220C0DBAE74}" type="presParOf" srcId="{21BED606-A8F4-435E-88FF-60DF259BD52F}" destId="{99DDED0E-F3C7-41C3-B09C-D9F8DDBD930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1A6797-840B-4B93-8020-2475A673BD35}" type="doc">
      <dgm:prSet loTypeId="urn:microsoft.com/office/officeart/2005/8/layout/orgChart1" loCatId="hierarchy" qsTypeId="urn:microsoft.com/office/officeart/2005/8/quickstyle/simple1" qsCatId="simple" csTypeId="urn:microsoft.com/office/officeart/2005/8/colors/accent1_2" csCatId="accent1"/>
      <dgm:spPr/>
    </dgm:pt>
    <dgm:pt modelId="{6DCC3E62-170B-4F4A-95BC-462566BC96DA}">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项目</a:t>
          </a:r>
        </a:p>
      </dgm:t>
    </dgm:pt>
    <dgm:pt modelId="{034562E4-5A44-4808-83E5-F6F70D5FCE38}" type="parTrans" cxnId="{9145F908-978E-4255-A91B-7813EA22CFA5}">
      <dgm:prSet/>
      <dgm:spPr/>
      <dgm:t>
        <a:bodyPr/>
        <a:lstStyle/>
        <a:p>
          <a:endParaRPr lang="zh-CN" altLang="en-US"/>
        </a:p>
      </dgm:t>
    </dgm:pt>
    <dgm:pt modelId="{D2B8A868-44C4-4453-977E-0E8F20C7EE7E}" type="sibTrans" cxnId="{9145F908-978E-4255-A91B-7813EA22CFA5}">
      <dgm:prSet/>
      <dgm:spPr/>
      <dgm:t>
        <a:bodyPr/>
        <a:lstStyle/>
        <a:p>
          <a:endParaRPr lang="zh-CN" altLang="en-US"/>
        </a:p>
      </dgm:t>
    </dgm:pt>
    <dgm:pt modelId="{2617F9A0-7A19-47B6-BBD0-E7A345A267DD}">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分系统</a:t>
          </a:r>
        </a:p>
      </dgm:t>
    </dgm:pt>
    <dgm:pt modelId="{F0A76C8C-79E3-442A-979C-745DFC4547ED}" type="parTrans" cxnId="{1550B6D2-B88F-4B2C-910F-1FCC55D195DF}">
      <dgm:prSet/>
      <dgm:spPr/>
      <dgm:t>
        <a:bodyPr/>
        <a:lstStyle/>
        <a:p>
          <a:endParaRPr lang="zh-CN" altLang="en-US"/>
        </a:p>
      </dgm:t>
    </dgm:pt>
    <dgm:pt modelId="{928CE854-2F09-4E37-9FA6-1F6CB434E112}" type="sibTrans" cxnId="{1550B6D2-B88F-4B2C-910F-1FCC55D195DF}">
      <dgm:prSet/>
      <dgm:spPr/>
      <dgm:t>
        <a:bodyPr/>
        <a:lstStyle/>
        <a:p>
          <a:endParaRPr lang="zh-CN" altLang="en-US"/>
        </a:p>
      </dgm:t>
    </dgm:pt>
    <dgm:pt modelId="{73243EAE-5440-4C5B-835A-2D01BF62EA81}">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子系统</a:t>
          </a:r>
        </a:p>
      </dgm:t>
    </dgm:pt>
    <dgm:pt modelId="{E49585BE-0811-4C4D-B62C-29D9C754E887}" type="parTrans" cxnId="{9A8754F6-60E1-477E-911B-E5413B5B2DA2}">
      <dgm:prSet/>
      <dgm:spPr/>
      <dgm:t>
        <a:bodyPr/>
        <a:lstStyle/>
        <a:p>
          <a:endParaRPr lang="zh-CN" altLang="en-US"/>
        </a:p>
      </dgm:t>
    </dgm:pt>
    <dgm:pt modelId="{34BC0897-74AE-4FA5-A076-98E7FBB3AD43}" type="sibTrans" cxnId="{9A8754F6-60E1-477E-911B-E5413B5B2DA2}">
      <dgm:prSet/>
      <dgm:spPr/>
      <dgm:t>
        <a:bodyPr/>
        <a:lstStyle/>
        <a:p>
          <a:endParaRPr lang="zh-CN" altLang="en-US"/>
        </a:p>
      </dgm:t>
    </dgm:pt>
    <dgm:pt modelId="{22D79A21-DFB3-47B8-A674-1ED0F9F771E1}">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采购预算</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模块</a:t>
          </a:r>
        </a:p>
      </dgm:t>
    </dgm:pt>
    <dgm:pt modelId="{1CDEF43D-6D66-467E-AFCE-BB3D843AF06B}" type="parTrans" cxnId="{D48B244C-3BB6-44B0-8F1D-C3C59A3C1129}">
      <dgm:prSet/>
      <dgm:spPr/>
      <dgm:t>
        <a:bodyPr/>
        <a:lstStyle/>
        <a:p>
          <a:endParaRPr lang="zh-CN" altLang="en-US"/>
        </a:p>
      </dgm:t>
    </dgm:pt>
    <dgm:pt modelId="{77BFA7DF-1B4D-4B04-985C-D21E93479C07}" type="sibTrans" cxnId="{D48B244C-3BB6-44B0-8F1D-C3C59A3C1129}">
      <dgm:prSet/>
      <dgm:spPr/>
      <dgm:t>
        <a:bodyPr/>
        <a:lstStyle/>
        <a:p>
          <a:endParaRPr lang="zh-CN" altLang="en-US"/>
        </a:p>
      </dgm:t>
    </dgm:pt>
    <dgm:pt modelId="{AFF8A3C0-280D-4F97-9B59-2ED776D93645}">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采购任务</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分解模块</a:t>
          </a:r>
        </a:p>
      </dgm:t>
    </dgm:pt>
    <dgm:pt modelId="{594759B9-D435-4FDC-9F1C-3479EB825748}" type="parTrans" cxnId="{CB2BD0E3-1A71-46A7-9CC6-D8071D70C153}">
      <dgm:prSet/>
      <dgm:spPr/>
      <dgm:t>
        <a:bodyPr/>
        <a:lstStyle/>
        <a:p>
          <a:endParaRPr lang="zh-CN" altLang="en-US"/>
        </a:p>
      </dgm:t>
    </dgm:pt>
    <dgm:pt modelId="{9B5B84D9-9FD5-413D-BF25-592DB78A8372}" type="sibTrans" cxnId="{CB2BD0E3-1A71-46A7-9CC6-D8071D70C153}">
      <dgm:prSet/>
      <dgm:spPr/>
      <dgm:t>
        <a:bodyPr/>
        <a:lstStyle/>
        <a:p>
          <a:endParaRPr lang="zh-CN" altLang="en-US"/>
        </a:p>
      </dgm:t>
    </dgm:pt>
    <dgm:pt modelId="{B9C89358-D39E-458D-B64E-71A0612E20CF}">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生成模块</a:t>
          </a:r>
        </a:p>
      </dgm:t>
    </dgm:pt>
    <dgm:pt modelId="{808E53EA-1885-49D8-A24F-DCB8703663F5}" type="parTrans" cxnId="{2D1B08D2-0610-4104-8F8A-8869BC3CABB0}">
      <dgm:prSet/>
      <dgm:spPr/>
      <dgm:t>
        <a:bodyPr/>
        <a:lstStyle/>
        <a:p>
          <a:endParaRPr lang="zh-CN" altLang="en-US"/>
        </a:p>
      </dgm:t>
    </dgm:pt>
    <dgm:pt modelId="{63AC11EE-5EE7-4AFB-A68C-5A5D64416E70}" type="sibTrans" cxnId="{2D1B08D2-0610-4104-8F8A-8869BC3CABB0}">
      <dgm:prSet/>
      <dgm:spPr/>
      <dgm:t>
        <a:bodyPr/>
        <a:lstStyle/>
        <a:p>
          <a:endParaRPr lang="zh-CN" altLang="en-US"/>
        </a:p>
      </dgm:t>
    </dgm:pt>
    <dgm:pt modelId="{E518470B-B5CE-4C8D-BF9B-2C7A1D4B6F67}">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采购执行</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子系统</a:t>
          </a:r>
        </a:p>
      </dgm:t>
    </dgm:pt>
    <dgm:pt modelId="{F990FCFA-41DA-4D3E-9449-34DB25D460A2}" type="parTrans" cxnId="{191040C4-E087-404E-B44B-52B3355AACD2}">
      <dgm:prSet/>
      <dgm:spPr/>
      <dgm:t>
        <a:bodyPr/>
        <a:lstStyle/>
        <a:p>
          <a:endParaRPr lang="zh-CN" altLang="en-US"/>
        </a:p>
      </dgm:t>
    </dgm:pt>
    <dgm:pt modelId="{EE0713A5-C3B7-407F-BAF5-3E764FF70C0F}" type="sibTrans" cxnId="{191040C4-E087-404E-B44B-52B3355AACD2}">
      <dgm:prSet/>
      <dgm:spPr/>
      <dgm:t>
        <a:bodyPr/>
        <a:lstStyle/>
        <a:p>
          <a:endParaRPr lang="zh-CN" altLang="en-US"/>
        </a:p>
      </dgm:t>
    </dgm:pt>
    <dgm:pt modelId="{8E0514EE-D809-4CE2-89DF-D7F901FB23AB}">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下达模块</a:t>
          </a:r>
        </a:p>
      </dgm:t>
    </dgm:pt>
    <dgm:pt modelId="{464F9BFE-D117-4AC0-8DDA-FADF5222512A}" type="parTrans" cxnId="{EEE815F4-5F67-4104-9CAF-2F5851F25852}">
      <dgm:prSet/>
      <dgm:spPr/>
      <dgm:t>
        <a:bodyPr/>
        <a:lstStyle/>
        <a:p>
          <a:endParaRPr lang="zh-CN" altLang="en-US"/>
        </a:p>
      </dgm:t>
    </dgm:pt>
    <dgm:pt modelId="{2260552A-CB44-47E4-995B-D41AA92455AD}" type="sibTrans" cxnId="{EEE815F4-5F67-4104-9CAF-2F5851F25852}">
      <dgm:prSet/>
      <dgm:spPr/>
      <dgm:t>
        <a:bodyPr/>
        <a:lstStyle/>
        <a:p>
          <a:endParaRPr lang="zh-CN" altLang="en-US"/>
        </a:p>
      </dgm:t>
    </dgm:pt>
    <dgm:pt modelId="{1333C1FE-3DE6-4CC8-A4E9-A2C4A4DE8EA4}">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采购订单</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生成模块</a:t>
          </a:r>
        </a:p>
      </dgm:t>
    </dgm:pt>
    <dgm:pt modelId="{3B115370-3288-4D4C-A1AE-32ED626DBD06}" type="parTrans" cxnId="{55AC7B03-2919-4F95-970E-E2DEEA44DC18}">
      <dgm:prSet/>
      <dgm:spPr/>
      <dgm:t>
        <a:bodyPr/>
        <a:lstStyle/>
        <a:p>
          <a:endParaRPr lang="zh-CN" altLang="en-US"/>
        </a:p>
      </dgm:t>
    </dgm:pt>
    <dgm:pt modelId="{B389306D-5A19-4D75-8153-4ACC94478A05}" type="sibTrans" cxnId="{55AC7B03-2919-4F95-970E-E2DEEA44DC18}">
      <dgm:prSet/>
      <dgm:spPr/>
      <dgm:t>
        <a:bodyPr/>
        <a:lstStyle/>
        <a:p>
          <a:endParaRPr lang="zh-CN" altLang="en-US"/>
        </a:p>
      </dgm:t>
    </dgm:pt>
    <dgm:pt modelId="{D3C38FC4-FB9D-4DAE-8ED6-9CE854258FD8}">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采购订单</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生成模块</a:t>
          </a:r>
        </a:p>
      </dgm:t>
    </dgm:pt>
    <dgm:pt modelId="{77CDF556-3FD5-4A8B-A46B-5A381477D50A}" type="parTrans" cxnId="{812B3AF8-92A7-4AA3-8B05-76D7AC6286DA}">
      <dgm:prSet/>
      <dgm:spPr/>
      <dgm:t>
        <a:bodyPr/>
        <a:lstStyle/>
        <a:p>
          <a:endParaRPr lang="zh-CN" altLang="en-US"/>
        </a:p>
      </dgm:t>
    </dgm:pt>
    <dgm:pt modelId="{F2B90AEF-C7BA-4328-9E2A-EF9AF836B499}" type="sibTrans" cxnId="{812B3AF8-92A7-4AA3-8B05-76D7AC6286DA}">
      <dgm:prSet/>
      <dgm:spPr/>
      <dgm:t>
        <a:bodyPr/>
        <a:lstStyle/>
        <a:p>
          <a:endParaRPr lang="zh-CN" altLang="en-US"/>
        </a:p>
      </dgm:t>
    </dgm:pt>
    <dgm:pt modelId="{0F6F099D-EDFC-4124-A5B2-9EB320030A81}">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采购到货</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子系统</a:t>
          </a:r>
        </a:p>
      </dgm:t>
    </dgm:pt>
    <dgm:pt modelId="{C1C7CB76-BD52-4477-A763-01A683DCCD93}" type="parTrans" cxnId="{272CDA81-226E-4FDF-98B8-4CB4CFDC56EF}">
      <dgm:prSet/>
      <dgm:spPr/>
      <dgm:t>
        <a:bodyPr/>
        <a:lstStyle/>
        <a:p>
          <a:endParaRPr lang="zh-CN" altLang="en-US"/>
        </a:p>
      </dgm:t>
    </dgm:pt>
    <dgm:pt modelId="{FEF4761D-8631-42A1-A6DE-FA1FD3B8D766}" type="sibTrans" cxnId="{272CDA81-226E-4FDF-98B8-4CB4CFDC56EF}">
      <dgm:prSet/>
      <dgm:spPr/>
      <dgm:t>
        <a:bodyPr/>
        <a:lstStyle/>
        <a:p>
          <a:endParaRPr lang="zh-CN" altLang="en-US"/>
        </a:p>
      </dgm:t>
    </dgm:pt>
    <dgm:pt modelId="{9D310BDE-5F42-49C8-9453-DBD3F0B53734}">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到货接收</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模块</a:t>
          </a:r>
        </a:p>
      </dgm:t>
    </dgm:pt>
    <dgm:pt modelId="{CE43CAC2-CA28-46E9-B991-290711D8BE3A}" type="parTrans" cxnId="{83CE4D56-C56C-4CA5-87E4-417C4084C9C0}">
      <dgm:prSet/>
      <dgm:spPr/>
      <dgm:t>
        <a:bodyPr/>
        <a:lstStyle/>
        <a:p>
          <a:endParaRPr lang="zh-CN" altLang="en-US"/>
        </a:p>
      </dgm:t>
    </dgm:pt>
    <dgm:pt modelId="{E200C716-381F-441B-B7F3-6A2B97B4DBA6}" type="sibTrans" cxnId="{83CE4D56-C56C-4CA5-87E4-417C4084C9C0}">
      <dgm:prSet/>
      <dgm:spPr/>
      <dgm:t>
        <a:bodyPr/>
        <a:lstStyle/>
        <a:p>
          <a:endParaRPr lang="zh-CN" altLang="en-US"/>
        </a:p>
      </dgm:t>
    </dgm:pt>
    <dgm:pt modelId="{C23E8450-F5C3-431B-AED1-4313696E8D99}">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入库与</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库存</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管理模块</a:t>
          </a:r>
        </a:p>
      </dgm:t>
    </dgm:pt>
    <dgm:pt modelId="{3FB88D2E-CFC6-4680-9EC2-CD34010AFDAC}" type="parTrans" cxnId="{3E5B7829-675A-45DB-BA2E-A68CCCD7CFA3}">
      <dgm:prSet/>
      <dgm:spPr/>
      <dgm:t>
        <a:bodyPr/>
        <a:lstStyle/>
        <a:p>
          <a:endParaRPr lang="zh-CN" altLang="en-US"/>
        </a:p>
      </dgm:t>
    </dgm:pt>
    <dgm:pt modelId="{59106B9B-009A-48CE-993E-A608FAC7E35F}" type="sibTrans" cxnId="{3E5B7829-675A-45DB-BA2E-A68CCCD7CFA3}">
      <dgm:prSet/>
      <dgm:spPr/>
      <dgm:t>
        <a:bodyPr/>
        <a:lstStyle/>
        <a:p>
          <a:endParaRPr lang="zh-CN" altLang="en-US"/>
        </a:p>
      </dgm:t>
    </dgm:pt>
    <dgm:pt modelId="{296A076F-D203-4892-A1F0-54A09B989CF4}">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生产管理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分系统</a:t>
          </a:r>
        </a:p>
      </dgm:t>
    </dgm:pt>
    <dgm:pt modelId="{17290402-C67D-4AF4-A7C6-A5AECC7BA2B5}" type="parTrans" cxnId="{4EF082A5-22E0-469E-B55C-08831766C826}">
      <dgm:prSet/>
      <dgm:spPr/>
      <dgm:t>
        <a:bodyPr/>
        <a:lstStyle/>
        <a:p>
          <a:endParaRPr lang="zh-CN" altLang="en-US"/>
        </a:p>
      </dgm:t>
    </dgm:pt>
    <dgm:pt modelId="{CFEDD11D-2473-4D40-877C-2AFD71FFFB12}" type="sibTrans" cxnId="{4EF082A5-22E0-469E-B55C-08831766C826}">
      <dgm:prSet/>
      <dgm:spPr/>
      <dgm:t>
        <a:bodyPr/>
        <a:lstStyle/>
        <a:p>
          <a:endParaRPr lang="zh-CN" altLang="en-US"/>
        </a:p>
      </dgm:t>
    </dgm:pt>
    <dgm:pt modelId="{7AFD7498-47E3-4CD1-8F7B-56BDA9C112CF}">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质量管理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分系统</a:t>
          </a:r>
        </a:p>
      </dgm:t>
    </dgm:pt>
    <dgm:pt modelId="{76482D93-855B-4AD0-815E-8B6B491BDF9B}" type="parTrans" cxnId="{072B3276-07FF-4EE7-9DAE-94C1154A5532}">
      <dgm:prSet/>
      <dgm:spPr/>
      <dgm:t>
        <a:bodyPr/>
        <a:lstStyle/>
        <a:p>
          <a:endParaRPr lang="zh-CN" altLang="en-US"/>
        </a:p>
      </dgm:t>
    </dgm:pt>
    <dgm:pt modelId="{73D3116D-2D23-4E05-ADB5-B82ACC90B16D}" type="sibTrans" cxnId="{072B3276-07FF-4EE7-9DAE-94C1154A5532}">
      <dgm:prSet/>
      <dgm:spPr/>
      <dgm:t>
        <a:bodyPr/>
        <a:lstStyle/>
        <a:p>
          <a:endParaRPr lang="zh-CN" altLang="en-US"/>
        </a:p>
      </dgm:t>
    </dgm:pt>
    <dgm:pt modelId="{62509D45-83B8-4DBF-ADB1-1BE4929F4AD4}">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财务管理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分系统</a:t>
          </a:r>
        </a:p>
      </dgm:t>
    </dgm:pt>
    <dgm:pt modelId="{E722BAC5-EC9C-42A7-8E96-E18EF44FAF0F}" type="parTrans" cxnId="{DB8A40F7-4AAE-4087-ABCC-5D88CA1DA71F}">
      <dgm:prSet/>
      <dgm:spPr/>
      <dgm:t>
        <a:bodyPr/>
        <a:lstStyle/>
        <a:p>
          <a:endParaRPr lang="zh-CN" altLang="en-US"/>
        </a:p>
      </dgm:t>
    </dgm:pt>
    <dgm:pt modelId="{74EB9C8E-D8DE-4074-9C05-5DD4B94242A7}" type="sibTrans" cxnId="{DB8A40F7-4AAE-4087-ABCC-5D88CA1DA71F}">
      <dgm:prSet/>
      <dgm:spPr/>
      <dgm:t>
        <a:bodyPr/>
        <a:lstStyle/>
        <a:p>
          <a:endParaRPr lang="zh-CN" altLang="en-US"/>
        </a:p>
      </dgm:t>
    </dgm:pt>
    <dgm:pt modelId="{72480921-0B3A-422C-BC36-0ADA9283BA2F}">
      <dgm:prSet/>
      <dgm:spPr/>
      <dgm: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销售管理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b="1" i="0" u="none" strike="noStrike" cap="none" normalizeH="0" baseline="0">
              <a:ln>
                <a:noFill/>
              </a:ln>
              <a:solidFill>
                <a:srgbClr val="011303"/>
              </a:solidFill>
              <a:effectLst/>
              <a:latin typeface="Arial" panose="020B0604020202020204" pitchFamily="34" charset="0"/>
              <a:ea typeface="宋体" panose="02010600030101010101" pitchFamily="2" charset="-122"/>
            </a:rPr>
            <a:t>分系统</a:t>
          </a:r>
        </a:p>
      </dgm:t>
    </dgm:pt>
    <dgm:pt modelId="{C4203F9D-0FAC-4D7C-B8AA-9C29E372E427}" type="parTrans" cxnId="{F65A5777-386F-4784-A4E4-C7695C04C743}">
      <dgm:prSet/>
      <dgm:spPr/>
      <dgm:t>
        <a:bodyPr/>
        <a:lstStyle/>
        <a:p>
          <a:endParaRPr lang="zh-CN" altLang="en-US"/>
        </a:p>
      </dgm:t>
    </dgm:pt>
    <dgm:pt modelId="{1EEB13D2-C63F-4DB7-807A-54B6BD144B85}" type="sibTrans" cxnId="{F65A5777-386F-4784-A4E4-C7695C04C743}">
      <dgm:prSet/>
      <dgm:spPr/>
      <dgm:t>
        <a:bodyPr/>
        <a:lstStyle/>
        <a:p>
          <a:endParaRPr lang="zh-CN" altLang="en-US"/>
        </a:p>
      </dgm:t>
    </dgm:pt>
    <dgm:pt modelId="{8BCD11FD-488A-4D01-AE14-0771A3D7E2D9}" type="pres">
      <dgm:prSet presAssocID="{E51A6797-840B-4B93-8020-2475A673BD35}" presName="hierChild1" presStyleCnt="0">
        <dgm:presLayoutVars>
          <dgm:orgChart val="1"/>
          <dgm:chPref val="1"/>
          <dgm:dir/>
          <dgm:animOne val="branch"/>
          <dgm:animLvl val="lvl"/>
          <dgm:resizeHandles/>
        </dgm:presLayoutVars>
      </dgm:prSet>
      <dgm:spPr/>
    </dgm:pt>
    <dgm:pt modelId="{A61FF17A-BFD8-4616-A20B-04B06F91C199}" type="pres">
      <dgm:prSet presAssocID="{6DCC3E62-170B-4F4A-95BC-462566BC96DA}" presName="hierRoot1" presStyleCnt="0">
        <dgm:presLayoutVars>
          <dgm:hierBranch/>
        </dgm:presLayoutVars>
      </dgm:prSet>
      <dgm:spPr/>
    </dgm:pt>
    <dgm:pt modelId="{0D5948A8-3CA5-4C00-A551-E4634AA3A21E}" type="pres">
      <dgm:prSet presAssocID="{6DCC3E62-170B-4F4A-95BC-462566BC96DA}" presName="rootComposite1" presStyleCnt="0"/>
      <dgm:spPr/>
    </dgm:pt>
    <dgm:pt modelId="{0F8E32AD-F677-4E0D-8A14-96B7FD8B3C19}" type="pres">
      <dgm:prSet presAssocID="{6DCC3E62-170B-4F4A-95BC-462566BC96DA}" presName="rootText1" presStyleLbl="node0" presStyleIdx="0" presStyleCnt="1">
        <dgm:presLayoutVars>
          <dgm:chPref val="3"/>
        </dgm:presLayoutVars>
      </dgm:prSet>
      <dgm:spPr/>
    </dgm:pt>
    <dgm:pt modelId="{51C02CC4-8ABE-4E6B-8004-B6B0EA8CCC5F}" type="pres">
      <dgm:prSet presAssocID="{6DCC3E62-170B-4F4A-95BC-462566BC96DA}" presName="rootConnector1" presStyleLbl="node1" presStyleIdx="0" presStyleCnt="0"/>
      <dgm:spPr/>
    </dgm:pt>
    <dgm:pt modelId="{A557732B-53B3-41ED-8751-55BF762CFA6F}" type="pres">
      <dgm:prSet presAssocID="{6DCC3E62-170B-4F4A-95BC-462566BC96DA}" presName="hierChild2" presStyleCnt="0"/>
      <dgm:spPr/>
    </dgm:pt>
    <dgm:pt modelId="{BFAD47EF-4525-4A25-9745-1E4D5B5BA18D}" type="pres">
      <dgm:prSet presAssocID="{F0A76C8C-79E3-442A-979C-745DFC4547ED}" presName="Name35" presStyleLbl="parChTrans1D2" presStyleIdx="0" presStyleCnt="5"/>
      <dgm:spPr/>
    </dgm:pt>
    <dgm:pt modelId="{39A159EE-220B-4A87-B975-0A20B74DDFFE}" type="pres">
      <dgm:prSet presAssocID="{2617F9A0-7A19-47B6-BBD0-E7A345A267DD}" presName="hierRoot2" presStyleCnt="0">
        <dgm:presLayoutVars>
          <dgm:hierBranch/>
        </dgm:presLayoutVars>
      </dgm:prSet>
      <dgm:spPr/>
    </dgm:pt>
    <dgm:pt modelId="{2E2C1404-BFDE-4285-B394-316EB83088B5}" type="pres">
      <dgm:prSet presAssocID="{2617F9A0-7A19-47B6-BBD0-E7A345A267DD}" presName="rootComposite" presStyleCnt="0"/>
      <dgm:spPr/>
    </dgm:pt>
    <dgm:pt modelId="{A31B6782-182C-44D2-894E-4ED413D94E0A}" type="pres">
      <dgm:prSet presAssocID="{2617F9A0-7A19-47B6-BBD0-E7A345A267DD}" presName="rootText" presStyleLbl="node2" presStyleIdx="0" presStyleCnt="5">
        <dgm:presLayoutVars>
          <dgm:chPref val="3"/>
        </dgm:presLayoutVars>
      </dgm:prSet>
      <dgm:spPr/>
    </dgm:pt>
    <dgm:pt modelId="{D1B94E49-9749-4F87-AD5F-48A329550F0A}" type="pres">
      <dgm:prSet presAssocID="{2617F9A0-7A19-47B6-BBD0-E7A345A267DD}" presName="rootConnector" presStyleLbl="node2" presStyleIdx="0" presStyleCnt="5"/>
      <dgm:spPr/>
    </dgm:pt>
    <dgm:pt modelId="{A0D5E1EE-0257-458B-99EA-90837760D745}" type="pres">
      <dgm:prSet presAssocID="{2617F9A0-7A19-47B6-BBD0-E7A345A267DD}" presName="hierChild4" presStyleCnt="0"/>
      <dgm:spPr/>
    </dgm:pt>
    <dgm:pt modelId="{C26DBFC3-B21F-4E3D-B99E-A9C15EF0227A}" type="pres">
      <dgm:prSet presAssocID="{E49585BE-0811-4C4D-B62C-29D9C754E887}" presName="Name35" presStyleLbl="parChTrans1D3" presStyleIdx="0" presStyleCnt="3"/>
      <dgm:spPr/>
    </dgm:pt>
    <dgm:pt modelId="{F114FA13-2CA8-4691-B3ED-0D4973D3B18F}" type="pres">
      <dgm:prSet presAssocID="{73243EAE-5440-4C5B-835A-2D01BF62EA81}" presName="hierRoot2" presStyleCnt="0">
        <dgm:presLayoutVars>
          <dgm:hierBranch/>
        </dgm:presLayoutVars>
      </dgm:prSet>
      <dgm:spPr/>
    </dgm:pt>
    <dgm:pt modelId="{83BD51B2-B6E8-404F-8675-6D996232973B}" type="pres">
      <dgm:prSet presAssocID="{73243EAE-5440-4C5B-835A-2D01BF62EA81}" presName="rootComposite" presStyleCnt="0"/>
      <dgm:spPr/>
    </dgm:pt>
    <dgm:pt modelId="{9C4F3FA8-41C6-46C6-894A-A0936C72AFAC}" type="pres">
      <dgm:prSet presAssocID="{73243EAE-5440-4C5B-835A-2D01BF62EA81}" presName="rootText" presStyleLbl="node3" presStyleIdx="0" presStyleCnt="3">
        <dgm:presLayoutVars>
          <dgm:chPref val="3"/>
        </dgm:presLayoutVars>
      </dgm:prSet>
      <dgm:spPr/>
    </dgm:pt>
    <dgm:pt modelId="{5EEBBD71-1F51-48CA-A5D6-157906A4E034}" type="pres">
      <dgm:prSet presAssocID="{73243EAE-5440-4C5B-835A-2D01BF62EA81}" presName="rootConnector" presStyleLbl="node3" presStyleIdx="0" presStyleCnt="3"/>
      <dgm:spPr/>
    </dgm:pt>
    <dgm:pt modelId="{C3C9F795-3CC8-41BC-8D40-BD02854D6877}" type="pres">
      <dgm:prSet presAssocID="{73243EAE-5440-4C5B-835A-2D01BF62EA81}" presName="hierChild4" presStyleCnt="0"/>
      <dgm:spPr/>
    </dgm:pt>
    <dgm:pt modelId="{0592F2CD-CE9C-47F9-A9BB-9684EA9B5872}" type="pres">
      <dgm:prSet presAssocID="{1CDEF43D-6D66-467E-AFCE-BB3D843AF06B}" presName="Name35" presStyleLbl="parChTrans1D4" presStyleIdx="0" presStyleCnt="8"/>
      <dgm:spPr/>
    </dgm:pt>
    <dgm:pt modelId="{D2DD9857-6CCC-4241-B071-3DF7B23AB58E}" type="pres">
      <dgm:prSet presAssocID="{22D79A21-DFB3-47B8-A674-1ED0F9F771E1}" presName="hierRoot2" presStyleCnt="0">
        <dgm:presLayoutVars>
          <dgm:hierBranch val="r"/>
        </dgm:presLayoutVars>
      </dgm:prSet>
      <dgm:spPr/>
    </dgm:pt>
    <dgm:pt modelId="{203D9E0B-CA5D-4364-8276-E215CA9C8279}" type="pres">
      <dgm:prSet presAssocID="{22D79A21-DFB3-47B8-A674-1ED0F9F771E1}" presName="rootComposite" presStyleCnt="0"/>
      <dgm:spPr/>
    </dgm:pt>
    <dgm:pt modelId="{67A73D91-AE2E-4D05-A572-E6E18BB7E083}" type="pres">
      <dgm:prSet presAssocID="{22D79A21-DFB3-47B8-A674-1ED0F9F771E1}" presName="rootText" presStyleLbl="node4" presStyleIdx="0" presStyleCnt="8">
        <dgm:presLayoutVars>
          <dgm:chPref val="3"/>
        </dgm:presLayoutVars>
      </dgm:prSet>
      <dgm:spPr/>
    </dgm:pt>
    <dgm:pt modelId="{D1CCFECA-F4AA-40C7-942B-DBAA31185744}" type="pres">
      <dgm:prSet presAssocID="{22D79A21-DFB3-47B8-A674-1ED0F9F771E1}" presName="rootConnector" presStyleLbl="node4" presStyleIdx="0" presStyleCnt="8"/>
      <dgm:spPr/>
    </dgm:pt>
    <dgm:pt modelId="{2EE5136B-C2D8-4810-B6E3-2FA456EBB17E}" type="pres">
      <dgm:prSet presAssocID="{22D79A21-DFB3-47B8-A674-1ED0F9F771E1}" presName="hierChild4" presStyleCnt="0"/>
      <dgm:spPr/>
    </dgm:pt>
    <dgm:pt modelId="{9A5D8F54-4C0F-4808-9434-F7617C96980D}" type="pres">
      <dgm:prSet presAssocID="{22D79A21-DFB3-47B8-A674-1ED0F9F771E1}" presName="hierChild5" presStyleCnt="0"/>
      <dgm:spPr/>
    </dgm:pt>
    <dgm:pt modelId="{8F50BF82-5E52-4B89-8261-6756A00BF7CE}" type="pres">
      <dgm:prSet presAssocID="{594759B9-D435-4FDC-9F1C-3479EB825748}" presName="Name35" presStyleLbl="parChTrans1D4" presStyleIdx="1" presStyleCnt="8"/>
      <dgm:spPr/>
    </dgm:pt>
    <dgm:pt modelId="{FE7F59E2-0FA4-4D1E-8C52-87BFEF4F9A38}" type="pres">
      <dgm:prSet presAssocID="{AFF8A3C0-280D-4F97-9B59-2ED776D93645}" presName="hierRoot2" presStyleCnt="0">
        <dgm:presLayoutVars>
          <dgm:hierBranch/>
        </dgm:presLayoutVars>
      </dgm:prSet>
      <dgm:spPr/>
    </dgm:pt>
    <dgm:pt modelId="{D2CCD16A-1EC5-489D-932E-A51E6DCFF0F1}" type="pres">
      <dgm:prSet presAssocID="{AFF8A3C0-280D-4F97-9B59-2ED776D93645}" presName="rootComposite" presStyleCnt="0"/>
      <dgm:spPr/>
    </dgm:pt>
    <dgm:pt modelId="{70D45137-EB03-4EBC-9830-FD95B9FB51A7}" type="pres">
      <dgm:prSet presAssocID="{AFF8A3C0-280D-4F97-9B59-2ED776D93645}" presName="rootText" presStyleLbl="node4" presStyleIdx="1" presStyleCnt="8">
        <dgm:presLayoutVars>
          <dgm:chPref val="3"/>
        </dgm:presLayoutVars>
      </dgm:prSet>
      <dgm:spPr/>
    </dgm:pt>
    <dgm:pt modelId="{0AF04823-B998-48C6-A1F2-8FC1E56E5FB0}" type="pres">
      <dgm:prSet presAssocID="{AFF8A3C0-280D-4F97-9B59-2ED776D93645}" presName="rootConnector" presStyleLbl="node4" presStyleIdx="1" presStyleCnt="8"/>
      <dgm:spPr/>
    </dgm:pt>
    <dgm:pt modelId="{1397B7EF-966B-4ECE-ACB2-CD7208601BD8}" type="pres">
      <dgm:prSet presAssocID="{AFF8A3C0-280D-4F97-9B59-2ED776D93645}" presName="hierChild4" presStyleCnt="0"/>
      <dgm:spPr/>
    </dgm:pt>
    <dgm:pt modelId="{3CF3F48F-394A-402D-BCB0-38E6E0C621BD}" type="pres">
      <dgm:prSet presAssocID="{AFF8A3C0-280D-4F97-9B59-2ED776D93645}" presName="hierChild5" presStyleCnt="0"/>
      <dgm:spPr/>
    </dgm:pt>
    <dgm:pt modelId="{84FAF3AF-CC4C-4957-9534-FFD1707B45B0}" type="pres">
      <dgm:prSet presAssocID="{808E53EA-1885-49D8-A24F-DCB8703663F5}" presName="Name35" presStyleLbl="parChTrans1D4" presStyleIdx="2" presStyleCnt="8"/>
      <dgm:spPr/>
    </dgm:pt>
    <dgm:pt modelId="{2D1666A9-F1B9-488D-94ED-9075BB9DB1EF}" type="pres">
      <dgm:prSet presAssocID="{B9C89358-D39E-458D-B64E-71A0612E20CF}" presName="hierRoot2" presStyleCnt="0">
        <dgm:presLayoutVars>
          <dgm:hierBranch/>
        </dgm:presLayoutVars>
      </dgm:prSet>
      <dgm:spPr/>
    </dgm:pt>
    <dgm:pt modelId="{4F27D353-83A0-4DAA-BD70-4646BB53EC7F}" type="pres">
      <dgm:prSet presAssocID="{B9C89358-D39E-458D-B64E-71A0612E20CF}" presName="rootComposite" presStyleCnt="0"/>
      <dgm:spPr/>
    </dgm:pt>
    <dgm:pt modelId="{216A382B-89C6-4D03-A912-20468F828343}" type="pres">
      <dgm:prSet presAssocID="{B9C89358-D39E-458D-B64E-71A0612E20CF}" presName="rootText" presStyleLbl="node4" presStyleIdx="2" presStyleCnt="8">
        <dgm:presLayoutVars>
          <dgm:chPref val="3"/>
        </dgm:presLayoutVars>
      </dgm:prSet>
      <dgm:spPr/>
    </dgm:pt>
    <dgm:pt modelId="{DB744CB2-9C42-4F53-B471-EAB5BAD3403C}" type="pres">
      <dgm:prSet presAssocID="{B9C89358-D39E-458D-B64E-71A0612E20CF}" presName="rootConnector" presStyleLbl="node4" presStyleIdx="2" presStyleCnt="8"/>
      <dgm:spPr/>
    </dgm:pt>
    <dgm:pt modelId="{D6B5FB5F-CE5C-4C0B-BC56-5989D02ED96F}" type="pres">
      <dgm:prSet presAssocID="{B9C89358-D39E-458D-B64E-71A0612E20CF}" presName="hierChild4" presStyleCnt="0"/>
      <dgm:spPr/>
    </dgm:pt>
    <dgm:pt modelId="{255E3084-5B82-4BC6-A7AF-839E62D01F15}" type="pres">
      <dgm:prSet presAssocID="{B9C89358-D39E-458D-B64E-71A0612E20CF}" presName="hierChild5" presStyleCnt="0"/>
      <dgm:spPr/>
    </dgm:pt>
    <dgm:pt modelId="{CA4168D1-3E74-4EE2-B868-7A23DAE5E125}" type="pres">
      <dgm:prSet presAssocID="{73243EAE-5440-4C5B-835A-2D01BF62EA81}" presName="hierChild5" presStyleCnt="0"/>
      <dgm:spPr/>
    </dgm:pt>
    <dgm:pt modelId="{D12B1314-F9D8-486E-B862-EB8A0C109A99}" type="pres">
      <dgm:prSet presAssocID="{F990FCFA-41DA-4D3E-9449-34DB25D460A2}" presName="Name35" presStyleLbl="parChTrans1D3" presStyleIdx="1" presStyleCnt="3"/>
      <dgm:spPr/>
    </dgm:pt>
    <dgm:pt modelId="{294FE7C4-6661-45C4-9C7A-C90DD06FB23A}" type="pres">
      <dgm:prSet presAssocID="{E518470B-B5CE-4C8D-BF9B-2C7A1D4B6F67}" presName="hierRoot2" presStyleCnt="0">
        <dgm:presLayoutVars>
          <dgm:hierBranch/>
        </dgm:presLayoutVars>
      </dgm:prSet>
      <dgm:spPr/>
    </dgm:pt>
    <dgm:pt modelId="{471C8C05-27E6-4D03-92A5-176159D521A8}" type="pres">
      <dgm:prSet presAssocID="{E518470B-B5CE-4C8D-BF9B-2C7A1D4B6F67}" presName="rootComposite" presStyleCnt="0"/>
      <dgm:spPr/>
    </dgm:pt>
    <dgm:pt modelId="{900A100F-3B01-4BA4-A3C2-04E1D70FD93E}" type="pres">
      <dgm:prSet presAssocID="{E518470B-B5CE-4C8D-BF9B-2C7A1D4B6F67}" presName="rootText" presStyleLbl="node3" presStyleIdx="1" presStyleCnt="3">
        <dgm:presLayoutVars>
          <dgm:chPref val="3"/>
        </dgm:presLayoutVars>
      </dgm:prSet>
      <dgm:spPr/>
    </dgm:pt>
    <dgm:pt modelId="{D18FBD8F-64B6-4841-89DF-0082F613BA87}" type="pres">
      <dgm:prSet presAssocID="{E518470B-B5CE-4C8D-BF9B-2C7A1D4B6F67}" presName="rootConnector" presStyleLbl="node3" presStyleIdx="1" presStyleCnt="3"/>
      <dgm:spPr/>
    </dgm:pt>
    <dgm:pt modelId="{2EF49496-8B80-48B7-8018-D4FA96EAEC28}" type="pres">
      <dgm:prSet presAssocID="{E518470B-B5CE-4C8D-BF9B-2C7A1D4B6F67}" presName="hierChild4" presStyleCnt="0"/>
      <dgm:spPr/>
    </dgm:pt>
    <dgm:pt modelId="{B223540B-BAE6-41C9-BFDF-3988CFBAFB0A}" type="pres">
      <dgm:prSet presAssocID="{464F9BFE-D117-4AC0-8DDA-FADF5222512A}" presName="Name35" presStyleLbl="parChTrans1D4" presStyleIdx="3" presStyleCnt="8"/>
      <dgm:spPr/>
    </dgm:pt>
    <dgm:pt modelId="{2AADF619-671F-43F7-9278-34E4AE01E04E}" type="pres">
      <dgm:prSet presAssocID="{8E0514EE-D809-4CE2-89DF-D7F901FB23AB}" presName="hierRoot2" presStyleCnt="0">
        <dgm:presLayoutVars>
          <dgm:hierBranch val="r"/>
        </dgm:presLayoutVars>
      </dgm:prSet>
      <dgm:spPr/>
    </dgm:pt>
    <dgm:pt modelId="{2503B567-E619-4D44-9D9E-9E463109E845}" type="pres">
      <dgm:prSet presAssocID="{8E0514EE-D809-4CE2-89DF-D7F901FB23AB}" presName="rootComposite" presStyleCnt="0"/>
      <dgm:spPr/>
    </dgm:pt>
    <dgm:pt modelId="{0E6FE702-3094-4DE1-8107-DDA2760AC07B}" type="pres">
      <dgm:prSet presAssocID="{8E0514EE-D809-4CE2-89DF-D7F901FB23AB}" presName="rootText" presStyleLbl="node4" presStyleIdx="3" presStyleCnt="8">
        <dgm:presLayoutVars>
          <dgm:chPref val="3"/>
        </dgm:presLayoutVars>
      </dgm:prSet>
      <dgm:spPr/>
    </dgm:pt>
    <dgm:pt modelId="{F980D574-8405-4A3D-A1DD-0FAE2A0D484E}" type="pres">
      <dgm:prSet presAssocID="{8E0514EE-D809-4CE2-89DF-D7F901FB23AB}" presName="rootConnector" presStyleLbl="node4" presStyleIdx="3" presStyleCnt="8"/>
      <dgm:spPr/>
    </dgm:pt>
    <dgm:pt modelId="{6AC5A4B1-83BC-48D0-8F63-F7B1F2BB6877}" type="pres">
      <dgm:prSet presAssocID="{8E0514EE-D809-4CE2-89DF-D7F901FB23AB}" presName="hierChild4" presStyleCnt="0"/>
      <dgm:spPr/>
    </dgm:pt>
    <dgm:pt modelId="{22A77B0C-6C2D-4090-B8F3-F73FCC98105F}" type="pres">
      <dgm:prSet presAssocID="{8E0514EE-D809-4CE2-89DF-D7F901FB23AB}" presName="hierChild5" presStyleCnt="0"/>
      <dgm:spPr/>
    </dgm:pt>
    <dgm:pt modelId="{CA2B24CF-3C19-486B-859C-E7D657A736D2}" type="pres">
      <dgm:prSet presAssocID="{3B115370-3288-4D4C-A1AE-32ED626DBD06}" presName="Name35" presStyleLbl="parChTrans1D4" presStyleIdx="4" presStyleCnt="8"/>
      <dgm:spPr/>
    </dgm:pt>
    <dgm:pt modelId="{AE474CD8-F19E-4580-B008-671997CD9653}" type="pres">
      <dgm:prSet presAssocID="{1333C1FE-3DE6-4CC8-A4E9-A2C4A4DE8EA4}" presName="hierRoot2" presStyleCnt="0">
        <dgm:presLayoutVars>
          <dgm:hierBranch val="r"/>
        </dgm:presLayoutVars>
      </dgm:prSet>
      <dgm:spPr/>
    </dgm:pt>
    <dgm:pt modelId="{1F035D1B-3A62-4710-9784-F87578B6ADA0}" type="pres">
      <dgm:prSet presAssocID="{1333C1FE-3DE6-4CC8-A4E9-A2C4A4DE8EA4}" presName="rootComposite" presStyleCnt="0"/>
      <dgm:spPr/>
    </dgm:pt>
    <dgm:pt modelId="{B8A34773-E7EA-4684-BA50-4FC3361BA7FD}" type="pres">
      <dgm:prSet presAssocID="{1333C1FE-3DE6-4CC8-A4E9-A2C4A4DE8EA4}" presName="rootText" presStyleLbl="node4" presStyleIdx="4" presStyleCnt="8">
        <dgm:presLayoutVars>
          <dgm:chPref val="3"/>
        </dgm:presLayoutVars>
      </dgm:prSet>
      <dgm:spPr/>
    </dgm:pt>
    <dgm:pt modelId="{FBC3F761-3FC0-4EEA-A5EF-7C3BF0E88560}" type="pres">
      <dgm:prSet presAssocID="{1333C1FE-3DE6-4CC8-A4E9-A2C4A4DE8EA4}" presName="rootConnector" presStyleLbl="node4" presStyleIdx="4" presStyleCnt="8"/>
      <dgm:spPr/>
    </dgm:pt>
    <dgm:pt modelId="{124453D3-1726-45D3-A4D4-722943929B3A}" type="pres">
      <dgm:prSet presAssocID="{1333C1FE-3DE6-4CC8-A4E9-A2C4A4DE8EA4}" presName="hierChild4" presStyleCnt="0"/>
      <dgm:spPr/>
    </dgm:pt>
    <dgm:pt modelId="{4CDD0A7D-E0F6-48D0-A2BD-ECE589FBFA44}" type="pres">
      <dgm:prSet presAssocID="{1333C1FE-3DE6-4CC8-A4E9-A2C4A4DE8EA4}" presName="hierChild5" presStyleCnt="0"/>
      <dgm:spPr/>
    </dgm:pt>
    <dgm:pt modelId="{59D42A48-CBF8-4BE2-82A6-09F4369C089B}" type="pres">
      <dgm:prSet presAssocID="{77CDF556-3FD5-4A8B-A46B-5A381477D50A}" presName="Name35" presStyleLbl="parChTrans1D4" presStyleIdx="5" presStyleCnt="8"/>
      <dgm:spPr/>
    </dgm:pt>
    <dgm:pt modelId="{5D7AFC71-3933-48D6-AAFC-D364CC9678AD}" type="pres">
      <dgm:prSet presAssocID="{D3C38FC4-FB9D-4DAE-8ED6-9CE854258FD8}" presName="hierRoot2" presStyleCnt="0">
        <dgm:presLayoutVars>
          <dgm:hierBranch val="r"/>
        </dgm:presLayoutVars>
      </dgm:prSet>
      <dgm:spPr/>
    </dgm:pt>
    <dgm:pt modelId="{E0A805E3-4D40-45EC-9EB6-C72F1CC1B65C}" type="pres">
      <dgm:prSet presAssocID="{D3C38FC4-FB9D-4DAE-8ED6-9CE854258FD8}" presName="rootComposite" presStyleCnt="0"/>
      <dgm:spPr/>
    </dgm:pt>
    <dgm:pt modelId="{392CD533-FA0B-4029-87FB-333B697BE491}" type="pres">
      <dgm:prSet presAssocID="{D3C38FC4-FB9D-4DAE-8ED6-9CE854258FD8}" presName="rootText" presStyleLbl="node4" presStyleIdx="5" presStyleCnt="8">
        <dgm:presLayoutVars>
          <dgm:chPref val="3"/>
        </dgm:presLayoutVars>
      </dgm:prSet>
      <dgm:spPr/>
    </dgm:pt>
    <dgm:pt modelId="{39406EAF-01E6-4BCE-B284-930169E5C5E5}" type="pres">
      <dgm:prSet presAssocID="{D3C38FC4-FB9D-4DAE-8ED6-9CE854258FD8}" presName="rootConnector" presStyleLbl="node4" presStyleIdx="5" presStyleCnt="8"/>
      <dgm:spPr/>
    </dgm:pt>
    <dgm:pt modelId="{A128A1DA-5D2C-41F3-B48F-5AE31CCE08B6}" type="pres">
      <dgm:prSet presAssocID="{D3C38FC4-FB9D-4DAE-8ED6-9CE854258FD8}" presName="hierChild4" presStyleCnt="0"/>
      <dgm:spPr/>
    </dgm:pt>
    <dgm:pt modelId="{4E0E486E-A77C-4B73-9651-5A308045DE60}" type="pres">
      <dgm:prSet presAssocID="{D3C38FC4-FB9D-4DAE-8ED6-9CE854258FD8}" presName="hierChild5" presStyleCnt="0"/>
      <dgm:spPr/>
    </dgm:pt>
    <dgm:pt modelId="{05C52045-601E-45D2-9D66-773D8E3512BB}" type="pres">
      <dgm:prSet presAssocID="{E518470B-B5CE-4C8D-BF9B-2C7A1D4B6F67}" presName="hierChild5" presStyleCnt="0"/>
      <dgm:spPr/>
    </dgm:pt>
    <dgm:pt modelId="{6A28CAD2-6D5E-468F-A55D-DCD3DB3A76BD}" type="pres">
      <dgm:prSet presAssocID="{C1C7CB76-BD52-4477-A763-01A683DCCD93}" presName="Name35" presStyleLbl="parChTrans1D3" presStyleIdx="2" presStyleCnt="3"/>
      <dgm:spPr/>
    </dgm:pt>
    <dgm:pt modelId="{DEE4680A-0C38-49B8-AA6E-72871994F100}" type="pres">
      <dgm:prSet presAssocID="{0F6F099D-EDFC-4124-A5B2-9EB320030A81}" presName="hierRoot2" presStyleCnt="0">
        <dgm:presLayoutVars>
          <dgm:hierBranch/>
        </dgm:presLayoutVars>
      </dgm:prSet>
      <dgm:spPr/>
    </dgm:pt>
    <dgm:pt modelId="{9DFAE3D3-305B-4F45-9BA7-7CEFA0341A99}" type="pres">
      <dgm:prSet presAssocID="{0F6F099D-EDFC-4124-A5B2-9EB320030A81}" presName="rootComposite" presStyleCnt="0"/>
      <dgm:spPr/>
    </dgm:pt>
    <dgm:pt modelId="{2AB5A737-8A5A-4D82-9968-1CD9CE015699}" type="pres">
      <dgm:prSet presAssocID="{0F6F099D-EDFC-4124-A5B2-9EB320030A81}" presName="rootText" presStyleLbl="node3" presStyleIdx="2" presStyleCnt="3">
        <dgm:presLayoutVars>
          <dgm:chPref val="3"/>
        </dgm:presLayoutVars>
      </dgm:prSet>
      <dgm:spPr/>
    </dgm:pt>
    <dgm:pt modelId="{D344736B-1108-4211-8D70-476155C118B5}" type="pres">
      <dgm:prSet presAssocID="{0F6F099D-EDFC-4124-A5B2-9EB320030A81}" presName="rootConnector" presStyleLbl="node3" presStyleIdx="2" presStyleCnt="3"/>
      <dgm:spPr/>
    </dgm:pt>
    <dgm:pt modelId="{683C7845-039A-4F5E-ACB7-C2B6E4F63930}" type="pres">
      <dgm:prSet presAssocID="{0F6F099D-EDFC-4124-A5B2-9EB320030A81}" presName="hierChild4" presStyleCnt="0"/>
      <dgm:spPr/>
    </dgm:pt>
    <dgm:pt modelId="{633A7943-892E-4007-B3BF-2D67EDD11A1A}" type="pres">
      <dgm:prSet presAssocID="{CE43CAC2-CA28-46E9-B991-290711D8BE3A}" presName="Name35" presStyleLbl="parChTrans1D4" presStyleIdx="6" presStyleCnt="8"/>
      <dgm:spPr/>
    </dgm:pt>
    <dgm:pt modelId="{C180A145-BF9C-4D6A-A7C7-77BC8B6F82D9}" type="pres">
      <dgm:prSet presAssocID="{9D310BDE-5F42-49C8-9453-DBD3F0B53734}" presName="hierRoot2" presStyleCnt="0">
        <dgm:presLayoutVars>
          <dgm:hierBranch val="r"/>
        </dgm:presLayoutVars>
      </dgm:prSet>
      <dgm:spPr/>
    </dgm:pt>
    <dgm:pt modelId="{33C319E2-1332-4C52-AB61-CAB4D895D423}" type="pres">
      <dgm:prSet presAssocID="{9D310BDE-5F42-49C8-9453-DBD3F0B53734}" presName="rootComposite" presStyleCnt="0"/>
      <dgm:spPr/>
    </dgm:pt>
    <dgm:pt modelId="{0462C6D5-7CBC-4174-95C3-91EDAAA9EE4A}" type="pres">
      <dgm:prSet presAssocID="{9D310BDE-5F42-49C8-9453-DBD3F0B53734}" presName="rootText" presStyleLbl="node4" presStyleIdx="6" presStyleCnt="8">
        <dgm:presLayoutVars>
          <dgm:chPref val="3"/>
        </dgm:presLayoutVars>
      </dgm:prSet>
      <dgm:spPr/>
    </dgm:pt>
    <dgm:pt modelId="{E314A72E-F555-4A5C-A902-7DF0330B9D2B}" type="pres">
      <dgm:prSet presAssocID="{9D310BDE-5F42-49C8-9453-DBD3F0B53734}" presName="rootConnector" presStyleLbl="node4" presStyleIdx="6" presStyleCnt="8"/>
      <dgm:spPr/>
    </dgm:pt>
    <dgm:pt modelId="{D4C36AAE-B9CB-4D84-814F-A7C9CF03A178}" type="pres">
      <dgm:prSet presAssocID="{9D310BDE-5F42-49C8-9453-DBD3F0B53734}" presName="hierChild4" presStyleCnt="0"/>
      <dgm:spPr/>
    </dgm:pt>
    <dgm:pt modelId="{3BF47B44-F49F-491D-A3B1-F78DF0DA144D}" type="pres">
      <dgm:prSet presAssocID="{9D310BDE-5F42-49C8-9453-DBD3F0B53734}" presName="hierChild5" presStyleCnt="0"/>
      <dgm:spPr/>
    </dgm:pt>
    <dgm:pt modelId="{2B022689-4D7B-442A-BA2E-31AD3E724200}" type="pres">
      <dgm:prSet presAssocID="{3FB88D2E-CFC6-4680-9EC2-CD34010AFDAC}" presName="Name35" presStyleLbl="parChTrans1D4" presStyleIdx="7" presStyleCnt="8"/>
      <dgm:spPr/>
    </dgm:pt>
    <dgm:pt modelId="{83F4932C-6BAB-4C30-AA15-8AA9040274FA}" type="pres">
      <dgm:prSet presAssocID="{C23E8450-F5C3-431B-AED1-4313696E8D99}" presName="hierRoot2" presStyleCnt="0">
        <dgm:presLayoutVars>
          <dgm:hierBranch val="r"/>
        </dgm:presLayoutVars>
      </dgm:prSet>
      <dgm:spPr/>
    </dgm:pt>
    <dgm:pt modelId="{12B2C543-6284-44B2-9A53-387652DD0C4E}" type="pres">
      <dgm:prSet presAssocID="{C23E8450-F5C3-431B-AED1-4313696E8D99}" presName="rootComposite" presStyleCnt="0"/>
      <dgm:spPr/>
    </dgm:pt>
    <dgm:pt modelId="{2BEC8719-792B-428B-A4EF-6746FB40FECE}" type="pres">
      <dgm:prSet presAssocID="{C23E8450-F5C3-431B-AED1-4313696E8D99}" presName="rootText" presStyleLbl="node4" presStyleIdx="7" presStyleCnt="8">
        <dgm:presLayoutVars>
          <dgm:chPref val="3"/>
        </dgm:presLayoutVars>
      </dgm:prSet>
      <dgm:spPr/>
    </dgm:pt>
    <dgm:pt modelId="{CE7D2EA0-312E-42BF-A9C6-3CD87AE60E02}" type="pres">
      <dgm:prSet presAssocID="{C23E8450-F5C3-431B-AED1-4313696E8D99}" presName="rootConnector" presStyleLbl="node4" presStyleIdx="7" presStyleCnt="8"/>
      <dgm:spPr/>
    </dgm:pt>
    <dgm:pt modelId="{A3636D19-52E2-4010-9AE2-3AEBBD0F4D60}" type="pres">
      <dgm:prSet presAssocID="{C23E8450-F5C3-431B-AED1-4313696E8D99}" presName="hierChild4" presStyleCnt="0"/>
      <dgm:spPr/>
    </dgm:pt>
    <dgm:pt modelId="{7F5030D2-212F-4D04-A0A5-DE2A25D9FA65}" type="pres">
      <dgm:prSet presAssocID="{C23E8450-F5C3-431B-AED1-4313696E8D99}" presName="hierChild5" presStyleCnt="0"/>
      <dgm:spPr/>
    </dgm:pt>
    <dgm:pt modelId="{EA82FADE-A696-437A-B8CB-5FB862B09526}" type="pres">
      <dgm:prSet presAssocID="{0F6F099D-EDFC-4124-A5B2-9EB320030A81}" presName="hierChild5" presStyleCnt="0"/>
      <dgm:spPr/>
    </dgm:pt>
    <dgm:pt modelId="{2AED64CC-9015-439A-B780-46642482389D}" type="pres">
      <dgm:prSet presAssocID="{2617F9A0-7A19-47B6-BBD0-E7A345A267DD}" presName="hierChild5" presStyleCnt="0"/>
      <dgm:spPr/>
    </dgm:pt>
    <dgm:pt modelId="{F48D6D81-7C00-4D20-9532-123F0979A42C}" type="pres">
      <dgm:prSet presAssocID="{17290402-C67D-4AF4-A7C6-A5AECC7BA2B5}" presName="Name35" presStyleLbl="parChTrans1D2" presStyleIdx="1" presStyleCnt="5"/>
      <dgm:spPr/>
    </dgm:pt>
    <dgm:pt modelId="{E5B00287-F0E8-4A13-A0F2-78A7F4F7F24D}" type="pres">
      <dgm:prSet presAssocID="{296A076F-D203-4892-A1F0-54A09B989CF4}" presName="hierRoot2" presStyleCnt="0">
        <dgm:presLayoutVars>
          <dgm:hierBranch/>
        </dgm:presLayoutVars>
      </dgm:prSet>
      <dgm:spPr/>
    </dgm:pt>
    <dgm:pt modelId="{3EA3E71E-D520-47DB-B4D6-70099451506C}" type="pres">
      <dgm:prSet presAssocID="{296A076F-D203-4892-A1F0-54A09B989CF4}" presName="rootComposite" presStyleCnt="0"/>
      <dgm:spPr/>
    </dgm:pt>
    <dgm:pt modelId="{8222CCBB-00EE-43DB-BD9E-8B79477BF1EE}" type="pres">
      <dgm:prSet presAssocID="{296A076F-D203-4892-A1F0-54A09B989CF4}" presName="rootText" presStyleLbl="node2" presStyleIdx="1" presStyleCnt="5">
        <dgm:presLayoutVars>
          <dgm:chPref val="3"/>
        </dgm:presLayoutVars>
      </dgm:prSet>
      <dgm:spPr/>
    </dgm:pt>
    <dgm:pt modelId="{2525938B-C8E8-4C54-BDCE-4237B8FE4E89}" type="pres">
      <dgm:prSet presAssocID="{296A076F-D203-4892-A1F0-54A09B989CF4}" presName="rootConnector" presStyleLbl="node2" presStyleIdx="1" presStyleCnt="5"/>
      <dgm:spPr/>
    </dgm:pt>
    <dgm:pt modelId="{14CEAAD2-B522-45A0-8C07-85587202914E}" type="pres">
      <dgm:prSet presAssocID="{296A076F-D203-4892-A1F0-54A09B989CF4}" presName="hierChild4" presStyleCnt="0"/>
      <dgm:spPr/>
    </dgm:pt>
    <dgm:pt modelId="{7FA39ADD-D0F5-4775-9B28-1166BF1BBC14}" type="pres">
      <dgm:prSet presAssocID="{296A076F-D203-4892-A1F0-54A09B989CF4}" presName="hierChild5" presStyleCnt="0"/>
      <dgm:spPr/>
    </dgm:pt>
    <dgm:pt modelId="{76D2077D-0A01-4BE5-B56A-157CFD1A501A}" type="pres">
      <dgm:prSet presAssocID="{76482D93-855B-4AD0-815E-8B6B491BDF9B}" presName="Name35" presStyleLbl="parChTrans1D2" presStyleIdx="2" presStyleCnt="5"/>
      <dgm:spPr/>
    </dgm:pt>
    <dgm:pt modelId="{7BBE6F7B-9D1A-4063-B6C3-1AF20F7F1653}" type="pres">
      <dgm:prSet presAssocID="{7AFD7498-47E3-4CD1-8F7B-56BDA9C112CF}" presName="hierRoot2" presStyleCnt="0">
        <dgm:presLayoutVars>
          <dgm:hierBranch/>
        </dgm:presLayoutVars>
      </dgm:prSet>
      <dgm:spPr/>
    </dgm:pt>
    <dgm:pt modelId="{68828694-34ED-4002-B166-09E40F76A435}" type="pres">
      <dgm:prSet presAssocID="{7AFD7498-47E3-4CD1-8F7B-56BDA9C112CF}" presName="rootComposite" presStyleCnt="0"/>
      <dgm:spPr/>
    </dgm:pt>
    <dgm:pt modelId="{FE3F03AA-B3D2-4009-8D38-B2F229B69D82}" type="pres">
      <dgm:prSet presAssocID="{7AFD7498-47E3-4CD1-8F7B-56BDA9C112CF}" presName="rootText" presStyleLbl="node2" presStyleIdx="2" presStyleCnt="5">
        <dgm:presLayoutVars>
          <dgm:chPref val="3"/>
        </dgm:presLayoutVars>
      </dgm:prSet>
      <dgm:spPr/>
    </dgm:pt>
    <dgm:pt modelId="{250153EB-BDB0-47C9-A4A7-64C87CA3B05B}" type="pres">
      <dgm:prSet presAssocID="{7AFD7498-47E3-4CD1-8F7B-56BDA9C112CF}" presName="rootConnector" presStyleLbl="node2" presStyleIdx="2" presStyleCnt="5"/>
      <dgm:spPr/>
    </dgm:pt>
    <dgm:pt modelId="{6E29E7FE-0460-4B72-A446-796C69C8D93E}" type="pres">
      <dgm:prSet presAssocID="{7AFD7498-47E3-4CD1-8F7B-56BDA9C112CF}" presName="hierChild4" presStyleCnt="0"/>
      <dgm:spPr/>
    </dgm:pt>
    <dgm:pt modelId="{17D542ED-E07C-40B5-A4DF-3F06F6506D8F}" type="pres">
      <dgm:prSet presAssocID="{7AFD7498-47E3-4CD1-8F7B-56BDA9C112CF}" presName="hierChild5" presStyleCnt="0"/>
      <dgm:spPr/>
    </dgm:pt>
    <dgm:pt modelId="{56CC2EC6-143D-43FC-82D2-D2585DFF722A}" type="pres">
      <dgm:prSet presAssocID="{E722BAC5-EC9C-42A7-8E96-E18EF44FAF0F}" presName="Name35" presStyleLbl="parChTrans1D2" presStyleIdx="3" presStyleCnt="5"/>
      <dgm:spPr/>
    </dgm:pt>
    <dgm:pt modelId="{BE395FB1-817D-4052-9D02-FA48C2003CDB}" type="pres">
      <dgm:prSet presAssocID="{62509D45-83B8-4DBF-ADB1-1BE4929F4AD4}" presName="hierRoot2" presStyleCnt="0">
        <dgm:presLayoutVars>
          <dgm:hierBranch/>
        </dgm:presLayoutVars>
      </dgm:prSet>
      <dgm:spPr/>
    </dgm:pt>
    <dgm:pt modelId="{4E647631-7B99-451E-A1F4-A267640A8CB5}" type="pres">
      <dgm:prSet presAssocID="{62509D45-83B8-4DBF-ADB1-1BE4929F4AD4}" presName="rootComposite" presStyleCnt="0"/>
      <dgm:spPr/>
    </dgm:pt>
    <dgm:pt modelId="{00FD069F-93F2-42BC-BB10-F0399EBB949A}" type="pres">
      <dgm:prSet presAssocID="{62509D45-83B8-4DBF-ADB1-1BE4929F4AD4}" presName="rootText" presStyleLbl="node2" presStyleIdx="3" presStyleCnt="5">
        <dgm:presLayoutVars>
          <dgm:chPref val="3"/>
        </dgm:presLayoutVars>
      </dgm:prSet>
      <dgm:spPr/>
    </dgm:pt>
    <dgm:pt modelId="{81FDDDD5-8B70-4E1C-8C89-0272D08738ED}" type="pres">
      <dgm:prSet presAssocID="{62509D45-83B8-4DBF-ADB1-1BE4929F4AD4}" presName="rootConnector" presStyleLbl="node2" presStyleIdx="3" presStyleCnt="5"/>
      <dgm:spPr/>
    </dgm:pt>
    <dgm:pt modelId="{AEA53E16-B240-4973-ABE2-B86FCF9FA2B7}" type="pres">
      <dgm:prSet presAssocID="{62509D45-83B8-4DBF-ADB1-1BE4929F4AD4}" presName="hierChild4" presStyleCnt="0"/>
      <dgm:spPr/>
    </dgm:pt>
    <dgm:pt modelId="{33743F6F-863B-4FE1-B516-BC15671E8CF1}" type="pres">
      <dgm:prSet presAssocID="{62509D45-83B8-4DBF-ADB1-1BE4929F4AD4}" presName="hierChild5" presStyleCnt="0"/>
      <dgm:spPr/>
    </dgm:pt>
    <dgm:pt modelId="{ED00AD70-A70B-4882-8B60-07273B142F29}" type="pres">
      <dgm:prSet presAssocID="{C4203F9D-0FAC-4D7C-B8AA-9C29E372E427}" presName="Name35" presStyleLbl="parChTrans1D2" presStyleIdx="4" presStyleCnt="5"/>
      <dgm:spPr/>
    </dgm:pt>
    <dgm:pt modelId="{431E8740-A109-48D2-9D74-0FF60A8BAF46}" type="pres">
      <dgm:prSet presAssocID="{72480921-0B3A-422C-BC36-0ADA9283BA2F}" presName="hierRoot2" presStyleCnt="0">
        <dgm:presLayoutVars>
          <dgm:hierBranch/>
        </dgm:presLayoutVars>
      </dgm:prSet>
      <dgm:spPr/>
    </dgm:pt>
    <dgm:pt modelId="{73397E82-57E6-48E1-81AD-05FCD08D4479}" type="pres">
      <dgm:prSet presAssocID="{72480921-0B3A-422C-BC36-0ADA9283BA2F}" presName="rootComposite" presStyleCnt="0"/>
      <dgm:spPr/>
    </dgm:pt>
    <dgm:pt modelId="{07386D5F-FFAD-43DF-90A3-DC7064BD47E3}" type="pres">
      <dgm:prSet presAssocID="{72480921-0B3A-422C-BC36-0ADA9283BA2F}" presName="rootText" presStyleLbl="node2" presStyleIdx="4" presStyleCnt="5">
        <dgm:presLayoutVars>
          <dgm:chPref val="3"/>
        </dgm:presLayoutVars>
      </dgm:prSet>
      <dgm:spPr/>
    </dgm:pt>
    <dgm:pt modelId="{DEB24362-6A0E-46F4-AD04-874D0DC6FF95}" type="pres">
      <dgm:prSet presAssocID="{72480921-0B3A-422C-BC36-0ADA9283BA2F}" presName="rootConnector" presStyleLbl="node2" presStyleIdx="4" presStyleCnt="5"/>
      <dgm:spPr/>
    </dgm:pt>
    <dgm:pt modelId="{61F8B68C-598A-4360-A8CF-5B6449D1064A}" type="pres">
      <dgm:prSet presAssocID="{72480921-0B3A-422C-BC36-0ADA9283BA2F}" presName="hierChild4" presStyleCnt="0"/>
      <dgm:spPr/>
    </dgm:pt>
    <dgm:pt modelId="{C9C7DEB9-4144-4E26-80E7-AD089D85A08A}" type="pres">
      <dgm:prSet presAssocID="{72480921-0B3A-422C-BC36-0ADA9283BA2F}" presName="hierChild5" presStyleCnt="0"/>
      <dgm:spPr/>
    </dgm:pt>
    <dgm:pt modelId="{5309D624-5422-4939-8730-EE9801DDD964}" type="pres">
      <dgm:prSet presAssocID="{6DCC3E62-170B-4F4A-95BC-462566BC96DA}" presName="hierChild3" presStyleCnt="0"/>
      <dgm:spPr/>
    </dgm:pt>
  </dgm:ptLst>
  <dgm:cxnLst>
    <dgm:cxn modelId="{6854FA00-468E-429D-AFA6-ECFAF9E70878}" type="presOf" srcId="{AFF8A3C0-280D-4F97-9B59-2ED776D93645}" destId="{70D45137-EB03-4EBC-9830-FD95B9FB51A7}" srcOrd="0" destOrd="0" presId="urn:microsoft.com/office/officeart/2005/8/layout/orgChart1"/>
    <dgm:cxn modelId="{349ADC02-8C48-47B7-862B-6E0143CD3680}" type="presOf" srcId="{3FB88D2E-CFC6-4680-9EC2-CD34010AFDAC}" destId="{2B022689-4D7B-442A-BA2E-31AD3E724200}" srcOrd="0" destOrd="0" presId="urn:microsoft.com/office/officeart/2005/8/layout/orgChart1"/>
    <dgm:cxn modelId="{55AC7B03-2919-4F95-970E-E2DEEA44DC18}" srcId="{E518470B-B5CE-4C8D-BF9B-2C7A1D4B6F67}" destId="{1333C1FE-3DE6-4CC8-A4E9-A2C4A4DE8EA4}" srcOrd="1" destOrd="0" parTransId="{3B115370-3288-4D4C-A1AE-32ED626DBD06}" sibTransId="{B389306D-5A19-4D75-8153-4ACC94478A05}"/>
    <dgm:cxn modelId="{F9543808-6C94-420C-8A16-90A654C1C71F}" type="presOf" srcId="{0F6F099D-EDFC-4124-A5B2-9EB320030A81}" destId="{D344736B-1108-4211-8D70-476155C118B5}" srcOrd="1" destOrd="0" presId="urn:microsoft.com/office/officeart/2005/8/layout/orgChart1"/>
    <dgm:cxn modelId="{9145F908-978E-4255-A91B-7813EA22CFA5}" srcId="{E51A6797-840B-4B93-8020-2475A673BD35}" destId="{6DCC3E62-170B-4F4A-95BC-462566BC96DA}" srcOrd="0" destOrd="0" parTransId="{034562E4-5A44-4808-83E5-F6F70D5FCE38}" sibTransId="{D2B8A868-44C4-4453-977E-0E8F20C7EE7E}"/>
    <dgm:cxn modelId="{48752C0A-9F08-4568-B5F3-DC0ABC46C256}" type="presOf" srcId="{73243EAE-5440-4C5B-835A-2D01BF62EA81}" destId="{9C4F3FA8-41C6-46C6-894A-A0936C72AFAC}" srcOrd="0" destOrd="0" presId="urn:microsoft.com/office/officeart/2005/8/layout/orgChart1"/>
    <dgm:cxn modelId="{0E7CDE0C-1B10-4C21-A2CA-802B1EBC4699}" type="presOf" srcId="{22D79A21-DFB3-47B8-A674-1ED0F9F771E1}" destId="{D1CCFECA-F4AA-40C7-942B-DBAA31185744}" srcOrd="1" destOrd="0" presId="urn:microsoft.com/office/officeart/2005/8/layout/orgChart1"/>
    <dgm:cxn modelId="{E309610D-C7B2-4107-84A5-376A3256A409}" type="presOf" srcId="{76482D93-855B-4AD0-815E-8B6B491BDF9B}" destId="{76D2077D-0A01-4BE5-B56A-157CFD1A501A}" srcOrd="0" destOrd="0" presId="urn:microsoft.com/office/officeart/2005/8/layout/orgChart1"/>
    <dgm:cxn modelId="{9B176A14-0017-4169-82CD-BED11A5399F7}" type="presOf" srcId="{62509D45-83B8-4DBF-ADB1-1BE4929F4AD4}" destId="{81FDDDD5-8B70-4E1C-8C89-0272D08738ED}" srcOrd="1" destOrd="0" presId="urn:microsoft.com/office/officeart/2005/8/layout/orgChart1"/>
    <dgm:cxn modelId="{B9F25915-17D3-492F-A3A5-26DBDE035B07}" type="presOf" srcId="{73243EAE-5440-4C5B-835A-2D01BF62EA81}" destId="{5EEBBD71-1F51-48CA-A5D6-157906A4E034}" srcOrd="1" destOrd="0" presId="urn:microsoft.com/office/officeart/2005/8/layout/orgChart1"/>
    <dgm:cxn modelId="{F9E45C1D-F368-45BF-ADCC-03FD7F623C4C}" type="presOf" srcId="{3B115370-3288-4D4C-A1AE-32ED626DBD06}" destId="{CA2B24CF-3C19-486B-859C-E7D657A736D2}" srcOrd="0" destOrd="0" presId="urn:microsoft.com/office/officeart/2005/8/layout/orgChart1"/>
    <dgm:cxn modelId="{78B7411F-FD0C-4BB7-9685-CF5F3F40B61F}" type="presOf" srcId="{D3C38FC4-FB9D-4DAE-8ED6-9CE854258FD8}" destId="{39406EAF-01E6-4BCE-B284-930169E5C5E5}" srcOrd="1" destOrd="0" presId="urn:microsoft.com/office/officeart/2005/8/layout/orgChart1"/>
    <dgm:cxn modelId="{769A2F21-7240-4F7E-9BAA-DD848F3131AC}" type="presOf" srcId="{C4203F9D-0FAC-4D7C-B8AA-9C29E372E427}" destId="{ED00AD70-A70B-4882-8B60-07273B142F29}" srcOrd="0" destOrd="0" presId="urn:microsoft.com/office/officeart/2005/8/layout/orgChart1"/>
    <dgm:cxn modelId="{45CE1A22-BC91-419B-BAF9-607A9AADB2A6}" type="presOf" srcId="{C23E8450-F5C3-431B-AED1-4313696E8D99}" destId="{CE7D2EA0-312E-42BF-A9C6-3CD87AE60E02}" srcOrd="1" destOrd="0" presId="urn:microsoft.com/office/officeart/2005/8/layout/orgChart1"/>
    <dgm:cxn modelId="{1C72A824-F2A6-436D-A0B8-DCC4AB2A3C18}" type="presOf" srcId="{F990FCFA-41DA-4D3E-9449-34DB25D460A2}" destId="{D12B1314-F9D8-486E-B862-EB8A0C109A99}" srcOrd="0" destOrd="0" presId="urn:microsoft.com/office/officeart/2005/8/layout/orgChart1"/>
    <dgm:cxn modelId="{3E5B7829-675A-45DB-BA2E-A68CCCD7CFA3}" srcId="{0F6F099D-EDFC-4124-A5B2-9EB320030A81}" destId="{C23E8450-F5C3-431B-AED1-4313696E8D99}" srcOrd="1" destOrd="0" parTransId="{3FB88D2E-CFC6-4680-9EC2-CD34010AFDAC}" sibTransId="{59106B9B-009A-48CE-993E-A608FAC7E35F}"/>
    <dgm:cxn modelId="{52B28A2B-3A8F-4DCE-8453-04624CAF07E3}" type="presOf" srcId="{7AFD7498-47E3-4CD1-8F7B-56BDA9C112CF}" destId="{250153EB-BDB0-47C9-A4A7-64C87CA3B05B}" srcOrd="1" destOrd="0" presId="urn:microsoft.com/office/officeart/2005/8/layout/orgChart1"/>
    <dgm:cxn modelId="{B21DE82C-E94D-415E-9225-2C7EA9E9CA79}" type="presOf" srcId="{1333C1FE-3DE6-4CC8-A4E9-A2C4A4DE8EA4}" destId="{FBC3F761-3FC0-4EEA-A5EF-7C3BF0E88560}" srcOrd="1" destOrd="0" presId="urn:microsoft.com/office/officeart/2005/8/layout/orgChart1"/>
    <dgm:cxn modelId="{24243830-4E10-42C4-B6C7-5050C9D82A6B}" type="presOf" srcId="{7AFD7498-47E3-4CD1-8F7B-56BDA9C112CF}" destId="{FE3F03AA-B3D2-4009-8D38-B2F229B69D82}" srcOrd="0" destOrd="0" presId="urn:microsoft.com/office/officeart/2005/8/layout/orgChart1"/>
    <dgm:cxn modelId="{F1181D34-02B9-4B2C-841A-03CDC95BF1CA}" type="presOf" srcId="{6DCC3E62-170B-4F4A-95BC-462566BC96DA}" destId="{51C02CC4-8ABE-4E6B-8004-B6B0EA8CCC5F}" srcOrd="1" destOrd="0" presId="urn:microsoft.com/office/officeart/2005/8/layout/orgChart1"/>
    <dgm:cxn modelId="{794E1B3C-CF53-425A-9FE0-1BB0A772A9E1}" type="presOf" srcId="{E51A6797-840B-4B93-8020-2475A673BD35}" destId="{8BCD11FD-488A-4D01-AE14-0771A3D7E2D9}" srcOrd="0" destOrd="0" presId="urn:microsoft.com/office/officeart/2005/8/layout/orgChart1"/>
    <dgm:cxn modelId="{3D00245D-F548-4B97-A45A-F700B404A76C}" type="presOf" srcId="{E49585BE-0811-4C4D-B62C-29D9C754E887}" destId="{C26DBFC3-B21F-4E3D-B99E-A9C15EF0227A}" srcOrd="0" destOrd="0" presId="urn:microsoft.com/office/officeart/2005/8/layout/orgChart1"/>
    <dgm:cxn modelId="{0305A45D-D569-4963-AAB7-C1B77CCE847A}" type="presOf" srcId="{8E0514EE-D809-4CE2-89DF-D7F901FB23AB}" destId="{0E6FE702-3094-4DE1-8107-DDA2760AC07B}" srcOrd="0" destOrd="0" presId="urn:microsoft.com/office/officeart/2005/8/layout/orgChart1"/>
    <dgm:cxn modelId="{D46FC946-5D3F-4406-B7CA-7E906EC85784}" type="presOf" srcId="{B9C89358-D39E-458D-B64E-71A0612E20CF}" destId="{216A382B-89C6-4D03-A912-20468F828343}" srcOrd="0" destOrd="0" presId="urn:microsoft.com/office/officeart/2005/8/layout/orgChart1"/>
    <dgm:cxn modelId="{0F22F949-BBB3-493A-B3EA-F2F810954BD9}" type="presOf" srcId="{AFF8A3C0-280D-4F97-9B59-2ED776D93645}" destId="{0AF04823-B998-48C6-A1F2-8FC1E56E5FB0}" srcOrd="1" destOrd="0" presId="urn:microsoft.com/office/officeart/2005/8/layout/orgChart1"/>
    <dgm:cxn modelId="{14141F4C-A304-41DB-A053-9A1019C412C8}" type="presOf" srcId="{8E0514EE-D809-4CE2-89DF-D7F901FB23AB}" destId="{F980D574-8405-4A3D-A1DD-0FAE2A0D484E}" srcOrd="1" destOrd="0" presId="urn:microsoft.com/office/officeart/2005/8/layout/orgChart1"/>
    <dgm:cxn modelId="{D48B244C-3BB6-44B0-8F1D-C3C59A3C1129}" srcId="{73243EAE-5440-4C5B-835A-2D01BF62EA81}" destId="{22D79A21-DFB3-47B8-A674-1ED0F9F771E1}" srcOrd="0" destOrd="0" parTransId="{1CDEF43D-6D66-467E-AFCE-BB3D843AF06B}" sibTransId="{77BFA7DF-1B4D-4B04-985C-D21E93479C07}"/>
    <dgm:cxn modelId="{646E084F-8408-479F-8510-1F2CE9E01CB4}" type="presOf" srcId="{62509D45-83B8-4DBF-ADB1-1BE4929F4AD4}" destId="{00FD069F-93F2-42BC-BB10-F0399EBB949A}" srcOrd="0" destOrd="0" presId="urn:microsoft.com/office/officeart/2005/8/layout/orgChart1"/>
    <dgm:cxn modelId="{A2B9B970-09A5-4A00-9529-E0850332C828}" type="presOf" srcId="{CE43CAC2-CA28-46E9-B991-290711D8BE3A}" destId="{633A7943-892E-4007-B3BF-2D67EDD11A1A}" srcOrd="0" destOrd="0" presId="urn:microsoft.com/office/officeart/2005/8/layout/orgChart1"/>
    <dgm:cxn modelId="{5F65F950-F86C-456D-B533-B60368F78095}" type="presOf" srcId="{B9C89358-D39E-458D-B64E-71A0612E20CF}" destId="{DB744CB2-9C42-4F53-B471-EAB5BAD3403C}" srcOrd="1" destOrd="0" presId="urn:microsoft.com/office/officeart/2005/8/layout/orgChart1"/>
    <dgm:cxn modelId="{49BE0F71-2437-46BA-AF0D-9418FEFDDB92}" type="presOf" srcId="{E722BAC5-EC9C-42A7-8E96-E18EF44FAF0F}" destId="{56CC2EC6-143D-43FC-82D2-D2585DFF722A}" srcOrd="0" destOrd="0" presId="urn:microsoft.com/office/officeart/2005/8/layout/orgChart1"/>
    <dgm:cxn modelId="{76B99A55-A75F-4C9A-BE53-23F05D98CCBF}" type="presOf" srcId="{72480921-0B3A-422C-BC36-0ADA9283BA2F}" destId="{DEB24362-6A0E-46F4-AD04-874D0DC6FF95}" srcOrd="1" destOrd="0" presId="urn:microsoft.com/office/officeart/2005/8/layout/orgChart1"/>
    <dgm:cxn modelId="{072B3276-07FF-4EE7-9DAE-94C1154A5532}" srcId="{6DCC3E62-170B-4F4A-95BC-462566BC96DA}" destId="{7AFD7498-47E3-4CD1-8F7B-56BDA9C112CF}" srcOrd="2" destOrd="0" parTransId="{76482D93-855B-4AD0-815E-8B6B491BDF9B}" sibTransId="{73D3116D-2D23-4E05-ADB5-B82ACC90B16D}"/>
    <dgm:cxn modelId="{83CE4D56-C56C-4CA5-87E4-417C4084C9C0}" srcId="{0F6F099D-EDFC-4124-A5B2-9EB320030A81}" destId="{9D310BDE-5F42-49C8-9453-DBD3F0B53734}" srcOrd="0" destOrd="0" parTransId="{CE43CAC2-CA28-46E9-B991-290711D8BE3A}" sibTransId="{E200C716-381F-441B-B7F3-6A2B97B4DBA6}"/>
    <dgm:cxn modelId="{F65A5777-386F-4784-A4E4-C7695C04C743}" srcId="{6DCC3E62-170B-4F4A-95BC-462566BC96DA}" destId="{72480921-0B3A-422C-BC36-0ADA9283BA2F}" srcOrd="4" destOrd="0" parTransId="{C4203F9D-0FAC-4D7C-B8AA-9C29E372E427}" sibTransId="{1EEB13D2-C63F-4DB7-807A-54B6BD144B85}"/>
    <dgm:cxn modelId="{4A320059-4989-49C0-B7F8-2CF33441B4A9}" type="presOf" srcId="{D3C38FC4-FB9D-4DAE-8ED6-9CE854258FD8}" destId="{392CD533-FA0B-4029-87FB-333B697BE491}" srcOrd="0" destOrd="0" presId="urn:microsoft.com/office/officeart/2005/8/layout/orgChart1"/>
    <dgm:cxn modelId="{8CA43D5A-151C-4E8E-9831-0BEEB5D3F307}" type="presOf" srcId="{594759B9-D435-4FDC-9F1C-3479EB825748}" destId="{8F50BF82-5E52-4B89-8261-6756A00BF7CE}" srcOrd="0" destOrd="0" presId="urn:microsoft.com/office/officeart/2005/8/layout/orgChart1"/>
    <dgm:cxn modelId="{FA9BA27D-D687-47CC-8882-C5D39C930F11}" type="presOf" srcId="{C23E8450-F5C3-431B-AED1-4313696E8D99}" destId="{2BEC8719-792B-428B-A4EF-6746FB40FECE}" srcOrd="0" destOrd="0" presId="urn:microsoft.com/office/officeart/2005/8/layout/orgChart1"/>
    <dgm:cxn modelId="{272CDA81-226E-4FDF-98B8-4CB4CFDC56EF}" srcId="{2617F9A0-7A19-47B6-BBD0-E7A345A267DD}" destId="{0F6F099D-EDFC-4124-A5B2-9EB320030A81}" srcOrd="2" destOrd="0" parTransId="{C1C7CB76-BD52-4477-A763-01A683DCCD93}" sibTransId="{FEF4761D-8631-42A1-A6DE-FA1FD3B8D766}"/>
    <dgm:cxn modelId="{51428E83-8B77-433E-81CB-134B39DE44E9}" type="presOf" srcId="{72480921-0B3A-422C-BC36-0ADA9283BA2F}" destId="{07386D5F-FFAD-43DF-90A3-DC7064BD47E3}" srcOrd="0" destOrd="0" presId="urn:microsoft.com/office/officeart/2005/8/layout/orgChart1"/>
    <dgm:cxn modelId="{8FB2B489-F4B9-483E-B879-68079550F3A0}" type="presOf" srcId="{0F6F099D-EDFC-4124-A5B2-9EB320030A81}" destId="{2AB5A737-8A5A-4D82-9968-1CD9CE015699}" srcOrd="0" destOrd="0" presId="urn:microsoft.com/office/officeart/2005/8/layout/orgChart1"/>
    <dgm:cxn modelId="{CD02BE89-0DB5-40B2-8290-1C75BA75AFF3}" type="presOf" srcId="{9D310BDE-5F42-49C8-9453-DBD3F0B53734}" destId="{0462C6D5-7CBC-4174-95C3-91EDAAA9EE4A}" srcOrd="0" destOrd="0" presId="urn:microsoft.com/office/officeart/2005/8/layout/orgChart1"/>
    <dgm:cxn modelId="{09CFB08F-2C45-489B-BC73-127FEEF1AC63}" type="presOf" srcId="{77CDF556-3FD5-4A8B-A46B-5A381477D50A}" destId="{59D42A48-CBF8-4BE2-82A6-09F4369C089B}" srcOrd="0" destOrd="0" presId="urn:microsoft.com/office/officeart/2005/8/layout/orgChart1"/>
    <dgm:cxn modelId="{BE8B5894-A72D-4487-A79A-E31C53691FF6}" type="presOf" srcId="{22D79A21-DFB3-47B8-A674-1ED0F9F771E1}" destId="{67A73D91-AE2E-4D05-A572-E6E18BB7E083}" srcOrd="0" destOrd="0" presId="urn:microsoft.com/office/officeart/2005/8/layout/orgChart1"/>
    <dgm:cxn modelId="{DD748D95-1D75-4017-BECE-3C6C15220952}" type="presOf" srcId="{808E53EA-1885-49D8-A24F-DCB8703663F5}" destId="{84FAF3AF-CC4C-4957-9534-FFD1707B45B0}" srcOrd="0" destOrd="0" presId="urn:microsoft.com/office/officeart/2005/8/layout/orgChart1"/>
    <dgm:cxn modelId="{4EF082A5-22E0-469E-B55C-08831766C826}" srcId="{6DCC3E62-170B-4F4A-95BC-462566BC96DA}" destId="{296A076F-D203-4892-A1F0-54A09B989CF4}" srcOrd="1" destOrd="0" parTransId="{17290402-C67D-4AF4-A7C6-A5AECC7BA2B5}" sibTransId="{CFEDD11D-2473-4D40-877C-2AFD71FFFB12}"/>
    <dgm:cxn modelId="{2F9E0FA6-E37C-49B4-A5EF-15DBC5FB1168}" type="presOf" srcId="{17290402-C67D-4AF4-A7C6-A5AECC7BA2B5}" destId="{F48D6D81-7C00-4D20-9532-123F0979A42C}" srcOrd="0" destOrd="0" presId="urn:microsoft.com/office/officeart/2005/8/layout/orgChart1"/>
    <dgm:cxn modelId="{AF14AEB0-5207-43D0-867A-13E0BBBC3D57}" type="presOf" srcId="{296A076F-D203-4892-A1F0-54A09B989CF4}" destId="{2525938B-C8E8-4C54-BDCE-4237B8FE4E89}" srcOrd="1" destOrd="0" presId="urn:microsoft.com/office/officeart/2005/8/layout/orgChart1"/>
    <dgm:cxn modelId="{40E8C6B0-E41A-4638-8AEE-727D59C44D01}" type="presOf" srcId="{E518470B-B5CE-4C8D-BF9B-2C7A1D4B6F67}" destId="{900A100F-3B01-4BA4-A3C2-04E1D70FD93E}" srcOrd="0" destOrd="0" presId="urn:microsoft.com/office/officeart/2005/8/layout/orgChart1"/>
    <dgm:cxn modelId="{1EC7C5B4-F228-4628-BEEB-1D9C70AD7081}" type="presOf" srcId="{E518470B-B5CE-4C8D-BF9B-2C7A1D4B6F67}" destId="{D18FBD8F-64B6-4841-89DF-0082F613BA87}" srcOrd="1" destOrd="0" presId="urn:microsoft.com/office/officeart/2005/8/layout/orgChart1"/>
    <dgm:cxn modelId="{8E6B33B5-327B-4E57-BD14-A1E80D923D9D}" type="presOf" srcId="{1CDEF43D-6D66-467E-AFCE-BB3D843AF06B}" destId="{0592F2CD-CE9C-47F9-A9BB-9684EA9B5872}" srcOrd="0" destOrd="0" presId="urn:microsoft.com/office/officeart/2005/8/layout/orgChart1"/>
    <dgm:cxn modelId="{F7DE23BE-C36E-4D69-A02E-A7B3F8AFFC3D}" type="presOf" srcId="{1333C1FE-3DE6-4CC8-A4E9-A2C4A4DE8EA4}" destId="{B8A34773-E7EA-4684-BA50-4FC3361BA7FD}" srcOrd="0" destOrd="0" presId="urn:microsoft.com/office/officeart/2005/8/layout/orgChart1"/>
    <dgm:cxn modelId="{AF1BF8BE-FE83-405C-85D5-F4A19F47FA41}" type="presOf" srcId="{464F9BFE-D117-4AC0-8DDA-FADF5222512A}" destId="{B223540B-BAE6-41C9-BFDF-3988CFBAFB0A}" srcOrd="0" destOrd="0" presId="urn:microsoft.com/office/officeart/2005/8/layout/orgChart1"/>
    <dgm:cxn modelId="{191040C4-E087-404E-B44B-52B3355AACD2}" srcId="{2617F9A0-7A19-47B6-BBD0-E7A345A267DD}" destId="{E518470B-B5CE-4C8D-BF9B-2C7A1D4B6F67}" srcOrd="1" destOrd="0" parTransId="{F990FCFA-41DA-4D3E-9449-34DB25D460A2}" sibTransId="{EE0713A5-C3B7-407F-BAF5-3E764FF70C0F}"/>
    <dgm:cxn modelId="{A9DEC1C5-FE04-4F26-9F01-BDCF5BB9CC4D}" type="presOf" srcId="{296A076F-D203-4892-A1F0-54A09B989CF4}" destId="{8222CCBB-00EE-43DB-BD9E-8B79477BF1EE}" srcOrd="0" destOrd="0" presId="urn:microsoft.com/office/officeart/2005/8/layout/orgChart1"/>
    <dgm:cxn modelId="{019360CC-3DEA-4B4C-A714-DFE54AF11EE5}" type="presOf" srcId="{C1C7CB76-BD52-4477-A763-01A683DCCD93}" destId="{6A28CAD2-6D5E-468F-A55D-DCD3DB3A76BD}" srcOrd="0" destOrd="0" presId="urn:microsoft.com/office/officeart/2005/8/layout/orgChart1"/>
    <dgm:cxn modelId="{74DF90D0-1204-43FE-A44B-D1336C510FA0}" type="presOf" srcId="{2617F9A0-7A19-47B6-BBD0-E7A345A267DD}" destId="{A31B6782-182C-44D2-894E-4ED413D94E0A}" srcOrd="0" destOrd="0" presId="urn:microsoft.com/office/officeart/2005/8/layout/orgChart1"/>
    <dgm:cxn modelId="{2D1B08D2-0610-4104-8F8A-8869BC3CABB0}" srcId="{73243EAE-5440-4C5B-835A-2D01BF62EA81}" destId="{B9C89358-D39E-458D-B64E-71A0612E20CF}" srcOrd="2" destOrd="0" parTransId="{808E53EA-1885-49D8-A24F-DCB8703663F5}" sibTransId="{63AC11EE-5EE7-4AFB-A68C-5A5D64416E70}"/>
    <dgm:cxn modelId="{1550B6D2-B88F-4B2C-910F-1FCC55D195DF}" srcId="{6DCC3E62-170B-4F4A-95BC-462566BC96DA}" destId="{2617F9A0-7A19-47B6-BBD0-E7A345A267DD}" srcOrd="0" destOrd="0" parTransId="{F0A76C8C-79E3-442A-979C-745DFC4547ED}" sibTransId="{928CE854-2F09-4E37-9FA6-1F6CB434E112}"/>
    <dgm:cxn modelId="{6ED973D8-7069-4610-A271-FA951BE31C73}" type="presOf" srcId="{6DCC3E62-170B-4F4A-95BC-462566BC96DA}" destId="{0F8E32AD-F677-4E0D-8A14-96B7FD8B3C19}" srcOrd="0" destOrd="0" presId="urn:microsoft.com/office/officeart/2005/8/layout/orgChart1"/>
    <dgm:cxn modelId="{B78041E3-8DC7-43B5-BBD4-0CB95DCFD59D}" type="presOf" srcId="{F0A76C8C-79E3-442A-979C-745DFC4547ED}" destId="{BFAD47EF-4525-4A25-9745-1E4D5B5BA18D}" srcOrd="0" destOrd="0" presId="urn:microsoft.com/office/officeart/2005/8/layout/orgChart1"/>
    <dgm:cxn modelId="{CB2BD0E3-1A71-46A7-9CC6-D8071D70C153}" srcId="{73243EAE-5440-4C5B-835A-2D01BF62EA81}" destId="{AFF8A3C0-280D-4F97-9B59-2ED776D93645}" srcOrd="1" destOrd="0" parTransId="{594759B9-D435-4FDC-9F1C-3479EB825748}" sibTransId="{9B5B84D9-9FD5-413D-BF25-592DB78A8372}"/>
    <dgm:cxn modelId="{89394DE8-663C-44D5-8213-A1DD9FAC8CDA}" type="presOf" srcId="{2617F9A0-7A19-47B6-BBD0-E7A345A267DD}" destId="{D1B94E49-9749-4F87-AD5F-48A329550F0A}" srcOrd="1" destOrd="0" presId="urn:microsoft.com/office/officeart/2005/8/layout/orgChart1"/>
    <dgm:cxn modelId="{EEE815F4-5F67-4104-9CAF-2F5851F25852}" srcId="{E518470B-B5CE-4C8D-BF9B-2C7A1D4B6F67}" destId="{8E0514EE-D809-4CE2-89DF-D7F901FB23AB}" srcOrd="0" destOrd="0" parTransId="{464F9BFE-D117-4AC0-8DDA-FADF5222512A}" sibTransId="{2260552A-CB44-47E4-995B-D41AA92455AD}"/>
    <dgm:cxn modelId="{9A8754F6-60E1-477E-911B-E5413B5B2DA2}" srcId="{2617F9A0-7A19-47B6-BBD0-E7A345A267DD}" destId="{73243EAE-5440-4C5B-835A-2D01BF62EA81}" srcOrd="0" destOrd="0" parTransId="{E49585BE-0811-4C4D-B62C-29D9C754E887}" sibTransId="{34BC0897-74AE-4FA5-A076-98E7FBB3AD43}"/>
    <dgm:cxn modelId="{DB8A40F7-4AAE-4087-ABCC-5D88CA1DA71F}" srcId="{6DCC3E62-170B-4F4A-95BC-462566BC96DA}" destId="{62509D45-83B8-4DBF-ADB1-1BE4929F4AD4}" srcOrd="3" destOrd="0" parTransId="{E722BAC5-EC9C-42A7-8E96-E18EF44FAF0F}" sibTransId="{74EB9C8E-D8DE-4074-9C05-5DD4B94242A7}"/>
    <dgm:cxn modelId="{812B3AF8-92A7-4AA3-8B05-76D7AC6286DA}" srcId="{E518470B-B5CE-4C8D-BF9B-2C7A1D4B6F67}" destId="{D3C38FC4-FB9D-4DAE-8ED6-9CE854258FD8}" srcOrd="2" destOrd="0" parTransId="{77CDF556-3FD5-4A8B-A46B-5A381477D50A}" sibTransId="{F2B90AEF-C7BA-4328-9E2A-EF9AF836B499}"/>
    <dgm:cxn modelId="{A432D4FA-3B33-4AFC-BBF6-8A519BF13B66}" type="presOf" srcId="{9D310BDE-5F42-49C8-9453-DBD3F0B53734}" destId="{E314A72E-F555-4A5C-A902-7DF0330B9D2B}" srcOrd="1" destOrd="0" presId="urn:microsoft.com/office/officeart/2005/8/layout/orgChart1"/>
    <dgm:cxn modelId="{20CF6DF3-CF5A-45D2-A1B3-04AE43097F3E}" type="presParOf" srcId="{8BCD11FD-488A-4D01-AE14-0771A3D7E2D9}" destId="{A61FF17A-BFD8-4616-A20B-04B06F91C199}" srcOrd="0" destOrd="0" presId="urn:microsoft.com/office/officeart/2005/8/layout/orgChart1"/>
    <dgm:cxn modelId="{5A5F674B-A85A-42CE-A863-CDFEFEFD91A7}" type="presParOf" srcId="{A61FF17A-BFD8-4616-A20B-04B06F91C199}" destId="{0D5948A8-3CA5-4C00-A551-E4634AA3A21E}" srcOrd="0" destOrd="0" presId="urn:microsoft.com/office/officeart/2005/8/layout/orgChart1"/>
    <dgm:cxn modelId="{F1071640-A5A0-409E-BD87-178E6C6759FC}" type="presParOf" srcId="{0D5948A8-3CA5-4C00-A551-E4634AA3A21E}" destId="{0F8E32AD-F677-4E0D-8A14-96B7FD8B3C19}" srcOrd="0" destOrd="0" presId="urn:microsoft.com/office/officeart/2005/8/layout/orgChart1"/>
    <dgm:cxn modelId="{077456F5-267E-4910-B965-07C4184B9C05}" type="presParOf" srcId="{0D5948A8-3CA5-4C00-A551-E4634AA3A21E}" destId="{51C02CC4-8ABE-4E6B-8004-B6B0EA8CCC5F}" srcOrd="1" destOrd="0" presId="urn:microsoft.com/office/officeart/2005/8/layout/orgChart1"/>
    <dgm:cxn modelId="{8CF3501E-F9DF-4619-9CBB-629DB7C954BB}" type="presParOf" srcId="{A61FF17A-BFD8-4616-A20B-04B06F91C199}" destId="{A557732B-53B3-41ED-8751-55BF762CFA6F}" srcOrd="1" destOrd="0" presId="urn:microsoft.com/office/officeart/2005/8/layout/orgChart1"/>
    <dgm:cxn modelId="{118BF0F0-4BED-494B-BD0E-F11159482425}" type="presParOf" srcId="{A557732B-53B3-41ED-8751-55BF762CFA6F}" destId="{BFAD47EF-4525-4A25-9745-1E4D5B5BA18D}" srcOrd="0" destOrd="0" presId="urn:microsoft.com/office/officeart/2005/8/layout/orgChart1"/>
    <dgm:cxn modelId="{5ADB2A53-FD23-41F6-AF25-BFE1150AEBF9}" type="presParOf" srcId="{A557732B-53B3-41ED-8751-55BF762CFA6F}" destId="{39A159EE-220B-4A87-B975-0A20B74DDFFE}" srcOrd="1" destOrd="0" presId="urn:microsoft.com/office/officeart/2005/8/layout/orgChart1"/>
    <dgm:cxn modelId="{F2ABC864-A729-45C4-9910-3C9775F56BAF}" type="presParOf" srcId="{39A159EE-220B-4A87-B975-0A20B74DDFFE}" destId="{2E2C1404-BFDE-4285-B394-316EB83088B5}" srcOrd="0" destOrd="0" presId="urn:microsoft.com/office/officeart/2005/8/layout/orgChart1"/>
    <dgm:cxn modelId="{0F0C883E-13DB-4508-AD61-F1DAC3F6B05F}" type="presParOf" srcId="{2E2C1404-BFDE-4285-B394-316EB83088B5}" destId="{A31B6782-182C-44D2-894E-4ED413D94E0A}" srcOrd="0" destOrd="0" presId="urn:microsoft.com/office/officeart/2005/8/layout/orgChart1"/>
    <dgm:cxn modelId="{05B0FA7F-8F6B-40C1-BB0A-59F16B5D5E6C}" type="presParOf" srcId="{2E2C1404-BFDE-4285-B394-316EB83088B5}" destId="{D1B94E49-9749-4F87-AD5F-48A329550F0A}" srcOrd="1" destOrd="0" presId="urn:microsoft.com/office/officeart/2005/8/layout/orgChart1"/>
    <dgm:cxn modelId="{D9FA5623-290C-4DB3-B6A5-8B9ACFEED694}" type="presParOf" srcId="{39A159EE-220B-4A87-B975-0A20B74DDFFE}" destId="{A0D5E1EE-0257-458B-99EA-90837760D745}" srcOrd="1" destOrd="0" presId="urn:microsoft.com/office/officeart/2005/8/layout/orgChart1"/>
    <dgm:cxn modelId="{071C00FC-320B-407B-A636-2D131FEE156B}" type="presParOf" srcId="{A0D5E1EE-0257-458B-99EA-90837760D745}" destId="{C26DBFC3-B21F-4E3D-B99E-A9C15EF0227A}" srcOrd="0" destOrd="0" presId="urn:microsoft.com/office/officeart/2005/8/layout/orgChart1"/>
    <dgm:cxn modelId="{6A27E8C2-C34D-475D-890C-C43FCA3332ED}" type="presParOf" srcId="{A0D5E1EE-0257-458B-99EA-90837760D745}" destId="{F114FA13-2CA8-4691-B3ED-0D4973D3B18F}" srcOrd="1" destOrd="0" presId="urn:microsoft.com/office/officeart/2005/8/layout/orgChart1"/>
    <dgm:cxn modelId="{D4CEBCAF-1D2D-43A6-9567-60487A30BA87}" type="presParOf" srcId="{F114FA13-2CA8-4691-B3ED-0D4973D3B18F}" destId="{83BD51B2-B6E8-404F-8675-6D996232973B}" srcOrd="0" destOrd="0" presId="urn:microsoft.com/office/officeart/2005/8/layout/orgChart1"/>
    <dgm:cxn modelId="{4D444C99-1BCA-46E0-B17D-B9B8A4A66B4E}" type="presParOf" srcId="{83BD51B2-B6E8-404F-8675-6D996232973B}" destId="{9C4F3FA8-41C6-46C6-894A-A0936C72AFAC}" srcOrd="0" destOrd="0" presId="urn:microsoft.com/office/officeart/2005/8/layout/orgChart1"/>
    <dgm:cxn modelId="{7E0CB224-66E3-46CA-9509-4E4213E55A13}" type="presParOf" srcId="{83BD51B2-B6E8-404F-8675-6D996232973B}" destId="{5EEBBD71-1F51-48CA-A5D6-157906A4E034}" srcOrd="1" destOrd="0" presId="urn:microsoft.com/office/officeart/2005/8/layout/orgChart1"/>
    <dgm:cxn modelId="{075606F5-27FE-47D6-8590-77055BD99DC2}" type="presParOf" srcId="{F114FA13-2CA8-4691-B3ED-0D4973D3B18F}" destId="{C3C9F795-3CC8-41BC-8D40-BD02854D6877}" srcOrd="1" destOrd="0" presId="urn:microsoft.com/office/officeart/2005/8/layout/orgChart1"/>
    <dgm:cxn modelId="{ACA1E0B4-88CC-49F0-8878-E1CD3DC2AE99}" type="presParOf" srcId="{C3C9F795-3CC8-41BC-8D40-BD02854D6877}" destId="{0592F2CD-CE9C-47F9-A9BB-9684EA9B5872}" srcOrd="0" destOrd="0" presId="urn:microsoft.com/office/officeart/2005/8/layout/orgChart1"/>
    <dgm:cxn modelId="{BDE18B97-1C3D-4D30-B6F6-D06450859925}" type="presParOf" srcId="{C3C9F795-3CC8-41BC-8D40-BD02854D6877}" destId="{D2DD9857-6CCC-4241-B071-3DF7B23AB58E}" srcOrd="1" destOrd="0" presId="urn:microsoft.com/office/officeart/2005/8/layout/orgChart1"/>
    <dgm:cxn modelId="{B16B9B07-FFC2-436E-A445-F8E68A2EAE00}" type="presParOf" srcId="{D2DD9857-6CCC-4241-B071-3DF7B23AB58E}" destId="{203D9E0B-CA5D-4364-8276-E215CA9C8279}" srcOrd="0" destOrd="0" presId="urn:microsoft.com/office/officeart/2005/8/layout/orgChart1"/>
    <dgm:cxn modelId="{0DD3E06C-204C-480E-8918-0350016CE2B0}" type="presParOf" srcId="{203D9E0B-CA5D-4364-8276-E215CA9C8279}" destId="{67A73D91-AE2E-4D05-A572-E6E18BB7E083}" srcOrd="0" destOrd="0" presId="urn:microsoft.com/office/officeart/2005/8/layout/orgChart1"/>
    <dgm:cxn modelId="{A84DD4FD-75EA-4804-ABAE-C1034ED7BF4F}" type="presParOf" srcId="{203D9E0B-CA5D-4364-8276-E215CA9C8279}" destId="{D1CCFECA-F4AA-40C7-942B-DBAA31185744}" srcOrd="1" destOrd="0" presId="urn:microsoft.com/office/officeart/2005/8/layout/orgChart1"/>
    <dgm:cxn modelId="{B930A9B6-854E-45EF-BA46-685354A8E662}" type="presParOf" srcId="{D2DD9857-6CCC-4241-B071-3DF7B23AB58E}" destId="{2EE5136B-C2D8-4810-B6E3-2FA456EBB17E}" srcOrd="1" destOrd="0" presId="urn:microsoft.com/office/officeart/2005/8/layout/orgChart1"/>
    <dgm:cxn modelId="{3BA8ACD9-9B5E-4BCA-B9E4-B0EB1F61A411}" type="presParOf" srcId="{D2DD9857-6CCC-4241-B071-3DF7B23AB58E}" destId="{9A5D8F54-4C0F-4808-9434-F7617C96980D}" srcOrd="2" destOrd="0" presId="urn:microsoft.com/office/officeart/2005/8/layout/orgChart1"/>
    <dgm:cxn modelId="{04B40D03-5D4A-4AE7-8BD7-C4EA9F87AE99}" type="presParOf" srcId="{C3C9F795-3CC8-41BC-8D40-BD02854D6877}" destId="{8F50BF82-5E52-4B89-8261-6756A00BF7CE}" srcOrd="2" destOrd="0" presId="urn:microsoft.com/office/officeart/2005/8/layout/orgChart1"/>
    <dgm:cxn modelId="{0704C64F-A918-4597-97FF-88086628CDE9}" type="presParOf" srcId="{C3C9F795-3CC8-41BC-8D40-BD02854D6877}" destId="{FE7F59E2-0FA4-4D1E-8C52-87BFEF4F9A38}" srcOrd="3" destOrd="0" presId="urn:microsoft.com/office/officeart/2005/8/layout/orgChart1"/>
    <dgm:cxn modelId="{7CABB3D0-0999-433B-8976-B418AF4B3D4F}" type="presParOf" srcId="{FE7F59E2-0FA4-4D1E-8C52-87BFEF4F9A38}" destId="{D2CCD16A-1EC5-489D-932E-A51E6DCFF0F1}" srcOrd="0" destOrd="0" presId="urn:microsoft.com/office/officeart/2005/8/layout/orgChart1"/>
    <dgm:cxn modelId="{2BEF7B1D-94D1-4059-9E53-65BED46E2B92}" type="presParOf" srcId="{D2CCD16A-1EC5-489D-932E-A51E6DCFF0F1}" destId="{70D45137-EB03-4EBC-9830-FD95B9FB51A7}" srcOrd="0" destOrd="0" presId="urn:microsoft.com/office/officeart/2005/8/layout/orgChart1"/>
    <dgm:cxn modelId="{C3D19863-4621-4D98-A04D-963EF8E64611}" type="presParOf" srcId="{D2CCD16A-1EC5-489D-932E-A51E6DCFF0F1}" destId="{0AF04823-B998-48C6-A1F2-8FC1E56E5FB0}" srcOrd="1" destOrd="0" presId="urn:microsoft.com/office/officeart/2005/8/layout/orgChart1"/>
    <dgm:cxn modelId="{29382821-E302-4E56-8E87-F18ED49AC0C6}" type="presParOf" srcId="{FE7F59E2-0FA4-4D1E-8C52-87BFEF4F9A38}" destId="{1397B7EF-966B-4ECE-ACB2-CD7208601BD8}" srcOrd="1" destOrd="0" presId="urn:microsoft.com/office/officeart/2005/8/layout/orgChart1"/>
    <dgm:cxn modelId="{468DA6D3-EFEC-4CB9-89FE-88AD806E9E7C}" type="presParOf" srcId="{FE7F59E2-0FA4-4D1E-8C52-87BFEF4F9A38}" destId="{3CF3F48F-394A-402D-BCB0-38E6E0C621BD}" srcOrd="2" destOrd="0" presId="urn:microsoft.com/office/officeart/2005/8/layout/orgChart1"/>
    <dgm:cxn modelId="{B9D1D8E6-7312-4C04-94DE-F14AE17F20AD}" type="presParOf" srcId="{C3C9F795-3CC8-41BC-8D40-BD02854D6877}" destId="{84FAF3AF-CC4C-4957-9534-FFD1707B45B0}" srcOrd="4" destOrd="0" presId="urn:microsoft.com/office/officeart/2005/8/layout/orgChart1"/>
    <dgm:cxn modelId="{EA87F41A-D673-4001-B55E-76B09F39016A}" type="presParOf" srcId="{C3C9F795-3CC8-41BC-8D40-BD02854D6877}" destId="{2D1666A9-F1B9-488D-94ED-9075BB9DB1EF}" srcOrd="5" destOrd="0" presId="urn:microsoft.com/office/officeart/2005/8/layout/orgChart1"/>
    <dgm:cxn modelId="{6A9A4994-DC75-4C50-A435-689F796D01D0}" type="presParOf" srcId="{2D1666A9-F1B9-488D-94ED-9075BB9DB1EF}" destId="{4F27D353-83A0-4DAA-BD70-4646BB53EC7F}" srcOrd="0" destOrd="0" presId="urn:microsoft.com/office/officeart/2005/8/layout/orgChart1"/>
    <dgm:cxn modelId="{FF2527B3-7FF6-4B6B-894E-6CF1B5F3E47E}" type="presParOf" srcId="{4F27D353-83A0-4DAA-BD70-4646BB53EC7F}" destId="{216A382B-89C6-4D03-A912-20468F828343}" srcOrd="0" destOrd="0" presId="urn:microsoft.com/office/officeart/2005/8/layout/orgChart1"/>
    <dgm:cxn modelId="{8BAFD919-D27C-43C2-A919-DA1A2B4E5E86}" type="presParOf" srcId="{4F27D353-83A0-4DAA-BD70-4646BB53EC7F}" destId="{DB744CB2-9C42-4F53-B471-EAB5BAD3403C}" srcOrd="1" destOrd="0" presId="urn:microsoft.com/office/officeart/2005/8/layout/orgChart1"/>
    <dgm:cxn modelId="{ADB86A2B-205C-4ECA-987C-7679297FE165}" type="presParOf" srcId="{2D1666A9-F1B9-488D-94ED-9075BB9DB1EF}" destId="{D6B5FB5F-CE5C-4C0B-BC56-5989D02ED96F}" srcOrd="1" destOrd="0" presId="urn:microsoft.com/office/officeart/2005/8/layout/orgChart1"/>
    <dgm:cxn modelId="{7FC741D0-6101-4127-A0C1-78852F8D7877}" type="presParOf" srcId="{2D1666A9-F1B9-488D-94ED-9075BB9DB1EF}" destId="{255E3084-5B82-4BC6-A7AF-839E62D01F15}" srcOrd="2" destOrd="0" presId="urn:microsoft.com/office/officeart/2005/8/layout/orgChart1"/>
    <dgm:cxn modelId="{18FD3F2B-3C51-4DF1-88FF-5676DFED35CD}" type="presParOf" srcId="{F114FA13-2CA8-4691-B3ED-0D4973D3B18F}" destId="{CA4168D1-3E74-4EE2-B868-7A23DAE5E125}" srcOrd="2" destOrd="0" presId="urn:microsoft.com/office/officeart/2005/8/layout/orgChart1"/>
    <dgm:cxn modelId="{CA2FEAB4-B970-494B-8377-3663AA7DC8A5}" type="presParOf" srcId="{A0D5E1EE-0257-458B-99EA-90837760D745}" destId="{D12B1314-F9D8-486E-B862-EB8A0C109A99}" srcOrd="2" destOrd="0" presId="urn:microsoft.com/office/officeart/2005/8/layout/orgChart1"/>
    <dgm:cxn modelId="{B4888D80-30DA-4BB1-BF18-0DAA797EFCE9}" type="presParOf" srcId="{A0D5E1EE-0257-458B-99EA-90837760D745}" destId="{294FE7C4-6661-45C4-9C7A-C90DD06FB23A}" srcOrd="3" destOrd="0" presId="urn:microsoft.com/office/officeart/2005/8/layout/orgChart1"/>
    <dgm:cxn modelId="{59C38122-8159-442B-B847-A82F6EBED441}" type="presParOf" srcId="{294FE7C4-6661-45C4-9C7A-C90DD06FB23A}" destId="{471C8C05-27E6-4D03-92A5-176159D521A8}" srcOrd="0" destOrd="0" presId="urn:microsoft.com/office/officeart/2005/8/layout/orgChart1"/>
    <dgm:cxn modelId="{90F993B4-DF5F-4FFA-820D-72AEBF102C9A}" type="presParOf" srcId="{471C8C05-27E6-4D03-92A5-176159D521A8}" destId="{900A100F-3B01-4BA4-A3C2-04E1D70FD93E}" srcOrd="0" destOrd="0" presId="urn:microsoft.com/office/officeart/2005/8/layout/orgChart1"/>
    <dgm:cxn modelId="{22F851B0-958D-46D4-BABE-4604AB2279B5}" type="presParOf" srcId="{471C8C05-27E6-4D03-92A5-176159D521A8}" destId="{D18FBD8F-64B6-4841-89DF-0082F613BA87}" srcOrd="1" destOrd="0" presId="urn:microsoft.com/office/officeart/2005/8/layout/orgChart1"/>
    <dgm:cxn modelId="{1AE07A32-C3B9-4FAB-A765-7DAB3A5661DA}" type="presParOf" srcId="{294FE7C4-6661-45C4-9C7A-C90DD06FB23A}" destId="{2EF49496-8B80-48B7-8018-D4FA96EAEC28}" srcOrd="1" destOrd="0" presId="urn:microsoft.com/office/officeart/2005/8/layout/orgChart1"/>
    <dgm:cxn modelId="{104736C1-45E2-4CDF-883C-E859D3376D67}" type="presParOf" srcId="{2EF49496-8B80-48B7-8018-D4FA96EAEC28}" destId="{B223540B-BAE6-41C9-BFDF-3988CFBAFB0A}" srcOrd="0" destOrd="0" presId="urn:microsoft.com/office/officeart/2005/8/layout/orgChart1"/>
    <dgm:cxn modelId="{8FD8035D-D767-4CD2-8A9B-E66D9A56D88B}" type="presParOf" srcId="{2EF49496-8B80-48B7-8018-D4FA96EAEC28}" destId="{2AADF619-671F-43F7-9278-34E4AE01E04E}" srcOrd="1" destOrd="0" presId="urn:microsoft.com/office/officeart/2005/8/layout/orgChart1"/>
    <dgm:cxn modelId="{9D23C655-9B96-4271-8E32-B02C02A55A3D}" type="presParOf" srcId="{2AADF619-671F-43F7-9278-34E4AE01E04E}" destId="{2503B567-E619-4D44-9D9E-9E463109E845}" srcOrd="0" destOrd="0" presId="urn:microsoft.com/office/officeart/2005/8/layout/orgChart1"/>
    <dgm:cxn modelId="{D6B9689C-E035-49CB-99AA-7B4D5D1FC06E}" type="presParOf" srcId="{2503B567-E619-4D44-9D9E-9E463109E845}" destId="{0E6FE702-3094-4DE1-8107-DDA2760AC07B}" srcOrd="0" destOrd="0" presId="urn:microsoft.com/office/officeart/2005/8/layout/orgChart1"/>
    <dgm:cxn modelId="{936DE13C-954B-439B-BEBF-7D97962BF059}" type="presParOf" srcId="{2503B567-E619-4D44-9D9E-9E463109E845}" destId="{F980D574-8405-4A3D-A1DD-0FAE2A0D484E}" srcOrd="1" destOrd="0" presId="urn:microsoft.com/office/officeart/2005/8/layout/orgChart1"/>
    <dgm:cxn modelId="{C4702496-27E0-488D-89CF-A4635BF1F995}" type="presParOf" srcId="{2AADF619-671F-43F7-9278-34E4AE01E04E}" destId="{6AC5A4B1-83BC-48D0-8F63-F7B1F2BB6877}" srcOrd="1" destOrd="0" presId="urn:microsoft.com/office/officeart/2005/8/layout/orgChart1"/>
    <dgm:cxn modelId="{F67E1B92-79C0-446E-886A-415A70BF4DC2}" type="presParOf" srcId="{2AADF619-671F-43F7-9278-34E4AE01E04E}" destId="{22A77B0C-6C2D-4090-B8F3-F73FCC98105F}" srcOrd="2" destOrd="0" presId="urn:microsoft.com/office/officeart/2005/8/layout/orgChart1"/>
    <dgm:cxn modelId="{F6811F93-9919-4BD2-807C-313360887EB6}" type="presParOf" srcId="{2EF49496-8B80-48B7-8018-D4FA96EAEC28}" destId="{CA2B24CF-3C19-486B-859C-E7D657A736D2}" srcOrd="2" destOrd="0" presId="urn:microsoft.com/office/officeart/2005/8/layout/orgChart1"/>
    <dgm:cxn modelId="{427CBD01-4B05-40BC-BE95-43AC1874D6DD}" type="presParOf" srcId="{2EF49496-8B80-48B7-8018-D4FA96EAEC28}" destId="{AE474CD8-F19E-4580-B008-671997CD9653}" srcOrd="3" destOrd="0" presId="urn:microsoft.com/office/officeart/2005/8/layout/orgChart1"/>
    <dgm:cxn modelId="{4800193C-F8FA-495F-A293-E94B9D43832A}" type="presParOf" srcId="{AE474CD8-F19E-4580-B008-671997CD9653}" destId="{1F035D1B-3A62-4710-9784-F87578B6ADA0}" srcOrd="0" destOrd="0" presId="urn:microsoft.com/office/officeart/2005/8/layout/orgChart1"/>
    <dgm:cxn modelId="{A1C92FD5-3D90-42EA-8269-057104CBD252}" type="presParOf" srcId="{1F035D1B-3A62-4710-9784-F87578B6ADA0}" destId="{B8A34773-E7EA-4684-BA50-4FC3361BA7FD}" srcOrd="0" destOrd="0" presId="urn:microsoft.com/office/officeart/2005/8/layout/orgChart1"/>
    <dgm:cxn modelId="{F5609F46-2D1F-44B0-8493-B7E10503726F}" type="presParOf" srcId="{1F035D1B-3A62-4710-9784-F87578B6ADA0}" destId="{FBC3F761-3FC0-4EEA-A5EF-7C3BF0E88560}" srcOrd="1" destOrd="0" presId="urn:microsoft.com/office/officeart/2005/8/layout/orgChart1"/>
    <dgm:cxn modelId="{69FB4396-1861-43BE-9AF8-9B9AECE20A2C}" type="presParOf" srcId="{AE474CD8-F19E-4580-B008-671997CD9653}" destId="{124453D3-1726-45D3-A4D4-722943929B3A}" srcOrd="1" destOrd="0" presId="urn:microsoft.com/office/officeart/2005/8/layout/orgChart1"/>
    <dgm:cxn modelId="{B2880308-2BE6-44D5-85AB-F47FD1FF3B76}" type="presParOf" srcId="{AE474CD8-F19E-4580-B008-671997CD9653}" destId="{4CDD0A7D-E0F6-48D0-A2BD-ECE589FBFA44}" srcOrd="2" destOrd="0" presId="urn:microsoft.com/office/officeart/2005/8/layout/orgChart1"/>
    <dgm:cxn modelId="{5EB150E0-EE46-4D77-BEB1-5B8640B17541}" type="presParOf" srcId="{2EF49496-8B80-48B7-8018-D4FA96EAEC28}" destId="{59D42A48-CBF8-4BE2-82A6-09F4369C089B}" srcOrd="4" destOrd="0" presId="urn:microsoft.com/office/officeart/2005/8/layout/orgChart1"/>
    <dgm:cxn modelId="{669D71AF-ED82-4E60-B6D8-D8FBB350F92C}" type="presParOf" srcId="{2EF49496-8B80-48B7-8018-D4FA96EAEC28}" destId="{5D7AFC71-3933-48D6-AAFC-D364CC9678AD}" srcOrd="5" destOrd="0" presId="urn:microsoft.com/office/officeart/2005/8/layout/orgChart1"/>
    <dgm:cxn modelId="{AA847C07-04FE-4C24-9134-BF3FD02BD98E}" type="presParOf" srcId="{5D7AFC71-3933-48D6-AAFC-D364CC9678AD}" destId="{E0A805E3-4D40-45EC-9EB6-C72F1CC1B65C}" srcOrd="0" destOrd="0" presId="urn:microsoft.com/office/officeart/2005/8/layout/orgChart1"/>
    <dgm:cxn modelId="{0C678F99-811C-454B-8ECB-B140F9D5A245}" type="presParOf" srcId="{E0A805E3-4D40-45EC-9EB6-C72F1CC1B65C}" destId="{392CD533-FA0B-4029-87FB-333B697BE491}" srcOrd="0" destOrd="0" presId="urn:microsoft.com/office/officeart/2005/8/layout/orgChart1"/>
    <dgm:cxn modelId="{30B3FB95-03C5-4ADE-95B7-93F0425AF225}" type="presParOf" srcId="{E0A805E3-4D40-45EC-9EB6-C72F1CC1B65C}" destId="{39406EAF-01E6-4BCE-B284-930169E5C5E5}" srcOrd="1" destOrd="0" presId="urn:microsoft.com/office/officeart/2005/8/layout/orgChart1"/>
    <dgm:cxn modelId="{388AE594-56D6-4D26-B08E-688F7109584D}" type="presParOf" srcId="{5D7AFC71-3933-48D6-AAFC-D364CC9678AD}" destId="{A128A1DA-5D2C-41F3-B48F-5AE31CCE08B6}" srcOrd="1" destOrd="0" presId="urn:microsoft.com/office/officeart/2005/8/layout/orgChart1"/>
    <dgm:cxn modelId="{4BB2AE60-E108-4CAB-945D-DF51BE26D727}" type="presParOf" srcId="{5D7AFC71-3933-48D6-AAFC-D364CC9678AD}" destId="{4E0E486E-A77C-4B73-9651-5A308045DE60}" srcOrd="2" destOrd="0" presId="urn:microsoft.com/office/officeart/2005/8/layout/orgChart1"/>
    <dgm:cxn modelId="{42126666-1478-48CD-8940-3ACEB46E00DC}" type="presParOf" srcId="{294FE7C4-6661-45C4-9C7A-C90DD06FB23A}" destId="{05C52045-601E-45D2-9D66-773D8E3512BB}" srcOrd="2" destOrd="0" presId="urn:microsoft.com/office/officeart/2005/8/layout/orgChart1"/>
    <dgm:cxn modelId="{FD056A02-5458-46BA-8477-16AFF2E26489}" type="presParOf" srcId="{A0D5E1EE-0257-458B-99EA-90837760D745}" destId="{6A28CAD2-6D5E-468F-A55D-DCD3DB3A76BD}" srcOrd="4" destOrd="0" presId="urn:microsoft.com/office/officeart/2005/8/layout/orgChart1"/>
    <dgm:cxn modelId="{5A058434-FF3A-48A4-B516-7B878DEC5569}" type="presParOf" srcId="{A0D5E1EE-0257-458B-99EA-90837760D745}" destId="{DEE4680A-0C38-49B8-AA6E-72871994F100}" srcOrd="5" destOrd="0" presId="urn:microsoft.com/office/officeart/2005/8/layout/orgChart1"/>
    <dgm:cxn modelId="{B4D24FB3-9084-4B2C-8A25-6B46E8FC37F1}" type="presParOf" srcId="{DEE4680A-0C38-49B8-AA6E-72871994F100}" destId="{9DFAE3D3-305B-4F45-9BA7-7CEFA0341A99}" srcOrd="0" destOrd="0" presId="urn:microsoft.com/office/officeart/2005/8/layout/orgChart1"/>
    <dgm:cxn modelId="{256FDCFE-2C98-4DF3-8C81-87F1B08E666A}" type="presParOf" srcId="{9DFAE3D3-305B-4F45-9BA7-7CEFA0341A99}" destId="{2AB5A737-8A5A-4D82-9968-1CD9CE015699}" srcOrd="0" destOrd="0" presId="urn:microsoft.com/office/officeart/2005/8/layout/orgChart1"/>
    <dgm:cxn modelId="{F37F24BA-D55D-4778-9C86-324C26852D01}" type="presParOf" srcId="{9DFAE3D3-305B-4F45-9BA7-7CEFA0341A99}" destId="{D344736B-1108-4211-8D70-476155C118B5}" srcOrd="1" destOrd="0" presId="urn:microsoft.com/office/officeart/2005/8/layout/orgChart1"/>
    <dgm:cxn modelId="{1F77D865-57E6-4906-AFBD-8EB936296003}" type="presParOf" srcId="{DEE4680A-0C38-49B8-AA6E-72871994F100}" destId="{683C7845-039A-4F5E-ACB7-C2B6E4F63930}" srcOrd="1" destOrd="0" presId="urn:microsoft.com/office/officeart/2005/8/layout/orgChart1"/>
    <dgm:cxn modelId="{EA5CFB83-9169-4DE5-AACC-F252AD7A4E29}" type="presParOf" srcId="{683C7845-039A-4F5E-ACB7-C2B6E4F63930}" destId="{633A7943-892E-4007-B3BF-2D67EDD11A1A}" srcOrd="0" destOrd="0" presId="urn:microsoft.com/office/officeart/2005/8/layout/orgChart1"/>
    <dgm:cxn modelId="{6DC53CF1-DDAA-4ACA-83A3-3A3A91E833E9}" type="presParOf" srcId="{683C7845-039A-4F5E-ACB7-C2B6E4F63930}" destId="{C180A145-BF9C-4D6A-A7C7-77BC8B6F82D9}" srcOrd="1" destOrd="0" presId="urn:microsoft.com/office/officeart/2005/8/layout/orgChart1"/>
    <dgm:cxn modelId="{A72B8FEE-C1AF-466D-99A9-8477296DD002}" type="presParOf" srcId="{C180A145-BF9C-4D6A-A7C7-77BC8B6F82D9}" destId="{33C319E2-1332-4C52-AB61-CAB4D895D423}" srcOrd="0" destOrd="0" presId="urn:microsoft.com/office/officeart/2005/8/layout/orgChart1"/>
    <dgm:cxn modelId="{5029AFF7-7C44-4867-B2F8-8E6C9756D5B6}" type="presParOf" srcId="{33C319E2-1332-4C52-AB61-CAB4D895D423}" destId="{0462C6D5-7CBC-4174-95C3-91EDAAA9EE4A}" srcOrd="0" destOrd="0" presId="urn:microsoft.com/office/officeart/2005/8/layout/orgChart1"/>
    <dgm:cxn modelId="{B9132AD0-BAC2-457E-9DE4-4175A158AC42}" type="presParOf" srcId="{33C319E2-1332-4C52-AB61-CAB4D895D423}" destId="{E314A72E-F555-4A5C-A902-7DF0330B9D2B}" srcOrd="1" destOrd="0" presId="urn:microsoft.com/office/officeart/2005/8/layout/orgChart1"/>
    <dgm:cxn modelId="{275FB0A2-0ADC-4709-B313-8F2EB254CB72}" type="presParOf" srcId="{C180A145-BF9C-4D6A-A7C7-77BC8B6F82D9}" destId="{D4C36AAE-B9CB-4D84-814F-A7C9CF03A178}" srcOrd="1" destOrd="0" presId="urn:microsoft.com/office/officeart/2005/8/layout/orgChart1"/>
    <dgm:cxn modelId="{329163BE-340D-43CD-90A9-9F6FAA96CC93}" type="presParOf" srcId="{C180A145-BF9C-4D6A-A7C7-77BC8B6F82D9}" destId="{3BF47B44-F49F-491D-A3B1-F78DF0DA144D}" srcOrd="2" destOrd="0" presId="urn:microsoft.com/office/officeart/2005/8/layout/orgChart1"/>
    <dgm:cxn modelId="{7D71984C-4BCD-4811-BD4D-941D53552928}" type="presParOf" srcId="{683C7845-039A-4F5E-ACB7-C2B6E4F63930}" destId="{2B022689-4D7B-442A-BA2E-31AD3E724200}" srcOrd="2" destOrd="0" presId="urn:microsoft.com/office/officeart/2005/8/layout/orgChart1"/>
    <dgm:cxn modelId="{42D181A8-4E97-48A1-ACC6-3D7BE9CACF46}" type="presParOf" srcId="{683C7845-039A-4F5E-ACB7-C2B6E4F63930}" destId="{83F4932C-6BAB-4C30-AA15-8AA9040274FA}" srcOrd="3" destOrd="0" presId="urn:microsoft.com/office/officeart/2005/8/layout/orgChart1"/>
    <dgm:cxn modelId="{C473F9D7-5221-4FA4-8EC9-D2AC6FD1929A}" type="presParOf" srcId="{83F4932C-6BAB-4C30-AA15-8AA9040274FA}" destId="{12B2C543-6284-44B2-9A53-387652DD0C4E}" srcOrd="0" destOrd="0" presId="urn:microsoft.com/office/officeart/2005/8/layout/orgChart1"/>
    <dgm:cxn modelId="{AB608565-5BBB-470A-A214-2FF2C2355718}" type="presParOf" srcId="{12B2C543-6284-44B2-9A53-387652DD0C4E}" destId="{2BEC8719-792B-428B-A4EF-6746FB40FECE}" srcOrd="0" destOrd="0" presId="urn:microsoft.com/office/officeart/2005/8/layout/orgChart1"/>
    <dgm:cxn modelId="{0548F8F6-8D56-4522-AF8D-07569C8E1DA7}" type="presParOf" srcId="{12B2C543-6284-44B2-9A53-387652DD0C4E}" destId="{CE7D2EA0-312E-42BF-A9C6-3CD87AE60E02}" srcOrd="1" destOrd="0" presId="urn:microsoft.com/office/officeart/2005/8/layout/orgChart1"/>
    <dgm:cxn modelId="{2C647B1A-E4DA-4B19-A4C7-937515C93A3B}" type="presParOf" srcId="{83F4932C-6BAB-4C30-AA15-8AA9040274FA}" destId="{A3636D19-52E2-4010-9AE2-3AEBBD0F4D60}" srcOrd="1" destOrd="0" presId="urn:microsoft.com/office/officeart/2005/8/layout/orgChart1"/>
    <dgm:cxn modelId="{7CA83FC9-010C-4536-AF8A-62DDBF98EDB8}" type="presParOf" srcId="{83F4932C-6BAB-4C30-AA15-8AA9040274FA}" destId="{7F5030D2-212F-4D04-A0A5-DE2A25D9FA65}" srcOrd="2" destOrd="0" presId="urn:microsoft.com/office/officeart/2005/8/layout/orgChart1"/>
    <dgm:cxn modelId="{1070C15E-C073-4CC3-9414-991D29FA12E7}" type="presParOf" srcId="{DEE4680A-0C38-49B8-AA6E-72871994F100}" destId="{EA82FADE-A696-437A-B8CB-5FB862B09526}" srcOrd="2" destOrd="0" presId="urn:microsoft.com/office/officeart/2005/8/layout/orgChart1"/>
    <dgm:cxn modelId="{E9A6DBD0-18AE-469A-88FC-90CE8B5173D3}" type="presParOf" srcId="{39A159EE-220B-4A87-B975-0A20B74DDFFE}" destId="{2AED64CC-9015-439A-B780-46642482389D}" srcOrd="2" destOrd="0" presId="urn:microsoft.com/office/officeart/2005/8/layout/orgChart1"/>
    <dgm:cxn modelId="{2A36F011-DCDC-4F62-A8DF-8EC8B37364ED}" type="presParOf" srcId="{A557732B-53B3-41ED-8751-55BF762CFA6F}" destId="{F48D6D81-7C00-4D20-9532-123F0979A42C}" srcOrd="2" destOrd="0" presId="urn:microsoft.com/office/officeart/2005/8/layout/orgChart1"/>
    <dgm:cxn modelId="{D977ADAA-4447-488C-A5B7-B902594BCF8D}" type="presParOf" srcId="{A557732B-53B3-41ED-8751-55BF762CFA6F}" destId="{E5B00287-F0E8-4A13-A0F2-78A7F4F7F24D}" srcOrd="3" destOrd="0" presId="urn:microsoft.com/office/officeart/2005/8/layout/orgChart1"/>
    <dgm:cxn modelId="{805B6160-A39C-49E4-A632-849485572F15}" type="presParOf" srcId="{E5B00287-F0E8-4A13-A0F2-78A7F4F7F24D}" destId="{3EA3E71E-D520-47DB-B4D6-70099451506C}" srcOrd="0" destOrd="0" presId="urn:microsoft.com/office/officeart/2005/8/layout/orgChart1"/>
    <dgm:cxn modelId="{F7A5A627-777B-4784-84D6-5DA520FC570C}" type="presParOf" srcId="{3EA3E71E-D520-47DB-B4D6-70099451506C}" destId="{8222CCBB-00EE-43DB-BD9E-8B79477BF1EE}" srcOrd="0" destOrd="0" presId="urn:microsoft.com/office/officeart/2005/8/layout/orgChart1"/>
    <dgm:cxn modelId="{F3182947-0474-4B08-BED4-84678F6C1850}" type="presParOf" srcId="{3EA3E71E-D520-47DB-B4D6-70099451506C}" destId="{2525938B-C8E8-4C54-BDCE-4237B8FE4E89}" srcOrd="1" destOrd="0" presId="urn:microsoft.com/office/officeart/2005/8/layout/orgChart1"/>
    <dgm:cxn modelId="{7A40603F-B6E0-4D3F-AD87-2470CDCC671F}" type="presParOf" srcId="{E5B00287-F0E8-4A13-A0F2-78A7F4F7F24D}" destId="{14CEAAD2-B522-45A0-8C07-85587202914E}" srcOrd="1" destOrd="0" presId="urn:microsoft.com/office/officeart/2005/8/layout/orgChart1"/>
    <dgm:cxn modelId="{58099BD4-5196-4516-901E-A25B6102F0F8}" type="presParOf" srcId="{E5B00287-F0E8-4A13-A0F2-78A7F4F7F24D}" destId="{7FA39ADD-D0F5-4775-9B28-1166BF1BBC14}" srcOrd="2" destOrd="0" presId="urn:microsoft.com/office/officeart/2005/8/layout/orgChart1"/>
    <dgm:cxn modelId="{A1D5ABD6-CEFB-42AD-B646-749EC31A5B3B}" type="presParOf" srcId="{A557732B-53B3-41ED-8751-55BF762CFA6F}" destId="{76D2077D-0A01-4BE5-B56A-157CFD1A501A}" srcOrd="4" destOrd="0" presId="urn:microsoft.com/office/officeart/2005/8/layout/orgChart1"/>
    <dgm:cxn modelId="{AF7CBDCE-1444-4FEF-B620-E28AB1F37BF7}" type="presParOf" srcId="{A557732B-53B3-41ED-8751-55BF762CFA6F}" destId="{7BBE6F7B-9D1A-4063-B6C3-1AF20F7F1653}" srcOrd="5" destOrd="0" presId="urn:microsoft.com/office/officeart/2005/8/layout/orgChart1"/>
    <dgm:cxn modelId="{D8619896-1B60-4A77-B807-36E81752E8B6}" type="presParOf" srcId="{7BBE6F7B-9D1A-4063-B6C3-1AF20F7F1653}" destId="{68828694-34ED-4002-B166-09E40F76A435}" srcOrd="0" destOrd="0" presId="urn:microsoft.com/office/officeart/2005/8/layout/orgChart1"/>
    <dgm:cxn modelId="{EC97D8CE-4AFD-4263-B31A-56AD364D4936}" type="presParOf" srcId="{68828694-34ED-4002-B166-09E40F76A435}" destId="{FE3F03AA-B3D2-4009-8D38-B2F229B69D82}" srcOrd="0" destOrd="0" presId="urn:microsoft.com/office/officeart/2005/8/layout/orgChart1"/>
    <dgm:cxn modelId="{635628A4-B3DA-48F0-BFBA-5C534344579A}" type="presParOf" srcId="{68828694-34ED-4002-B166-09E40F76A435}" destId="{250153EB-BDB0-47C9-A4A7-64C87CA3B05B}" srcOrd="1" destOrd="0" presId="urn:microsoft.com/office/officeart/2005/8/layout/orgChart1"/>
    <dgm:cxn modelId="{EBAA4A0F-6195-461E-A012-EA3355BBBDD7}" type="presParOf" srcId="{7BBE6F7B-9D1A-4063-B6C3-1AF20F7F1653}" destId="{6E29E7FE-0460-4B72-A446-796C69C8D93E}" srcOrd="1" destOrd="0" presId="urn:microsoft.com/office/officeart/2005/8/layout/orgChart1"/>
    <dgm:cxn modelId="{18A83006-A6B0-43F0-A3AD-64AC9ECEFA91}" type="presParOf" srcId="{7BBE6F7B-9D1A-4063-B6C3-1AF20F7F1653}" destId="{17D542ED-E07C-40B5-A4DF-3F06F6506D8F}" srcOrd="2" destOrd="0" presId="urn:microsoft.com/office/officeart/2005/8/layout/orgChart1"/>
    <dgm:cxn modelId="{0E16EA43-9FC0-4EFB-A30D-A614CA5FD373}" type="presParOf" srcId="{A557732B-53B3-41ED-8751-55BF762CFA6F}" destId="{56CC2EC6-143D-43FC-82D2-D2585DFF722A}" srcOrd="6" destOrd="0" presId="urn:microsoft.com/office/officeart/2005/8/layout/orgChart1"/>
    <dgm:cxn modelId="{127F5DD0-526A-4C2E-A794-C397CB2001F5}" type="presParOf" srcId="{A557732B-53B3-41ED-8751-55BF762CFA6F}" destId="{BE395FB1-817D-4052-9D02-FA48C2003CDB}" srcOrd="7" destOrd="0" presId="urn:microsoft.com/office/officeart/2005/8/layout/orgChart1"/>
    <dgm:cxn modelId="{5F3D284C-47F2-475E-9D54-678838D6B3A8}" type="presParOf" srcId="{BE395FB1-817D-4052-9D02-FA48C2003CDB}" destId="{4E647631-7B99-451E-A1F4-A267640A8CB5}" srcOrd="0" destOrd="0" presId="urn:microsoft.com/office/officeart/2005/8/layout/orgChart1"/>
    <dgm:cxn modelId="{CFF87BF3-C315-44DD-BEFB-6D8508E456FF}" type="presParOf" srcId="{4E647631-7B99-451E-A1F4-A267640A8CB5}" destId="{00FD069F-93F2-42BC-BB10-F0399EBB949A}" srcOrd="0" destOrd="0" presId="urn:microsoft.com/office/officeart/2005/8/layout/orgChart1"/>
    <dgm:cxn modelId="{74626CE7-B21D-4D88-8249-5C4503820DF9}" type="presParOf" srcId="{4E647631-7B99-451E-A1F4-A267640A8CB5}" destId="{81FDDDD5-8B70-4E1C-8C89-0272D08738ED}" srcOrd="1" destOrd="0" presId="urn:microsoft.com/office/officeart/2005/8/layout/orgChart1"/>
    <dgm:cxn modelId="{BABEE618-B035-4D86-9E38-ED6FA316AB99}" type="presParOf" srcId="{BE395FB1-817D-4052-9D02-FA48C2003CDB}" destId="{AEA53E16-B240-4973-ABE2-B86FCF9FA2B7}" srcOrd="1" destOrd="0" presId="urn:microsoft.com/office/officeart/2005/8/layout/orgChart1"/>
    <dgm:cxn modelId="{57544450-E721-43E7-9ABE-3A02DFD7045C}" type="presParOf" srcId="{BE395FB1-817D-4052-9D02-FA48C2003CDB}" destId="{33743F6F-863B-4FE1-B516-BC15671E8CF1}" srcOrd="2" destOrd="0" presId="urn:microsoft.com/office/officeart/2005/8/layout/orgChart1"/>
    <dgm:cxn modelId="{BCD0794B-B61C-4C8C-A089-9D3AD254D9C3}" type="presParOf" srcId="{A557732B-53B3-41ED-8751-55BF762CFA6F}" destId="{ED00AD70-A70B-4882-8B60-07273B142F29}" srcOrd="8" destOrd="0" presId="urn:microsoft.com/office/officeart/2005/8/layout/orgChart1"/>
    <dgm:cxn modelId="{FE093B50-2752-470D-A883-8E81D4313DC5}" type="presParOf" srcId="{A557732B-53B3-41ED-8751-55BF762CFA6F}" destId="{431E8740-A109-48D2-9D74-0FF60A8BAF46}" srcOrd="9" destOrd="0" presId="urn:microsoft.com/office/officeart/2005/8/layout/orgChart1"/>
    <dgm:cxn modelId="{61890473-94B8-4483-AE99-66132377B150}" type="presParOf" srcId="{431E8740-A109-48D2-9D74-0FF60A8BAF46}" destId="{73397E82-57E6-48E1-81AD-05FCD08D4479}" srcOrd="0" destOrd="0" presId="urn:microsoft.com/office/officeart/2005/8/layout/orgChart1"/>
    <dgm:cxn modelId="{93704ECC-E5F4-43A9-B619-1B35DA7B2E1C}" type="presParOf" srcId="{73397E82-57E6-48E1-81AD-05FCD08D4479}" destId="{07386D5F-FFAD-43DF-90A3-DC7064BD47E3}" srcOrd="0" destOrd="0" presId="urn:microsoft.com/office/officeart/2005/8/layout/orgChart1"/>
    <dgm:cxn modelId="{B2EA2D34-C28F-4A1A-B80B-21DBD7119478}" type="presParOf" srcId="{73397E82-57E6-48E1-81AD-05FCD08D4479}" destId="{DEB24362-6A0E-46F4-AD04-874D0DC6FF95}" srcOrd="1" destOrd="0" presId="urn:microsoft.com/office/officeart/2005/8/layout/orgChart1"/>
    <dgm:cxn modelId="{4C966E52-0768-49E9-AB7B-A82CA99842C6}" type="presParOf" srcId="{431E8740-A109-48D2-9D74-0FF60A8BAF46}" destId="{61F8B68C-598A-4360-A8CF-5B6449D1064A}" srcOrd="1" destOrd="0" presId="urn:microsoft.com/office/officeart/2005/8/layout/orgChart1"/>
    <dgm:cxn modelId="{6E6A0A90-494F-4184-8E32-6A0CA6E7A9CF}" type="presParOf" srcId="{431E8740-A109-48D2-9D74-0FF60A8BAF46}" destId="{C9C7DEB9-4144-4E26-80E7-AD089D85A08A}" srcOrd="2" destOrd="0" presId="urn:microsoft.com/office/officeart/2005/8/layout/orgChart1"/>
    <dgm:cxn modelId="{FF7B7B0E-D2BC-4D9C-AEDF-5B7A88B9D9EA}" type="presParOf" srcId="{A61FF17A-BFD8-4616-A20B-04B06F91C199}" destId="{5309D624-5422-4939-8730-EE9801DDD96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300082-13FB-49BB-AC51-1EC75A8D093D}">
      <dsp:nvSpPr>
        <dsp:cNvPr id="0" name=""/>
        <dsp:cNvSpPr/>
      </dsp:nvSpPr>
      <dsp:spPr>
        <a:xfrm>
          <a:off x="4258468" y="1246210"/>
          <a:ext cx="3855754" cy="167295"/>
        </a:xfrm>
        <a:custGeom>
          <a:avLst/>
          <a:gdLst/>
          <a:ahLst/>
          <a:cxnLst/>
          <a:rect l="0" t="0" r="0" b="0"/>
          <a:pathLst>
            <a:path>
              <a:moveTo>
                <a:pt x="0" y="0"/>
              </a:moveTo>
              <a:lnTo>
                <a:pt x="0" y="83647"/>
              </a:lnTo>
              <a:lnTo>
                <a:pt x="3855754" y="83647"/>
              </a:lnTo>
              <a:lnTo>
                <a:pt x="3855754"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800578-0BA7-46AE-B601-C12256E09133}">
      <dsp:nvSpPr>
        <dsp:cNvPr id="0" name=""/>
        <dsp:cNvSpPr/>
      </dsp:nvSpPr>
      <dsp:spPr>
        <a:xfrm>
          <a:off x="4258468" y="1246210"/>
          <a:ext cx="2891815" cy="167295"/>
        </a:xfrm>
        <a:custGeom>
          <a:avLst/>
          <a:gdLst/>
          <a:ahLst/>
          <a:cxnLst/>
          <a:rect l="0" t="0" r="0" b="0"/>
          <a:pathLst>
            <a:path>
              <a:moveTo>
                <a:pt x="0" y="0"/>
              </a:moveTo>
              <a:lnTo>
                <a:pt x="0" y="83647"/>
              </a:lnTo>
              <a:lnTo>
                <a:pt x="2891815" y="83647"/>
              </a:lnTo>
              <a:lnTo>
                <a:pt x="2891815"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D04321-33D5-47E4-99FD-DDDDF3D13E40}">
      <dsp:nvSpPr>
        <dsp:cNvPr id="0" name=""/>
        <dsp:cNvSpPr/>
      </dsp:nvSpPr>
      <dsp:spPr>
        <a:xfrm>
          <a:off x="4258468" y="1246210"/>
          <a:ext cx="1927877" cy="167295"/>
        </a:xfrm>
        <a:custGeom>
          <a:avLst/>
          <a:gdLst/>
          <a:ahLst/>
          <a:cxnLst/>
          <a:rect l="0" t="0" r="0" b="0"/>
          <a:pathLst>
            <a:path>
              <a:moveTo>
                <a:pt x="0" y="0"/>
              </a:moveTo>
              <a:lnTo>
                <a:pt x="0" y="83647"/>
              </a:lnTo>
              <a:lnTo>
                <a:pt x="1927877" y="83647"/>
              </a:lnTo>
              <a:lnTo>
                <a:pt x="1927877"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A2CD54-5D28-4BD3-ACAC-568527432129}">
      <dsp:nvSpPr>
        <dsp:cNvPr id="0" name=""/>
        <dsp:cNvSpPr/>
      </dsp:nvSpPr>
      <dsp:spPr>
        <a:xfrm>
          <a:off x="5222407" y="1811827"/>
          <a:ext cx="1927877" cy="167295"/>
        </a:xfrm>
        <a:custGeom>
          <a:avLst/>
          <a:gdLst/>
          <a:ahLst/>
          <a:cxnLst/>
          <a:rect l="0" t="0" r="0" b="0"/>
          <a:pathLst>
            <a:path>
              <a:moveTo>
                <a:pt x="0" y="0"/>
              </a:moveTo>
              <a:lnTo>
                <a:pt x="0" y="83647"/>
              </a:lnTo>
              <a:lnTo>
                <a:pt x="1927877" y="83647"/>
              </a:lnTo>
              <a:lnTo>
                <a:pt x="1927877"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ED3E2A-998F-418B-9295-6B0A31FE02C3}">
      <dsp:nvSpPr>
        <dsp:cNvPr id="0" name=""/>
        <dsp:cNvSpPr/>
      </dsp:nvSpPr>
      <dsp:spPr>
        <a:xfrm>
          <a:off x="5222407" y="1811827"/>
          <a:ext cx="963938" cy="167295"/>
        </a:xfrm>
        <a:custGeom>
          <a:avLst/>
          <a:gdLst/>
          <a:ahLst/>
          <a:cxnLst/>
          <a:rect l="0" t="0" r="0" b="0"/>
          <a:pathLst>
            <a:path>
              <a:moveTo>
                <a:pt x="0" y="0"/>
              </a:moveTo>
              <a:lnTo>
                <a:pt x="0" y="83647"/>
              </a:lnTo>
              <a:lnTo>
                <a:pt x="963938" y="83647"/>
              </a:lnTo>
              <a:lnTo>
                <a:pt x="963938"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6C9BF6-9B90-40CB-8C68-8836F7FADB40}">
      <dsp:nvSpPr>
        <dsp:cNvPr id="0" name=""/>
        <dsp:cNvSpPr/>
      </dsp:nvSpPr>
      <dsp:spPr>
        <a:xfrm>
          <a:off x="5176687" y="1811827"/>
          <a:ext cx="91440" cy="167295"/>
        </a:xfrm>
        <a:custGeom>
          <a:avLst/>
          <a:gdLst/>
          <a:ahLst/>
          <a:cxnLst/>
          <a:rect l="0" t="0" r="0" b="0"/>
          <a:pathLst>
            <a:path>
              <a:moveTo>
                <a:pt x="45720" y="0"/>
              </a:moveTo>
              <a:lnTo>
                <a:pt x="4572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B9C72B-67A9-402A-9881-AC33C1CA86D0}">
      <dsp:nvSpPr>
        <dsp:cNvPr id="0" name=""/>
        <dsp:cNvSpPr/>
      </dsp:nvSpPr>
      <dsp:spPr>
        <a:xfrm>
          <a:off x="4258469" y="1811827"/>
          <a:ext cx="963938" cy="167295"/>
        </a:xfrm>
        <a:custGeom>
          <a:avLst/>
          <a:gdLst/>
          <a:ahLst/>
          <a:cxnLst/>
          <a:rect l="0" t="0" r="0" b="0"/>
          <a:pathLst>
            <a:path>
              <a:moveTo>
                <a:pt x="963938" y="0"/>
              </a:moveTo>
              <a:lnTo>
                <a:pt x="963938" y="83647"/>
              </a:lnTo>
              <a:lnTo>
                <a:pt x="0" y="83647"/>
              </a:lnTo>
              <a:lnTo>
                <a:pt x="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7BA8E4-39EE-49FE-9FAC-8916D9D4E368}">
      <dsp:nvSpPr>
        <dsp:cNvPr id="0" name=""/>
        <dsp:cNvSpPr/>
      </dsp:nvSpPr>
      <dsp:spPr>
        <a:xfrm>
          <a:off x="3294530" y="2377444"/>
          <a:ext cx="1927877" cy="167295"/>
        </a:xfrm>
        <a:custGeom>
          <a:avLst/>
          <a:gdLst/>
          <a:ahLst/>
          <a:cxnLst/>
          <a:rect l="0" t="0" r="0" b="0"/>
          <a:pathLst>
            <a:path>
              <a:moveTo>
                <a:pt x="0" y="0"/>
              </a:moveTo>
              <a:lnTo>
                <a:pt x="0" y="83647"/>
              </a:lnTo>
              <a:lnTo>
                <a:pt x="1927877" y="83647"/>
              </a:lnTo>
              <a:lnTo>
                <a:pt x="1927877"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6EE9E1-3218-4306-9A61-0FD73F229CD6}">
      <dsp:nvSpPr>
        <dsp:cNvPr id="0" name=""/>
        <dsp:cNvSpPr/>
      </dsp:nvSpPr>
      <dsp:spPr>
        <a:xfrm>
          <a:off x="3294530" y="2377444"/>
          <a:ext cx="963938" cy="167295"/>
        </a:xfrm>
        <a:custGeom>
          <a:avLst/>
          <a:gdLst/>
          <a:ahLst/>
          <a:cxnLst/>
          <a:rect l="0" t="0" r="0" b="0"/>
          <a:pathLst>
            <a:path>
              <a:moveTo>
                <a:pt x="0" y="0"/>
              </a:moveTo>
              <a:lnTo>
                <a:pt x="0" y="83647"/>
              </a:lnTo>
              <a:lnTo>
                <a:pt x="963938" y="83647"/>
              </a:lnTo>
              <a:lnTo>
                <a:pt x="963938"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393D8B-C467-46FB-9352-864C06FB5EB6}">
      <dsp:nvSpPr>
        <dsp:cNvPr id="0" name=""/>
        <dsp:cNvSpPr/>
      </dsp:nvSpPr>
      <dsp:spPr>
        <a:xfrm>
          <a:off x="3248810" y="2377444"/>
          <a:ext cx="91440" cy="167295"/>
        </a:xfrm>
        <a:custGeom>
          <a:avLst/>
          <a:gdLst/>
          <a:ahLst/>
          <a:cxnLst/>
          <a:rect l="0" t="0" r="0" b="0"/>
          <a:pathLst>
            <a:path>
              <a:moveTo>
                <a:pt x="45720" y="0"/>
              </a:moveTo>
              <a:lnTo>
                <a:pt x="4572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C15621-2408-4751-BA90-6D4A0A3524C7}">
      <dsp:nvSpPr>
        <dsp:cNvPr id="0" name=""/>
        <dsp:cNvSpPr/>
      </dsp:nvSpPr>
      <dsp:spPr>
        <a:xfrm>
          <a:off x="2330591" y="2377444"/>
          <a:ext cx="963938" cy="167295"/>
        </a:xfrm>
        <a:custGeom>
          <a:avLst/>
          <a:gdLst/>
          <a:ahLst/>
          <a:cxnLst/>
          <a:rect l="0" t="0" r="0" b="0"/>
          <a:pathLst>
            <a:path>
              <a:moveTo>
                <a:pt x="963938" y="0"/>
              </a:moveTo>
              <a:lnTo>
                <a:pt x="963938" y="83647"/>
              </a:lnTo>
              <a:lnTo>
                <a:pt x="0" y="83647"/>
              </a:lnTo>
              <a:lnTo>
                <a:pt x="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6F63BB-9BEC-41EC-A687-D751C71211A1}">
      <dsp:nvSpPr>
        <dsp:cNvPr id="0" name=""/>
        <dsp:cNvSpPr/>
      </dsp:nvSpPr>
      <dsp:spPr>
        <a:xfrm>
          <a:off x="1366653" y="2377444"/>
          <a:ext cx="1927877" cy="167295"/>
        </a:xfrm>
        <a:custGeom>
          <a:avLst/>
          <a:gdLst/>
          <a:ahLst/>
          <a:cxnLst/>
          <a:rect l="0" t="0" r="0" b="0"/>
          <a:pathLst>
            <a:path>
              <a:moveTo>
                <a:pt x="1927877" y="0"/>
              </a:moveTo>
              <a:lnTo>
                <a:pt x="1927877" y="83647"/>
              </a:lnTo>
              <a:lnTo>
                <a:pt x="0" y="83647"/>
              </a:lnTo>
              <a:lnTo>
                <a:pt x="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C5DF20-9E59-4BB8-A2EA-87427335B682}">
      <dsp:nvSpPr>
        <dsp:cNvPr id="0" name=""/>
        <dsp:cNvSpPr/>
      </dsp:nvSpPr>
      <dsp:spPr>
        <a:xfrm>
          <a:off x="3294530" y="1811827"/>
          <a:ext cx="1927877" cy="167295"/>
        </a:xfrm>
        <a:custGeom>
          <a:avLst/>
          <a:gdLst/>
          <a:ahLst/>
          <a:cxnLst/>
          <a:rect l="0" t="0" r="0" b="0"/>
          <a:pathLst>
            <a:path>
              <a:moveTo>
                <a:pt x="1927877" y="0"/>
              </a:moveTo>
              <a:lnTo>
                <a:pt x="1927877" y="83647"/>
              </a:lnTo>
              <a:lnTo>
                <a:pt x="0" y="83647"/>
              </a:lnTo>
              <a:lnTo>
                <a:pt x="0" y="167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FE90B4-421F-4E9A-BB54-A34C6B5C2E35}">
      <dsp:nvSpPr>
        <dsp:cNvPr id="0" name=""/>
        <dsp:cNvSpPr/>
      </dsp:nvSpPr>
      <dsp:spPr>
        <a:xfrm>
          <a:off x="4258468" y="1246210"/>
          <a:ext cx="963938" cy="167295"/>
        </a:xfrm>
        <a:custGeom>
          <a:avLst/>
          <a:gdLst/>
          <a:ahLst/>
          <a:cxnLst/>
          <a:rect l="0" t="0" r="0" b="0"/>
          <a:pathLst>
            <a:path>
              <a:moveTo>
                <a:pt x="0" y="0"/>
              </a:moveTo>
              <a:lnTo>
                <a:pt x="0" y="83647"/>
              </a:lnTo>
              <a:lnTo>
                <a:pt x="963938" y="83647"/>
              </a:lnTo>
              <a:lnTo>
                <a:pt x="963938"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522E71-B123-44BF-AFBC-200D74E2318D}">
      <dsp:nvSpPr>
        <dsp:cNvPr id="0" name=""/>
        <dsp:cNvSpPr/>
      </dsp:nvSpPr>
      <dsp:spPr>
        <a:xfrm>
          <a:off x="4212748" y="1246210"/>
          <a:ext cx="91440" cy="167295"/>
        </a:xfrm>
        <a:custGeom>
          <a:avLst/>
          <a:gdLst/>
          <a:ahLst/>
          <a:cxnLst/>
          <a:rect l="0" t="0" r="0" b="0"/>
          <a:pathLst>
            <a:path>
              <a:moveTo>
                <a:pt x="45720" y="0"/>
              </a:moveTo>
              <a:lnTo>
                <a:pt x="45720"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AAE0C3-F147-4542-8F96-AAEEC413062E}">
      <dsp:nvSpPr>
        <dsp:cNvPr id="0" name=""/>
        <dsp:cNvSpPr/>
      </dsp:nvSpPr>
      <dsp:spPr>
        <a:xfrm>
          <a:off x="3294530" y="1246210"/>
          <a:ext cx="963938" cy="167295"/>
        </a:xfrm>
        <a:custGeom>
          <a:avLst/>
          <a:gdLst/>
          <a:ahLst/>
          <a:cxnLst/>
          <a:rect l="0" t="0" r="0" b="0"/>
          <a:pathLst>
            <a:path>
              <a:moveTo>
                <a:pt x="963938" y="0"/>
              </a:moveTo>
              <a:lnTo>
                <a:pt x="963938" y="83647"/>
              </a:lnTo>
              <a:lnTo>
                <a:pt x="0" y="83647"/>
              </a:lnTo>
              <a:lnTo>
                <a:pt x="0"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B91746-06FD-419B-8CB0-D34A402D702A}">
      <dsp:nvSpPr>
        <dsp:cNvPr id="0" name=""/>
        <dsp:cNvSpPr/>
      </dsp:nvSpPr>
      <dsp:spPr>
        <a:xfrm>
          <a:off x="2330591" y="1246210"/>
          <a:ext cx="1927877" cy="167295"/>
        </a:xfrm>
        <a:custGeom>
          <a:avLst/>
          <a:gdLst/>
          <a:ahLst/>
          <a:cxnLst/>
          <a:rect l="0" t="0" r="0" b="0"/>
          <a:pathLst>
            <a:path>
              <a:moveTo>
                <a:pt x="1927877" y="0"/>
              </a:moveTo>
              <a:lnTo>
                <a:pt x="1927877" y="83647"/>
              </a:lnTo>
              <a:lnTo>
                <a:pt x="0" y="83647"/>
              </a:lnTo>
              <a:lnTo>
                <a:pt x="0"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91D28B-78B2-4AA6-B120-1C2CCCE42A08}">
      <dsp:nvSpPr>
        <dsp:cNvPr id="0" name=""/>
        <dsp:cNvSpPr/>
      </dsp:nvSpPr>
      <dsp:spPr>
        <a:xfrm>
          <a:off x="1366653" y="1246210"/>
          <a:ext cx="2891815" cy="167295"/>
        </a:xfrm>
        <a:custGeom>
          <a:avLst/>
          <a:gdLst/>
          <a:ahLst/>
          <a:cxnLst/>
          <a:rect l="0" t="0" r="0" b="0"/>
          <a:pathLst>
            <a:path>
              <a:moveTo>
                <a:pt x="2891815" y="0"/>
              </a:moveTo>
              <a:lnTo>
                <a:pt x="2891815" y="83647"/>
              </a:lnTo>
              <a:lnTo>
                <a:pt x="0" y="83647"/>
              </a:lnTo>
              <a:lnTo>
                <a:pt x="0"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D9938E-CE8E-4A30-80DA-8CF00E8BC339}">
      <dsp:nvSpPr>
        <dsp:cNvPr id="0" name=""/>
        <dsp:cNvSpPr/>
      </dsp:nvSpPr>
      <dsp:spPr>
        <a:xfrm>
          <a:off x="402714" y="1246210"/>
          <a:ext cx="3855754" cy="167295"/>
        </a:xfrm>
        <a:custGeom>
          <a:avLst/>
          <a:gdLst/>
          <a:ahLst/>
          <a:cxnLst/>
          <a:rect l="0" t="0" r="0" b="0"/>
          <a:pathLst>
            <a:path>
              <a:moveTo>
                <a:pt x="3855754" y="0"/>
              </a:moveTo>
              <a:lnTo>
                <a:pt x="3855754" y="83647"/>
              </a:lnTo>
              <a:lnTo>
                <a:pt x="0" y="83647"/>
              </a:lnTo>
              <a:lnTo>
                <a:pt x="0" y="167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C780C5-92B2-48D0-BC27-DF5C02747E1B}">
      <dsp:nvSpPr>
        <dsp:cNvPr id="0" name=""/>
        <dsp:cNvSpPr/>
      </dsp:nvSpPr>
      <dsp:spPr>
        <a:xfrm>
          <a:off x="3860147" y="847888"/>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项目</a:t>
          </a:r>
        </a:p>
      </dsp:txBody>
      <dsp:txXfrm>
        <a:off x="3860147" y="847888"/>
        <a:ext cx="796643" cy="398321"/>
      </dsp:txXfrm>
    </dsp:sp>
    <dsp:sp modelId="{0BEAA84C-03D0-4128-80F4-1599D770A538}">
      <dsp:nvSpPr>
        <dsp:cNvPr id="0" name=""/>
        <dsp:cNvSpPr/>
      </dsp:nvSpPr>
      <dsp:spPr>
        <a:xfrm>
          <a:off x="4392"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范围</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规划</a:t>
          </a:r>
        </a:p>
      </dsp:txBody>
      <dsp:txXfrm>
        <a:off x="4392" y="1413505"/>
        <a:ext cx="796643" cy="398321"/>
      </dsp:txXfrm>
    </dsp:sp>
    <dsp:sp modelId="{2276AF51-19A9-4C2B-A457-AF7C511B54D8}">
      <dsp:nvSpPr>
        <dsp:cNvPr id="0" name=""/>
        <dsp:cNvSpPr/>
      </dsp:nvSpPr>
      <dsp:spPr>
        <a:xfrm>
          <a:off x="968331"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需求</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设计</a:t>
          </a:r>
        </a:p>
      </dsp:txBody>
      <dsp:txXfrm>
        <a:off x="968331" y="1413505"/>
        <a:ext cx="796643" cy="398321"/>
      </dsp:txXfrm>
    </dsp:sp>
    <dsp:sp modelId="{4389E4E5-F0A3-4BCC-BC1D-4ADC9227A46E}">
      <dsp:nvSpPr>
        <dsp:cNvPr id="0" name=""/>
        <dsp:cNvSpPr/>
      </dsp:nvSpPr>
      <dsp:spPr>
        <a:xfrm>
          <a:off x="1932269"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概要</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设计</a:t>
          </a:r>
        </a:p>
      </dsp:txBody>
      <dsp:txXfrm>
        <a:off x="1932269" y="1413505"/>
        <a:ext cx="796643" cy="398321"/>
      </dsp:txXfrm>
    </dsp:sp>
    <dsp:sp modelId="{E9506BB8-9C2C-4DFA-8C68-97C3B54AFFDB}">
      <dsp:nvSpPr>
        <dsp:cNvPr id="0" name=""/>
        <dsp:cNvSpPr/>
      </dsp:nvSpPr>
      <dsp:spPr>
        <a:xfrm>
          <a:off x="2896208"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详细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设计</a:t>
          </a:r>
        </a:p>
      </dsp:txBody>
      <dsp:txXfrm>
        <a:off x="2896208" y="1413505"/>
        <a:ext cx="796643" cy="398321"/>
      </dsp:txXfrm>
    </dsp:sp>
    <dsp:sp modelId="{92EDD623-9108-4099-9677-BC5D7ACCEE26}">
      <dsp:nvSpPr>
        <dsp:cNvPr id="0" name=""/>
        <dsp:cNvSpPr/>
      </dsp:nvSpPr>
      <dsp:spPr>
        <a:xfrm>
          <a:off x="3860147"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开发</a:t>
          </a:r>
        </a:p>
      </dsp:txBody>
      <dsp:txXfrm>
        <a:off x="3860147" y="1413505"/>
        <a:ext cx="796643" cy="398321"/>
      </dsp:txXfrm>
    </dsp:sp>
    <dsp:sp modelId="{4F2AF453-BE63-44F4-A939-7D07B9309AEF}">
      <dsp:nvSpPr>
        <dsp:cNvPr id="0" name=""/>
        <dsp:cNvSpPr/>
      </dsp:nvSpPr>
      <dsp:spPr>
        <a:xfrm>
          <a:off x="4824085"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4824085" y="1413505"/>
        <a:ext cx="796643" cy="398321"/>
      </dsp:txXfrm>
    </dsp:sp>
    <dsp:sp modelId="{5E17C900-3194-4CD9-AD87-244823E239B5}">
      <dsp:nvSpPr>
        <dsp:cNvPr id="0" name=""/>
        <dsp:cNvSpPr/>
      </dsp:nvSpPr>
      <dsp:spPr>
        <a:xfrm>
          <a:off x="2896208" y="1979122"/>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单元</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2896208" y="1979122"/>
        <a:ext cx="796643" cy="398321"/>
      </dsp:txXfrm>
    </dsp:sp>
    <dsp:sp modelId="{CD470375-791C-49B5-805A-33AE7ADA278D}">
      <dsp:nvSpPr>
        <dsp:cNvPr id="0" name=""/>
        <dsp:cNvSpPr/>
      </dsp:nvSpPr>
      <dsp:spPr>
        <a:xfrm>
          <a:off x="968331" y="2544739"/>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模块结</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构测试</a:t>
          </a:r>
        </a:p>
      </dsp:txBody>
      <dsp:txXfrm>
        <a:off x="968331" y="2544739"/>
        <a:ext cx="796643" cy="398321"/>
      </dsp:txXfrm>
    </dsp:sp>
    <dsp:sp modelId="{45843A46-4A64-4ED7-BE53-292885B67D60}">
      <dsp:nvSpPr>
        <dsp:cNvPr id="0" name=""/>
        <dsp:cNvSpPr/>
      </dsp:nvSpPr>
      <dsp:spPr>
        <a:xfrm>
          <a:off x="1932269" y="2544739"/>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局部数据</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结构测试</a:t>
          </a:r>
        </a:p>
      </dsp:txBody>
      <dsp:txXfrm>
        <a:off x="1932269" y="2544739"/>
        <a:ext cx="796643" cy="398321"/>
      </dsp:txXfrm>
    </dsp:sp>
    <dsp:sp modelId="{C0094247-F1FB-4C89-AF2C-9884D659C97D}">
      <dsp:nvSpPr>
        <dsp:cNvPr id="0" name=""/>
        <dsp:cNvSpPr/>
      </dsp:nvSpPr>
      <dsp:spPr>
        <a:xfrm>
          <a:off x="2896208" y="2544739"/>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路径</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2896208" y="2544739"/>
        <a:ext cx="796643" cy="398321"/>
      </dsp:txXfrm>
    </dsp:sp>
    <dsp:sp modelId="{1AE43444-1009-4C76-ADA1-5BE47C230377}">
      <dsp:nvSpPr>
        <dsp:cNvPr id="0" name=""/>
        <dsp:cNvSpPr/>
      </dsp:nvSpPr>
      <dsp:spPr>
        <a:xfrm>
          <a:off x="3860147" y="2544739"/>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差错处</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理测试</a:t>
          </a:r>
        </a:p>
      </dsp:txBody>
      <dsp:txXfrm>
        <a:off x="3860147" y="2544739"/>
        <a:ext cx="796643" cy="398321"/>
      </dsp:txXfrm>
    </dsp:sp>
    <dsp:sp modelId="{0EAC5102-1501-4FAC-8BC7-4D88CFF2BC97}">
      <dsp:nvSpPr>
        <dsp:cNvPr id="0" name=""/>
        <dsp:cNvSpPr/>
      </dsp:nvSpPr>
      <dsp:spPr>
        <a:xfrm>
          <a:off x="4824085" y="2544739"/>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边界</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4824085" y="2544739"/>
        <a:ext cx="796643" cy="398321"/>
      </dsp:txXfrm>
    </dsp:sp>
    <dsp:sp modelId="{8D6D1CF7-989E-4370-9760-EEF3668619B6}">
      <dsp:nvSpPr>
        <dsp:cNvPr id="0" name=""/>
        <dsp:cNvSpPr/>
      </dsp:nvSpPr>
      <dsp:spPr>
        <a:xfrm>
          <a:off x="3860147" y="1979122"/>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集成</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3860147" y="1979122"/>
        <a:ext cx="796643" cy="398321"/>
      </dsp:txXfrm>
    </dsp:sp>
    <dsp:sp modelId="{F29C25BF-08E8-4CD5-8EE7-F19CA919EF95}">
      <dsp:nvSpPr>
        <dsp:cNvPr id="0" name=""/>
        <dsp:cNvSpPr/>
      </dsp:nvSpPr>
      <dsp:spPr>
        <a:xfrm>
          <a:off x="4824085" y="1979122"/>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确认</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4824085" y="1979122"/>
        <a:ext cx="796643" cy="398321"/>
      </dsp:txXfrm>
    </dsp:sp>
    <dsp:sp modelId="{942DE252-68F9-491B-9739-75E5016A192D}">
      <dsp:nvSpPr>
        <dsp:cNvPr id="0" name=""/>
        <dsp:cNvSpPr/>
      </dsp:nvSpPr>
      <dsp:spPr>
        <a:xfrm>
          <a:off x="5788024" y="1979122"/>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系统</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5788024" y="1979122"/>
        <a:ext cx="796643" cy="398321"/>
      </dsp:txXfrm>
    </dsp:sp>
    <dsp:sp modelId="{01F39A25-6BF1-446C-A1FD-E034592E7C7B}">
      <dsp:nvSpPr>
        <dsp:cNvPr id="0" name=""/>
        <dsp:cNvSpPr/>
      </dsp:nvSpPr>
      <dsp:spPr>
        <a:xfrm>
          <a:off x="6751963" y="1979122"/>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可靠性</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测试</a:t>
          </a:r>
        </a:p>
      </dsp:txBody>
      <dsp:txXfrm>
        <a:off x="6751963" y="1979122"/>
        <a:ext cx="796643" cy="398321"/>
      </dsp:txXfrm>
    </dsp:sp>
    <dsp:sp modelId="{254F4877-9392-4E51-8E2C-9A487B4B4108}">
      <dsp:nvSpPr>
        <dsp:cNvPr id="0" name=""/>
        <dsp:cNvSpPr/>
      </dsp:nvSpPr>
      <dsp:spPr>
        <a:xfrm>
          <a:off x="5788024"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培训</a:t>
          </a:r>
        </a:p>
      </dsp:txBody>
      <dsp:txXfrm>
        <a:off x="5788024" y="1413505"/>
        <a:ext cx="796643" cy="398321"/>
      </dsp:txXfrm>
    </dsp:sp>
    <dsp:sp modelId="{23F59C35-C182-4530-8EC7-8B05F2F6136D}">
      <dsp:nvSpPr>
        <dsp:cNvPr id="0" name=""/>
        <dsp:cNvSpPr/>
      </dsp:nvSpPr>
      <dsp:spPr>
        <a:xfrm>
          <a:off x="6751963"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文档</a:t>
          </a:r>
        </a:p>
      </dsp:txBody>
      <dsp:txXfrm>
        <a:off x="6751963" y="1413505"/>
        <a:ext cx="796643" cy="398321"/>
      </dsp:txXfrm>
    </dsp:sp>
    <dsp:sp modelId="{D44315A1-0233-4AA5-A3AD-7AFC60063396}">
      <dsp:nvSpPr>
        <dsp:cNvPr id="0" name=""/>
        <dsp:cNvSpPr/>
      </dsp:nvSpPr>
      <dsp:spPr>
        <a:xfrm>
          <a:off x="7715901" y="1413505"/>
          <a:ext cx="796643" cy="3983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项目</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1100" b="0" i="0" u="none" strike="noStrike" kern="1200" cap="none" normalizeH="0" baseline="0">
              <a:ln>
                <a:noFill/>
              </a:ln>
              <a:solidFill>
                <a:srgbClr val="011303"/>
              </a:solidFill>
              <a:effectLst/>
              <a:latin typeface="Arial" panose="020B0604020202020204" pitchFamily="34" charset="0"/>
              <a:ea typeface="黑体" panose="02010609060101010101" pitchFamily="49" charset="-122"/>
            </a:rPr>
            <a:t>总结</a:t>
          </a:r>
        </a:p>
      </dsp:txBody>
      <dsp:txXfrm>
        <a:off x="7715901" y="1413505"/>
        <a:ext cx="796643" cy="3983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0AD70-A70B-4882-8B60-07273B142F29}">
      <dsp:nvSpPr>
        <dsp:cNvPr id="0" name=""/>
        <dsp:cNvSpPr/>
      </dsp:nvSpPr>
      <dsp:spPr>
        <a:xfrm>
          <a:off x="6118925" y="1193014"/>
          <a:ext cx="1984487" cy="172207"/>
        </a:xfrm>
        <a:custGeom>
          <a:avLst/>
          <a:gdLst/>
          <a:ahLst/>
          <a:cxnLst/>
          <a:rect l="0" t="0" r="0" b="0"/>
          <a:pathLst>
            <a:path>
              <a:moveTo>
                <a:pt x="0" y="0"/>
              </a:moveTo>
              <a:lnTo>
                <a:pt x="0" y="86103"/>
              </a:lnTo>
              <a:lnTo>
                <a:pt x="1984487" y="86103"/>
              </a:lnTo>
              <a:lnTo>
                <a:pt x="1984487" y="1722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CC2EC6-143D-43FC-82D2-D2585DFF722A}">
      <dsp:nvSpPr>
        <dsp:cNvPr id="0" name=""/>
        <dsp:cNvSpPr/>
      </dsp:nvSpPr>
      <dsp:spPr>
        <a:xfrm>
          <a:off x="6118925" y="1193014"/>
          <a:ext cx="992243" cy="172207"/>
        </a:xfrm>
        <a:custGeom>
          <a:avLst/>
          <a:gdLst/>
          <a:ahLst/>
          <a:cxnLst/>
          <a:rect l="0" t="0" r="0" b="0"/>
          <a:pathLst>
            <a:path>
              <a:moveTo>
                <a:pt x="0" y="0"/>
              </a:moveTo>
              <a:lnTo>
                <a:pt x="0" y="86103"/>
              </a:lnTo>
              <a:lnTo>
                <a:pt x="992243" y="86103"/>
              </a:lnTo>
              <a:lnTo>
                <a:pt x="992243" y="1722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D2077D-0A01-4BE5-B56A-157CFD1A501A}">
      <dsp:nvSpPr>
        <dsp:cNvPr id="0" name=""/>
        <dsp:cNvSpPr/>
      </dsp:nvSpPr>
      <dsp:spPr>
        <a:xfrm>
          <a:off x="6073205" y="1193014"/>
          <a:ext cx="91440" cy="172207"/>
        </a:xfrm>
        <a:custGeom>
          <a:avLst/>
          <a:gdLst/>
          <a:ahLst/>
          <a:cxnLst/>
          <a:rect l="0" t="0" r="0" b="0"/>
          <a:pathLst>
            <a:path>
              <a:moveTo>
                <a:pt x="45720" y="0"/>
              </a:moveTo>
              <a:lnTo>
                <a:pt x="45720" y="1722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8D6D81-7C00-4D20-9532-123F0979A42C}">
      <dsp:nvSpPr>
        <dsp:cNvPr id="0" name=""/>
        <dsp:cNvSpPr/>
      </dsp:nvSpPr>
      <dsp:spPr>
        <a:xfrm>
          <a:off x="5126682" y="1193014"/>
          <a:ext cx="992243" cy="172207"/>
        </a:xfrm>
        <a:custGeom>
          <a:avLst/>
          <a:gdLst/>
          <a:ahLst/>
          <a:cxnLst/>
          <a:rect l="0" t="0" r="0" b="0"/>
          <a:pathLst>
            <a:path>
              <a:moveTo>
                <a:pt x="992243" y="0"/>
              </a:moveTo>
              <a:lnTo>
                <a:pt x="992243" y="86103"/>
              </a:lnTo>
              <a:lnTo>
                <a:pt x="0" y="86103"/>
              </a:lnTo>
              <a:lnTo>
                <a:pt x="0" y="1722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022689-4D7B-442A-BA2E-31AD3E724200}">
      <dsp:nvSpPr>
        <dsp:cNvPr id="0" name=""/>
        <dsp:cNvSpPr/>
      </dsp:nvSpPr>
      <dsp:spPr>
        <a:xfrm>
          <a:off x="6863108" y="2357465"/>
          <a:ext cx="496121" cy="172207"/>
        </a:xfrm>
        <a:custGeom>
          <a:avLst/>
          <a:gdLst/>
          <a:ahLst/>
          <a:cxnLst/>
          <a:rect l="0" t="0" r="0" b="0"/>
          <a:pathLst>
            <a:path>
              <a:moveTo>
                <a:pt x="0" y="0"/>
              </a:moveTo>
              <a:lnTo>
                <a:pt x="0" y="86103"/>
              </a:lnTo>
              <a:lnTo>
                <a:pt x="496121" y="86103"/>
              </a:lnTo>
              <a:lnTo>
                <a:pt x="496121"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3A7943-892E-4007-B3BF-2D67EDD11A1A}">
      <dsp:nvSpPr>
        <dsp:cNvPr id="0" name=""/>
        <dsp:cNvSpPr/>
      </dsp:nvSpPr>
      <dsp:spPr>
        <a:xfrm>
          <a:off x="6366986" y="2357465"/>
          <a:ext cx="496121" cy="172207"/>
        </a:xfrm>
        <a:custGeom>
          <a:avLst/>
          <a:gdLst/>
          <a:ahLst/>
          <a:cxnLst/>
          <a:rect l="0" t="0" r="0" b="0"/>
          <a:pathLst>
            <a:path>
              <a:moveTo>
                <a:pt x="496121" y="0"/>
              </a:moveTo>
              <a:lnTo>
                <a:pt x="496121" y="86103"/>
              </a:lnTo>
              <a:lnTo>
                <a:pt x="0" y="86103"/>
              </a:lnTo>
              <a:lnTo>
                <a:pt x="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28CAD2-6D5E-468F-A55D-DCD3DB3A76BD}">
      <dsp:nvSpPr>
        <dsp:cNvPr id="0" name=""/>
        <dsp:cNvSpPr/>
      </dsp:nvSpPr>
      <dsp:spPr>
        <a:xfrm>
          <a:off x="4134438" y="1775240"/>
          <a:ext cx="2728669" cy="172207"/>
        </a:xfrm>
        <a:custGeom>
          <a:avLst/>
          <a:gdLst/>
          <a:ahLst/>
          <a:cxnLst/>
          <a:rect l="0" t="0" r="0" b="0"/>
          <a:pathLst>
            <a:path>
              <a:moveTo>
                <a:pt x="0" y="0"/>
              </a:moveTo>
              <a:lnTo>
                <a:pt x="0" y="86103"/>
              </a:lnTo>
              <a:lnTo>
                <a:pt x="2728669" y="86103"/>
              </a:lnTo>
              <a:lnTo>
                <a:pt x="2728669"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D42A48-CBF8-4BE2-82A6-09F4369C089B}">
      <dsp:nvSpPr>
        <dsp:cNvPr id="0" name=""/>
        <dsp:cNvSpPr/>
      </dsp:nvSpPr>
      <dsp:spPr>
        <a:xfrm>
          <a:off x="4382499" y="2357465"/>
          <a:ext cx="992243" cy="172207"/>
        </a:xfrm>
        <a:custGeom>
          <a:avLst/>
          <a:gdLst/>
          <a:ahLst/>
          <a:cxnLst/>
          <a:rect l="0" t="0" r="0" b="0"/>
          <a:pathLst>
            <a:path>
              <a:moveTo>
                <a:pt x="0" y="0"/>
              </a:moveTo>
              <a:lnTo>
                <a:pt x="0" y="86103"/>
              </a:lnTo>
              <a:lnTo>
                <a:pt x="992243" y="86103"/>
              </a:lnTo>
              <a:lnTo>
                <a:pt x="992243"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2B24CF-3C19-486B-859C-E7D657A736D2}">
      <dsp:nvSpPr>
        <dsp:cNvPr id="0" name=""/>
        <dsp:cNvSpPr/>
      </dsp:nvSpPr>
      <dsp:spPr>
        <a:xfrm>
          <a:off x="4336779" y="2357465"/>
          <a:ext cx="91440" cy="172207"/>
        </a:xfrm>
        <a:custGeom>
          <a:avLst/>
          <a:gdLst/>
          <a:ahLst/>
          <a:cxnLst/>
          <a:rect l="0" t="0" r="0" b="0"/>
          <a:pathLst>
            <a:path>
              <a:moveTo>
                <a:pt x="45720" y="0"/>
              </a:moveTo>
              <a:lnTo>
                <a:pt x="4572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23540B-BAE6-41C9-BFDF-3988CFBAFB0A}">
      <dsp:nvSpPr>
        <dsp:cNvPr id="0" name=""/>
        <dsp:cNvSpPr/>
      </dsp:nvSpPr>
      <dsp:spPr>
        <a:xfrm>
          <a:off x="3390255" y="2357465"/>
          <a:ext cx="992243" cy="172207"/>
        </a:xfrm>
        <a:custGeom>
          <a:avLst/>
          <a:gdLst/>
          <a:ahLst/>
          <a:cxnLst/>
          <a:rect l="0" t="0" r="0" b="0"/>
          <a:pathLst>
            <a:path>
              <a:moveTo>
                <a:pt x="992243" y="0"/>
              </a:moveTo>
              <a:lnTo>
                <a:pt x="992243" y="86103"/>
              </a:lnTo>
              <a:lnTo>
                <a:pt x="0" y="86103"/>
              </a:lnTo>
              <a:lnTo>
                <a:pt x="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B1314-F9D8-486E-B862-EB8A0C109A99}">
      <dsp:nvSpPr>
        <dsp:cNvPr id="0" name=""/>
        <dsp:cNvSpPr/>
      </dsp:nvSpPr>
      <dsp:spPr>
        <a:xfrm>
          <a:off x="4134438" y="1775240"/>
          <a:ext cx="248060" cy="172207"/>
        </a:xfrm>
        <a:custGeom>
          <a:avLst/>
          <a:gdLst/>
          <a:ahLst/>
          <a:cxnLst/>
          <a:rect l="0" t="0" r="0" b="0"/>
          <a:pathLst>
            <a:path>
              <a:moveTo>
                <a:pt x="0" y="0"/>
              </a:moveTo>
              <a:lnTo>
                <a:pt x="0" y="86103"/>
              </a:lnTo>
              <a:lnTo>
                <a:pt x="248060" y="86103"/>
              </a:lnTo>
              <a:lnTo>
                <a:pt x="24806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FAF3AF-CC4C-4957-9534-FFD1707B45B0}">
      <dsp:nvSpPr>
        <dsp:cNvPr id="0" name=""/>
        <dsp:cNvSpPr/>
      </dsp:nvSpPr>
      <dsp:spPr>
        <a:xfrm>
          <a:off x="1405768" y="2357465"/>
          <a:ext cx="992243" cy="172207"/>
        </a:xfrm>
        <a:custGeom>
          <a:avLst/>
          <a:gdLst/>
          <a:ahLst/>
          <a:cxnLst/>
          <a:rect l="0" t="0" r="0" b="0"/>
          <a:pathLst>
            <a:path>
              <a:moveTo>
                <a:pt x="0" y="0"/>
              </a:moveTo>
              <a:lnTo>
                <a:pt x="0" y="86103"/>
              </a:lnTo>
              <a:lnTo>
                <a:pt x="992243" y="86103"/>
              </a:lnTo>
              <a:lnTo>
                <a:pt x="992243"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50BF82-5E52-4B89-8261-6756A00BF7CE}">
      <dsp:nvSpPr>
        <dsp:cNvPr id="0" name=""/>
        <dsp:cNvSpPr/>
      </dsp:nvSpPr>
      <dsp:spPr>
        <a:xfrm>
          <a:off x="1360048" y="2357465"/>
          <a:ext cx="91440" cy="172207"/>
        </a:xfrm>
        <a:custGeom>
          <a:avLst/>
          <a:gdLst/>
          <a:ahLst/>
          <a:cxnLst/>
          <a:rect l="0" t="0" r="0" b="0"/>
          <a:pathLst>
            <a:path>
              <a:moveTo>
                <a:pt x="45720" y="0"/>
              </a:moveTo>
              <a:lnTo>
                <a:pt x="4572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92F2CD-CE9C-47F9-A9BB-9684EA9B5872}">
      <dsp:nvSpPr>
        <dsp:cNvPr id="0" name=""/>
        <dsp:cNvSpPr/>
      </dsp:nvSpPr>
      <dsp:spPr>
        <a:xfrm>
          <a:off x="413525" y="2357465"/>
          <a:ext cx="992243" cy="172207"/>
        </a:xfrm>
        <a:custGeom>
          <a:avLst/>
          <a:gdLst/>
          <a:ahLst/>
          <a:cxnLst/>
          <a:rect l="0" t="0" r="0" b="0"/>
          <a:pathLst>
            <a:path>
              <a:moveTo>
                <a:pt x="992243" y="0"/>
              </a:moveTo>
              <a:lnTo>
                <a:pt x="992243" y="86103"/>
              </a:lnTo>
              <a:lnTo>
                <a:pt x="0" y="86103"/>
              </a:lnTo>
              <a:lnTo>
                <a:pt x="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6DBFC3-B21F-4E3D-B99E-A9C15EF0227A}">
      <dsp:nvSpPr>
        <dsp:cNvPr id="0" name=""/>
        <dsp:cNvSpPr/>
      </dsp:nvSpPr>
      <dsp:spPr>
        <a:xfrm>
          <a:off x="1405768" y="1775240"/>
          <a:ext cx="2728669" cy="172207"/>
        </a:xfrm>
        <a:custGeom>
          <a:avLst/>
          <a:gdLst/>
          <a:ahLst/>
          <a:cxnLst/>
          <a:rect l="0" t="0" r="0" b="0"/>
          <a:pathLst>
            <a:path>
              <a:moveTo>
                <a:pt x="2728669" y="0"/>
              </a:moveTo>
              <a:lnTo>
                <a:pt x="2728669" y="86103"/>
              </a:lnTo>
              <a:lnTo>
                <a:pt x="0" y="86103"/>
              </a:lnTo>
              <a:lnTo>
                <a:pt x="0" y="1722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AD47EF-4525-4A25-9745-1E4D5B5BA18D}">
      <dsp:nvSpPr>
        <dsp:cNvPr id="0" name=""/>
        <dsp:cNvSpPr/>
      </dsp:nvSpPr>
      <dsp:spPr>
        <a:xfrm>
          <a:off x="4134438" y="1193014"/>
          <a:ext cx="1984487" cy="172207"/>
        </a:xfrm>
        <a:custGeom>
          <a:avLst/>
          <a:gdLst/>
          <a:ahLst/>
          <a:cxnLst/>
          <a:rect l="0" t="0" r="0" b="0"/>
          <a:pathLst>
            <a:path>
              <a:moveTo>
                <a:pt x="1984487" y="0"/>
              </a:moveTo>
              <a:lnTo>
                <a:pt x="1984487" y="86103"/>
              </a:lnTo>
              <a:lnTo>
                <a:pt x="0" y="86103"/>
              </a:lnTo>
              <a:lnTo>
                <a:pt x="0" y="1722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8E32AD-F677-4E0D-8A14-96B7FD8B3C19}">
      <dsp:nvSpPr>
        <dsp:cNvPr id="0" name=""/>
        <dsp:cNvSpPr/>
      </dsp:nvSpPr>
      <dsp:spPr>
        <a:xfrm>
          <a:off x="5708907" y="782996"/>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项目</a:t>
          </a:r>
        </a:p>
      </dsp:txBody>
      <dsp:txXfrm>
        <a:off x="5708907" y="782996"/>
        <a:ext cx="820035" cy="410017"/>
      </dsp:txXfrm>
    </dsp:sp>
    <dsp:sp modelId="{A31B6782-182C-44D2-894E-4ED413D94E0A}">
      <dsp:nvSpPr>
        <dsp:cNvPr id="0" name=""/>
        <dsp:cNvSpPr/>
      </dsp:nvSpPr>
      <dsp:spPr>
        <a:xfrm>
          <a:off x="3724420" y="1365222"/>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分系统</a:t>
          </a:r>
        </a:p>
      </dsp:txBody>
      <dsp:txXfrm>
        <a:off x="3724420" y="1365222"/>
        <a:ext cx="820035" cy="410017"/>
      </dsp:txXfrm>
    </dsp:sp>
    <dsp:sp modelId="{9C4F3FA8-41C6-46C6-894A-A0936C72AFAC}">
      <dsp:nvSpPr>
        <dsp:cNvPr id="0" name=""/>
        <dsp:cNvSpPr/>
      </dsp:nvSpPr>
      <dsp:spPr>
        <a:xfrm>
          <a:off x="995750" y="1947447"/>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子系统</a:t>
          </a:r>
        </a:p>
      </dsp:txBody>
      <dsp:txXfrm>
        <a:off x="995750" y="1947447"/>
        <a:ext cx="820035" cy="410017"/>
      </dsp:txXfrm>
    </dsp:sp>
    <dsp:sp modelId="{67A73D91-AE2E-4D05-A572-E6E18BB7E083}">
      <dsp:nvSpPr>
        <dsp:cNvPr id="0" name=""/>
        <dsp:cNvSpPr/>
      </dsp:nvSpPr>
      <dsp:spPr>
        <a:xfrm>
          <a:off x="3507"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采购预算</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模块</a:t>
          </a:r>
        </a:p>
      </dsp:txBody>
      <dsp:txXfrm>
        <a:off x="3507" y="2529673"/>
        <a:ext cx="820035" cy="410017"/>
      </dsp:txXfrm>
    </dsp:sp>
    <dsp:sp modelId="{70D45137-EB03-4EBC-9830-FD95B9FB51A7}">
      <dsp:nvSpPr>
        <dsp:cNvPr id="0" name=""/>
        <dsp:cNvSpPr/>
      </dsp:nvSpPr>
      <dsp:spPr>
        <a:xfrm>
          <a:off x="995750"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采购任务</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分解模块</a:t>
          </a:r>
        </a:p>
      </dsp:txBody>
      <dsp:txXfrm>
        <a:off x="995750" y="2529673"/>
        <a:ext cx="820035" cy="410017"/>
      </dsp:txXfrm>
    </dsp:sp>
    <dsp:sp modelId="{216A382B-89C6-4D03-A912-20468F828343}">
      <dsp:nvSpPr>
        <dsp:cNvPr id="0" name=""/>
        <dsp:cNvSpPr/>
      </dsp:nvSpPr>
      <dsp:spPr>
        <a:xfrm>
          <a:off x="1987994"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生成模块</a:t>
          </a:r>
        </a:p>
      </dsp:txBody>
      <dsp:txXfrm>
        <a:off x="1987994" y="2529673"/>
        <a:ext cx="820035" cy="410017"/>
      </dsp:txXfrm>
    </dsp:sp>
    <dsp:sp modelId="{900A100F-3B01-4BA4-A3C2-04E1D70FD93E}">
      <dsp:nvSpPr>
        <dsp:cNvPr id="0" name=""/>
        <dsp:cNvSpPr/>
      </dsp:nvSpPr>
      <dsp:spPr>
        <a:xfrm>
          <a:off x="3972481" y="1947447"/>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采购执行</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子系统</a:t>
          </a:r>
        </a:p>
      </dsp:txBody>
      <dsp:txXfrm>
        <a:off x="3972481" y="1947447"/>
        <a:ext cx="820035" cy="410017"/>
      </dsp:txXfrm>
    </dsp:sp>
    <dsp:sp modelId="{0E6FE702-3094-4DE1-8107-DDA2760AC07B}">
      <dsp:nvSpPr>
        <dsp:cNvPr id="0" name=""/>
        <dsp:cNvSpPr/>
      </dsp:nvSpPr>
      <dsp:spPr>
        <a:xfrm>
          <a:off x="2980237"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采购计划</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下达模块</a:t>
          </a:r>
        </a:p>
      </dsp:txBody>
      <dsp:txXfrm>
        <a:off x="2980237" y="2529673"/>
        <a:ext cx="820035" cy="410017"/>
      </dsp:txXfrm>
    </dsp:sp>
    <dsp:sp modelId="{B8A34773-E7EA-4684-BA50-4FC3361BA7FD}">
      <dsp:nvSpPr>
        <dsp:cNvPr id="0" name=""/>
        <dsp:cNvSpPr/>
      </dsp:nvSpPr>
      <dsp:spPr>
        <a:xfrm>
          <a:off x="3972481"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采购订单</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生成模块</a:t>
          </a:r>
        </a:p>
      </dsp:txBody>
      <dsp:txXfrm>
        <a:off x="3972481" y="2529673"/>
        <a:ext cx="820035" cy="410017"/>
      </dsp:txXfrm>
    </dsp:sp>
    <dsp:sp modelId="{392CD533-FA0B-4029-87FB-333B697BE491}">
      <dsp:nvSpPr>
        <dsp:cNvPr id="0" name=""/>
        <dsp:cNvSpPr/>
      </dsp:nvSpPr>
      <dsp:spPr>
        <a:xfrm>
          <a:off x="4964724"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采购订单</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生成模块</a:t>
          </a:r>
        </a:p>
      </dsp:txBody>
      <dsp:txXfrm>
        <a:off x="4964724" y="2529673"/>
        <a:ext cx="820035" cy="410017"/>
      </dsp:txXfrm>
    </dsp:sp>
    <dsp:sp modelId="{2AB5A737-8A5A-4D82-9968-1CD9CE015699}">
      <dsp:nvSpPr>
        <dsp:cNvPr id="0" name=""/>
        <dsp:cNvSpPr/>
      </dsp:nvSpPr>
      <dsp:spPr>
        <a:xfrm>
          <a:off x="6453090" y="1947447"/>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采购到货</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子系统</a:t>
          </a:r>
        </a:p>
      </dsp:txBody>
      <dsp:txXfrm>
        <a:off x="6453090" y="1947447"/>
        <a:ext cx="820035" cy="410017"/>
      </dsp:txXfrm>
    </dsp:sp>
    <dsp:sp modelId="{0462C6D5-7CBC-4174-95C3-91EDAAA9EE4A}">
      <dsp:nvSpPr>
        <dsp:cNvPr id="0" name=""/>
        <dsp:cNvSpPr/>
      </dsp:nvSpPr>
      <dsp:spPr>
        <a:xfrm>
          <a:off x="5956968"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到货接收</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模块</a:t>
          </a:r>
        </a:p>
      </dsp:txBody>
      <dsp:txXfrm>
        <a:off x="5956968" y="2529673"/>
        <a:ext cx="820035" cy="410017"/>
      </dsp:txXfrm>
    </dsp:sp>
    <dsp:sp modelId="{2BEC8719-792B-428B-A4EF-6746FB40FECE}">
      <dsp:nvSpPr>
        <dsp:cNvPr id="0" name=""/>
        <dsp:cNvSpPr/>
      </dsp:nvSpPr>
      <dsp:spPr>
        <a:xfrm>
          <a:off x="6949212" y="2529673"/>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入库与</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库存</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管理模块</a:t>
          </a:r>
        </a:p>
      </dsp:txBody>
      <dsp:txXfrm>
        <a:off x="6949212" y="2529673"/>
        <a:ext cx="820035" cy="410017"/>
      </dsp:txXfrm>
    </dsp:sp>
    <dsp:sp modelId="{8222CCBB-00EE-43DB-BD9E-8B79477BF1EE}">
      <dsp:nvSpPr>
        <dsp:cNvPr id="0" name=""/>
        <dsp:cNvSpPr/>
      </dsp:nvSpPr>
      <dsp:spPr>
        <a:xfrm>
          <a:off x="4716664" y="1365222"/>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生产管理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分系统</a:t>
          </a:r>
        </a:p>
      </dsp:txBody>
      <dsp:txXfrm>
        <a:off x="4716664" y="1365222"/>
        <a:ext cx="820035" cy="410017"/>
      </dsp:txXfrm>
    </dsp:sp>
    <dsp:sp modelId="{FE3F03AA-B3D2-4009-8D38-B2F229B69D82}">
      <dsp:nvSpPr>
        <dsp:cNvPr id="0" name=""/>
        <dsp:cNvSpPr/>
      </dsp:nvSpPr>
      <dsp:spPr>
        <a:xfrm>
          <a:off x="5708907" y="1365222"/>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质量管理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分系统</a:t>
          </a:r>
        </a:p>
      </dsp:txBody>
      <dsp:txXfrm>
        <a:off x="5708907" y="1365222"/>
        <a:ext cx="820035" cy="410017"/>
      </dsp:txXfrm>
    </dsp:sp>
    <dsp:sp modelId="{00FD069F-93F2-42BC-BB10-F0399EBB949A}">
      <dsp:nvSpPr>
        <dsp:cNvPr id="0" name=""/>
        <dsp:cNvSpPr/>
      </dsp:nvSpPr>
      <dsp:spPr>
        <a:xfrm>
          <a:off x="6701151" y="1365222"/>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财务管理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分系统</a:t>
          </a:r>
        </a:p>
      </dsp:txBody>
      <dsp:txXfrm>
        <a:off x="6701151" y="1365222"/>
        <a:ext cx="820035" cy="410017"/>
      </dsp:txXfrm>
    </dsp:sp>
    <dsp:sp modelId="{07386D5F-FFAD-43DF-90A3-DC7064BD47E3}">
      <dsp:nvSpPr>
        <dsp:cNvPr id="0" name=""/>
        <dsp:cNvSpPr/>
      </dsp:nvSpPr>
      <dsp:spPr>
        <a:xfrm>
          <a:off x="7693394" y="1365222"/>
          <a:ext cx="820035" cy="4100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销售管理</a:t>
          </a:r>
        </a:p>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tabLst/>
          </a:pPr>
          <a:r>
            <a:rPr kumimoji="0" lang="zh-CN" altLang="en-US" sz="800" b="1" i="0" u="none" strike="noStrike" kern="1200" cap="none" normalizeH="0" baseline="0">
              <a:ln>
                <a:noFill/>
              </a:ln>
              <a:solidFill>
                <a:srgbClr val="011303"/>
              </a:solidFill>
              <a:effectLst/>
              <a:latin typeface="Arial" panose="020B0604020202020204" pitchFamily="34" charset="0"/>
              <a:ea typeface="宋体" panose="02010600030101010101" pitchFamily="2" charset="-122"/>
            </a:rPr>
            <a:t>分系统</a:t>
          </a:r>
        </a:p>
      </dsp:txBody>
      <dsp:txXfrm>
        <a:off x="7693394" y="1365222"/>
        <a:ext cx="820035" cy="41001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2023/12/13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a:t>
            </a:fld>
            <a:endParaRPr lang="zh-CN" altLang="en-US" sz="1200"/>
          </a:p>
        </p:txBody>
      </p:sp>
    </p:spTree>
    <p:extLst>
      <p:ext uri="{BB962C8B-B14F-4D97-AF65-F5344CB8AC3E}">
        <p14:creationId xmlns:p14="http://schemas.microsoft.com/office/powerpoint/2010/main" val="1976892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2560433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2375988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a:t>
            </a:fld>
            <a:endParaRPr lang="zh-CN" altLang="en-US" sz="1200"/>
          </a:p>
        </p:txBody>
      </p:sp>
    </p:spTree>
    <p:extLst>
      <p:ext uri="{BB962C8B-B14F-4D97-AF65-F5344CB8AC3E}">
        <p14:creationId xmlns:p14="http://schemas.microsoft.com/office/powerpoint/2010/main" val="3709349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3798503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a:t>
            </a:fld>
            <a:endParaRPr lang="zh-CN" altLang="en-US" sz="1200"/>
          </a:p>
        </p:txBody>
      </p:sp>
    </p:spTree>
    <p:extLst>
      <p:ext uri="{BB962C8B-B14F-4D97-AF65-F5344CB8AC3E}">
        <p14:creationId xmlns:p14="http://schemas.microsoft.com/office/powerpoint/2010/main" val="2927119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extLst>
      <p:ext uri="{BB962C8B-B14F-4D97-AF65-F5344CB8AC3E}">
        <p14:creationId xmlns:p14="http://schemas.microsoft.com/office/powerpoint/2010/main" val="75374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extLst>
      <p:ext uri="{BB962C8B-B14F-4D97-AF65-F5344CB8AC3E}">
        <p14:creationId xmlns:p14="http://schemas.microsoft.com/office/powerpoint/2010/main" val="494434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extLst>
      <p:ext uri="{BB962C8B-B14F-4D97-AF65-F5344CB8AC3E}">
        <p14:creationId xmlns:p14="http://schemas.microsoft.com/office/powerpoint/2010/main" val="785338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extLst>
      <p:ext uri="{BB962C8B-B14F-4D97-AF65-F5344CB8AC3E}">
        <p14:creationId xmlns:p14="http://schemas.microsoft.com/office/powerpoint/2010/main" val="1753644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extLst>
      <p:ext uri="{BB962C8B-B14F-4D97-AF65-F5344CB8AC3E}">
        <p14:creationId xmlns:p14="http://schemas.microsoft.com/office/powerpoint/2010/main" val="2636158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extLst>
      <p:ext uri="{BB962C8B-B14F-4D97-AF65-F5344CB8AC3E}">
        <p14:creationId xmlns:p14="http://schemas.microsoft.com/office/powerpoint/2010/main" val="1435951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1574631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1366984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3738210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4112387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a:t>
            </a:fld>
            <a:endParaRPr lang="zh-CN" altLang="en-US" sz="1200"/>
          </a:p>
        </p:txBody>
      </p:sp>
    </p:spTree>
    <p:extLst>
      <p:ext uri="{BB962C8B-B14F-4D97-AF65-F5344CB8AC3E}">
        <p14:creationId xmlns:p14="http://schemas.microsoft.com/office/powerpoint/2010/main" val="3191819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3291391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1814123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2488769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460338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1860841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3925906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1632584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2164787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1259971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76569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448360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998803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779598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172193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33</a:t>
            </a:fld>
            <a:endParaRPr lang="zh-CN" altLang="en-US" sz="1200"/>
          </a:p>
        </p:txBody>
      </p:sp>
    </p:spTree>
    <p:extLst>
      <p:ext uri="{BB962C8B-B14F-4D97-AF65-F5344CB8AC3E}">
        <p14:creationId xmlns:p14="http://schemas.microsoft.com/office/powerpoint/2010/main" val="3857891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34</a:t>
            </a:fld>
            <a:endParaRPr lang="zh-CN" altLang="en-US" sz="1200"/>
          </a:p>
        </p:txBody>
      </p:sp>
    </p:spTree>
    <p:extLst>
      <p:ext uri="{BB962C8B-B14F-4D97-AF65-F5344CB8AC3E}">
        <p14:creationId xmlns:p14="http://schemas.microsoft.com/office/powerpoint/2010/main" val="35897708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35</a:t>
            </a:fld>
            <a:endParaRPr lang="zh-CN" altLang="en-US" sz="1200"/>
          </a:p>
        </p:txBody>
      </p:sp>
    </p:spTree>
    <p:extLst>
      <p:ext uri="{BB962C8B-B14F-4D97-AF65-F5344CB8AC3E}">
        <p14:creationId xmlns:p14="http://schemas.microsoft.com/office/powerpoint/2010/main" val="5649996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36</a:t>
            </a:fld>
            <a:endParaRPr lang="zh-CN" altLang="en-US" sz="1200"/>
          </a:p>
        </p:txBody>
      </p:sp>
    </p:spTree>
    <p:extLst>
      <p:ext uri="{BB962C8B-B14F-4D97-AF65-F5344CB8AC3E}">
        <p14:creationId xmlns:p14="http://schemas.microsoft.com/office/powerpoint/2010/main" val="37251382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12099252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2628799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34583805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40</a:t>
            </a:fld>
            <a:endParaRPr lang="zh-CN" altLang="en-US" sz="1200"/>
          </a:p>
        </p:txBody>
      </p:sp>
    </p:spTree>
    <p:extLst>
      <p:ext uri="{BB962C8B-B14F-4D97-AF65-F5344CB8AC3E}">
        <p14:creationId xmlns:p14="http://schemas.microsoft.com/office/powerpoint/2010/main" val="508204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41</a:t>
            </a:fld>
            <a:endParaRPr lang="zh-CN" altLang="en-US" sz="1200"/>
          </a:p>
        </p:txBody>
      </p:sp>
    </p:spTree>
    <p:extLst>
      <p:ext uri="{BB962C8B-B14F-4D97-AF65-F5344CB8AC3E}">
        <p14:creationId xmlns:p14="http://schemas.microsoft.com/office/powerpoint/2010/main" val="30508970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3911284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3134913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44</a:t>
            </a:fld>
            <a:endParaRPr lang="zh-CN" altLang="en-US" sz="1200"/>
          </a:p>
        </p:txBody>
      </p:sp>
    </p:spTree>
    <p:extLst>
      <p:ext uri="{BB962C8B-B14F-4D97-AF65-F5344CB8AC3E}">
        <p14:creationId xmlns:p14="http://schemas.microsoft.com/office/powerpoint/2010/main" val="20792091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2036194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46</a:t>
            </a:fld>
            <a:endParaRPr lang="zh-CN" altLang="en-US" sz="1200"/>
          </a:p>
        </p:txBody>
      </p:sp>
    </p:spTree>
    <p:extLst>
      <p:ext uri="{BB962C8B-B14F-4D97-AF65-F5344CB8AC3E}">
        <p14:creationId xmlns:p14="http://schemas.microsoft.com/office/powerpoint/2010/main" val="28026402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47</a:t>
            </a:fld>
            <a:endParaRPr lang="zh-CN" altLang="en-US" sz="1200"/>
          </a:p>
        </p:txBody>
      </p:sp>
    </p:spTree>
    <p:extLst>
      <p:ext uri="{BB962C8B-B14F-4D97-AF65-F5344CB8AC3E}">
        <p14:creationId xmlns:p14="http://schemas.microsoft.com/office/powerpoint/2010/main" val="7625835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48</a:t>
            </a:fld>
            <a:endParaRPr lang="zh-CN" altLang="en-US" sz="1200"/>
          </a:p>
        </p:txBody>
      </p:sp>
    </p:spTree>
    <p:extLst>
      <p:ext uri="{BB962C8B-B14F-4D97-AF65-F5344CB8AC3E}">
        <p14:creationId xmlns:p14="http://schemas.microsoft.com/office/powerpoint/2010/main" val="2457292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49</a:t>
            </a:fld>
            <a:endParaRPr lang="zh-CN" altLang="en-US" sz="1200"/>
          </a:p>
        </p:txBody>
      </p:sp>
    </p:spTree>
    <p:extLst>
      <p:ext uri="{BB962C8B-B14F-4D97-AF65-F5344CB8AC3E}">
        <p14:creationId xmlns:p14="http://schemas.microsoft.com/office/powerpoint/2010/main" val="32162676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37248958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33248910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52</a:t>
            </a:fld>
            <a:endParaRPr lang="zh-CN" altLang="en-US" sz="1200"/>
          </a:p>
        </p:txBody>
      </p:sp>
    </p:spTree>
    <p:extLst>
      <p:ext uri="{BB962C8B-B14F-4D97-AF65-F5344CB8AC3E}">
        <p14:creationId xmlns:p14="http://schemas.microsoft.com/office/powerpoint/2010/main" val="2331728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13958010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54</a:t>
            </a:fld>
            <a:endParaRPr lang="zh-CN" altLang="en-US" sz="1200"/>
          </a:p>
        </p:txBody>
      </p:sp>
    </p:spTree>
    <p:extLst>
      <p:ext uri="{BB962C8B-B14F-4D97-AF65-F5344CB8AC3E}">
        <p14:creationId xmlns:p14="http://schemas.microsoft.com/office/powerpoint/2010/main" val="3700565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55</a:t>
            </a:fld>
            <a:endParaRPr lang="zh-CN" altLang="en-US" sz="1200"/>
          </a:p>
        </p:txBody>
      </p:sp>
    </p:spTree>
    <p:extLst>
      <p:ext uri="{BB962C8B-B14F-4D97-AF65-F5344CB8AC3E}">
        <p14:creationId xmlns:p14="http://schemas.microsoft.com/office/powerpoint/2010/main" val="15976697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56</a:t>
            </a:fld>
            <a:endParaRPr lang="zh-CN" altLang="en-US" sz="1200"/>
          </a:p>
        </p:txBody>
      </p:sp>
    </p:spTree>
    <p:extLst>
      <p:ext uri="{BB962C8B-B14F-4D97-AF65-F5344CB8AC3E}">
        <p14:creationId xmlns:p14="http://schemas.microsoft.com/office/powerpoint/2010/main" val="1439862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41616854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21181729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59</a:t>
            </a:fld>
            <a:endParaRPr lang="zh-CN" altLang="en-US" sz="1200"/>
          </a:p>
        </p:txBody>
      </p:sp>
    </p:spTree>
    <p:extLst>
      <p:ext uri="{BB962C8B-B14F-4D97-AF65-F5344CB8AC3E}">
        <p14:creationId xmlns:p14="http://schemas.microsoft.com/office/powerpoint/2010/main" val="36155207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31821125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62</a:t>
            </a:fld>
            <a:endParaRPr lang="zh-CN" altLang="en-US" sz="1200"/>
          </a:p>
        </p:txBody>
      </p:sp>
    </p:spTree>
    <p:extLst>
      <p:ext uri="{BB962C8B-B14F-4D97-AF65-F5344CB8AC3E}">
        <p14:creationId xmlns:p14="http://schemas.microsoft.com/office/powerpoint/2010/main" val="4757458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63</a:t>
            </a:fld>
            <a:endParaRPr lang="zh-CN" altLang="en-US" sz="1200"/>
          </a:p>
        </p:txBody>
      </p:sp>
    </p:spTree>
    <p:extLst>
      <p:ext uri="{BB962C8B-B14F-4D97-AF65-F5344CB8AC3E}">
        <p14:creationId xmlns:p14="http://schemas.microsoft.com/office/powerpoint/2010/main" val="31419056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64</a:t>
            </a:fld>
            <a:endParaRPr lang="zh-CN" altLang="en-US" sz="1200"/>
          </a:p>
        </p:txBody>
      </p:sp>
    </p:spTree>
    <p:extLst>
      <p:ext uri="{BB962C8B-B14F-4D97-AF65-F5344CB8AC3E}">
        <p14:creationId xmlns:p14="http://schemas.microsoft.com/office/powerpoint/2010/main" val="820278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65</a:t>
            </a:fld>
            <a:endParaRPr lang="zh-CN" altLang="en-US" sz="1200"/>
          </a:p>
        </p:txBody>
      </p:sp>
    </p:spTree>
    <p:extLst>
      <p:ext uri="{BB962C8B-B14F-4D97-AF65-F5344CB8AC3E}">
        <p14:creationId xmlns:p14="http://schemas.microsoft.com/office/powerpoint/2010/main" val="12192066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66</a:t>
            </a:fld>
            <a:endParaRPr lang="zh-CN" altLang="en-US" sz="1200"/>
          </a:p>
        </p:txBody>
      </p:sp>
    </p:spTree>
    <p:extLst>
      <p:ext uri="{BB962C8B-B14F-4D97-AF65-F5344CB8AC3E}">
        <p14:creationId xmlns:p14="http://schemas.microsoft.com/office/powerpoint/2010/main" val="7364204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67</a:t>
            </a:fld>
            <a:endParaRPr lang="zh-CN" altLang="en-US" sz="1200"/>
          </a:p>
        </p:txBody>
      </p:sp>
    </p:spTree>
    <p:extLst>
      <p:ext uri="{BB962C8B-B14F-4D97-AF65-F5344CB8AC3E}">
        <p14:creationId xmlns:p14="http://schemas.microsoft.com/office/powerpoint/2010/main" val="6759043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68</a:t>
            </a:fld>
            <a:endParaRPr lang="zh-CN" altLang="en-US" sz="1200"/>
          </a:p>
        </p:txBody>
      </p:sp>
    </p:spTree>
    <p:extLst>
      <p:ext uri="{BB962C8B-B14F-4D97-AF65-F5344CB8AC3E}">
        <p14:creationId xmlns:p14="http://schemas.microsoft.com/office/powerpoint/2010/main" val="41370658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69</a:t>
            </a:fld>
            <a:endParaRPr lang="zh-CN" altLang="en-US" sz="1200"/>
          </a:p>
        </p:txBody>
      </p:sp>
    </p:spTree>
    <p:extLst>
      <p:ext uri="{BB962C8B-B14F-4D97-AF65-F5344CB8AC3E}">
        <p14:creationId xmlns:p14="http://schemas.microsoft.com/office/powerpoint/2010/main" val="40903058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70</a:t>
            </a:fld>
            <a:endParaRPr lang="zh-CN" altLang="en-US" sz="1200"/>
          </a:p>
        </p:txBody>
      </p:sp>
    </p:spTree>
    <p:extLst>
      <p:ext uri="{BB962C8B-B14F-4D97-AF65-F5344CB8AC3E}">
        <p14:creationId xmlns:p14="http://schemas.microsoft.com/office/powerpoint/2010/main" val="1923496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71</a:t>
            </a:fld>
            <a:endParaRPr lang="zh-CN" altLang="en-US" sz="1200"/>
          </a:p>
        </p:txBody>
      </p:sp>
    </p:spTree>
    <p:extLst>
      <p:ext uri="{BB962C8B-B14F-4D97-AF65-F5344CB8AC3E}">
        <p14:creationId xmlns:p14="http://schemas.microsoft.com/office/powerpoint/2010/main" val="36556629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72</a:t>
            </a:fld>
            <a:endParaRPr lang="zh-CN" altLang="en-US" sz="1200"/>
          </a:p>
        </p:txBody>
      </p:sp>
    </p:spTree>
    <p:extLst>
      <p:ext uri="{BB962C8B-B14F-4D97-AF65-F5344CB8AC3E}">
        <p14:creationId xmlns:p14="http://schemas.microsoft.com/office/powerpoint/2010/main" val="2292067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73</a:t>
            </a:fld>
            <a:endParaRPr lang="zh-CN" altLang="en-US" sz="1200"/>
          </a:p>
        </p:txBody>
      </p:sp>
    </p:spTree>
    <p:extLst>
      <p:ext uri="{BB962C8B-B14F-4D97-AF65-F5344CB8AC3E}">
        <p14:creationId xmlns:p14="http://schemas.microsoft.com/office/powerpoint/2010/main" val="25532414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74</a:t>
            </a:fld>
            <a:endParaRPr lang="zh-CN" altLang="en-US" sz="1200"/>
          </a:p>
        </p:txBody>
      </p:sp>
    </p:spTree>
    <p:extLst>
      <p:ext uri="{BB962C8B-B14F-4D97-AF65-F5344CB8AC3E}">
        <p14:creationId xmlns:p14="http://schemas.microsoft.com/office/powerpoint/2010/main" val="19220700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75</a:t>
            </a:fld>
            <a:endParaRPr lang="zh-CN" altLang="en-US" sz="1200"/>
          </a:p>
        </p:txBody>
      </p:sp>
    </p:spTree>
    <p:extLst>
      <p:ext uri="{BB962C8B-B14F-4D97-AF65-F5344CB8AC3E}">
        <p14:creationId xmlns:p14="http://schemas.microsoft.com/office/powerpoint/2010/main" val="36125881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76</a:t>
            </a:fld>
            <a:endParaRPr lang="zh-CN" altLang="en-US" sz="1200"/>
          </a:p>
        </p:txBody>
      </p:sp>
    </p:spTree>
    <p:extLst>
      <p:ext uri="{BB962C8B-B14F-4D97-AF65-F5344CB8AC3E}">
        <p14:creationId xmlns:p14="http://schemas.microsoft.com/office/powerpoint/2010/main" val="30597508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77</a:t>
            </a:fld>
            <a:endParaRPr lang="zh-CN" altLang="en-US" sz="1200"/>
          </a:p>
        </p:txBody>
      </p:sp>
    </p:spTree>
    <p:extLst>
      <p:ext uri="{BB962C8B-B14F-4D97-AF65-F5344CB8AC3E}">
        <p14:creationId xmlns:p14="http://schemas.microsoft.com/office/powerpoint/2010/main" val="303324231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78</a:t>
            </a:fld>
            <a:endParaRPr lang="zh-CN" altLang="en-US" sz="1200"/>
          </a:p>
        </p:txBody>
      </p:sp>
    </p:spTree>
    <p:extLst>
      <p:ext uri="{BB962C8B-B14F-4D97-AF65-F5344CB8AC3E}">
        <p14:creationId xmlns:p14="http://schemas.microsoft.com/office/powerpoint/2010/main" val="29456163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79</a:t>
            </a:fld>
            <a:endParaRPr lang="zh-CN" altLang="en-US" sz="1200"/>
          </a:p>
        </p:txBody>
      </p:sp>
    </p:spTree>
    <p:extLst>
      <p:ext uri="{BB962C8B-B14F-4D97-AF65-F5344CB8AC3E}">
        <p14:creationId xmlns:p14="http://schemas.microsoft.com/office/powerpoint/2010/main" val="29090535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80</a:t>
            </a:fld>
            <a:endParaRPr lang="zh-CN" altLang="en-US" sz="1200"/>
          </a:p>
        </p:txBody>
      </p:sp>
    </p:spTree>
    <p:extLst>
      <p:ext uri="{BB962C8B-B14F-4D97-AF65-F5344CB8AC3E}">
        <p14:creationId xmlns:p14="http://schemas.microsoft.com/office/powerpoint/2010/main" val="89081199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81</a:t>
            </a:fld>
            <a:endParaRPr lang="zh-CN" altLang="en-US" sz="1200"/>
          </a:p>
        </p:txBody>
      </p:sp>
    </p:spTree>
    <p:extLst>
      <p:ext uri="{BB962C8B-B14F-4D97-AF65-F5344CB8AC3E}">
        <p14:creationId xmlns:p14="http://schemas.microsoft.com/office/powerpoint/2010/main" val="12821134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82</a:t>
            </a:fld>
            <a:endParaRPr lang="zh-CN" altLang="en-US" sz="1200"/>
          </a:p>
        </p:txBody>
      </p:sp>
    </p:spTree>
    <p:extLst>
      <p:ext uri="{BB962C8B-B14F-4D97-AF65-F5344CB8AC3E}">
        <p14:creationId xmlns:p14="http://schemas.microsoft.com/office/powerpoint/2010/main" val="684341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2023/12/13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0.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oleObject" Target="../embeddings/oleObject3.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blog.csdn.net/qq_29831163/article/details/89787727"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dirty="0">
                <a:solidFill>
                  <a:srgbClr val="414455"/>
                </a:solidFill>
                <a:latin typeface="微软雅黑" panose="020B0503020204020204" pitchFamily="34" charset="-122"/>
                <a:ea typeface="微软雅黑" panose="020B0503020204020204" pitchFamily="34" charset="-122"/>
              </a:rPr>
              <a:t>河南大学</a:t>
            </a:r>
            <a:endParaRPr lang="en-US" altLang="zh-CN" b="1" dirty="0">
              <a:solidFill>
                <a:srgbClr val="414455"/>
              </a:solidFill>
              <a:latin typeface="微软雅黑" panose="020B0503020204020204" pitchFamily="34" charset="-122"/>
              <a:ea typeface="微软雅黑" panose="020B0503020204020204" pitchFamily="34" charset="-122"/>
            </a:endParaRPr>
          </a:p>
          <a:p>
            <a:pPr algn="ctr"/>
            <a:r>
              <a:rPr lang="zh-CN" altLang="en-US" sz="1350" b="1" dirty="0">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dirty="0">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456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304338" y="2421006"/>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 第六章</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61193" y="411693"/>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sp>
        <p:nvSpPr>
          <p:cNvPr id="48" name="文本框 47">
            <a:extLst>
              <a:ext uri="{FF2B5EF4-FFF2-40B4-BE49-F238E27FC236}">
                <a16:creationId xmlns:a16="http://schemas.microsoft.com/office/drawing/2014/main" id="{E08F951C-C861-4BB0-826E-AF9957A06679}"/>
              </a:ext>
            </a:extLst>
          </p:cNvPr>
          <p:cNvSpPr txBox="1"/>
          <p:nvPr/>
        </p:nvSpPr>
        <p:spPr>
          <a:xfrm>
            <a:off x="920127" y="4183482"/>
            <a:ext cx="7556500" cy="646331"/>
          </a:xfrm>
          <a:prstGeom prst="rect">
            <a:avLst/>
          </a:prstGeom>
          <a:noFill/>
        </p:spPr>
        <p:txBody>
          <a:bodyPr wrap="square">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软件项目的进度计划制定与团队组织 </a:t>
            </a:r>
          </a:p>
        </p:txBody>
      </p:sp>
    </p:spTree>
  </p:cSld>
  <p:clrMapOvr>
    <a:masterClrMapping/>
  </p:clrMapOvr>
  <mc:AlternateContent xmlns:mc="http://schemas.openxmlformats.org/markup-compatibility/2006" xmlns:p14="http://schemas.microsoft.com/office/powerpoint/2010/main">
    <mc:Choice Requires="p14">
      <p:transition spd="slow" p14:dur="4000" advTm="0">
        <p14:vortex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animEffect transition="in" filter="fade">
                                      <p:cBhvr>
                                        <p:cTn id="14" dur="500"/>
                                        <p:tgtEl>
                                          <p:spTgt spid="7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animEffect transition="in" filter="fade">
                                      <p:cBhvr>
                                        <p:cTn id="19" dur="500"/>
                                        <p:tgtEl>
                                          <p:spTgt spid="69"/>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52" presetClass="entr" presetSubtype="0" fill="hold" grpId="0" nodeType="withEffect">
                                  <p:stCondLst>
                                    <p:cond delay="500"/>
                                  </p:stCondLst>
                                  <p:iterate type="lt">
                                    <p:tmPct val="10000"/>
                                  </p:iterate>
                                  <p:childTnLst>
                                    <p:set>
                                      <p:cBhvr>
                                        <p:cTn id="30" dur="1" fill="hold">
                                          <p:stCondLst>
                                            <p:cond delay="0"/>
                                          </p:stCondLst>
                                        </p:cTn>
                                        <p:tgtEl>
                                          <p:spTgt spid="10"/>
                                        </p:tgtEl>
                                        <p:attrNameLst>
                                          <p:attrName>style.visibility</p:attrName>
                                        </p:attrNameLst>
                                      </p:cBhvr>
                                      <p:to>
                                        <p:strVal val="visible"/>
                                      </p:to>
                                    </p:set>
                                    <p:animScale>
                                      <p:cBhvr>
                                        <p:cTn id="31"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0"/>
                                        </p:tgtEl>
                                        <p:attrNameLst>
                                          <p:attrName>ppt_x</p:attrName>
                                          <p:attrName>ppt_y</p:attrName>
                                        </p:attrNameLst>
                                      </p:cBhvr>
                                    </p:animMotion>
                                    <p:animEffect transition="in" filter="fade">
                                      <p:cBhvr>
                                        <p:cTn id="33" dur="1000"/>
                                        <p:tgtEl>
                                          <p:spTgt spid="10"/>
                                        </p:tgtEl>
                                      </p:cBhvr>
                                    </p:animEffect>
                                  </p:childTnLst>
                                </p:cTn>
                              </p:par>
                              <p:par>
                                <p:cTn id="34" presetID="22" presetClass="entr" presetSubtype="8" fill="hold"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 presetClass="entr" presetSubtype="12" fill="hold"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10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000"/>
                                        <p:tgtEl>
                                          <p:spTgt spid="20"/>
                                        </p:tgtEl>
                                      </p:cBhvr>
                                    </p:animEffect>
                                    <p:anim calcmode="lin" valueType="num">
                                      <p:cBhvr>
                                        <p:cTn id="44" dur="2000" fill="hold"/>
                                        <p:tgtEl>
                                          <p:spTgt spid="20"/>
                                        </p:tgtEl>
                                        <p:attrNameLst>
                                          <p:attrName>ppt_w</p:attrName>
                                        </p:attrNameLst>
                                      </p:cBhvr>
                                      <p:tavLst>
                                        <p:tav tm="0" fmla="#ppt_w*sin(2.5*pi*$)">
                                          <p:val>
                                            <p:fltVal val="0"/>
                                          </p:val>
                                        </p:tav>
                                        <p:tav tm="100000">
                                          <p:val>
                                            <p:fltVal val="1"/>
                                          </p:val>
                                        </p:tav>
                                      </p:tavLst>
                                    </p:anim>
                                    <p:anim calcmode="lin" valueType="num">
                                      <p:cBhvr>
                                        <p:cTn id="45" dur="2000" fill="hold"/>
                                        <p:tgtEl>
                                          <p:spTgt spid="20"/>
                                        </p:tgtEl>
                                        <p:attrNameLst>
                                          <p:attrName>ppt_h</p:attrName>
                                        </p:attrNameLst>
                                      </p:cBhvr>
                                      <p:tavLst>
                                        <p:tav tm="0">
                                          <p:val>
                                            <p:strVal val="#ppt_h"/>
                                          </p:val>
                                        </p:tav>
                                        <p:tav tm="100000">
                                          <p:val>
                                            <p:strVal val="#ppt_h"/>
                                          </p:val>
                                        </p:tav>
                                      </p:tavLst>
                                    </p:anim>
                                  </p:childTnLst>
                                </p:cTn>
                              </p:par>
                              <p:par>
                                <p:cTn id="46" presetID="2" presetClass="entr" presetSubtype="12" fill="hold" nodeType="withEffect">
                                  <p:stCondLst>
                                    <p:cond delay="5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0-#ppt_w/2"/>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000"/>
                                        <p:tgtEl>
                                          <p:spTgt spid="39"/>
                                        </p:tgtEl>
                                      </p:cBhvr>
                                    </p:animEffect>
                                    <p:anim calcmode="lin" valueType="num">
                                      <p:cBhvr>
                                        <p:cTn id="53" dur="2000" fill="hold"/>
                                        <p:tgtEl>
                                          <p:spTgt spid="39"/>
                                        </p:tgtEl>
                                        <p:attrNameLst>
                                          <p:attrName>ppt_w</p:attrName>
                                        </p:attrNameLst>
                                      </p:cBhvr>
                                      <p:tavLst>
                                        <p:tav tm="0" fmla="#ppt_w*sin(2.5*pi*$)">
                                          <p:val>
                                            <p:fltVal val="0"/>
                                          </p:val>
                                        </p:tav>
                                        <p:tav tm="100000">
                                          <p:val>
                                            <p:fltVal val="1"/>
                                          </p:val>
                                        </p:tav>
                                      </p:tavLst>
                                    </p:anim>
                                    <p:anim calcmode="lin" valueType="num">
                                      <p:cBhvr>
                                        <p:cTn id="54" dur="2000" fill="hold"/>
                                        <p:tgtEl>
                                          <p:spTgt spid="39"/>
                                        </p:tgtEl>
                                        <p:attrNameLst>
                                          <p:attrName>ppt_h</p:attrName>
                                        </p:attrNameLst>
                                      </p:cBhvr>
                                      <p:tavLst>
                                        <p:tav tm="0">
                                          <p:val>
                                            <p:strVal val="#ppt_h"/>
                                          </p:val>
                                        </p:tav>
                                        <p:tav tm="100000">
                                          <p:val>
                                            <p:strVal val="#ppt_h"/>
                                          </p:val>
                                        </p:tav>
                                      </p:tavLst>
                                    </p:anim>
                                  </p:childTnLst>
                                </p:cTn>
                              </p:par>
                              <p:par>
                                <p:cTn id="55" presetID="2" presetClass="entr" presetSubtype="12" fill="hold" nodeType="withEffect">
                                  <p:stCondLst>
                                    <p:cond delay="50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0-#ppt_w/2"/>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50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500" fill="hold"/>
                                        <p:tgtEl>
                                          <p:spTgt spid="55"/>
                                        </p:tgtEl>
                                        <p:attrNameLst>
                                          <p:attrName>ppt_x</p:attrName>
                                        </p:attrNameLst>
                                      </p:cBhvr>
                                      <p:tavLst>
                                        <p:tav tm="0">
                                          <p:val>
                                            <p:strVal val="0-#ppt_w/2"/>
                                          </p:val>
                                        </p:tav>
                                        <p:tav tm="100000">
                                          <p:val>
                                            <p:strVal val="#ppt_x"/>
                                          </p:val>
                                        </p:tav>
                                      </p:tavLst>
                                    </p:anim>
                                    <p:anim calcmode="lin" valueType="num">
                                      <p:cBhvr additive="base">
                                        <p:cTn id="66" dur="500" fill="hold"/>
                                        <p:tgtEl>
                                          <p:spTgt spid="55"/>
                                        </p:tgtEl>
                                        <p:attrNameLst>
                                          <p:attrName>ppt_y</p:attrName>
                                        </p:attrNameLst>
                                      </p:cBhvr>
                                      <p:tavLst>
                                        <p:tav tm="0">
                                          <p:val>
                                            <p:strVal val="1+#ppt_h/2"/>
                                          </p:val>
                                        </p:tav>
                                        <p:tav tm="100000">
                                          <p:val>
                                            <p:strVal val="#ppt_y"/>
                                          </p:val>
                                        </p:tav>
                                      </p:tavLst>
                                    </p:anim>
                                  </p:childTnLst>
                                </p:cTn>
                              </p:par>
                              <p:par>
                                <p:cTn id="67" presetID="45" presetClass="entr" presetSubtype="0" fill="hold" nodeType="withEffect">
                                  <p:stCondLst>
                                    <p:cond delay="100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2000"/>
                                        <p:tgtEl>
                                          <p:spTgt spid="60"/>
                                        </p:tgtEl>
                                      </p:cBhvr>
                                    </p:animEffect>
                                    <p:anim calcmode="lin" valueType="num">
                                      <p:cBhvr>
                                        <p:cTn id="70" dur="2000" fill="hold"/>
                                        <p:tgtEl>
                                          <p:spTgt spid="60"/>
                                        </p:tgtEl>
                                        <p:attrNameLst>
                                          <p:attrName>ppt_w</p:attrName>
                                        </p:attrNameLst>
                                      </p:cBhvr>
                                      <p:tavLst>
                                        <p:tav tm="0" fmla="#ppt_w*sin(2.5*pi*$)">
                                          <p:val>
                                            <p:fltVal val="0"/>
                                          </p:val>
                                        </p:tav>
                                        <p:tav tm="100000">
                                          <p:val>
                                            <p:fltVal val="1"/>
                                          </p:val>
                                        </p:tav>
                                      </p:tavLst>
                                    </p:anim>
                                    <p:anim calcmode="lin" valueType="num">
                                      <p:cBhvr>
                                        <p:cTn id="71" dur="2000" fill="hold"/>
                                        <p:tgtEl>
                                          <p:spTgt spid="60"/>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100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2000"/>
                                        <p:tgtEl>
                                          <p:spTgt spid="64"/>
                                        </p:tgtEl>
                                      </p:cBhvr>
                                    </p:animEffect>
                                    <p:anim calcmode="lin" valueType="num">
                                      <p:cBhvr>
                                        <p:cTn id="75" dur="2000" fill="hold"/>
                                        <p:tgtEl>
                                          <p:spTgt spid="64"/>
                                        </p:tgtEl>
                                        <p:attrNameLst>
                                          <p:attrName>ppt_w</p:attrName>
                                        </p:attrNameLst>
                                      </p:cBhvr>
                                      <p:tavLst>
                                        <p:tav tm="0" fmla="#ppt_w*sin(2.5*pi*$)">
                                          <p:val>
                                            <p:fltVal val="0"/>
                                          </p:val>
                                        </p:tav>
                                        <p:tav tm="100000">
                                          <p:val>
                                            <p:fltVal val="1"/>
                                          </p:val>
                                        </p:tav>
                                      </p:tavLst>
                                    </p:anim>
                                    <p:anim calcmode="lin" valueType="num">
                                      <p:cBhvr>
                                        <p:cTn id="76" dur="2000" fill="hold"/>
                                        <p:tgtEl>
                                          <p:spTgt spid="64"/>
                                        </p:tgtEl>
                                        <p:attrNameLst>
                                          <p:attrName>ppt_h</p:attrName>
                                        </p:attrNameLst>
                                      </p:cBhvr>
                                      <p:tavLst>
                                        <p:tav tm="0">
                                          <p:val>
                                            <p:strVal val="#ppt_h"/>
                                          </p:val>
                                        </p:tav>
                                        <p:tav tm="100000">
                                          <p:val>
                                            <p:strVal val="#ppt_h"/>
                                          </p:val>
                                        </p:tav>
                                      </p:tavLst>
                                    </p:anim>
                                  </p:childTnLst>
                                </p:cTn>
                              </p:par>
                              <p:par>
                                <p:cTn id="77" presetID="45" presetClass="entr" presetSubtype="0" fill="hold" grpId="0" nodeType="withEffect">
                                  <p:stCondLst>
                                    <p:cond delay="100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000"/>
                                        <p:tgtEl>
                                          <p:spTgt spid="65"/>
                                        </p:tgtEl>
                                      </p:cBhvr>
                                    </p:animEffect>
                                    <p:anim calcmode="lin" valueType="num">
                                      <p:cBhvr>
                                        <p:cTn id="80" dur="2000" fill="hold"/>
                                        <p:tgtEl>
                                          <p:spTgt spid="65"/>
                                        </p:tgtEl>
                                        <p:attrNameLst>
                                          <p:attrName>ppt_w</p:attrName>
                                        </p:attrNameLst>
                                      </p:cBhvr>
                                      <p:tavLst>
                                        <p:tav tm="0" fmla="#ppt_w*sin(2.5*pi*$)">
                                          <p:val>
                                            <p:fltVal val="0"/>
                                          </p:val>
                                        </p:tav>
                                        <p:tav tm="100000">
                                          <p:val>
                                            <p:fltVal val="1"/>
                                          </p:val>
                                        </p:tav>
                                      </p:tavLst>
                                    </p:anim>
                                    <p:anim calcmode="lin" valueType="num">
                                      <p:cBhvr>
                                        <p:cTn id="81" dur="2000" fill="hold"/>
                                        <p:tgtEl>
                                          <p:spTgt spid="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P spid="69" grpId="0" bldLvl="0" animBg="1"/>
      <p:bldP spid="70"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72464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软件项目的进度计划制定与团队组织</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 基本概念与工作流程</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进度计划的分析与求解</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软件项目开发团队的组织与建设</a:t>
            </a:r>
          </a:p>
        </p:txBody>
      </p:sp>
    </p:spTree>
    <p:extLst>
      <p:ext uri="{BB962C8B-B14F-4D97-AF65-F5344CB8AC3E}">
        <p14:creationId xmlns:p14="http://schemas.microsoft.com/office/powerpoint/2010/main" val="228294042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8218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 </a:t>
            </a:r>
            <a:r>
              <a:rPr lang="zh-CN" altLang="en-US" sz="2400" spc="300" dirty="0">
                <a:latin typeface="微软雅黑" panose="020B0503020204020204" pitchFamily="34" charset="-122"/>
                <a:ea typeface="微软雅黑" panose="020B0503020204020204" pitchFamily="34" charset="-122"/>
              </a:rPr>
              <a:t>基本概念与工作流程</a:t>
            </a:r>
          </a:p>
        </p:txBody>
      </p:sp>
      <p:sp>
        <p:nvSpPr>
          <p:cNvPr id="2" name="矩形 1">
            <a:extLst>
              <a:ext uri="{FF2B5EF4-FFF2-40B4-BE49-F238E27FC236}">
                <a16:creationId xmlns:a16="http://schemas.microsoft.com/office/drawing/2014/main" id="{1A343DEC-CFF6-41F5-B87C-0DFC08C67B76}"/>
              </a:ext>
            </a:extLst>
          </p:cNvPr>
          <p:cNvSpPr/>
          <p:nvPr/>
        </p:nvSpPr>
        <p:spPr>
          <a:xfrm>
            <a:off x="515257" y="1217570"/>
            <a:ext cx="7920338" cy="378994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 软件项目的进度计划</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为执行软件项目的各项活动（任务）和里程碑所制订的工作计划日程表；</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是项目组工作进度安排的出发点；</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是管理人员跟踪和监控项目进展状态是否异常的判断标准；</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是跟踪变更（进度、人力、设备）对项目影响的依据。</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进度计划安排有两种状况：</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工期已规定（如招标方、投资方），然后安排进度计划；</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根据自身已有的资源（人力、资金）来安排进度计划，确定工期。</a:t>
            </a:r>
          </a:p>
        </p:txBody>
      </p:sp>
      <p:pic>
        <p:nvPicPr>
          <p:cNvPr id="4" name="图片 3">
            <a:extLst>
              <a:ext uri="{FF2B5EF4-FFF2-40B4-BE49-F238E27FC236}">
                <a16:creationId xmlns:a16="http://schemas.microsoft.com/office/drawing/2014/main" id="{A57D16FB-CAEA-4DA6-BD9E-9E476731AEFA}"/>
              </a:ext>
            </a:extLst>
          </p:cNvPr>
          <p:cNvPicPr>
            <a:picLocks noChangeAspect="1"/>
          </p:cNvPicPr>
          <p:nvPr/>
        </p:nvPicPr>
        <p:blipFill>
          <a:blip r:embed="rId3"/>
          <a:stretch>
            <a:fillRect/>
          </a:stretch>
        </p:blipFill>
        <p:spPr>
          <a:xfrm>
            <a:off x="3559556" y="614978"/>
            <a:ext cx="5010941" cy="1152248"/>
          </a:xfrm>
          <a:prstGeom prst="rect">
            <a:avLst/>
          </a:prstGeom>
        </p:spPr>
      </p:pic>
    </p:spTree>
    <p:extLst>
      <p:ext uri="{BB962C8B-B14F-4D97-AF65-F5344CB8AC3E}">
        <p14:creationId xmlns:p14="http://schemas.microsoft.com/office/powerpoint/2010/main" val="319609212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8218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 </a:t>
            </a:r>
            <a:r>
              <a:rPr lang="zh-CN" altLang="en-US" sz="2400" spc="300" dirty="0">
                <a:latin typeface="微软雅黑" panose="020B0503020204020204" pitchFamily="34" charset="-122"/>
                <a:ea typeface="微软雅黑" panose="020B0503020204020204" pitchFamily="34" charset="-122"/>
              </a:rPr>
              <a:t>基本概念与工作流程</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420544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软件项目的进度计划制订的基础</a:t>
            </a: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项目工作（任务）分解结构（</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Work Breakdown Structure</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WBS</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）、计划网络图（</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ND</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WBS</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定义：由一系列软件项目活动所组成的层次结构。反映了不同活动之间的地位或重要性的不同以及相互依赖与制约关系</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活动：为完成项目的各个交付成果所必须进行的诸项具体工作。</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任务分解：以生命周期的阶段</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活动为准则，或以软件项目的目标或功能属性为准则</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目的：进行团队组织，并为工作进度计划制订和成本估算与控制打下基础</a:t>
            </a:r>
          </a:p>
        </p:txBody>
      </p:sp>
    </p:spTree>
    <p:extLst>
      <p:ext uri="{BB962C8B-B14F-4D97-AF65-F5344CB8AC3E}">
        <p14:creationId xmlns:p14="http://schemas.microsoft.com/office/powerpoint/2010/main" val="298100603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6.1.1 </a:t>
            </a:r>
            <a:r>
              <a:rPr lang="zh-CN" altLang="en-US" sz="2400" spc="300" dirty="0">
                <a:latin typeface="微软雅黑" panose="020B0503020204020204" pitchFamily="34" charset="-122"/>
                <a:ea typeface="微软雅黑" panose="020B0503020204020204" pitchFamily="34" charset="-122"/>
              </a:rPr>
              <a:t>项目工作（任务）分解结构</a:t>
            </a:r>
          </a:p>
        </p:txBody>
      </p:sp>
      <p:graphicFrame>
        <p:nvGraphicFramePr>
          <p:cNvPr id="4" name="图示 3">
            <a:extLst>
              <a:ext uri="{FF2B5EF4-FFF2-40B4-BE49-F238E27FC236}">
                <a16:creationId xmlns:a16="http://schemas.microsoft.com/office/drawing/2014/main" id="{75BEE8D1-6050-4F23-8D86-03DBE20D82FD}"/>
              </a:ext>
            </a:extLst>
          </p:cNvPr>
          <p:cNvGraphicFramePr/>
          <p:nvPr/>
        </p:nvGraphicFramePr>
        <p:xfrm>
          <a:off x="237881" y="790209"/>
          <a:ext cx="8516938" cy="3790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Box 46">
            <a:extLst>
              <a:ext uri="{FF2B5EF4-FFF2-40B4-BE49-F238E27FC236}">
                <a16:creationId xmlns:a16="http://schemas.microsoft.com/office/drawing/2014/main" id="{38EDB5C5-B7CB-4764-8028-1569D3219902}"/>
              </a:ext>
            </a:extLst>
          </p:cNvPr>
          <p:cNvSpPr txBox="1">
            <a:spLocks noChangeArrowheads="1"/>
          </p:cNvSpPr>
          <p:nvPr/>
        </p:nvSpPr>
        <p:spPr bwMode="auto">
          <a:xfrm>
            <a:off x="2943225" y="4169934"/>
            <a:ext cx="32575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11303"/>
                </a:solidFill>
                <a:latin typeface="Times New Roman" panose="02020603050405020304" pitchFamily="18" charset="0"/>
                <a:cs typeface="Times New Roman" panose="02020603050405020304" pitchFamily="18" charset="0"/>
              </a:rPr>
              <a:t>图 </a:t>
            </a:r>
            <a:r>
              <a:rPr lang="en-US" altLang="zh-CN" sz="1800" b="1" dirty="0">
                <a:solidFill>
                  <a:srgbClr val="011303"/>
                </a:solidFill>
                <a:latin typeface="Times New Roman" panose="02020603050405020304" pitchFamily="18" charset="0"/>
                <a:cs typeface="Times New Roman" panose="02020603050405020304" pitchFamily="18" charset="0"/>
              </a:rPr>
              <a:t>6.2     </a:t>
            </a:r>
            <a:r>
              <a:rPr lang="zh-CN" altLang="en-US" sz="1800" b="1" dirty="0">
                <a:solidFill>
                  <a:srgbClr val="011303"/>
                </a:solidFill>
                <a:latin typeface="Times New Roman" panose="02020603050405020304" pitchFamily="18" charset="0"/>
                <a:cs typeface="Times New Roman" panose="02020603050405020304" pitchFamily="18" charset="0"/>
              </a:rPr>
              <a:t>按阶段分解的</a:t>
            </a:r>
            <a:r>
              <a:rPr lang="en-US" altLang="zh-CN" sz="1800" b="1" dirty="0">
                <a:solidFill>
                  <a:srgbClr val="011303"/>
                </a:solidFill>
                <a:latin typeface="Times New Roman" panose="02020603050405020304" pitchFamily="18" charset="0"/>
                <a:cs typeface="Times New Roman" panose="02020603050405020304" pitchFamily="18" charset="0"/>
              </a:rPr>
              <a:t>WBS</a:t>
            </a:r>
            <a:r>
              <a:rPr lang="zh-CN" altLang="en-US" sz="1800" b="1" dirty="0">
                <a:solidFill>
                  <a:srgbClr val="011303"/>
                </a:solidFill>
                <a:latin typeface="Times New Roman" panose="02020603050405020304" pitchFamily="18" charset="0"/>
                <a:cs typeface="Times New Roman" panose="02020603050405020304" pitchFamily="18" charset="0"/>
              </a:rPr>
              <a:t>图</a:t>
            </a:r>
          </a:p>
        </p:txBody>
      </p:sp>
    </p:spTree>
    <p:extLst>
      <p:ext uri="{BB962C8B-B14F-4D97-AF65-F5344CB8AC3E}">
        <p14:creationId xmlns:p14="http://schemas.microsoft.com/office/powerpoint/2010/main" val="4083904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6.1.1 </a:t>
            </a:r>
            <a:r>
              <a:rPr lang="zh-CN" altLang="en-US" sz="2400" spc="300" dirty="0">
                <a:latin typeface="微软雅黑" panose="020B0503020204020204" pitchFamily="34" charset="-122"/>
                <a:ea typeface="微软雅黑" panose="020B0503020204020204" pitchFamily="34" charset="-122"/>
              </a:rPr>
              <a:t>项目工作（任务）分解结构</a:t>
            </a:r>
          </a:p>
        </p:txBody>
      </p:sp>
      <p:graphicFrame>
        <p:nvGraphicFramePr>
          <p:cNvPr id="4" name="图示 3">
            <a:extLst>
              <a:ext uri="{FF2B5EF4-FFF2-40B4-BE49-F238E27FC236}">
                <a16:creationId xmlns:a16="http://schemas.microsoft.com/office/drawing/2014/main" id="{34FFF4FC-E3DD-4244-8B72-36F3B2C3B613}"/>
              </a:ext>
            </a:extLst>
          </p:cNvPr>
          <p:cNvGraphicFramePr/>
          <p:nvPr/>
        </p:nvGraphicFramePr>
        <p:xfrm>
          <a:off x="313338" y="768856"/>
          <a:ext cx="8516938" cy="3722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Box 42">
            <a:extLst>
              <a:ext uri="{FF2B5EF4-FFF2-40B4-BE49-F238E27FC236}">
                <a16:creationId xmlns:a16="http://schemas.microsoft.com/office/drawing/2014/main" id="{EB589BA6-226D-46CA-BCC1-2A014808AED3}"/>
              </a:ext>
            </a:extLst>
          </p:cNvPr>
          <p:cNvSpPr txBox="1">
            <a:spLocks noChangeArrowheads="1"/>
          </p:cNvSpPr>
          <p:nvPr/>
        </p:nvSpPr>
        <p:spPr bwMode="auto">
          <a:xfrm>
            <a:off x="2367563" y="4081944"/>
            <a:ext cx="4408487"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11303"/>
                </a:solidFill>
              </a:rPr>
              <a:t>图 </a:t>
            </a:r>
            <a:r>
              <a:rPr lang="en-US" altLang="zh-CN" sz="1800" b="1" dirty="0">
                <a:solidFill>
                  <a:srgbClr val="011303"/>
                </a:solidFill>
              </a:rPr>
              <a:t>6.3     </a:t>
            </a:r>
            <a:r>
              <a:rPr lang="zh-CN" altLang="en-US" sz="1800" b="1" dirty="0">
                <a:solidFill>
                  <a:srgbClr val="011303"/>
                </a:solidFill>
              </a:rPr>
              <a:t>按目标或功能属性分解的</a:t>
            </a:r>
            <a:r>
              <a:rPr lang="en-US" altLang="zh-CN" sz="1800" b="1" dirty="0">
                <a:solidFill>
                  <a:srgbClr val="011303"/>
                </a:solidFill>
              </a:rPr>
              <a:t>WBS</a:t>
            </a:r>
            <a:r>
              <a:rPr lang="zh-CN" altLang="en-US" sz="1800" b="1" dirty="0">
                <a:solidFill>
                  <a:srgbClr val="011303"/>
                </a:solidFill>
              </a:rPr>
              <a:t>图</a:t>
            </a:r>
          </a:p>
        </p:txBody>
      </p:sp>
    </p:spTree>
    <p:extLst>
      <p:ext uri="{BB962C8B-B14F-4D97-AF65-F5344CB8AC3E}">
        <p14:creationId xmlns:p14="http://schemas.microsoft.com/office/powerpoint/2010/main" val="35782401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a:extLst>
              <a:ext uri="{FF2B5EF4-FFF2-40B4-BE49-F238E27FC236}">
                <a16:creationId xmlns:a16="http://schemas.microsoft.com/office/drawing/2014/main" id="{95EE75A4-F27B-4E91-9EA2-D7E2FB6B3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282990" y="94273"/>
            <a:ext cx="6578020" cy="4954954"/>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27514361"/>
      </p:ext>
    </p:extLst>
  </p:cSld>
  <p:clrMapOvr>
    <a:masterClrMapping/>
  </p:clrMapOvr>
  <p:transition spd="slow" advTm="0">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663675"/>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计划网络图（</a:t>
            </a:r>
            <a:r>
              <a:rPr lang="en-US" altLang="zh-CN" sz="1700" dirty="0">
                <a:solidFill>
                  <a:srgbClr val="000000"/>
                </a:solidFill>
                <a:latin typeface="华文楷体" panose="02010600040101010101" pitchFamily="2" charset="-122"/>
                <a:ea typeface="华文楷体" panose="02010600040101010101" pitchFamily="2" charset="-122"/>
              </a:rPr>
              <a:t>Network Diagramming</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反映软件项目各活动执行的内在逻辑关系的赋权有向图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任何两项活动</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与</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之间存在四种逻辑顺序关系：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紧前关系、紧后关系、先行关系、后行关系</a:t>
            </a:r>
          </a:p>
        </p:txBody>
      </p:sp>
      <p:grpSp>
        <p:nvGrpSpPr>
          <p:cNvPr id="7" name="Group 32">
            <a:extLst>
              <a:ext uri="{FF2B5EF4-FFF2-40B4-BE49-F238E27FC236}">
                <a16:creationId xmlns:a16="http://schemas.microsoft.com/office/drawing/2014/main" id="{1EECF2DF-5921-4ECD-9067-D5599C8F00B7}"/>
              </a:ext>
            </a:extLst>
          </p:cNvPr>
          <p:cNvGrpSpPr>
            <a:grpSpLocks/>
          </p:cNvGrpSpPr>
          <p:nvPr/>
        </p:nvGrpSpPr>
        <p:grpSpPr bwMode="auto">
          <a:xfrm>
            <a:off x="726281" y="2308473"/>
            <a:ext cx="7691437" cy="2716213"/>
            <a:chOff x="295" y="2296"/>
            <a:chExt cx="4845" cy="1711"/>
          </a:xfrm>
        </p:grpSpPr>
        <p:grpSp>
          <p:nvGrpSpPr>
            <p:cNvPr id="8" name="Group 31">
              <a:extLst>
                <a:ext uri="{FF2B5EF4-FFF2-40B4-BE49-F238E27FC236}">
                  <a16:creationId xmlns:a16="http://schemas.microsoft.com/office/drawing/2014/main" id="{0051B1D5-B111-446D-AD1B-9339A3D0D5AE}"/>
                </a:ext>
              </a:extLst>
            </p:cNvPr>
            <p:cNvGrpSpPr>
              <a:grpSpLocks/>
            </p:cNvGrpSpPr>
            <p:nvPr/>
          </p:nvGrpSpPr>
          <p:grpSpPr bwMode="auto">
            <a:xfrm>
              <a:off x="295" y="2296"/>
              <a:ext cx="4845" cy="1093"/>
              <a:chOff x="295" y="2296"/>
              <a:chExt cx="4845" cy="1093"/>
            </a:xfrm>
          </p:grpSpPr>
          <p:grpSp>
            <p:nvGrpSpPr>
              <p:cNvPr id="10" name="Group 30">
                <a:extLst>
                  <a:ext uri="{FF2B5EF4-FFF2-40B4-BE49-F238E27FC236}">
                    <a16:creationId xmlns:a16="http://schemas.microsoft.com/office/drawing/2014/main" id="{A669BEB8-8730-4744-811F-6490F9E88FCE}"/>
                  </a:ext>
                </a:extLst>
              </p:cNvPr>
              <p:cNvGrpSpPr>
                <a:grpSpLocks/>
              </p:cNvGrpSpPr>
              <p:nvPr/>
            </p:nvGrpSpPr>
            <p:grpSpPr bwMode="auto">
              <a:xfrm>
                <a:off x="295" y="2296"/>
                <a:ext cx="4845" cy="770"/>
                <a:chOff x="295" y="1979"/>
                <a:chExt cx="4845" cy="770"/>
              </a:xfrm>
            </p:grpSpPr>
            <p:sp>
              <p:nvSpPr>
                <p:cNvPr id="12" name="Line 9">
                  <a:extLst>
                    <a:ext uri="{FF2B5EF4-FFF2-40B4-BE49-F238E27FC236}">
                      <a16:creationId xmlns:a16="http://schemas.microsoft.com/office/drawing/2014/main" id="{9FDB9542-A5FD-49B1-BF05-DEE399331DA0}"/>
                    </a:ext>
                  </a:extLst>
                </p:cNvPr>
                <p:cNvSpPr>
                  <a:spLocks noChangeShapeType="1"/>
                </p:cNvSpPr>
                <p:nvPr/>
              </p:nvSpPr>
              <p:spPr bwMode="auto">
                <a:xfrm>
                  <a:off x="605" y="2341"/>
                  <a:ext cx="36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0">
                  <a:extLst>
                    <a:ext uri="{FF2B5EF4-FFF2-40B4-BE49-F238E27FC236}">
                      <a16:creationId xmlns:a16="http://schemas.microsoft.com/office/drawing/2014/main" id="{2E661129-9E05-41DF-90DE-064BEA14FF8A}"/>
                    </a:ext>
                  </a:extLst>
                </p:cNvPr>
                <p:cNvSpPr>
                  <a:spLocks noChangeShapeType="1"/>
                </p:cNvSpPr>
                <p:nvPr/>
              </p:nvSpPr>
              <p:spPr bwMode="auto">
                <a:xfrm>
                  <a:off x="1277" y="2341"/>
                  <a:ext cx="311"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Oval 16">
                  <a:extLst>
                    <a:ext uri="{FF2B5EF4-FFF2-40B4-BE49-F238E27FC236}">
                      <a16:creationId xmlns:a16="http://schemas.microsoft.com/office/drawing/2014/main" id="{95E0158E-3086-4D8F-AF8A-7B10F91F4EC8}"/>
                    </a:ext>
                  </a:extLst>
                </p:cNvPr>
                <p:cNvSpPr>
                  <a:spLocks noChangeArrowheads="1"/>
                </p:cNvSpPr>
                <p:nvPr/>
              </p:nvSpPr>
              <p:spPr bwMode="auto">
                <a:xfrm>
                  <a:off x="2917" y="2250"/>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1</a:t>
                  </a:r>
                </a:p>
              </p:txBody>
            </p:sp>
            <p:sp>
              <p:nvSpPr>
                <p:cNvPr id="15" name="Oval 17">
                  <a:extLst>
                    <a:ext uri="{FF2B5EF4-FFF2-40B4-BE49-F238E27FC236}">
                      <a16:creationId xmlns:a16="http://schemas.microsoft.com/office/drawing/2014/main" id="{E9796388-8900-442B-B332-34B012755CF0}"/>
                    </a:ext>
                  </a:extLst>
                </p:cNvPr>
                <p:cNvSpPr>
                  <a:spLocks noChangeArrowheads="1"/>
                </p:cNvSpPr>
                <p:nvPr/>
              </p:nvSpPr>
              <p:spPr bwMode="auto">
                <a:xfrm>
                  <a:off x="3589" y="2250"/>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2</a:t>
                  </a:r>
                </a:p>
              </p:txBody>
            </p:sp>
            <p:sp>
              <p:nvSpPr>
                <p:cNvPr id="16" name="Oval 18">
                  <a:extLst>
                    <a:ext uri="{FF2B5EF4-FFF2-40B4-BE49-F238E27FC236}">
                      <a16:creationId xmlns:a16="http://schemas.microsoft.com/office/drawing/2014/main" id="{7DB0BD8C-FB39-4D83-8AA8-C42C93C28F9D}"/>
                    </a:ext>
                  </a:extLst>
                </p:cNvPr>
                <p:cNvSpPr>
                  <a:spLocks noChangeArrowheads="1"/>
                </p:cNvSpPr>
                <p:nvPr/>
              </p:nvSpPr>
              <p:spPr bwMode="auto">
                <a:xfrm>
                  <a:off x="4209" y="2250"/>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3</a:t>
                  </a:r>
                </a:p>
              </p:txBody>
            </p:sp>
            <p:sp>
              <p:nvSpPr>
                <p:cNvPr id="17" name="Oval 19">
                  <a:extLst>
                    <a:ext uri="{FF2B5EF4-FFF2-40B4-BE49-F238E27FC236}">
                      <a16:creationId xmlns:a16="http://schemas.microsoft.com/office/drawing/2014/main" id="{102D99F3-6AB9-4255-A64B-7A52716C4BD7}"/>
                    </a:ext>
                  </a:extLst>
                </p:cNvPr>
                <p:cNvSpPr>
                  <a:spLocks noChangeArrowheads="1"/>
                </p:cNvSpPr>
                <p:nvPr/>
              </p:nvSpPr>
              <p:spPr bwMode="auto">
                <a:xfrm>
                  <a:off x="4830" y="2024"/>
                  <a:ext cx="310" cy="271"/>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4</a:t>
                  </a:r>
                </a:p>
              </p:txBody>
            </p:sp>
            <p:sp>
              <p:nvSpPr>
                <p:cNvPr id="18" name="Oval 20">
                  <a:extLst>
                    <a:ext uri="{FF2B5EF4-FFF2-40B4-BE49-F238E27FC236}">
                      <a16:creationId xmlns:a16="http://schemas.microsoft.com/office/drawing/2014/main" id="{04E86B24-7F7C-4533-8D57-42EB24A1363C}"/>
                    </a:ext>
                  </a:extLst>
                </p:cNvPr>
                <p:cNvSpPr>
                  <a:spLocks noChangeArrowheads="1"/>
                </p:cNvSpPr>
                <p:nvPr/>
              </p:nvSpPr>
              <p:spPr bwMode="auto">
                <a:xfrm>
                  <a:off x="4830" y="2477"/>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5</a:t>
                  </a:r>
                </a:p>
              </p:txBody>
            </p:sp>
            <p:sp>
              <p:nvSpPr>
                <p:cNvPr id="19" name="Line 21">
                  <a:extLst>
                    <a:ext uri="{FF2B5EF4-FFF2-40B4-BE49-F238E27FC236}">
                      <a16:creationId xmlns:a16="http://schemas.microsoft.com/office/drawing/2014/main" id="{6D00C371-6E2E-4FF6-A63A-CDAD2EE17608}"/>
                    </a:ext>
                  </a:extLst>
                </p:cNvPr>
                <p:cNvSpPr>
                  <a:spLocks noChangeShapeType="1"/>
                </p:cNvSpPr>
                <p:nvPr/>
              </p:nvSpPr>
              <p:spPr bwMode="auto">
                <a:xfrm>
                  <a:off x="3227" y="2386"/>
                  <a:ext cx="36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2">
                  <a:extLst>
                    <a:ext uri="{FF2B5EF4-FFF2-40B4-BE49-F238E27FC236}">
                      <a16:creationId xmlns:a16="http://schemas.microsoft.com/office/drawing/2014/main" id="{C8C1648F-E11B-46CB-832F-7BAFE4B0B509}"/>
                    </a:ext>
                  </a:extLst>
                </p:cNvPr>
                <p:cNvSpPr>
                  <a:spLocks noChangeShapeType="1"/>
                </p:cNvSpPr>
                <p:nvPr/>
              </p:nvSpPr>
              <p:spPr bwMode="auto">
                <a:xfrm>
                  <a:off x="3899" y="2386"/>
                  <a:ext cx="311"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3">
                  <a:extLst>
                    <a:ext uri="{FF2B5EF4-FFF2-40B4-BE49-F238E27FC236}">
                      <a16:creationId xmlns:a16="http://schemas.microsoft.com/office/drawing/2014/main" id="{23395533-1FED-4F14-8E50-B404491CDF86}"/>
                    </a:ext>
                  </a:extLst>
                </p:cNvPr>
                <p:cNvSpPr>
                  <a:spLocks noChangeShapeType="1"/>
                </p:cNvSpPr>
                <p:nvPr/>
              </p:nvSpPr>
              <p:spPr bwMode="auto">
                <a:xfrm>
                  <a:off x="4519" y="2432"/>
                  <a:ext cx="311" cy="13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4">
                  <a:extLst>
                    <a:ext uri="{FF2B5EF4-FFF2-40B4-BE49-F238E27FC236}">
                      <a16:creationId xmlns:a16="http://schemas.microsoft.com/office/drawing/2014/main" id="{0B67A14D-BF62-41B0-A6B4-1328A8EC7B5A}"/>
                    </a:ext>
                  </a:extLst>
                </p:cNvPr>
                <p:cNvSpPr>
                  <a:spLocks noChangeShapeType="1"/>
                </p:cNvSpPr>
                <p:nvPr/>
              </p:nvSpPr>
              <p:spPr bwMode="auto">
                <a:xfrm flipV="1">
                  <a:off x="4519" y="2160"/>
                  <a:ext cx="311" cy="181"/>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Text Box 25">
                  <a:extLst>
                    <a:ext uri="{FF2B5EF4-FFF2-40B4-BE49-F238E27FC236}">
                      <a16:creationId xmlns:a16="http://schemas.microsoft.com/office/drawing/2014/main" id="{74C6EB40-AFE9-41D9-819F-77F6BF71A194}"/>
                    </a:ext>
                  </a:extLst>
                </p:cNvPr>
                <p:cNvSpPr txBox="1">
                  <a:spLocks noChangeArrowheads="1"/>
                </p:cNvSpPr>
                <p:nvPr/>
              </p:nvSpPr>
              <p:spPr bwMode="auto">
                <a:xfrm>
                  <a:off x="3279" y="2160"/>
                  <a:ext cx="21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A</a:t>
                  </a:r>
                </a:p>
              </p:txBody>
            </p:sp>
            <p:sp>
              <p:nvSpPr>
                <p:cNvPr id="24" name="Text Box 26">
                  <a:extLst>
                    <a:ext uri="{FF2B5EF4-FFF2-40B4-BE49-F238E27FC236}">
                      <a16:creationId xmlns:a16="http://schemas.microsoft.com/office/drawing/2014/main" id="{732348B6-D3FB-4587-AAEA-4CBFF2612518}"/>
                    </a:ext>
                  </a:extLst>
                </p:cNvPr>
                <p:cNvSpPr txBox="1">
                  <a:spLocks noChangeArrowheads="1"/>
                </p:cNvSpPr>
                <p:nvPr/>
              </p:nvSpPr>
              <p:spPr bwMode="auto">
                <a:xfrm>
                  <a:off x="4558" y="2024"/>
                  <a:ext cx="21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B</a:t>
                  </a:r>
                </a:p>
              </p:txBody>
            </p:sp>
            <p:sp>
              <p:nvSpPr>
                <p:cNvPr id="25" name="Oval 4">
                  <a:extLst>
                    <a:ext uri="{FF2B5EF4-FFF2-40B4-BE49-F238E27FC236}">
                      <a16:creationId xmlns:a16="http://schemas.microsoft.com/office/drawing/2014/main" id="{E729E159-8C2F-4ECD-86E3-0F1107DB6468}"/>
                    </a:ext>
                  </a:extLst>
                </p:cNvPr>
                <p:cNvSpPr>
                  <a:spLocks noChangeArrowheads="1"/>
                </p:cNvSpPr>
                <p:nvPr/>
              </p:nvSpPr>
              <p:spPr bwMode="auto">
                <a:xfrm>
                  <a:off x="295" y="2205"/>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1</a:t>
                  </a:r>
                </a:p>
              </p:txBody>
            </p:sp>
            <p:sp>
              <p:nvSpPr>
                <p:cNvPr id="26" name="Oval 5">
                  <a:extLst>
                    <a:ext uri="{FF2B5EF4-FFF2-40B4-BE49-F238E27FC236}">
                      <a16:creationId xmlns:a16="http://schemas.microsoft.com/office/drawing/2014/main" id="{A239D7A1-1B8E-4797-8BB8-15D3F4EED064}"/>
                    </a:ext>
                  </a:extLst>
                </p:cNvPr>
                <p:cNvSpPr>
                  <a:spLocks noChangeArrowheads="1"/>
                </p:cNvSpPr>
                <p:nvPr/>
              </p:nvSpPr>
              <p:spPr bwMode="auto">
                <a:xfrm>
                  <a:off x="967" y="2205"/>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2</a:t>
                  </a:r>
                </a:p>
              </p:txBody>
            </p:sp>
            <p:sp>
              <p:nvSpPr>
                <p:cNvPr id="27" name="Oval 6">
                  <a:extLst>
                    <a:ext uri="{FF2B5EF4-FFF2-40B4-BE49-F238E27FC236}">
                      <a16:creationId xmlns:a16="http://schemas.microsoft.com/office/drawing/2014/main" id="{1C88DFD6-9A7A-4800-BB6D-6AE0886535F7}"/>
                    </a:ext>
                  </a:extLst>
                </p:cNvPr>
                <p:cNvSpPr>
                  <a:spLocks noChangeArrowheads="1"/>
                </p:cNvSpPr>
                <p:nvPr/>
              </p:nvSpPr>
              <p:spPr bwMode="auto">
                <a:xfrm>
                  <a:off x="1587" y="2205"/>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3</a:t>
                  </a:r>
                </a:p>
              </p:txBody>
            </p:sp>
            <p:sp>
              <p:nvSpPr>
                <p:cNvPr id="28" name="Oval 7">
                  <a:extLst>
                    <a:ext uri="{FF2B5EF4-FFF2-40B4-BE49-F238E27FC236}">
                      <a16:creationId xmlns:a16="http://schemas.microsoft.com/office/drawing/2014/main" id="{FA9F28EB-0F62-41EE-9F6C-DC75A198186E}"/>
                    </a:ext>
                  </a:extLst>
                </p:cNvPr>
                <p:cNvSpPr>
                  <a:spLocks noChangeArrowheads="1"/>
                </p:cNvSpPr>
                <p:nvPr/>
              </p:nvSpPr>
              <p:spPr bwMode="auto">
                <a:xfrm>
                  <a:off x="2208" y="1979"/>
                  <a:ext cx="310" cy="271"/>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4</a:t>
                  </a:r>
                </a:p>
              </p:txBody>
            </p:sp>
            <p:sp>
              <p:nvSpPr>
                <p:cNvPr id="29" name="Oval 8">
                  <a:extLst>
                    <a:ext uri="{FF2B5EF4-FFF2-40B4-BE49-F238E27FC236}">
                      <a16:creationId xmlns:a16="http://schemas.microsoft.com/office/drawing/2014/main" id="{99649CAA-FF6E-40C4-B402-54586CA912FA}"/>
                    </a:ext>
                  </a:extLst>
                </p:cNvPr>
                <p:cNvSpPr>
                  <a:spLocks noChangeArrowheads="1"/>
                </p:cNvSpPr>
                <p:nvPr/>
              </p:nvSpPr>
              <p:spPr bwMode="auto">
                <a:xfrm>
                  <a:off x="2208" y="2432"/>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5</a:t>
                  </a:r>
                </a:p>
              </p:txBody>
            </p:sp>
            <p:sp>
              <p:nvSpPr>
                <p:cNvPr id="30" name="Line 11">
                  <a:extLst>
                    <a:ext uri="{FF2B5EF4-FFF2-40B4-BE49-F238E27FC236}">
                      <a16:creationId xmlns:a16="http://schemas.microsoft.com/office/drawing/2014/main" id="{30F24C68-05E3-4CF3-BD30-435CE5AA9564}"/>
                    </a:ext>
                  </a:extLst>
                </p:cNvPr>
                <p:cNvSpPr>
                  <a:spLocks noChangeShapeType="1"/>
                </p:cNvSpPr>
                <p:nvPr/>
              </p:nvSpPr>
              <p:spPr bwMode="auto">
                <a:xfrm>
                  <a:off x="1897" y="2387"/>
                  <a:ext cx="311" cy="13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12">
                  <a:extLst>
                    <a:ext uri="{FF2B5EF4-FFF2-40B4-BE49-F238E27FC236}">
                      <a16:creationId xmlns:a16="http://schemas.microsoft.com/office/drawing/2014/main" id="{676A902F-ADD3-4127-94B5-77AF0B9BEC6E}"/>
                    </a:ext>
                  </a:extLst>
                </p:cNvPr>
                <p:cNvSpPr>
                  <a:spLocks noChangeShapeType="1"/>
                </p:cNvSpPr>
                <p:nvPr/>
              </p:nvSpPr>
              <p:spPr bwMode="auto">
                <a:xfrm flipV="1">
                  <a:off x="1897" y="2115"/>
                  <a:ext cx="311" cy="181"/>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13">
                  <a:extLst>
                    <a:ext uri="{FF2B5EF4-FFF2-40B4-BE49-F238E27FC236}">
                      <a16:creationId xmlns:a16="http://schemas.microsoft.com/office/drawing/2014/main" id="{2F9D57A2-5E9B-478B-9AA4-B7095121E011}"/>
                    </a:ext>
                  </a:extLst>
                </p:cNvPr>
                <p:cNvSpPr txBox="1">
                  <a:spLocks noChangeArrowheads="1"/>
                </p:cNvSpPr>
                <p:nvPr/>
              </p:nvSpPr>
              <p:spPr bwMode="auto">
                <a:xfrm>
                  <a:off x="657" y="2115"/>
                  <a:ext cx="21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A</a:t>
                  </a:r>
                </a:p>
              </p:txBody>
            </p:sp>
            <p:sp>
              <p:nvSpPr>
                <p:cNvPr id="36" name="Text Box 14">
                  <a:extLst>
                    <a:ext uri="{FF2B5EF4-FFF2-40B4-BE49-F238E27FC236}">
                      <a16:creationId xmlns:a16="http://schemas.microsoft.com/office/drawing/2014/main" id="{97E7DAEB-2B6C-4CEE-B784-BC5531E1B8D7}"/>
                    </a:ext>
                  </a:extLst>
                </p:cNvPr>
                <p:cNvSpPr txBox="1">
                  <a:spLocks noChangeArrowheads="1"/>
                </p:cNvSpPr>
                <p:nvPr/>
              </p:nvSpPr>
              <p:spPr bwMode="auto">
                <a:xfrm>
                  <a:off x="1326" y="2115"/>
                  <a:ext cx="21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rPr>
                    <a:t>B</a:t>
                  </a:r>
                </a:p>
              </p:txBody>
            </p:sp>
          </p:grpSp>
          <p:sp>
            <p:nvSpPr>
              <p:cNvPr id="11" name="Text Box 27">
                <a:extLst>
                  <a:ext uri="{FF2B5EF4-FFF2-40B4-BE49-F238E27FC236}">
                    <a16:creationId xmlns:a16="http://schemas.microsoft.com/office/drawing/2014/main" id="{69A79885-98FE-4FCE-B479-9CEB74209E9A}"/>
                  </a:ext>
                </a:extLst>
              </p:cNvPr>
              <p:cNvSpPr txBox="1">
                <a:spLocks noChangeArrowheads="1"/>
              </p:cNvSpPr>
              <p:nvPr/>
            </p:nvSpPr>
            <p:spPr bwMode="auto">
              <a:xfrm>
                <a:off x="1701" y="3158"/>
                <a:ext cx="2151"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11303"/>
                    </a:solidFill>
                  </a:rPr>
                  <a:t>图 </a:t>
                </a:r>
                <a:r>
                  <a:rPr lang="en-US" altLang="zh-CN" sz="1800" b="1" dirty="0">
                    <a:solidFill>
                      <a:srgbClr val="011303"/>
                    </a:solidFill>
                  </a:rPr>
                  <a:t>6.4     </a:t>
                </a:r>
                <a:r>
                  <a:rPr lang="zh-CN" altLang="en-US" sz="1800" b="1" dirty="0">
                    <a:solidFill>
                      <a:srgbClr val="011303"/>
                    </a:solidFill>
                  </a:rPr>
                  <a:t>活动间的逻辑顺序关系</a:t>
                </a:r>
              </a:p>
            </p:txBody>
          </p:sp>
        </p:grpSp>
        <p:sp>
          <p:nvSpPr>
            <p:cNvPr id="9" name="Text Box 28">
              <a:extLst>
                <a:ext uri="{FF2B5EF4-FFF2-40B4-BE49-F238E27FC236}">
                  <a16:creationId xmlns:a16="http://schemas.microsoft.com/office/drawing/2014/main" id="{3285768A-E62E-49F8-BE0C-73B83FDAAFDF}"/>
                </a:ext>
              </a:extLst>
            </p:cNvPr>
            <p:cNvSpPr txBox="1">
              <a:spLocks noChangeArrowheads="1"/>
            </p:cNvSpPr>
            <p:nvPr/>
          </p:nvSpPr>
          <p:spPr bwMode="auto">
            <a:xfrm>
              <a:off x="431" y="3430"/>
              <a:ext cx="3128" cy="57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00000"/>
                  </a:solidFill>
                  <a:latin typeface="楷体_GB2312" pitchFamily="49" charset="-122"/>
                  <a:ea typeface="楷体_GB2312" pitchFamily="49" charset="-122"/>
                </a:rPr>
                <a:t>注：</a:t>
              </a:r>
            </a:p>
            <a:p>
              <a:pPr lvl="1">
                <a:buFont typeface="Wingdings" panose="05000000000000000000" pitchFamily="2" charset="2"/>
                <a:buChar char="Ø"/>
              </a:pPr>
              <a:r>
                <a:rPr lang="zh-CN" altLang="en-US" sz="1800" b="1" dirty="0">
                  <a:solidFill>
                    <a:srgbClr val="03610E"/>
                  </a:solidFill>
                  <a:latin typeface="楷体_GB2312" pitchFamily="49" charset="-122"/>
                  <a:ea typeface="楷体_GB2312" pitchFamily="49" charset="-122"/>
                </a:rPr>
                <a:t>箭线（有向弧）表示活动</a:t>
              </a:r>
            </a:p>
            <a:p>
              <a:pPr lvl="1">
                <a:buFont typeface="Wingdings" panose="05000000000000000000" pitchFamily="2" charset="2"/>
                <a:buChar char="Ø"/>
              </a:pPr>
              <a:r>
                <a:rPr lang="zh-CN" altLang="en-US" sz="1800" b="1" dirty="0">
                  <a:solidFill>
                    <a:srgbClr val="03610E"/>
                  </a:solidFill>
                  <a:latin typeface="楷体_GB2312" pitchFamily="49" charset="-122"/>
                  <a:ea typeface="楷体_GB2312" pitchFamily="49" charset="-122"/>
                </a:rPr>
                <a:t>结点表示事项（活动的开始或结束事项）</a:t>
              </a:r>
            </a:p>
          </p:txBody>
        </p:sp>
      </p:grpSp>
    </p:spTree>
    <p:extLst>
      <p:ext uri="{BB962C8B-B14F-4D97-AF65-F5344CB8AC3E}">
        <p14:creationId xmlns:p14="http://schemas.microsoft.com/office/powerpoint/2010/main" val="118043631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逻辑顺序关系通常由四种原因所造成：</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刚性逻辑顺序</a:t>
            </a:r>
            <a:r>
              <a:rPr lang="zh-CN" altLang="en-US" sz="1700" dirty="0">
                <a:solidFill>
                  <a:srgbClr val="000000"/>
                </a:solidFill>
                <a:latin typeface="华文楷体" panose="02010600040101010101" pitchFamily="2" charset="-122"/>
                <a:ea typeface="华文楷体" panose="02010600040101010101" pitchFamily="2" charset="-122"/>
              </a:rPr>
              <a:t>关系</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两活动的逻辑顺序关系是由客观规律和内部物质条件的限制所造成的，是人们无法违背的事实。</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如：需求分析活动必须在设计活动前完成</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软逻辑顺序</a:t>
            </a:r>
            <a:r>
              <a:rPr lang="zh-CN" altLang="en-US" sz="1700" dirty="0">
                <a:solidFill>
                  <a:srgbClr val="000000"/>
                </a:solidFill>
                <a:latin typeface="华文楷体" panose="02010600040101010101" pitchFamily="2" charset="-122"/>
                <a:ea typeface="华文楷体" panose="02010600040101010101" pitchFamily="2" charset="-122"/>
              </a:rPr>
              <a:t>关系</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两活动的逻辑顺序关系带有一定的机动性，可由人的主观意志来决定。</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如：设备管理活动和人力资源管理活动</a:t>
            </a:r>
          </a:p>
        </p:txBody>
      </p:sp>
    </p:spTree>
    <p:extLst>
      <p:ext uri="{BB962C8B-B14F-4D97-AF65-F5344CB8AC3E}">
        <p14:creationId xmlns:p14="http://schemas.microsoft.com/office/powerpoint/2010/main" val="182705151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逻辑顺序关系通常由四种原因所造成：</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外部</a:t>
            </a:r>
            <a:r>
              <a:rPr lang="zh-CN" altLang="en-US" sz="1700" dirty="0">
                <a:solidFill>
                  <a:srgbClr val="000000"/>
                </a:solidFill>
                <a:latin typeface="华文楷体" panose="02010600040101010101" pitchFamily="2" charset="-122"/>
                <a:ea typeface="华文楷体" panose="02010600040101010101" pitchFamily="2" charset="-122"/>
              </a:rPr>
              <a:t>依赖关系</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活动的执行依赖于外部环境和条件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如：传感器测试活动依赖于外部提供的传感器测试设备</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里程碑</a:t>
            </a:r>
            <a:r>
              <a:rPr lang="zh-CN" altLang="en-US" sz="1700" dirty="0">
                <a:solidFill>
                  <a:srgbClr val="000000"/>
                </a:solidFill>
                <a:latin typeface="华文楷体" panose="02010600040101010101" pitchFamily="2" charset="-122"/>
                <a:ea typeface="华文楷体" panose="02010600040101010101" pitchFamily="2" charset="-122"/>
              </a:rPr>
              <a:t>关系</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软件项目分阶段完成与进行考评的活动或活动完成时刻称为里程碑。</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里程碑的内容决定了某些活动的逻辑顺序。</a:t>
            </a:r>
          </a:p>
        </p:txBody>
      </p:sp>
    </p:spTree>
    <p:extLst>
      <p:ext uri="{BB962C8B-B14F-4D97-AF65-F5344CB8AC3E}">
        <p14:creationId xmlns:p14="http://schemas.microsoft.com/office/powerpoint/2010/main" val="360929461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计划网络图</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是由一系列</a:t>
            </a:r>
            <a:r>
              <a:rPr lang="zh-CN" altLang="en-US" sz="1700" b="1" dirty="0">
                <a:solidFill>
                  <a:srgbClr val="7030A0"/>
                </a:solidFill>
                <a:latin typeface="华文楷体" panose="02010600040101010101" pitchFamily="2" charset="-122"/>
                <a:ea typeface="华文楷体" panose="02010600040101010101" pitchFamily="2" charset="-122"/>
              </a:rPr>
              <a:t>结点</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7030A0"/>
                </a:solidFill>
                <a:latin typeface="华文楷体" panose="02010600040101010101" pitchFamily="2" charset="-122"/>
                <a:ea typeface="华文楷体" panose="02010600040101010101" pitchFamily="2" charset="-122"/>
              </a:rPr>
              <a:t>有向边</a:t>
            </a:r>
            <a:r>
              <a:rPr lang="zh-CN" altLang="en-US" sz="1700" dirty="0">
                <a:solidFill>
                  <a:srgbClr val="000000"/>
                </a:solidFill>
                <a:latin typeface="华文楷体" panose="02010600040101010101" pitchFamily="2" charset="-122"/>
                <a:ea typeface="华文楷体" panose="02010600040101010101" pitchFamily="2" charset="-122"/>
              </a:rPr>
              <a:t>组成；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反映软件项目各活动执行的内在逻辑关系的赋权有向图。</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常用的计划网络图有：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结点法网络图、箭线法网络图、条件箭线图法等。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箭线法网络图</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是由一系列结点和箭线（有向弧）所构成的赋权有向图。</a:t>
            </a:r>
          </a:p>
        </p:txBody>
      </p:sp>
      <p:grpSp>
        <p:nvGrpSpPr>
          <p:cNvPr id="6" name="组合 5">
            <a:extLst>
              <a:ext uri="{FF2B5EF4-FFF2-40B4-BE49-F238E27FC236}">
                <a16:creationId xmlns:a16="http://schemas.microsoft.com/office/drawing/2014/main" id="{0B05D1A9-E5C5-4CB3-9A5B-D1BB47ED4EEE}"/>
              </a:ext>
            </a:extLst>
          </p:cNvPr>
          <p:cNvGrpSpPr/>
          <p:nvPr/>
        </p:nvGrpSpPr>
        <p:grpSpPr>
          <a:xfrm>
            <a:off x="3281963" y="3745291"/>
            <a:ext cx="2579688" cy="725487"/>
            <a:chOff x="1692275" y="5157788"/>
            <a:chExt cx="2579688" cy="725487"/>
          </a:xfrm>
        </p:grpSpPr>
        <p:sp>
          <p:nvSpPr>
            <p:cNvPr id="7" name="Oval 4">
              <a:extLst>
                <a:ext uri="{FF2B5EF4-FFF2-40B4-BE49-F238E27FC236}">
                  <a16:creationId xmlns:a16="http://schemas.microsoft.com/office/drawing/2014/main" id="{166B0F22-F1C4-479C-BE5A-75051AF77510}"/>
                </a:ext>
              </a:extLst>
            </p:cNvPr>
            <p:cNvSpPr>
              <a:spLocks noChangeArrowheads="1"/>
            </p:cNvSpPr>
            <p:nvPr/>
          </p:nvSpPr>
          <p:spPr bwMode="auto">
            <a:xfrm>
              <a:off x="1692275" y="5300663"/>
              <a:ext cx="492125" cy="431800"/>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1</a:t>
              </a:r>
            </a:p>
          </p:txBody>
        </p:sp>
        <p:sp>
          <p:nvSpPr>
            <p:cNvPr id="8" name="Oval 5">
              <a:extLst>
                <a:ext uri="{FF2B5EF4-FFF2-40B4-BE49-F238E27FC236}">
                  <a16:creationId xmlns:a16="http://schemas.microsoft.com/office/drawing/2014/main" id="{BECB87F3-6527-45FA-AB56-852EA0711396}"/>
                </a:ext>
              </a:extLst>
            </p:cNvPr>
            <p:cNvSpPr>
              <a:spLocks noChangeArrowheads="1"/>
            </p:cNvSpPr>
            <p:nvPr/>
          </p:nvSpPr>
          <p:spPr bwMode="auto">
            <a:xfrm>
              <a:off x="2759075" y="5300663"/>
              <a:ext cx="492125" cy="431800"/>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dirty="0">
                  <a:solidFill>
                    <a:srgbClr val="EB0536"/>
                  </a:solidFill>
                </a:rPr>
                <a:t>2</a:t>
              </a:r>
            </a:p>
          </p:txBody>
        </p:sp>
        <p:sp>
          <p:nvSpPr>
            <p:cNvPr id="9" name="Line 6">
              <a:extLst>
                <a:ext uri="{FF2B5EF4-FFF2-40B4-BE49-F238E27FC236}">
                  <a16:creationId xmlns:a16="http://schemas.microsoft.com/office/drawing/2014/main" id="{CE02A44E-DDF5-4D2F-A415-FC61D075C4CB}"/>
                </a:ext>
              </a:extLst>
            </p:cNvPr>
            <p:cNvSpPr>
              <a:spLocks noChangeShapeType="1"/>
            </p:cNvSpPr>
            <p:nvPr/>
          </p:nvSpPr>
          <p:spPr bwMode="auto">
            <a:xfrm>
              <a:off x="2184400" y="5516563"/>
              <a:ext cx="574675"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Text Box 7">
              <a:extLst>
                <a:ext uri="{FF2B5EF4-FFF2-40B4-BE49-F238E27FC236}">
                  <a16:creationId xmlns:a16="http://schemas.microsoft.com/office/drawing/2014/main" id="{2C3754A7-C514-4652-81C1-5A4B3F98D93A}"/>
                </a:ext>
              </a:extLst>
            </p:cNvPr>
            <p:cNvSpPr txBox="1">
              <a:spLocks noChangeArrowheads="1"/>
            </p:cNvSpPr>
            <p:nvPr/>
          </p:nvSpPr>
          <p:spPr bwMode="auto">
            <a:xfrm>
              <a:off x="2266950" y="5157788"/>
              <a:ext cx="3365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A</a:t>
              </a:r>
            </a:p>
          </p:txBody>
        </p:sp>
        <p:sp>
          <p:nvSpPr>
            <p:cNvPr id="11" name="Oval 8">
              <a:extLst>
                <a:ext uri="{FF2B5EF4-FFF2-40B4-BE49-F238E27FC236}">
                  <a16:creationId xmlns:a16="http://schemas.microsoft.com/office/drawing/2014/main" id="{A91C0475-9BA4-4E9A-834E-DE3D40F6F0E7}"/>
                </a:ext>
              </a:extLst>
            </p:cNvPr>
            <p:cNvSpPr>
              <a:spLocks noChangeArrowheads="1"/>
            </p:cNvSpPr>
            <p:nvPr/>
          </p:nvSpPr>
          <p:spPr bwMode="auto">
            <a:xfrm>
              <a:off x="3779838" y="5300663"/>
              <a:ext cx="492125" cy="431800"/>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rPr>
                <a:t>3</a:t>
              </a:r>
            </a:p>
          </p:txBody>
        </p:sp>
        <p:sp>
          <p:nvSpPr>
            <p:cNvPr id="12" name="Line 9">
              <a:extLst>
                <a:ext uri="{FF2B5EF4-FFF2-40B4-BE49-F238E27FC236}">
                  <a16:creationId xmlns:a16="http://schemas.microsoft.com/office/drawing/2014/main" id="{C4539546-4981-4275-BFD3-45BEF5783B9C}"/>
                </a:ext>
              </a:extLst>
            </p:cNvPr>
            <p:cNvSpPr>
              <a:spLocks noChangeShapeType="1"/>
            </p:cNvSpPr>
            <p:nvPr/>
          </p:nvSpPr>
          <p:spPr bwMode="auto">
            <a:xfrm>
              <a:off x="3287713" y="5516563"/>
              <a:ext cx="49371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0">
              <a:extLst>
                <a:ext uri="{FF2B5EF4-FFF2-40B4-BE49-F238E27FC236}">
                  <a16:creationId xmlns:a16="http://schemas.microsoft.com/office/drawing/2014/main" id="{BFD64E9E-2FF8-4686-ADED-41415C0DC5CA}"/>
                </a:ext>
              </a:extLst>
            </p:cNvPr>
            <p:cNvSpPr txBox="1">
              <a:spLocks noChangeArrowheads="1"/>
            </p:cNvSpPr>
            <p:nvPr/>
          </p:nvSpPr>
          <p:spPr bwMode="auto">
            <a:xfrm>
              <a:off x="3384550" y="5157788"/>
              <a:ext cx="3365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B</a:t>
              </a:r>
            </a:p>
          </p:txBody>
        </p:sp>
        <p:sp>
          <p:nvSpPr>
            <p:cNvPr id="14" name="Text Box 12">
              <a:extLst>
                <a:ext uri="{FF2B5EF4-FFF2-40B4-BE49-F238E27FC236}">
                  <a16:creationId xmlns:a16="http://schemas.microsoft.com/office/drawing/2014/main" id="{AD36577B-4B5F-49F7-BF93-26F6D5CBFEE2}"/>
                </a:ext>
              </a:extLst>
            </p:cNvPr>
            <p:cNvSpPr txBox="1">
              <a:spLocks noChangeArrowheads="1"/>
            </p:cNvSpPr>
            <p:nvPr/>
          </p:nvSpPr>
          <p:spPr bwMode="auto">
            <a:xfrm>
              <a:off x="2268538" y="5516563"/>
              <a:ext cx="3111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5</a:t>
              </a:r>
            </a:p>
          </p:txBody>
        </p:sp>
        <p:sp>
          <p:nvSpPr>
            <p:cNvPr id="15" name="Text Box 13">
              <a:extLst>
                <a:ext uri="{FF2B5EF4-FFF2-40B4-BE49-F238E27FC236}">
                  <a16:creationId xmlns:a16="http://schemas.microsoft.com/office/drawing/2014/main" id="{F37CAA40-6234-4239-906A-FDC9DF185E26}"/>
                </a:ext>
              </a:extLst>
            </p:cNvPr>
            <p:cNvSpPr txBox="1">
              <a:spLocks noChangeArrowheads="1"/>
            </p:cNvSpPr>
            <p:nvPr/>
          </p:nvSpPr>
          <p:spPr bwMode="auto">
            <a:xfrm>
              <a:off x="3348038" y="5516563"/>
              <a:ext cx="3111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rPr>
                <a:t>4</a:t>
              </a:r>
            </a:p>
          </p:txBody>
        </p:sp>
      </p:grpSp>
    </p:spTree>
    <p:extLst>
      <p:ext uri="{BB962C8B-B14F-4D97-AF65-F5344CB8AC3E}">
        <p14:creationId xmlns:p14="http://schemas.microsoft.com/office/powerpoint/2010/main" val="87159121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0" y="780908"/>
            <a:ext cx="8282077" cy="301178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箭线法计划网络图的</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绘制规则</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每一</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活动</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用一箭线及其前后两个结点连结来描述。</a:t>
            </a:r>
          </a:p>
          <a:p>
            <a:pPr marL="742950" lvl="1" indent="-285750" algn="just">
              <a:lnSpc>
                <a:spcPct val="15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一对结点间只能有一条箭线，也不允许出现回路。</a:t>
            </a: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一对结点间若出现两项以上的并行活动，可人为的将其中之一活动一分为二或引入</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虚工序（用虚线表示，且时间长度为</a:t>
            </a:r>
            <a:r>
              <a:rPr lang="en-US" altLang="zh-CN"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6" name="Group 10">
            <a:extLst>
              <a:ext uri="{FF2B5EF4-FFF2-40B4-BE49-F238E27FC236}">
                <a16:creationId xmlns:a16="http://schemas.microsoft.com/office/drawing/2014/main" id="{9F0CE63D-02AA-4B04-8471-3AF100D99346}"/>
              </a:ext>
            </a:extLst>
          </p:cNvPr>
          <p:cNvGrpSpPr>
            <a:grpSpLocks/>
          </p:cNvGrpSpPr>
          <p:nvPr/>
        </p:nvGrpSpPr>
        <p:grpSpPr bwMode="auto">
          <a:xfrm>
            <a:off x="6371340" y="1006842"/>
            <a:ext cx="1512887" cy="727075"/>
            <a:chOff x="1247" y="1706"/>
            <a:chExt cx="982" cy="458"/>
          </a:xfrm>
        </p:grpSpPr>
        <p:sp>
          <p:nvSpPr>
            <p:cNvPr id="7" name="Oval 5">
              <a:extLst>
                <a:ext uri="{FF2B5EF4-FFF2-40B4-BE49-F238E27FC236}">
                  <a16:creationId xmlns:a16="http://schemas.microsoft.com/office/drawing/2014/main" id="{9E223E2C-1E15-4CA3-9F11-F4DAF85C6A02}"/>
                </a:ext>
              </a:extLst>
            </p:cNvPr>
            <p:cNvSpPr>
              <a:spLocks noChangeArrowheads="1"/>
            </p:cNvSpPr>
            <p:nvPr/>
          </p:nvSpPr>
          <p:spPr bwMode="auto">
            <a:xfrm>
              <a:off x="1247" y="1796"/>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8" name="Oval 6">
              <a:extLst>
                <a:ext uri="{FF2B5EF4-FFF2-40B4-BE49-F238E27FC236}">
                  <a16:creationId xmlns:a16="http://schemas.microsoft.com/office/drawing/2014/main" id="{4A5E7408-E3ED-495A-B2AC-E805AA42ECE1}"/>
                </a:ext>
              </a:extLst>
            </p:cNvPr>
            <p:cNvSpPr>
              <a:spLocks noChangeArrowheads="1"/>
            </p:cNvSpPr>
            <p:nvPr/>
          </p:nvSpPr>
          <p:spPr bwMode="auto">
            <a:xfrm>
              <a:off x="1919" y="1796"/>
              <a:ext cx="310"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dirty="0">
                  <a:solidFill>
                    <a:srgbClr val="EB0536"/>
                  </a:solidFill>
                  <a:latin typeface="Times New Roman" panose="02020603050405020304" pitchFamily="18" charset="0"/>
                  <a:cs typeface="Times New Roman" panose="02020603050405020304" pitchFamily="18" charset="0"/>
                </a:rPr>
                <a:t>2</a:t>
              </a:r>
            </a:p>
          </p:txBody>
        </p:sp>
        <p:sp>
          <p:nvSpPr>
            <p:cNvPr id="9" name="Line 7">
              <a:extLst>
                <a:ext uri="{FF2B5EF4-FFF2-40B4-BE49-F238E27FC236}">
                  <a16:creationId xmlns:a16="http://schemas.microsoft.com/office/drawing/2014/main" id="{C9B3AFAC-66DC-4551-B998-950E7BF91B0B}"/>
                </a:ext>
              </a:extLst>
            </p:cNvPr>
            <p:cNvSpPr>
              <a:spLocks noChangeShapeType="1"/>
            </p:cNvSpPr>
            <p:nvPr/>
          </p:nvSpPr>
          <p:spPr bwMode="auto">
            <a:xfrm>
              <a:off x="1557" y="1932"/>
              <a:ext cx="36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 name="Text Box 8">
              <a:extLst>
                <a:ext uri="{FF2B5EF4-FFF2-40B4-BE49-F238E27FC236}">
                  <a16:creationId xmlns:a16="http://schemas.microsoft.com/office/drawing/2014/main" id="{ED02DC95-89F2-47EE-888B-81E7EDAB46BF}"/>
                </a:ext>
              </a:extLst>
            </p:cNvPr>
            <p:cNvSpPr txBox="1">
              <a:spLocks noChangeArrowheads="1"/>
            </p:cNvSpPr>
            <p:nvPr/>
          </p:nvSpPr>
          <p:spPr bwMode="auto">
            <a:xfrm>
              <a:off x="1626" y="1706"/>
              <a:ext cx="186"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a</a:t>
              </a:r>
            </a:p>
          </p:txBody>
        </p:sp>
        <p:sp>
          <p:nvSpPr>
            <p:cNvPr id="11" name="Text Box 9">
              <a:extLst>
                <a:ext uri="{FF2B5EF4-FFF2-40B4-BE49-F238E27FC236}">
                  <a16:creationId xmlns:a16="http://schemas.microsoft.com/office/drawing/2014/main" id="{CE2E39C1-3047-4372-824E-D16A2F90DB06}"/>
                </a:ext>
              </a:extLst>
            </p:cNvPr>
            <p:cNvSpPr txBox="1">
              <a:spLocks noChangeArrowheads="1"/>
            </p:cNvSpPr>
            <p:nvPr/>
          </p:nvSpPr>
          <p:spPr bwMode="auto">
            <a:xfrm>
              <a:off x="1610" y="1933"/>
              <a:ext cx="20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4</a:t>
              </a:r>
            </a:p>
          </p:txBody>
        </p:sp>
      </p:grpSp>
      <p:grpSp>
        <p:nvGrpSpPr>
          <p:cNvPr id="31" name="组合 30">
            <a:extLst>
              <a:ext uri="{FF2B5EF4-FFF2-40B4-BE49-F238E27FC236}">
                <a16:creationId xmlns:a16="http://schemas.microsoft.com/office/drawing/2014/main" id="{A4A720C4-4B3B-47B9-B371-05C63AAF6C99}"/>
              </a:ext>
            </a:extLst>
          </p:cNvPr>
          <p:cNvGrpSpPr/>
          <p:nvPr/>
        </p:nvGrpSpPr>
        <p:grpSpPr>
          <a:xfrm>
            <a:off x="2116738" y="1929830"/>
            <a:ext cx="5098640" cy="1301750"/>
            <a:chOff x="1835150" y="3429000"/>
            <a:chExt cx="5098640" cy="1301750"/>
          </a:xfrm>
        </p:grpSpPr>
        <p:grpSp>
          <p:nvGrpSpPr>
            <p:cNvPr id="32" name="Group 31">
              <a:extLst>
                <a:ext uri="{FF2B5EF4-FFF2-40B4-BE49-F238E27FC236}">
                  <a16:creationId xmlns:a16="http://schemas.microsoft.com/office/drawing/2014/main" id="{50EAE0D0-9F25-47CC-8831-F8CD584712C9}"/>
                </a:ext>
              </a:extLst>
            </p:cNvPr>
            <p:cNvGrpSpPr>
              <a:grpSpLocks/>
            </p:cNvGrpSpPr>
            <p:nvPr/>
          </p:nvGrpSpPr>
          <p:grpSpPr bwMode="auto">
            <a:xfrm>
              <a:off x="1835150" y="3429000"/>
              <a:ext cx="1846263" cy="863600"/>
              <a:chOff x="1156" y="2160"/>
              <a:chExt cx="1163" cy="544"/>
            </a:xfrm>
          </p:grpSpPr>
          <p:sp>
            <p:nvSpPr>
              <p:cNvPr id="50" name="Oval 12">
                <a:extLst>
                  <a:ext uri="{FF2B5EF4-FFF2-40B4-BE49-F238E27FC236}">
                    <a16:creationId xmlns:a16="http://schemas.microsoft.com/office/drawing/2014/main" id="{D26D1525-614A-4FCF-AE59-BC0A996FE0D1}"/>
                  </a:ext>
                </a:extLst>
              </p:cNvPr>
              <p:cNvSpPr>
                <a:spLocks noChangeArrowheads="1"/>
              </p:cNvSpPr>
              <p:nvPr/>
            </p:nvSpPr>
            <p:spPr bwMode="auto">
              <a:xfrm>
                <a:off x="1156" y="2432"/>
                <a:ext cx="301"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51" name="Oval 13">
                <a:extLst>
                  <a:ext uri="{FF2B5EF4-FFF2-40B4-BE49-F238E27FC236}">
                    <a16:creationId xmlns:a16="http://schemas.microsoft.com/office/drawing/2014/main" id="{FF3B1A54-6CBF-4D4A-83D1-2AAF76BC4DB3}"/>
                  </a:ext>
                </a:extLst>
              </p:cNvPr>
              <p:cNvSpPr>
                <a:spLocks noChangeArrowheads="1"/>
              </p:cNvSpPr>
              <p:nvPr/>
            </p:nvSpPr>
            <p:spPr bwMode="auto">
              <a:xfrm>
                <a:off x="2018" y="2387"/>
                <a:ext cx="301"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52" name="Text Box 15">
                <a:extLst>
                  <a:ext uri="{FF2B5EF4-FFF2-40B4-BE49-F238E27FC236}">
                    <a16:creationId xmlns:a16="http://schemas.microsoft.com/office/drawing/2014/main" id="{0A6D5079-046D-4769-B4E2-3598CE500397}"/>
                  </a:ext>
                </a:extLst>
              </p:cNvPr>
              <p:cNvSpPr txBox="1">
                <a:spLocks noChangeArrowheads="1"/>
              </p:cNvSpPr>
              <p:nvPr/>
            </p:nvSpPr>
            <p:spPr bwMode="auto">
              <a:xfrm>
                <a:off x="1610" y="2160"/>
                <a:ext cx="181"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p>
            </p:txBody>
          </p:sp>
          <p:sp>
            <p:nvSpPr>
              <p:cNvPr id="53" name="Text Box 16">
                <a:extLst>
                  <a:ext uri="{FF2B5EF4-FFF2-40B4-BE49-F238E27FC236}">
                    <a16:creationId xmlns:a16="http://schemas.microsoft.com/office/drawing/2014/main" id="{98E114DC-20E4-46F0-BA3D-0145A6B3852D}"/>
                  </a:ext>
                </a:extLst>
              </p:cNvPr>
              <p:cNvSpPr txBox="1">
                <a:spLocks noChangeArrowheads="1"/>
              </p:cNvSpPr>
              <p:nvPr/>
            </p:nvSpPr>
            <p:spPr bwMode="auto">
              <a:xfrm>
                <a:off x="1610" y="2341"/>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4</a:t>
                </a:r>
              </a:p>
            </p:txBody>
          </p:sp>
        </p:grpSp>
        <p:sp>
          <p:nvSpPr>
            <p:cNvPr id="36" name="Freeform 17">
              <a:extLst>
                <a:ext uri="{FF2B5EF4-FFF2-40B4-BE49-F238E27FC236}">
                  <a16:creationId xmlns:a16="http://schemas.microsoft.com/office/drawing/2014/main" id="{3B8AC8DA-43D6-43DC-8B22-D4765FD76DD2}"/>
                </a:ext>
              </a:extLst>
            </p:cNvPr>
            <p:cNvSpPr>
              <a:spLocks/>
            </p:cNvSpPr>
            <p:nvPr/>
          </p:nvSpPr>
          <p:spPr bwMode="auto">
            <a:xfrm>
              <a:off x="2268538" y="3716338"/>
              <a:ext cx="1008062" cy="217487"/>
            </a:xfrm>
            <a:custGeom>
              <a:avLst/>
              <a:gdLst>
                <a:gd name="T0" fmla="*/ 0 w 408"/>
                <a:gd name="T1" fmla="*/ 88 h 88"/>
                <a:gd name="T2" fmla="*/ 217 w 408"/>
                <a:gd name="T3" fmla="*/ 0 h 88"/>
                <a:gd name="T4" fmla="*/ 408 w 408"/>
                <a:gd name="T5" fmla="*/ 88 h 88"/>
              </a:gdLst>
              <a:ahLst/>
              <a:cxnLst>
                <a:cxn ang="0">
                  <a:pos x="T0" y="T1"/>
                </a:cxn>
                <a:cxn ang="0">
                  <a:pos x="T2" y="T3"/>
                </a:cxn>
                <a:cxn ang="0">
                  <a:pos x="T4" y="T5"/>
                </a:cxn>
              </a:cxnLst>
              <a:rect l="0" t="0" r="r" b="b"/>
              <a:pathLst>
                <a:path w="408" h="88">
                  <a:moveTo>
                    <a:pt x="0" y="88"/>
                  </a:moveTo>
                  <a:cubicBezTo>
                    <a:pt x="36" y="73"/>
                    <a:pt x="149" y="0"/>
                    <a:pt x="217" y="0"/>
                  </a:cubicBezTo>
                  <a:cubicBezTo>
                    <a:pt x="285" y="0"/>
                    <a:pt x="368" y="70"/>
                    <a:pt x="408" y="88"/>
                  </a:cubicBezTo>
                </a:path>
              </a:pathLst>
            </a:custGeom>
            <a:noFill/>
            <a:ln w="19050" cap="flat" cmpd="sng">
              <a:solidFill>
                <a:srgbClr val="000000"/>
              </a:solidFill>
              <a:prstDash val="solid"/>
              <a:round/>
              <a:headEnd type="none" w="med" len="med"/>
              <a:tailEnd type="arrow"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7" name="Freeform 18">
              <a:extLst>
                <a:ext uri="{FF2B5EF4-FFF2-40B4-BE49-F238E27FC236}">
                  <a16:creationId xmlns:a16="http://schemas.microsoft.com/office/drawing/2014/main" id="{00351C3A-B9F2-4D50-822C-6CA80F5E773D}"/>
                </a:ext>
              </a:extLst>
            </p:cNvPr>
            <p:cNvSpPr>
              <a:spLocks/>
            </p:cNvSpPr>
            <p:nvPr/>
          </p:nvSpPr>
          <p:spPr bwMode="auto">
            <a:xfrm>
              <a:off x="2268538" y="4149725"/>
              <a:ext cx="1008062" cy="192088"/>
            </a:xfrm>
            <a:custGeom>
              <a:avLst/>
              <a:gdLst>
                <a:gd name="T0" fmla="*/ 0 w 408"/>
                <a:gd name="T1" fmla="*/ 0 h 76"/>
                <a:gd name="T2" fmla="*/ 190 w 408"/>
                <a:gd name="T3" fmla="*/ 76 h 76"/>
                <a:gd name="T4" fmla="*/ 408 w 408"/>
                <a:gd name="T5" fmla="*/ 0 h 76"/>
              </a:gdLst>
              <a:ahLst/>
              <a:cxnLst>
                <a:cxn ang="0">
                  <a:pos x="T0" y="T1"/>
                </a:cxn>
                <a:cxn ang="0">
                  <a:pos x="T2" y="T3"/>
                </a:cxn>
                <a:cxn ang="0">
                  <a:pos x="T4" y="T5"/>
                </a:cxn>
              </a:cxnLst>
              <a:rect l="0" t="0" r="r" b="b"/>
              <a:pathLst>
                <a:path w="408" h="76">
                  <a:moveTo>
                    <a:pt x="0" y="0"/>
                  </a:moveTo>
                  <a:cubicBezTo>
                    <a:pt x="32" y="13"/>
                    <a:pt x="122" y="76"/>
                    <a:pt x="190" y="76"/>
                  </a:cubicBezTo>
                  <a:cubicBezTo>
                    <a:pt x="258" y="76"/>
                    <a:pt x="363" y="16"/>
                    <a:pt x="408" y="0"/>
                  </a:cubicBezTo>
                </a:path>
              </a:pathLst>
            </a:custGeom>
            <a:noFill/>
            <a:ln w="19050" cap="flat" cmpd="sng">
              <a:solidFill>
                <a:srgbClr val="000000"/>
              </a:solidFill>
              <a:prstDash val="solid"/>
              <a:round/>
              <a:headEnd type="none" w="med" len="med"/>
              <a:tailEnd type="arrow"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8" name="Text Box 19">
              <a:extLst>
                <a:ext uri="{FF2B5EF4-FFF2-40B4-BE49-F238E27FC236}">
                  <a16:creationId xmlns:a16="http://schemas.microsoft.com/office/drawing/2014/main" id="{C18F4B09-A20A-4A9D-958C-6DED591C59E7}"/>
                </a:ext>
              </a:extLst>
            </p:cNvPr>
            <p:cNvSpPr txBox="1">
              <a:spLocks noChangeArrowheads="1"/>
            </p:cNvSpPr>
            <p:nvPr/>
          </p:nvSpPr>
          <p:spPr bwMode="auto">
            <a:xfrm>
              <a:off x="2555875" y="4005263"/>
              <a:ext cx="3111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p>
          </p:txBody>
        </p:sp>
        <p:sp>
          <p:nvSpPr>
            <p:cNvPr id="39" name="Text Box 20">
              <a:extLst>
                <a:ext uri="{FF2B5EF4-FFF2-40B4-BE49-F238E27FC236}">
                  <a16:creationId xmlns:a16="http://schemas.microsoft.com/office/drawing/2014/main" id="{A699A138-4AB4-43CC-9156-009F043A5265}"/>
                </a:ext>
              </a:extLst>
            </p:cNvPr>
            <p:cNvSpPr txBox="1">
              <a:spLocks noChangeArrowheads="1"/>
            </p:cNvSpPr>
            <p:nvPr/>
          </p:nvSpPr>
          <p:spPr bwMode="auto">
            <a:xfrm>
              <a:off x="2555875" y="4292600"/>
              <a:ext cx="3111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a:t>
              </a:r>
            </a:p>
          </p:txBody>
        </p:sp>
        <p:sp>
          <p:nvSpPr>
            <p:cNvPr id="40" name="Oval 21">
              <a:extLst>
                <a:ext uri="{FF2B5EF4-FFF2-40B4-BE49-F238E27FC236}">
                  <a16:creationId xmlns:a16="http://schemas.microsoft.com/office/drawing/2014/main" id="{09D5A4E1-E250-4BC1-A879-C573A799406B}"/>
                </a:ext>
              </a:extLst>
            </p:cNvPr>
            <p:cNvSpPr>
              <a:spLocks noChangeArrowheads="1"/>
            </p:cNvSpPr>
            <p:nvPr/>
          </p:nvSpPr>
          <p:spPr bwMode="auto">
            <a:xfrm>
              <a:off x="4498975" y="3932238"/>
              <a:ext cx="477838" cy="431800"/>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41" name="Oval 22">
              <a:extLst>
                <a:ext uri="{FF2B5EF4-FFF2-40B4-BE49-F238E27FC236}">
                  <a16:creationId xmlns:a16="http://schemas.microsoft.com/office/drawing/2014/main" id="{58D1712A-96B1-420E-87F9-CF58D11331EA}"/>
                </a:ext>
              </a:extLst>
            </p:cNvPr>
            <p:cNvSpPr>
              <a:spLocks noChangeArrowheads="1"/>
            </p:cNvSpPr>
            <p:nvPr/>
          </p:nvSpPr>
          <p:spPr bwMode="auto">
            <a:xfrm>
              <a:off x="5867400" y="3860800"/>
              <a:ext cx="477838" cy="431800"/>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42" name="Text Box 23">
              <a:extLst>
                <a:ext uri="{FF2B5EF4-FFF2-40B4-BE49-F238E27FC236}">
                  <a16:creationId xmlns:a16="http://schemas.microsoft.com/office/drawing/2014/main" id="{185412E4-EDEF-4EFD-93B1-24D67A3BF73E}"/>
                </a:ext>
              </a:extLst>
            </p:cNvPr>
            <p:cNvSpPr txBox="1">
              <a:spLocks noChangeArrowheads="1"/>
            </p:cNvSpPr>
            <p:nvPr/>
          </p:nvSpPr>
          <p:spPr bwMode="auto">
            <a:xfrm>
              <a:off x="5219700" y="3500438"/>
              <a:ext cx="287258"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p>
          </p:txBody>
        </p:sp>
        <p:sp>
          <p:nvSpPr>
            <p:cNvPr id="43" name="Text Box 24">
              <a:extLst>
                <a:ext uri="{FF2B5EF4-FFF2-40B4-BE49-F238E27FC236}">
                  <a16:creationId xmlns:a16="http://schemas.microsoft.com/office/drawing/2014/main" id="{9E73C5DD-FF45-45E1-BA17-D964FAC80CA2}"/>
                </a:ext>
              </a:extLst>
            </p:cNvPr>
            <p:cNvSpPr txBox="1">
              <a:spLocks noChangeArrowheads="1"/>
            </p:cNvSpPr>
            <p:nvPr/>
          </p:nvSpPr>
          <p:spPr bwMode="auto">
            <a:xfrm>
              <a:off x="5219700" y="3787775"/>
              <a:ext cx="3111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4</a:t>
              </a:r>
            </a:p>
          </p:txBody>
        </p:sp>
        <p:sp>
          <p:nvSpPr>
            <p:cNvPr id="44" name="Freeform 25">
              <a:extLst>
                <a:ext uri="{FF2B5EF4-FFF2-40B4-BE49-F238E27FC236}">
                  <a16:creationId xmlns:a16="http://schemas.microsoft.com/office/drawing/2014/main" id="{4566BBC5-772E-499F-B3F5-124649A8DBF4}"/>
                </a:ext>
              </a:extLst>
            </p:cNvPr>
            <p:cNvSpPr>
              <a:spLocks/>
            </p:cNvSpPr>
            <p:nvPr/>
          </p:nvSpPr>
          <p:spPr bwMode="auto">
            <a:xfrm>
              <a:off x="4932363" y="3787775"/>
              <a:ext cx="1008062" cy="217488"/>
            </a:xfrm>
            <a:custGeom>
              <a:avLst/>
              <a:gdLst>
                <a:gd name="T0" fmla="*/ 0 w 408"/>
                <a:gd name="T1" fmla="*/ 88 h 88"/>
                <a:gd name="T2" fmla="*/ 217 w 408"/>
                <a:gd name="T3" fmla="*/ 0 h 88"/>
                <a:gd name="T4" fmla="*/ 408 w 408"/>
                <a:gd name="T5" fmla="*/ 88 h 88"/>
              </a:gdLst>
              <a:ahLst/>
              <a:cxnLst>
                <a:cxn ang="0">
                  <a:pos x="T0" y="T1"/>
                </a:cxn>
                <a:cxn ang="0">
                  <a:pos x="T2" y="T3"/>
                </a:cxn>
                <a:cxn ang="0">
                  <a:pos x="T4" y="T5"/>
                </a:cxn>
              </a:cxnLst>
              <a:rect l="0" t="0" r="r" b="b"/>
              <a:pathLst>
                <a:path w="408" h="88">
                  <a:moveTo>
                    <a:pt x="0" y="88"/>
                  </a:moveTo>
                  <a:cubicBezTo>
                    <a:pt x="36" y="73"/>
                    <a:pt x="149" y="0"/>
                    <a:pt x="217" y="0"/>
                  </a:cubicBezTo>
                  <a:cubicBezTo>
                    <a:pt x="285" y="0"/>
                    <a:pt x="368" y="70"/>
                    <a:pt x="408" y="88"/>
                  </a:cubicBezTo>
                </a:path>
              </a:pathLst>
            </a:custGeom>
            <a:noFill/>
            <a:ln w="19050" cap="flat" cmpd="sng">
              <a:solidFill>
                <a:srgbClr val="000000"/>
              </a:solidFill>
              <a:prstDash val="solid"/>
              <a:round/>
              <a:headEnd type="none" w="med" len="med"/>
              <a:tailEnd type="arrow"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Text Box 26">
              <a:extLst>
                <a:ext uri="{FF2B5EF4-FFF2-40B4-BE49-F238E27FC236}">
                  <a16:creationId xmlns:a16="http://schemas.microsoft.com/office/drawing/2014/main" id="{B75951FB-B6DD-432E-A172-49951D4F6FF5}"/>
                </a:ext>
              </a:extLst>
            </p:cNvPr>
            <p:cNvSpPr txBox="1">
              <a:spLocks noChangeArrowheads="1"/>
            </p:cNvSpPr>
            <p:nvPr/>
          </p:nvSpPr>
          <p:spPr bwMode="auto">
            <a:xfrm>
              <a:off x="5219700" y="4076700"/>
              <a:ext cx="3111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p>
          </p:txBody>
        </p:sp>
        <p:sp>
          <p:nvSpPr>
            <p:cNvPr id="46" name="Text Box 27">
              <a:extLst>
                <a:ext uri="{FF2B5EF4-FFF2-40B4-BE49-F238E27FC236}">
                  <a16:creationId xmlns:a16="http://schemas.microsoft.com/office/drawing/2014/main" id="{297CFB00-22AB-47DE-96B2-D8602E735ED0}"/>
                </a:ext>
              </a:extLst>
            </p:cNvPr>
            <p:cNvSpPr txBox="1">
              <a:spLocks noChangeArrowheads="1"/>
            </p:cNvSpPr>
            <p:nvPr/>
          </p:nvSpPr>
          <p:spPr bwMode="auto">
            <a:xfrm>
              <a:off x="5219700" y="4364038"/>
              <a:ext cx="3111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a:t>
              </a:r>
            </a:p>
          </p:txBody>
        </p:sp>
        <p:sp>
          <p:nvSpPr>
            <p:cNvPr id="47" name="Freeform 28">
              <a:extLst>
                <a:ext uri="{FF2B5EF4-FFF2-40B4-BE49-F238E27FC236}">
                  <a16:creationId xmlns:a16="http://schemas.microsoft.com/office/drawing/2014/main" id="{AACF3D56-4A31-40AE-A309-A82F4B3DB692}"/>
                </a:ext>
              </a:extLst>
            </p:cNvPr>
            <p:cNvSpPr>
              <a:spLocks/>
            </p:cNvSpPr>
            <p:nvPr/>
          </p:nvSpPr>
          <p:spPr bwMode="auto">
            <a:xfrm>
              <a:off x="4932363" y="4221163"/>
              <a:ext cx="1008062" cy="192087"/>
            </a:xfrm>
            <a:custGeom>
              <a:avLst/>
              <a:gdLst>
                <a:gd name="T0" fmla="*/ 0 w 408"/>
                <a:gd name="T1" fmla="*/ 0 h 76"/>
                <a:gd name="T2" fmla="*/ 190 w 408"/>
                <a:gd name="T3" fmla="*/ 76 h 76"/>
                <a:gd name="T4" fmla="*/ 408 w 408"/>
                <a:gd name="T5" fmla="*/ 0 h 76"/>
              </a:gdLst>
              <a:ahLst/>
              <a:cxnLst>
                <a:cxn ang="0">
                  <a:pos x="T0" y="T1"/>
                </a:cxn>
                <a:cxn ang="0">
                  <a:pos x="T2" y="T3"/>
                </a:cxn>
                <a:cxn ang="0">
                  <a:pos x="T4" y="T5"/>
                </a:cxn>
              </a:cxnLst>
              <a:rect l="0" t="0" r="r" b="b"/>
              <a:pathLst>
                <a:path w="408" h="76">
                  <a:moveTo>
                    <a:pt x="0" y="0"/>
                  </a:moveTo>
                  <a:cubicBezTo>
                    <a:pt x="32" y="13"/>
                    <a:pt x="122" y="76"/>
                    <a:pt x="190" y="76"/>
                  </a:cubicBezTo>
                  <a:cubicBezTo>
                    <a:pt x="258" y="76"/>
                    <a:pt x="363" y="16"/>
                    <a:pt x="408" y="0"/>
                  </a:cubicBezTo>
                </a:path>
              </a:pathLst>
            </a:custGeom>
            <a:noFill/>
            <a:ln w="19050" cap="flat" cmpd="sng">
              <a:solidFill>
                <a:srgbClr val="000000"/>
              </a:solidFill>
              <a:prstDash val="solid"/>
              <a:round/>
              <a:headEnd type="arrow" w="med" len="med"/>
              <a:tailEnd type="non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Text Box 29">
              <a:extLst>
                <a:ext uri="{FF2B5EF4-FFF2-40B4-BE49-F238E27FC236}">
                  <a16:creationId xmlns:a16="http://schemas.microsoft.com/office/drawing/2014/main" id="{DEA6A462-4691-4966-87DC-EACD5B8C47E0}"/>
                </a:ext>
              </a:extLst>
            </p:cNvPr>
            <p:cNvSpPr txBox="1">
              <a:spLocks noChangeArrowheads="1"/>
            </p:cNvSpPr>
            <p:nvPr/>
          </p:nvSpPr>
          <p:spPr bwMode="auto">
            <a:xfrm>
              <a:off x="6516688" y="3860800"/>
              <a:ext cx="417102"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a:solidFill>
                    <a:srgbClr val="EB0536"/>
                  </a:solidFill>
                  <a:latin typeface="Times New Roman" panose="02020603050405020304" pitchFamily="18" charset="0"/>
                  <a:cs typeface="Times New Roman" panose="02020603050405020304" pitchFamily="18" charset="0"/>
                </a:rPr>
                <a:t>错</a:t>
              </a:r>
            </a:p>
          </p:txBody>
        </p:sp>
        <p:sp>
          <p:nvSpPr>
            <p:cNvPr id="49" name="Text Box 30">
              <a:extLst>
                <a:ext uri="{FF2B5EF4-FFF2-40B4-BE49-F238E27FC236}">
                  <a16:creationId xmlns:a16="http://schemas.microsoft.com/office/drawing/2014/main" id="{31D8ADB8-8B8C-4D3F-9653-FA622A13749C}"/>
                </a:ext>
              </a:extLst>
            </p:cNvPr>
            <p:cNvSpPr txBox="1">
              <a:spLocks noChangeArrowheads="1"/>
            </p:cNvSpPr>
            <p:nvPr/>
          </p:nvSpPr>
          <p:spPr bwMode="auto">
            <a:xfrm>
              <a:off x="3779838" y="3860800"/>
              <a:ext cx="417102"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a:solidFill>
                    <a:srgbClr val="EB0536"/>
                  </a:solidFill>
                  <a:latin typeface="Times New Roman" panose="02020603050405020304" pitchFamily="18" charset="0"/>
                  <a:cs typeface="Times New Roman" panose="02020603050405020304" pitchFamily="18" charset="0"/>
                </a:rPr>
                <a:t>错</a:t>
              </a:r>
            </a:p>
          </p:txBody>
        </p:sp>
      </p:grpSp>
      <p:grpSp>
        <p:nvGrpSpPr>
          <p:cNvPr id="54" name="Group 45">
            <a:extLst>
              <a:ext uri="{FF2B5EF4-FFF2-40B4-BE49-F238E27FC236}">
                <a16:creationId xmlns:a16="http://schemas.microsoft.com/office/drawing/2014/main" id="{0C3065C6-C44B-46B7-9B59-EFDA2D091072}"/>
              </a:ext>
            </a:extLst>
          </p:cNvPr>
          <p:cNvGrpSpPr>
            <a:grpSpLocks/>
          </p:cNvGrpSpPr>
          <p:nvPr/>
        </p:nvGrpSpPr>
        <p:grpSpPr bwMode="auto">
          <a:xfrm>
            <a:off x="4750905" y="3567416"/>
            <a:ext cx="1800225" cy="1303337"/>
            <a:chOff x="1020" y="3339"/>
            <a:chExt cx="1134" cy="821"/>
          </a:xfrm>
        </p:grpSpPr>
        <p:sp>
          <p:nvSpPr>
            <p:cNvPr id="55" name="Oval 32">
              <a:extLst>
                <a:ext uri="{FF2B5EF4-FFF2-40B4-BE49-F238E27FC236}">
                  <a16:creationId xmlns:a16="http://schemas.microsoft.com/office/drawing/2014/main" id="{1ED68592-8A03-4E3D-88FB-FD87F4A9E698}"/>
                </a:ext>
              </a:extLst>
            </p:cNvPr>
            <p:cNvSpPr>
              <a:spLocks noChangeArrowheads="1"/>
            </p:cNvSpPr>
            <p:nvPr/>
          </p:nvSpPr>
          <p:spPr bwMode="auto">
            <a:xfrm>
              <a:off x="1020" y="3793"/>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56" name="Oval 33">
              <a:extLst>
                <a:ext uri="{FF2B5EF4-FFF2-40B4-BE49-F238E27FC236}">
                  <a16:creationId xmlns:a16="http://schemas.microsoft.com/office/drawing/2014/main" id="{D087E548-FD55-44A1-9090-6C15CF2728EC}"/>
                </a:ext>
              </a:extLst>
            </p:cNvPr>
            <p:cNvSpPr>
              <a:spLocks noChangeArrowheads="1"/>
            </p:cNvSpPr>
            <p:nvPr/>
          </p:nvSpPr>
          <p:spPr bwMode="auto">
            <a:xfrm>
              <a:off x="1882" y="3793"/>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57" name="Line 34">
              <a:extLst>
                <a:ext uri="{FF2B5EF4-FFF2-40B4-BE49-F238E27FC236}">
                  <a16:creationId xmlns:a16="http://schemas.microsoft.com/office/drawing/2014/main" id="{E78FC35A-51BC-462F-A24B-962746D9C9C7}"/>
                </a:ext>
              </a:extLst>
            </p:cNvPr>
            <p:cNvSpPr>
              <a:spLocks noChangeShapeType="1"/>
            </p:cNvSpPr>
            <p:nvPr/>
          </p:nvSpPr>
          <p:spPr bwMode="auto">
            <a:xfrm>
              <a:off x="1292" y="3974"/>
              <a:ext cx="59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8" name="Text Box 35">
              <a:extLst>
                <a:ext uri="{FF2B5EF4-FFF2-40B4-BE49-F238E27FC236}">
                  <a16:creationId xmlns:a16="http://schemas.microsoft.com/office/drawing/2014/main" id="{2D138652-104A-4081-BE74-F90D3A2326BA}"/>
                </a:ext>
              </a:extLst>
            </p:cNvPr>
            <p:cNvSpPr txBox="1">
              <a:spLocks noChangeArrowheads="1"/>
            </p:cNvSpPr>
            <p:nvPr/>
          </p:nvSpPr>
          <p:spPr bwMode="auto">
            <a:xfrm>
              <a:off x="1552" y="3760"/>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p>
          </p:txBody>
        </p:sp>
        <p:sp>
          <p:nvSpPr>
            <p:cNvPr id="59" name="Text Box 36">
              <a:extLst>
                <a:ext uri="{FF2B5EF4-FFF2-40B4-BE49-F238E27FC236}">
                  <a16:creationId xmlns:a16="http://schemas.microsoft.com/office/drawing/2014/main" id="{BA9D18FD-F386-4E93-9F58-DE4600F8DFF0}"/>
                </a:ext>
              </a:extLst>
            </p:cNvPr>
            <p:cNvSpPr txBox="1">
              <a:spLocks noChangeArrowheads="1"/>
            </p:cNvSpPr>
            <p:nvPr/>
          </p:nvSpPr>
          <p:spPr bwMode="auto">
            <a:xfrm>
              <a:off x="1565" y="392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a:t>
              </a:r>
            </a:p>
          </p:txBody>
        </p:sp>
        <p:sp>
          <p:nvSpPr>
            <p:cNvPr id="60" name="Oval 38">
              <a:extLst>
                <a:ext uri="{FF2B5EF4-FFF2-40B4-BE49-F238E27FC236}">
                  <a16:creationId xmlns:a16="http://schemas.microsoft.com/office/drawing/2014/main" id="{B96AB57B-56B2-4CAD-9191-40C00799133B}"/>
                </a:ext>
              </a:extLst>
            </p:cNvPr>
            <p:cNvSpPr>
              <a:spLocks noChangeArrowheads="1"/>
            </p:cNvSpPr>
            <p:nvPr/>
          </p:nvSpPr>
          <p:spPr bwMode="auto">
            <a:xfrm>
              <a:off x="1474" y="3339"/>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dirty="0">
                  <a:solidFill>
                    <a:srgbClr val="EB0536"/>
                  </a:solidFill>
                  <a:latin typeface="Times New Roman" panose="02020603050405020304" pitchFamily="18" charset="0"/>
                  <a:cs typeface="Times New Roman" panose="02020603050405020304" pitchFamily="18" charset="0"/>
                </a:rPr>
                <a:t>3</a:t>
              </a:r>
            </a:p>
          </p:txBody>
        </p:sp>
        <p:sp>
          <p:nvSpPr>
            <p:cNvPr id="61" name="Line 39">
              <a:extLst>
                <a:ext uri="{FF2B5EF4-FFF2-40B4-BE49-F238E27FC236}">
                  <a16:creationId xmlns:a16="http://schemas.microsoft.com/office/drawing/2014/main" id="{6C5CFD3C-13E7-4912-ABDD-15D92765653B}"/>
                </a:ext>
              </a:extLst>
            </p:cNvPr>
            <p:cNvSpPr>
              <a:spLocks noChangeShapeType="1"/>
            </p:cNvSpPr>
            <p:nvPr/>
          </p:nvSpPr>
          <p:spPr bwMode="auto">
            <a:xfrm flipV="1">
              <a:off x="1202" y="3521"/>
              <a:ext cx="272" cy="31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2" name="Text Box 40">
              <a:extLst>
                <a:ext uri="{FF2B5EF4-FFF2-40B4-BE49-F238E27FC236}">
                  <a16:creationId xmlns:a16="http://schemas.microsoft.com/office/drawing/2014/main" id="{C630ECC2-D611-4002-ACD9-34A4DDD7332A}"/>
                </a:ext>
              </a:extLst>
            </p:cNvPr>
            <p:cNvSpPr txBox="1">
              <a:spLocks noChangeArrowheads="1"/>
            </p:cNvSpPr>
            <p:nvPr/>
          </p:nvSpPr>
          <p:spPr bwMode="auto">
            <a:xfrm>
              <a:off x="1156" y="3475"/>
              <a:ext cx="229"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r>
                <a:rPr lang="en-US" altLang="zh-CN" sz="1800" baseline="-25000">
                  <a:solidFill>
                    <a:srgbClr val="000000"/>
                  </a:solidFill>
                  <a:latin typeface="Times New Roman" panose="02020603050405020304" pitchFamily="18" charset="0"/>
                  <a:cs typeface="Times New Roman" panose="02020603050405020304" pitchFamily="18" charset="0"/>
                </a:rPr>
                <a:t>1</a:t>
              </a:r>
            </a:p>
          </p:txBody>
        </p:sp>
        <p:sp>
          <p:nvSpPr>
            <p:cNvPr id="63" name="Text Box 41">
              <a:extLst>
                <a:ext uri="{FF2B5EF4-FFF2-40B4-BE49-F238E27FC236}">
                  <a16:creationId xmlns:a16="http://schemas.microsoft.com/office/drawing/2014/main" id="{14B389A1-EB85-485B-A255-67F9F8FC52F2}"/>
                </a:ext>
              </a:extLst>
            </p:cNvPr>
            <p:cNvSpPr txBox="1">
              <a:spLocks noChangeArrowheads="1"/>
            </p:cNvSpPr>
            <p:nvPr/>
          </p:nvSpPr>
          <p:spPr bwMode="auto">
            <a:xfrm>
              <a:off x="1292" y="3612"/>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2</a:t>
              </a:r>
            </a:p>
          </p:txBody>
        </p:sp>
        <p:sp>
          <p:nvSpPr>
            <p:cNvPr id="64" name="Line 42">
              <a:extLst>
                <a:ext uri="{FF2B5EF4-FFF2-40B4-BE49-F238E27FC236}">
                  <a16:creationId xmlns:a16="http://schemas.microsoft.com/office/drawing/2014/main" id="{2A546E3C-BA6F-45FF-8389-4EDCE615ABC5}"/>
                </a:ext>
              </a:extLst>
            </p:cNvPr>
            <p:cNvSpPr>
              <a:spLocks noChangeShapeType="1"/>
            </p:cNvSpPr>
            <p:nvPr/>
          </p:nvSpPr>
          <p:spPr bwMode="auto">
            <a:xfrm>
              <a:off x="1746" y="3521"/>
              <a:ext cx="227" cy="27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5" name="Text Box 43">
              <a:extLst>
                <a:ext uri="{FF2B5EF4-FFF2-40B4-BE49-F238E27FC236}">
                  <a16:creationId xmlns:a16="http://schemas.microsoft.com/office/drawing/2014/main" id="{FCDE89FC-4F81-4269-B519-1EE88CA45D99}"/>
                </a:ext>
              </a:extLst>
            </p:cNvPr>
            <p:cNvSpPr txBox="1">
              <a:spLocks noChangeArrowheads="1"/>
            </p:cNvSpPr>
            <p:nvPr/>
          </p:nvSpPr>
          <p:spPr bwMode="auto">
            <a:xfrm>
              <a:off x="1791" y="3475"/>
              <a:ext cx="229"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r>
                <a:rPr lang="en-US" altLang="zh-CN" sz="1800" baseline="-25000">
                  <a:solidFill>
                    <a:srgbClr val="000000"/>
                  </a:solidFill>
                  <a:latin typeface="Times New Roman" panose="02020603050405020304" pitchFamily="18" charset="0"/>
                  <a:cs typeface="Times New Roman" panose="02020603050405020304" pitchFamily="18" charset="0"/>
                </a:rPr>
                <a:t>2</a:t>
              </a:r>
            </a:p>
          </p:txBody>
        </p:sp>
        <p:sp>
          <p:nvSpPr>
            <p:cNvPr id="66" name="Text Box 44">
              <a:extLst>
                <a:ext uri="{FF2B5EF4-FFF2-40B4-BE49-F238E27FC236}">
                  <a16:creationId xmlns:a16="http://schemas.microsoft.com/office/drawing/2014/main" id="{BD9746EB-4BB9-4E32-9659-9A10471D8057}"/>
                </a:ext>
              </a:extLst>
            </p:cNvPr>
            <p:cNvSpPr txBox="1">
              <a:spLocks noChangeArrowheads="1"/>
            </p:cNvSpPr>
            <p:nvPr/>
          </p:nvSpPr>
          <p:spPr bwMode="auto">
            <a:xfrm>
              <a:off x="1701" y="3612"/>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2</a:t>
              </a:r>
            </a:p>
          </p:txBody>
        </p:sp>
      </p:grpSp>
      <p:grpSp>
        <p:nvGrpSpPr>
          <p:cNvPr id="67" name="Group 46">
            <a:extLst>
              <a:ext uri="{FF2B5EF4-FFF2-40B4-BE49-F238E27FC236}">
                <a16:creationId xmlns:a16="http://schemas.microsoft.com/office/drawing/2014/main" id="{05B9DF4F-5C5F-46F0-9EFA-86F845F03600}"/>
              </a:ext>
            </a:extLst>
          </p:cNvPr>
          <p:cNvGrpSpPr>
            <a:grpSpLocks/>
          </p:cNvGrpSpPr>
          <p:nvPr/>
        </p:nvGrpSpPr>
        <p:grpSpPr bwMode="auto">
          <a:xfrm>
            <a:off x="6767823" y="3503693"/>
            <a:ext cx="1800225" cy="1303337"/>
            <a:chOff x="1020" y="3339"/>
            <a:chExt cx="1134" cy="821"/>
          </a:xfrm>
        </p:grpSpPr>
        <p:sp>
          <p:nvSpPr>
            <p:cNvPr id="68" name="Oval 47">
              <a:extLst>
                <a:ext uri="{FF2B5EF4-FFF2-40B4-BE49-F238E27FC236}">
                  <a16:creationId xmlns:a16="http://schemas.microsoft.com/office/drawing/2014/main" id="{CE26A8CA-3157-4B9E-9F5B-33C4363F207A}"/>
                </a:ext>
              </a:extLst>
            </p:cNvPr>
            <p:cNvSpPr>
              <a:spLocks noChangeArrowheads="1"/>
            </p:cNvSpPr>
            <p:nvPr/>
          </p:nvSpPr>
          <p:spPr bwMode="auto">
            <a:xfrm>
              <a:off x="1020" y="3793"/>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69" name="Oval 48">
              <a:extLst>
                <a:ext uri="{FF2B5EF4-FFF2-40B4-BE49-F238E27FC236}">
                  <a16:creationId xmlns:a16="http://schemas.microsoft.com/office/drawing/2014/main" id="{1942BAD0-D0B8-41FF-A251-412087FDE7F9}"/>
                </a:ext>
              </a:extLst>
            </p:cNvPr>
            <p:cNvSpPr>
              <a:spLocks noChangeArrowheads="1"/>
            </p:cNvSpPr>
            <p:nvPr/>
          </p:nvSpPr>
          <p:spPr bwMode="auto">
            <a:xfrm>
              <a:off x="1882" y="3793"/>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70" name="Line 49">
              <a:extLst>
                <a:ext uri="{FF2B5EF4-FFF2-40B4-BE49-F238E27FC236}">
                  <a16:creationId xmlns:a16="http://schemas.microsoft.com/office/drawing/2014/main" id="{CBB8EFCC-F1B8-4C39-84E5-48D3BB341D8F}"/>
                </a:ext>
              </a:extLst>
            </p:cNvPr>
            <p:cNvSpPr>
              <a:spLocks noChangeShapeType="1"/>
            </p:cNvSpPr>
            <p:nvPr/>
          </p:nvSpPr>
          <p:spPr bwMode="auto">
            <a:xfrm>
              <a:off x="1292" y="3974"/>
              <a:ext cx="59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1" name="Text Box 50">
              <a:extLst>
                <a:ext uri="{FF2B5EF4-FFF2-40B4-BE49-F238E27FC236}">
                  <a16:creationId xmlns:a16="http://schemas.microsoft.com/office/drawing/2014/main" id="{25C86729-F5B8-45BB-B35F-A68E193A99D0}"/>
                </a:ext>
              </a:extLst>
            </p:cNvPr>
            <p:cNvSpPr txBox="1">
              <a:spLocks noChangeArrowheads="1"/>
            </p:cNvSpPr>
            <p:nvPr/>
          </p:nvSpPr>
          <p:spPr bwMode="auto">
            <a:xfrm>
              <a:off x="1552" y="3760"/>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p>
          </p:txBody>
        </p:sp>
        <p:sp>
          <p:nvSpPr>
            <p:cNvPr id="72" name="Text Box 51">
              <a:extLst>
                <a:ext uri="{FF2B5EF4-FFF2-40B4-BE49-F238E27FC236}">
                  <a16:creationId xmlns:a16="http://schemas.microsoft.com/office/drawing/2014/main" id="{6C9A0285-5E61-44D3-8C4B-4BC428D071AD}"/>
                </a:ext>
              </a:extLst>
            </p:cNvPr>
            <p:cNvSpPr txBox="1">
              <a:spLocks noChangeArrowheads="1"/>
            </p:cNvSpPr>
            <p:nvPr/>
          </p:nvSpPr>
          <p:spPr bwMode="auto">
            <a:xfrm>
              <a:off x="1565" y="392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a:t>
              </a:r>
            </a:p>
          </p:txBody>
        </p:sp>
        <p:sp>
          <p:nvSpPr>
            <p:cNvPr id="73" name="Oval 52">
              <a:extLst>
                <a:ext uri="{FF2B5EF4-FFF2-40B4-BE49-F238E27FC236}">
                  <a16:creationId xmlns:a16="http://schemas.microsoft.com/office/drawing/2014/main" id="{F95C863E-94AD-4A9D-8F2E-3536E8EB6C23}"/>
                </a:ext>
              </a:extLst>
            </p:cNvPr>
            <p:cNvSpPr>
              <a:spLocks noChangeArrowheads="1"/>
            </p:cNvSpPr>
            <p:nvPr/>
          </p:nvSpPr>
          <p:spPr bwMode="auto">
            <a:xfrm>
              <a:off x="1474" y="3339"/>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3</a:t>
              </a:r>
            </a:p>
          </p:txBody>
        </p:sp>
        <p:sp>
          <p:nvSpPr>
            <p:cNvPr id="74" name="Line 53">
              <a:extLst>
                <a:ext uri="{FF2B5EF4-FFF2-40B4-BE49-F238E27FC236}">
                  <a16:creationId xmlns:a16="http://schemas.microsoft.com/office/drawing/2014/main" id="{32FE8658-768C-49DF-BE32-E7306AA395FE}"/>
                </a:ext>
              </a:extLst>
            </p:cNvPr>
            <p:cNvSpPr>
              <a:spLocks noChangeShapeType="1"/>
            </p:cNvSpPr>
            <p:nvPr/>
          </p:nvSpPr>
          <p:spPr bwMode="auto">
            <a:xfrm flipV="1">
              <a:off x="1202" y="3521"/>
              <a:ext cx="272" cy="31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5" name="Text Box 54">
              <a:extLst>
                <a:ext uri="{FF2B5EF4-FFF2-40B4-BE49-F238E27FC236}">
                  <a16:creationId xmlns:a16="http://schemas.microsoft.com/office/drawing/2014/main" id="{7739C7D6-1FC0-463B-B24A-CEBCA9AC895F}"/>
                </a:ext>
              </a:extLst>
            </p:cNvPr>
            <p:cNvSpPr txBox="1">
              <a:spLocks noChangeArrowheads="1"/>
            </p:cNvSpPr>
            <p:nvPr/>
          </p:nvSpPr>
          <p:spPr bwMode="auto">
            <a:xfrm>
              <a:off x="1156" y="3475"/>
              <a:ext cx="181"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endParaRPr lang="en-US" altLang="zh-CN" sz="1800" baseline="-25000">
                <a:solidFill>
                  <a:srgbClr val="000000"/>
                </a:solidFill>
                <a:latin typeface="Times New Roman" panose="02020603050405020304" pitchFamily="18" charset="0"/>
                <a:cs typeface="Times New Roman" panose="02020603050405020304" pitchFamily="18" charset="0"/>
              </a:endParaRPr>
            </a:p>
          </p:txBody>
        </p:sp>
        <p:sp>
          <p:nvSpPr>
            <p:cNvPr id="76" name="Text Box 55">
              <a:extLst>
                <a:ext uri="{FF2B5EF4-FFF2-40B4-BE49-F238E27FC236}">
                  <a16:creationId xmlns:a16="http://schemas.microsoft.com/office/drawing/2014/main" id="{D18E5DB1-424C-4463-B83E-884D6A0F92F4}"/>
                </a:ext>
              </a:extLst>
            </p:cNvPr>
            <p:cNvSpPr txBox="1">
              <a:spLocks noChangeArrowheads="1"/>
            </p:cNvSpPr>
            <p:nvPr/>
          </p:nvSpPr>
          <p:spPr bwMode="auto">
            <a:xfrm>
              <a:off x="1292" y="3612"/>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4</a:t>
              </a:r>
            </a:p>
          </p:txBody>
        </p:sp>
        <p:sp>
          <p:nvSpPr>
            <p:cNvPr id="77" name="Line 56">
              <a:extLst>
                <a:ext uri="{FF2B5EF4-FFF2-40B4-BE49-F238E27FC236}">
                  <a16:creationId xmlns:a16="http://schemas.microsoft.com/office/drawing/2014/main" id="{C7E17761-D439-4B98-B2BC-CC85D172327A}"/>
                </a:ext>
              </a:extLst>
            </p:cNvPr>
            <p:cNvSpPr>
              <a:spLocks noChangeShapeType="1"/>
            </p:cNvSpPr>
            <p:nvPr/>
          </p:nvSpPr>
          <p:spPr bwMode="auto">
            <a:xfrm>
              <a:off x="1746" y="3521"/>
              <a:ext cx="227" cy="272"/>
            </a:xfrm>
            <a:prstGeom prst="line">
              <a:avLst/>
            </a:prstGeom>
            <a:noFill/>
            <a:ln w="2857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8" name="Text Box 57">
              <a:extLst>
                <a:ext uri="{FF2B5EF4-FFF2-40B4-BE49-F238E27FC236}">
                  <a16:creationId xmlns:a16="http://schemas.microsoft.com/office/drawing/2014/main" id="{2AC36ECA-6096-479F-BE4D-2A5FD1E5F66C}"/>
                </a:ext>
              </a:extLst>
            </p:cNvPr>
            <p:cNvSpPr txBox="1">
              <a:spLocks noChangeArrowheads="1"/>
            </p:cNvSpPr>
            <p:nvPr/>
          </p:nvSpPr>
          <p:spPr bwMode="auto">
            <a:xfrm>
              <a:off x="1791" y="3475"/>
              <a:ext cx="188"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c</a:t>
              </a:r>
              <a:endParaRPr lang="en-US" altLang="zh-CN" sz="1800" baseline="-25000">
                <a:solidFill>
                  <a:srgbClr val="000000"/>
                </a:solidFill>
                <a:latin typeface="Times New Roman" panose="02020603050405020304" pitchFamily="18" charset="0"/>
                <a:cs typeface="Times New Roman" panose="02020603050405020304" pitchFamily="18" charset="0"/>
              </a:endParaRPr>
            </a:p>
          </p:txBody>
        </p:sp>
        <p:sp>
          <p:nvSpPr>
            <p:cNvPr id="79" name="Text Box 58">
              <a:extLst>
                <a:ext uri="{FF2B5EF4-FFF2-40B4-BE49-F238E27FC236}">
                  <a16:creationId xmlns:a16="http://schemas.microsoft.com/office/drawing/2014/main" id="{2BE9E8C0-EF44-4CCD-950F-DAD53DCB71F3}"/>
                </a:ext>
              </a:extLst>
            </p:cNvPr>
            <p:cNvSpPr txBox="1">
              <a:spLocks noChangeArrowheads="1"/>
            </p:cNvSpPr>
            <p:nvPr/>
          </p:nvSpPr>
          <p:spPr bwMode="auto">
            <a:xfrm>
              <a:off x="1701" y="3612"/>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0</a:t>
              </a:r>
            </a:p>
          </p:txBody>
        </p:sp>
      </p:grpSp>
    </p:spTree>
    <p:extLst>
      <p:ext uri="{BB962C8B-B14F-4D97-AF65-F5344CB8AC3E}">
        <p14:creationId xmlns:p14="http://schemas.microsoft.com/office/powerpoint/2010/main" val="67876798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par>
                                <p:cTn id="17" presetID="8"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amond(in)">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checkerboard(across)">
                                      <p:cBhvr>
                                        <p:cTn id="24" dur="5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checkerboard(across)">
                                      <p:cBhvr>
                                        <p:cTn id="2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若出现必要的反复过程，应将活动的过程拉长或采用等效活动处理。</a:t>
            </a: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为加快工程进度，有时可引入交叉活动。</a:t>
            </a:r>
          </a:p>
        </p:txBody>
      </p:sp>
      <p:grpSp>
        <p:nvGrpSpPr>
          <p:cNvPr id="6" name="Group 48">
            <a:extLst>
              <a:ext uri="{FF2B5EF4-FFF2-40B4-BE49-F238E27FC236}">
                <a16:creationId xmlns:a16="http://schemas.microsoft.com/office/drawing/2014/main" id="{7762D3CD-6B04-4253-A07C-C0D97D4839E3}"/>
              </a:ext>
            </a:extLst>
          </p:cNvPr>
          <p:cNvGrpSpPr>
            <a:grpSpLocks/>
          </p:cNvGrpSpPr>
          <p:nvPr/>
        </p:nvGrpSpPr>
        <p:grpSpPr bwMode="auto">
          <a:xfrm>
            <a:off x="984057" y="2345832"/>
            <a:ext cx="7175500" cy="765175"/>
            <a:chOff x="1111" y="2160"/>
            <a:chExt cx="4520" cy="482"/>
          </a:xfrm>
        </p:grpSpPr>
        <p:sp>
          <p:nvSpPr>
            <p:cNvPr id="7" name="Oval 23">
              <a:extLst>
                <a:ext uri="{FF2B5EF4-FFF2-40B4-BE49-F238E27FC236}">
                  <a16:creationId xmlns:a16="http://schemas.microsoft.com/office/drawing/2014/main" id="{B38F060D-BB26-4AED-9E49-C96E8C40C241}"/>
                </a:ext>
              </a:extLst>
            </p:cNvPr>
            <p:cNvSpPr>
              <a:spLocks noChangeArrowheads="1"/>
            </p:cNvSpPr>
            <p:nvPr/>
          </p:nvSpPr>
          <p:spPr bwMode="auto">
            <a:xfrm>
              <a:off x="1111" y="2250"/>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8" name="Line 24">
              <a:extLst>
                <a:ext uri="{FF2B5EF4-FFF2-40B4-BE49-F238E27FC236}">
                  <a16:creationId xmlns:a16="http://schemas.microsoft.com/office/drawing/2014/main" id="{82594C6A-00FD-4C3A-B6CB-AB5D3C88EB8C}"/>
                </a:ext>
              </a:extLst>
            </p:cNvPr>
            <p:cNvSpPr>
              <a:spLocks noChangeShapeType="1"/>
            </p:cNvSpPr>
            <p:nvPr/>
          </p:nvSpPr>
          <p:spPr bwMode="auto">
            <a:xfrm>
              <a:off x="1413" y="2386"/>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 name="Text Box 25">
              <a:extLst>
                <a:ext uri="{FF2B5EF4-FFF2-40B4-BE49-F238E27FC236}">
                  <a16:creationId xmlns:a16="http://schemas.microsoft.com/office/drawing/2014/main" id="{7EF0636C-373D-4465-A5E7-86144D0D97E0}"/>
                </a:ext>
              </a:extLst>
            </p:cNvPr>
            <p:cNvSpPr txBox="1">
              <a:spLocks noChangeArrowheads="1"/>
            </p:cNvSpPr>
            <p:nvPr/>
          </p:nvSpPr>
          <p:spPr bwMode="auto">
            <a:xfrm>
              <a:off x="1413" y="2160"/>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a</a:t>
              </a: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2</a:t>
              </a:r>
            </a:p>
          </p:txBody>
        </p:sp>
        <p:sp>
          <p:nvSpPr>
            <p:cNvPr id="10" name="Oval 26">
              <a:extLst>
                <a:ext uri="{FF2B5EF4-FFF2-40B4-BE49-F238E27FC236}">
                  <a16:creationId xmlns:a16="http://schemas.microsoft.com/office/drawing/2014/main" id="{FBF6919A-E35E-4C74-A35A-770504169B08}"/>
                </a:ext>
              </a:extLst>
            </p:cNvPr>
            <p:cNvSpPr>
              <a:spLocks noChangeArrowheads="1"/>
            </p:cNvSpPr>
            <p:nvPr/>
          </p:nvSpPr>
          <p:spPr bwMode="auto">
            <a:xfrm>
              <a:off x="1716" y="2250"/>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11" name="Line 27">
              <a:extLst>
                <a:ext uri="{FF2B5EF4-FFF2-40B4-BE49-F238E27FC236}">
                  <a16:creationId xmlns:a16="http://schemas.microsoft.com/office/drawing/2014/main" id="{2C94AF84-40D6-4040-B0F1-BE226CFD94C7}"/>
                </a:ext>
              </a:extLst>
            </p:cNvPr>
            <p:cNvSpPr>
              <a:spLocks noChangeShapeType="1"/>
            </p:cNvSpPr>
            <p:nvPr/>
          </p:nvSpPr>
          <p:spPr bwMode="auto">
            <a:xfrm>
              <a:off x="2018" y="2386"/>
              <a:ext cx="30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2" name="Text Box 28">
              <a:extLst>
                <a:ext uri="{FF2B5EF4-FFF2-40B4-BE49-F238E27FC236}">
                  <a16:creationId xmlns:a16="http://schemas.microsoft.com/office/drawing/2014/main" id="{CA6897F8-307F-428C-9215-A7E31CB71466}"/>
                </a:ext>
              </a:extLst>
            </p:cNvPr>
            <p:cNvSpPr txBox="1">
              <a:spLocks noChangeArrowheads="1"/>
            </p:cNvSpPr>
            <p:nvPr/>
          </p:nvSpPr>
          <p:spPr bwMode="auto">
            <a:xfrm>
              <a:off x="2018" y="2160"/>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b</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3</a:t>
              </a:r>
            </a:p>
          </p:txBody>
        </p:sp>
        <p:sp>
          <p:nvSpPr>
            <p:cNvPr id="13" name="Oval 29">
              <a:extLst>
                <a:ext uri="{FF2B5EF4-FFF2-40B4-BE49-F238E27FC236}">
                  <a16:creationId xmlns:a16="http://schemas.microsoft.com/office/drawing/2014/main" id="{217346C3-A39F-4154-8BAF-D5831EB26648}"/>
                </a:ext>
              </a:extLst>
            </p:cNvPr>
            <p:cNvSpPr>
              <a:spLocks noChangeArrowheads="1"/>
            </p:cNvSpPr>
            <p:nvPr/>
          </p:nvSpPr>
          <p:spPr bwMode="auto">
            <a:xfrm>
              <a:off x="2321" y="2250"/>
              <a:ext cx="303"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3</a:t>
              </a:r>
            </a:p>
          </p:txBody>
        </p:sp>
        <p:sp>
          <p:nvSpPr>
            <p:cNvPr id="14" name="Line 30">
              <a:extLst>
                <a:ext uri="{FF2B5EF4-FFF2-40B4-BE49-F238E27FC236}">
                  <a16:creationId xmlns:a16="http://schemas.microsoft.com/office/drawing/2014/main" id="{12873280-EBE8-43F6-84F8-A17B06CF3AD3}"/>
                </a:ext>
              </a:extLst>
            </p:cNvPr>
            <p:cNvSpPr>
              <a:spLocks noChangeShapeType="1"/>
            </p:cNvSpPr>
            <p:nvPr/>
          </p:nvSpPr>
          <p:spPr bwMode="auto">
            <a:xfrm>
              <a:off x="2624" y="2386"/>
              <a:ext cx="30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5" name="Text Box 31">
              <a:extLst>
                <a:ext uri="{FF2B5EF4-FFF2-40B4-BE49-F238E27FC236}">
                  <a16:creationId xmlns:a16="http://schemas.microsoft.com/office/drawing/2014/main" id="{625DB75F-725D-4493-9A5B-C91BAFBEF8E7}"/>
                </a:ext>
              </a:extLst>
            </p:cNvPr>
            <p:cNvSpPr txBox="1">
              <a:spLocks noChangeArrowheads="1"/>
            </p:cNvSpPr>
            <p:nvPr/>
          </p:nvSpPr>
          <p:spPr bwMode="auto">
            <a:xfrm>
              <a:off x="2624" y="2160"/>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c</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1</a:t>
              </a:r>
            </a:p>
          </p:txBody>
        </p:sp>
        <p:sp>
          <p:nvSpPr>
            <p:cNvPr id="16" name="Oval 32">
              <a:extLst>
                <a:ext uri="{FF2B5EF4-FFF2-40B4-BE49-F238E27FC236}">
                  <a16:creationId xmlns:a16="http://schemas.microsoft.com/office/drawing/2014/main" id="{564796AD-7F79-411C-AC6E-34063CF7F06C}"/>
                </a:ext>
              </a:extLst>
            </p:cNvPr>
            <p:cNvSpPr>
              <a:spLocks noChangeArrowheads="1"/>
            </p:cNvSpPr>
            <p:nvPr/>
          </p:nvSpPr>
          <p:spPr bwMode="auto">
            <a:xfrm>
              <a:off x="2926" y="2250"/>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4</a:t>
              </a:r>
            </a:p>
          </p:txBody>
        </p:sp>
        <p:sp>
          <p:nvSpPr>
            <p:cNvPr id="17" name="Line 33">
              <a:extLst>
                <a:ext uri="{FF2B5EF4-FFF2-40B4-BE49-F238E27FC236}">
                  <a16:creationId xmlns:a16="http://schemas.microsoft.com/office/drawing/2014/main" id="{8EA9001F-E747-4770-B192-B199CCBA2D29}"/>
                </a:ext>
              </a:extLst>
            </p:cNvPr>
            <p:cNvSpPr>
              <a:spLocks noChangeShapeType="1"/>
            </p:cNvSpPr>
            <p:nvPr/>
          </p:nvSpPr>
          <p:spPr bwMode="auto">
            <a:xfrm>
              <a:off x="3228" y="2386"/>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8" name="Text Box 34">
              <a:extLst>
                <a:ext uri="{FF2B5EF4-FFF2-40B4-BE49-F238E27FC236}">
                  <a16:creationId xmlns:a16="http://schemas.microsoft.com/office/drawing/2014/main" id="{237D4BCB-FC5A-44F6-BE0E-3A307730C9E5}"/>
                </a:ext>
              </a:extLst>
            </p:cNvPr>
            <p:cNvSpPr txBox="1">
              <a:spLocks noChangeArrowheads="1"/>
            </p:cNvSpPr>
            <p:nvPr/>
          </p:nvSpPr>
          <p:spPr bwMode="auto">
            <a:xfrm>
              <a:off x="3228" y="2160"/>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11303"/>
                  </a:solidFill>
                  <a:latin typeface="Times New Roman" panose="02020603050405020304" pitchFamily="18" charset="0"/>
                  <a:cs typeface="Times New Roman" panose="02020603050405020304" pitchFamily="18" charset="0"/>
                </a:rPr>
                <a:t>d</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2</a:t>
              </a:r>
            </a:p>
          </p:txBody>
        </p:sp>
        <p:sp>
          <p:nvSpPr>
            <p:cNvPr id="19" name="Oval 35">
              <a:extLst>
                <a:ext uri="{FF2B5EF4-FFF2-40B4-BE49-F238E27FC236}">
                  <a16:creationId xmlns:a16="http://schemas.microsoft.com/office/drawing/2014/main" id="{BE8AB034-C8AC-45CC-9F32-816D5E060A87}"/>
                </a:ext>
              </a:extLst>
            </p:cNvPr>
            <p:cNvSpPr>
              <a:spLocks noChangeArrowheads="1"/>
            </p:cNvSpPr>
            <p:nvPr/>
          </p:nvSpPr>
          <p:spPr bwMode="auto">
            <a:xfrm>
              <a:off x="3531" y="2250"/>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5</a:t>
              </a:r>
            </a:p>
          </p:txBody>
        </p:sp>
        <p:sp>
          <p:nvSpPr>
            <p:cNvPr id="20" name="Line 38">
              <a:extLst>
                <a:ext uri="{FF2B5EF4-FFF2-40B4-BE49-F238E27FC236}">
                  <a16:creationId xmlns:a16="http://schemas.microsoft.com/office/drawing/2014/main" id="{94E37E09-0E5B-465F-BC93-DE1847846AA0}"/>
                </a:ext>
              </a:extLst>
            </p:cNvPr>
            <p:cNvSpPr>
              <a:spLocks noChangeShapeType="1"/>
            </p:cNvSpPr>
            <p:nvPr/>
          </p:nvSpPr>
          <p:spPr bwMode="auto">
            <a:xfrm>
              <a:off x="3847" y="2387"/>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1" name="Text Box 39">
              <a:extLst>
                <a:ext uri="{FF2B5EF4-FFF2-40B4-BE49-F238E27FC236}">
                  <a16:creationId xmlns:a16="http://schemas.microsoft.com/office/drawing/2014/main" id="{42459DA5-1C7B-4869-9963-7B4A48073850}"/>
                </a:ext>
              </a:extLst>
            </p:cNvPr>
            <p:cNvSpPr txBox="1">
              <a:spLocks noChangeArrowheads="1"/>
            </p:cNvSpPr>
            <p:nvPr/>
          </p:nvSpPr>
          <p:spPr bwMode="auto">
            <a:xfrm>
              <a:off x="3847" y="2161"/>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b</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3</a:t>
              </a:r>
            </a:p>
          </p:txBody>
        </p:sp>
        <p:sp>
          <p:nvSpPr>
            <p:cNvPr id="22" name="Oval 40">
              <a:extLst>
                <a:ext uri="{FF2B5EF4-FFF2-40B4-BE49-F238E27FC236}">
                  <a16:creationId xmlns:a16="http://schemas.microsoft.com/office/drawing/2014/main" id="{DD3B26D4-CC1A-4313-81AE-F0CCBCD218A1}"/>
                </a:ext>
              </a:extLst>
            </p:cNvPr>
            <p:cNvSpPr>
              <a:spLocks noChangeArrowheads="1"/>
            </p:cNvSpPr>
            <p:nvPr/>
          </p:nvSpPr>
          <p:spPr bwMode="auto">
            <a:xfrm>
              <a:off x="4150" y="2251"/>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6</a:t>
              </a:r>
            </a:p>
          </p:txBody>
        </p:sp>
        <p:sp>
          <p:nvSpPr>
            <p:cNvPr id="23" name="Line 41">
              <a:extLst>
                <a:ext uri="{FF2B5EF4-FFF2-40B4-BE49-F238E27FC236}">
                  <a16:creationId xmlns:a16="http://schemas.microsoft.com/office/drawing/2014/main" id="{40D718EC-CE0B-432C-8F50-32129FE6F7CB}"/>
                </a:ext>
              </a:extLst>
            </p:cNvPr>
            <p:cNvSpPr>
              <a:spLocks noChangeShapeType="1"/>
            </p:cNvSpPr>
            <p:nvPr/>
          </p:nvSpPr>
          <p:spPr bwMode="auto">
            <a:xfrm>
              <a:off x="4437" y="2387"/>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4" name="Text Box 42">
              <a:extLst>
                <a:ext uri="{FF2B5EF4-FFF2-40B4-BE49-F238E27FC236}">
                  <a16:creationId xmlns:a16="http://schemas.microsoft.com/office/drawing/2014/main" id="{DB52D11E-D36A-4A55-8BC3-76F4B000B984}"/>
                </a:ext>
              </a:extLst>
            </p:cNvPr>
            <p:cNvSpPr txBox="1">
              <a:spLocks noChangeArrowheads="1"/>
            </p:cNvSpPr>
            <p:nvPr/>
          </p:nvSpPr>
          <p:spPr bwMode="auto">
            <a:xfrm>
              <a:off x="4437" y="2161"/>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c</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1</a:t>
              </a:r>
            </a:p>
          </p:txBody>
        </p:sp>
        <p:sp>
          <p:nvSpPr>
            <p:cNvPr id="25" name="Oval 43">
              <a:extLst>
                <a:ext uri="{FF2B5EF4-FFF2-40B4-BE49-F238E27FC236}">
                  <a16:creationId xmlns:a16="http://schemas.microsoft.com/office/drawing/2014/main" id="{D61D2AEC-E3C0-4A2D-9F80-92DAE2C3FC8E}"/>
                </a:ext>
              </a:extLst>
            </p:cNvPr>
            <p:cNvSpPr>
              <a:spLocks noChangeArrowheads="1"/>
            </p:cNvSpPr>
            <p:nvPr/>
          </p:nvSpPr>
          <p:spPr bwMode="auto">
            <a:xfrm>
              <a:off x="4740" y="2251"/>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7</a:t>
              </a:r>
            </a:p>
          </p:txBody>
        </p:sp>
        <p:sp>
          <p:nvSpPr>
            <p:cNvPr id="26" name="Line 44">
              <a:extLst>
                <a:ext uri="{FF2B5EF4-FFF2-40B4-BE49-F238E27FC236}">
                  <a16:creationId xmlns:a16="http://schemas.microsoft.com/office/drawing/2014/main" id="{A9ED99C1-BEB1-4068-A87F-FD34D33C71F2}"/>
                </a:ext>
              </a:extLst>
            </p:cNvPr>
            <p:cNvSpPr>
              <a:spLocks noChangeShapeType="1"/>
            </p:cNvSpPr>
            <p:nvPr/>
          </p:nvSpPr>
          <p:spPr bwMode="auto">
            <a:xfrm>
              <a:off x="5026" y="2387"/>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7" name="Text Box 45">
              <a:extLst>
                <a:ext uri="{FF2B5EF4-FFF2-40B4-BE49-F238E27FC236}">
                  <a16:creationId xmlns:a16="http://schemas.microsoft.com/office/drawing/2014/main" id="{D1F49E6C-7FBE-4F86-8526-3BA067B52877}"/>
                </a:ext>
              </a:extLst>
            </p:cNvPr>
            <p:cNvSpPr txBox="1">
              <a:spLocks noChangeArrowheads="1"/>
            </p:cNvSpPr>
            <p:nvPr/>
          </p:nvSpPr>
          <p:spPr bwMode="auto">
            <a:xfrm>
              <a:off x="5026" y="2161"/>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11303"/>
                  </a:solidFill>
                  <a:latin typeface="Times New Roman" panose="02020603050405020304" pitchFamily="18" charset="0"/>
                  <a:cs typeface="Times New Roman" panose="02020603050405020304" pitchFamily="18" charset="0"/>
                </a:rPr>
                <a:t>e</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4</a:t>
              </a:r>
            </a:p>
          </p:txBody>
        </p:sp>
        <p:sp>
          <p:nvSpPr>
            <p:cNvPr id="28" name="Oval 46">
              <a:extLst>
                <a:ext uri="{FF2B5EF4-FFF2-40B4-BE49-F238E27FC236}">
                  <a16:creationId xmlns:a16="http://schemas.microsoft.com/office/drawing/2014/main" id="{10CBBCF8-ED9A-499E-B517-BCEE882B5DCB}"/>
                </a:ext>
              </a:extLst>
            </p:cNvPr>
            <p:cNvSpPr>
              <a:spLocks noChangeArrowheads="1"/>
            </p:cNvSpPr>
            <p:nvPr/>
          </p:nvSpPr>
          <p:spPr bwMode="auto">
            <a:xfrm>
              <a:off x="5329" y="2251"/>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8</a:t>
              </a:r>
            </a:p>
          </p:txBody>
        </p:sp>
      </p:grpSp>
      <p:grpSp>
        <p:nvGrpSpPr>
          <p:cNvPr id="29" name="Group 21">
            <a:extLst>
              <a:ext uri="{FF2B5EF4-FFF2-40B4-BE49-F238E27FC236}">
                <a16:creationId xmlns:a16="http://schemas.microsoft.com/office/drawing/2014/main" id="{957D6DA4-B651-4660-91EF-8144039FA041}"/>
              </a:ext>
            </a:extLst>
          </p:cNvPr>
          <p:cNvGrpSpPr>
            <a:grpSpLocks/>
          </p:cNvGrpSpPr>
          <p:nvPr/>
        </p:nvGrpSpPr>
        <p:grpSpPr bwMode="auto">
          <a:xfrm>
            <a:off x="2495357" y="1097455"/>
            <a:ext cx="4321175" cy="1346200"/>
            <a:chOff x="1111" y="1117"/>
            <a:chExt cx="2449" cy="848"/>
          </a:xfrm>
        </p:grpSpPr>
        <p:sp>
          <p:nvSpPr>
            <p:cNvPr id="30" name="Oval 4">
              <a:extLst>
                <a:ext uri="{FF2B5EF4-FFF2-40B4-BE49-F238E27FC236}">
                  <a16:creationId xmlns:a16="http://schemas.microsoft.com/office/drawing/2014/main" id="{01ECF2D1-F370-4997-85F8-7C434166FF5E}"/>
                </a:ext>
              </a:extLst>
            </p:cNvPr>
            <p:cNvSpPr>
              <a:spLocks noChangeArrowheads="1"/>
            </p:cNvSpPr>
            <p:nvPr/>
          </p:nvSpPr>
          <p:spPr bwMode="auto">
            <a:xfrm>
              <a:off x="1111" y="1570"/>
              <a:ext cx="27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31" name="Line 5">
              <a:extLst>
                <a:ext uri="{FF2B5EF4-FFF2-40B4-BE49-F238E27FC236}">
                  <a16:creationId xmlns:a16="http://schemas.microsoft.com/office/drawing/2014/main" id="{6D090187-FA7E-40CE-B9B9-E9FC005A19D2}"/>
                </a:ext>
              </a:extLst>
            </p:cNvPr>
            <p:cNvSpPr>
              <a:spLocks noChangeShapeType="1"/>
            </p:cNvSpPr>
            <p:nvPr/>
          </p:nvSpPr>
          <p:spPr bwMode="auto">
            <a:xfrm>
              <a:off x="1383" y="1706"/>
              <a:ext cx="27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2" name="Text Box 6">
              <a:extLst>
                <a:ext uri="{FF2B5EF4-FFF2-40B4-BE49-F238E27FC236}">
                  <a16:creationId xmlns:a16="http://schemas.microsoft.com/office/drawing/2014/main" id="{738746EF-C826-4BF8-B0F9-49D2EAEE1EB9}"/>
                </a:ext>
              </a:extLst>
            </p:cNvPr>
            <p:cNvSpPr txBox="1">
              <a:spLocks noChangeArrowheads="1"/>
            </p:cNvSpPr>
            <p:nvPr/>
          </p:nvSpPr>
          <p:spPr bwMode="auto">
            <a:xfrm>
              <a:off x="1383" y="1480"/>
              <a:ext cx="17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a</a:t>
              </a: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2</a:t>
              </a:r>
            </a:p>
          </p:txBody>
        </p:sp>
        <p:sp>
          <p:nvSpPr>
            <p:cNvPr id="36" name="Oval 7">
              <a:extLst>
                <a:ext uri="{FF2B5EF4-FFF2-40B4-BE49-F238E27FC236}">
                  <a16:creationId xmlns:a16="http://schemas.microsoft.com/office/drawing/2014/main" id="{3F37F81E-5BBE-4699-A1B9-F7E275A99C1F}"/>
                </a:ext>
              </a:extLst>
            </p:cNvPr>
            <p:cNvSpPr>
              <a:spLocks noChangeArrowheads="1"/>
            </p:cNvSpPr>
            <p:nvPr/>
          </p:nvSpPr>
          <p:spPr bwMode="auto">
            <a:xfrm>
              <a:off x="1655" y="1570"/>
              <a:ext cx="27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37" name="Line 8">
              <a:extLst>
                <a:ext uri="{FF2B5EF4-FFF2-40B4-BE49-F238E27FC236}">
                  <a16:creationId xmlns:a16="http://schemas.microsoft.com/office/drawing/2014/main" id="{BB042845-54A1-4EE0-9EBA-7CE9CAF0B091}"/>
                </a:ext>
              </a:extLst>
            </p:cNvPr>
            <p:cNvSpPr>
              <a:spLocks noChangeShapeType="1"/>
            </p:cNvSpPr>
            <p:nvPr/>
          </p:nvSpPr>
          <p:spPr bwMode="auto">
            <a:xfrm>
              <a:off x="1927" y="1706"/>
              <a:ext cx="27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8" name="Text Box 9">
              <a:extLst>
                <a:ext uri="{FF2B5EF4-FFF2-40B4-BE49-F238E27FC236}">
                  <a16:creationId xmlns:a16="http://schemas.microsoft.com/office/drawing/2014/main" id="{423ACAD7-B551-4B5F-98A7-29860D6AC1D9}"/>
                </a:ext>
              </a:extLst>
            </p:cNvPr>
            <p:cNvSpPr txBox="1">
              <a:spLocks noChangeArrowheads="1"/>
            </p:cNvSpPr>
            <p:nvPr/>
          </p:nvSpPr>
          <p:spPr bwMode="auto">
            <a:xfrm>
              <a:off x="1927" y="1480"/>
              <a:ext cx="17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b</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3</a:t>
              </a:r>
            </a:p>
          </p:txBody>
        </p:sp>
        <p:sp>
          <p:nvSpPr>
            <p:cNvPr id="39" name="Oval 10">
              <a:extLst>
                <a:ext uri="{FF2B5EF4-FFF2-40B4-BE49-F238E27FC236}">
                  <a16:creationId xmlns:a16="http://schemas.microsoft.com/office/drawing/2014/main" id="{672516D7-A105-47FF-B374-E1856A8A273E}"/>
                </a:ext>
              </a:extLst>
            </p:cNvPr>
            <p:cNvSpPr>
              <a:spLocks noChangeArrowheads="1"/>
            </p:cNvSpPr>
            <p:nvPr/>
          </p:nvSpPr>
          <p:spPr bwMode="auto">
            <a:xfrm>
              <a:off x="2200" y="1570"/>
              <a:ext cx="27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3</a:t>
              </a:r>
            </a:p>
          </p:txBody>
        </p:sp>
        <p:sp>
          <p:nvSpPr>
            <p:cNvPr id="40" name="Line 11">
              <a:extLst>
                <a:ext uri="{FF2B5EF4-FFF2-40B4-BE49-F238E27FC236}">
                  <a16:creationId xmlns:a16="http://schemas.microsoft.com/office/drawing/2014/main" id="{B1F3608C-9917-483B-8A08-07DB1525FC8C}"/>
                </a:ext>
              </a:extLst>
            </p:cNvPr>
            <p:cNvSpPr>
              <a:spLocks noChangeShapeType="1"/>
            </p:cNvSpPr>
            <p:nvPr/>
          </p:nvSpPr>
          <p:spPr bwMode="auto">
            <a:xfrm>
              <a:off x="2472" y="1706"/>
              <a:ext cx="27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1" name="Text Box 12">
              <a:extLst>
                <a:ext uri="{FF2B5EF4-FFF2-40B4-BE49-F238E27FC236}">
                  <a16:creationId xmlns:a16="http://schemas.microsoft.com/office/drawing/2014/main" id="{64E7AA08-EAC0-4C6D-95C3-F2C725AB17CB}"/>
                </a:ext>
              </a:extLst>
            </p:cNvPr>
            <p:cNvSpPr txBox="1">
              <a:spLocks noChangeArrowheads="1"/>
            </p:cNvSpPr>
            <p:nvPr/>
          </p:nvSpPr>
          <p:spPr bwMode="auto">
            <a:xfrm>
              <a:off x="2472" y="1480"/>
              <a:ext cx="170" cy="48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7030A0"/>
                  </a:solidFill>
                  <a:latin typeface="Times New Roman" panose="02020603050405020304" pitchFamily="18" charset="0"/>
                  <a:cs typeface="Times New Roman" panose="02020603050405020304" pitchFamily="18" charset="0"/>
                </a:rPr>
                <a:t>c</a:t>
              </a: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1</a:t>
              </a:r>
            </a:p>
          </p:txBody>
        </p:sp>
        <p:sp>
          <p:nvSpPr>
            <p:cNvPr id="42" name="Oval 13">
              <a:extLst>
                <a:ext uri="{FF2B5EF4-FFF2-40B4-BE49-F238E27FC236}">
                  <a16:creationId xmlns:a16="http://schemas.microsoft.com/office/drawing/2014/main" id="{A524C6EC-E169-4531-A1FF-1CC14EDA6A16}"/>
                </a:ext>
              </a:extLst>
            </p:cNvPr>
            <p:cNvSpPr>
              <a:spLocks noChangeArrowheads="1"/>
            </p:cNvSpPr>
            <p:nvPr/>
          </p:nvSpPr>
          <p:spPr bwMode="auto">
            <a:xfrm>
              <a:off x="2744" y="1570"/>
              <a:ext cx="27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4</a:t>
              </a:r>
            </a:p>
          </p:txBody>
        </p:sp>
        <p:sp>
          <p:nvSpPr>
            <p:cNvPr id="43" name="Line 14">
              <a:extLst>
                <a:ext uri="{FF2B5EF4-FFF2-40B4-BE49-F238E27FC236}">
                  <a16:creationId xmlns:a16="http://schemas.microsoft.com/office/drawing/2014/main" id="{865F4300-B766-472D-AFBF-471EF01864AF}"/>
                </a:ext>
              </a:extLst>
            </p:cNvPr>
            <p:cNvSpPr>
              <a:spLocks noChangeShapeType="1"/>
            </p:cNvSpPr>
            <p:nvPr/>
          </p:nvSpPr>
          <p:spPr bwMode="auto">
            <a:xfrm>
              <a:off x="3016" y="1706"/>
              <a:ext cx="27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Text Box 15">
              <a:extLst>
                <a:ext uri="{FF2B5EF4-FFF2-40B4-BE49-F238E27FC236}">
                  <a16:creationId xmlns:a16="http://schemas.microsoft.com/office/drawing/2014/main" id="{7CB67132-DC23-4AD8-9195-3AAF2D1BA8DC}"/>
                </a:ext>
              </a:extLst>
            </p:cNvPr>
            <p:cNvSpPr txBox="1">
              <a:spLocks noChangeArrowheads="1"/>
            </p:cNvSpPr>
            <p:nvPr/>
          </p:nvSpPr>
          <p:spPr bwMode="auto">
            <a:xfrm>
              <a:off x="3016" y="1480"/>
              <a:ext cx="17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e</a:t>
              </a: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4</a:t>
              </a:r>
            </a:p>
          </p:txBody>
        </p:sp>
        <p:sp>
          <p:nvSpPr>
            <p:cNvPr id="45" name="Oval 16">
              <a:extLst>
                <a:ext uri="{FF2B5EF4-FFF2-40B4-BE49-F238E27FC236}">
                  <a16:creationId xmlns:a16="http://schemas.microsoft.com/office/drawing/2014/main" id="{43EB9B6B-61FC-446A-8240-46EDD8DA6F98}"/>
                </a:ext>
              </a:extLst>
            </p:cNvPr>
            <p:cNvSpPr>
              <a:spLocks noChangeArrowheads="1"/>
            </p:cNvSpPr>
            <p:nvPr/>
          </p:nvSpPr>
          <p:spPr bwMode="auto">
            <a:xfrm>
              <a:off x="3288" y="1570"/>
              <a:ext cx="27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8</a:t>
              </a:r>
            </a:p>
          </p:txBody>
        </p:sp>
        <p:sp>
          <p:nvSpPr>
            <p:cNvPr id="46" name="Freeform 19">
              <a:extLst>
                <a:ext uri="{FF2B5EF4-FFF2-40B4-BE49-F238E27FC236}">
                  <a16:creationId xmlns:a16="http://schemas.microsoft.com/office/drawing/2014/main" id="{4A19F94F-4FE4-4803-AF3B-E8FF307D4C59}"/>
                </a:ext>
              </a:extLst>
            </p:cNvPr>
            <p:cNvSpPr>
              <a:spLocks/>
            </p:cNvSpPr>
            <p:nvPr/>
          </p:nvSpPr>
          <p:spPr bwMode="auto">
            <a:xfrm>
              <a:off x="1791" y="1344"/>
              <a:ext cx="1089" cy="226"/>
            </a:xfrm>
            <a:custGeom>
              <a:avLst/>
              <a:gdLst>
                <a:gd name="T0" fmla="*/ 1089 w 1089"/>
                <a:gd name="T1" fmla="*/ 136 h 136"/>
                <a:gd name="T2" fmla="*/ 545 w 1089"/>
                <a:gd name="T3" fmla="*/ 0 h 136"/>
                <a:gd name="T4" fmla="*/ 0 w 1089"/>
                <a:gd name="T5" fmla="*/ 136 h 136"/>
              </a:gdLst>
              <a:ahLst/>
              <a:cxnLst>
                <a:cxn ang="0">
                  <a:pos x="T0" y="T1"/>
                </a:cxn>
                <a:cxn ang="0">
                  <a:pos x="T2" y="T3"/>
                </a:cxn>
                <a:cxn ang="0">
                  <a:pos x="T4" y="T5"/>
                </a:cxn>
              </a:cxnLst>
              <a:rect l="0" t="0" r="r" b="b"/>
              <a:pathLst>
                <a:path w="1089" h="136">
                  <a:moveTo>
                    <a:pt x="1089" y="136"/>
                  </a:moveTo>
                  <a:cubicBezTo>
                    <a:pt x="907" y="68"/>
                    <a:pt x="726" y="0"/>
                    <a:pt x="545" y="0"/>
                  </a:cubicBezTo>
                  <a:cubicBezTo>
                    <a:pt x="364" y="0"/>
                    <a:pt x="91" y="113"/>
                    <a:pt x="0" y="136"/>
                  </a:cubicBezTo>
                </a:path>
              </a:pathLst>
            </a:custGeom>
            <a:noFill/>
            <a:ln w="19050"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Text Box 20">
              <a:extLst>
                <a:ext uri="{FF2B5EF4-FFF2-40B4-BE49-F238E27FC236}">
                  <a16:creationId xmlns:a16="http://schemas.microsoft.com/office/drawing/2014/main" id="{7452CFE4-56DB-4DBE-BB21-E0A50CF5A22F}"/>
                </a:ext>
              </a:extLst>
            </p:cNvPr>
            <p:cNvSpPr txBox="1">
              <a:spLocks noChangeArrowheads="1"/>
            </p:cNvSpPr>
            <p:nvPr/>
          </p:nvSpPr>
          <p:spPr bwMode="auto">
            <a:xfrm>
              <a:off x="2245" y="1117"/>
              <a:ext cx="196"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d</a:t>
              </a:r>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2</a:t>
              </a:r>
            </a:p>
          </p:txBody>
        </p:sp>
      </p:grpSp>
      <p:grpSp>
        <p:nvGrpSpPr>
          <p:cNvPr id="48" name="Group 88">
            <a:extLst>
              <a:ext uri="{FF2B5EF4-FFF2-40B4-BE49-F238E27FC236}">
                <a16:creationId xmlns:a16="http://schemas.microsoft.com/office/drawing/2014/main" id="{42A4C58C-A2C6-4C4E-98A5-14AB66CFDD52}"/>
              </a:ext>
            </a:extLst>
          </p:cNvPr>
          <p:cNvGrpSpPr>
            <a:grpSpLocks/>
          </p:cNvGrpSpPr>
          <p:nvPr/>
        </p:nvGrpSpPr>
        <p:grpSpPr bwMode="auto">
          <a:xfrm>
            <a:off x="1139633" y="3861185"/>
            <a:ext cx="2401887" cy="763587"/>
            <a:chOff x="249" y="3203"/>
            <a:chExt cx="1513" cy="481"/>
          </a:xfrm>
        </p:grpSpPr>
        <p:sp>
          <p:nvSpPr>
            <p:cNvPr id="49" name="Oval 50">
              <a:extLst>
                <a:ext uri="{FF2B5EF4-FFF2-40B4-BE49-F238E27FC236}">
                  <a16:creationId xmlns:a16="http://schemas.microsoft.com/office/drawing/2014/main" id="{4BF7F634-69BF-48E9-AFED-0EBE1D0A8FB1}"/>
                </a:ext>
              </a:extLst>
            </p:cNvPr>
            <p:cNvSpPr>
              <a:spLocks noChangeArrowheads="1"/>
            </p:cNvSpPr>
            <p:nvPr/>
          </p:nvSpPr>
          <p:spPr bwMode="auto">
            <a:xfrm>
              <a:off x="249" y="3293"/>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50" name="Line 51">
              <a:extLst>
                <a:ext uri="{FF2B5EF4-FFF2-40B4-BE49-F238E27FC236}">
                  <a16:creationId xmlns:a16="http://schemas.microsoft.com/office/drawing/2014/main" id="{1884E84B-6462-4669-9D10-777CE448198F}"/>
                </a:ext>
              </a:extLst>
            </p:cNvPr>
            <p:cNvSpPr>
              <a:spLocks noChangeShapeType="1"/>
            </p:cNvSpPr>
            <p:nvPr/>
          </p:nvSpPr>
          <p:spPr bwMode="auto">
            <a:xfrm>
              <a:off x="551" y="3429"/>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1" name="Text Box 52">
              <a:extLst>
                <a:ext uri="{FF2B5EF4-FFF2-40B4-BE49-F238E27FC236}">
                  <a16:creationId xmlns:a16="http://schemas.microsoft.com/office/drawing/2014/main" id="{ED23C4A8-3BD6-4FFE-8700-16714997BF03}"/>
                </a:ext>
              </a:extLst>
            </p:cNvPr>
            <p:cNvSpPr txBox="1">
              <a:spLocks noChangeArrowheads="1"/>
            </p:cNvSpPr>
            <p:nvPr/>
          </p:nvSpPr>
          <p:spPr bwMode="auto">
            <a:xfrm>
              <a:off x="551" y="3203"/>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a</a:t>
              </a: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3</a:t>
              </a:r>
            </a:p>
          </p:txBody>
        </p:sp>
        <p:sp>
          <p:nvSpPr>
            <p:cNvPr id="52" name="Oval 53">
              <a:extLst>
                <a:ext uri="{FF2B5EF4-FFF2-40B4-BE49-F238E27FC236}">
                  <a16:creationId xmlns:a16="http://schemas.microsoft.com/office/drawing/2014/main" id="{30728901-FBBE-4A6C-BCA5-26BF3EB96594}"/>
                </a:ext>
              </a:extLst>
            </p:cNvPr>
            <p:cNvSpPr>
              <a:spLocks noChangeArrowheads="1"/>
            </p:cNvSpPr>
            <p:nvPr/>
          </p:nvSpPr>
          <p:spPr bwMode="auto">
            <a:xfrm>
              <a:off x="854" y="3293"/>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53" name="Line 54">
              <a:extLst>
                <a:ext uri="{FF2B5EF4-FFF2-40B4-BE49-F238E27FC236}">
                  <a16:creationId xmlns:a16="http://schemas.microsoft.com/office/drawing/2014/main" id="{63AFDE8A-3818-407E-9601-CB89DA8774FA}"/>
                </a:ext>
              </a:extLst>
            </p:cNvPr>
            <p:cNvSpPr>
              <a:spLocks noChangeShapeType="1"/>
            </p:cNvSpPr>
            <p:nvPr/>
          </p:nvSpPr>
          <p:spPr bwMode="auto">
            <a:xfrm>
              <a:off x="1156" y="3429"/>
              <a:ext cx="30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4" name="Text Box 55">
              <a:extLst>
                <a:ext uri="{FF2B5EF4-FFF2-40B4-BE49-F238E27FC236}">
                  <a16:creationId xmlns:a16="http://schemas.microsoft.com/office/drawing/2014/main" id="{F932DF1A-4ACC-4952-9FA3-1CD95CC590CB}"/>
                </a:ext>
              </a:extLst>
            </p:cNvPr>
            <p:cNvSpPr txBox="1">
              <a:spLocks noChangeArrowheads="1"/>
            </p:cNvSpPr>
            <p:nvPr/>
          </p:nvSpPr>
          <p:spPr bwMode="auto">
            <a:xfrm>
              <a:off x="1156" y="3203"/>
              <a:ext cx="196" cy="4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b</a:t>
              </a: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4</a:t>
              </a:r>
            </a:p>
          </p:txBody>
        </p:sp>
        <p:sp>
          <p:nvSpPr>
            <p:cNvPr id="55" name="Oval 56">
              <a:extLst>
                <a:ext uri="{FF2B5EF4-FFF2-40B4-BE49-F238E27FC236}">
                  <a16:creationId xmlns:a16="http://schemas.microsoft.com/office/drawing/2014/main" id="{CED336FF-D3E9-4666-9AD7-475C8E13DF4E}"/>
                </a:ext>
              </a:extLst>
            </p:cNvPr>
            <p:cNvSpPr>
              <a:spLocks noChangeArrowheads="1"/>
            </p:cNvSpPr>
            <p:nvPr/>
          </p:nvSpPr>
          <p:spPr bwMode="auto">
            <a:xfrm>
              <a:off x="1459" y="3293"/>
              <a:ext cx="303"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6</a:t>
              </a:r>
            </a:p>
          </p:txBody>
        </p:sp>
      </p:grpSp>
      <p:grpSp>
        <p:nvGrpSpPr>
          <p:cNvPr id="56" name="Group 89">
            <a:extLst>
              <a:ext uri="{FF2B5EF4-FFF2-40B4-BE49-F238E27FC236}">
                <a16:creationId xmlns:a16="http://schemas.microsoft.com/office/drawing/2014/main" id="{F1421B8A-0B9D-4EA3-9F90-69DCA99CE8DD}"/>
              </a:ext>
            </a:extLst>
          </p:cNvPr>
          <p:cNvGrpSpPr>
            <a:grpSpLocks/>
          </p:cNvGrpSpPr>
          <p:nvPr/>
        </p:nvGrpSpPr>
        <p:grpSpPr bwMode="auto">
          <a:xfrm>
            <a:off x="4568832" y="3205271"/>
            <a:ext cx="4489450" cy="1851025"/>
            <a:chOff x="2396" y="2931"/>
            <a:chExt cx="2828" cy="1166"/>
          </a:xfrm>
        </p:grpSpPr>
        <p:sp>
          <p:nvSpPr>
            <p:cNvPr id="57" name="Oval 65">
              <a:extLst>
                <a:ext uri="{FF2B5EF4-FFF2-40B4-BE49-F238E27FC236}">
                  <a16:creationId xmlns:a16="http://schemas.microsoft.com/office/drawing/2014/main" id="{53AF7F95-968F-4CE0-B6D5-47FC8C5A7170}"/>
                </a:ext>
              </a:extLst>
            </p:cNvPr>
            <p:cNvSpPr>
              <a:spLocks noChangeArrowheads="1"/>
            </p:cNvSpPr>
            <p:nvPr/>
          </p:nvSpPr>
          <p:spPr bwMode="auto">
            <a:xfrm>
              <a:off x="2396" y="3022"/>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58" name="Line 66">
              <a:extLst>
                <a:ext uri="{FF2B5EF4-FFF2-40B4-BE49-F238E27FC236}">
                  <a16:creationId xmlns:a16="http://schemas.microsoft.com/office/drawing/2014/main" id="{0198B731-8932-41D4-83E9-6F179AC27C01}"/>
                </a:ext>
              </a:extLst>
            </p:cNvPr>
            <p:cNvSpPr>
              <a:spLocks noChangeShapeType="1"/>
            </p:cNvSpPr>
            <p:nvPr/>
          </p:nvSpPr>
          <p:spPr bwMode="auto">
            <a:xfrm>
              <a:off x="2698" y="3158"/>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9" name="Text Box 67">
              <a:extLst>
                <a:ext uri="{FF2B5EF4-FFF2-40B4-BE49-F238E27FC236}">
                  <a16:creationId xmlns:a16="http://schemas.microsoft.com/office/drawing/2014/main" id="{717B3C10-33E3-43BD-A9C4-4FAD90AE9D1F}"/>
                </a:ext>
              </a:extLst>
            </p:cNvPr>
            <p:cNvSpPr txBox="1">
              <a:spLocks noChangeArrowheads="1"/>
            </p:cNvSpPr>
            <p:nvPr/>
          </p:nvSpPr>
          <p:spPr bwMode="auto">
            <a:xfrm>
              <a:off x="2699" y="2931"/>
              <a:ext cx="229" cy="40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a</a:t>
              </a:r>
              <a:r>
                <a:rPr lang="en-US" altLang="zh-CN" sz="1800" baseline="-25000" dirty="0">
                  <a:solidFill>
                    <a:srgbClr val="000000"/>
                  </a:solidFill>
                  <a:latin typeface="Times New Roman" panose="02020603050405020304" pitchFamily="18" charset="0"/>
                  <a:cs typeface="Times New Roman" panose="02020603050405020304" pitchFamily="18" charset="0"/>
                </a:rPr>
                <a:t>1</a:t>
              </a:r>
              <a:endParaRPr lang="en-US" altLang="zh-CN" sz="800" dirty="0">
                <a:solidFill>
                  <a:srgbClr val="000000"/>
                </a:solidFill>
                <a:latin typeface="Times New Roman" panose="02020603050405020304" pitchFamily="18" charset="0"/>
                <a:cs typeface="Times New Roman" panose="02020603050405020304" pitchFamily="18" charset="0"/>
              </a:endParaRPr>
            </a:p>
            <a:p>
              <a:r>
                <a:rPr lang="en-US" altLang="zh-CN" sz="1800" dirty="0">
                  <a:solidFill>
                    <a:srgbClr val="000000"/>
                  </a:solidFill>
                  <a:latin typeface="Times New Roman" panose="02020603050405020304" pitchFamily="18" charset="0"/>
                  <a:cs typeface="Times New Roman" panose="02020603050405020304" pitchFamily="18" charset="0"/>
                </a:rPr>
                <a:t>1</a:t>
              </a:r>
            </a:p>
          </p:txBody>
        </p:sp>
        <p:sp>
          <p:nvSpPr>
            <p:cNvPr id="60" name="Oval 68">
              <a:extLst>
                <a:ext uri="{FF2B5EF4-FFF2-40B4-BE49-F238E27FC236}">
                  <a16:creationId xmlns:a16="http://schemas.microsoft.com/office/drawing/2014/main" id="{78103282-2A43-43E6-A5D4-708068399A0F}"/>
                </a:ext>
              </a:extLst>
            </p:cNvPr>
            <p:cNvSpPr>
              <a:spLocks noChangeArrowheads="1"/>
            </p:cNvSpPr>
            <p:nvPr/>
          </p:nvSpPr>
          <p:spPr bwMode="auto">
            <a:xfrm>
              <a:off x="3001" y="3022"/>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61" name="Line 69">
              <a:extLst>
                <a:ext uri="{FF2B5EF4-FFF2-40B4-BE49-F238E27FC236}">
                  <a16:creationId xmlns:a16="http://schemas.microsoft.com/office/drawing/2014/main" id="{7916559F-C4D6-4C26-9EB2-362D44587DFC}"/>
                </a:ext>
              </a:extLst>
            </p:cNvPr>
            <p:cNvSpPr>
              <a:spLocks noChangeShapeType="1"/>
            </p:cNvSpPr>
            <p:nvPr/>
          </p:nvSpPr>
          <p:spPr bwMode="auto">
            <a:xfrm>
              <a:off x="3303" y="3158"/>
              <a:ext cx="30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2" name="Oval 71">
              <a:extLst>
                <a:ext uri="{FF2B5EF4-FFF2-40B4-BE49-F238E27FC236}">
                  <a16:creationId xmlns:a16="http://schemas.microsoft.com/office/drawing/2014/main" id="{810AB2C3-3FF2-414C-9637-BD02EB58A815}"/>
                </a:ext>
              </a:extLst>
            </p:cNvPr>
            <p:cNvSpPr>
              <a:spLocks noChangeArrowheads="1"/>
            </p:cNvSpPr>
            <p:nvPr/>
          </p:nvSpPr>
          <p:spPr bwMode="auto">
            <a:xfrm>
              <a:off x="3606" y="3022"/>
              <a:ext cx="303"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3</a:t>
              </a:r>
            </a:p>
          </p:txBody>
        </p:sp>
        <p:sp>
          <p:nvSpPr>
            <p:cNvPr id="63" name="Oval 72">
              <a:extLst>
                <a:ext uri="{FF2B5EF4-FFF2-40B4-BE49-F238E27FC236}">
                  <a16:creationId xmlns:a16="http://schemas.microsoft.com/office/drawing/2014/main" id="{CFD67529-1C75-4964-BE57-38484A27EE45}"/>
                </a:ext>
              </a:extLst>
            </p:cNvPr>
            <p:cNvSpPr>
              <a:spLocks noChangeArrowheads="1"/>
            </p:cNvSpPr>
            <p:nvPr/>
          </p:nvSpPr>
          <p:spPr bwMode="auto">
            <a:xfrm>
              <a:off x="3711" y="3702"/>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4</a:t>
              </a:r>
            </a:p>
          </p:txBody>
        </p:sp>
        <p:sp>
          <p:nvSpPr>
            <p:cNvPr id="64" name="Line 73">
              <a:extLst>
                <a:ext uri="{FF2B5EF4-FFF2-40B4-BE49-F238E27FC236}">
                  <a16:creationId xmlns:a16="http://schemas.microsoft.com/office/drawing/2014/main" id="{C0D1CDE9-5107-4DB1-A419-7627CA68256D}"/>
                </a:ext>
              </a:extLst>
            </p:cNvPr>
            <p:cNvSpPr>
              <a:spLocks noChangeShapeType="1"/>
            </p:cNvSpPr>
            <p:nvPr/>
          </p:nvSpPr>
          <p:spPr bwMode="auto">
            <a:xfrm>
              <a:off x="4013" y="3838"/>
              <a:ext cx="3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5" name="Text Box 74">
              <a:extLst>
                <a:ext uri="{FF2B5EF4-FFF2-40B4-BE49-F238E27FC236}">
                  <a16:creationId xmlns:a16="http://schemas.microsoft.com/office/drawing/2014/main" id="{74F2CAAB-E843-4676-A0EC-0DEBEABC39C3}"/>
                </a:ext>
              </a:extLst>
            </p:cNvPr>
            <p:cNvSpPr txBox="1">
              <a:spLocks noChangeArrowheads="1"/>
            </p:cNvSpPr>
            <p:nvPr/>
          </p:nvSpPr>
          <p:spPr bwMode="auto">
            <a:xfrm>
              <a:off x="4013" y="3612"/>
              <a:ext cx="237" cy="48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b</a:t>
              </a:r>
              <a:r>
                <a:rPr lang="en-US" altLang="zh-CN" sz="1800" baseline="-25000">
                  <a:solidFill>
                    <a:srgbClr val="011303"/>
                  </a:solidFill>
                  <a:latin typeface="Times New Roman" panose="02020603050405020304" pitchFamily="18" charset="0"/>
                  <a:cs typeface="Times New Roman" panose="02020603050405020304" pitchFamily="18" charset="0"/>
                </a:rPr>
                <a:t>2</a:t>
              </a:r>
              <a:endParaRPr lang="en-US" altLang="zh-CN" sz="1800">
                <a:solidFill>
                  <a:srgbClr val="011303"/>
                </a:solidFill>
                <a:latin typeface="Times New Roman" panose="02020603050405020304" pitchFamily="18" charset="0"/>
                <a:cs typeface="Times New Roman" panose="02020603050405020304" pitchFamily="18" charset="0"/>
              </a:endParaRP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1</a:t>
              </a:r>
            </a:p>
          </p:txBody>
        </p:sp>
        <p:sp>
          <p:nvSpPr>
            <p:cNvPr id="66" name="Oval 75">
              <a:extLst>
                <a:ext uri="{FF2B5EF4-FFF2-40B4-BE49-F238E27FC236}">
                  <a16:creationId xmlns:a16="http://schemas.microsoft.com/office/drawing/2014/main" id="{2FFB2730-342C-4122-B1DC-C435C36D5DD6}"/>
                </a:ext>
              </a:extLst>
            </p:cNvPr>
            <p:cNvSpPr>
              <a:spLocks noChangeArrowheads="1"/>
            </p:cNvSpPr>
            <p:nvPr/>
          </p:nvSpPr>
          <p:spPr bwMode="auto">
            <a:xfrm>
              <a:off x="4316" y="3702"/>
              <a:ext cx="302"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5</a:t>
              </a:r>
            </a:p>
          </p:txBody>
        </p:sp>
        <p:sp>
          <p:nvSpPr>
            <p:cNvPr id="67" name="Line 76">
              <a:extLst>
                <a:ext uri="{FF2B5EF4-FFF2-40B4-BE49-F238E27FC236}">
                  <a16:creationId xmlns:a16="http://schemas.microsoft.com/office/drawing/2014/main" id="{3422B59F-2F81-4425-A74C-C417FA433F91}"/>
                </a:ext>
              </a:extLst>
            </p:cNvPr>
            <p:cNvSpPr>
              <a:spLocks noChangeShapeType="1"/>
            </p:cNvSpPr>
            <p:nvPr/>
          </p:nvSpPr>
          <p:spPr bwMode="auto">
            <a:xfrm>
              <a:off x="4618" y="3838"/>
              <a:ext cx="30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8" name="Oval 78">
              <a:extLst>
                <a:ext uri="{FF2B5EF4-FFF2-40B4-BE49-F238E27FC236}">
                  <a16:creationId xmlns:a16="http://schemas.microsoft.com/office/drawing/2014/main" id="{7557D5E9-1FBB-40C9-AE97-E77484859863}"/>
                </a:ext>
              </a:extLst>
            </p:cNvPr>
            <p:cNvSpPr>
              <a:spLocks noChangeArrowheads="1"/>
            </p:cNvSpPr>
            <p:nvPr/>
          </p:nvSpPr>
          <p:spPr bwMode="auto">
            <a:xfrm>
              <a:off x="4921" y="3702"/>
              <a:ext cx="303" cy="273"/>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6</a:t>
              </a:r>
            </a:p>
          </p:txBody>
        </p:sp>
        <p:sp>
          <p:nvSpPr>
            <p:cNvPr id="69" name="Line 79">
              <a:extLst>
                <a:ext uri="{FF2B5EF4-FFF2-40B4-BE49-F238E27FC236}">
                  <a16:creationId xmlns:a16="http://schemas.microsoft.com/office/drawing/2014/main" id="{02F3F38C-EFD8-416A-B057-4DD34E52DC05}"/>
                </a:ext>
              </a:extLst>
            </p:cNvPr>
            <p:cNvSpPr>
              <a:spLocks noChangeShapeType="1"/>
            </p:cNvSpPr>
            <p:nvPr/>
          </p:nvSpPr>
          <p:spPr bwMode="auto">
            <a:xfrm>
              <a:off x="3923" y="3203"/>
              <a:ext cx="499" cy="49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 name="Text Box 80">
              <a:extLst>
                <a:ext uri="{FF2B5EF4-FFF2-40B4-BE49-F238E27FC236}">
                  <a16:creationId xmlns:a16="http://schemas.microsoft.com/office/drawing/2014/main" id="{CF377655-6F27-4E01-998E-0158BC42B70D}"/>
                </a:ext>
              </a:extLst>
            </p:cNvPr>
            <p:cNvSpPr txBox="1">
              <a:spLocks noChangeArrowheads="1"/>
            </p:cNvSpPr>
            <p:nvPr/>
          </p:nvSpPr>
          <p:spPr bwMode="auto">
            <a:xfrm>
              <a:off x="4649" y="3612"/>
              <a:ext cx="237" cy="48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b</a:t>
              </a:r>
              <a:r>
                <a:rPr lang="en-US" altLang="zh-CN" sz="1800" baseline="-25000">
                  <a:solidFill>
                    <a:srgbClr val="011303"/>
                  </a:solidFill>
                  <a:latin typeface="Times New Roman" panose="02020603050405020304" pitchFamily="18" charset="0"/>
                  <a:cs typeface="Times New Roman" panose="02020603050405020304" pitchFamily="18" charset="0"/>
                </a:rPr>
                <a:t>3</a:t>
              </a:r>
              <a:endParaRPr lang="en-US" altLang="zh-CN" sz="1800">
                <a:solidFill>
                  <a:srgbClr val="011303"/>
                </a:solidFill>
                <a:latin typeface="Times New Roman" panose="02020603050405020304" pitchFamily="18" charset="0"/>
                <a:cs typeface="Times New Roman" panose="02020603050405020304" pitchFamily="18" charset="0"/>
              </a:endParaRP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1</a:t>
              </a:r>
            </a:p>
          </p:txBody>
        </p:sp>
        <p:sp>
          <p:nvSpPr>
            <p:cNvPr id="71" name="Line 81">
              <a:extLst>
                <a:ext uri="{FF2B5EF4-FFF2-40B4-BE49-F238E27FC236}">
                  <a16:creationId xmlns:a16="http://schemas.microsoft.com/office/drawing/2014/main" id="{F463B258-BE3C-4872-AEF8-31220A43964D}"/>
                </a:ext>
              </a:extLst>
            </p:cNvPr>
            <p:cNvSpPr>
              <a:spLocks noChangeShapeType="1"/>
            </p:cNvSpPr>
            <p:nvPr/>
          </p:nvSpPr>
          <p:spPr bwMode="auto">
            <a:xfrm>
              <a:off x="3198" y="3294"/>
              <a:ext cx="498" cy="49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2" name="Text Box 82">
              <a:extLst>
                <a:ext uri="{FF2B5EF4-FFF2-40B4-BE49-F238E27FC236}">
                  <a16:creationId xmlns:a16="http://schemas.microsoft.com/office/drawing/2014/main" id="{FBA79DF4-FDB3-4A7C-9719-F0C7971D28FD}"/>
                </a:ext>
              </a:extLst>
            </p:cNvPr>
            <p:cNvSpPr txBox="1">
              <a:spLocks noChangeArrowheads="1"/>
            </p:cNvSpPr>
            <p:nvPr/>
          </p:nvSpPr>
          <p:spPr bwMode="auto">
            <a:xfrm>
              <a:off x="3379" y="3339"/>
              <a:ext cx="237" cy="48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b</a:t>
              </a:r>
              <a:r>
                <a:rPr lang="en-US" altLang="zh-CN" sz="1800" baseline="-25000">
                  <a:solidFill>
                    <a:srgbClr val="011303"/>
                  </a:solidFill>
                  <a:latin typeface="Times New Roman" panose="02020603050405020304" pitchFamily="18" charset="0"/>
                  <a:cs typeface="Times New Roman" panose="02020603050405020304" pitchFamily="18" charset="0"/>
                </a:rPr>
                <a:t>1</a:t>
              </a:r>
              <a:endParaRPr lang="en-US" altLang="zh-CN" sz="1800">
                <a:solidFill>
                  <a:srgbClr val="011303"/>
                </a:solidFill>
                <a:latin typeface="Times New Roman" panose="02020603050405020304" pitchFamily="18" charset="0"/>
                <a:cs typeface="Times New Roman" panose="02020603050405020304" pitchFamily="18" charset="0"/>
              </a:endParaRPr>
            </a:p>
            <a:p>
              <a:endParaRPr lang="en-US" altLang="zh-CN" sz="800">
                <a:solidFill>
                  <a:srgbClr val="011303"/>
                </a:solidFill>
                <a:latin typeface="Times New Roman" panose="02020603050405020304" pitchFamily="18" charset="0"/>
                <a:cs typeface="Times New Roman" panose="02020603050405020304" pitchFamily="18" charset="0"/>
              </a:endParaRPr>
            </a:p>
            <a:p>
              <a:r>
                <a:rPr lang="en-US" altLang="zh-CN" sz="1800">
                  <a:solidFill>
                    <a:srgbClr val="011303"/>
                  </a:solidFill>
                  <a:latin typeface="Times New Roman" panose="02020603050405020304" pitchFamily="18" charset="0"/>
                  <a:cs typeface="Times New Roman" panose="02020603050405020304" pitchFamily="18" charset="0"/>
                </a:rPr>
                <a:t>2</a:t>
              </a:r>
            </a:p>
          </p:txBody>
        </p:sp>
        <p:sp>
          <p:nvSpPr>
            <p:cNvPr id="73" name="Line 83">
              <a:extLst>
                <a:ext uri="{FF2B5EF4-FFF2-40B4-BE49-F238E27FC236}">
                  <a16:creationId xmlns:a16="http://schemas.microsoft.com/office/drawing/2014/main" id="{BFF71BDB-6AB9-4406-8998-FB66C1A34BCD}"/>
                </a:ext>
              </a:extLst>
            </p:cNvPr>
            <p:cNvSpPr>
              <a:spLocks noChangeShapeType="1"/>
            </p:cNvSpPr>
            <p:nvPr/>
          </p:nvSpPr>
          <p:spPr bwMode="auto">
            <a:xfrm>
              <a:off x="3787" y="3294"/>
              <a:ext cx="46" cy="408"/>
            </a:xfrm>
            <a:prstGeom prst="line">
              <a:avLst/>
            </a:prstGeom>
            <a:noFill/>
            <a:ln w="2857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4" name="Text Box 84">
              <a:extLst>
                <a:ext uri="{FF2B5EF4-FFF2-40B4-BE49-F238E27FC236}">
                  <a16:creationId xmlns:a16="http://schemas.microsoft.com/office/drawing/2014/main" id="{E4E56085-CD73-4C9A-86E3-467F1C5AFF2D}"/>
                </a:ext>
              </a:extLst>
            </p:cNvPr>
            <p:cNvSpPr txBox="1">
              <a:spLocks noChangeArrowheads="1"/>
            </p:cNvSpPr>
            <p:nvPr/>
          </p:nvSpPr>
          <p:spPr bwMode="auto">
            <a:xfrm>
              <a:off x="4014" y="3113"/>
              <a:ext cx="229" cy="48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11303"/>
                  </a:solidFill>
                  <a:latin typeface="Times New Roman" panose="02020603050405020304" pitchFamily="18" charset="0"/>
                  <a:cs typeface="Times New Roman" panose="02020603050405020304" pitchFamily="18" charset="0"/>
                </a:rPr>
                <a:t>a</a:t>
              </a:r>
              <a:r>
                <a:rPr lang="en-US" altLang="zh-CN" sz="1800" baseline="-25000" dirty="0">
                  <a:solidFill>
                    <a:srgbClr val="011303"/>
                  </a:solidFill>
                  <a:latin typeface="Times New Roman" panose="02020603050405020304" pitchFamily="18" charset="0"/>
                  <a:cs typeface="Times New Roman" panose="02020603050405020304" pitchFamily="18" charset="0"/>
                </a:rPr>
                <a:t>3</a:t>
              </a:r>
              <a:endParaRPr lang="en-US" altLang="zh-CN" sz="1800" dirty="0">
                <a:solidFill>
                  <a:srgbClr val="011303"/>
                </a:solidFill>
                <a:latin typeface="Times New Roman" panose="02020603050405020304" pitchFamily="18" charset="0"/>
                <a:cs typeface="Times New Roman" panose="02020603050405020304" pitchFamily="18" charset="0"/>
              </a:endParaRPr>
            </a:p>
            <a:p>
              <a:endParaRPr lang="en-US" altLang="zh-CN" sz="800" dirty="0">
                <a:solidFill>
                  <a:srgbClr val="011303"/>
                </a:solidFill>
                <a:latin typeface="Times New Roman" panose="02020603050405020304" pitchFamily="18" charset="0"/>
                <a:cs typeface="Times New Roman" panose="02020603050405020304" pitchFamily="18" charset="0"/>
              </a:endParaRPr>
            </a:p>
            <a:p>
              <a:r>
                <a:rPr lang="en-US" altLang="zh-CN" sz="1800" dirty="0">
                  <a:solidFill>
                    <a:srgbClr val="011303"/>
                  </a:solidFill>
                  <a:latin typeface="Times New Roman" panose="02020603050405020304" pitchFamily="18" charset="0"/>
                  <a:cs typeface="Times New Roman" panose="02020603050405020304" pitchFamily="18" charset="0"/>
                </a:rPr>
                <a:t>1</a:t>
              </a:r>
            </a:p>
          </p:txBody>
        </p:sp>
        <p:sp>
          <p:nvSpPr>
            <p:cNvPr id="75" name="Text Box 85">
              <a:extLst>
                <a:ext uri="{FF2B5EF4-FFF2-40B4-BE49-F238E27FC236}">
                  <a16:creationId xmlns:a16="http://schemas.microsoft.com/office/drawing/2014/main" id="{FEB989C6-8735-42E8-95F6-6293F1ABEAE4}"/>
                </a:ext>
              </a:extLst>
            </p:cNvPr>
            <p:cNvSpPr txBox="1">
              <a:spLocks noChangeArrowheads="1"/>
            </p:cNvSpPr>
            <p:nvPr/>
          </p:nvSpPr>
          <p:spPr bwMode="auto">
            <a:xfrm>
              <a:off x="3787" y="3339"/>
              <a:ext cx="188"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11303"/>
                  </a:solidFill>
                  <a:latin typeface="Times New Roman" panose="02020603050405020304" pitchFamily="18" charset="0"/>
                  <a:cs typeface="Times New Roman" panose="02020603050405020304" pitchFamily="18" charset="0"/>
                </a:rPr>
                <a:t>c</a:t>
              </a:r>
            </a:p>
          </p:txBody>
        </p:sp>
        <p:sp>
          <p:nvSpPr>
            <p:cNvPr id="76" name="Text Box 87">
              <a:extLst>
                <a:ext uri="{FF2B5EF4-FFF2-40B4-BE49-F238E27FC236}">
                  <a16:creationId xmlns:a16="http://schemas.microsoft.com/office/drawing/2014/main" id="{AA571E87-E75D-4791-9327-1ED59481A851}"/>
                </a:ext>
              </a:extLst>
            </p:cNvPr>
            <p:cNvSpPr txBox="1">
              <a:spLocks noChangeArrowheads="1"/>
            </p:cNvSpPr>
            <p:nvPr/>
          </p:nvSpPr>
          <p:spPr bwMode="auto">
            <a:xfrm>
              <a:off x="3334" y="2931"/>
              <a:ext cx="229" cy="40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r>
                <a:rPr lang="en-US" altLang="zh-CN" sz="1800" baseline="-25000">
                  <a:solidFill>
                    <a:srgbClr val="000000"/>
                  </a:solidFill>
                  <a:latin typeface="Times New Roman" panose="02020603050405020304" pitchFamily="18" charset="0"/>
                  <a:cs typeface="Times New Roman" panose="02020603050405020304" pitchFamily="18" charset="0"/>
                </a:rPr>
                <a:t>2</a:t>
              </a:r>
              <a:endParaRPr lang="en-US" altLang="zh-CN" sz="800">
                <a:solidFill>
                  <a:srgbClr val="000000"/>
                </a:solidFill>
                <a:latin typeface="Times New Roman" panose="02020603050405020304" pitchFamily="18" charset="0"/>
                <a:cs typeface="Times New Roman" panose="02020603050405020304" pitchFamily="18" charset="0"/>
              </a:endParaRPr>
            </a:p>
            <a:p>
              <a:r>
                <a:rPr lang="en-US" altLang="zh-CN" sz="1800">
                  <a:solidFill>
                    <a:srgbClr val="000000"/>
                  </a:solidFill>
                  <a:latin typeface="Times New Roman" panose="02020603050405020304" pitchFamily="18" charset="0"/>
                  <a:cs typeface="Times New Roman" panose="02020603050405020304" pitchFamily="18" charset="0"/>
                </a:rPr>
                <a:t>1</a:t>
              </a:r>
            </a:p>
          </p:txBody>
        </p:sp>
      </p:grpSp>
    </p:spTree>
    <p:extLst>
      <p:ext uri="{BB962C8B-B14F-4D97-AF65-F5344CB8AC3E}">
        <p14:creationId xmlns:p14="http://schemas.microsoft.com/office/powerpoint/2010/main" val="251632499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heckerboard(across)">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checkerboard(across)">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checkerboard(across)">
                                      <p:cBhvr>
                                        <p:cTn id="31" dur="5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checkerboard(across)">
                                      <p:cBhvr>
                                        <p:cTn id="36"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计划网络图具有如下特性：</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有向性和不可逆转性</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连通性（连续性）</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封闭性</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注：可用以上特性来判断计划网络图的正确性</a:t>
            </a:r>
          </a:p>
        </p:txBody>
      </p:sp>
      <p:pic>
        <p:nvPicPr>
          <p:cNvPr id="3" name="Picture 8">
            <a:extLst>
              <a:ext uri="{FF2B5EF4-FFF2-40B4-BE49-F238E27FC236}">
                <a16:creationId xmlns:a16="http://schemas.microsoft.com/office/drawing/2014/main" id="{18B46219-8FF6-430D-937B-3B660A283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369" y="2265064"/>
            <a:ext cx="7561262"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2088581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4524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6.1.3 </a:t>
            </a:r>
            <a:r>
              <a:rPr lang="zh-CN" altLang="en-US" sz="2400" spc="300" dirty="0">
                <a:latin typeface="微软雅黑" panose="020B0503020204020204" pitchFamily="34" charset="-122"/>
                <a:ea typeface="微软雅黑" panose="020B0503020204020204" pitchFamily="34" charset="-122"/>
              </a:rPr>
              <a:t>进度计划与团队组织的工作流程</a:t>
            </a:r>
          </a:p>
        </p:txBody>
      </p:sp>
      <p:sp>
        <p:nvSpPr>
          <p:cNvPr id="6" name="Rectangle 5">
            <a:extLst>
              <a:ext uri="{FF2B5EF4-FFF2-40B4-BE49-F238E27FC236}">
                <a16:creationId xmlns:a16="http://schemas.microsoft.com/office/drawing/2014/main" id="{5CCAB069-498E-4B33-BD21-540B748C2486}"/>
              </a:ext>
            </a:extLst>
          </p:cNvPr>
          <p:cNvSpPr>
            <a:spLocks noChangeArrowheads="1"/>
          </p:cNvSpPr>
          <p:nvPr/>
        </p:nvSpPr>
        <p:spPr bwMode="auto">
          <a:xfrm>
            <a:off x="742278" y="1049630"/>
            <a:ext cx="644199" cy="222719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明确</a:t>
            </a:r>
          </a:p>
          <a:p>
            <a:pPr algn="ctr"/>
            <a:r>
              <a:rPr lang="zh-CN" altLang="en-US" sz="1600" b="1" dirty="0">
                <a:solidFill>
                  <a:srgbClr val="000000"/>
                </a:solidFill>
              </a:rPr>
              <a:t>系统</a:t>
            </a:r>
          </a:p>
          <a:p>
            <a:pPr algn="ctr"/>
            <a:r>
              <a:rPr lang="zh-CN" altLang="en-US" sz="1600" b="1" dirty="0">
                <a:solidFill>
                  <a:srgbClr val="000000"/>
                </a:solidFill>
              </a:rPr>
              <a:t>目标</a:t>
            </a:r>
          </a:p>
          <a:p>
            <a:pPr algn="ctr"/>
            <a:r>
              <a:rPr lang="zh-CN" altLang="en-US" sz="1600" b="1" dirty="0">
                <a:solidFill>
                  <a:srgbClr val="000000"/>
                </a:solidFill>
              </a:rPr>
              <a:t>和</a:t>
            </a:r>
          </a:p>
          <a:p>
            <a:pPr algn="ctr"/>
            <a:r>
              <a:rPr lang="zh-CN" altLang="en-US" sz="1600" b="1" dirty="0">
                <a:solidFill>
                  <a:srgbClr val="000000"/>
                </a:solidFill>
              </a:rPr>
              <a:t>功能</a:t>
            </a:r>
          </a:p>
          <a:p>
            <a:pPr algn="ctr"/>
            <a:r>
              <a:rPr lang="zh-CN" altLang="en-US" sz="1600" b="1" dirty="0">
                <a:solidFill>
                  <a:srgbClr val="000000"/>
                </a:solidFill>
              </a:rPr>
              <a:t>需求</a:t>
            </a:r>
          </a:p>
        </p:txBody>
      </p:sp>
      <p:sp>
        <p:nvSpPr>
          <p:cNvPr id="7" name="Rectangle 6">
            <a:extLst>
              <a:ext uri="{FF2B5EF4-FFF2-40B4-BE49-F238E27FC236}">
                <a16:creationId xmlns:a16="http://schemas.microsoft.com/office/drawing/2014/main" id="{06A4D5C0-27AB-4881-A236-DCECC8311DF0}"/>
              </a:ext>
            </a:extLst>
          </p:cNvPr>
          <p:cNvSpPr>
            <a:spLocks noChangeArrowheads="1"/>
          </p:cNvSpPr>
          <p:nvPr/>
        </p:nvSpPr>
        <p:spPr bwMode="auto">
          <a:xfrm>
            <a:off x="1643305" y="1049630"/>
            <a:ext cx="644199" cy="222719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做</a:t>
            </a:r>
          </a:p>
          <a:p>
            <a:pPr algn="ctr"/>
            <a:r>
              <a:rPr lang="zh-CN" altLang="en-US" sz="1600" b="1" dirty="0">
                <a:solidFill>
                  <a:srgbClr val="000000"/>
                </a:solidFill>
              </a:rPr>
              <a:t>项目</a:t>
            </a:r>
          </a:p>
          <a:p>
            <a:pPr algn="ctr"/>
            <a:r>
              <a:rPr lang="zh-CN" altLang="en-US" sz="1600" b="1" dirty="0">
                <a:solidFill>
                  <a:srgbClr val="FF0000"/>
                </a:solidFill>
              </a:rPr>
              <a:t>任务</a:t>
            </a:r>
          </a:p>
          <a:p>
            <a:pPr algn="ctr"/>
            <a:r>
              <a:rPr lang="zh-CN" altLang="en-US" sz="1600" b="1" dirty="0">
                <a:solidFill>
                  <a:srgbClr val="FF0000"/>
                </a:solidFill>
              </a:rPr>
              <a:t>分解</a:t>
            </a:r>
            <a:r>
              <a:rPr lang="zh-CN" altLang="en-US" sz="1600" b="1" dirty="0">
                <a:solidFill>
                  <a:srgbClr val="000000"/>
                </a:solidFill>
              </a:rPr>
              <a:t>，</a:t>
            </a:r>
          </a:p>
          <a:p>
            <a:pPr algn="ctr"/>
            <a:r>
              <a:rPr lang="zh-CN" altLang="en-US" sz="1600" b="1" dirty="0">
                <a:solidFill>
                  <a:srgbClr val="000000"/>
                </a:solidFill>
              </a:rPr>
              <a:t>完成</a:t>
            </a:r>
          </a:p>
          <a:p>
            <a:pPr algn="ctr"/>
            <a:r>
              <a:rPr lang="en-US" altLang="zh-CN" sz="1600" b="1" dirty="0">
                <a:solidFill>
                  <a:srgbClr val="000000"/>
                </a:solidFill>
              </a:rPr>
              <a:t>WBS</a:t>
            </a:r>
          </a:p>
        </p:txBody>
      </p:sp>
      <p:sp>
        <p:nvSpPr>
          <p:cNvPr id="8" name="Rectangle 7">
            <a:extLst>
              <a:ext uri="{FF2B5EF4-FFF2-40B4-BE49-F238E27FC236}">
                <a16:creationId xmlns:a16="http://schemas.microsoft.com/office/drawing/2014/main" id="{ADEB7F6C-CAB9-48C2-9AD4-B81C18B7AC6F}"/>
              </a:ext>
            </a:extLst>
          </p:cNvPr>
          <p:cNvSpPr>
            <a:spLocks noChangeArrowheads="1"/>
          </p:cNvSpPr>
          <p:nvPr/>
        </p:nvSpPr>
        <p:spPr bwMode="auto">
          <a:xfrm>
            <a:off x="2673456" y="1049630"/>
            <a:ext cx="644199" cy="222719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确定</a:t>
            </a:r>
          </a:p>
          <a:p>
            <a:pPr algn="ctr"/>
            <a:r>
              <a:rPr lang="en-US" altLang="zh-CN" sz="1600" b="1">
                <a:solidFill>
                  <a:srgbClr val="000000"/>
                </a:solidFill>
              </a:rPr>
              <a:t>WBS</a:t>
            </a:r>
          </a:p>
          <a:p>
            <a:pPr algn="ctr"/>
            <a:r>
              <a:rPr lang="zh-CN" altLang="en-US" sz="1600" b="1">
                <a:solidFill>
                  <a:srgbClr val="000000"/>
                </a:solidFill>
              </a:rPr>
              <a:t>子项目</a:t>
            </a:r>
          </a:p>
          <a:p>
            <a:pPr algn="ctr"/>
            <a:r>
              <a:rPr lang="zh-CN" altLang="en-US" sz="1600" b="1">
                <a:solidFill>
                  <a:srgbClr val="000000"/>
                </a:solidFill>
              </a:rPr>
              <a:t>任务</a:t>
            </a:r>
          </a:p>
          <a:p>
            <a:pPr algn="ctr"/>
            <a:r>
              <a:rPr lang="zh-CN" altLang="en-US" sz="1600" b="1">
                <a:solidFill>
                  <a:srgbClr val="000000"/>
                </a:solidFill>
              </a:rPr>
              <a:t>结构图</a:t>
            </a:r>
          </a:p>
        </p:txBody>
      </p:sp>
      <p:sp>
        <p:nvSpPr>
          <p:cNvPr id="9" name="Rectangle 8">
            <a:extLst>
              <a:ext uri="{FF2B5EF4-FFF2-40B4-BE49-F238E27FC236}">
                <a16:creationId xmlns:a16="http://schemas.microsoft.com/office/drawing/2014/main" id="{BFF7CEE7-43DD-4CFE-BC49-25C89592ADD5}"/>
              </a:ext>
            </a:extLst>
          </p:cNvPr>
          <p:cNvSpPr>
            <a:spLocks noChangeArrowheads="1"/>
          </p:cNvSpPr>
          <p:nvPr/>
        </p:nvSpPr>
        <p:spPr bwMode="auto">
          <a:xfrm>
            <a:off x="3638336" y="1049630"/>
            <a:ext cx="1094004" cy="2162675"/>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估计软件</a:t>
            </a:r>
          </a:p>
          <a:p>
            <a:pPr algn="ctr"/>
            <a:r>
              <a:rPr lang="zh-CN" altLang="en-US" sz="1600" b="1" dirty="0">
                <a:solidFill>
                  <a:srgbClr val="000000"/>
                </a:solidFill>
              </a:rPr>
              <a:t>开发各阶</a:t>
            </a:r>
          </a:p>
          <a:p>
            <a:pPr algn="ctr"/>
            <a:r>
              <a:rPr lang="zh-CN" altLang="en-US" sz="1600" b="1" dirty="0">
                <a:solidFill>
                  <a:srgbClr val="000000"/>
                </a:solidFill>
              </a:rPr>
              <a:t>段中各活</a:t>
            </a:r>
          </a:p>
          <a:p>
            <a:pPr algn="ctr"/>
            <a:r>
              <a:rPr lang="zh-CN" altLang="en-US" sz="1600" b="1" dirty="0">
                <a:solidFill>
                  <a:srgbClr val="000000"/>
                </a:solidFill>
              </a:rPr>
              <a:t>动的规模、</a:t>
            </a:r>
          </a:p>
          <a:p>
            <a:pPr algn="ctr"/>
            <a:r>
              <a:rPr lang="zh-CN" altLang="en-US" sz="1600" b="1" dirty="0">
                <a:solidFill>
                  <a:srgbClr val="000000"/>
                </a:solidFill>
              </a:rPr>
              <a:t>工作量、</a:t>
            </a:r>
          </a:p>
          <a:p>
            <a:pPr algn="ctr"/>
            <a:r>
              <a:rPr lang="zh-CN" altLang="en-US" sz="1600" b="1" dirty="0">
                <a:solidFill>
                  <a:srgbClr val="000000"/>
                </a:solidFill>
              </a:rPr>
              <a:t>成本和进</a:t>
            </a:r>
          </a:p>
          <a:p>
            <a:pPr algn="ctr"/>
            <a:r>
              <a:rPr lang="zh-CN" altLang="en-US" sz="1600" b="1" dirty="0">
                <a:solidFill>
                  <a:srgbClr val="000000"/>
                </a:solidFill>
              </a:rPr>
              <a:t>度（时长）</a:t>
            </a:r>
            <a:r>
              <a:rPr lang="en-US" altLang="zh-CN" sz="1600" b="1" dirty="0">
                <a:solidFill>
                  <a:srgbClr val="000000"/>
                </a:solidFill>
              </a:rPr>
              <a:t>,</a:t>
            </a:r>
          </a:p>
          <a:p>
            <a:pPr algn="ctr"/>
            <a:r>
              <a:rPr lang="zh-CN" altLang="en-US" sz="1600" b="1" dirty="0">
                <a:solidFill>
                  <a:srgbClr val="000000"/>
                </a:solidFill>
              </a:rPr>
              <a:t>制作明细表</a:t>
            </a:r>
          </a:p>
        </p:txBody>
      </p:sp>
      <p:sp>
        <p:nvSpPr>
          <p:cNvPr id="10" name="Rectangle 9">
            <a:extLst>
              <a:ext uri="{FF2B5EF4-FFF2-40B4-BE49-F238E27FC236}">
                <a16:creationId xmlns:a16="http://schemas.microsoft.com/office/drawing/2014/main" id="{2B3ABABC-EB22-4046-8EE4-7A7A141AEE37}"/>
              </a:ext>
            </a:extLst>
          </p:cNvPr>
          <p:cNvSpPr>
            <a:spLocks noChangeArrowheads="1"/>
          </p:cNvSpPr>
          <p:nvPr/>
        </p:nvSpPr>
        <p:spPr bwMode="auto">
          <a:xfrm>
            <a:off x="5054439" y="1049630"/>
            <a:ext cx="1094004" cy="2162675"/>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计算开发</a:t>
            </a:r>
          </a:p>
          <a:p>
            <a:pPr algn="ctr"/>
            <a:r>
              <a:rPr lang="zh-CN" altLang="en-US" sz="1600" b="1">
                <a:solidFill>
                  <a:srgbClr val="000000"/>
                </a:solidFill>
              </a:rPr>
              <a:t>团队的人</a:t>
            </a:r>
          </a:p>
          <a:p>
            <a:pPr algn="ctr"/>
            <a:r>
              <a:rPr lang="zh-CN" altLang="en-US" sz="1600" b="1">
                <a:solidFill>
                  <a:srgbClr val="000000"/>
                </a:solidFill>
              </a:rPr>
              <a:t>力投入总</a:t>
            </a:r>
          </a:p>
          <a:p>
            <a:pPr algn="ctr"/>
            <a:r>
              <a:rPr lang="zh-CN" altLang="en-US" sz="1600" b="1">
                <a:solidFill>
                  <a:srgbClr val="000000"/>
                </a:solidFill>
              </a:rPr>
              <a:t>量和各子</a:t>
            </a:r>
          </a:p>
          <a:p>
            <a:pPr algn="ctr"/>
            <a:r>
              <a:rPr lang="zh-CN" altLang="en-US" sz="1600" b="1">
                <a:solidFill>
                  <a:srgbClr val="000000"/>
                </a:solidFill>
              </a:rPr>
              <a:t>团队的人</a:t>
            </a:r>
          </a:p>
          <a:p>
            <a:pPr algn="ctr"/>
            <a:r>
              <a:rPr lang="zh-CN" altLang="en-US" sz="1600" b="1">
                <a:solidFill>
                  <a:srgbClr val="000000"/>
                </a:solidFill>
              </a:rPr>
              <a:t>力投入需</a:t>
            </a:r>
          </a:p>
          <a:p>
            <a:pPr algn="ctr"/>
            <a:r>
              <a:rPr lang="zh-CN" altLang="en-US" sz="1600" b="1">
                <a:solidFill>
                  <a:srgbClr val="000000"/>
                </a:solidFill>
              </a:rPr>
              <a:t>求量</a:t>
            </a:r>
          </a:p>
        </p:txBody>
      </p:sp>
      <p:sp>
        <p:nvSpPr>
          <p:cNvPr id="11" name="AutoShape 10">
            <a:extLst>
              <a:ext uri="{FF2B5EF4-FFF2-40B4-BE49-F238E27FC236}">
                <a16:creationId xmlns:a16="http://schemas.microsoft.com/office/drawing/2014/main" id="{C73E640F-4019-4698-B433-70A4A55F4207}"/>
              </a:ext>
            </a:extLst>
          </p:cNvPr>
          <p:cNvSpPr>
            <a:spLocks noChangeArrowheads="1"/>
          </p:cNvSpPr>
          <p:nvPr/>
        </p:nvSpPr>
        <p:spPr bwMode="auto">
          <a:xfrm>
            <a:off x="6341419" y="1303485"/>
            <a:ext cx="901027" cy="1527336"/>
          </a:xfrm>
          <a:prstGeom prst="diamond">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是否</a:t>
            </a:r>
          </a:p>
          <a:p>
            <a:pPr algn="ctr"/>
            <a:r>
              <a:rPr lang="zh-CN" altLang="en-US" sz="1600" b="1">
                <a:solidFill>
                  <a:srgbClr val="000000"/>
                </a:solidFill>
              </a:rPr>
              <a:t>需要</a:t>
            </a:r>
          </a:p>
          <a:p>
            <a:pPr algn="ctr"/>
            <a:r>
              <a:rPr lang="zh-CN" altLang="en-US" sz="1600" b="1">
                <a:solidFill>
                  <a:srgbClr val="000000"/>
                </a:solidFill>
              </a:rPr>
              <a:t>调整？</a:t>
            </a:r>
          </a:p>
        </p:txBody>
      </p:sp>
      <p:sp>
        <p:nvSpPr>
          <p:cNvPr id="12" name="Rectangle 11">
            <a:extLst>
              <a:ext uri="{FF2B5EF4-FFF2-40B4-BE49-F238E27FC236}">
                <a16:creationId xmlns:a16="http://schemas.microsoft.com/office/drawing/2014/main" id="{F4B547B4-E8A3-4E40-BF3C-825BFA7F2472}"/>
              </a:ext>
            </a:extLst>
          </p:cNvPr>
          <p:cNvSpPr>
            <a:spLocks noChangeArrowheads="1"/>
          </p:cNvSpPr>
          <p:nvPr/>
        </p:nvSpPr>
        <p:spPr bwMode="auto">
          <a:xfrm>
            <a:off x="7482247" y="1142196"/>
            <a:ext cx="644199" cy="222719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对每</a:t>
            </a:r>
          </a:p>
          <a:p>
            <a:pPr algn="ctr"/>
            <a:r>
              <a:rPr lang="zh-CN" altLang="en-US" sz="1600" b="1">
                <a:solidFill>
                  <a:srgbClr val="000000"/>
                </a:solidFill>
              </a:rPr>
              <a:t>个项</a:t>
            </a:r>
          </a:p>
          <a:p>
            <a:pPr algn="ctr"/>
            <a:r>
              <a:rPr lang="zh-CN" altLang="en-US" sz="1600" b="1">
                <a:solidFill>
                  <a:srgbClr val="000000"/>
                </a:solidFill>
              </a:rPr>
              <a:t>目成</a:t>
            </a:r>
          </a:p>
          <a:p>
            <a:pPr algn="ctr"/>
            <a:r>
              <a:rPr lang="zh-CN" altLang="en-US" sz="1600" b="1">
                <a:solidFill>
                  <a:srgbClr val="000000"/>
                </a:solidFill>
              </a:rPr>
              <a:t>员作</a:t>
            </a:r>
          </a:p>
          <a:p>
            <a:pPr algn="ctr"/>
            <a:r>
              <a:rPr lang="zh-CN" altLang="en-US" sz="1600" b="1">
                <a:solidFill>
                  <a:srgbClr val="000000"/>
                </a:solidFill>
              </a:rPr>
              <a:t>项目</a:t>
            </a:r>
          </a:p>
          <a:p>
            <a:pPr algn="ctr"/>
            <a:r>
              <a:rPr lang="zh-CN" altLang="en-US" sz="1600" b="1">
                <a:solidFill>
                  <a:srgbClr val="000000"/>
                </a:solidFill>
              </a:rPr>
              <a:t>工作</a:t>
            </a:r>
          </a:p>
          <a:p>
            <a:pPr algn="ctr"/>
            <a:r>
              <a:rPr lang="zh-CN" altLang="en-US" sz="1600" b="1">
                <a:solidFill>
                  <a:srgbClr val="000000"/>
                </a:solidFill>
              </a:rPr>
              <a:t>授权</a:t>
            </a:r>
          </a:p>
        </p:txBody>
      </p:sp>
      <p:sp>
        <p:nvSpPr>
          <p:cNvPr id="13" name="AutoShape 12">
            <a:extLst>
              <a:ext uri="{FF2B5EF4-FFF2-40B4-BE49-F238E27FC236}">
                <a16:creationId xmlns:a16="http://schemas.microsoft.com/office/drawing/2014/main" id="{9ED9581E-E48F-4B0C-803A-CB475C864624}"/>
              </a:ext>
            </a:extLst>
          </p:cNvPr>
          <p:cNvSpPr>
            <a:spLocks noChangeArrowheads="1"/>
          </p:cNvSpPr>
          <p:nvPr/>
        </p:nvSpPr>
        <p:spPr bwMode="auto">
          <a:xfrm>
            <a:off x="7500693" y="3466160"/>
            <a:ext cx="901028" cy="1272079"/>
          </a:xfrm>
          <a:prstGeom prst="diamond">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是否</a:t>
            </a:r>
          </a:p>
          <a:p>
            <a:pPr algn="ctr"/>
            <a:r>
              <a:rPr lang="zh-CN" altLang="en-US" sz="1600" b="1">
                <a:solidFill>
                  <a:srgbClr val="000000"/>
                </a:solidFill>
              </a:rPr>
              <a:t>需要</a:t>
            </a:r>
          </a:p>
          <a:p>
            <a:pPr algn="ctr"/>
            <a:r>
              <a:rPr lang="zh-CN" altLang="en-US" sz="1600" b="1">
                <a:solidFill>
                  <a:srgbClr val="000000"/>
                </a:solidFill>
              </a:rPr>
              <a:t>调整</a:t>
            </a:r>
          </a:p>
        </p:txBody>
      </p:sp>
      <p:sp>
        <p:nvSpPr>
          <p:cNvPr id="14" name="Rectangle 13">
            <a:extLst>
              <a:ext uri="{FF2B5EF4-FFF2-40B4-BE49-F238E27FC236}">
                <a16:creationId xmlns:a16="http://schemas.microsoft.com/office/drawing/2014/main" id="{757A39B2-DBD4-462F-AFDE-39F456495855}"/>
              </a:ext>
            </a:extLst>
          </p:cNvPr>
          <p:cNvSpPr>
            <a:spLocks noChangeArrowheads="1"/>
          </p:cNvSpPr>
          <p:nvPr/>
        </p:nvSpPr>
        <p:spPr bwMode="auto">
          <a:xfrm>
            <a:off x="2415209" y="3721418"/>
            <a:ext cx="1030151" cy="953709"/>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FF0000"/>
                </a:solidFill>
              </a:rPr>
              <a:t>建立计划</a:t>
            </a:r>
          </a:p>
          <a:p>
            <a:pPr algn="ctr"/>
            <a:r>
              <a:rPr lang="zh-CN" altLang="en-US" sz="1600" b="1" dirty="0">
                <a:solidFill>
                  <a:srgbClr val="FF0000"/>
                </a:solidFill>
              </a:rPr>
              <a:t>网络图</a:t>
            </a:r>
          </a:p>
          <a:p>
            <a:pPr algn="ctr"/>
            <a:r>
              <a:rPr lang="en-US" altLang="zh-CN" sz="1600" b="1" dirty="0">
                <a:solidFill>
                  <a:srgbClr val="FF0000"/>
                </a:solidFill>
              </a:rPr>
              <a:t>G</a:t>
            </a:r>
          </a:p>
        </p:txBody>
      </p:sp>
      <p:sp>
        <p:nvSpPr>
          <p:cNvPr id="15" name="Rectangle 15">
            <a:extLst>
              <a:ext uri="{FF2B5EF4-FFF2-40B4-BE49-F238E27FC236}">
                <a16:creationId xmlns:a16="http://schemas.microsoft.com/office/drawing/2014/main" id="{971CFA3B-E404-4673-B4A3-23C30E840F76}"/>
              </a:ext>
            </a:extLst>
          </p:cNvPr>
          <p:cNvSpPr>
            <a:spLocks noChangeArrowheads="1"/>
          </p:cNvSpPr>
          <p:nvPr/>
        </p:nvSpPr>
        <p:spPr bwMode="auto">
          <a:xfrm>
            <a:off x="3703607" y="3721418"/>
            <a:ext cx="1030151" cy="953709"/>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计算</a:t>
            </a:r>
            <a:r>
              <a:rPr lang="en-US" altLang="zh-CN" sz="1600" b="1" dirty="0">
                <a:solidFill>
                  <a:srgbClr val="000000"/>
                </a:solidFill>
              </a:rPr>
              <a:t>G</a:t>
            </a:r>
            <a:r>
              <a:rPr lang="zh-CN" altLang="en-US" sz="1600" b="1" dirty="0">
                <a:solidFill>
                  <a:srgbClr val="000000"/>
                </a:solidFill>
              </a:rPr>
              <a:t>的各</a:t>
            </a:r>
          </a:p>
          <a:p>
            <a:pPr algn="ctr"/>
            <a:r>
              <a:rPr lang="zh-CN" altLang="en-US" sz="1600" b="1" dirty="0">
                <a:solidFill>
                  <a:srgbClr val="000000"/>
                </a:solidFill>
              </a:rPr>
              <a:t>种时间</a:t>
            </a:r>
          </a:p>
          <a:p>
            <a:pPr algn="ctr"/>
            <a:r>
              <a:rPr lang="zh-CN" altLang="en-US" sz="1600" b="1" dirty="0">
                <a:solidFill>
                  <a:srgbClr val="000000"/>
                </a:solidFill>
              </a:rPr>
              <a:t>参数</a:t>
            </a:r>
          </a:p>
        </p:txBody>
      </p:sp>
      <p:sp>
        <p:nvSpPr>
          <p:cNvPr id="16" name="Rectangle 16">
            <a:extLst>
              <a:ext uri="{FF2B5EF4-FFF2-40B4-BE49-F238E27FC236}">
                <a16:creationId xmlns:a16="http://schemas.microsoft.com/office/drawing/2014/main" id="{38D8EF73-0838-4C07-93E8-11A2C8C0BCA3}"/>
              </a:ext>
            </a:extLst>
          </p:cNvPr>
          <p:cNvSpPr>
            <a:spLocks noChangeArrowheads="1"/>
          </p:cNvSpPr>
          <p:nvPr/>
        </p:nvSpPr>
        <p:spPr bwMode="auto">
          <a:xfrm>
            <a:off x="4990587" y="3721418"/>
            <a:ext cx="1030151" cy="953709"/>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求解</a:t>
            </a:r>
            <a:r>
              <a:rPr lang="en-US" altLang="zh-CN" sz="1600" b="1" dirty="0">
                <a:solidFill>
                  <a:srgbClr val="000000"/>
                </a:solidFill>
              </a:rPr>
              <a:t>G</a:t>
            </a:r>
            <a:r>
              <a:rPr lang="zh-CN" altLang="en-US" sz="1600" b="1" dirty="0">
                <a:solidFill>
                  <a:srgbClr val="000000"/>
                </a:solidFill>
              </a:rPr>
              <a:t>的</a:t>
            </a:r>
            <a:r>
              <a:rPr lang="zh-CN" altLang="en-US" sz="1600" b="1" dirty="0">
                <a:solidFill>
                  <a:srgbClr val="FF0000"/>
                </a:solidFill>
              </a:rPr>
              <a:t>关</a:t>
            </a:r>
          </a:p>
          <a:p>
            <a:pPr algn="ctr"/>
            <a:r>
              <a:rPr lang="zh-CN" altLang="en-US" sz="1600" b="1" dirty="0">
                <a:solidFill>
                  <a:srgbClr val="FF0000"/>
                </a:solidFill>
              </a:rPr>
              <a:t>键路径</a:t>
            </a:r>
            <a:r>
              <a:rPr lang="zh-CN" altLang="en-US" sz="1600" b="1" dirty="0">
                <a:solidFill>
                  <a:srgbClr val="000000"/>
                </a:solidFill>
              </a:rPr>
              <a:t>、关</a:t>
            </a:r>
          </a:p>
          <a:p>
            <a:pPr algn="ctr"/>
            <a:r>
              <a:rPr lang="zh-CN" altLang="en-US" sz="1600" b="1" dirty="0">
                <a:solidFill>
                  <a:srgbClr val="000000"/>
                </a:solidFill>
              </a:rPr>
              <a:t>键工序和总</a:t>
            </a:r>
          </a:p>
          <a:p>
            <a:pPr algn="ctr"/>
            <a:r>
              <a:rPr lang="zh-CN" altLang="en-US" sz="1600" b="1" dirty="0">
                <a:solidFill>
                  <a:srgbClr val="000000"/>
                </a:solidFill>
              </a:rPr>
              <a:t>工期</a:t>
            </a:r>
          </a:p>
        </p:txBody>
      </p:sp>
      <p:sp>
        <p:nvSpPr>
          <p:cNvPr id="17" name="Rectangle 17">
            <a:extLst>
              <a:ext uri="{FF2B5EF4-FFF2-40B4-BE49-F238E27FC236}">
                <a16:creationId xmlns:a16="http://schemas.microsoft.com/office/drawing/2014/main" id="{53E1D749-29E7-435F-8046-876B9E0D6945}"/>
              </a:ext>
            </a:extLst>
          </p:cNvPr>
          <p:cNvSpPr>
            <a:spLocks noChangeArrowheads="1"/>
          </p:cNvSpPr>
          <p:nvPr/>
        </p:nvSpPr>
        <p:spPr bwMode="auto">
          <a:xfrm>
            <a:off x="6277566" y="3721418"/>
            <a:ext cx="1030151" cy="953709"/>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rPr>
              <a:t>对</a:t>
            </a:r>
            <a:r>
              <a:rPr lang="en-US" altLang="zh-CN" sz="1600" b="1">
                <a:solidFill>
                  <a:srgbClr val="000000"/>
                </a:solidFill>
              </a:rPr>
              <a:t>G</a:t>
            </a:r>
            <a:r>
              <a:rPr lang="zh-CN" altLang="en-US" sz="1600" b="1">
                <a:solidFill>
                  <a:srgbClr val="000000"/>
                </a:solidFill>
              </a:rPr>
              <a:t>作</a:t>
            </a:r>
          </a:p>
          <a:p>
            <a:pPr algn="ctr"/>
            <a:r>
              <a:rPr lang="zh-CN" altLang="en-US" sz="1600" b="1">
                <a:solidFill>
                  <a:srgbClr val="000000"/>
                </a:solidFill>
              </a:rPr>
              <a:t>风险分析</a:t>
            </a:r>
          </a:p>
        </p:txBody>
      </p:sp>
      <p:sp>
        <p:nvSpPr>
          <p:cNvPr id="18" name="Line 18">
            <a:extLst>
              <a:ext uri="{FF2B5EF4-FFF2-40B4-BE49-F238E27FC236}">
                <a16:creationId xmlns:a16="http://schemas.microsoft.com/office/drawing/2014/main" id="{F35343BA-5D72-4C86-99F4-9F46C518A869}"/>
              </a:ext>
            </a:extLst>
          </p:cNvPr>
          <p:cNvSpPr>
            <a:spLocks noChangeShapeType="1"/>
          </p:cNvSpPr>
          <p:nvPr/>
        </p:nvSpPr>
        <p:spPr bwMode="auto">
          <a:xfrm>
            <a:off x="1386477" y="2003339"/>
            <a:ext cx="256828" cy="140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9">
            <a:extLst>
              <a:ext uri="{FF2B5EF4-FFF2-40B4-BE49-F238E27FC236}">
                <a16:creationId xmlns:a16="http://schemas.microsoft.com/office/drawing/2014/main" id="{63529171-2BBD-4386-A471-9F9E0D3CB311}"/>
              </a:ext>
            </a:extLst>
          </p:cNvPr>
          <p:cNvSpPr>
            <a:spLocks noChangeShapeType="1"/>
          </p:cNvSpPr>
          <p:nvPr/>
        </p:nvSpPr>
        <p:spPr bwMode="auto">
          <a:xfrm>
            <a:off x="2287504" y="2003339"/>
            <a:ext cx="385952" cy="140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0">
            <a:extLst>
              <a:ext uri="{FF2B5EF4-FFF2-40B4-BE49-F238E27FC236}">
                <a16:creationId xmlns:a16="http://schemas.microsoft.com/office/drawing/2014/main" id="{4AFD3BF7-A939-40A4-B4F1-383EDE7D308B}"/>
              </a:ext>
            </a:extLst>
          </p:cNvPr>
          <p:cNvSpPr>
            <a:spLocks noChangeShapeType="1"/>
          </p:cNvSpPr>
          <p:nvPr/>
        </p:nvSpPr>
        <p:spPr bwMode="auto">
          <a:xfrm>
            <a:off x="3316237" y="2003339"/>
            <a:ext cx="322099" cy="140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1">
            <a:extLst>
              <a:ext uri="{FF2B5EF4-FFF2-40B4-BE49-F238E27FC236}">
                <a16:creationId xmlns:a16="http://schemas.microsoft.com/office/drawing/2014/main" id="{C066862A-8611-44C5-9A0F-B3DBDF271857}"/>
              </a:ext>
            </a:extLst>
          </p:cNvPr>
          <p:cNvSpPr>
            <a:spLocks noChangeShapeType="1"/>
          </p:cNvSpPr>
          <p:nvPr/>
        </p:nvSpPr>
        <p:spPr bwMode="auto">
          <a:xfrm>
            <a:off x="4732340" y="2003339"/>
            <a:ext cx="322099" cy="1403"/>
          </a:xfrm>
          <a:prstGeom prst="line">
            <a:avLst/>
          </a:prstGeom>
          <a:noFill/>
          <a:ln w="57150" cmpd="thinThick">
            <a:solidFill>
              <a:srgbClr val="EB053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2">
            <a:extLst>
              <a:ext uri="{FF2B5EF4-FFF2-40B4-BE49-F238E27FC236}">
                <a16:creationId xmlns:a16="http://schemas.microsoft.com/office/drawing/2014/main" id="{B7CCA833-3898-4515-BA74-C1BF4C28FFD3}"/>
              </a:ext>
            </a:extLst>
          </p:cNvPr>
          <p:cNvSpPr>
            <a:spLocks noChangeShapeType="1"/>
          </p:cNvSpPr>
          <p:nvPr/>
        </p:nvSpPr>
        <p:spPr bwMode="auto">
          <a:xfrm>
            <a:off x="6148444" y="2066452"/>
            <a:ext cx="192976"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3">
            <a:extLst>
              <a:ext uri="{FF2B5EF4-FFF2-40B4-BE49-F238E27FC236}">
                <a16:creationId xmlns:a16="http://schemas.microsoft.com/office/drawing/2014/main" id="{C980A85D-F2CC-4D8C-92A7-A3AFD9D686D2}"/>
              </a:ext>
            </a:extLst>
          </p:cNvPr>
          <p:cNvSpPr>
            <a:spLocks noChangeShapeType="1"/>
          </p:cNvSpPr>
          <p:nvPr/>
        </p:nvSpPr>
        <p:spPr bwMode="auto">
          <a:xfrm>
            <a:off x="7242445" y="2066452"/>
            <a:ext cx="239801"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4">
            <a:extLst>
              <a:ext uri="{FF2B5EF4-FFF2-40B4-BE49-F238E27FC236}">
                <a16:creationId xmlns:a16="http://schemas.microsoft.com/office/drawing/2014/main" id="{24C8C77B-59C6-4FFF-AADE-E5E55BDB3F07}"/>
              </a:ext>
            </a:extLst>
          </p:cNvPr>
          <p:cNvSpPr>
            <a:spLocks noChangeShapeType="1"/>
          </p:cNvSpPr>
          <p:nvPr/>
        </p:nvSpPr>
        <p:spPr bwMode="auto">
          <a:xfrm>
            <a:off x="8126446" y="2066452"/>
            <a:ext cx="192976" cy="140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5">
            <a:extLst>
              <a:ext uri="{FF2B5EF4-FFF2-40B4-BE49-F238E27FC236}">
                <a16:creationId xmlns:a16="http://schemas.microsoft.com/office/drawing/2014/main" id="{54CC7D6B-74CE-4893-86C4-C25DD627A76F}"/>
              </a:ext>
            </a:extLst>
          </p:cNvPr>
          <p:cNvSpPr>
            <a:spLocks noChangeShapeType="1"/>
          </p:cNvSpPr>
          <p:nvPr/>
        </p:nvSpPr>
        <p:spPr bwMode="auto">
          <a:xfrm>
            <a:off x="3445360" y="4166014"/>
            <a:ext cx="258247" cy="140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6">
            <a:extLst>
              <a:ext uri="{FF2B5EF4-FFF2-40B4-BE49-F238E27FC236}">
                <a16:creationId xmlns:a16="http://schemas.microsoft.com/office/drawing/2014/main" id="{0762C907-2C32-40D5-A27B-E01D850BCFC2}"/>
              </a:ext>
            </a:extLst>
          </p:cNvPr>
          <p:cNvSpPr>
            <a:spLocks noChangeShapeType="1"/>
          </p:cNvSpPr>
          <p:nvPr/>
        </p:nvSpPr>
        <p:spPr bwMode="auto">
          <a:xfrm>
            <a:off x="4732340" y="4102901"/>
            <a:ext cx="258247" cy="140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7">
            <a:extLst>
              <a:ext uri="{FF2B5EF4-FFF2-40B4-BE49-F238E27FC236}">
                <a16:creationId xmlns:a16="http://schemas.microsoft.com/office/drawing/2014/main" id="{02E32E83-7E42-44DA-ADBE-0C8D853EDCFF}"/>
              </a:ext>
            </a:extLst>
          </p:cNvPr>
          <p:cNvSpPr>
            <a:spLocks noChangeShapeType="1"/>
          </p:cNvSpPr>
          <p:nvPr/>
        </p:nvSpPr>
        <p:spPr bwMode="auto">
          <a:xfrm>
            <a:off x="6020738" y="4102901"/>
            <a:ext cx="258247" cy="140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8">
            <a:extLst>
              <a:ext uri="{FF2B5EF4-FFF2-40B4-BE49-F238E27FC236}">
                <a16:creationId xmlns:a16="http://schemas.microsoft.com/office/drawing/2014/main" id="{00B89FF0-340A-4382-9DB6-229CA1E3C1EE}"/>
              </a:ext>
            </a:extLst>
          </p:cNvPr>
          <p:cNvSpPr>
            <a:spLocks noChangeShapeType="1"/>
          </p:cNvSpPr>
          <p:nvPr/>
        </p:nvSpPr>
        <p:spPr bwMode="auto">
          <a:xfrm>
            <a:off x="7307717" y="4102901"/>
            <a:ext cx="192976" cy="140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9">
            <a:extLst>
              <a:ext uri="{FF2B5EF4-FFF2-40B4-BE49-F238E27FC236}">
                <a16:creationId xmlns:a16="http://schemas.microsoft.com/office/drawing/2014/main" id="{E8CCA2AE-4609-49FB-86D0-9783DDF30192}"/>
              </a:ext>
            </a:extLst>
          </p:cNvPr>
          <p:cNvSpPr>
            <a:spLocks noChangeShapeType="1"/>
          </p:cNvSpPr>
          <p:nvPr/>
        </p:nvSpPr>
        <p:spPr bwMode="auto">
          <a:xfrm flipV="1">
            <a:off x="7950498" y="3367984"/>
            <a:ext cx="1418" cy="12762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30">
            <a:extLst>
              <a:ext uri="{FF2B5EF4-FFF2-40B4-BE49-F238E27FC236}">
                <a16:creationId xmlns:a16="http://schemas.microsoft.com/office/drawing/2014/main" id="{ACD2A96C-0D08-43A9-A47F-5357A63EAAC3}"/>
              </a:ext>
            </a:extLst>
          </p:cNvPr>
          <p:cNvSpPr txBox="1">
            <a:spLocks noChangeArrowheads="1"/>
          </p:cNvSpPr>
          <p:nvPr/>
        </p:nvSpPr>
        <p:spPr bwMode="auto">
          <a:xfrm>
            <a:off x="7482247" y="3367984"/>
            <a:ext cx="346222" cy="2973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rPr>
              <a:t>否</a:t>
            </a:r>
          </a:p>
        </p:txBody>
      </p:sp>
      <p:sp>
        <p:nvSpPr>
          <p:cNvPr id="31" name="Text Box 31">
            <a:extLst>
              <a:ext uri="{FF2B5EF4-FFF2-40B4-BE49-F238E27FC236}">
                <a16:creationId xmlns:a16="http://schemas.microsoft.com/office/drawing/2014/main" id="{25677C50-3CCC-447A-9D51-16E47275D9EB}"/>
              </a:ext>
            </a:extLst>
          </p:cNvPr>
          <p:cNvSpPr txBox="1">
            <a:spLocks noChangeArrowheads="1"/>
          </p:cNvSpPr>
          <p:nvPr/>
        </p:nvSpPr>
        <p:spPr bwMode="auto">
          <a:xfrm>
            <a:off x="7114741" y="1684969"/>
            <a:ext cx="346222" cy="2973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rPr>
              <a:t>否</a:t>
            </a:r>
          </a:p>
        </p:txBody>
      </p:sp>
      <p:sp>
        <p:nvSpPr>
          <p:cNvPr id="32" name="Line 32">
            <a:extLst>
              <a:ext uri="{FF2B5EF4-FFF2-40B4-BE49-F238E27FC236}">
                <a16:creationId xmlns:a16="http://schemas.microsoft.com/office/drawing/2014/main" id="{49C0D1C9-0856-49E7-AD9A-5F7655D1D2A9}"/>
              </a:ext>
            </a:extLst>
          </p:cNvPr>
          <p:cNvSpPr>
            <a:spLocks noChangeShapeType="1"/>
          </p:cNvSpPr>
          <p:nvPr/>
        </p:nvSpPr>
        <p:spPr bwMode="auto">
          <a:xfrm flipV="1">
            <a:off x="6792642" y="731260"/>
            <a:ext cx="1418" cy="5722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3">
            <a:extLst>
              <a:ext uri="{FF2B5EF4-FFF2-40B4-BE49-F238E27FC236}">
                <a16:creationId xmlns:a16="http://schemas.microsoft.com/office/drawing/2014/main" id="{ED16A53B-D96A-456B-8E45-9325E919858C}"/>
              </a:ext>
            </a:extLst>
          </p:cNvPr>
          <p:cNvSpPr>
            <a:spLocks noChangeShapeType="1"/>
          </p:cNvSpPr>
          <p:nvPr/>
        </p:nvSpPr>
        <p:spPr bwMode="auto">
          <a:xfrm>
            <a:off x="1514182" y="731260"/>
            <a:ext cx="5278460" cy="140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4">
            <a:extLst>
              <a:ext uri="{FF2B5EF4-FFF2-40B4-BE49-F238E27FC236}">
                <a16:creationId xmlns:a16="http://schemas.microsoft.com/office/drawing/2014/main" id="{57BE54DA-F5F2-40BB-B40A-CD8648E7FC2D}"/>
              </a:ext>
            </a:extLst>
          </p:cNvPr>
          <p:cNvSpPr>
            <a:spLocks noChangeShapeType="1"/>
          </p:cNvSpPr>
          <p:nvPr/>
        </p:nvSpPr>
        <p:spPr bwMode="auto">
          <a:xfrm>
            <a:off x="1514182" y="731260"/>
            <a:ext cx="1418" cy="127207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5">
            <a:extLst>
              <a:ext uri="{FF2B5EF4-FFF2-40B4-BE49-F238E27FC236}">
                <a16:creationId xmlns:a16="http://schemas.microsoft.com/office/drawing/2014/main" id="{4D995C1E-74F7-4DEB-9B5F-C46691E5ABA5}"/>
              </a:ext>
            </a:extLst>
          </p:cNvPr>
          <p:cNvSpPr>
            <a:spLocks noChangeShapeType="1"/>
          </p:cNvSpPr>
          <p:nvPr/>
        </p:nvSpPr>
        <p:spPr bwMode="auto">
          <a:xfrm>
            <a:off x="2480480" y="731260"/>
            <a:ext cx="1419" cy="127207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6">
            <a:extLst>
              <a:ext uri="{FF2B5EF4-FFF2-40B4-BE49-F238E27FC236}">
                <a16:creationId xmlns:a16="http://schemas.microsoft.com/office/drawing/2014/main" id="{FB4F6901-72A6-4389-B3C2-4FB14199F249}"/>
              </a:ext>
            </a:extLst>
          </p:cNvPr>
          <p:cNvSpPr>
            <a:spLocks noChangeShapeType="1"/>
          </p:cNvSpPr>
          <p:nvPr/>
        </p:nvSpPr>
        <p:spPr bwMode="auto">
          <a:xfrm>
            <a:off x="3510631" y="731260"/>
            <a:ext cx="1419" cy="127207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37">
            <a:extLst>
              <a:ext uri="{FF2B5EF4-FFF2-40B4-BE49-F238E27FC236}">
                <a16:creationId xmlns:a16="http://schemas.microsoft.com/office/drawing/2014/main" id="{FF1A168F-627B-4AE4-876A-BB97350586CB}"/>
              </a:ext>
            </a:extLst>
          </p:cNvPr>
          <p:cNvSpPr>
            <a:spLocks noChangeShapeType="1"/>
          </p:cNvSpPr>
          <p:nvPr/>
        </p:nvSpPr>
        <p:spPr bwMode="auto">
          <a:xfrm>
            <a:off x="4861463" y="731260"/>
            <a:ext cx="1419" cy="1272079"/>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38">
            <a:extLst>
              <a:ext uri="{FF2B5EF4-FFF2-40B4-BE49-F238E27FC236}">
                <a16:creationId xmlns:a16="http://schemas.microsoft.com/office/drawing/2014/main" id="{32295300-0DB1-4954-A910-9794E3F35C8E}"/>
              </a:ext>
            </a:extLst>
          </p:cNvPr>
          <p:cNvSpPr>
            <a:spLocks noChangeShapeType="1"/>
          </p:cNvSpPr>
          <p:nvPr/>
        </p:nvSpPr>
        <p:spPr bwMode="auto">
          <a:xfrm>
            <a:off x="2673456" y="4993497"/>
            <a:ext cx="5278460" cy="140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39">
            <a:extLst>
              <a:ext uri="{FF2B5EF4-FFF2-40B4-BE49-F238E27FC236}">
                <a16:creationId xmlns:a16="http://schemas.microsoft.com/office/drawing/2014/main" id="{F77A060C-F0D3-4B99-A171-7619670098AD}"/>
              </a:ext>
            </a:extLst>
          </p:cNvPr>
          <p:cNvSpPr>
            <a:spLocks noChangeShapeType="1"/>
          </p:cNvSpPr>
          <p:nvPr/>
        </p:nvSpPr>
        <p:spPr bwMode="auto">
          <a:xfrm>
            <a:off x="7950498" y="4738239"/>
            <a:ext cx="1418" cy="25525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40">
            <a:extLst>
              <a:ext uri="{FF2B5EF4-FFF2-40B4-BE49-F238E27FC236}">
                <a16:creationId xmlns:a16="http://schemas.microsoft.com/office/drawing/2014/main" id="{3EA9A2AF-B368-47C5-B04C-6DBB24389E05}"/>
              </a:ext>
            </a:extLst>
          </p:cNvPr>
          <p:cNvSpPr>
            <a:spLocks noChangeShapeType="1"/>
          </p:cNvSpPr>
          <p:nvPr/>
        </p:nvSpPr>
        <p:spPr bwMode="auto">
          <a:xfrm flipV="1">
            <a:off x="2673456" y="4675127"/>
            <a:ext cx="1419" cy="31837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41">
            <a:extLst>
              <a:ext uri="{FF2B5EF4-FFF2-40B4-BE49-F238E27FC236}">
                <a16:creationId xmlns:a16="http://schemas.microsoft.com/office/drawing/2014/main" id="{266B720D-5C04-4D91-84E3-60647B025A1B}"/>
              </a:ext>
            </a:extLst>
          </p:cNvPr>
          <p:cNvSpPr>
            <a:spLocks noChangeShapeType="1"/>
          </p:cNvSpPr>
          <p:nvPr/>
        </p:nvSpPr>
        <p:spPr bwMode="auto">
          <a:xfrm flipV="1">
            <a:off x="3574484" y="4166014"/>
            <a:ext cx="1418" cy="82748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42">
            <a:extLst>
              <a:ext uri="{FF2B5EF4-FFF2-40B4-BE49-F238E27FC236}">
                <a16:creationId xmlns:a16="http://schemas.microsoft.com/office/drawing/2014/main" id="{C48D0A8B-75EC-4F62-A51D-87B40B4D96DE}"/>
              </a:ext>
            </a:extLst>
          </p:cNvPr>
          <p:cNvSpPr>
            <a:spLocks noChangeShapeType="1"/>
          </p:cNvSpPr>
          <p:nvPr/>
        </p:nvSpPr>
        <p:spPr bwMode="auto">
          <a:xfrm flipV="1">
            <a:off x="4861463" y="4102901"/>
            <a:ext cx="1419" cy="89059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43">
            <a:extLst>
              <a:ext uri="{FF2B5EF4-FFF2-40B4-BE49-F238E27FC236}">
                <a16:creationId xmlns:a16="http://schemas.microsoft.com/office/drawing/2014/main" id="{2F4CB9DB-13F6-4AAA-A29F-D7D47D3F4025}"/>
              </a:ext>
            </a:extLst>
          </p:cNvPr>
          <p:cNvSpPr>
            <a:spLocks noChangeShapeType="1"/>
          </p:cNvSpPr>
          <p:nvPr/>
        </p:nvSpPr>
        <p:spPr bwMode="auto">
          <a:xfrm flipV="1">
            <a:off x="6148443" y="4102901"/>
            <a:ext cx="1418" cy="89059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44">
            <a:extLst>
              <a:ext uri="{FF2B5EF4-FFF2-40B4-BE49-F238E27FC236}">
                <a16:creationId xmlns:a16="http://schemas.microsoft.com/office/drawing/2014/main" id="{37996474-5CF5-428F-9E11-E2C374C77F73}"/>
              </a:ext>
            </a:extLst>
          </p:cNvPr>
          <p:cNvSpPr>
            <a:spLocks noChangeShapeType="1"/>
          </p:cNvSpPr>
          <p:nvPr/>
        </p:nvSpPr>
        <p:spPr bwMode="auto">
          <a:xfrm>
            <a:off x="4153412" y="3212305"/>
            <a:ext cx="1418" cy="190742"/>
          </a:xfrm>
          <a:prstGeom prst="line">
            <a:avLst/>
          </a:prstGeom>
          <a:noFill/>
          <a:ln w="57150" cmpd="thinThick">
            <a:solidFill>
              <a:srgbClr val="EB053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45">
            <a:extLst>
              <a:ext uri="{FF2B5EF4-FFF2-40B4-BE49-F238E27FC236}">
                <a16:creationId xmlns:a16="http://schemas.microsoft.com/office/drawing/2014/main" id="{8BDDF447-6525-4947-89DE-3C5A714AB861}"/>
              </a:ext>
            </a:extLst>
          </p:cNvPr>
          <p:cNvSpPr>
            <a:spLocks noChangeShapeType="1"/>
          </p:cNvSpPr>
          <p:nvPr/>
        </p:nvSpPr>
        <p:spPr bwMode="auto">
          <a:xfrm flipH="1">
            <a:off x="3059408" y="3403047"/>
            <a:ext cx="1094004" cy="1403"/>
          </a:xfrm>
          <a:prstGeom prst="line">
            <a:avLst/>
          </a:prstGeom>
          <a:noFill/>
          <a:ln w="57150" cmpd="thinThick">
            <a:solidFill>
              <a:srgbClr val="EB053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46">
            <a:extLst>
              <a:ext uri="{FF2B5EF4-FFF2-40B4-BE49-F238E27FC236}">
                <a16:creationId xmlns:a16="http://schemas.microsoft.com/office/drawing/2014/main" id="{446CB14D-6E51-45C9-B213-E92B7B1AB717}"/>
              </a:ext>
            </a:extLst>
          </p:cNvPr>
          <p:cNvSpPr>
            <a:spLocks noChangeShapeType="1"/>
          </p:cNvSpPr>
          <p:nvPr/>
        </p:nvSpPr>
        <p:spPr bwMode="auto">
          <a:xfrm>
            <a:off x="3059408" y="3403047"/>
            <a:ext cx="1419" cy="318371"/>
          </a:xfrm>
          <a:prstGeom prst="line">
            <a:avLst/>
          </a:prstGeom>
          <a:noFill/>
          <a:ln w="57150" cmpd="thinThick">
            <a:solidFill>
              <a:srgbClr val="EB053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47">
            <a:extLst>
              <a:ext uri="{FF2B5EF4-FFF2-40B4-BE49-F238E27FC236}">
                <a16:creationId xmlns:a16="http://schemas.microsoft.com/office/drawing/2014/main" id="{DC83732F-F8CA-4B20-A7E9-32BB87EADF24}"/>
              </a:ext>
            </a:extLst>
          </p:cNvPr>
          <p:cNvSpPr txBox="1">
            <a:spLocks noChangeArrowheads="1"/>
          </p:cNvSpPr>
          <p:nvPr/>
        </p:nvSpPr>
        <p:spPr bwMode="auto">
          <a:xfrm>
            <a:off x="6792642" y="922002"/>
            <a:ext cx="347640" cy="2973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rPr>
              <a:t>是</a:t>
            </a:r>
          </a:p>
        </p:txBody>
      </p:sp>
      <p:sp>
        <p:nvSpPr>
          <p:cNvPr id="51" name="Text Box 48">
            <a:extLst>
              <a:ext uri="{FF2B5EF4-FFF2-40B4-BE49-F238E27FC236}">
                <a16:creationId xmlns:a16="http://schemas.microsoft.com/office/drawing/2014/main" id="{BAA700EE-286B-410D-B501-B2968060499D}"/>
              </a:ext>
            </a:extLst>
          </p:cNvPr>
          <p:cNvSpPr txBox="1">
            <a:spLocks noChangeArrowheads="1"/>
          </p:cNvSpPr>
          <p:nvPr/>
        </p:nvSpPr>
        <p:spPr bwMode="auto">
          <a:xfrm>
            <a:off x="7435422" y="4738239"/>
            <a:ext cx="347641" cy="2973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a:solidFill>
                  <a:srgbClr val="000000"/>
                </a:solidFill>
              </a:rPr>
              <a:t>是</a:t>
            </a:r>
          </a:p>
        </p:txBody>
      </p:sp>
      <p:sp>
        <p:nvSpPr>
          <p:cNvPr id="52" name="Rectangle 11">
            <a:extLst>
              <a:ext uri="{FF2B5EF4-FFF2-40B4-BE49-F238E27FC236}">
                <a16:creationId xmlns:a16="http://schemas.microsoft.com/office/drawing/2014/main" id="{207B7B19-5A44-4B71-9A91-B7F85B4C7C02}"/>
              </a:ext>
            </a:extLst>
          </p:cNvPr>
          <p:cNvSpPr>
            <a:spLocks noChangeArrowheads="1"/>
          </p:cNvSpPr>
          <p:nvPr/>
        </p:nvSpPr>
        <p:spPr bwMode="auto">
          <a:xfrm>
            <a:off x="8319422" y="1140793"/>
            <a:ext cx="644199" cy="222719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00"/>
                </a:solidFill>
              </a:rPr>
              <a:t>进行</a:t>
            </a:r>
            <a:endParaRPr lang="en-US" altLang="zh-CN" sz="1600" b="1" dirty="0">
              <a:solidFill>
                <a:srgbClr val="000000"/>
              </a:solidFill>
            </a:endParaRPr>
          </a:p>
          <a:p>
            <a:pPr algn="ctr"/>
            <a:r>
              <a:rPr lang="zh-CN" altLang="en-US" sz="1600" b="1" dirty="0">
                <a:solidFill>
                  <a:srgbClr val="000000"/>
                </a:solidFill>
              </a:rPr>
              <a:t>团队</a:t>
            </a:r>
            <a:endParaRPr lang="en-US" altLang="zh-CN" sz="1600" b="1" dirty="0">
              <a:solidFill>
                <a:srgbClr val="000000"/>
              </a:solidFill>
            </a:endParaRPr>
          </a:p>
          <a:p>
            <a:pPr algn="ctr"/>
            <a:r>
              <a:rPr lang="zh-CN" altLang="en-US" sz="1600" b="1" dirty="0">
                <a:solidFill>
                  <a:srgbClr val="000000"/>
                </a:solidFill>
              </a:rPr>
              <a:t>建设</a:t>
            </a:r>
          </a:p>
        </p:txBody>
      </p:sp>
    </p:spTree>
    <p:extLst>
      <p:ext uri="{BB962C8B-B14F-4D97-AF65-F5344CB8AC3E}">
        <p14:creationId xmlns:p14="http://schemas.microsoft.com/office/powerpoint/2010/main" val="87736052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6.1.2 </a:t>
            </a:r>
            <a:r>
              <a:rPr lang="zh-CN" altLang="en-US" sz="2400" spc="300" dirty="0">
                <a:latin typeface="微软雅黑" panose="020B0503020204020204" pitchFamily="34" charset="-122"/>
                <a:ea typeface="微软雅黑" panose="020B0503020204020204" pitchFamily="34" charset="-122"/>
              </a:rPr>
              <a:t>活动的逻辑顺序与计划网络图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687114"/>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活动明细表与活动时间估计</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当一个中、大规模的软件项目要直接给出其对应的计划网络图往往是较为困难的，通常的做法是：</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先给出其</a:t>
            </a:r>
            <a:r>
              <a:rPr lang="zh-CN" altLang="en-US" sz="1700" b="1" dirty="0">
                <a:solidFill>
                  <a:srgbClr val="7030A0"/>
                </a:solidFill>
                <a:latin typeface="华文楷体" panose="02010600040101010101" pitchFamily="2" charset="-122"/>
                <a:ea typeface="华文楷体" panose="02010600040101010101" pitchFamily="2" charset="-122"/>
              </a:rPr>
              <a:t>活动明细表</a:t>
            </a:r>
            <a:endParaRPr lang="zh-CN" altLang="en-US" sz="17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紧前活动可用人工判断</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活动时长可用如下方式完成：</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经验法</a:t>
            </a:r>
            <a:r>
              <a:rPr lang="zh-CN" altLang="en-US" sz="1700" dirty="0">
                <a:solidFill>
                  <a:srgbClr val="000000"/>
                </a:solidFill>
                <a:latin typeface="华文楷体" panose="02010600040101010101" pitchFamily="2" charset="-122"/>
                <a:ea typeface="华文楷体" panose="02010600040101010101" pitchFamily="2" charset="-122"/>
              </a:rPr>
              <a:t>（专家法）：适用于软件项目的公共模块</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三点估计法</a:t>
            </a:r>
            <a:r>
              <a:rPr lang="zh-CN" altLang="en-US" sz="1700" dirty="0">
                <a:solidFill>
                  <a:srgbClr val="000000"/>
                </a:solidFill>
                <a:latin typeface="华文楷体" panose="02010600040101010101" pitchFamily="2" charset="-122"/>
                <a:ea typeface="华文楷体" panose="02010600040101010101" pitchFamily="2" charset="-122"/>
              </a:rPr>
              <a:t>：适用于一些开发人员对其功能或性能、环境属性了解不多，或不确定性因素较多的模块。</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将活动明细表转换为计划网络图</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可人工、也可使用软件工具自动或半自动完成</a:t>
            </a:r>
            <a:endParaRPr lang="en-US" altLang="zh-CN" sz="1700" dirty="0">
              <a:solidFill>
                <a:srgbClr val="000000"/>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0B9D85CB-0E8C-425D-9E2D-0E4319A11E03}"/>
              </a:ext>
            </a:extLst>
          </p:cNvPr>
          <p:cNvSpPr txBox="1"/>
          <p:nvPr/>
        </p:nvSpPr>
        <p:spPr>
          <a:xfrm>
            <a:off x="4929947" y="4165443"/>
            <a:ext cx="3837354" cy="353943"/>
          </a:xfrm>
          <a:prstGeom prst="rect">
            <a:avLst/>
          </a:prstGeom>
          <a:noFill/>
        </p:spPr>
        <p:txBody>
          <a:bodyPr wrap="square">
            <a:spAutoFit/>
          </a:bodyPr>
          <a:lstStyle/>
          <a:p>
            <a:pPr marL="914400" lvl="1" indent="-457200"/>
            <a:r>
              <a:rPr lang="zh-CN" altLang="en-US" sz="1700" dirty="0">
                <a:solidFill>
                  <a:srgbClr val="000000"/>
                </a:solidFill>
                <a:latin typeface="华文楷体" panose="02010600040101010101" pitchFamily="2" charset="-122"/>
                <a:ea typeface="华文楷体" panose="02010600040101010101" pitchFamily="2" charset="-122"/>
              </a:rPr>
              <a:t>计划网络图的生成流程：见图</a:t>
            </a:r>
            <a:r>
              <a:rPr lang="en-US" altLang="zh-CN" sz="1700" dirty="0">
                <a:solidFill>
                  <a:srgbClr val="000000"/>
                </a:solidFill>
                <a:latin typeface="华文楷体" panose="02010600040101010101" pitchFamily="2" charset="-122"/>
                <a:ea typeface="华文楷体" panose="02010600040101010101" pitchFamily="2" charset="-122"/>
              </a:rPr>
              <a:t>6.9</a:t>
            </a:r>
          </a:p>
        </p:txBody>
      </p:sp>
    </p:spTree>
    <p:extLst>
      <p:ext uri="{BB962C8B-B14F-4D97-AF65-F5344CB8AC3E}">
        <p14:creationId xmlns:p14="http://schemas.microsoft.com/office/powerpoint/2010/main" val="213481489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4343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表</a:t>
            </a:r>
            <a:r>
              <a:rPr lang="en-US" altLang="zh-CN" sz="2400" spc="300" dirty="0">
                <a:latin typeface="微软雅黑" panose="020B0503020204020204" pitchFamily="34" charset="-122"/>
                <a:ea typeface="微软雅黑" panose="020B0503020204020204" pitchFamily="34" charset="-122"/>
              </a:rPr>
              <a:t>6.1 </a:t>
            </a:r>
            <a:r>
              <a:rPr lang="zh-CN" altLang="en-US" sz="2400" spc="300" dirty="0">
                <a:latin typeface="微软雅黑" panose="020B0503020204020204" pitchFamily="34" charset="-122"/>
                <a:ea typeface="微软雅黑" panose="020B0503020204020204" pitchFamily="34" charset="-122"/>
              </a:rPr>
              <a:t>活动明细表</a:t>
            </a:r>
          </a:p>
        </p:txBody>
      </p:sp>
      <p:graphicFrame>
        <p:nvGraphicFramePr>
          <p:cNvPr id="3" name="Group 80">
            <a:extLst>
              <a:ext uri="{FF2B5EF4-FFF2-40B4-BE49-F238E27FC236}">
                <a16:creationId xmlns:a16="http://schemas.microsoft.com/office/drawing/2014/main" id="{811ABDA6-ABB3-43AD-AF80-34B2896AC0C1}"/>
              </a:ext>
            </a:extLst>
          </p:cNvPr>
          <p:cNvGraphicFramePr>
            <a:graphicFrameLocks noGrp="1"/>
          </p:cNvGraphicFramePr>
          <p:nvPr>
            <p:extLst>
              <p:ext uri="{D42A27DB-BD31-4B8C-83A1-F6EECF244321}">
                <p14:modId xmlns:p14="http://schemas.microsoft.com/office/powerpoint/2010/main" val="147158096"/>
              </p:ext>
            </p:extLst>
          </p:nvPr>
        </p:nvGraphicFramePr>
        <p:xfrm>
          <a:off x="581068" y="863968"/>
          <a:ext cx="7981863" cy="3825251"/>
        </p:xfrm>
        <a:graphic>
          <a:graphicData uri="http://schemas.openxmlformats.org/drawingml/2006/table">
            <a:tbl>
              <a:tblPr/>
              <a:tblGrid>
                <a:gridCol w="1111689">
                  <a:extLst>
                    <a:ext uri="{9D8B030D-6E8A-4147-A177-3AD203B41FA5}">
                      <a16:colId xmlns:a16="http://schemas.microsoft.com/office/drawing/2014/main" val="3892996069"/>
                    </a:ext>
                  </a:extLst>
                </a:gridCol>
                <a:gridCol w="1180405">
                  <a:extLst>
                    <a:ext uri="{9D8B030D-6E8A-4147-A177-3AD203B41FA5}">
                      <a16:colId xmlns:a16="http://schemas.microsoft.com/office/drawing/2014/main" val="961961681"/>
                    </a:ext>
                  </a:extLst>
                </a:gridCol>
                <a:gridCol w="2191310">
                  <a:extLst>
                    <a:ext uri="{9D8B030D-6E8A-4147-A177-3AD203B41FA5}">
                      <a16:colId xmlns:a16="http://schemas.microsoft.com/office/drawing/2014/main" val="2234812553"/>
                    </a:ext>
                  </a:extLst>
                </a:gridCol>
                <a:gridCol w="2191309">
                  <a:extLst>
                    <a:ext uri="{9D8B030D-6E8A-4147-A177-3AD203B41FA5}">
                      <a16:colId xmlns:a16="http://schemas.microsoft.com/office/drawing/2014/main" val="4035162988"/>
                    </a:ext>
                  </a:extLst>
                </a:gridCol>
                <a:gridCol w="1307150">
                  <a:extLst>
                    <a:ext uri="{9D8B030D-6E8A-4147-A177-3AD203B41FA5}">
                      <a16:colId xmlns:a16="http://schemas.microsoft.com/office/drawing/2014/main" val="155057094"/>
                    </a:ext>
                  </a:extLst>
                </a:gridCol>
              </a:tblGrid>
              <a:tr h="379427">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编号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活动代号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活动内容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活动时长（单位：月）</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紧前活动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912886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需求分析</a:t>
                      </a:r>
                      <a:endPar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5092586"/>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文档</a:t>
                      </a:r>
                      <a:endPar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6558685"/>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测试概要</a:t>
                      </a:r>
                      <a:endPar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96417136"/>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概要设计</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5013905"/>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系统管理</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51687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测试准备</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0687184"/>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详细设计与编码</a:t>
                      </a: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Ⅰ</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7399182"/>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详细设计与编码</a:t>
                      </a: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Ⅱ</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49023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配置管理与质量保证</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0464901"/>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系统集成与测试</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9472523"/>
                  </a:ext>
                </a:extLst>
              </a:tr>
            </a:tbl>
          </a:graphicData>
        </a:graphic>
      </p:graphicFrame>
    </p:spTree>
    <p:extLst>
      <p:ext uri="{BB962C8B-B14F-4D97-AF65-F5344CB8AC3E}">
        <p14:creationId xmlns:p14="http://schemas.microsoft.com/office/powerpoint/2010/main" val="148019312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课堂练习</a:t>
            </a:r>
          </a:p>
        </p:txBody>
      </p:sp>
      <p:sp>
        <p:nvSpPr>
          <p:cNvPr id="2" name="矩形 1">
            <a:extLst>
              <a:ext uri="{FF2B5EF4-FFF2-40B4-BE49-F238E27FC236}">
                <a16:creationId xmlns:a16="http://schemas.microsoft.com/office/drawing/2014/main" id="{1A343DEC-CFF6-41F5-B87C-0DFC08C67B76}"/>
              </a:ext>
            </a:extLst>
          </p:cNvPr>
          <p:cNvSpPr/>
          <p:nvPr/>
        </p:nvSpPr>
        <p:spPr>
          <a:xfrm>
            <a:off x="611831" y="718388"/>
            <a:ext cx="7920338" cy="8837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绘出表</a:t>
            </a:r>
            <a:r>
              <a:rPr lang="en-US" altLang="zh-CN" dirty="0">
                <a:solidFill>
                  <a:srgbClr val="000000"/>
                </a:solidFill>
                <a:latin typeface="华文楷体" panose="02010600040101010101" pitchFamily="2" charset="-122"/>
                <a:ea typeface="华文楷体" panose="02010600040101010101" pitchFamily="2" charset="-122"/>
              </a:rPr>
              <a:t>6.1</a:t>
            </a:r>
            <a:r>
              <a:rPr lang="zh-CN" altLang="en-US" dirty="0">
                <a:solidFill>
                  <a:srgbClr val="000000"/>
                </a:solidFill>
                <a:latin typeface="华文楷体" panose="02010600040101010101" pitchFamily="2" charset="-122"/>
                <a:ea typeface="华文楷体" panose="02010600040101010101" pitchFamily="2" charset="-122"/>
              </a:rPr>
              <a:t>活动明细表对应的计划网络图</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要求：避免箭线交叉和多余的虚工序。</a:t>
            </a:r>
          </a:p>
        </p:txBody>
      </p:sp>
      <p:grpSp>
        <p:nvGrpSpPr>
          <p:cNvPr id="26" name="组合 25">
            <a:extLst>
              <a:ext uri="{FF2B5EF4-FFF2-40B4-BE49-F238E27FC236}">
                <a16:creationId xmlns:a16="http://schemas.microsoft.com/office/drawing/2014/main" id="{C7939249-DFCA-429D-BFA8-21D41D5E957A}"/>
              </a:ext>
            </a:extLst>
          </p:cNvPr>
          <p:cNvGrpSpPr/>
          <p:nvPr/>
        </p:nvGrpSpPr>
        <p:grpSpPr>
          <a:xfrm>
            <a:off x="936625" y="1622806"/>
            <a:ext cx="7270750" cy="2962275"/>
            <a:chOff x="468313" y="2924175"/>
            <a:chExt cx="7270750" cy="2962275"/>
          </a:xfrm>
        </p:grpSpPr>
        <p:grpSp>
          <p:nvGrpSpPr>
            <p:cNvPr id="27" name="Group 52">
              <a:extLst>
                <a:ext uri="{FF2B5EF4-FFF2-40B4-BE49-F238E27FC236}">
                  <a16:creationId xmlns:a16="http://schemas.microsoft.com/office/drawing/2014/main" id="{513D3A5A-4F56-4A5B-AD0C-BB444078AAE3}"/>
                </a:ext>
              </a:extLst>
            </p:cNvPr>
            <p:cNvGrpSpPr>
              <a:grpSpLocks/>
            </p:cNvGrpSpPr>
            <p:nvPr/>
          </p:nvGrpSpPr>
          <p:grpSpPr bwMode="auto">
            <a:xfrm>
              <a:off x="468313" y="4221163"/>
              <a:ext cx="1943100" cy="801687"/>
              <a:chOff x="295" y="2659"/>
              <a:chExt cx="1224" cy="505"/>
            </a:xfrm>
          </p:grpSpPr>
          <p:sp>
            <p:nvSpPr>
              <p:cNvPr id="76" name="Line 12">
                <a:extLst>
                  <a:ext uri="{FF2B5EF4-FFF2-40B4-BE49-F238E27FC236}">
                    <a16:creationId xmlns:a16="http://schemas.microsoft.com/office/drawing/2014/main" id="{17CF1A9D-41F3-4391-A2FB-A89E20B6B720}"/>
                  </a:ext>
                </a:extLst>
              </p:cNvPr>
              <p:cNvSpPr>
                <a:spLocks noChangeShapeType="1"/>
              </p:cNvSpPr>
              <p:nvPr/>
            </p:nvSpPr>
            <p:spPr bwMode="auto">
              <a:xfrm>
                <a:off x="612" y="2886"/>
                <a:ext cx="59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7" name="Oval 4">
                <a:extLst>
                  <a:ext uri="{FF2B5EF4-FFF2-40B4-BE49-F238E27FC236}">
                    <a16:creationId xmlns:a16="http://schemas.microsoft.com/office/drawing/2014/main" id="{13F7D515-AAE8-4F92-8A89-EC7C7043BCFC}"/>
                  </a:ext>
                </a:extLst>
              </p:cNvPr>
              <p:cNvSpPr>
                <a:spLocks noChangeArrowheads="1"/>
              </p:cNvSpPr>
              <p:nvPr/>
            </p:nvSpPr>
            <p:spPr bwMode="auto">
              <a:xfrm>
                <a:off x="295" y="2750"/>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1</a:t>
                </a:r>
              </a:p>
            </p:txBody>
          </p:sp>
          <p:sp>
            <p:nvSpPr>
              <p:cNvPr id="78" name="Oval 5">
                <a:extLst>
                  <a:ext uri="{FF2B5EF4-FFF2-40B4-BE49-F238E27FC236}">
                    <a16:creationId xmlns:a16="http://schemas.microsoft.com/office/drawing/2014/main" id="{966137B2-0B9C-4D6D-B111-664273CB88B8}"/>
                  </a:ext>
                </a:extLst>
              </p:cNvPr>
              <p:cNvSpPr>
                <a:spLocks noChangeArrowheads="1"/>
              </p:cNvSpPr>
              <p:nvPr/>
            </p:nvSpPr>
            <p:spPr bwMode="auto">
              <a:xfrm>
                <a:off x="1202" y="2738"/>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2</a:t>
                </a:r>
              </a:p>
            </p:txBody>
          </p:sp>
          <p:sp>
            <p:nvSpPr>
              <p:cNvPr id="79" name="Text Box 27">
                <a:extLst>
                  <a:ext uri="{FF2B5EF4-FFF2-40B4-BE49-F238E27FC236}">
                    <a16:creationId xmlns:a16="http://schemas.microsoft.com/office/drawing/2014/main" id="{5849257F-EEEA-487A-9BF1-34443DD1675A}"/>
                  </a:ext>
                </a:extLst>
              </p:cNvPr>
              <p:cNvSpPr txBox="1">
                <a:spLocks noChangeArrowheads="1"/>
              </p:cNvSpPr>
              <p:nvPr/>
            </p:nvSpPr>
            <p:spPr bwMode="auto">
              <a:xfrm>
                <a:off x="872" y="2659"/>
                <a:ext cx="181"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a</a:t>
                </a:r>
              </a:p>
            </p:txBody>
          </p:sp>
          <p:sp>
            <p:nvSpPr>
              <p:cNvPr id="80" name="Text Box 31">
                <a:extLst>
                  <a:ext uri="{FF2B5EF4-FFF2-40B4-BE49-F238E27FC236}">
                    <a16:creationId xmlns:a16="http://schemas.microsoft.com/office/drawing/2014/main" id="{C86E0EA4-BD81-46C7-BD23-E3DB892F971E}"/>
                  </a:ext>
                </a:extLst>
              </p:cNvPr>
              <p:cNvSpPr txBox="1">
                <a:spLocks noChangeArrowheads="1"/>
              </p:cNvSpPr>
              <p:nvPr/>
            </p:nvSpPr>
            <p:spPr bwMode="auto">
              <a:xfrm>
                <a:off x="839" y="2931"/>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60</a:t>
                </a:r>
              </a:p>
            </p:txBody>
          </p:sp>
        </p:grpSp>
        <p:grpSp>
          <p:nvGrpSpPr>
            <p:cNvPr id="28" name="Group 54">
              <a:extLst>
                <a:ext uri="{FF2B5EF4-FFF2-40B4-BE49-F238E27FC236}">
                  <a16:creationId xmlns:a16="http://schemas.microsoft.com/office/drawing/2014/main" id="{02C01A41-393C-426F-B3BD-68992BCFB529}"/>
                </a:ext>
              </a:extLst>
            </p:cNvPr>
            <p:cNvGrpSpPr>
              <a:grpSpLocks/>
            </p:cNvGrpSpPr>
            <p:nvPr/>
          </p:nvGrpSpPr>
          <p:grpSpPr bwMode="auto">
            <a:xfrm>
              <a:off x="3276600" y="3500438"/>
              <a:ext cx="2808288" cy="865187"/>
              <a:chOff x="2064" y="2205"/>
              <a:chExt cx="1769" cy="545"/>
            </a:xfrm>
          </p:grpSpPr>
          <p:sp>
            <p:nvSpPr>
              <p:cNvPr id="72" name="Line 18">
                <a:extLst>
                  <a:ext uri="{FF2B5EF4-FFF2-40B4-BE49-F238E27FC236}">
                    <a16:creationId xmlns:a16="http://schemas.microsoft.com/office/drawing/2014/main" id="{2FAFBB11-A89C-4992-B0BE-EF1FF834657D}"/>
                  </a:ext>
                </a:extLst>
              </p:cNvPr>
              <p:cNvSpPr>
                <a:spLocks noChangeShapeType="1"/>
              </p:cNvSpPr>
              <p:nvPr/>
            </p:nvSpPr>
            <p:spPr bwMode="auto">
              <a:xfrm>
                <a:off x="2064" y="2387"/>
                <a:ext cx="136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Line 19">
                <a:extLst>
                  <a:ext uri="{FF2B5EF4-FFF2-40B4-BE49-F238E27FC236}">
                    <a16:creationId xmlns:a16="http://schemas.microsoft.com/office/drawing/2014/main" id="{8688F69D-B371-4152-BBE3-67EC5EE2957F}"/>
                  </a:ext>
                </a:extLst>
              </p:cNvPr>
              <p:cNvSpPr>
                <a:spLocks noChangeShapeType="1"/>
              </p:cNvSpPr>
              <p:nvPr/>
            </p:nvSpPr>
            <p:spPr bwMode="auto">
              <a:xfrm>
                <a:off x="3424" y="2387"/>
                <a:ext cx="409" cy="36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4" name="Text Box 34">
                <a:extLst>
                  <a:ext uri="{FF2B5EF4-FFF2-40B4-BE49-F238E27FC236}">
                    <a16:creationId xmlns:a16="http://schemas.microsoft.com/office/drawing/2014/main" id="{FD06FBEB-A808-4E06-9C3E-424E7CDDE510}"/>
                  </a:ext>
                </a:extLst>
              </p:cNvPr>
              <p:cNvSpPr txBox="1">
                <a:spLocks noChangeArrowheads="1"/>
              </p:cNvSpPr>
              <p:nvPr/>
            </p:nvSpPr>
            <p:spPr bwMode="auto">
              <a:xfrm>
                <a:off x="3107" y="2205"/>
                <a:ext cx="165"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f</a:t>
                </a:r>
              </a:p>
            </p:txBody>
          </p:sp>
          <p:sp>
            <p:nvSpPr>
              <p:cNvPr id="75" name="Text Box 35">
                <a:extLst>
                  <a:ext uri="{FF2B5EF4-FFF2-40B4-BE49-F238E27FC236}">
                    <a16:creationId xmlns:a16="http://schemas.microsoft.com/office/drawing/2014/main" id="{2138D883-53BC-48C0-AB14-32D0C1414461}"/>
                  </a:ext>
                </a:extLst>
              </p:cNvPr>
              <p:cNvSpPr txBox="1">
                <a:spLocks noChangeArrowheads="1"/>
              </p:cNvSpPr>
              <p:nvPr/>
            </p:nvSpPr>
            <p:spPr bwMode="auto">
              <a:xfrm>
                <a:off x="3061" y="2387"/>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18</a:t>
                </a:r>
              </a:p>
            </p:txBody>
          </p:sp>
        </p:grpSp>
        <p:grpSp>
          <p:nvGrpSpPr>
            <p:cNvPr id="29" name="Group 55">
              <a:extLst>
                <a:ext uri="{FF2B5EF4-FFF2-40B4-BE49-F238E27FC236}">
                  <a16:creationId xmlns:a16="http://schemas.microsoft.com/office/drawing/2014/main" id="{FFC41895-4F5F-4D25-9A7C-3953BBA80837}"/>
                </a:ext>
              </a:extLst>
            </p:cNvPr>
            <p:cNvGrpSpPr>
              <a:grpSpLocks/>
            </p:cNvGrpSpPr>
            <p:nvPr/>
          </p:nvGrpSpPr>
          <p:grpSpPr bwMode="auto">
            <a:xfrm>
              <a:off x="3851275" y="4221163"/>
              <a:ext cx="1223963" cy="730250"/>
              <a:chOff x="2426" y="2659"/>
              <a:chExt cx="771" cy="460"/>
            </a:xfrm>
          </p:grpSpPr>
          <p:sp>
            <p:nvSpPr>
              <p:cNvPr id="68" name="Oval 8">
                <a:extLst>
                  <a:ext uri="{FF2B5EF4-FFF2-40B4-BE49-F238E27FC236}">
                    <a16:creationId xmlns:a16="http://schemas.microsoft.com/office/drawing/2014/main" id="{B5B757BD-0154-498A-8BEA-F9ADDA0C596D}"/>
                  </a:ext>
                </a:extLst>
              </p:cNvPr>
              <p:cNvSpPr>
                <a:spLocks noChangeArrowheads="1"/>
              </p:cNvSpPr>
              <p:nvPr/>
            </p:nvSpPr>
            <p:spPr bwMode="auto">
              <a:xfrm>
                <a:off x="2880" y="2750"/>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6</a:t>
                </a:r>
              </a:p>
            </p:txBody>
          </p:sp>
          <p:sp>
            <p:nvSpPr>
              <p:cNvPr id="69" name="Line 14">
                <a:extLst>
                  <a:ext uri="{FF2B5EF4-FFF2-40B4-BE49-F238E27FC236}">
                    <a16:creationId xmlns:a16="http://schemas.microsoft.com/office/drawing/2014/main" id="{1EA490FD-2920-4968-9C0B-8FC1A7253227}"/>
                  </a:ext>
                </a:extLst>
              </p:cNvPr>
              <p:cNvSpPr>
                <a:spLocks noChangeShapeType="1"/>
              </p:cNvSpPr>
              <p:nvPr/>
            </p:nvSpPr>
            <p:spPr bwMode="auto">
              <a:xfrm>
                <a:off x="2426" y="2886"/>
                <a:ext cx="45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 name="Text Box 36">
                <a:extLst>
                  <a:ext uri="{FF2B5EF4-FFF2-40B4-BE49-F238E27FC236}">
                    <a16:creationId xmlns:a16="http://schemas.microsoft.com/office/drawing/2014/main" id="{3590D042-099E-4856-9B8E-9F565DEEA2A1}"/>
                  </a:ext>
                </a:extLst>
              </p:cNvPr>
              <p:cNvSpPr txBox="1">
                <a:spLocks noChangeArrowheads="1"/>
              </p:cNvSpPr>
              <p:nvPr/>
            </p:nvSpPr>
            <p:spPr bwMode="auto">
              <a:xfrm>
                <a:off x="2562" y="265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g</a:t>
                </a:r>
              </a:p>
            </p:txBody>
          </p:sp>
          <p:sp>
            <p:nvSpPr>
              <p:cNvPr id="71" name="Text Box 37">
                <a:extLst>
                  <a:ext uri="{FF2B5EF4-FFF2-40B4-BE49-F238E27FC236}">
                    <a16:creationId xmlns:a16="http://schemas.microsoft.com/office/drawing/2014/main" id="{45761ABD-17E6-4474-BACE-78BED03DDAA5}"/>
                  </a:ext>
                </a:extLst>
              </p:cNvPr>
              <p:cNvSpPr txBox="1">
                <a:spLocks noChangeArrowheads="1"/>
              </p:cNvSpPr>
              <p:nvPr/>
            </p:nvSpPr>
            <p:spPr bwMode="auto">
              <a:xfrm>
                <a:off x="2517" y="2886"/>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30</a:t>
                </a:r>
              </a:p>
            </p:txBody>
          </p:sp>
        </p:grpSp>
        <p:grpSp>
          <p:nvGrpSpPr>
            <p:cNvPr id="30" name="Group 57">
              <a:extLst>
                <a:ext uri="{FF2B5EF4-FFF2-40B4-BE49-F238E27FC236}">
                  <a16:creationId xmlns:a16="http://schemas.microsoft.com/office/drawing/2014/main" id="{2F9888AA-6EA8-40C6-B214-E4FA6F92CF84}"/>
                </a:ext>
              </a:extLst>
            </p:cNvPr>
            <p:cNvGrpSpPr>
              <a:grpSpLocks/>
            </p:cNvGrpSpPr>
            <p:nvPr/>
          </p:nvGrpSpPr>
          <p:grpSpPr bwMode="auto">
            <a:xfrm>
              <a:off x="5076825" y="4221163"/>
              <a:ext cx="863600" cy="730250"/>
              <a:chOff x="3198" y="2659"/>
              <a:chExt cx="544" cy="460"/>
            </a:xfrm>
          </p:grpSpPr>
          <p:sp>
            <p:nvSpPr>
              <p:cNvPr id="65" name="Line 15">
                <a:extLst>
                  <a:ext uri="{FF2B5EF4-FFF2-40B4-BE49-F238E27FC236}">
                    <a16:creationId xmlns:a16="http://schemas.microsoft.com/office/drawing/2014/main" id="{FE80FD18-7E63-4444-B9D9-790FC351FE36}"/>
                  </a:ext>
                </a:extLst>
              </p:cNvPr>
              <p:cNvSpPr>
                <a:spLocks noChangeShapeType="1"/>
              </p:cNvSpPr>
              <p:nvPr/>
            </p:nvSpPr>
            <p:spPr bwMode="auto">
              <a:xfrm>
                <a:off x="3198" y="2886"/>
                <a:ext cx="5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6" name="Text Box 38">
                <a:extLst>
                  <a:ext uri="{FF2B5EF4-FFF2-40B4-BE49-F238E27FC236}">
                    <a16:creationId xmlns:a16="http://schemas.microsoft.com/office/drawing/2014/main" id="{F9F6C959-4122-4916-9950-F8146D576843}"/>
                  </a:ext>
                </a:extLst>
              </p:cNvPr>
              <p:cNvSpPr txBox="1">
                <a:spLocks noChangeArrowheads="1"/>
              </p:cNvSpPr>
              <p:nvPr/>
            </p:nvSpPr>
            <p:spPr bwMode="auto">
              <a:xfrm>
                <a:off x="3379" y="2659"/>
                <a:ext cx="157"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i</a:t>
                </a:r>
              </a:p>
            </p:txBody>
          </p:sp>
          <p:sp>
            <p:nvSpPr>
              <p:cNvPr id="67" name="Text Box 39">
                <a:extLst>
                  <a:ext uri="{FF2B5EF4-FFF2-40B4-BE49-F238E27FC236}">
                    <a16:creationId xmlns:a16="http://schemas.microsoft.com/office/drawing/2014/main" id="{1DD9FA18-59E4-4ECC-9920-A665ADBFFB15}"/>
                  </a:ext>
                </a:extLst>
              </p:cNvPr>
              <p:cNvSpPr txBox="1">
                <a:spLocks noChangeArrowheads="1"/>
              </p:cNvSpPr>
              <p:nvPr/>
            </p:nvSpPr>
            <p:spPr bwMode="auto">
              <a:xfrm>
                <a:off x="3334" y="2886"/>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25</a:t>
                </a:r>
              </a:p>
            </p:txBody>
          </p:sp>
        </p:grpSp>
        <p:grpSp>
          <p:nvGrpSpPr>
            <p:cNvPr id="31" name="Group 58">
              <a:extLst>
                <a:ext uri="{FF2B5EF4-FFF2-40B4-BE49-F238E27FC236}">
                  <a16:creationId xmlns:a16="http://schemas.microsoft.com/office/drawing/2014/main" id="{38288847-9503-41F0-AA70-4419736B159A}"/>
                </a:ext>
              </a:extLst>
            </p:cNvPr>
            <p:cNvGrpSpPr>
              <a:grpSpLocks/>
            </p:cNvGrpSpPr>
            <p:nvPr/>
          </p:nvGrpSpPr>
          <p:grpSpPr bwMode="auto">
            <a:xfrm>
              <a:off x="6443663" y="4221163"/>
              <a:ext cx="1295400" cy="730250"/>
              <a:chOff x="4059" y="2659"/>
              <a:chExt cx="816" cy="460"/>
            </a:xfrm>
          </p:grpSpPr>
          <p:sp>
            <p:nvSpPr>
              <p:cNvPr id="61" name="Oval 9">
                <a:extLst>
                  <a:ext uri="{FF2B5EF4-FFF2-40B4-BE49-F238E27FC236}">
                    <a16:creationId xmlns:a16="http://schemas.microsoft.com/office/drawing/2014/main" id="{6E0DB761-7641-4581-8C15-071BCFBB051B}"/>
                  </a:ext>
                </a:extLst>
              </p:cNvPr>
              <p:cNvSpPr>
                <a:spLocks noChangeArrowheads="1"/>
              </p:cNvSpPr>
              <p:nvPr/>
            </p:nvSpPr>
            <p:spPr bwMode="auto">
              <a:xfrm>
                <a:off x="4558" y="2750"/>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8</a:t>
                </a:r>
              </a:p>
            </p:txBody>
          </p:sp>
          <p:sp>
            <p:nvSpPr>
              <p:cNvPr id="62" name="Line 16">
                <a:extLst>
                  <a:ext uri="{FF2B5EF4-FFF2-40B4-BE49-F238E27FC236}">
                    <a16:creationId xmlns:a16="http://schemas.microsoft.com/office/drawing/2014/main" id="{8B3741F2-A53E-4FFF-806C-F9A38D6A77CB}"/>
                  </a:ext>
                </a:extLst>
              </p:cNvPr>
              <p:cNvSpPr>
                <a:spLocks noChangeShapeType="1"/>
              </p:cNvSpPr>
              <p:nvPr/>
            </p:nvSpPr>
            <p:spPr bwMode="auto">
              <a:xfrm>
                <a:off x="4059" y="2886"/>
                <a:ext cx="499"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3" name="Text Box 40">
                <a:extLst>
                  <a:ext uri="{FF2B5EF4-FFF2-40B4-BE49-F238E27FC236}">
                    <a16:creationId xmlns:a16="http://schemas.microsoft.com/office/drawing/2014/main" id="{C46215BA-03D2-4C23-88E6-F30332928B8C}"/>
                  </a:ext>
                </a:extLst>
              </p:cNvPr>
              <p:cNvSpPr txBox="1">
                <a:spLocks noChangeArrowheads="1"/>
              </p:cNvSpPr>
              <p:nvPr/>
            </p:nvSpPr>
            <p:spPr bwMode="auto">
              <a:xfrm>
                <a:off x="4241" y="2659"/>
                <a:ext cx="157"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j</a:t>
                </a:r>
              </a:p>
            </p:txBody>
          </p:sp>
          <p:sp>
            <p:nvSpPr>
              <p:cNvPr id="64" name="Text Box 41">
                <a:extLst>
                  <a:ext uri="{FF2B5EF4-FFF2-40B4-BE49-F238E27FC236}">
                    <a16:creationId xmlns:a16="http://schemas.microsoft.com/office/drawing/2014/main" id="{FD01E7F9-B293-40EE-BB11-672400D2911B}"/>
                  </a:ext>
                </a:extLst>
              </p:cNvPr>
              <p:cNvSpPr txBox="1">
                <a:spLocks noChangeArrowheads="1"/>
              </p:cNvSpPr>
              <p:nvPr/>
            </p:nvSpPr>
            <p:spPr bwMode="auto">
              <a:xfrm>
                <a:off x="4195" y="2886"/>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35</a:t>
                </a:r>
              </a:p>
            </p:txBody>
          </p:sp>
        </p:grpSp>
        <p:grpSp>
          <p:nvGrpSpPr>
            <p:cNvPr id="32" name="Group 56">
              <a:extLst>
                <a:ext uri="{FF2B5EF4-FFF2-40B4-BE49-F238E27FC236}">
                  <a16:creationId xmlns:a16="http://schemas.microsoft.com/office/drawing/2014/main" id="{070C2907-A3EA-40CE-955F-C9F20B8A63E6}"/>
                </a:ext>
              </a:extLst>
            </p:cNvPr>
            <p:cNvGrpSpPr>
              <a:grpSpLocks/>
            </p:cNvGrpSpPr>
            <p:nvPr/>
          </p:nvGrpSpPr>
          <p:grpSpPr bwMode="auto">
            <a:xfrm>
              <a:off x="3708400" y="4797425"/>
              <a:ext cx="2376488" cy="1089025"/>
              <a:chOff x="2336" y="3022"/>
              <a:chExt cx="1497" cy="686"/>
            </a:xfrm>
          </p:grpSpPr>
          <p:sp>
            <p:nvSpPr>
              <p:cNvPr id="56" name="Line 25">
                <a:extLst>
                  <a:ext uri="{FF2B5EF4-FFF2-40B4-BE49-F238E27FC236}">
                    <a16:creationId xmlns:a16="http://schemas.microsoft.com/office/drawing/2014/main" id="{BFCAA14F-D218-4B9D-B07F-529F36FA4E91}"/>
                  </a:ext>
                </a:extLst>
              </p:cNvPr>
              <p:cNvSpPr>
                <a:spLocks noChangeShapeType="1"/>
              </p:cNvSpPr>
              <p:nvPr/>
            </p:nvSpPr>
            <p:spPr bwMode="auto">
              <a:xfrm>
                <a:off x="2789" y="3475"/>
                <a:ext cx="49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7" name="Line 26">
                <a:extLst>
                  <a:ext uri="{FF2B5EF4-FFF2-40B4-BE49-F238E27FC236}">
                    <a16:creationId xmlns:a16="http://schemas.microsoft.com/office/drawing/2014/main" id="{903E30E2-642F-4E80-B93E-45F590108F7B}"/>
                  </a:ext>
                </a:extLst>
              </p:cNvPr>
              <p:cNvSpPr>
                <a:spLocks noChangeShapeType="1"/>
              </p:cNvSpPr>
              <p:nvPr/>
            </p:nvSpPr>
            <p:spPr bwMode="auto">
              <a:xfrm flipV="1">
                <a:off x="3288" y="3022"/>
                <a:ext cx="545"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8" name="Text Box 42">
                <a:extLst>
                  <a:ext uri="{FF2B5EF4-FFF2-40B4-BE49-F238E27FC236}">
                    <a16:creationId xmlns:a16="http://schemas.microsoft.com/office/drawing/2014/main" id="{A4953A60-ADA4-4CCB-82CC-934825D04601}"/>
                  </a:ext>
                </a:extLst>
              </p:cNvPr>
              <p:cNvSpPr txBox="1">
                <a:spLocks noChangeArrowheads="1"/>
              </p:cNvSpPr>
              <p:nvPr/>
            </p:nvSpPr>
            <p:spPr bwMode="auto">
              <a:xfrm>
                <a:off x="2925" y="3475"/>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15</a:t>
                </a:r>
              </a:p>
            </p:txBody>
          </p:sp>
          <p:sp>
            <p:nvSpPr>
              <p:cNvPr id="59" name="Text Box 43">
                <a:extLst>
                  <a:ext uri="{FF2B5EF4-FFF2-40B4-BE49-F238E27FC236}">
                    <a16:creationId xmlns:a16="http://schemas.microsoft.com/office/drawing/2014/main" id="{76D45B8A-7714-4877-AE30-E63B145C2997}"/>
                  </a:ext>
                </a:extLst>
              </p:cNvPr>
              <p:cNvSpPr txBox="1">
                <a:spLocks noChangeArrowheads="1"/>
              </p:cNvSpPr>
              <p:nvPr/>
            </p:nvSpPr>
            <p:spPr bwMode="auto">
              <a:xfrm>
                <a:off x="2925" y="324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h</a:t>
                </a:r>
              </a:p>
            </p:txBody>
          </p:sp>
          <p:sp>
            <p:nvSpPr>
              <p:cNvPr id="60" name="Line 46">
                <a:extLst>
                  <a:ext uri="{FF2B5EF4-FFF2-40B4-BE49-F238E27FC236}">
                    <a16:creationId xmlns:a16="http://schemas.microsoft.com/office/drawing/2014/main" id="{77C45B7C-F922-493F-943B-83BE13A09539}"/>
                  </a:ext>
                </a:extLst>
              </p:cNvPr>
              <p:cNvSpPr>
                <a:spLocks noChangeShapeType="1"/>
              </p:cNvSpPr>
              <p:nvPr/>
            </p:nvSpPr>
            <p:spPr bwMode="auto">
              <a:xfrm>
                <a:off x="2336" y="3067"/>
                <a:ext cx="181" cy="272"/>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grpSp>
        <p:grpSp>
          <p:nvGrpSpPr>
            <p:cNvPr id="36" name="Group 53">
              <a:extLst>
                <a:ext uri="{FF2B5EF4-FFF2-40B4-BE49-F238E27FC236}">
                  <a16:creationId xmlns:a16="http://schemas.microsoft.com/office/drawing/2014/main" id="{4CA3FF84-F4AF-49C7-BF55-8891F3D00F49}"/>
                </a:ext>
              </a:extLst>
            </p:cNvPr>
            <p:cNvGrpSpPr>
              <a:grpSpLocks/>
            </p:cNvGrpSpPr>
            <p:nvPr/>
          </p:nvGrpSpPr>
          <p:grpSpPr bwMode="auto">
            <a:xfrm>
              <a:off x="2124075" y="2924175"/>
              <a:ext cx="4319588" cy="2962275"/>
              <a:chOff x="1338" y="1842"/>
              <a:chExt cx="2721" cy="1866"/>
            </a:xfrm>
          </p:grpSpPr>
          <p:sp>
            <p:nvSpPr>
              <p:cNvPr id="37" name="Oval 6">
                <a:extLst>
                  <a:ext uri="{FF2B5EF4-FFF2-40B4-BE49-F238E27FC236}">
                    <a16:creationId xmlns:a16="http://schemas.microsoft.com/office/drawing/2014/main" id="{EA7AF764-6BB4-40F9-BE96-9F48E621B23E}"/>
                  </a:ext>
                </a:extLst>
              </p:cNvPr>
              <p:cNvSpPr>
                <a:spLocks noChangeArrowheads="1"/>
              </p:cNvSpPr>
              <p:nvPr/>
            </p:nvSpPr>
            <p:spPr bwMode="auto">
              <a:xfrm>
                <a:off x="2109" y="2750"/>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4</a:t>
                </a:r>
              </a:p>
            </p:txBody>
          </p:sp>
          <p:sp>
            <p:nvSpPr>
              <p:cNvPr id="38" name="Oval 7">
                <a:extLst>
                  <a:ext uri="{FF2B5EF4-FFF2-40B4-BE49-F238E27FC236}">
                    <a16:creationId xmlns:a16="http://schemas.microsoft.com/office/drawing/2014/main" id="{DD464EBC-322C-4B44-9440-439E1B9EA708}"/>
                  </a:ext>
                </a:extLst>
              </p:cNvPr>
              <p:cNvSpPr>
                <a:spLocks noChangeArrowheads="1"/>
              </p:cNvSpPr>
              <p:nvPr/>
            </p:nvSpPr>
            <p:spPr bwMode="auto">
              <a:xfrm>
                <a:off x="3742" y="2750"/>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7</a:t>
                </a:r>
              </a:p>
            </p:txBody>
          </p:sp>
          <p:sp>
            <p:nvSpPr>
              <p:cNvPr id="39" name="Oval 10">
                <a:extLst>
                  <a:ext uri="{FF2B5EF4-FFF2-40B4-BE49-F238E27FC236}">
                    <a16:creationId xmlns:a16="http://schemas.microsoft.com/office/drawing/2014/main" id="{F2854D30-CBF9-4E19-B0F4-B7009963392F}"/>
                  </a:ext>
                </a:extLst>
              </p:cNvPr>
              <p:cNvSpPr>
                <a:spLocks noChangeArrowheads="1"/>
              </p:cNvSpPr>
              <p:nvPr/>
            </p:nvSpPr>
            <p:spPr bwMode="auto">
              <a:xfrm>
                <a:off x="1746" y="2205"/>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3</a:t>
                </a:r>
              </a:p>
            </p:txBody>
          </p:sp>
          <p:sp>
            <p:nvSpPr>
              <p:cNvPr id="40" name="Oval 11">
                <a:extLst>
                  <a:ext uri="{FF2B5EF4-FFF2-40B4-BE49-F238E27FC236}">
                    <a16:creationId xmlns:a16="http://schemas.microsoft.com/office/drawing/2014/main" id="{FB97667F-3124-4407-A75B-DEFE4BA8A1F7}"/>
                  </a:ext>
                </a:extLst>
              </p:cNvPr>
              <p:cNvSpPr>
                <a:spLocks noChangeArrowheads="1"/>
              </p:cNvSpPr>
              <p:nvPr/>
            </p:nvSpPr>
            <p:spPr bwMode="auto">
              <a:xfrm>
                <a:off x="2472" y="3294"/>
                <a:ext cx="317" cy="317"/>
              </a:xfrm>
              <a:prstGeom prst="ellipse">
                <a:avLst/>
              </a:prstGeom>
              <a:noFill/>
              <a:ln w="19050"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000000"/>
                    </a:solidFill>
                    <a:latin typeface="Times New Roman" panose="02020603050405020304" pitchFamily="18" charset="0"/>
                    <a:cs typeface="Times New Roman" panose="02020603050405020304" pitchFamily="18" charset="0"/>
                  </a:rPr>
                  <a:t>5</a:t>
                </a:r>
              </a:p>
            </p:txBody>
          </p:sp>
          <p:sp>
            <p:nvSpPr>
              <p:cNvPr id="41" name="Line 13">
                <a:extLst>
                  <a:ext uri="{FF2B5EF4-FFF2-40B4-BE49-F238E27FC236}">
                    <a16:creationId xmlns:a16="http://schemas.microsoft.com/office/drawing/2014/main" id="{82990A39-6D2C-4241-8A12-20F5C17DE787}"/>
                  </a:ext>
                </a:extLst>
              </p:cNvPr>
              <p:cNvSpPr>
                <a:spLocks noChangeShapeType="1"/>
              </p:cNvSpPr>
              <p:nvPr/>
            </p:nvSpPr>
            <p:spPr bwMode="auto">
              <a:xfrm>
                <a:off x="1519" y="2886"/>
                <a:ext cx="59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2" name="Line 17">
                <a:extLst>
                  <a:ext uri="{FF2B5EF4-FFF2-40B4-BE49-F238E27FC236}">
                    <a16:creationId xmlns:a16="http://schemas.microsoft.com/office/drawing/2014/main" id="{F6D9CB70-5A22-4B7D-81A8-E05F40017FD3}"/>
                  </a:ext>
                </a:extLst>
              </p:cNvPr>
              <p:cNvSpPr>
                <a:spLocks noChangeShapeType="1"/>
              </p:cNvSpPr>
              <p:nvPr/>
            </p:nvSpPr>
            <p:spPr bwMode="auto">
              <a:xfrm flipV="1">
                <a:off x="1474" y="2478"/>
                <a:ext cx="317" cy="31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3" name="Line 20">
                <a:extLst>
                  <a:ext uri="{FF2B5EF4-FFF2-40B4-BE49-F238E27FC236}">
                    <a16:creationId xmlns:a16="http://schemas.microsoft.com/office/drawing/2014/main" id="{4621425A-33B7-4822-8E62-F8B6CEE039F3}"/>
                  </a:ext>
                </a:extLst>
              </p:cNvPr>
              <p:cNvSpPr>
                <a:spLocks noChangeShapeType="1"/>
              </p:cNvSpPr>
              <p:nvPr/>
            </p:nvSpPr>
            <p:spPr bwMode="auto">
              <a:xfrm flipV="1">
                <a:off x="1338" y="2069"/>
                <a:ext cx="499" cy="6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Line 21">
                <a:extLst>
                  <a:ext uri="{FF2B5EF4-FFF2-40B4-BE49-F238E27FC236}">
                    <a16:creationId xmlns:a16="http://schemas.microsoft.com/office/drawing/2014/main" id="{BC785B33-A435-4298-9543-BB9C450F8205}"/>
                  </a:ext>
                </a:extLst>
              </p:cNvPr>
              <p:cNvSpPr>
                <a:spLocks noChangeShapeType="1"/>
              </p:cNvSpPr>
              <p:nvPr/>
            </p:nvSpPr>
            <p:spPr bwMode="auto">
              <a:xfrm>
                <a:off x="1837" y="2069"/>
                <a:ext cx="176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Line 22">
                <a:extLst>
                  <a:ext uri="{FF2B5EF4-FFF2-40B4-BE49-F238E27FC236}">
                    <a16:creationId xmlns:a16="http://schemas.microsoft.com/office/drawing/2014/main" id="{6714B503-8CCA-4FED-A4DE-4C984C6D97A6}"/>
                  </a:ext>
                </a:extLst>
              </p:cNvPr>
              <p:cNvSpPr>
                <a:spLocks noChangeShapeType="1"/>
              </p:cNvSpPr>
              <p:nvPr/>
            </p:nvSpPr>
            <p:spPr bwMode="auto">
              <a:xfrm>
                <a:off x="3606" y="2069"/>
                <a:ext cx="363" cy="68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Line 23">
                <a:extLst>
                  <a:ext uri="{FF2B5EF4-FFF2-40B4-BE49-F238E27FC236}">
                    <a16:creationId xmlns:a16="http://schemas.microsoft.com/office/drawing/2014/main" id="{FF028752-15B1-4FB6-8544-7006CBF1258D}"/>
                  </a:ext>
                </a:extLst>
              </p:cNvPr>
              <p:cNvSpPr>
                <a:spLocks noChangeShapeType="1"/>
              </p:cNvSpPr>
              <p:nvPr/>
            </p:nvSpPr>
            <p:spPr bwMode="auto">
              <a:xfrm>
                <a:off x="1383" y="3067"/>
                <a:ext cx="635" cy="4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Line 24">
                <a:extLst>
                  <a:ext uri="{FF2B5EF4-FFF2-40B4-BE49-F238E27FC236}">
                    <a16:creationId xmlns:a16="http://schemas.microsoft.com/office/drawing/2014/main" id="{BCBE5F17-678B-431A-88E5-5242C83C4A2C}"/>
                  </a:ext>
                </a:extLst>
              </p:cNvPr>
              <p:cNvSpPr>
                <a:spLocks noChangeShapeType="1"/>
              </p:cNvSpPr>
              <p:nvPr/>
            </p:nvSpPr>
            <p:spPr bwMode="auto">
              <a:xfrm>
                <a:off x="2018" y="3475"/>
                <a:ext cx="45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Text Box 28">
                <a:extLst>
                  <a:ext uri="{FF2B5EF4-FFF2-40B4-BE49-F238E27FC236}">
                    <a16:creationId xmlns:a16="http://schemas.microsoft.com/office/drawing/2014/main" id="{94068714-E835-4901-B116-0823F18A7067}"/>
                  </a:ext>
                </a:extLst>
              </p:cNvPr>
              <p:cNvSpPr txBox="1">
                <a:spLocks noChangeArrowheads="1"/>
              </p:cNvSpPr>
              <p:nvPr/>
            </p:nvSpPr>
            <p:spPr bwMode="auto">
              <a:xfrm>
                <a:off x="1565" y="2568"/>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10</a:t>
                </a:r>
              </a:p>
            </p:txBody>
          </p:sp>
          <p:sp>
            <p:nvSpPr>
              <p:cNvPr id="49" name="Text Box 29">
                <a:extLst>
                  <a:ext uri="{FF2B5EF4-FFF2-40B4-BE49-F238E27FC236}">
                    <a16:creationId xmlns:a16="http://schemas.microsoft.com/office/drawing/2014/main" id="{B0D70DC9-F56D-4910-AC76-6665619BB0C0}"/>
                  </a:ext>
                </a:extLst>
              </p:cNvPr>
              <p:cNvSpPr txBox="1">
                <a:spLocks noChangeArrowheads="1"/>
              </p:cNvSpPr>
              <p:nvPr/>
            </p:nvSpPr>
            <p:spPr bwMode="auto">
              <a:xfrm>
                <a:off x="2562" y="2041"/>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45</a:t>
                </a:r>
              </a:p>
            </p:txBody>
          </p:sp>
          <p:sp>
            <p:nvSpPr>
              <p:cNvPr id="50" name="Text Box 30">
                <a:extLst>
                  <a:ext uri="{FF2B5EF4-FFF2-40B4-BE49-F238E27FC236}">
                    <a16:creationId xmlns:a16="http://schemas.microsoft.com/office/drawing/2014/main" id="{3D5E1EF6-9023-4D18-B458-961F86E65E5B}"/>
                  </a:ext>
                </a:extLst>
              </p:cNvPr>
              <p:cNvSpPr txBox="1">
                <a:spLocks noChangeArrowheads="1"/>
              </p:cNvSpPr>
              <p:nvPr/>
            </p:nvSpPr>
            <p:spPr bwMode="auto">
              <a:xfrm>
                <a:off x="1474" y="2478"/>
                <a:ext cx="188"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c</a:t>
                </a:r>
              </a:p>
            </p:txBody>
          </p:sp>
          <p:sp>
            <p:nvSpPr>
              <p:cNvPr id="51" name="Text Box 32">
                <a:extLst>
                  <a:ext uri="{FF2B5EF4-FFF2-40B4-BE49-F238E27FC236}">
                    <a16:creationId xmlns:a16="http://schemas.microsoft.com/office/drawing/2014/main" id="{C0CB2E3E-68F3-49D7-BD77-FE3CC76CB6E4}"/>
                  </a:ext>
                </a:extLst>
              </p:cNvPr>
              <p:cNvSpPr txBox="1">
                <a:spLocks noChangeArrowheads="1"/>
              </p:cNvSpPr>
              <p:nvPr/>
            </p:nvSpPr>
            <p:spPr bwMode="auto">
              <a:xfrm>
                <a:off x="1791" y="2704"/>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d</a:t>
                </a:r>
              </a:p>
            </p:txBody>
          </p:sp>
          <p:sp>
            <p:nvSpPr>
              <p:cNvPr id="52" name="Text Box 33">
                <a:extLst>
                  <a:ext uri="{FF2B5EF4-FFF2-40B4-BE49-F238E27FC236}">
                    <a16:creationId xmlns:a16="http://schemas.microsoft.com/office/drawing/2014/main" id="{8A410229-25AA-45E4-A16E-E1138CA6E46D}"/>
                  </a:ext>
                </a:extLst>
              </p:cNvPr>
              <p:cNvSpPr txBox="1">
                <a:spLocks noChangeArrowheads="1"/>
              </p:cNvSpPr>
              <p:nvPr/>
            </p:nvSpPr>
            <p:spPr bwMode="auto">
              <a:xfrm>
                <a:off x="1746" y="2886"/>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20</a:t>
                </a:r>
              </a:p>
            </p:txBody>
          </p:sp>
          <p:sp>
            <p:nvSpPr>
              <p:cNvPr id="53" name="Text Box 44">
                <a:extLst>
                  <a:ext uri="{FF2B5EF4-FFF2-40B4-BE49-F238E27FC236}">
                    <a16:creationId xmlns:a16="http://schemas.microsoft.com/office/drawing/2014/main" id="{060EBE7D-5808-417F-A7BC-8596115153BA}"/>
                  </a:ext>
                </a:extLst>
              </p:cNvPr>
              <p:cNvSpPr txBox="1">
                <a:spLocks noChangeArrowheads="1"/>
              </p:cNvSpPr>
              <p:nvPr/>
            </p:nvSpPr>
            <p:spPr bwMode="auto">
              <a:xfrm>
                <a:off x="2154" y="3294"/>
                <a:ext cx="181"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e</a:t>
                </a:r>
              </a:p>
            </p:txBody>
          </p:sp>
          <p:sp>
            <p:nvSpPr>
              <p:cNvPr id="54" name="Text Box 45">
                <a:extLst>
                  <a:ext uri="{FF2B5EF4-FFF2-40B4-BE49-F238E27FC236}">
                    <a16:creationId xmlns:a16="http://schemas.microsoft.com/office/drawing/2014/main" id="{92FAD4B7-F0C4-40DF-A878-2C4654763FDD}"/>
                  </a:ext>
                </a:extLst>
              </p:cNvPr>
              <p:cNvSpPr txBox="1">
                <a:spLocks noChangeArrowheads="1"/>
              </p:cNvSpPr>
              <p:nvPr/>
            </p:nvSpPr>
            <p:spPr bwMode="auto">
              <a:xfrm>
                <a:off x="2154" y="3475"/>
                <a:ext cx="262"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40</a:t>
                </a:r>
              </a:p>
            </p:txBody>
          </p:sp>
          <p:sp>
            <p:nvSpPr>
              <p:cNvPr id="55" name="Text Box 48">
                <a:extLst>
                  <a:ext uri="{FF2B5EF4-FFF2-40B4-BE49-F238E27FC236}">
                    <a16:creationId xmlns:a16="http://schemas.microsoft.com/office/drawing/2014/main" id="{6EF0272F-5F55-420A-8E26-AB0A84D4C089}"/>
                  </a:ext>
                </a:extLst>
              </p:cNvPr>
              <p:cNvSpPr txBox="1">
                <a:spLocks noChangeArrowheads="1"/>
              </p:cNvSpPr>
              <p:nvPr/>
            </p:nvSpPr>
            <p:spPr bwMode="auto">
              <a:xfrm>
                <a:off x="2608" y="1842"/>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p>
            </p:txBody>
          </p:sp>
        </p:grpSp>
      </p:grpSp>
    </p:spTree>
    <p:extLst>
      <p:ext uri="{BB962C8B-B14F-4D97-AF65-F5344CB8AC3E}">
        <p14:creationId xmlns:p14="http://schemas.microsoft.com/office/powerpoint/2010/main" val="229133249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582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5109700"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计划评审方法</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program evaluation and review technique, PERT</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FF0000"/>
                </a:solidFill>
                <a:latin typeface="华文楷体" panose="02010600040101010101" pitchFamily="2" charset="-122"/>
                <a:ea typeface="华文楷体" panose="02010600040101010101" pitchFamily="2" charset="-122"/>
              </a:rPr>
              <a:t>关键路线法 </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critical path method, CPM</a:t>
            </a:r>
            <a:r>
              <a:rPr lang="zh-CN" altLang="en-US" sz="1700" dirty="0">
                <a:solidFill>
                  <a:srgbClr val="000000"/>
                </a:solidFill>
                <a:latin typeface="华文楷体" panose="02010600040101010101" pitchFamily="2" charset="-122"/>
                <a:ea typeface="华文楷体" panose="02010600040101010101" pitchFamily="2" charset="-122"/>
              </a:rPr>
              <a:t>）是网络分析的重要组成方法，它广泛地用于系统分析和项目管理。</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计划评审与关键路线方法是在</a:t>
            </a:r>
            <a:r>
              <a:rPr lang="en-US" altLang="zh-CN" sz="1700" dirty="0">
                <a:solidFill>
                  <a:srgbClr val="000000"/>
                </a:solidFill>
                <a:latin typeface="华文楷体" panose="02010600040101010101" pitchFamily="2" charset="-122"/>
                <a:ea typeface="华文楷体" panose="02010600040101010101" pitchFamily="2" charset="-122"/>
              </a:rPr>
              <a:t>20</a:t>
            </a:r>
            <a:r>
              <a:rPr lang="zh-CN" altLang="en-US" sz="1700" dirty="0">
                <a:solidFill>
                  <a:srgbClr val="000000"/>
                </a:solidFill>
                <a:latin typeface="华文楷体" panose="02010600040101010101" pitchFamily="2" charset="-122"/>
                <a:ea typeface="华文楷体" panose="02010600040101010101" pitchFamily="2" charset="-122"/>
              </a:rPr>
              <a:t>世纪</a:t>
            </a:r>
            <a:r>
              <a:rPr lang="en-US" altLang="zh-CN" sz="1700" dirty="0">
                <a:solidFill>
                  <a:srgbClr val="000000"/>
                </a:solidFill>
                <a:latin typeface="华文楷体" panose="02010600040101010101" pitchFamily="2" charset="-122"/>
                <a:ea typeface="华文楷体" panose="02010600040101010101" pitchFamily="2" charset="-122"/>
              </a:rPr>
              <a:t>50</a:t>
            </a:r>
            <a:r>
              <a:rPr lang="zh-CN" altLang="en-US" sz="1700" dirty="0">
                <a:solidFill>
                  <a:srgbClr val="000000"/>
                </a:solidFill>
                <a:latin typeface="华文楷体" panose="02010600040101010101" pitchFamily="2" charset="-122"/>
                <a:ea typeface="华文楷体" panose="02010600040101010101" pitchFamily="2" charset="-122"/>
              </a:rPr>
              <a:t>年代提出并发展起来的。</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1956</a:t>
            </a:r>
            <a:r>
              <a:rPr lang="zh-CN" altLang="en-US" sz="1700" dirty="0">
                <a:solidFill>
                  <a:srgbClr val="000000"/>
                </a:solidFill>
                <a:latin typeface="华文楷体" panose="02010600040101010101" pitchFamily="2" charset="-122"/>
                <a:ea typeface="华文楷体" panose="02010600040101010101" pitchFamily="2" charset="-122"/>
              </a:rPr>
              <a:t>年，美国杜邦公司为了协调企业不同业务部门的系统规划，提出了</a:t>
            </a:r>
            <a:r>
              <a:rPr lang="zh-CN" altLang="en-US" sz="1700" b="1" dirty="0">
                <a:solidFill>
                  <a:srgbClr val="FF0000"/>
                </a:solidFill>
                <a:latin typeface="华文楷体" panose="02010600040101010101" pitchFamily="2" charset="-122"/>
                <a:ea typeface="华文楷体" panose="02010600040101010101" pitchFamily="2" charset="-122"/>
              </a:rPr>
              <a:t>关键路线法</a:t>
            </a:r>
            <a:r>
              <a:rPr lang="zh-CN" altLang="en-US" sz="1700" dirty="0">
                <a:solidFill>
                  <a:srgbClr val="000000"/>
                </a:solidFill>
                <a:latin typeface="华文楷体" panose="02010600040101010101" pitchFamily="2" charset="-122"/>
                <a:ea typeface="华文楷体" panose="02010600040101010101" pitchFamily="2" charset="-122"/>
              </a:rPr>
              <a:t>。</a:t>
            </a:r>
          </a:p>
        </p:txBody>
      </p:sp>
      <p:pic>
        <p:nvPicPr>
          <p:cNvPr id="5" name="图片 4">
            <a:extLst>
              <a:ext uri="{FF2B5EF4-FFF2-40B4-BE49-F238E27FC236}">
                <a16:creationId xmlns:a16="http://schemas.microsoft.com/office/drawing/2014/main" id="{A8489AD4-7175-4EC2-AC48-915C6C5DF449}"/>
              </a:ext>
            </a:extLst>
          </p:cNvPr>
          <p:cNvPicPr>
            <a:picLocks noChangeAspect="1"/>
          </p:cNvPicPr>
          <p:nvPr/>
        </p:nvPicPr>
        <p:blipFill>
          <a:blip r:embed="rId3"/>
          <a:stretch>
            <a:fillRect/>
          </a:stretch>
        </p:blipFill>
        <p:spPr>
          <a:xfrm>
            <a:off x="5901891" y="731260"/>
            <a:ext cx="2630278" cy="3896707"/>
          </a:xfrm>
          <a:prstGeom prst="rect">
            <a:avLst/>
          </a:prstGeom>
        </p:spPr>
      </p:pic>
    </p:spTree>
    <p:extLst>
      <p:ext uri="{BB962C8B-B14F-4D97-AF65-F5344CB8AC3E}">
        <p14:creationId xmlns:p14="http://schemas.microsoft.com/office/powerpoint/2010/main" val="174010098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582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1958</a:t>
            </a:r>
            <a:r>
              <a:rPr lang="zh-CN" altLang="en-US" sz="1700" dirty="0">
                <a:solidFill>
                  <a:srgbClr val="000000"/>
                </a:solidFill>
                <a:latin typeface="华文楷体" panose="02010600040101010101" pitchFamily="2" charset="-122"/>
                <a:ea typeface="华文楷体" panose="02010600040101010101" pitchFamily="2" charset="-122"/>
              </a:rPr>
              <a:t>年，美国海军武装部在研制“北极星”导弹计划时，由于导弹的研制系统过于庞大、复杂，为找到一种有效的管理方法，设计了</a:t>
            </a:r>
            <a:r>
              <a:rPr lang="zh-CN" altLang="en-US" sz="1700" b="1" dirty="0">
                <a:solidFill>
                  <a:srgbClr val="FF0000"/>
                </a:solidFill>
                <a:latin typeface="华文楷体" panose="02010600040101010101" pitchFamily="2" charset="-122"/>
                <a:ea typeface="华文楷体" panose="02010600040101010101" pitchFamily="2" charset="-122"/>
              </a:rPr>
              <a:t>计划评审方法</a:t>
            </a:r>
            <a:r>
              <a:rPr lang="zh-CN" altLang="en-US" sz="1700" dirty="0">
                <a:solidFill>
                  <a:srgbClr val="000000"/>
                </a:solidFill>
                <a:latin typeface="华文楷体" panose="02010600040101010101" pitchFamily="2" charset="-122"/>
                <a:ea typeface="华文楷体" panose="02010600040101010101" pitchFamily="2" charset="-122"/>
              </a:rPr>
              <a:t>。</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计划评审技术</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Program Evaluation and Review Technique ,PERT</a:t>
            </a:r>
            <a:r>
              <a:rPr lang="zh-CN" altLang="en-US" sz="1700" dirty="0">
                <a:solidFill>
                  <a:srgbClr val="000000"/>
                </a:solidFill>
                <a:latin typeface="华文楷体" panose="02010600040101010101" pitchFamily="2" charset="-122"/>
                <a:ea typeface="华文楷体" panose="02010600040101010101" pitchFamily="2" charset="-122"/>
              </a:rPr>
              <a:t>）是利用网络分析制定计划以及对计划予以评价的一种方法，通过这项技术的应用可以协调整个计划的各道工序，合理安排人力、物力、时间、资金等各项资源，使项目尽早的完成，是项目现代化管理的重要手段和方法之一。</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由于 </a:t>
            </a:r>
            <a:r>
              <a:rPr lang="en-US" altLang="zh-CN" sz="1700" dirty="0">
                <a:solidFill>
                  <a:srgbClr val="000000"/>
                </a:solidFill>
                <a:latin typeface="华文楷体" panose="02010600040101010101" pitchFamily="2" charset="-122"/>
                <a:ea typeface="华文楷体" panose="02010600040101010101" pitchFamily="2" charset="-122"/>
              </a:rPr>
              <a:t>PERT </a:t>
            </a:r>
            <a:r>
              <a:rPr lang="zh-CN" altLang="en-US" sz="1700" dirty="0">
                <a:solidFill>
                  <a:srgbClr val="000000"/>
                </a:solidFill>
                <a:latin typeface="华文楷体" panose="02010600040101010101" pitchFamily="2" charset="-122"/>
                <a:ea typeface="华文楷体" panose="02010600040101010101" pitchFamily="2" charset="-122"/>
              </a:rPr>
              <a:t>与 </a:t>
            </a:r>
            <a:r>
              <a:rPr lang="en-US" altLang="zh-CN" sz="1700" dirty="0">
                <a:solidFill>
                  <a:srgbClr val="000000"/>
                </a:solidFill>
                <a:latin typeface="华文楷体" panose="02010600040101010101" pitchFamily="2" charset="-122"/>
                <a:ea typeface="华文楷体" panose="02010600040101010101" pitchFamily="2" charset="-122"/>
              </a:rPr>
              <a:t>CPM </a:t>
            </a:r>
            <a:r>
              <a:rPr lang="zh-CN" altLang="en-US" sz="1700" dirty="0">
                <a:solidFill>
                  <a:srgbClr val="000000"/>
                </a:solidFill>
                <a:latin typeface="华文楷体" panose="02010600040101010101" pitchFamily="2" charset="-122"/>
                <a:ea typeface="华文楷体" panose="02010600040101010101" pitchFamily="2" charset="-122"/>
              </a:rPr>
              <a:t>既有着相同的目标应用，又有很多相同的术语，这两种方法已合并为一种方法，在国外称为 </a:t>
            </a:r>
            <a:r>
              <a:rPr lang="en-US" altLang="zh-CN" sz="1700" b="1" dirty="0">
                <a:solidFill>
                  <a:srgbClr val="FF0000"/>
                </a:solidFill>
                <a:latin typeface="华文楷体" panose="02010600040101010101" pitchFamily="2" charset="-122"/>
                <a:ea typeface="华文楷体" panose="02010600040101010101" pitchFamily="2" charset="-122"/>
              </a:rPr>
              <a:t>PERT/CPM</a:t>
            </a:r>
            <a:r>
              <a:rPr lang="zh-CN" altLang="en-US" sz="1700" dirty="0">
                <a:solidFill>
                  <a:srgbClr val="000000"/>
                </a:solidFill>
                <a:latin typeface="华文楷体" panose="02010600040101010101" pitchFamily="2" charset="-122"/>
                <a:ea typeface="华文楷体" panose="02010600040101010101" pitchFamily="2" charset="-122"/>
              </a:rPr>
              <a:t>，在国内称为</a:t>
            </a:r>
            <a:r>
              <a:rPr lang="zh-CN" altLang="en-US" sz="1700" b="1" dirty="0">
                <a:solidFill>
                  <a:srgbClr val="FF0000"/>
                </a:solidFill>
                <a:latin typeface="华文楷体" panose="02010600040101010101" pitchFamily="2" charset="-122"/>
                <a:ea typeface="华文楷体" panose="02010600040101010101" pitchFamily="2" charset="-122"/>
              </a:rPr>
              <a:t>统筹方法</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scheduling method</a:t>
            </a:r>
            <a:r>
              <a:rPr lang="zh-CN" altLang="en-US"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48323048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计划评审技术网络是一种箭线图，其描绘出项目包含的各种活动的先后次序，标明每项活动的时间或者相关成本。对于</a:t>
            </a:r>
            <a:r>
              <a:rPr lang="en-US" altLang="zh-CN" sz="1700" dirty="0">
                <a:solidFill>
                  <a:srgbClr val="000000"/>
                </a:solidFill>
                <a:latin typeface="华文楷体" panose="02010600040101010101" pitchFamily="2" charset="-122"/>
                <a:ea typeface="华文楷体" panose="02010600040101010101" pitchFamily="2" charset="-122"/>
              </a:rPr>
              <a:t>PERT</a:t>
            </a:r>
            <a:r>
              <a:rPr lang="zh-CN" altLang="en-US" sz="1700" dirty="0">
                <a:solidFill>
                  <a:srgbClr val="000000"/>
                </a:solidFill>
                <a:latin typeface="华文楷体" panose="02010600040101010101" pitchFamily="2" charset="-122"/>
                <a:ea typeface="华文楷体" panose="02010600040101010101" pitchFamily="2" charset="-122"/>
              </a:rPr>
              <a:t>网络，项目管理者必须要考虑任务，时间之间的依赖关系，分析出可能存在风险的环节，借助</a:t>
            </a:r>
            <a:r>
              <a:rPr lang="en-US" altLang="zh-CN" sz="1700" dirty="0">
                <a:solidFill>
                  <a:srgbClr val="000000"/>
                </a:solidFill>
                <a:latin typeface="华文楷体" panose="02010600040101010101" pitchFamily="2" charset="-122"/>
                <a:ea typeface="华文楷体" panose="02010600040101010101" pitchFamily="2" charset="-122"/>
              </a:rPr>
              <a:t>PERT</a:t>
            </a:r>
            <a:r>
              <a:rPr lang="zh-CN" altLang="en-US" sz="1700" dirty="0">
                <a:solidFill>
                  <a:srgbClr val="000000"/>
                </a:solidFill>
                <a:latin typeface="华文楷体" panose="02010600040101010101" pitchFamily="2" charset="-122"/>
                <a:ea typeface="华文楷体" panose="02010600040101010101" pitchFamily="2" charset="-122"/>
              </a:rPr>
              <a:t>网络可以方便地比较不同行动方案在进度和成本方面的效果。</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三个概念：事件、活动和关键路线。</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事件</a:t>
            </a:r>
            <a:r>
              <a:rPr lang="zh-CN" altLang="en-US" sz="1700" dirty="0">
                <a:latin typeface="华文楷体" panose="02010600040101010101" pitchFamily="2" charset="-122"/>
                <a:ea typeface="华文楷体" panose="02010600040101010101" pitchFamily="2" charset="-122"/>
              </a:rPr>
              <a:t>（</a:t>
            </a:r>
            <a:r>
              <a:rPr lang="en-US" altLang="zh-CN" sz="1700" dirty="0">
                <a:latin typeface="华文楷体" panose="02010600040101010101" pitchFamily="2" charset="-122"/>
                <a:ea typeface="华文楷体" panose="02010600040101010101" pitchFamily="2" charset="-122"/>
              </a:rPr>
              <a:t>Events</a:t>
            </a:r>
            <a:r>
              <a:rPr lang="zh-CN" altLang="en-US" sz="1700" dirty="0">
                <a:latin typeface="华文楷体" panose="02010600040101010101" pitchFamily="2" charset="-122"/>
                <a:ea typeface="华文楷体" panose="02010600040101010101" pitchFamily="2" charset="-122"/>
              </a:rPr>
              <a:t>）表示主要活动结束的那一点；</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活动</a:t>
            </a:r>
            <a:r>
              <a:rPr lang="zh-CN" altLang="en-US" sz="1700" dirty="0">
                <a:latin typeface="华文楷体" panose="02010600040101010101" pitchFamily="2" charset="-122"/>
                <a:ea typeface="华文楷体" panose="02010600040101010101" pitchFamily="2" charset="-122"/>
              </a:rPr>
              <a:t>（</a:t>
            </a:r>
            <a:r>
              <a:rPr lang="en-US" altLang="zh-CN" sz="1700" dirty="0">
                <a:latin typeface="华文楷体" panose="02010600040101010101" pitchFamily="2" charset="-122"/>
                <a:ea typeface="华文楷体" panose="02010600040101010101" pitchFamily="2" charset="-122"/>
              </a:rPr>
              <a:t>Activities</a:t>
            </a:r>
            <a:r>
              <a:rPr lang="zh-CN" altLang="en-US" sz="1700" dirty="0">
                <a:latin typeface="华文楷体" panose="02010600040101010101" pitchFamily="2" charset="-122"/>
                <a:ea typeface="华文楷体" panose="02010600040101010101" pitchFamily="2" charset="-122"/>
              </a:rPr>
              <a:t>）表示从一个事件到另一个事件之间的过程；</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关键路线</a:t>
            </a:r>
            <a:r>
              <a:rPr lang="zh-CN" altLang="en-US" sz="1700" dirty="0">
                <a:latin typeface="华文楷体" panose="02010600040101010101" pitchFamily="2" charset="-122"/>
                <a:ea typeface="华文楷体" panose="02010600040101010101" pitchFamily="2" charset="-122"/>
              </a:rPr>
              <a:t>（</a:t>
            </a:r>
            <a:r>
              <a:rPr lang="en-US" altLang="zh-CN" sz="1700" dirty="0">
                <a:latin typeface="华文楷体" panose="02010600040101010101" pitchFamily="2" charset="-122"/>
                <a:ea typeface="华文楷体" panose="02010600040101010101" pitchFamily="2" charset="-122"/>
              </a:rPr>
              <a:t>Critical Path</a:t>
            </a:r>
            <a:r>
              <a:rPr lang="zh-CN" altLang="en-US" sz="1700" dirty="0">
                <a:latin typeface="华文楷体" panose="02010600040101010101" pitchFamily="2" charset="-122"/>
                <a:ea typeface="华文楷体" panose="02010600040101010101" pitchFamily="2" charset="-122"/>
              </a:rPr>
              <a:t>）是</a:t>
            </a:r>
            <a:r>
              <a:rPr lang="en-US" altLang="zh-CN" sz="1700" dirty="0">
                <a:latin typeface="华文楷体" panose="02010600040101010101" pitchFamily="2" charset="-122"/>
                <a:ea typeface="华文楷体" panose="02010600040101010101" pitchFamily="2" charset="-122"/>
              </a:rPr>
              <a:t>PERT</a:t>
            </a:r>
            <a:r>
              <a:rPr lang="zh-CN" altLang="en-US" sz="1700" dirty="0">
                <a:latin typeface="华文楷体" panose="02010600040101010101" pitchFamily="2" charset="-122"/>
                <a:ea typeface="华文楷体" panose="02010600040101010101" pitchFamily="2" charset="-122"/>
              </a:rPr>
              <a:t>网络中花费时间最长的事件和活动的序列。</a:t>
            </a:r>
            <a:endParaRPr lang="en-US" altLang="zh-CN" sz="17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4751704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计划评审技术对于项目时间进度的估计法，主要基于两个前提条件。</a:t>
            </a:r>
            <a:endParaRPr lang="en-US" altLang="zh-CN" sz="17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第一，每项任务都有三种工期假设：</a:t>
            </a:r>
            <a:r>
              <a:rPr lang="zh-CN" altLang="en-US" sz="1700" b="1" dirty="0">
                <a:solidFill>
                  <a:srgbClr val="FF0000"/>
                </a:solidFill>
                <a:latin typeface="华文楷体" panose="02010600040101010101" pitchFamily="2" charset="-122"/>
                <a:ea typeface="华文楷体" panose="02010600040101010101" pitchFamily="2" charset="-122"/>
              </a:rPr>
              <a:t>最可能工期</a:t>
            </a:r>
            <a:r>
              <a:rPr lang="zh-CN" altLang="en-US" sz="1700" dirty="0">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乐观工期</a:t>
            </a:r>
            <a:r>
              <a:rPr lang="zh-CN" altLang="en-US" sz="1700" dirty="0">
                <a:latin typeface="华文楷体" panose="02010600040101010101" pitchFamily="2" charset="-122"/>
                <a:ea typeface="华文楷体" panose="02010600040101010101" pitchFamily="2" charset="-122"/>
              </a:rPr>
              <a:t>和</a:t>
            </a:r>
            <a:r>
              <a:rPr lang="zh-CN" altLang="en-US" sz="1700" b="1" dirty="0">
                <a:solidFill>
                  <a:srgbClr val="FF0000"/>
                </a:solidFill>
                <a:latin typeface="华文楷体" panose="02010600040101010101" pitchFamily="2" charset="-122"/>
                <a:ea typeface="华文楷体" panose="02010600040101010101" pitchFamily="2" charset="-122"/>
              </a:rPr>
              <a:t>悲观工期</a:t>
            </a:r>
            <a:r>
              <a:rPr lang="zh-CN" altLang="en-US" sz="1700" dirty="0">
                <a:latin typeface="华文楷体" panose="02010600040101010101" pitchFamily="2" charset="-122"/>
                <a:ea typeface="华文楷体" panose="02010600040101010101" pitchFamily="2" charset="-122"/>
              </a:rPr>
              <a:t>，且它们均是随机变量。</a:t>
            </a:r>
            <a:endParaRPr lang="en-US" altLang="zh-CN" sz="17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第二，在项目的网络图中，除去仅有的一条主线路外，其余的支线对于主线路的影响，均由正态分布模型来体现，二项目总工期是所有主线上任务的时间相加所得。</a:t>
            </a:r>
            <a:endParaRPr lang="en-US" altLang="zh-CN" sz="17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9524473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优点是对于项目时间计划时是动态的，在项目的运行中，可以很快的估算出项目时间，而它对每项任务的工期估计都是采用正态分布进行估算，和关键路径侧重于费用管理相比，计划评审技术侧重于项目时间的控制。</a:t>
            </a:r>
            <a:endParaRPr lang="en-US" altLang="zh-CN" sz="1700"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其缺点是对项目路径的假设过于理想化，因为在计划评审技术中，有且仅有一条主要线路，这条线路的所有任务时间均按照</a:t>
            </a:r>
            <a:r>
              <a:rPr lang="zh-CN" altLang="en-US" sz="1700" b="1" dirty="0">
                <a:solidFill>
                  <a:srgbClr val="FF0000"/>
                </a:solidFill>
                <a:latin typeface="华文楷体" panose="02010600040101010101" pitchFamily="2" charset="-122"/>
                <a:ea typeface="华文楷体" panose="02010600040101010101" pitchFamily="2" charset="-122"/>
              </a:rPr>
              <a:t>正态分布</a:t>
            </a:r>
            <a:r>
              <a:rPr lang="zh-CN" altLang="en-US" sz="1700" dirty="0">
                <a:latin typeface="华文楷体" panose="02010600040101010101" pitchFamily="2" charset="-122"/>
                <a:ea typeface="华文楷体" panose="02010600040101010101" pitchFamily="2" charset="-122"/>
              </a:rPr>
              <a:t>模型计算，但是在实际的情况中，大部分项目都存在不确定性和紧急情况，因此，项目时间的估计很难准确。</a:t>
            </a:r>
          </a:p>
        </p:txBody>
      </p:sp>
    </p:spTree>
    <p:extLst>
      <p:ext uri="{BB962C8B-B14F-4D97-AF65-F5344CB8AC3E}">
        <p14:creationId xmlns:p14="http://schemas.microsoft.com/office/powerpoint/2010/main" val="405637644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582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计划网络图是求解软件项目进度计划的第一步，为了更好地对开发进程进行管理与控制，还需解决如下五个问题：</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确定每个活动的</a:t>
            </a:r>
            <a:r>
              <a:rPr lang="zh-CN" altLang="en-US" sz="1700" b="1" dirty="0">
                <a:solidFill>
                  <a:srgbClr val="7030A0"/>
                </a:solidFill>
                <a:latin typeface="华文楷体" panose="02010600040101010101" pitchFamily="2" charset="-122"/>
                <a:ea typeface="华文楷体" panose="02010600040101010101" pitchFamily="2" charset="-122"/>
              </a:rPr>
              <a:t>开始时间</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7030A0"/>
                </a:solidFill>
                <a:latin typeface="华文楷体" panose="02010600040101010101" pitchFamily="2" charset="-122"/>
                <a:ea typeface="华文楷体" panose="02010600040101010101" pitchFamily="2" charset="-122"/>
              </a:rPr>
              <a:t>完成时间</a:t>
            </a:r>
            <a:r>
              <a:rPr lang="zh-CN" altLang="en-US" sz="1700" dirty="0">
                <a:solidFill>
                  <a:srgbClr val="000000"/>
                </a:solidFill>
                <a:latin typeface="华文楷体" panose="02010600040101010101" pitchFamily="2" charset="-122"/>
                <a:ea typeface="华文楷体" panose="02010600040101010101" pitchFamily="2" charset="-122"/>
              </a:rPr>
              <a:t>，且允许有一定的机动性；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在开发方已有资源投入下求解该软件项目的</a:t>
            </a:r>
            <a:r>
              <a:rPr lang="zh-CN" altLang="en-US" sz="1700" b="1" dirty="0">
                <a:solidFill>
                  <a:srgbClr val="7030A0"/>
                </a:solidFill>
                <a:latin typeface="华文楷体" panose="02010600040101010101" pitchFamily="2" charset="-122"/>
                <a:ea typeface="华文楷体" panose="02010600040101010101" pitchFamily="2" charset="-122"/>
              </a:rPr>
              <a:t>交付期</a:t>
            </a:r>
            <a:r>
              <a:rPr lang="zh-CN" altLang="en-US" sz="1700" dirty="0">
                <a:solidFill>
                  <a:srgbClr val="000000"/>
                </a:solidFill>
                <a:latin typeface="华文楷体" panose="02010600040101010101" pitchFamily="2" charset="-122"/>
                <a:ea typeface="华文楷体" panose="02010600040101010101" pitchFamily="2" charset="-122"/>
              </a:rPr>
              <a:t>，或给定工期条件下安排各活动的开始时间和完成时间；</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找出为了完成工期目标，哪些活动是</a:t>
            </a:r>
            <a:r>
              <a:rPr lang="zh-CN" altLang="en-US" sz="1700" b="1" dirty="0">
                <a:solidFill>
                  <a:srgbClr val="7030A0"/>
                </a:solidFill>
                <a:latin typeface="华文楷体" panose="02010600040101010101" pitchFamily="2" charset="-122"/>
                <a:ea typeface="华文楷体" panose="02010600040101010101" pitchFamily="2" charset="-122"/>
              </a:rPr>
              <a:t>关键活动</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关键路线及其中的每一关键活动是项目管理和控制的重点；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对于给定的工期目标，在已有项目活动时长的条件下能否顺利完成的风险分析。</a:t>
            </a:r>
          </a:p>
        </p:txBody>
      </p:sp>
    </p:spTree>
    <p:extLst>
      <p:ext uri="{BB962C8B-B14F-4D97-AF65-F5344CB8AC3E}">
        <p14:creationId xmlns:p14="http://schemas.microsoft.com/office/powerpoint/2010/main" val="294464810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FF0000"/>
                </a:solidFill>
                <a:latin typeface="华文楷体" panose="02010600040101010101" pitchFamily="2" charset="-122"/>
                <a:ea typeface="华文楷体" panose="02010600040101010101" pitchFamily="2" charset="-122"/>
              </a:rPr>
              <a:t>关键线路法</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Critical Path Method ,CPM</a:t>
            </a:r>
            <a:r>
              <a:rPr lang="zh-CN" altLang="en-US" sz="1700" dirty="0">
                <a:solidFill>
                  <a:srgbClr val="000000"/>
                </a:solidFill>
                <a:latin typeface="华文楷体" panose="02010600040101010101" pitchFamily="2" charset="-122"/>
                <a:ea typeface="华文楷体" panose="02010600040101010101" pitchFamily="2" charset="-122"/>
              </a:rPr>
              <a:t>）</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时间参数及其关联</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关键线路、关键活动及其特征</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关键路线求解</a:t>
            </a:r>
          </a:p>
        </p:txBody>
      </p:sp>
    </p:spTree>
    <p:extLst>
      <p:ext uri="{BB962C8B-B14F-4D97-AF65-F5344CB8AC3E}">
        <p14:creationId xmlns:p14="http://schemas.microsoft.com/office/powerpoint/2010/main" val="424917266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41846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时间参数及其关联</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ES(</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表示活动</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）的最早开始时间（</a:t>
            </a:r>
            <a:r>
              <a:rPr lang="en-US" altLang="zh-CN" dirty="0">
                <a:solidFill>
                  <a:srgbClr val="000000"/>
                </a:solidFill>
                <a:latin typeface="华文楷体" panose="02010600040101010101" pitchFamily="2" charset="-122"/>
                <a:ea typeface="华文楷体" panose="02010600040101010101" pitchFamily="2" charset="-122"/>
              </a:rPr>
              <a:t>Earliest Start, ES)</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EF(</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表示活动</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）的最早结束时间（</a:t>
            </a:r>
            <a:r>
              <a:rPr lang="en-US" altLang="zh-CN" dirty="0">
                <a:solidFill>
                  <a:srgbClr val="000000"/>
                </a:solidFill>
                <a:latin typeface="华文楷体" panose="02010600040101010101" pitchFamily="2" charset="-122"/>
                <a:ea typeface="华文楷体" panose="02010600040101010101" pitchFamily="2" charset="-122"/>
              </a:rPr>
              <a:t>Earliest Finish, EF)</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LS(</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表示活动</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）的最晚开始时间（</a:t>
            </a:r>
            <a:r>
              <a:rPr lang="en-US" altLang="zh-CN" dirty="0" err="1">
                <a:solidFill>
                  <a:srgbClr val="000000"/>
                </a:solidFill>
                <a:latin typeface="华文楷体" panose="02010600040101010101" pitchFamily="2" charset="-122"/>
                <a:ea typeface="华文楷体" panose="02010600040101010101" pitchFamily="2" charset="-122"/>
              </a:rPr>
              <a:t>Lastest</a:t>
            </a:r>
            <a:r>
              <a:rPr lang="en-US" altLang="zh-CN" dirty="0">
                <a:solidFill>
                  <a:srgbClr val="000000"/>
                </a:solidFill>
                <a:latin typeface="华文楷体" panose="02010600040101010101" pitchFamily="2" charset="-122"/>
                <a:ea typeface="华文楷体" panose="02010600040101010101" pitchFamily="2" charset="-122"/>
              </a:rPr>
              <a:t> Start, LS)</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LF(</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表示活动</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）的最晚结束时间（</a:t>
            </a:r>
            <a:r>
              <a:rPr lang="en-US" altLang="zh-CN" dirty="0" err="1">
                <a:solidFill>
                  <a:srgbClr val="000000"/>
                </a:solidFill>
                <a:latin typeface="华文楷体" panose="02010600040101010101" pitchFamily="2" charset="-122"/>
                <a:ea typeface="华文楷体" panose="02010600040101010101" pitchFamily="2" charset="-122"/>
              </a:rPr>
              <a:t>Lastest</a:t>
            </a:r>
            <a:r>
              <a:rPr lang="en-US" altLang="zh-CN" dirty="0">
                <a:solidFill>
                  <a:srgbClr val="000000"/>
                </a:solidFill>
                <a:latin typeface="华文楷体" panose="02010600040101010101" pitchFamily="2" charset="-122"/>
                <a:ea typeface="华文楷体" panose="02010600040101010101" pitchFamily="2" charset="-122"/>
              </a:rPr>
              <a:t> Finish, LF)</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ET(</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表示结点</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的最早开始时间</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LT(</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表示结点</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的最晚开始时间</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D(</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表示活动</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）的时长</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TF( </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  j )</a:t>
            </a:r>
            <a:r>
              <a:rPr lang="zh-CN" altLang="en-US" dirty="0">
                <a:solidFill>
                  <a:srgbClr val="000000"/>
                </a:solidFill>
                <a:latin typeface="华文楷体" panose="02010600040101010101" pitchFamily="2" charset="-122"/>
                <a:ea typeface="华文楷体" panose="02010600040101010101" pitchFamily="2" charset="-122"/>
              </a:rPr>
              <a:t>总的时差，总的浮动时间</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FF</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  j</a:t>
            </a:r>
            <a:r>
              <a:rPr lang="zh-CN" altLang="en-US" dirty="0">
                <a:solidFill>
                  <a:srgbClr val="000000"/>
                </a:solidFill>
                <a:latin typeface="华文楷体" panose="02010600040101010101" pitchFamily="2" charset="-122"/>
                <a:ea typeface="华文楷体" panose="02010600040101010101" pitchFamily="2" charset="-122"/>
              </a:rPr>
              <a:t>）自由时差，自由浮动时间</a:t>
            </a:r>
          </a:p>
        </p:txBody>
      </p:sp>
    </p:spTree>
    <p:extLst>
      <p:ext uri="{BB962C8B-B14F-4D97-AF65-F5344CB8AC3E}">
        <p14:creationId xmlns:p14="http://schemas.microsoft.com/office/powerpoint/2010/main" val="78429779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515257" y="731260"/>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上述各时间参数的物理内涵，容易证明有如下数量关系：</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EF(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ES(</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)+D(</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 j)</a:t>
            </a:r>
          </a:p>
          <a:p>
            <a:pPr marL="742950" lvl="1" indent="-285750" algn="just">
              <a:lnSpc>
                <a:spcPct val="150000"/>
              </a:lnSpc>
              <a:buFont typeface="Arial" panose="020B0604020202020204" pitchFamily="34" charset="0"/>
              <a:buChar char="•"/>
            </a:pPr>
            <a:r>
              <a:rPr lang="nn-NO" altLang="zh-CN" sz="1700" dirty="0">
                <a:solidFill>
                  <a:srgbClr val="000000"/>
                </a:solidFill>
                <a:latin typeface="华文楷体" panose="02010600040101010101" pitchFamily="2" charset="-122"/>
                <a:ea typeface="华文楷体" panose="02010600040101010101" pitchFamily="2" charset="-122"/>
              </a:rPr>
              <a:t>ES(i,j)</a:t>
            </a:r>
            <a:r>
              <a:rPr lang="en-US" altLang="zh-CN" sz="1700" dirty="0">
                <a:solidFill>
                  <a:srgbClr val="000000"/>
                </a:solidFill>
                <a:latin typeface="华文楷体" panose="02010600040101010101" pitchFamily="2" charset="-122"/>
                <a:ea typeface="华文楷体" panose="02010600040101010101" pitchFamily="2" charset="-122"/>
              </a:rPr>
              <a:t>=</a:t>
            </a:r>
            <a:r>
              <a:rPr lang="nn-NO" altLang="zh-CN" sz="1700" dirty="0">
                <a:solidFill>
                  <a:srgbClr val="000000"/>
                </a:solidFill>
                <a:latin typeface="华文楷体" panose="02010600040101010101" pitchFamily="2" charset="-122"/>
                <a:ea typeface="华文楷体" panose="02010600040101010101" pitchFamily="2" charset="-122"/>
              </a:rPr>
              <a:t>max{</a:t>
            </a:r>
            <a:r>
              <a:rPr lang="en-US" altLang="zh-CN" sz="1700" dirty="0">
                <a:solidFill>
                  <a:srgbClr val="000000"/>
                </a:solidFill>
                <a:latin typeface="华文楷体" panose="02010600040101010101" pitchFamily="2" charset="-122"/>
                <a:ea typeface="华文楷体" panose="02010600040101010101" pitchFamily="2" charset="-122"/>
              </a:rPr>
              <a:t>ES(h, </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a:t>
            </a:r>
            <a:r>
              <a:rPr lang="nn-NO" altLang="zh-CN" sz="1700" dirty="0">
                <a:solidFill>
                  <a:srgbClr val="000000"/>
                </a:solidFill>
                <a:latin typeface="华文楷体" panose="02010600040101010101" pitchFamily="2" charset="-122"/>
                <a:ea typeface="华文楷体" panose="02010600040101010101" pitchFamily="2" charset="-122"/>
              </a:rPr>
              <a:t>+D(h,i)}=</a:t>
            </a:r>
            <a:r>
              <a:rPr lang="pt-BR" altLang="zh-CN" sz="1700" dirty="0">
                <a:solidFill>
                  <a:srgbClr val="000000"/>
                </a:solidFill>
                <a:latin typeface="华文楷体" panose="02010600040101010101" pitchFamily="2" charset="-122"/>
                <a:ea typeface="华文楷体" panose="02010600040101010101" pitchFamily="2" charset="-122"/>
              </a:rPr>
              <a:t>max{EF(h, i)}  </a:t>
            </a:r>
            <a:r>
              <a:rPr lang="zh-CN" altLang="en-US" sz="1600" dirty="0">
                <a:solidFill>
                  <a:srgbClr val="FF0000"/>
                </a:solidFill>
                <a:latin typeface="华文楷体" panose="02010600040101010101" pitchFamily="2" charset="-122"/>
                <a:ea typeface="华文楷体" panose="02010600040101010101" pitchFamily="2" charset="-122"/>
              </a:rPr>
              <a:t>注意：</a:t>
            </a:r>
            <a:r>
              <a:rPr lang="en-US" altLang="zh-CN" sz="1600" dirty="0">
                <a:solidFill>
                  <a:srgbClr val="FF0000"/>
                </a:solidFill>
                <a:latin typeface="华文楷体" panose="02010600040101010101" pitchFamily="2" charset="-122"/>
                <a:ea typeface="华文楷体" panose="02010600040101010101" pitchFamily="2" charset="-122"/>
              </a:rPr>
              <a:t>ES(</a:t>
            </a:r>
            <a:r>
              <a:rPr lang="en-US" altLang="zh-CN" sz="1600" dirty="0" err="1">
                <a:solidFill>
                  <a:srgbClr val="FF0000"/>
                </a:solidFill>
                <a:latin typeface="华文楷体" panose="02010600040101010101" pitchFamily="2" charset="-122"/>
                <a:ea typeface="华文楷体" panose="02010600040101010101" pitchFamily="2" charset="-122"/>
              </a:rPr>
              <a:t>i,j</a:t>
            </a:r>
            <a:r>
              <a:rPr lang="en-US" altLang="zh-CN" sz="1600" dirty="0">
                <a:solidFill>
                  <a:srgbClr val="FF0000"/>
                </a:solidFill>
                <a:latin typeface="华文楷体" panose="02010600040101010101" pitchFamily="2" charset="-122"/>
                <a:ea typeface="华文楷体" panose="02010600040101010101" pitchFamily="2" charset="-122"/>
              </a:rPr>
              <a:t>) =0 (</a:t>
            </a:r>
            <a:r>
              <a:rPr lang="en-US" altLang="zh-CN" sz="1600" dirty="0" err="1">
                <a:solidFill>
                  <a:srgbClr val="FF0000"/>
                </a:solidFill>
                <a:latin typeface="华文楷体" panose="02010600040101010101" pitchFamily="2" charset="-122"/>
                <a:ea typeface="华文楷体" panose="02010600040101010101" pitchFamily="2" charset="-122"/>
              </a:rPr>
              <a:t>i</a:t>
            </a:r>
            <a:r>
              <a:rPr lang="en-US" altLang="zh-CN" sz="1600" dirty="0">
                <a:solidFill>
                  <a:srgbClr val="FF0000"/>
                </a:solidFill>
                <a:latin typeface="华文楷体" panose="02010600040101010101" pitchFamily="2" charset="-122"/>
                <a:ea typeface="华文楷体" panose="02010600040101010101" pitchFamily="2" charset="-122"/>
              </a:rPr>
              <a:t>=1)</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项目网络计划工期</a:t>
            </a:r>
            <a:r>
              <a:rPr lang="en-US" altLang="zh-CN" sz="1700" dirty="0">
                <a:solidFill>
                  <a:srgbClr val="000000"/>
                </a:solidFill>
                <a:latin typeface="华文楷体" panose="02010600040101010101" pitchFamily="2" charset="-122"/>
                <a:ea typeface="华文楷体" panose="02010600040101010101" pitchFamily="2" charset="-122"/>
              </a:rPr>
              <a:t>Tc=max{EF(</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 n)} </a:t>
            </a:r>
          </a:p>
          <a:p>
            <a:pPr lvl="1"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假设规定完成工期</a:t>
            </a:r>
            <a:r>
              <a:rPr lang="en-US" altLang="zh-CN" sz="1700" dirty="0" err="1">
                <a:solidFill>
                  <a:srgbClr val="000000"/>
                </a:solidFill>
                <a:latin typeface="华文楷体" panose="02010600040101010101" pitchFamily="2" charset="-122"/>
                <a:ea typeface="华文楷体" panose="02010600040101010101" pitchFamily="2" charset="-122"/>
              </a:rPr>
              <a:t>Tp</a:t>
            </a:r>
            <a:r>
              <a:rPr lang="en-US" altLang="zh-CN" sz="1700" dirty="0">
                <a:solidFill>
                  <a:srgbClr val="000000"/>
                </a:solidFill>
                <a:latin typeface="华文楷体" panose="02010600040101010101" pitchFamily="2" charset="-122"/>
                <a:ea typeface="华文楷体" panose="02010600040101010101" pitchFamily="2" charset="-122"/>
              </a:rPr>
              <a:t>=Tc,</a:t>
            </a:r>
            <a:r>
              <a:rPr lang="zh-CN" altLang="en-US" sz="1700" dirty="0">
                <a:solidFill>
                  <a:srgbClr val="000000"/>
                </a:solidFill>
                <a:latin typeface="华文楷体" panose="02010600040101010101" pitchFamily="2" charset="-122"/>
                <a:ea typeface="华文楷体" panose="02010600040101010101" pitchFamily="2" charset="-122"/>
              </a:rPr>
              <a:t>倒退最晚完成时间和最晚开始时间：</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LF(</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 n) = </a:t>
            </a:r>
            <a:r>
              <a:rPr lang="en-US" altLang="zh-CN" sz="1700" dirty="0" err="1">
                <a:solidFill>
                  <a:srgbClr val="000000"/>
                </a:solidFill>
                <a:latin typeface="华文楷体" panose="02010600040101010101" pitchFamily="2" charset="-122"/>
                <a:ea typeface="华文楷体" panose="02010600040101010101" pitchFamily="2" charset="-122"/>
              </a:rPr>
              <a:t>Tp</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LF(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min</a:t>
            </a:r>
            <a:r>
              <a:rPr lang="pt-BR" altLang="zh-CN" sz="1700" dirty="0">
                <a:solidFill>
                  <a:srgbClr val="000000"/>
                </a:solidFill>
                <a:latin typeface="华文楷体" panose="02010600040101010101" pitchFamily="2" charset="-122"/>
                <a:ea typeface="华文楷体" panose="02010600040101010101" pitchFamily="2" charset="-122"/>
              </a:rPr>
              <a:t>{LF(j, k)-D(j,k)}=min{LS(j, k)}</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LS(</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LF(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)-D(</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 j)</a:t>
            </a:r>
          </a:p>
          <a:p>
            <a:pPr lvl="1"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总时差</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总浮动时间）和 自由时差</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自由浮动时间）</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TF(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LS(</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ES(</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LF(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EF(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FF(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min{ES(</a:t>
            </a:r>
            <a:r>
              <a:rPr lang="en-US" altLang="zh-CN" sz="1700" dirty="0" err="1">
                <a:solidFill>
                  <a:srgbClr val="000000"/>
                </a:solidFill>
                <a:latin typeface="华文楷体" panose="02010600040101010101" pitchFamily="2" charset="-122"/>
                <a:ea typeface="华文楷体" panose="02010600040101010101" pitchFamily="2" charset="-122"/>
              </a:rPr>
              <a:t>j,k</a:t>
            </a:r>
            <a:r>
              <a:rPr lang="en-US" altLang="zh-CN" sz="1700" dirty="0">
                <a:solidFill>
                  <a:srgbClr val="000000"/>
                </a:solidFill>
                <a:latin typeface="华文楷体" panose="02010600040101010101" pitchFamily="2" charset="-122"/>
                <a:ea typeface="华文楷体" panose="02010600040101010101" pitchFamily="2" charset="-122"/>
              </a:rPr>
              <a:t>)}-EF(</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600" dirty="0">
                <a:solidFill>
                  <a:srgbClr val="FF0000"/>
                </a:solidFill>
                <a:latin typeface="华文楷体" panose="02010600040101010101" pitchFamily="2" charset="-122"/>
                <a:ea typeface="华文楷体" panose="02010600040101010101" pitchFamily="2" charset="-122"/>
              </a:rPr>
              <a:t>注意：</a:t>
            </a:r>
            <a:r>
              <a:rPr lang="en-US" altLang="zh-CN" sz="1600" dirty="0">
                <a:solidFill>
                  <a:srgbClr val="FF0000"/>
                </a:solidFill>
                <a:latin typeface="华文楷体" panose="02010600040101010101" pitchFamily="2" charset="-122"/>
                <a:ea typeface="华文楷体" panose="02010600040101010101" pitchFamily="2" charset="-122"/>
              </a:rPr>
              <a:t>FF(</a:t>
            </a:r>
            <a:r>
              <a:rPr lang="en-US" altLang="zh-CN" sz="1600" dirty="0" err="1">
                <a:solidFill>
                  <a:srgbClr val="FF0000"/>
                </a:solidFill>
                <a:latin typeface="华文楷体" panose="02010600040101010101" pitchFamily="2" charset="-122"/>
                <a:ea typeface="华文楷体" panose="02010600040101010101" pitchFamily="2" charset="-122"/>
              </a:rPr>
              <a:t>i,n</a:t>
            </a:r>
            <a:r>
              <a:rPr lang="en-US" altLang="zh-CN" sz="1600" dirty="0">
                <a:solidFill>
                  <a:srgbClr val="FF0000"/>
                </a:solidFill>
                <a:latin typeface="华文楷体" panose="02010600040101010101" pitchFamily="2" charset="-122"/>
                <a:ea typeface="华文楷体" panose="02010600040101010101" pitchFamily="2" charset="-122"/>
              </a:rPr>
              <a:t>) = </a:t>
            </a:r>
            <a:r>
              <a:rPr lang="en-US" altLang="zh-CN" sz="1600" dirty="0" err="1">
                <a:solidFill>
                  <a:srgbClr val="FF0000"/>
                </a:solidFill>
                <a:latin typeface="华文楷体" panose="02010600040101010101" pitchFamily="2" charset="-122"/>
                <a:ea typeface="华文楷体" panose="02010600040101010101" pitchFamily="2" charset="-122"/>
              </a:rPr>
              <a:t>Tp</a:t>
            </a:r>
            <a:r>
              <a:rPr lang="en-US" altLang="zh-CN" sz="1600" dirty="0">
                <a:solidFill>
                  <a:srgbClr val="FF0000"/>
                </a:solidFill>
                <a:latin typeface="华文楷体" panose="02010600040101010101" pitchFamily="2" charset="-122"/>
                <a:ea typeface="华文楷体" panose="02010600040101010101" pitchFamily="2" charset="-122"/>
              </a:rPr>
              <a:t> – EF(</a:t>
            </a:r>
            <a:r>
              <a:rPr lang="en-US" altLang="zh-CN" sz="1600" dirty="0" err="1">
                <a:solidFill>
                  <a:srgbClr val="FF0000"/>
                </a:solidFill>
                <a:latin typeface="华文楷体" panose="02010600040101010101" pitchFamily="2" charset="-122"/>
                <a:ea typeface="华文楷体" panose="02010600040101010101" pitchFamily="2" charset="-122"/>
              </a:rPr>
              <a:t>i</a:t>
            </a:r>
            <a:r>
              <a:rPr lang="en-US" altLang="zh-CN" sz="1600" dirty="0">
                <a:solidFill>
                  <a:srgbClr val="FF0000"/>
                </a:solidFill>
                <a:latin typeface="华文楷体" panose="02010600040101010101" pitchFamily="2" charset="-122"/>
                <a:ea typeface="华文楷体" panose="02010600040101010101" pitchFamily="2" charset="-122"/>
              </a:rPr>
              <a:t>, n)</a:t>
            </a:r>
          </a:p>
        </p:txBody>
      </p:sp>
    </p:spTree>
    <p:extLst>
      <p:ext uri="{BB962C8B-B14F-4D97-AF65-F5344CB8AC3E}">
        <p14:creationId xmlns:p14="http://schemas.microsoft.com/office/powerpoint/2010/main" val="37801185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639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6.2.1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进度计划中关键线路的分析与求解</a:t>
            </a:r>
          </a:p>
        </p:txBody>
      </p:sp>
      <p:pic>
        <p:nvPicPr>
          <p:cNvPr id="4" name="图片 3">
            <a:extLst>
              <a:ext uri="{FF2B5EF4-FFF2-40B4-BE49-F238E27FC236}">
                <a16:creationId xmlns:a16="http://schemas.microsoft.com/office/drawing/2014/main" id="{9ADD92F4-6FAB-CF1D-C189-C726532E03F7}"/>
              </a:ext>
            </a:extLst>
          </p:cNvPr>
          <p:cNvPicPr>
            <a:picLocks noChangeAspect="1"/>
          </p:cNvPicPr>
          <p:nvPr/>
        </p:nvPicPr>
        <p:blipFill>
          <a:blip r:embed="rId3"/>
          <a:stretch>
            <a:fillRect/>
          </a:stretch>
        </p:blipFill>
        <p:spPr>
          <a:xfrm>
            <a:off x="515257" y="731260"/>
            <a:ext cx="7303028" cy="4227782"/>
          </a:xfrm>
          <a:prstGeom prst="rect">
            <a:avLst/>
          </a:prstGeom>
        </p:spPr>
      </p:pic>
      <p:sp>
        <p:nvSpPr>
          <p:cNvPr id="6" name="文本框 5">
            <a:extLst>
              <a:ext uri="{FF2B5EF4-FFF2-40B4-BE49-F238E27FC236}">
                <a16:creationId xmlns:a16="http://schemas.microsoft.com/office/drawing/2014/main" id="{178A5FF7-4400-567E-8DE9-8213DD11F138}"/>
              </a:ext>
            </a:extLst>
          </p:cNvPr>
          <p:cNvSpPr txBox="1"/>
          <p:nvPr/>
        </p:nvSpPr>
        <p:spPr>
          <a:xfrm>
            <a:off x="4472248" y="3767418"/>
            <a:ext cx="4572000" cy="353943"/>
          </a:xfrm>
          <a:prstGeom prst="rect">
            <a:avLst/>
          </a:prstGeom>
          <a:noFill/>
        </p:spPr>
        <p:txBody>
          <a:bodyPr wrap="square">
            <a:spAutoFit/>
          </a:bodyPr>
          <a:lstStyle/>
          <a:p>
            <a:r>
              <a:rPr kumimoji="0" lang="nn-NO"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ES(i,j)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nn-NO"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max{</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ES(h, </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nn-NO"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+D(h,i)}=</a:t>
            </a:r>
            <a:r>
              <a:rPr kumimoji="0" lang="pt-BR"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max{EF(h, i)} </a:t>
            </a:r>
            <a:endParaRPr lang="zh-CN" altLang="en-US" dirty="0"/>
          </a:p>
        </p:txBody>
      </p:sp>
    </p:spTree>
    <p:extLst>
      <p:ext uri="{BB962C8B-B14F-4D97-AF65-F5344CB8AC3E}">
        <p14:creationId xmlns:p14="http://schemas.microsoft.com/office/powerpoint/2010/main" val="289604898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639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6.2.1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进度计划中关键线路的分析与求解</a:t>
            </a:r>
          </a:p>
        </p:txBody>
      </p:sp>
      <p:pic>
        <p:nvPicPr>
          <p:cNvPr id="2" name="图片 1">
            <a:extLst>
              <a:ext uri="{FF2B5EF4-FFF2-40B4-BE49-F238E27FC236}">
                <a16:creationId xmlns:a16="http://schemas.microsoft.com/office/drawing/2014/main" id="{25646847-24B1-4F15-8005-53C6989195AB}"/>
              </a:ext>
            </a:extLst>
          </p:cNvPr>
          <p:cNvPicPr>
            <a:picLocks noChangeAspect="1"/>
          </p:cNvPicPr>
          <p:nvPr/>
        </p:nvPicPr>
        <p:blipFill>
          <a:blip r:embed="rId3"/>
          <a:stretch>
            <a:fillRect/>
          </a:stretch>
        </p:blipFill>
        <p:spPr>
          <a:xfrm>
            <a:off x="646880" y="704792"/>
            <a:ext cx="7137033" cy="4133417"/>
          </a:xfrm>
          <a:prstGeom prst="rect">
            <a:avLst/>
          </a:prstGeom>
        </p:spPr>
      </p:pic>
      <p:sp>
        <p:nvSpPr>
          <p:cNvPr id="5" name="文本框 4">
            <a:extLst>
              <a:ext uri="{FF2B5EF4-FFF2-40B4-BE49-F238E27FC236}">
                <a16:creationId xmlns:a16="http://schemas.microsoft.com/office/drawing/2014/main" id="{CAFEFFF8-0B47-00EA-2CCE-6ED67D43E6A7}"/>
              </a:ext>
            </a:extLst>
          </p:cNvPr>
          <p:cNvSpPr txBox="1"/>
          <p:nvPr/>
        </p:nvSpPr>
        <p:spPr>
          <a:xfrm>
            <a:off x="3965170" y="3657502"/>
            <a:ext cx="5112327" cy="447367"/>
          </a:xfrm>
          <a:prstGeom prst="rect">
            <a:avLst/>
          </a:prstGeom>
          <a:noFill/>
        </p:spPr>
        <p:txBody>
          <a:bodyPr wrap="square">
            <a:spAutoFit/>
          </a:bodyPr>
          <a:lstStyle/>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LF(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min</a:t>
            </a:r>
            <a:r>
              <a:rPr kumimoji="0" lang="pt-BR"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{LF(j, k)-D(j,k)}=min{LS(j, k)}</a:t>
            </a:r>
          </a:p>
        </p:txBody>
      </p:sp>
    </p:spTree>
    <p:extLst>
      <p:ext uri="{BB962C8B-B14F-4D97-AF65-F5344CB8AC3E}">
        <p14:creationId xmlns:p14="http://schemas.microsoft.com/office/powerpoint/2010/main" val="203941889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639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6.2.1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进度计划中关键线路的分析与求解</a:t>
            </a:r>
          </a:p>
        </p:txBody>
      </p:sp>
      <p:pic>
        <p:nvPicPr>
          <p:cNvPr id="3" name="图片 2">
            <a:extLst>
              <a:ext uri="{FF2B5EF4-FFF2-40B4-BE49-F238E27FC236}">
                <a16:creationId xmlns:a16="http://schemas.microsoft.com/office/drawing/2014/main" id="{65B345A0-0BB4-B185-54A0-66CC8FE83A6E}"/>
              </a:ext>
            </a:extLst>
          </p:cNvPr>
          <p:cNvPicPr>
            <a:picLocks noChangeAspect="1"/>
          </p:cNvPicPr>
          <p:nvPr/>
        </p:nvPicPr>
        <p:blipFill>
          <a:blip r:embed="rId3"/>
          <a:stretch>
            <a:fillRect/>
          </a:stretch>
        </p:blipFill>
        <p:spPr>
          <a:xfrm>
            <a:off x="2923078" y="778850"/>
            <a:ext cx="5305522" cy="2874665"/>
          </a:xfrm>
          <a:prstGeom prst="rect">
            <a:avLst/>
          </a:prstGeom>
        </p:spPr>
      </p:pic>
      <p:sp>
        <p:nvSpPr>
          <p:cNvPr id="4" name="矩形 3">
            <a:extLst>
              <a:ext uri="{FF2B5EF4-FFF2-40B4-BE49-F238E27FC236}">
                <a16:creationId xmlns:a16="http://schemas.microsoft.com/office/drawing/2014/main" id="{B684AD23-C81A-BB8D-F99C-9E8882F03686}"/>
              </a:ext>
            </a:extLst>
          </p:cNvPr>
          <p:cNvSpPr/>
          <p:nvPr/>
        </p:nvSpPr>
        <p:spPr>
          <a:xfrm>
            <a:off x="244574" y="731260"/>
            <a:ext cx="2678504" cy="3693319"/>
          </a:xfrm>
          <a:prstGeom prst="rect">
            <a:avLst/>
          </a:prstGeom>
        </p:spPr>
        <p:txBody>
          <a:bodyPr wrap="square">
            <a:spAutoFit/>
          </a:bodyPr>
          <a:lstStyle/>
          <a:p>
            <a:r>
              <a:rPr lang="zh-CN" altLang="en-US" b="1" dirty="0">
                <a:solidFill>
                  <a:srgbClr val="4F4F4F"/>
                </a:solidFill>
                <a:latin typeface="PingFang SC"/>
              </a:rPr>
              <a:t>总浮动与自由浮动</a:t>
            </a:r>
            <a:endParaRPr lang="en-US" altLang="zh-CN" b="1" dirty="0">
              <a:solidFill>
                <a:srgbClr val="4F4F4F"/>
              </a:solidFill>
              <a:latin typeface="PingFang SC"/>
            </a:endParaRPr>
          </a:p>
          <a:p>
            <a:endParaRPr lang="zh-CN" altLang="en-US" dirty="0">
              <a:solidFill>
                <a:srgbClr val="4F4F4F"/>
              </a:solidFill>
              <a:latin typeface="PingFang SC"/>
            </a:endParaRPr>
          </a:p>
          <a:p>
            <a:r>
              <a:rPr lang="zh-CN" altLang="en-US" dirty="0">
                <a:solidFill>
                  <a:srgbClr val="4F4F4F"/>
                </a:solidFill>
                <a:latin typeface="PingFang SC"/>
              </a:rPr>
              <a:t>总浮动是在不影响项目最早完成时间的前提下，一个任务可以延迟的时间。</a:t>
            </a:r>
            <a:endParaRPr lang="en-US" altLang="zh-CN" dirty="0">
              <a:solidFill>
                <a:srgbClr val="4F4F4F"/>
              </a:solidFill>
              <a:latin typeface="PingFang SC"/>
            </a:endParaRPr>
          </a:p>
          <a:p>
            <a:endParaRPr lang="zh-CN" altLang="en-US" dirty="0">
              <a:solidFill>
                <a:srgbClr val="4F4F4F"/>
              </a:solidFill>
              <a:latin typeface="PingFang SC"/>
            </a:endParaRPr>
          </a:p>
          <a:p>
            <a:r>
              <a:rPr lang="zh-CN" altLang="en-US" dirty="0">
                <a:solidFill>
                  <a:srgbClr val="4F4F4F"/>
                </a:solidFill>
                <a:latin typeface="PingFang SC"/>
              </a:rPr>
              <a:t>自由浮动是在不影响后置任务最早开始时间的前提下，一个任务可以延迟的时间量。它说明了总浮动的自由性，所以小于等于总浮动。</a:t>
            </a:r>
            <a:endParaRPr lang="zh-CN" altLang="en-US" i="0" dirty="0">
              <a:solidFill>
                <a:srgbClr val="4D4D4D"/>
              </a:solidFill>
              <a:effectLst/>
              <a:latin typeface="-apple-system"/>
            </a:endParaRPr>
          </a:p>
        </p:txBody>
      </p:sp>
      <p:sp>
        <p:nvSpPr>
          <p:cNvPr id="7" name="文本框 6">
            <a:extLst>
              <a:ext uri="{FF2B5EF4-FFF2-40B4-BE49-F238E27FC236}">
                <a16:creationId xmlns:a16="http://schemas.microsoft.com/office/drawing/2014/main" id="{306791D3-C71F-BF88-58E5-57C5667665BD}"/>
              </a:ext>
            </a:extLst>
          </p:cNvPr>
          <p:cNvSpPr txBox="1"/>
          <p:nvPr/>
        </p:nvSpPr>
        <p:spPr>
          <a:xfrm>
            <a:off x="3023832" y="4095244"/>
            <a:ext cx="5305521" cy="923330"/>
          </a:xfrm>
          <a:prstGeom prst="rect">
            <a:avLst/>
          </a:prstGeom>
          <a:noFill/>
        </p:spPr>
        <p:txBody>
          <a:bodyPr wrap="square">
            <a:spAutoFit/>
          </a:bodyPr>
          <a:lstStyle/>
          <a:p>
            <a:r>
              <a:rPr lang="zh-CN" altLang="en-US" dirty="0"/>
              <a:t>如图示的任务有</a:t>
            </a:r>
            <a:r>
              <a:rPr lang="en-US" altLang="zh-CN" dirty="0"/>
              <a:t>4</a:t>
            </a:r>
            <a:r>
              <a:rPr lang="zh-CN" altLang="en-US" dirty="0"/>
              <a:t>天的总浮动，但是不一定可以自由的使用。它的后置任务最早开始时间是</a:t>
            </a:r>
            <a:r>
              <a:rPr lang="en-US" altLang="zh-CN" dirty="0"/>
              <a:t>13</a:t>
            </a:r>
            <a:r>
              <a:rPr lang="zh-CN" altLang="en-US" dirty="0"/>
              <a:t>，所以自由浮动时间为 </a:t>
            </a:r>
            <a:r>
              <a:rPr lang="en-US" altLang="zh-CN" dirty="0"/>
              <a:t>2</a:t>
            </a:r>
            <a:r>
              <a:rPr lang="zh-CN" altLang="en-US" dirty="0"/>
              <a:t>。</a:t>
            </a:r>
          </a:p>
        </p:txBody>
      </p:sp>
      <p:sp>
        <p:nvSpPr>
          <p:cNvPr id="9" name="文本框 8">
            <a:extLst>
              <a:ext uri="{FF2B5EF4-FFF2-40B4-BE49-F238E27FC236}">
                <a16:creationId xmlns:a16="http://schemas.microsoft.com/office/drawing/2014/main" id="{B2A18DC3-4616-93C3-71CA-8CA7DD957B6A}"/>
              </a:ext>
            </a:extLst>
          </p:cNvPr>
          <p:cNvSpPr txBox="1"/>
          <p:nvPr/>
        </p:nvSpPr>
        <p:spPr>
          <a:xfrm>
            <a:off x="3167148" y="3714833"/>
            <a:ext cx="4572000" cy="353943"/>
          </a:xfrm>
          <a:prstGeom prst="rect">
            <a:avLst/>
          </a:prstGeom>
          <a:noFill/>
        </p:spPr>
        <p:txBody>
          <a:bodyPr wrap="square">
            <a:spAutoFit/>
          </a:bodyPr>
          <a:lstStyle/>
          <a:p>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FF(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min{ES(</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j,k</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endParaRPr lang="zh-CN" altLang="en-US" dirty="0"/>
          </a:p>
        </p:txBody>
      </p:sp>
    </p:spTree>
    <p:extLst>
      <p:ext uri="{BB962C8B-B14F-4D97-AF65-F5344CB8AC3E}">
        <p14:creationId xmlns:p14="http://schemas.microsoft.com/office/powerpoint/2010/main" val="220209865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639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6.2.1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515257" y="731260"/>
            <a:ext cx="7920338" cy="4371518"/>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上述各时间参数的物理内涵，容易证明有如下数量关系：</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ET(</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0 (</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ET(j) = max{ET(</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)+D(</a:t>
            </a:r>
            <a:r>
              <a:rPr lang="en-US" altLang="zh-CN" sz="1700" dirty="0" err="1">
                <a:solidFill>
                  <a:srgbClr val="000000"/>
                </a:solidFill>
                <a:latin typeface="华文楷体" panose="02010600040101010101" pitchFamily="2" charset="-122"/>
                <a:ea typeface="华文楷体" panose="02010600040101010101" pitchFamily="2" charset="-122"/>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,j)}</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LT(</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min{LT(j)- D(</a:t>
            </a:r>
            <a:r>
              <a:rPr lang="en-US" altLang="zh-CN" sz="1700" dirty="0" err="1">
                <a:solidFill>
                  <a:srgbClr val="000000"/>
                </a:solidFill>
                <a:latin typeface="华文楷体" panose="02010600040101010101" pitchFamily="2" charset="-122"/>
                <a:ea typeface="华文楷体" panose="02010600040101010101" pitchFamily="2" charset="-122"/>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,j)}</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altLang="zh-CN" sz="1700" dirty="0">
                <a:solidFill>
                  <a:srgbClr val="000000"/>
                </a:solidFill>
                <a:latin typeface="华文楷体" panose="02010600040101010101" pitchFamily="2" charset="-122"/>
                <a:ea typeface="华文楷体" panose="02010600040101010101" pitchFamily="2" charset="-122"/>
              </a:rPr>
              <a:t>ES(</a:t>
            </a:r>
            <a:r>
              <a:rPr lang="en-US" altLang="zh-CN" sz="1700" dirty="0" err="1">
                <a:solidFill>
                  <a:srgbClr val="000000"/>
                </a:solidFill>
                <a:latin typeface="华文楷体" panose="02010600040101010101" pitchFamily="2" charset="-122"/>
                <a:ea typeface="华文楷体" panose="02010600040101010101" pitchFamily="2" charset="-122"/>
              </a:rPr>
              <a:t>i,j</a:t>
            </a:r>
            <a:r>
              <a:rPr lang="en-US" altLang="zh-CN" sz="1700" dirty="0">
                <a:solidFill>
                  <a:srgbClr val="000000"/>
                </a:solidFill>
                <a:latin typeface="华文楷体" panose="02010600040101010101" pitchFamily="2" charset="-122"/>
                <a:ea typeface="华文楷体" panose="02010600040101010101" pitchFamily="2" charset="-122"/>
              </a:rPr>
              <a:t>) = ET(</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EF(</a:t>
            </a:r>
            <a:r>
              <a:rPr lang="en-US" altLang="zh-CN" sz="1700" dirty="0" err="1">
                <a:solidFill>
                  <a:srgbClr val="000000"/>
                </a:solidFill>
                <a:latin typeface="华文楷体" panose="02010600040101010101" pitchFamily="2" charset="-122"/>
                <a:ea typeface="华文楷体" panose="02010600040101010101" pitchFamily="2" charset="-122"/>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,j) = ET(</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D(</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LF(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j) = LT(j)</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LS(</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LT(j)-D(</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j)</a:t>
            </a:r>
          </a:p>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总时差</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总浮动时间）和 自由时差</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自由浮动时间）</a:t>
            </a: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TF(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LS(</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ES(</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LF(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EF(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FF(</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i,j</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 ET(j) -ET(</a:t>
            </a:r>
            <a:r>
              <a:rPr kumimoji="0" lang="en-US" altLang="zh-CN" sz="17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)-D(</a:t>
            </a:r>
            <a:r>
              <a:rPr lang="en-US" altLang="zh-CN" sz="1700" dirty="0" err="1">
                <a:solidFill>
                  <a:srgbClr val="000000"/>
                </a:solidFill>
                <a:latin typeface="华文楷体" panose="02010600040101010101" pitchFamily="2" charset="-122"/>
                <a:ea typeface="华文楷体" panose="02010600040101010101" pitchFamily="2" charset="-122"/>
              </a:rPr>
              <a:t>i</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,j)</a:t>
            </a:r>
            <a:endParaRPr kumimoji="0" lang="en-US" altLang="zh-CN" sz="16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244991669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b="1" dirty="0">
                <a:solidFill>
                  <a:srgbClr val="000000"/>
                </a:solidFill>
                <a:latin typeface="华文楷体" panose="02010600040101010101" pitchFamily="2" charset="-122"/>
                <a:ea typeface="华文楷体" panose="02010600040101010101" pitchFamily="2" charset="-122"/>
              </a:rPr>
              <a:t>2.</a:t>
            </a:r>
            <a:r>
              <a:rPr lang="zh-CN" altLang="en-US" sz="1700" b="1" dirty="0">
                <a:solidFill>
                  <a:srgbClr val="000000"/>
                </a:solidFill>
                <a:latin typeface="华文楷体" panose="02010600040101010101" pitchFamily="2" charset="-122"/>
                <a:ea typeface="华文楷体" panose="02010600040101010101" pitchFamily="2" charset="-122"/>
              </a:rPr>
              <a:t>关键线路、关键活动及其特性</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在一个给定的计划网络图</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中，由于只允许有一个起点和一个终止结点，故在</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中：</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从起始节点开始经过一系列活动直到终止结点为止的一个结点、边序列称为</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的一条通路或路线</a:t>
            </a:r>
            <a:r>
              <a:rPr lang="en-US" altLang="zh-CN" sz="1700" dirty="0">
                <a:solidFill>
                  <a:srgbClr val="000000"/>
                </a:solidFill>
                <a:latin typeface="华文楷体" panose="02010600040101010101" pitchFamily="2" charset="-122"/>
                <a:ea typeface="华文楷体" panose="02010600040101010101" pitchFamily="2" charset="-122"/>
              </a:rPr>
              <a:t>P </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P</a:t>
            </a:r>
            <a:r>
              <a:rPr lang="zh-CN" altLang="en-US" sz="1700" dirty="0">
                <a:solidFill>
                  <a:srgbClr val="000000"/>
                </a:solidFill>
                <a:latin typeface="华文楷体" panose="02010600040101010101" pitchFamily="2" charset="-122"/>
                <a:ea typeface="华文楷体" panose="02010600040101010101" pitchFamily="2" charset="-122"/>
              </a:rPr>
              <a:t>中所经由的各活动时长之和称为该通路的路长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中的所有通路中，</a:t>
            </a:r>
            <a:r>
              <a:rPr lang="zh-CN" altLang="en-US" sz="1700" b="1" dirty="0">
                <a:solidFill>
                  <a:srgbClr val="7030A0"/>
                </a:solidFill>
                <a:latin typeface="华文楷体" panose="02010600040101010101" pitchFamily="2" charset="-122"/>
                <a:ea typeface="华文楷体" panose="02010600040101010101" pitchFamily="2" charset="-122"/>
              </a:rPr>
              <a:t>路长最长时对应的通路</a:t>
            </a:r>
            <a:r>
              <a:rPr lang="zh-CN" altLang="en-US" sz="1700" dirty="0">
                <a:solidFill>
                  <a:srgbClr val="000000"/>
                </a:solidFill>
                <a:latin typeface="华文楷体" panose="02010600040101010101" pitchFamily="2" charset="-122"/>
                <a:ea typeface="华文楷体" panose="02010600040101010101" pitchFamily="2" charset="-122"/>
              </a:rPr>
              <a:t>即称为关键路线或</a:t>
            </a:r>
            <a:r>
              <a:rPr lang="zh-CN" altLang="en-US" sz="1700" b="1" dirty="0">
                <a:solidFill>
                  <a:srgbClr val="7030A0"/>
                </a:solidFill>
                <a:latin typeface="华文楷体" panose="02010600040101010101" pitchFamily="2" charset="-122"/>
                <a:ea typeface="华文楷体" panose="02010600040101010101" pitchFamily="2" charset="-122"/>
              </a:rPr>
              <a:t>关键通路</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Critical Path</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在关键路线上的活动称为关键活动（</a:t>
            </a:r>
            <a:r>
              <a:rPr lang="en-US" altLang="zh-CN" sz="1700" dirty="0">
                <a:solidFill>
                  <a:srgbClr val="000000"/>
                </a:solidFill>
                <a:latin typeface="华文楷体" panose="02010600040101010101" pitchFamily="2" charset="-122"/>
                <a:ea typeface="华文楷体" panose="02010600040101010101" pitchFamily="2" charset="-122"/>
              </a:rPr>
              <a:t>Critical Activity</a:t>
            </a:r>
            <a:r>
              <a:rPr lang="zh-CN" altLang="en-US" sz="1700" dirty="0">
                <a:solidFill>
                  <a:srgbClr val="000000"/>
                </a:solidFill>
                <a:latin typeface="华文楷体" panose="02010600040101010101" pitchFamily="2" charset="-122"/>
                <a:ea typeface="华文楷体" panose="02010600040101010101" pitchFamily="2" charset="-122"/>
              </a:rPr>
              <a:t>）</a:t>
            </a:r>
          </a:p>
        </p:txBody>
      </p:sp>
      <p:grpSp>
        <p:nvGrpSpPr>
          <p:cNvPr id="6" name="Group 21">
            <a:extLst>
              <a:ext uri="{FF2B5EF4-FFF2-40B4-BE49-F238E27FC236}">
                <a16:creationId xmlns:a16="http://schemas.microsoft.com/office/drawing/2014/main" id="{DE736D42-DFF9-4D68-AD99-419DA21A953D}"/>
              </a:ext>
            </a:extLst>
          </p:cNvPr>
          <p:cNvGrpSpPr>
            <a:grpSpLocks/>
          </p:cNvGrpSpPr>
          <p:nvPr/>
        </p:nvGrpSpPr>
        <p:grpSpPr bwMode="auto">
          <a:xfrm>
            <a:off x="5693565" y="3701574"/>
            <a:ext cx="3168650" cy="1303338"/>
            <a:chOff x="1655" y="3203"/>
            <a:chExt cx="1996" cy="821"/>
          </a:xfrm>
        </p:grpSpPr>
        <p:sp>
          <p:nvSpPr>
            <p:cNvPr id="7" name="Oval 22">
              <a:extLst>
                <a:ext uri="{FF2B5EF4-FFF2-40B4-BE49-F238E27FC236}">
                  <a16:creationId xmlns:a16="http://schemas.microsoft.com/office/drawing/2014/main" id="{37FADE77-6D33-4C87-B87D-84DB5719DBC8}"/>
                </a:ext>
              </a:extLst>
            </p:cNvPr>
            <p:cNvSpPr>
              <a:spLocks noChangeArrowheads="1"/>
            </p:cNvSpPr>
            <p:nvPr/>
          </p:nvSpPr>
          <p:spPr bwMode="auto">
            <a:xfrm>
              <a:off x="2517" y="3657"/>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2</a:t>
              </a:r>
            </a:p>
          </p:txBody>
        </p:sp>
        <p:sp>
          <p:nvSpPr>
            <p:cNvPr id="8" name="Line 23">
              <a:extLst>
                <a:ext uri="{FF2B5EF4-FFF2-40B4-BE49-F238E27FC236}">
                  <a16:creationId xmlns:a16="http://schemas.microsoft.com/office/drawing/2014/main" id="{A344B045-9E58-4983-914A-4FCB379482C1}"/>
                </a:ext>
              </a:extLst>
            </p:cNvPr>
            <p:cNvSpPr>
              <a:spLocks noChangeShapeType="1"/>
            </p:cNvSpPr>
            <p:nvPr/>
          </p:nvSpPr>
          <p:spPr bwMode="auto">
            <a:xfrm>
              <a:off x="2789" y="3838"/>
              <a:ext cx="59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 name="Text Box 24">
              <a:extLst>
                <a:ext uri="{FF2B5EF4-FFF2-40B4-BE49-F238E27FC236}">
                  <a16:creationId xmlns:a16="http://schemas.microsoft.com/office/drawing/2014/main" id="{C19B010D-F357-4EE7-B8B3-2B622710E29B}"/>
                </a:ext>
              </a:extLst>
            </p:cNvPr>
            <p:cNvSpPr txBox="1">
              <a:spLocks noChangeArrowheads="1"/>
            </p:cNvSpPr>
            <p:nvPr/>
          </p:nvSpPr>
          <p:spPr bwMode="auto">
            <a:xfrm>
              <a:off x="3061" y="3612"/>
              <a:ext cx="188"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c</a:t>
              </a:r>
            </a:p>
          </p:txBody>
        </p:sp>
        <p:sp>
          <p:nvSpPr>
            <p:cNvPr id="10" name="Text Box 25">
              <a:extLst>
                <a:ext uri="{FF2B5EF4-FFF2-40B4-BE49-F238E27FC236}">
                  <a16:creationId xmlns:a16="http://schemas.microsoft.com/office/drawing/2014/main" id="{E17E92B9-C9E3-4117-878E-F31FC4315759}"/>
                </a:ext>
              </a:extLst>
            </p:cNvPr>
            <p:cNvSpPr txBox="1">
              <a:spLocks noChangeArrowheads="1"/>
            </p:cNvSpPr>
            <p:nvPr/>
          </p:nvSpPr>
          <p:spPr bwMode="auto">
            <a:xfrm>
              <a:off x="3028" y="3793"/>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3</a:t>
              </a:r>
            </a:p>
          </p:txBody>
        </p:sp>
        <p:sp>
          <p:nvSpPr>
            <p:cNvPr id="11" name="Oval 26">
              <a:extLst>
                <a:ext uri="{FF2B5EF4-FFF2-40B4-BE49-F238E27FC236}">
                  <a16:creationId xmlns:a16="http://schemas.microsoft.com/office/drawing/2014/main" id="{34648802-CA9D-4B5D-9B4E-43AEA653862B}"/>
                </a:ext>
              </a:extLst>
            </p:cNvPr>
            <p:cNvSpPr>
              <a:spLocks noChangeArrowheads="1"/>
            </p:cNvSpPr>
            <p:nvPr/>
          </p:nvSpPr>
          <p:spPr bwMode="auto">
            <a:xfrm>
              <a:off x="2971" y="3203"/>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3</a:t>
              </a:r>
            </a:p>
          </p:txBody>
        </p:sp>
        <p:sp>
          <p:nvSpPr>
            <p:cNvPr id="12" name="Line 27">
              <a:extLst>
                <a:ext uri="{FF2B5EF4-FFF2-40B4-BE49-F238E27FC236}">
                  <a16:creationId xmlns:a16="http://schemas.microsoft.com/office/drawing/2014/main" id="{CFD226BB-5B77-493C-92DB-250E1CB36045}"/>
                </a:ext>
              </a:extLst>
            </p:cNvPr>
            <p:cNvSpPr>
              <a:spLocks noChangeShapeType="1"/>
            </p:cNvSpPr>
            <p:nvPr/>
          </p:nvSpPr>
          <p:spPr bwMode="auto">
            <a:xfrm flipV="1">
              <a:off x="2744" y="3385"/>
              <a:ext cx="227" cy="31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3" name="Text Box 28">
              <a:extLst>
                <a:ext uri="{FF2B5EF4-FFF2-40B4-BE49-F238E27FC236}">
                  <a16:creationId xmlns:a16="http://schemas.microsoft.com/office/drawing/2014/main" id="{46A4CB85-414F-430B-8CE1-01DB16171F21}"/>
                </a:ext>
              </a:extLst>
            </p:cNvPr>
            <p:cNvSpPr txBox="1">
              <a:spLocks noChangeArrowheads="1"/>
            </p:cNvSpPr>
            <p:nvPr/>
          </p:nvSpPr>
          <p:spPr bwMode="auto">
            <a:xfrm>
              <a:off x="2162" y="3574"/>
              <a:ext cx="181" cy="2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a</a:t>
              </a:r>
              <a:endParaRPr lang="en-US" altLang="zh-CN" sz="1800" baseline="-25000" dirty="0">
                <a:solidFill>
                  <a:srgbClr val="000000"/>
                </a:solidFill>
                <a:latin typeface="Times New Roman" panose="02020603050405020304" pitchFamily="18" charset="0"/>
                <a:cs typeface="Times New Roman" panose="02020603050405020304" pitchFamily="18" charset="0"/>
              </a:endParaRPr>
            </a:p>
          </p:txBody>
        </p:sp>
        <p:sp>
          <p:nvSpPr>
            <p:cNvPr id="14" name="Text Box 29">
              <a:extLst>
                <a:ext uri="{FF2B5EF4-FFF2-40B4-BE49-F238E27FC236}">
                  <a16:creationId xmlns:a16="http://schemas.microsoft.com/office/drawing/2014/main" id="{8F0D91AB-45B3-414C-B8C6-5A036CF5B55E}"/>
                </a:ext>
              </a:extLst>
            </p:cNvPr>
            <p:cNvSpPr txBox="1">
              <a:spLocks noChangeArrowheads="1"/>
            </p:cNvSpPr>
            <p:nvPr/>
          </p:nvSpPr>
          <p:spPr bwMode="auto">
            <a:xfrm>
              <a:off x="2154" y="3793"/>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4</a:t>
              </a:r>
            </a:p>
          </p:txBody>
        </p:sp>
        <p:sp>
          <p:nvSpPr>
            <p:cNvPr id="15" name="Line 30">
              <a:extLst>
                <a:ext uri="{FF2B5EF4-FFF2-40B4-BE49-F238E27FC236}">
                  <a16:creationId xmlns:a16="http://schemas.microsoft.com/office/drawing/2014/main" id="{89897E96-B932-465F-9610-B2EC2E281842}"/>
                </a:ext>
              </a:extLst>
            </p:cNvPr>
            <p:cNvSpPr>
              <a:spLocks noChangeShapeType="1"/>
            </p:cNvSpPr>
            <p:nvPr/>
          </p:nvSpPr>
          <p:spPr bwMode="auto">
            <a:xfrm>
              <a:off x="3243" y="3385"/>
              <a:ext cx="227" cy="27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6" name="Text Box 31">
              <a:extLst>
                <a:ext uri="{FF2B5EF4-FFF2-40B4-BE49-F238E27FC236}">
                  <a16:creationId xmlns:a16="http://schemas.microsoft.com/office/drawing/2014/main" id="{F09ECD9B-7DD3-4C8B-8569-588AD9B40BCD}"/>
                </a:ext>
              </a:extLst>
            </p:cNvPr>
            <p:cNvSpPr txBox="1">
              <a:spLocks noChangeArrowheads="1"/>
            </p:cNvSpPr>
            <p:nvPr/>
          </p:nvSpPr>
          <p:spPr bwMode="auto">
            <a:xfrm>
              <a:off x="3288" y="333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d</a:t>
              </a:r>
              <a:endParaRPr lang="en-US" altLang="zh-CN" sz="1800" baseline="-25000">
                <a:solidFill>
                  <a:srgbClr val="000000"/>
                </a:solidFill>
                <a:latin typeface="Times New Roman" panose="02020603050405020304" pitchFamily="18" charset="0"/>
                <a:cs typeface="Times New Roman" panose="02020603050405020304" pitchFamily="18" charset="0"/>
              </a:endParaRPr>
            </a:p>
          </p:txBody>
        </p:sp>
        <p:sp>
          <p:nvSpPr>
            <p:cNvPr id="17" name="Text Box 32">
              <a:extLst>
                <a:ext uri="{FF2B5EF4-FFF2-40B4-BE49-F238E27FC236}">
                  <a16:creationId xmlns:a16="http://schemas.microsoft.com/office/drawing/2014/main" id="{AE7FB688-3E5B-4357-9883-D15C410D512A}"/>
                </a:ext>
              </a:extLst>
            </p:cNvPr>
            <p:cNvSpPr txBox="1">
              <a:spLocks noChangeArrowheads="1"/>
            </p:cNvSpPr>
            <p:nvPr/>
          </p:nvSpPr>
          <p:spPr bwMode="auto">
            <a:xfrm>
              <a:off x="3198" y="3476"/>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2</a:t>
              </a:r>
            </a:p>
          </p:txBody>
        </p:sp>
        <p:sp>
          <p:nvSpPr>
            <p:cNvPr id="18" name="Oval 33">
              <a:extLst>
                <a:ext uri="{FF2B5EF4-FFF2-40B4-BE49-F238E27FC236}">
                  <a16:creationId xmlns:a16="http://schemas.microsoft.com/office/drawing/2014/main" id="{59C6D609-74BA-4425-8177-DCFBD904072D}"/>
                </a:ext>
              </a:extLst>
            </p:cNvPr>
            <p:cNvSpPr>
              <a:spLocks noChangeArrowheads="1"/>
            </p:cNvSpPr>
            <p:nvPr/>
          </p:nvSpPr>
          <p:spPr bwMode="auto">
            <a:xfrm>
              <a:off x="1655" y="3657"/>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1</a:t>
              </a:r>
            </a:p>
          </p:txBody>
        </p:sp>
        <p:sp>
          <p:nvSpPr>
            <p:cNvPr id="19" name="Line 34">
              <a:extLst>
                <a:ext uri="{FF2B5EF4-FFF2-40B4-BE49-F238E27FC236}">
                  <a16:creationId xmlns:a16="http://schemas.microsoft.com/office/drawing/2014/main" id="{BA878E8D-548D-42F2-8300-FFD432B8E1BA}"/>
                </a:ext>
              </a:extLst>
            </p:cNvPr>
            <p:cNvSpPr>
              <a:spLocks noChangeShapeType="1"/>
            </p:cNvSpPr>
            <p:nvPr/>
          </p:nvSpPr>
          <p:spPr bwMode="auto">
            <a:xfrm>
              <a:off x="1927" y="3793"/>
              <a:ext cx="59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0" name="Text Box 35">
              <a:extLst>
                <a:ext uri="{FF2B5EF4-FFF2-40B4-BE49-F238E27FC236}">
                  <a16:creationId xmlns:a16="http://schemas.microsoft.com/office/drawing/2014/main" id="{E1E98BAC-ED2D-4F67-AFA9-B7D885757914}"/>
                </a:ext>
              </a:extLst>
            </p:cNvPr>
            <p:cNvSpPr txBox="1">
              <a:spLocks noChangeArrowheads="1"/>
            </p:cNvSpPr>
            <p:nvPr/>
          </p:nvSpPr>
          <p:spPr bwMode="auto">
            <a:xfrm>
              <a:off x="2699" y="3339"/>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a:solidFill>
                    <a:srgbClr val="000000"/>
                  </a:solidFill>
                  <a:latin typeface="Times New Roman" panose="02020603050405020304" pitchFamily="18" charset="0"/>
                  <a:cs typeface="Times New Roman" panose="02020603050405020304" pitchFamily="18" charset="0"/>
                </a:rPr>
                <a:t>b</a:t>
              </a:r>
              <a:endParaRPr lang="en-US" altLang="zh-CN" sz="1800" baseline="-25000">
                <a:solidFill>
                  <a:srgbClr val="000000"/>
                </a:solidFill>
                <a:latin typeface="Times New Roman" panose="02020603050405020304" pitchFamily="18" charset="0"/>
                <a:cs typeface="Times New Roman" panose="02020603050405020304" pitchFamily="18" charset="0"/>
              </a:endParaRPr>
            </a:p>
          </p:txBody>
        </p:sp>
        <p:sp>
          <p:nvSpPr>
            <p:cNvPr id="21" name="Text Box 36">
              <a:extLst>
                <a:ext uri="{FF2B5EF4-FFF2-40B4-BE49-F238E27FC236}">
                  <a16:creationId xmlns:a16="http://schemas.microsoft.com/office/drawing/2014/main" id="{33451DCB-F273-402F-A708-B3B092E27084}"/>
                </a:ext>
              </a:extLst>
            </p:cNvPr>
            <p:cNvSpPr txBox="1">
              <a:spLocks noChangeArrowheads="1"/>
            </p:cNvSpPr>
            <p:nvPr/>
          </p:nvSpPr>
          <p:spPr bwMode="auto">
            <a:xfrm>
              <a:off x="2835" y="3475"/>
              <a:ext cx="196"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800" dirty="0">
                  <a:solidFill>
                    <a:srgbClr val="000000"/>
                  </a:solidFill>
                  <a:latin typeface="Times New Roman" panose="02020603050405020304" pitchFamily="18" charset="0"/>
                  <a:cs typeface="Times New Roman" panose="02020603050405020304" pitchFamily="18" charset="0"/>
                </a:rPr>
                <a:t>2</a:t>
              </a:r>
            </a:p>
          </p:txBody>
        </p:sp>
        <p:sp>
          <p:nvSpPr>
            <p:cNvPr id="22" name="Oval 37">
              <a:extLst>
                <a:ext uri="{FF2B5EF4-FFF2-40B4-BE49-F238E27FC236}">
                  <a16:creationId xmlns:a16="http://schemas.microsoft.com/office/drawing/2014/main" id="{BA82C9D6-1B04-4ACC-AB75-B59DFDC7227D}"/>
                </a:ext>
              </a:extLst>
            </p:cNvPr>
            <p:cNvSpPr>
              <a:spLocks noChangeArrowheads="1"/>
            </p:cNvSpPr>
            <p:nvPr/>
          </p:nvSpPr>
          <p:spPr bwMode="auto">
            <a:xfrm>
              <a:off x="3379" y="3657"/>
              <a:ext cx="272" cy="272"/>
            </a:xfrm>
            <a:prstGeom prst="ellipse">
              <a:avLst/>
            </a:prstGeom>
            <a:noFill/>
            <a:ln w="19050" algn="ctr">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800">
                  <a:solidFill>
                    <a:srgbClr val="EB0536"/>
                  </a:solidFill>
                  <a:latin typeface="Times New Roman" panose="02020603050405020304" pitchFamily="18" charset="0"/>
                  <a:cs typeface="Times New Roman" panose="02020603050405020304" pitchFamily="18" charset="0"/>
                </a:rPr>
                <a:t>4</a:t>
              </a:r>
            </a:p>
          </p:txBody>
        </p:sp>
      </p:grpSp>
    </p:spTree>
    <p:extLst>
      <p:ext uri="{BB962C8B-B14F-4D97-AF65-F5344CB8AC3E}">
        <p14:creationId xmlns:p14="http://schemas.microsoft.com/office/powerpoint/2010/main" val="219385362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关键线路、关键活动及其特性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000000"/>
                </a:solidFill>
                <a:latin typeface="华文楷体" panose="02010600040101010101" pitchFamily="2" charset="-122"/>
                <a:ea typeface="华文楷体" panose="02010600040101010101" pitchFamily="2" charset="-122"/>
              </a:rPr>
              <a:t>关键线路的特征</a:t>
            </a:r>
            <a:endParaRPr lang="en-US" altLang="zh-CN" sz="1700" b="1"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是决定项目完成的最短时间</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a:t>
            </a:r>
            <a:r>
              <a:rPr lang="zh-CN" altLang="en-US" sz="1700" b="1" dirty="0">
                <a:solidFill>
                  <a:srgbClr val="7030A0"/>
                </a:solidFill>
                <a:latin typeface="华文楷体" panose="02010600040101010101" pitchFamily="2" charset="-122"/>
                <a:ea typeface="华文楷体" panose="02010600040101010101" pitchFamily="2" charset="-122"/>
              </a:rPr>
              <a:t>时间浮动为</a:t>
            </a:r>
            <a:r>
              <a:rPr lang="en-US" altLang="zh-CN" sz="1700" b="1" dirty="0">
                <a:solidFill>
                  <a:srgbClr val="7030A0"/>
                </a:solidFill>
                <a:latin typeface="华文楷体" panose="02010600040101010101" pitchFamily="2" charset="-122"/>
                <a:ea typeface="华文楷体" panose="02010600040101010101" pitchFamily="2" charset="-122"/>
              </a:rPr>
              <a:t>0</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Float=0</a:t>
            </a:r>
            <a:r>
              <a:rPr lang="zh-CN" altLang="en-US" sz="1700" dirty="0">
                <a:solidFill>
                  <a:srgbClr val="000000"/>
                </a:solidFill>
                <a:latin typeface="华文楷体" panose="02010600040101010101" pitchFamily="2" charset="-122"/>
                <a:ea typeface="华文楷体" panose="02010600040101010101" pitchFamily="2" charset="-122"/>
              </a:rPr>
              <a:t>）的路线</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网络图中最长的路线</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关键线路上的任何任务都是关键任务</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关键线路上的任何活动延迟，都会导致整个项目完成时间的延迟</a:t>
            </a:r>
          </a:p>
        </p:txBody>
      </p:sp>
    </p:spTree>
    <p:extLst>
      <p:ext uri="{BB962C8B-B14F-4D97-AF65-F5344CB8AC3E}">
        <p14:creationId xmlns:p14="http://schemas.microsoft.com/office/powerpoint/2010/main" val="222640856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关键线路、关键活动及其特性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关键路线的求解</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简单的计划网络图中</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穷举法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复杂的计划网络图中</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活动时差和结点时差法</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利用活动时差和结点时差的定义，容易证得如下性质：</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设</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为计划网络图，通路</a:t>
            </a:r>
            <a:r>
              <a:rPr lang="en-US" altLang="zh-CN" sz="1700" dirty="0">
                <a:solidFill>
                  <a:srgbClr val="000000"/>
                </a:solidFill>
                <a:latin typeface="华文楷体" panose="02010600040101010101" pitchFamily="2" charset="-122"/>
                <a:ea typeface="华文楷体" panose="02010600040101010101" pitchFamily="2" charset="-122"/>
              </a:rPr>
              <a:t>CP</a:t>
            </a:r>
            <a:r>
              <a:rPr lang="zh-CN" altLang="en-US" sz="1700" dirty="0">
                <a:solidFill>
                  <a:srgbClr val="000000"/>
                </a:solidFill>
                <a:latin typeface="华文楷体" panose="02010600040101010101" pitchFamily="2" charset="-122"/>
                <a:ea typeface="华文楷体" panose="02010600040101010101" pitchFamily="2" charset="-122"/>
              </a:rPr>
              <a:t>为</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的关键路径的充分必要条件为：对</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上</a:t>
            </a:r>
            <a:r>
              <a:rPr lang="en-US" altLang="zh-CN" sz="1700" dirty="0">
                <a:solidFill>
                  <a:srgbClr val="000000"/>
                </a:solidFill>
                <a:latin typeface="华文楷体" panose="02010600040101010101" pitchFamily="2" charset="-122"/>
                <a:ea typeface="华文楷体" panose="02010600040101010101" pitchFamily="2" charset="-122"/>
              </a:rPr>
              <a:t>CP</a:t>
            </a:r>
            <a:r>
              <a:rPr lang="zh-CN" altLang="en-US" sz="1700" dirty="0">
                <a:solidFill>
                  <a:srgbClr val="000000"/>
                </a:solidFill>
                <a:latin typeface="华文楷体" panose="02010600040101010101" pitchFamily="2" charset="-122"/>
                <a:ea typeface="华文楷体" panose="02010600040101010101" pitchFamily="2" charset="-122"/>
              </a:rPr>
              <a:t>的任何活动（</a:t>
            </a:r>
            <a:r>
              <a:rPr lang="en-US" altLang="zh-CN" sz="1700" dirty="0" err="1">
                <a:solidFill>
                  <a:srgbClr val="000000"/>
                </a:solidFill>
                <a:latin typeface="华文楷体" panose="02010600040101010101" pitchFamily="2" charset="-122"/>
                <a:ea typeface="华文楷体" panose="02010600040101010101" pitchFamily="2" charset="-122"/>
              </a:rPr>
              <a:t>i</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j</a:t>
            </a:r>
            <a:r>
              <a:rPr lang="zh-CN" altLang="en-US" sz="1700" dirty="0">
                <a:solidFill>
                  <a:srgbClr val="000000"/>
                </a:solidFill>
                <a:latin typeface="华文楷体" panose="02010600040101010101" pitchFamily="2" charset="-122"/>
                <a:ea typeface="华文楷体" panose="02010600040101010101" pitchFamily="2" charset="-122"/>
              </a:rPr>
              <a:t>）有</a:t>
            </a:r>
            <a:r>
              <a:rPr lang="en-US" altLang="zh-CN" sz="1700" dirty="0">
                <a:solidFill>
                  <a:srgbClr val="000000"/>
                </a:solidFill>
                <a:latin typeface="华文楷体" panose="02010600040101010101" pitchFamily="2" charset="-122"/>
                <a:ea typeface="华文楷体" panose="02010600040101010101" pitchFamily="2" charset="-122"/>
              </a:rPr>
              <a:t>TF</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err="1">
                <a:solidFill>
                  <a:srgbClr val="000000"/>
                </a:solidFill>
                <a:latin typeface="华文楷体" panose="02010600040101010101" pitchFamily="2" charset="-122"/>
                <a:ea typeface="华文楷体" panose="02010600040101010101" pitchFamily="2" charset="-122"/>
              </a:rPr>
              <a:t>i</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j</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=0</a:t>
            </a:r>
            <a:r>
              <a:rPr lang="zh-CN" altLang="en-US" sz="1700" dirty="0">
                <a:solidFill>
                  <a:srgbClr val="000000"/>
                </a:solidFill>
                <a:latin typeface="华文楷体" panose="02010600040101010101" pitchFamily="2" charset="-122"/>
                <a:ea typeface="华文楷体" panose="02010600040101010101" pitchFamily="2" charset="-122"/>
              </a:rPr>
              <a:t>或有</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graphicFrame>
        <p:nvGraphicFramePr>
          <p:cNvPr id="6" name="Object 4">
            <a:extLst>
              <a:ext uri="{FF2B5EF4-FFF2-40B4-BE49-F238E27FC236}">
                <a16:creationId xmlns:a16="http://schemas.microsoft.com/office/drawing/2014/main" id="{825C1BEC-5E56-45D0-BF80-660D04255684}"/>
              </a:ext>
            </a:extLst>
          </p:cNvPr>
          <p:cNvGraphicFramePr>
            <a:graphicFrameLocks noChangeAspect="1"/>
          </p:cNvGraphicFramePr>
          <p:nvPr>
            <p:extLst>
              <p:ext uri="{D42A27DB-BD31-4B8C-83A1-F6EECF244321}">
                <p14:modId xmlns:p14="http://schemas.microsoft.com/office/powerpoint/2010/main" val="3227449545"/>
              </p:ext>
            </p:extLst>
          </p:nvPr>
        </p:nvGraphicFramePr>
        <p:xfrm>
          <a:off x="3468688" y="3187700"/>
          <a:ext cx="2206625" cy="484188"/>
        </p:xfrm>
        <a:graphic>
          <a:graphicData uri="http://schemas.openxmlformats.org/presentationml/2006/ole">
            <mc:AlternateContent xmlns:mc="http://schemas.openxmlformats.org/markup-compatibility/2006">
              <mc:Choice xmlns:v="urn:schemas-microsoft-com:vml" Requires="v">
                <p:oleObj name="Equation" r:id="rId3" imgW="1168200" imgH="355320" progId="Equation.DSMT4">
                  <p:embed/>
                </p:oleObj>
              </mc:Choice>
              <mc:Fallback>
                <p:oleObj name="Equation" r:id="rId3" imgW="1168200" imgH="355320" progId="Equation.DSMT4">
                  <p:embed/>
                  <p:pic>
                    <p:nvPicPr>
                      <p:cNvPr id="6" name="Object 4">
                        <a:extLst>
                          <a:ext uri="{FF2B5EF4-FFF2-40B4-BE49-F238E27FC236}">
                            <a16:creationId xmlns:a16="http://schemas.microsoft.com/office/drawing/2014/main" id="{825C1BEC-5E56-45D0-BF80-660D04255684}"/>
                          </a:ext>
                        </a:extLst>
                      </p:cNvPr>
                      <p:cNvPicPr>
                        <a:picLocks noChangeAspect="1" noChangeArrowheads="1"/>
                      </p:cNvPicPr>
                      <p:nvPr/>
                    </p:nvPicPr>
                    <p:blipFill>
                      <a:blip r:embed="rId4"/>
                      <a:srcRect/>
                      <a:stretch>
                        <a:fillRect/>
                      </a:stretch>
                    </p:blipFill>
                    <p:spPr bwMode="auto">
                      <a:xfrm>
                        <a:off x="3468688" y="3187700"/>
                        <a:ext cx="2206625" cy="4841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01756272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关键线路、关键活动及其特性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设</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为有限计划网络图，则</a:t>
            </a:r>
            <a:r>
              <a:rPr lang="en-US" altLang="zh-CN" sz="1700" dirty="0">
                <a:solidFill>
                  <a:srgbClr val="000000"/>
                </a:solidFill>
                <a:latin typeface="华文楷体" panose="02010600040101010101" pitchFamily="2" charset="-122"/>
                <a:ea typeface="华文楷体" panose="02010600040101010101" pitchFamily="2" charset="-122"/>
              </a:rPr>
              <a:t>G</a:t>
            </a:r>
            <a:r>
              <a:rPr lang="zh-CN" altLang="en-US" sz="1700" dirty="0">
                <a:solidFill>
                  <a:srgbClr val="000000"/>
                </a:solidFill>
                <a:latin typeface="华文楷体" panose="02010600040101010101" pitchFamily="2" charset="-122"/>
                <a:ea typeface="华文楷体" panose="02010600040101010101" pitchFamily="2" charset="-122"/>
              </a:rPr>
              <a:t>至少有一条关键路线，至多有有限条关键路线。</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计划网络图中所有关键活动时长的总和即为该计划网络图的总工期</a:t>
            </a:r>
            <a:r>
              <a:rPr lang="en-US" altLang="zh-CN" sz="1700" dirty="0">
                <a:solidFill>
                  <a:srgbClr val="000000"/>
                </a:solidFill>
                <a:latin typeface="华文楷体" panose="02010600040101010101" pitchFamily="2" charset="-122"/>
                <a:ea typeface="华文楷体" panose="02010600040101010101" pitchFamily="2" charset="-122"/>
              </a:rPr>
              <a:t>Td</a:t>
            </a:r>
            <a:r>
              <a:rPr lang="zh-CN" altLang="en-US" sz="1700" dirty="0">
                <a:solidFill>
                  <a:srgbClr val="000000"/>
                </a:solidFill>
                <a:latin typeface="华文楷体" panose="02010600040101010101" pitchFamily="2" charset="-122"/>
                <a:ea typeface="华文楷体" panose="02010600040101010101" pitchFamily="2" charset="-122"/>
              </a:rPr>
              <a:t>，或有</a:t>
            </a:r>
          </a:p>
        </p:txBody>
      </p:sp>
      <p:graphicFrame>
        <p:nvGraphicFramePr>
          <p:cNvPr id="9" name="Object 8">
            <a:extLst>
              <a:ext uri="{FF2B5EF4-FFF2-40B4-BE49-F238E27FC236}">
                <a16:creationId xmlns:a16="http://schemas.microsoft.com/office/drawing/2014/main" id="{C2AEDE76-D77C-4DBE-AAB3-B8EF7CCC6F9F}"/>
              </a:ext>
            </a:extLst>
          </p:cNvPr>
          <p:cNvGraphicFramePr>
            <a:graphicFrameLocks noChangeAspect="1"/>
          </p:cNvGraphicFramePr>
          <p:nvPr>
            <p:extLst>
              <p:ext uri="{D42A27DB-BD31-4B8C-83A1-F6EECF244321}">
                <p14:modId xmlns:p14="http://schemas.microsoft.com/office/powerpoint/2010/main" val="3764369351"/>
              </p:ext>
            </p:extLst>
          </p:nvPr>
        </p:nvGraphicFramePr>
        <p:xfrm>
          <a:off x="2967009" y="1788223"/>
          <a:ext cx="2012950" cy="576262"/>
        </p:xfrm>
        <a:graphic>
          <a:graphicData uri="http://schemas.openxmlformats.org/presentationml/2006/ole">
            <mc:AlternateContent xmlns:mc="http://schemas.openxmlformats.org/markup-compatibility/2006">
              <mc:Choice xmlns:v="urn:schemas-microsoft-com:vml" Requires="v">
                <p:oleObj name="Equation" r:id="rId3" imgW="1155600" imgH="355320" progId="Equation.DSMT4">
                  <p:embed/>
                </p:oleObj>
              </mc:Choice>
              <mc:Fallback>
                <p:oleObj name="Equation" r:id="rId3" imgW="1155600" imgH="355320" progId="Equation.DSMT4">
                  <p:embed/>
                  <p:pic>
                    <p:nvPicPr>
                      <p:cNvPr id="9" name="Object 8">
                        <a:extLst>
                          <a:ext uri="{FF2B5EF4-FFF2-40B4-BE49-F238E27FC236}">
                            <a16:creationId xmlns:a16="http://schemas.microsoft.com/office/drawing/2014/main" id="{C2AEDE76-D77C-4DBE-AAB3-B8EF7CCC6F9F}"/>
                          </a:ext>
                        </a:extLst>
                      </p:cNvPr>
                      <p:cNvPicPr>
                        <a:picLocks noChangeAspect="1" noChangeArrowheads="1"/>
                      </p:cNvPicPr>
                      <p:nvPr/>
                    </p:nvPicPr>
                    <p:blipFill>
                      <a:blip r:embed="rId4"/>
                      <a:srcRect/>
                      <a:stretch>
                        <a:fillRect/>
                      </a:stretch>
                    </p:blipFill>
                    <p:spPr bwMode="auto">
                      <a:xfrm>
                        <a:off x="2967009" y="1788223"/>
                        <a:ext cx="2012950" cy="5762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1365628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b="1" dirty="0">
                <a:solidFill>
                  <a:srgbClr val="000000"/>
                </a:solidFill>
                <a:latin typeface="华文楷体" panose="02010600040101010101" pitchFamily="2" charset="-122"/>
                <a:ea typeface="华文楷体" panose="02010600040101010101" pitchFamily="2" charset="-122"/>
              </a:rPr>
              <a:t>3.</a:t>
            </a:r>
            <a:r>
              <a:rPr lang="zh-CN" altLang="en-US" sz="1700" b="1" dirty="0">
                <a:solidFill>
                  <a:srgbClr val="000000"/>
                </a:solidFill>
                <a:latin typeface="华文楷体" panose="02010600040101010101" pitchFamily="2" charset="-122"/>
                <a:ea typeface="华文楷体" panose="02010600040101010101" pitchFamily="2" charset="-122"/>
              </a:rPr>
              <a:t>关键路线求解</a:t>
            </a:r>
            <a:endParaRPr lang="en-US" altLang="zh-CN" sz="1700" b="1"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b="1" dirty="0">
                <a:solidFill>
                  <a:srgbClr val="000000"/>
                </a:solidFill>
                <a:latin typeface="华文楷体" panose="02010600040101010101" pitchFamily="2" charset="-122"/>
                <a:ea typeface="华文楷体" panose="02010600040101010101" pitchFamily="2" charset="-122"/>
              </a:rPr>
              <a:t>标号算法</a:t>
            </a:r>
            <a:endParaRPr lang="en-US" altLang="zh-CN" sz="1700" b="1"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正向</a:t>
            </a:r>
            <a:r>
              <a:rPr lang="zh-CN" altLang="en-US" sz="1700" dirty="0">
                <a:solidFill>
                  <a:srgbClr val="000000"/>
                </a:solidFill>
                <a:latin typeface="华文楷体" panose="02010600040101010101" pitchFamily="2" charset="-122"/>
                <a:ea typeface="华文楷体" panose="02010600040101010101" pitchFamily="2" charset="-122"/>
              </a:rPr>
              <a:t>求解计划网络图的结点与活动的</a:t>
            </a:r>
            <a:r>
              <a:rPr lang="zh-CN" altLang="en-US" sz="1700" b="1" dirty="0">
                <a:solidFill>
                  <a:srgbClr val="7030A0"/>
                </a:solidFill>
                <a:latin typeface="华文楷体" panose="02010600040101010101" pitchFamily="2" charset="-122"/>
                <a:ea typeface="华文楷体" panose="02010600040101010101" pitchFamily="2" charset="-122"/>
              </a:rPr>
              <a:t>最早</a:t>
            </a:r>
            <a:r>
              <a:rPr lang="zh-CN" altLang="en-US" sz="1700" dirty="0">
                <a:solidFill>
                  <a:srgbClr val="000000"/>
                </a:solidFill>
                <a:latin typeface="华文楷体" panose="02010600040101010101" pitchFamily="2" charset="-122"/>
                <a:ea typeface="华文楷体" panose="02010600040101010101" pitchFamily="2" charset="-122"/>
              </a:rPr>
              <a:t>时间参数</a:t>
            </a:r>
            <a:endParaRPr lang="en-US" altLang="zh-CN" sz="17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逆向</a:t>
            </a:r>
            <a:r>
              <a:rPr lang="zh-CN" altLang="en-US" sz="1700" dirty="0">
                <a:solidFill>
                  <a:srgbClr val="000000"/>
                </a:solidFill>
                <a:latin typeface="华文楷体" panose="02010600040101010101" pitchFamily="2" charset="-122"/>
                <a:ea typeface="华文楷体" panose="02010600040101010101" pitchFamily="2" charset="-122"/>
              </a:rPr>
              <a:t>求解计划网络图的结点与活动的</a:t>
            </a:r>
            <a:r>
              <a:rPr lang="zh-CN" altLang="en-US" sz="1700" b="1" dirty="0">
                <a:solidFill>
                  <a:srgbClr val="7030A0"/>
                </a:solidFill>
                <a:latin typeface="华文楷体" panose="02010600040101010101" pitchFamily="2" charset="-122"/>
                <a:ea typeface="华文楷体" panose="02010600040101010101" pitchFamily="2" charset="-122"/>
              </a:rPr>
              <a:t>最晚</a:t>
            </a:r>
            <a:r>
              <a:rPr lang="zh-CN" altLang="en-US" sz="1700" dirty="0">
                <a:solidFill>
                  <a:srgbClr val="000000"/>
                </a:solidFill>
                <a:latin typeface="华文楷体" panose="02010600040101010101" pitchFamily="2" charset="-122"/>
                <a:ea typeface="华文楷体" panose="02010600040101010101" pitchFamily="2" charset="-122"/>
              </a:rPr>
              <a:t>时间参数</a:t>
            </a:r>
            <a:endParaRPr lang="en-US" altLang="zh-CN" sz="17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计算活动与结点的时差</a:t>
            </a:r>
          </a:p>
        </p:txBody>
      </p:sp>
    </p:spTree>
    <p:extLst>
      <p:ext uri="{BB962C8B-B14F-4D97-AF65-F5344CB8AC3E}">
        <p14:creationId xmlns:p14="http://schemas.microsoft.com/office/powerpoint/2010/main" val="192770858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9149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6.2.1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sp>
        <p:nvSpPr>
          <p:cNvPr id="6" name="Rectangle 3">
            <a:extLst>
              <a:ext uri="{FF2B5EF4-FFF2-40B4-BE49-F238E27FC236}">
                <a16:creationId xmlns:a16="http://schemas.microsoft.com/office/drawing/2014/main" id="{B2C0464D-A4D4-4462-A0F4-93A23EF927ED}"/>
              </a:ext>
            </a:extLst>
          </p:cNvPr>
          <p:cNvSpPr txBox="1">
            <a:spLocks noChangeArrowheads="1"/>
          </p:cNvSpPr>
          <p:nvPr/>
        </p:nvSpPr>
        <p:spPr>
          <a:xfrm>
            <a:off x="515257" y="665163"/>
            <a:ext cx="3155043" cy="4478337"/>
          </a:xfrm>
          <a:prstGeom prst="rect">
            <a:avLst/>
          </a:prstGeom>
          <a:ln>
            <a:solidFill>
              <a:schemeClr val="tx1"/>
            </a:solidFill>
            <a:miter lim="800000"/>
            <a:headEnd/>
            <a:tailEnd/>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3538" indent="-363538">
              <a:lnSpc>
                <a:spcPct val="80000"/>
              </a:lnSpc>
              <a:buFont typeface="Wingdings" panose="05000000000000000000" pitchFamily="2" charset="2"/>
              <a:buNone/>
            </a:pPr>
            <a:endParaRPr lang="en-US" altLang="zh-CN" sz="1800" dirty="0">
              <a:latin typeface="Times New Roman" panose="02020603050405020304" pitchFamily="18" charset="0"/>
              <a:cs typeface="Times New Roman" panose="02020603050405020304" pitchFamily="18" charset="0"/>
            </a:endParaRP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TE(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)=ES(</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TL(</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)=min{TL(j)-t(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minLS</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TE(j)=max{TE(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None/>
            </a:pPr>
            <a:r>
              <a:rPr lang="en-US" altLang="zh-CN" sz="1800" dirty="0">
                <a:latin typeface="Times New Roman" panose="02020603050405020304" pitchFamily="18" charset="0"/>
                <a:cs typeface="Times New Roman" panose="02020603050405020304" pitchFamily="18" charset="0"/>
              </a:rPr>
              <a:t>        =maxEF(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TL(j)=LF(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EF(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)=ES(</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None/>
            </a:pPr>
            <a:r>
              <a:rPr lang="en-US" altLang="zh-CN" sz="1800" dirty="0">
                <a:latin typeface="Times New Roman" panose="02020603050405020304" pitchFamily="18" charset="0"/>
                <a:cs typeface="Times New Roman" panose="02020603050405020304" pitchFamily="18" charset="0"/>
              </a:rPr>
              <a:t>          =TE(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LF(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)=LS(</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)+t(</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)=TL(j)</a:t>
            </a:r>
          </a:p>
          <a:p>
            <a:pPr marL="363538" indent="-363538">
              <a:lnSpc>
                <a:spcPct val="80000"/>
              </a:lnSpc>
              <a:buClr>
                <a:schemeClr val="tx1"/>
              </a:buClr>
              <a:buFont typeface="Wingdings" panose="05000000000000000000" pitchFamily="2" charset="2"/>
              <a:buChar char="u"/>
            </a:pPr>
            <a:endParaRPr lang="en-US" altLang="zh-CN" sz="1800" dirty="0">
              <a:latin typeface="Times New Roman" panose="02020603050405020304" pitchFamily="18" charset="0"/>
              <a:cs typeface="Times New Roman" panose="02020603050405020304" pitchFamily="18" charset="0"/>
            </a:endParaRP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R(</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 LS(</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)-ES(</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None/>
            </a:pPr>
            <a:r>
              <a:rPr lang="en-US" altLang="zh-CN" sz="1800" dirty="0">
                <a:latin typeface="Times New Roman" panose="02020603050405020304" pitchFamily="18" charset="0"/>
                <a:cs typeface="Times New Roman" panose="02020603050405020304" pitchFamily="18" charset="0"/>
              </a:rPr>
              <a:t>         = LF(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)-EF(</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Clr>
                <a:schemeClr val="tx1"/>
              </a:buClr>
              <a:buFont typeface="Wingdings" panose="05000000000000000000" pitchFamily="2" charset="2"/>
              <a:buChar char="u"/>
            </a:pPr>
            <a:r>
              <a:rPr lang="en-US" altLang="zh-CN" sz="1800" dirty="0">
                <a:latin typeface="Times New Roman" panose="02020603050405020304" pitchFamily="18" charset="0"/>
                <a:cs typeface="Times New Roman" panose="02020603050405020304" pitchFamily="18" charset="0"/>
              </a:rPr>
              <a:t>R(</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TL(</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)-TE(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p>
          <a:p>
            <a:pPr marL="363538" indent="-363538">
              <a:lnSpc>
                <a:spcPct val="80000"/>
              </a:lnSpc>
              <a:buFontTx/>
              <a:buChar char="•"/>
            </a:pPr>
            <a:endParaRPr lang="en-US" altLang="zh-CN" sz="1800" dirty="0">
              <a:latin typeface="Times New Roman" panose="02020603050405020304" pitchFamily="18" charset="0"/>
              <a:cs typeface="Times New Roman" panose="02020603050405020304" pitchFamily="18" charset="0"/>
            </a:endParaRPr>
          </a:p>
        </p:txBody>
      </p:sp>
      <p:sp>
        <p:nvSpPr>
          <p:cNvPr id="3" name="AutoShape 15">
            <a:extLst>
              <a:ext uri="{FF2B5EF4-FFF2-40B4-BE49-F238E27FC236}">
                <a16:creationId xmlns:a16="http://schemas.microsoft.com/office/drawing/2014/main" id="{D3CD3EC7-6725-4F37-BEFF-C193BEA8B9BD}"/>
              </a:ext>
            </a:extLst>
          </p:cNvPr>
          <p:cNvSpPr>
            <a:spLocks noChangeArrowheads="1"/>
          </p:cNvSpPr>
          <p:nvPr/>
        </p:nvSpPr>
        <p:spPr bwMode="auto">
          <a:xfrm>
            <a:off x="3857917" y="2508249"/>
            <a:ext cx="576263" cy="792163"/>
          </a:xfrm>
          <a:prstGeom prst="rightArrow">
            <a:avLst>
              <a:gd name="adj1" fmla="val 50000"/>
              <a:gd name="adj2" fmla="val 25000"/>
            </a:avLst>
          </a:prstGeom>
          <a:solidFill>
            <a:srgbClr val="FF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6" name="图片 25">
            <a:extLst>
              <a:ext uri="{FF2B5EF4-FFF2-40B4-BE49-F238E27FC236}">
                <a16:creationId xmlns:a16="http://schemas.microsoft.com/office/drawing/2014/main" id="{3AB897DA-5BBA-4515-A689-B20A8050684D}"/>
              </a:ext>
            </a:extLst>
          </p:cNvPr>
          <p:cNvPicPr>
            <a:picLocks noChangeAspect="1"/>
          </p:cNvPicPr>
          <p:nvPr/>
        </p:nvPicPr>
        <p:blipFill>
          <a:blip r:embed="rId3"/>
          <a:stretch>
            <a:fillRect/>
          </a:stretch>
        </p:blipFill>
        <p:spPr>
          <a:xfrm>
            <a:off x="4591050" y="684977"/>
            <a:ext cx="3843830" cy="4438708"/>
          </a:xfrm>
          <a:prstGeom prst="rect">
            <a:avLst/>
          </a:prstGeom>
        </p:spPr>
      </p:pic>
    </p:spTree>
    <p:extLst>
      <p:ext uri="{BB962C8B-B14F-4D97-AF65-F5344CB8AC3E}">
        <p14:creationId xmlns:p14="http://schemas.microsoft.com/office/powerpoint/2010/main" val="49236474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DA0C12-238B-4FDA-B4DD-F16F6DEB9464}"/>
              </a:ext>
            </a:extLst>
          </p:cNvPr>
          <p:cNvPicPr>
            <a:picLocks noChangeAspect="1"/>
          </p:cNvPicPr>
          <p:nvPr/>
        </p:nvPicPr>
        <p:blipFill>
          <a:blip r:embed="rId3"/>
          <a:stretch>
            <a:fillRect/>
          </a:stretch>
        </p:blipFill>
        <p:spPr>
          <a:xfrm>
            <a:off x="1541988" y="2571748"/>
            <a:ext cx="5423438" cy="2258284"/>
          </a:xfrm>
          <a:prstGeom prst="rect">
            <a:avLst/>
          </a:prstGeom>
        </p:spPr>
      </p:pic>
      <p:pic>
        <p:nvPicPr>
          <p:cNvPr id="4" name="图片 3">
            <a:extLst>
              <a:ext uri="{FF2B5EF4-FFF2-40B4-BE49-F238E27FC236}">
                <a16:creationId xmlns:a16="http://schemas.microsoft.com/office/drawing/2014/main" id="{B6B25C49-863F-44A5-9082-A01A014E2F45}"/>
              </a:ext>
            </a:extLst>
          </p:cNvPr>
          <p:cNvPicPr>
            <a:picLocks noChangeAspect="1"/>
          </p:cNvPicPr>
          <p:nvPr/>
        </p:nvPicPr>
        <p:blipFill>
          <a:blip r:embed="rId4"/>
          <a:stretch>
            <a:fillRect/>
          </a:stretch>
        </p:blipFill>
        <p:spPr>
          <a:xfrm>
            <a:off x="1543051" y="92576"/>
            <a:ext cx="5421312" cy="2043368"/>
          </a:xfrm>
          <a:prstGeom prst="rect">
            <a:avLst/>
          </a:prstGeom>
        </p:spPr>
      </p:pic>
      <p:sp>
        <p:nvSpPr>
          <p:cNvPr id="6" name="Rectangle 48">
            <a:extLst>
              <a:ext uri="{FF2B5EF4-FFF2-40B4-BE49-F238E27FC236}">
                <a16:creationId xmlns:a16="http://schemas.microsoft.com/office/drawing/2014/main" id="{49AEE535-226D-483F-96F3-732B622D4E93}"/>
              </a:ext>
            </a:extLst>
          </p:cNvPr>
          <p:cNvSpPr>
            <a:spLocks noChangeArrowheads="1"/>
          </p:cNvSpPr>
          <p:nvPr/>
        </p:nvSpPr>
        <p:spPr bwMode="auto">
          <a:xfrm>
            <a:off x="0" y="1839118"/>
            <a:ext cx="2214563" cy="14652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正向求解：</a:t>
            </a:r>
          </a:p>
          <a:p>
            <a:r>
              <a:rPr lang="en-US" altLang="zh-CN" sz="1800" b="1" dirty="0">
                <a:latin typeface="Times New Roman" panose="02020603050405020304" pitchFamily="18" charset="0"/>
                <a:cs typeface="Times New Roman" panose="02020603050405020304" pitchFamily="18" charset="0"/>
              </a:rPr>
              <a:t>TE(1)=0</a:t>
            </a:r>
          </a:p>
          <a:p>
            <a:r>
              <a:rPr lang="en-US" altLang="zh-CN" sz="1800" b="1" dirty="0">
                <a:latin typeface="Times New Roman" panose="02020603050405020304" pitchFamily="18" charset="0"/>
                <a:cs typeface="Times New Roman" panose="02020603050405020304" pitchFamily="18" charset="0"/>
              </a:rPr>
              <a:t>ES(</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 TE(</a:t>
            </a:r>
            <a:r>
              <a:rPr lang="en-US" altLang="zh-CN" sz="1800" b="1" dirty="0" err="1">
                <a:latin typeface="Times New Roman" panose="02020603050405020304" pitchFamily="18" charset="0"/>
                <a:cs typeface="Times New Roman" panose="02020603050405020304" pitchFamily="18" charset="0"/>
              </a:rPr>
              <a:t>i</a:t>
            </a:r>
            <a:r>
              <a:rPr lang="en-US" altLang="zh-CN" sz="1800" b="1" dirty="0">
                <a:latin typeface="Times New Roman" panose="02020603050405020304" pitchFamily="18" charset="0"/>
                <a:cs typeface="Times New Roman" panose="02020603050405020304" pitchFamily="18" charset="0"/>
              </a:rPr>
              <a:t>)</a:t>
            </a:r>
          </a:p>
          <a:p>
            <a:r>
              <a:rPr lang="en-US" altLang="zh-CN" sz="1800" b="1" dirty="0">
                <a:latin typeface="Times New Roman" panose="02020603050405020304" pitchFamily="18" charset="0"/>
                <a:cs typeface="Times New Roman" panose="02020603050405020304" pitchFamily="18" charset="0"/>
              </a:rPr>
              <a:t>EF(</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)=ES(</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)+t(</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a:t>
            </a:r>
          </a:p>
          <a:p>
            <a:r>
              <a:rPr lang="en-US" altLang="zh-CN" sz="1800" b="1" dirty="0">
                <a:latin typeface="Times New Roman" panose="02020603050405020304" pitchFamily="18" charset="0"/>
                <a:cs typeface="Times New Roman" panose="02020603050405020304" pitchFamily="18" charset="0"/>
              </a:rPr>
              <a:t>TE(j)=maxEF(</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a:t>
            </a:r>
          </a:p>
        </p:txBody>
      </p:sp>
      <p:sp>
        <p:nvSpPr>
          <p:cNvPr id="7" name="Rectangle 122">
            <a:extLst>
              <a:ext uri="{FF2B5EF4-FFF2-40B4-BE49-F238E27FC236}">
                <a16:creationId xmlns:a16="http://schemas.microsoft.com/office/drawing/2014/main" id="{47ED3448-01C6-4A71-AE1D-7C9D8A74FE59}"/>
              </a:ext>
            </a:extLst>
          </p:cNvPr>
          <p:cNvSpPr>
            <a:spLocks noChangeArrowheads="1"/>
          </p:cNvSpPr>
          <p:nvPr/>
        </p:nvSpPr>
        <p:spPr bwMode="auto">
          <a:xfrm>
            <a:off x="6964363" y="1839117"/>
            <a:ext cx="2065337" cy="14652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反向求解：</a:t>
            </a:r>
          </a:p>
          <a:p>
            <a:r>
              <a:rPr lang="en-US" altLang="zh-CN" sz="1800" b="1" dirty="0">
                <a:latin typeface="Times New Roman" panose="02020603050405020304" pitchFamily="18" charset="0"/>
                <a:cs typeface="Times New Roman" panose="02020603050405020304" pitchFamily="18" charset="0"/>
              </a:rPr>
              <a:t>TE(n)=TL(n)=Td</a:t>
            </a:r>
          </a:p>
          <a:p>
            <a:r>
              <a:rPr lang="en-US" altLang="zh-CN" sz="1800" b="1" dirty="0">
                <a:latin typeface="Times New Roman" panose="02020603050405020304" pitchFamily="18" charset="0"/>
                <a:cs typeface="Times New Roman" panose="02020603050405020304" pitchFamily="18" charset="0"/>
              </a:rPr>
              <a:t>LF(</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)=TL(j)</a:t>
            </a:r>
          </a:p>
          <a:p>
            <a:r>
              <a:rPr lang="en-US" altLang="zh-CN" sz="1800" b="1" dirty="0">
                <a:latin typeface="Times New Roman" panose="02020603050405020304" pitchFamily="18" charset="0"/>
                <a:cs typeface="Times New Roman" panose="02020603050405020304" pitchFamily="18" charset="0"/>
              </a:rPr>
              <a:t>LS(</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)=LF(</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)-t(</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a:t>
            </a:r>
          </a:p>
          <a:p>
            <a:r>
              <a:rPr lang="en-US" altLang="zh-CN" sz="1800" b="1" dirty="0">
                <a:latin typeface="Times New Roman" panose="02020603050405020304" pitchFamily="18" charset="0"/>
                <a:cs typeface="Times New Roman" panose="02020603050405020304" pitchFamily="18" charset="0"/>
              </a:rPr>
              <a:t>TL(</a:t>
            </a:r>
            <a:r>
              <a:rPr lang="en-US" altLang="zh-CN" sz="1800" b="1" dirty="0" err="1">
                <a:latin typeface="Times New Roman" panose="02020603050405020304" pitchFamily="18" charset="0"/>
                <a:cs typeface="Times New Roman" panose="02020603050405020304" pitchFamily="18" charset="0"/>
              </a:rPr>
              <a:t>i</a:t>
            </a:r>
            <a:r>
              <a:rPr lang="en-US" altLang="zh-CN" sz="1800" b="1" dirty="0">
                <a:latin typeface="Times New Roman" panose="02020603050405020304" pitchFamily="18" charset="0"/>
                <a:cs typeface="Times New Roman" panose="02020603050405020304" pitchFamily="18" charset="0"/>
              </a:rPr>
              <a:t>)=</a:t>
            </a:r>
            <a:r>
              <a:rPr lang="en-US" altLang="zh-CN" sz="1800" b="1" dirty="0" err="1">
                <a:latin typeface="Times New Roman" panose="02020603050405020304" pitchFamily="18" charset="0"/>
                <a:cs typeface="Times New Roman" panose="02020603050405020304" pitchFamily="18" charset="0"/>
              </a:rPr>
              <a:t>minLS</a:t>
            </a:r>
            <a:r>
              <a:rPr lang="en-US" altLang="zh-CN" sz="1800" b="1" dirty="0">
                <a:latin typeface="Times New Roman" panose="02020603050405020304" pitchFamily="18" charset="0"/>
                <a:cs typeface="Times New Roman" panose="02020603050405020304" pitchFamily="18" charset="0"/>
              </a:rPr>
              <a:t>(</a:t>
            </a:r>
            <a:r>
              <a:rPr lang="en-US" altLang="zh-CN" sz="1800" b="1" dirty="0" err="1">
                <a:latin typeface="Times New Roman" panose="02020603050405020304" pitchFamily="18" charset="0"/>
                <a:cs typeface="Times New Roman" panose="02020603050405020304" pitchFamily="18" charset="0"/>
              </a:rPr>
              <a:t>i,j</a:t>
            </a:r>
            <a:r>
              <a:rPr lang="en-US" altLang="zh-CN" sz="18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5866442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4343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表</a:t>
            </a:r>
            <a:r>
              <a:rPr lang="en-US" altLang="zh-CN" sz="2400" spc="300" dirty="0">
                <a:latin typeface="微软雅黑" panose="020B0503020204020204" pitchFamily="34" charset="-122"/>
                <a:ea typeface="微软雅黑" panose="020B0503020204020204" pitchFamily="34" charset="-122"/>
              </a:rPr>
              <a:t>6.1 </a:t>
            </a:r>
            <a:r>
              <a:rPr lang="zh-CN" altLang="en-US" sz="2400" spc="300" dirty="0">
                <a:latin typeface="微软雅黑" panose="020B0503020204020204" pitchFamily="34" charset="-122"/>
                <a:ea typeface="微软雅黑" panose="020B0503020204020204" pitchFamily="34" charset="-122"/>
              </a:rPr>
              <a:t>活动明细表</a:t>
            </a:r>
          </a:p>
        </p:txBody>
      </p:sp>
      <p:graphicFrame>
        <p:nvGraphicFramePr>
          <p:cNvPr id="3" name="Group 80">
            <a:extLst>
              <a:ext uri="{FF2B5EF4-FFF2-40B4-BE49-F238E27FC236}">
                <a16:creationId xmlns:a16="http://schemas.microsoft.com/office/drawing/2014/main" id="{811ABDA6-ABB3-43AD-AF80-34B2896AC0C1}"/>
              </a:ext>
            </a:extLst>
          </p:cNvPr>
          <p:cNvGraphicFramePr>
            <a:graphicFrameLocks noGrp="1"/>
          </p:cNvGraphicFramePr>
          <p:nvPr>
            <p:extLst>
              <p:ext uri="{D42A27DB-BD31-4B8C-83A1-F6EECF244321}">
                <p14:modId xmlns:p14="http://schemas.microsoft.com/office/powerpoint/2010/main" val="141164441"/>
              </p:ext>
            </p:extLst>
          </p:nvPr>
        </p:nvGraphicFramePr>
        <p:xfrm>
          <a:off x="581068" y="863968"/>
          <a:ext cx="7981863" cy="3825251"/>
        </p:xfrm>
        <a:graphic>
          <a:graphicData uri="http://schemas.openxmlformats.org/drawingml/2006/table">
            <a:tbl>
              <a:tblPr/>
              <a:tblGrid>
                <a:gridCol w="1111689">
                  <a:extLst>
                    <a:ext uri="{9D8B030D-6E8A-4147-A177-3AD203B41FA5}">
                      <a16:colId xmlns:a16="http://schemas.microsoft.com/office/drawing/2014/main" val="3892996069"/>
                    </a:ext>
                  </a:extLst>
                </a:gridCol>
                <a:gridCol w="1180405">
                  <a:extLst>
                    <a:ext uri="{9D8B030D-6E8A-4147-A177-3AD203B41FA5}">
                      <a16:colId xmlns:a16="http://schemas.microsoft.com/office/drawing/2014/main" val="961961681"/>
                    </a:ext>
                  </a:extLst>
                </a:gridCol>
                <a:gridCol w="2191310">
                  <a:extLst>
                    <a:ext uri="{9D8B030D-6E8A-4147-A177-3AD203B41FA5}">
                      <a16:colId xmlns:a16="http://schemas.microsoft.com/office/drawing/2014/main" val="2234812553"/>
                    </a:ext>
                  </a:extLst>
                </a:gridCol>
                <a:gridCol w="2191309">
                  <a:extLst>
                    <a:ext uri="{9D8B030D-6E8A-4147-A177-3AD203B41FA5}">
                      <a16:colId xmlns:a16="http://schemas.microsoft.com/office/drawing/2014/main" val="4035162988"/>
                    </a:ext>
                  </a:extLst>
                </a:gridCol>
                <a:gridCol w="1307150">
                  <a:extLst>
                    <a:ext uri="{9D8B030D-6E8A-4147-A177-3AD203B41FA5}">
                      <a16:colId xmlns:a16="http://schemas.microsoft.com/office/drawing/2014/main" val="155057094"/>
                    </a:ext>
                  </a:extLst>
                </a:gridCol>
              </a:tblGrid>
              <a:tr h="379427">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编号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活动代号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活动内容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活动时长（单位：月）</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紧前活动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912886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需求分析</a:t>
                      </a:r>
                      <a:endParaRPr kumimoji="1" lang="zh-CN" altLang="en-US"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5092586"/>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文档</a:t>
                      </a:r>
                      <a:endPar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6558685"/>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测试概要</a:t>
                      </a:r>
                      <a:endPar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96417136"/>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kern="1200"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概要设计</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5013905"/>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系统管理</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51687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测试准备</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0687184"/>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kern="1200"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详细设计与编码</a:t>
                      </a:r>
                      <a:r>
                        <a:rPr kumimoji="1" lang="en-US" altLang="zh-CN"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7399182"/>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详细设计与编码</a:t>
                      </a: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Ⅱ</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490231"/>
                  </a:ext>
                </a:extLst>
              </a:tr>
              <a:tr h="345402">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kern="1200"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配置管理与质量保证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0464901"/>
                  </a:ext>
                </a:extLst>
              </a:tr>
              <a:tr h="34403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j</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200" b="1"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系统集成与测试</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9472523"/>
                  </a:ext>
                </a:extLst>
              </a:tr>
            </a:tbl>
          </a:graphicData>
        </a:graphic>
      </p:graphicFrame>
    </p:spTree>
    <p:extLst>
      <p:ext uri="{BB962C8B-B14F-4D97-AF65-F5344CB8AC3E}">
        <p14:creationId xmlns:p14="http://schemas.microsoft.com/office/powerpoint/2010/main" val="397475902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3593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表</a:t>
            </a:r>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活动时间参数表</a:t>
            </a:r>
          </a:p>
        </p:txBody>
      </p:sp>
      <p:graphicFrame>
        <p:nvGraphicFramePr>
          <p:cNvPr id="6" name="Group 4">
            <a:extLst>
              <a:ext uri="{FF2B5EF4-FFF2-40B4-BE49-F238E27FC236}">
                <a16:creationId xmlns:a16="http://schemas.microsoft.com/office/drawing/2014/main" id="{F7498A30-AF76-4ED1-BFF0-09CEFAEEF535}"/>
              </a:ext>
            </a:extLst>
          </p:cNvPr>
          <p:cNvGraphicFramePr>
            <a:graphicFrameLocks/>
          </p:cNvGraphicFramePr>
          <p:nvPr>
            <p:extLst>
              <p:ext uri="{D42A27DB-BD31-4B8C-83A1-F6EECF244321}">
                <p14:modId xmlns:p14="http://schemas.microsoft.com/office/powerpoint/2010/main" val="3325357403"/>
              </p:ext>
            </p:extLst>
          </p:nvPr>
        </p:nvGraphicFramePr>
        <p:xfrm>
          <a:off x="679768" y="731260"/>
          <a:ext cx="7812934" cy="3994212"/>
        </p:xfrm>
        <a:graphic>
          <a:graphicData uri="http://schemas.openxmlformats.org/drawingml/2006/table">
            <a:tbl>
              <a:tblPr/>
              <a:tblGrid>
                <a:gridCol w="1115509">
                  <a:extLst>
                    <a:ext uri="{9D8B030D-6E8A-4147-A177-3AD203B41FA5}">
                      <a16:colId xmlns:a16="http://schemas.microsoft.com/office/drawing/2014/main" val="790663683"/>
                    </a:ext>
                  </a:extLst>
                </a:gridCol>
                <a:gridCol w="1116966">
                  <a:extLst>
                    <a:ext uri="{9D8B030D-6E8A-4147-A177-3AD203B41FA5}">
                      <a16:colId xmlns:a16="http://schemas.microsoft.com/office/drawing/2014/main" val="2731418100"/>
                    </a:ext>
                  </a:extLst>
                </a:gridCol>
                <a:gridCol w="1115509">
                  <a:extLst>
                    <a:ext uri="{9D8B030D-6E8A-4147-A177-3AD203B41FA5}">
                      <a16:colId xmlns:a16="http://schemas.microsoft.com/office/drawing/2014/main" val="3020509270"/>
                    </a:ext>
                  </a:extLst>
                </a:gridCol>
                <a:gridCol w="1116965">
                  <a:extLst>
                    <a:ext uri="{9D8B030D-6E8A-4147-A177-3AD203B41FA5}">
                      <a16:colId xmlns:a16="http://schemas.microsoft.com/office/drawing/2014/main" val="565140090"/>
                    </a:ext>
                  </a:extLst>
                </a:gridCol>
                <a:gridCol w="1115509">
                  <a:extLst>
                    <a:ext uri="{9D8B030D-6E8A-4147-A177-3AD203B41FA5}">
                      <a16:colId xmlns:a16="http://schemas.microsoft.com/office/drawing/2014/main" val="3741597515"/>
                    </a:ext>
                  </a:extLst>
                </a:gridCol>
                <a:gridCol w="1001920">
                  <a:extLst>
                    <a:ext uri="{9D8B030D-6E8A-4147-A177-3AD203B41FA5}">
                      <a16:colId xmlns:a16="http://schemas.microsoft.com/office/drawing/2014/main" val="2471943872"/>
                    </a:ext>
                  </a:extLst>
                </a:gridCol>
                <a:gridCol w="1230556">
                  <a:extLst>
                    <a:ext uri="{9D8B030D-6E8A-4147-A177-3AD203B41FA5}">
                      <a16:colId xmlns:a16="http://schemas.microsoft.com/office/drawing/2014/main" val="1229675764"/>
                    </a:ext>
                  </a:extLst>
                </a:gridCol>
              </a:tblGrid>
              <a:tr h="421510">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活动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LS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EF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LF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0" dirty="0" err="1">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 j)</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关键活动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47968863"/>
                  </a:ext>
                </a:extLst>
              </a:tr>
              <a:tr h="356300">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941287"/>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8816470"/>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107</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117</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8395970"/>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2453501"/>
                  </a:ext>
                </a:extLst>
              </a:tr>
              <a:tr h="356300">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711180"/>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117</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9477065"/>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46073708"/>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0969079"/>
                  </a:ext>
                </a:extLst>
              </a:tr>
              <a:tr h="356300">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6854142"/>
                  </a:ext>
                </a:extLst>
              </a:tr>
              <a:tr h="357686">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a:t>
                      </a:r>
                      <a:endParaRPr kumimoji="1"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defRPr sz="2400" b="1">
                          <a:solidFill>
                            <a:schemeClr val="tx1"/>
                          </a:solidFill>
                          <a:latin typeface="黑体" panose="02010609060101010101" pitchFamily="49" charset="-122"/>
                          <a:ea typeface="黑体" panose="02010609060101010101" pitchFamily="49" charset="-122"/>
                        </a:defRPr>
                      </a:lvl1pPr>
                      <a:lvl2pPr marL="742950" indent="-285750"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marL="1143000" indent="-228600"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marL="1600200" indent="-228600" algn="l">
                        <a:spcBef>
                          <a:spcPct val="20000"/>
                        </a:spcBef>
                        <a:defRPr sz="1600" b="1">
                          <a:solidFill>
                            <a:schemeClr val="tx1"/>
                          </a:solidFill>
                          <a:latin typeface="Arial" panose="020B0604020202020204" pitchFamily="34" charset="0"/>
                          <a:ea typeface="黑体" panose="02010609060101010101" pitchFamily="49" charset="-122"/>
                        </a:defRPr>
                      </a:lvl4pPr>
                      <a:lvl5pPr marL="2057400" indent="-228600" algn="l">
                        <a:spcBef>
                          <a:spcPct val="20000"/>
                        </a:spcBef>
                        <a:defRPr sz="1400" b="1">
                          <a:solidFill>
                            <a:schemeClr val="tx1"/>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4711308"/>
                  </a:ext>
                </a:extLst>
              </a:tr>
            </a:tbl>
          </a:graphicData>
        </a:graphic>
      </p:graphicFrame>
    </p:spTree>
    <p:extLst>
      <p:ext uri="{BB962C8B-B14F-4D97-AF65-F5344CB8AC3E}">
        <p14:creationId xmlns:p14="http://schemas.microsoft.com/office/powerpoint/2010/main" val="235268390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表</a:t>
            </a:r>
            <a:r>
              <a:rPr lang="en-US" altLang="zh-CN" sz="2400" spc="300" dirty="0">
                <a:latin typeface="微软雅黑" panose="020B0503020204020204" pitchFamily="34" charset="-122"/>
                <a:ea typeface="微软雅黑" panose="020B0503020204020204" pitchFamily="34" charset="-122"/>
              </a:rPr>
              <a:t>6.3 </a:t>
            </a:r>
            <a:r>
              <a:rPr lang="zh-CN" altLang="en-US" sz="2400" spc="300" dirty="0">
                <a:latin typeface="微软雅黑" panose="020B0503020204020204" pitchFamily="34" charset="-122"/>
                <a:ea typeface="微软雅黑" panose="020B0503020204020204" pitchFamily="34" charset="-122"/>
              </a:rPr>
              <a:t>结点时间参数参数表</a:t>
            </a:r>
          </a:p>
        </p:txBody>
      </p:sp>
      <p:graphicFrame>
        <p:nvGraphicFramePr>
          <p:cNvPr id="6" name="Group 4">
            <a:extLst>
              <a:ext uri="{FF2B5EF4-FFF2-40B4-BE49-F238E27FC236}">
                <a16:creationId xmlns:a16="http://schemas.microsoft.com/office/drawing/2014/main" id="{3FF70B3A-0858-4043-9603-C8090BCB3D4E}"/>
              </a:ext>
            </a:extLst>
          </p:cNvPr>
          <p:cNvGraphicFramePr>
            <a:graphicFrameLocks/>
          </p:cNvGraphicFramePr>
          <p:nvPr>
            <p:extLst>
              <p:ext uri="{D42A27DB-BD31-4B8C-83A1-F6EECF244321}">
                <p14:modId xmlns:p14="http://schemas.microsoft.com/office/powerpoint/2010/main" val="3697936765"/>
              </p:ext>
            </p:extLst>
          </p:nvPr>
        </p:nvGraphicFramePr>
        <p:xfrm>
          <a:off x="784268" y="731260"/>
          <a:ext cx="7577138" cy="4010032"/>
        </p:xfrm>
        <a:graphic>
          <a:graphicData uri="http://schemas.openxmlformats.org/drawingml/2006/table">
            <a:tbl>
              <a:tblPr/>
              <a:tblGrid>
                <a:gridCol w="1515428">
                  <a:extLst>
                    <a:ext uri="{9D8B030D-6E8A-4147-A177-3AD203B41FA5}">
                      <a16:colId xmlns:a16="http://schemas.microsoft.com/office/drawing/2014/main" val="3158110832"/>
                    </a:ext>
                  </a:extLst>
                </a:gridCol>
                <a:gridCol w="1515427">
                  <a:extLst>
                    <a:ext uri="{9D8B030D-6E8A-4147-A177-3AD203B41FA5}">
                      <a16:colId xmlns:a16="http://schemas.microsoft.com/office/drawing/2014/main" val="3867562366"/>
                    </a:ext>
                  </a:extLst>
                </a:gridCol>
                <a:gridCol w="1515428">
                  <a:extLst>
                    <a:ext uri="{9D8B030D-6E8A-4147-A177-3AD203B41FA5}">
                      <a16:colId xmlns:a16="http://schemas.microsoft.com/office/drawing/2014/main" val="2387512286"/>
                    </a:ext>
                  </a:extLst>
                </a:gridCol>
                <a:gridCol w="1515427">
                  <a:extLst>
                    <a:ext uri="{9D8B030D-6E8A-4147-A177-3AD203B41FA5}">
                      <a16:colId xmlns:a16="http://schemas.microsoft.com/office/drawing/2014/main" val="1518804163"/>
                    </a:ext>
                  </a:extLst>
                </a:gridCol>
                <a:gridCol w="1515428">
                  <a:extLst>
                    <a:ext uri="{9D8B030D-6E8A-4147-A177-3AD203B41FA5}">
                      <a16:colId xmlns:a16="http://schemas.microsoft.com/office/drawing/2014/main" val="1422031744"/>
                    </a:ext>
                  </a:extLst>
                </a:gridCol>
              </a:tblGrid>
              <a:tr h="737400">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节点</a:t>
                      </a:r>
                      <a:r>
                        <a:rPr kumimoji="1" lang="en-US" altLang="zh-CN"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sz="44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TE(i)</a:t>
                      </a:r>
                      <a:endParaRPr kumimoji="1" lang="en-US" altLang="zh-CN" sz="44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TL(i)</a:t>
                      </a:r>
                      <a:endParaRPr kumimoji="1" lang="en-US" altLang="zh-CN" sz="44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0" dirty="0" err="1">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dirty="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关键活动</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rPr>
                        <a:t>端点</a:t>
                      </a:r>
                      <a:endParaRPr kumimoji="1" lang="zh-CN" altLang="en-US" sz="4400" b="1" i="0" u="none" strike="noStrike" cap="none" normalizeH="0" baseline="0">
                        <a:ln>
                          <a:noFill/>
                        </a:ln>
                        <a:solidFill>
                          <a:srgbClr val="011303"/>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4826113"/>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395222"/>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0648911"/>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117</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92083087"/>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3031503"/>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735620"/>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5811428"/>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070026"/>
                  </a:ext>
                </a:extLst>
              </a:tr>
              <a:tr h="409079">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4330058"/>
                  </a:ext>
                </a:extLst>
              </a:tr>
            </a:tbl>
          </a:graphicData>
        </a:graphic>
      </p:graphicFrame>
    </p:spTree>
    <p:extLst>
      <p:ext uri="{BB962C8B-B14F-4D97-AF65-F5344CB8AC3E}">
        <p14:creationId xmlns:p14="http://schemas.microsoft.com/office/powerpoint/2010/main" val="282086732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4524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6.2.2 </a:t>
            </a:r>
            <a:r>
              <a:rPr lang="zh-CN" altLang="en-US" sz="2400" spc="300" dirty="0">
                <a:latin typeface="微软雅黑" panose="020B0503020204020204" pitchFamily="34" charset="-122"/>
                <a:ea typeface="微软雅黑" panose="020B0503020204020204" pitchFamily="34" charset="-122"/>
              </a:rPr>
              <a:t>进度计划的风险分析与网络优化</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对于一个给定的软件项目，依据前述的工作流程，绘制了计划网络图和完成了各活动的时间参数求解和关键活动、关键路径求解后，即可得到该项目的时间进度计划方案。</a:t>
            </a:r>
          </a:p>
          <a:p>
            <a:pPr marL="285750" indent="-285750" algn="ctr">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表</a:t>
            </a:r>
            <a:r>
              <a:rPr lang="en-US" altLang="zh-CN" sz="1700" dirty="0">
                <a:solidFill>
                  <a:srgbClr val="000000"/>
                </a:solidFill>
                <a:latin typeface="华文楷体" panose="02010600040101010101" pitchFamily="2" charset="-122"/>
                <a:ea typeface="华文楷体" panose="02010600040101010101" pitchFamily="2" charset="-122"/>
              </a:rPr>
              <a:t>6.4 </a:t>
            </a:r>
            <a:r>
              <a:rPr lang="zh-CN" altLang="en-US" sz="1700" dirty="0">
                <a:solidFill>
                  <a:srgbClr val="000000"/>
                </a:solidFill>
                <a:latin typeface="华文楷体" panose="02010600040101010101" pitchFamily="2" charset="-122"/>
                <a:ea typeface="华文楷体" panose="02010600040101010101" pitchFamily="2" charset="-122"/>
              </a:rPr>
              <a:t>项目进度计划方案</a:t>
            </a:r>
          </a:p>
        </p:txBody>
      </p:sp>
      <p:pic>
        <p:nvPicPr>
          <p:cNvPr id="4" name="图片 3">
            <a:extLst>
              <a:ext uri="{FF2B5EF4-FFF2-40B4-BE49-F238E27FC236}">
                <a16:creationId xmlns:a16="http://schemas.microsoft.com/office/drawing/2014/main" id="{A4F89C97-AF61-4C23-8DAE-965296FAFED7}"/>
              </a:ext>
            </a:extLst>
          </p:cNvPr>
          <p:cNvPicPr>
            <a:picLocks noChangeAspect="1"/>
          </p:cNvPicPr>
          <p:nvPr/>
        </p:nvPicPr>
        <p:blipFill>
          <a:blip r:embed="rId3"/>
          <a:stretch>
            <a:fillRect/>
          </a:stretch>
        </p:blipFill>
        <p:spPr>
          <a:xfrm>
            <a:off x="808831" y="2571750"/>
            <a:ext cx="7526338" cy="2328635"/>
          </a:xfrm>
          <a:prstGeom prst="rect">
            <a:avLst/>
          </a:prstGeom>
        </p:spPr>
      </p:pic>
    </p:spTree>
    <p:extLst>
      <p:ext uri="{BB962C8B-B14F-4D97-AF65-F5344CB8AC3E}">
        <p14:creationId xmlns:p14="http://schemas.microsoft.com/office/powerpoint/2010/main" val="422811981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问题的提出：</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对于一个给定的项目，开发机构按工期完工的可能性是多少呢？以及执行进度计划的难度怎样？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解决上述问题的研究称为</a:t>
            </a:r>
            <a:r>
              <a:rPr lang="zh-CN" altLang="en-US" sz="1700" b="1" dirty="0">
                <a:solidFill>
                  <a:srgbClr val="7030A0"/>
                </a:solidFill>
                <a:latin typeface="华文楷体" panose="02010600040101010101" pitchFamily="2" charset="-122"/>
                <a:ea typeface="华文楷体" panose="02010600040101010101" pitchFamily="2" charset="-122"/>
              </a:rPr>
              <a:t>进度风险分析</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对于一个给定的计划网络图，它是否就是一个在时间进度、资源投入、成本或费用等方面的最佳方案呢？若不是，又如何来调整与优化计划网络</a:t>
            </a:r>
            <a:r>
              <a:rPr lang="en-US" altLang="zh-CN" sz="1700" dirty="0">
                <a:solidFill>
                  <a:srgbClr val="000000"/>
                </a:solidFill>
                <a:latin typeface="华文楷体" panose="02010600040101010101" pitchFamily="2" charset="-122"/>
                <a:ea typeface="华文楷体" panose="02010600040101010101" pitchFamily="2" charset="-122"/>
              </a:rPr>
              <a:t>G?</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解决上述问题的研究称为</a:t>
            </a:r>
            <a:r>
              <a:rPr lang="zh-CN" altLang="en-US" sz="1700" b="1" dirty="0">
                <a:solidFill>
                  <a:srgbClr val="7030A0"/>
                </a:solidFill>
                <a:latin typeface="华文楷体" panose="02010600040101010101" pitchFamily="2" charset="-122"/>
                <a:ea typeface="华文楷体" panose="02010600040101010101" pitchFamily="2" charset="-122"/>
              </a:rPr>
              <a:t>网络优化问题</a:t>
            </a:r>
            <a:r>
              <a:rPr lang="zh-CN" altLang="en-US"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50718321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9050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、大、中型软件项目总工期的概率特性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为什么研究大、中型软件项目？</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大、中型</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规模大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规模大</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不确定性因素增加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不确定性因素的增加</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风险的增大</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大、中型软件项目总工期</a:t>
            </a:r>
            <a:r>
              <a:rPr lang="en-US" altLang="zh-CN" sz="1700" dirty="0">
                <a:solidFill>
                  <a:srgbClr val="000000"/>
                </a:solidFill>
                <a:latin typeface="华文楷体" panose="02010600040101010101" pitchFamily="2" charset="-122"/>
                <a:ea typeface="华文楷体" panose="02010600040101010101" pitchFamily="2" charset="-122"/>
              </a:rPr>
              <a:t>Td</a:t>
            </a:r>
            <a:r>
              <a:rPr lang="zh-CN" altLang="en-US" sz="1700" dirty="0">
                <a:solidFill>
                  <a:srgbClr val="000000"/>
                </a:solidFill>
                <a:latin typeface="华文楷体" panose="02010600040101010101" pitchFamily="2" charset="-122"/>
                <a:ea typeface="华文楷体" panose="02010600040101010101" pitchFamily="2" charset="-122"/>
              </a:rPr>
              <a:t>是如何确定的？</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分析项目</a:t>
            </a:r>
            <a:r>
              <a:rPr lang="en-US" altLang="zh-CN" sz="1700" dirty="0">
                <a:solidFill>
                  <a:srgbClr val="000000"/>
                </a:solidFill>
                <a:latin typeface="华文楷体" panose="02010600040101010101" pitchFamily="2" charset="-122"/>
                <a:ea typeface="华文楷体" panose="02010600040101010101" pitchFamily="2" charset="-122"/>
              </a:rPr>
              <a:t>—WBS—</a:t>
            </a:r>
            <a:r>
              <a:rPr lang="zh-CN" altLang="en-US" sz="1700" dirty="0">
                <a:solidFill>
                  <a:srgbClr val="000000"/>
                </a:solidFill>
                <a:latin typeface="华文楷体" panose="02010600040101010101" pitchFamily="2" charset="-122"/>
                <a:ea typeface="华文楷体" panose="02010600040101010101" pitchFamily="2" charset="-122"/>
              </a:rPr>
              <a:t>估计活动完成时间</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计划网络图</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项目总工期（期望时间）</a:t>
            </a:r>
          </a:p>
        </p:txBody>
      </p:sp>
    </p:spTree>
    <p:extLst>
      <p:ext uri="{BB962C8B-B14F-4D97-AF65-F5344CB8AC3E}">
        <p14:creationId xmlns:p14="http://schemas.microsoft.com/office/powerpoint/2010/main" val="47840946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9050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、大、中型软件项目总工期的概率特性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大、中型软件项目总工期</a:t>
            </a:r>
            <a:r>
              <a:rPr lang="en-US" altLang="zh-CN" sz="1700" dirty="0">
                <a:solidFill>
                  <a:srgbClr val="000000"/>
                </a:solidFill>
                <a:latin typeface="华文楷体" panose="02010600040101010101" pitchFamily="2" charset="-122"/>
                <a:ea typeface="华文楷体" panose="02010600040101010101" pitchFamily="2" charset="-122"/>
              </a:rPr>
              <a:t>Td</a:t>
            </a:r>
            <a:r>
              <a:rPr lang="zh-CN" altLang="en-US" sz="1700" dirty="0">
                <a:solidFill>
                  <a:srgbClr val="000000"/>
                </a:solidFill>
                <a:latin typeface="华文楷体" panose="02010600040101010101" pitchFamily="2" charset="-122"/>
                <a:ea typeface="华文楷体" panose="02010600040101010101" pitchFamily="2" charset="-122"/>
              </a:rPr>
              <a:t>具有什么概率特性？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对于一个给定的大、中型软件项目：</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影响开发进度能否按计划实施的影响因素众多；</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工作任务分解下的底层活动数量也很大；</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且根据中心极限定理可知，随着活动数量的增加，最终活动的完成时间趋向正态分布。</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因此，对于一个给定的项目，开发机构按工期</a:t>
            </a:r>
            <a:r>
              <a:rPr lang="en-US" altLang="zh-CN" sz="1700" dirty="0">
                <a:solidFill>
                  <a:srgbClr val="000000"/>
                </a:solidFill>
                <a:latin typeface="华文楷体" panose="02010600040101010101" pitchFamily="2" charset="-122"/>
                <a:ea typeface="华文楷体" panose="02010600040101010101" pitchFamily="2" charset="-122"/>
              </a:rPr>
              <a:t>T0</a:t>
            </a:r>
            <a:r>
              <a:rPr lang="zh-CN" altLang="en-US" sz="1700" dirty="0">
                <a:solidFill>
                  <a:srgbClr val="000000"/>
                </a:solidFill>
                <a:latin typeface="华文楷体" panose="02010600040101010101" pitchFamily="2" charset="-122"/>
                <a:ea typeface="华文楷体" panose="02010600040101010101" pitchFamily="2" charset="-122"/>
              </a:rPr>
              <a:t>完工的可能性的问题，就转化为求</a:t>
            </a:r>
            <a:r>
              <a:rPr lang="en-US" altLang="zh-CN" sz="1700" dirty="0">
                <a:solidFill>
                  <a:srgbClr val="000000"/>
                </a:solidFill>
                <a:latin typeface="华文楷体" panose="02010600040101010101" pitchFamily="2" charset="-122"/>
                <a:ea typeface="华文楷体" panose="02010600040101010101" pitchFamily="2" charset="-122"/>
              </a:rPr>
              <a:t>P(Td   T0)</a:t>
            </a:r>
          </a:p>
          <a:p>
            <a:pPr marL="285750" indent="-285750" algn="just">
              <a:lnSpc>
                <a:spcPct val="150000"/>
              </a:lnSpc>
              <a:buFont typeface="Arial" panose="020B0604020202020204" pitchFamily="34" charset="0"/>
              <a:buChar char="•"/>
            </a:pP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0241799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6211959-9BAB-41E7-9CD6-F41663FCEB6B}"/>
              </a:ext>
            </a:extLst>
          </p:cNvPr>
          <p:cNvPicPr>
            <a:picLocks noChangeAspect="1"/>
          </p:cNvPicPr>
          <p:nvPr/>
        </p:nvPicPr>
        <p:blipFill>
          <a:blip r:embed="rId3"/>
          <a:stretch>
            <a:fillRect/>
          </a:stretch>
        </p:blipFill>
        <p:spPr>
          <a:xfrm>
            <a:off x="1762875" y="282575"/>
            <a:ext cx="5618249" cy="4578350"/>
          </a:xfrm>
          <a:prstGeom prst="rect">
            <a:avLst/>
          </a:prstGeom>
        </p:spPr>
      </p:pic>
    </p:spTree>
    <p:extLst>
      <p:ext uri="{BB962C8B-B14F-4D97-AF65-F5344CB8AC3E}">
        <p14:creationId xmlns:p14="http://schemas.microsoft.com/office/powerpoint/2010/main" val="3284000370"/>
      </p:ext>
    </p:extLst>
  </p:cSld>
  <p:clrMapOvr>
    <a:masterClrMapping/>
  </p:clrMapOvr>
  <p:transition spd="slow" advTm="0">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44926F5-C58A-42B4-9291-0CFE8222C1C7}"/>
              </a:ext>
            </a:extLst>
          </p:cNvPr>
          <p:cNvPicPr>
            <a:picLocks noChangeAspect="1"/>
          </p:cNvPicPr>
          <p:nvPr/>
        </p:nvPicPr>
        <p:blipFill>
          <a:blip r:embed="rId3"/>
          <a:stretch>
            <a:fillRect/>
          </a:stretch>
        </p:blipFill>
        <p:spPr>
          <a:xfrm>
            <a:off x="1115466" y="206375"/>
            <a:ext cx="6913068" cy="4730750"/>
          </a:xfrm>
          <a:prstGeom prst="rect">
            <a:avLst/>
          </a:prstGeom>
        </p:spPr>
      </p:pic>
    </p:spTree>
    <p:extLst>
      <p:ext uri="{BB962C8B-B14F-4D97-AF65-F5344CB8AC3E}">
        <p14:creationId xmlns:p14="http://schemas.microsoft.com/office/powerpoint/2010/main" val="2580910745"/>
      </p:ext>
    </p:extLst>
  </p:cSld>
  <p:clrMapOvr>
    <a:masterClrMapping/>
  </p:clrMapOvr>
  <p:transition spd="slow" advTm="0">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9447D5E-39B7-4B61-8393-D91D031C616E}"/>
              </a:ext>
            </a:extLst>
          </p:cNvPr>
          <p:cNvPicPr>
            <a:picLocks noChangeAspect="1"/>
          </p:cNvPicPr>
          <p:nvPr/>
        </p:nvPicPr>
        <p:blipFill>
          <a:blip r:embed="rId3"/>
          <a:stretch>
            <a:fillRect/>
          </a:stretch>
        </p:blipFill>
        <p:spPr>
          <a:xfrm>
            <a:off x="576262" y="566737"/>
            <a:ext cx="7991475" cy="4010025"/>
          </a:xfrm>
          <a:prstGeom prst="rect">
            <a:avLst/>
          </a:prstGeom>
        </p:spPr>
      </p:pic>
    </p:spTree>
    <p:extLst>
      <p:ext uri="{BB962C8B-B14F-4D97-AF65-F5344CB8AC3E}">
        <p14:creationId xmlns:p14="http://schemas.microsoft.com/office/powerpoint/2010/main" val="2840078395"/>
      </p:ext>
    </p:extLst>
  </p:cSld>
  <p:clrMapOvr>
    <a:masterClrMapping/>
  </p:clrMapOvr>
  <p:transition spd="slow" advTm="0">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CA09F5F-B376-40D8-86D2-ED40587B3196}"/>
              </a:ext>
            </a:extLst>
          </p:cNvPr>
          <p:cNvPicPr>
            <a:picLocks noChangeAspect="1"/>
          </p:cNvPicPr>
          <p:nvPr/>
        </p:nvPicPr>
        <p:blipFill>
          <a:blip r:embed="rId3"/>
          <a:stretch>
            <a:fillRect/>
          </a:stretch>
        </p:blipFill>
        <p:spPr>
          <a:xfrm>
            <a:off x="1432723" y="196850"/>
            <a:ext cx="6278553" cy="4749800"/>
          </a:xfrm>
          <a:prstGeom prst="rect">
            <a:avLst/>
          </a:prstGeom>
        </p:spPr>
      </p:pic>
    </p:spTree>
    <p:extLst>
      <p:ext uri="{BB962C8B-B14F-4D97-AF65-F5344CB8AC3E}">
        <p14:creationId xmlns:p14="http://schemas.microsoft.com/office/powerpoint/2010/main" val="3636184159"/>
      </p:ext>
    </p:extLst>
  </p:cSld>
  <p:clrMapOvr>
    <a:masterClrMapping/>
  </p:clrMapOvr>
  <p:transition spd="slow" advTm="0">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4203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、大、中型软件项目总工期的概率特性 </a:t>
            </a:r>
          </a:p>
        </p:txBody>
      </p:sp>
      <p:pic>
        <p:nvPicPr>
          <p:cNvPr id="6" name="Picture 3">
            <a:extLst>
              <a:ext uri="{FF2B5EF4-FFF2-40B4-BE49-F238E27FC236}">
                <a16:creationId xmlns:a16="http://schemas.microsoft.com/office/drawing/2014/main" id="{F0055009-D605-4D8A-B30F-7C8376211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7255"/>
          <a:stretch>
            <a:fillRect/>
          </a:stretch>
        </p:blipFill>
        <p:spPr>
          <a:xfrm>
            <a:off x="165894" y="849313"/>
            <a:ext cx="8812212" cy="40005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2740187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4203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、大、中型软件项目总工期的概率特性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6.12</a:t>
            </a:r>
            <a:r>
              <a:rPr lang="zh-CN" altLang="en-US" sz="1700" dirty="0">
                <a:solidFill>
                  <a:srgbClr val="000000"/>
                </a:solidFill>
                <a:latin typeface="华文楷体" panose="02010600040101010101" pitchFamily="2" charset="-122"/>
                <a:ea typeface="华文楷体" panose="02010600040101010101" pitchFamily="2" charset="-122"/>
              </a:rPr>
              <a:t>式的现实意义：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对于一个大、中型软件项目，在求得了该项目计划网络图中关键路线</a:t>
            </a:r>
            <a:r>
              <a:rPr lang="en-US" altLang="zh-CN" sz="1700" dirty="0">
                <a:solidFill>
                  <a:srgbClr val="000000"/>
                </a:solidFill>
                <a:latin typeface="华文楷体" panose="02010600040101010101" pitchFamily="2" charset="-122"/>
                <a:ea typeface="华文楷体" panose="02010600040101010101" pitchFamily="2" charset="-122"/>
              </a:rPr>
              <a:t>CP</a:t>
            </a:r>
            <a:r>
              <a:rPr lang="zh-CN" altLang="en-US" sz="1700" dirty="0">
                <a:solidFill>
                  <a:srgbClr val="000000"/>
                </a:solidFill>
                <a:latin typeface="华文楷体" panose="02010600040101010101" pitchFamily="2" charset="-122"/>
                <a:ea typeface="华文楷体" panose="02010600040101010101" pitchFamily="2" charset="-122"/>
              </a:rPr>
              <a:t>及其关键活动时长的最乐观完成时间、最可能完成时间和最悲观完成时间的估计值，则对于任何一个给定的工期目标要求（例如用户或投资方提出的要求）</a:t>
            </a:r>
            <a:r>
              <a:rPr lang="en-US" altLang="zh-CN" sz="1700" dirty="0">
                <a:solidFill>
                  <a:srgbClr val="000000"/>
                </a:solidFill>
                <a:latin typeface="华文楷体" panose="02010600040101010101" pitchFamily="2" charset="-122"/>
                <a:ea typeface="华文楷体" panose="02010600040101010101" pitchFamily="2" charset="-122"/>
              </a:rPr>
              <a:t>T0</a:t>
            </a:r>
            <a:r>
              <a:rPr lang="zh-CN" altLang="en-US" sz="1700" dirty="0">
                <a:solidFill>
                  <a:srgbClr val="000000"/>
                </a:solidFill>
                <a:latin typeface="华文楷体" panose="02010600040101010101" pitchFamily="2" charset="-122"/>
                <a:ea typeface="华文楷体" panose="02010600040101010101" pitchFamily="2" charset="-122"/>
              </a:rPr>
              <a:t>，可以计算按</a:t>
            </a:r>
            <a:r>
              <a:rPr lang="en-US" altLang="zh-CN" sz="1700" dirty="0">
                <a:solidFill>
                  <a:srgbClr val="000000"/>
                </a:solidFill>
                <a:latin typeface="华文楷体" panose="02010600040101010101" pitchFamily="2" charset="-122"/>
                <a:ea typeface="华文楷体" panose="02010600040101010101" pitchFamily="2" charset="-122"/>
              </a:rPr>
              <a:t>T0</a:t>
            </a:r>
            <a:r>
              <a:rPr lang="zh-CN" altLang="en-US" sz="1700" dirty="0">
                <a:solidFill>
                  <a:srgbClr val="000000"/>
                </a:solidFill>
                <a:latin typeface="华文楷体" panose="02010600040101010101" pitchFamily="2" charset="-122"/>
                <a:ea typeface="华文楷体" panose="02010600040101010101" pitchFamily="2" charset="-122"/>
              </a:rPr>
              <a:t>要求完工的可能性，并且开发机构还可以据此来决定是否同意用户的要求。</a:t>
            </a:r>
          </a:p>
        </p:txBody>
      </p:sp>
    </p:spTree>
    <p:extLst>
      <p:ext uri="{BB962C8B-B14F-4D97-AF65-F5344CB8AC3E}">
        <p14:creationId xmlns:p14="http://schemas.microsoft.com/office/powerpoint/2010/main" val="254187606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D58488-7D3F-4895-9440-D4325A3FD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787" y="128588"/>
            <a:ext cx="7210425" cy="1861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4" name="Object 6">
            <a:extLst>
              <a:ext uri="{FF2B5EF4-FFF2-40B4-BE49-F238E27FC236}">
                <a16:creationId xmlns:a16="http://schemas.microsoft.com/office/drawing/2014/main" id="{FBF229A6-B25F-4286-9BA0-2E5C52259484}"/>
              </a:ext>
            </a:extLst>
          </p:cNvPr>
          <p:cNvGraphicFramePr>
            <a:graphicFrameLocks noChangeAspect="1"/>
          </p:cNvGraphicFramePr>
          <p:nvPr>
            <p:extLst>
              <p:ext uri="{D42A27DB-BD31-4B8C-83A1-F6EECF244321}">
                <p14:modId xmlns:p14="http://schemas.microsoft.com/office/powerpoint/2010/main" val="415803414"/>
              </p:ext>
            </p:extLst>
          </p:nvPr>
        </p:nvGraphicFramePr>
        <p:xfrm>
          <a:off x="1369216" y="1990355"/>
          <a:ext cx="6405563" cy="2592070"/>
        </p:xfrm>
        <a:graphic>
          <a:graphicData uri="http://schemas.openxmlformats.org/presentationml/2006/ole">
            <mc:AlternateContent xmlns:mc="http://schemas.openxmlformats.org/markup-compatibility/2006">
              <mc:Choice xmlns:v="urn:schemas-microsoft-com:vml" Requires="v">
                <p:oleObj name="Visio" r:id="rId4" imgW="4547006" imgH="1765097" progId="Visio.Drawing.11">
                  <p:embed/>
                </p:oleObj>
              </mc:Choice>
              <mc:Fallback>
                <p:oleObj name="Visio" r:id="rId4" imgW="4547006" imgH="1765097" progId="Visio.Drawing.11">
                  <p:embed/>
                  <p:pic>
                    <p:nvPicPr>
                      <p:cNvPr id="4" name="Object 6">
                        <a:extLst>
                          <a:ext uri="{FF2B5EF4-FFF2-40B4-BE49-F238E27FC236}">
                            <a16:creationId xmlns:a16="http://schemas.microsoft.com/office/drawing/2014/main" id="{FBF229A6-B25F-4286-9BA0-2E5C522594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9216" y="1990355"/>
                        <a:ext cx="6405563" cy="2592070"/>
                      </a:xfrm>
                      <a:prstGeom prst="rect">
                        <a:avLst/>
                      </a:prstGeom>
                      <a:solidFill>
                        <a:schemeClr val="bg1"/>
                      </a:solidFill>
                    </p:spPr>
                  </p:pic>
                </p:oleObj>
              </mc:Fallback>
            </mc:AlternateContent>
          </a:graphicData>
        </a:graphic>
      </p:graphicFrame>
      <p:sp>
        <p:nvSpPr>
          <p:cNvPr id="7" name="Rectangle 7">
            <a:extLst>
              <a:ext uri="{FF2B5EF4-FFF2-40B4-BE49-F238E27FC236}">
                <a16:creationId xmlns:a16="http://schemas.microsoft.com/office/drawing/2014/main" id="{137ED7FB-1DC7-46A8-9C2B-C3FC1113909C}"/>
              </a:ext>
            </a:extLst>
          </p:cNvPr>
          <p:cNvSpPr>
            <a:spLocks noChangeArrowheads="1"/>
          </p:cNvSpPr>
          <p:nvPr/>
        </p:nvSpPr>
        <p:spPr bwMode="auto">
          <a:xfrm>
            <a:off x="2571748" y="4678362"/>
            <a:ext cx="4000500" cy="336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indent="173355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FontTx/>
              <a:buNone/>
            </a:pPr>
            <a:r>
              <a:rPr kumimoji="1" lang="zh-CN" altLang="en-US" sz="1600" dirty="0">
                <a:latin typeface="Times New Roman" panose="02020603050405020304" pitchFamily="18" charset="0"/>
                <a:cs typeface="Times New Roman" panose="02020603050405020304" pitchFamily="18" charset="0"/>
              </a:rPr>
              <a:t>图</a:t>
            </a:r>
            <a:r>
              <a:rPr kumimoji="1" lang="en-US" altLang="zh-CN" sz="1600" dirty="0">
                <a:latin typeface="Times New Roman" panose="02020603050405020304" pitchFamily="18" charset="0"/>
                <a:cs typeface="Times New Roman" panose="02020603050405020304" pitchFamily="18" charset="0"/>
              </a:rPr>
              <a:t>6.16 </a:t>
            </a:r>
            <a:r>
              <a:rPr kumimoji="1" lang="zh-CN" altLang="en-US" sz="1600" dirty="0">
                <a:latin typeface="Times New Roman" panose="02020603050405020304" pitchFamily="18" charset="0"/>
                <a:cs typeface="Times New Roman" panose="02020603050405020304" pitchFamily="18" charset="0"/>
              </a:rPr>
              <a:t>例</a:t>
            </a:r>
            <a:r>
              <a:rPr kumimoji="1" lang="en-US" altLang="zh-CN" sz="1600" dirty="0">
                <a:latin typeface="Times New Roman" panose="02020603050405020304" pitchFamily="18" charset="0"/>
                <a:cs typeface="Times New Roman" panose="02020603050405020304" pitchFamily="18" charset="0"/>
              </a:rPr>
              <a:t>6.2</a:t>
            </a:r>
            <a:r>
              <a:rPr kumimoji="1" lang="zh-CN" altLang="en-US" sz="1600" dirty="0">
                <a:latin typeface="Times New Roman" panose="02020603050405020304" pitchFamily="18" charset="0"/>
                <a:cs typeface="Times New Roman" panose="02020603050405020304" pitchFamily="18" charset="0"/>
              </a:rPr>
              <a:t>计划网络图</a:t>
            </a:r>
            <a:endParaRPr kumimoji="1" lang="zh-CN" altLang="en-US" sz="3600" dirty="0">
              <a:latin typeface="Times New Roman" panose="02020603050405020304" pitchFamily="18" charset="0"/>
            </a:endParaRPr>
          </a:p>
        </p:txBody>
      </p:sp>
    </p:spTree>
    <p:extLst>
      <p:ext uri="{BB962C8B-B14F-4D97-AF65-F5344CB8AC3E}">
        <p14:creationId xmlns:p14="http://schemas.microsoft.com/office/powerpoint/2010/main" val="810977986"/>
      </p:ext>
    </p:extLst>
  </p:cSld>
  <p:clrMapOvr>
    <a:masterClrMapping/>
  </p:clrMapOvr>
  <p:transition spd="slow" advTm="0">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4203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、大、中型软件项目总工期的概率特性 </a:t>
            </a:r>
          </a:p>
        </p:txBody>
      </p:sp>
      <p:sp>
        <p:nvSpPr>
          <p:cNvPr id="2" name="矩形 1">
            <a:extLst>
              <a:ext uri="{FF2B5EF4-FFF2-40B4-BE49-F238E27FC236}">
                <a16:creationId xmlns:a16="http://schemas.microsoft.com/office/drawing/2014/main" id="{1A343DEC-CFF6-41F5-B87C-0DFC08C67B76}"/>
              </a:ext>
            </a:extLst>
          </p:cNvPr>
          <p:cNvSpPr/>
          <p:nvPr/>
        </p:nvSpPr>
        <p:spPr>
          <a:xfrm>
            <a:off x="611831" y="668511"/>
            <a:ext cx="7920338" cy="447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表</a:t>
            </a:r>
            <a:r>
              <a:rPr lang="en-US" altLang="zh-CN" sz="1700" dirty="0">
                <a:solidFill>
                  <a:srgbClr val="000000"/>
                </a:solidFill>
                <a:latin typeface="华文楷体" panose="02010600040101010101" pitchFamily="2" charset="-122"/>
                <a:ea typeface="华文楷体" panose="02010600040101010101" pitchFamily="2" charset="-122"/>
              </a:rPr>
              <a:t>6.5   </a:t>
            </a:r>
            <a:r>
              <a:rPr lang="zh-CN" altLang="en-US" sz="1700" dirty="0">
                <a:solidFill>
                  <a:srgbClr val="000000"/>
                </a:solidFill>
                <a:latin typeface="华文楷体" panose="02010600040101010101" pitchFamily="2" charset="-122"/>
                <a:ea typeface="华文楷体" panose="02010600040101010101" pitchFamily="2" charset="-122"/>
              </a:rPr>
              <a:t>某软件项目活动明细表  单位：月</a:t>
            </a:r>
          </a:p>
        </p:txBody>
      </p:sp>
      <p:graphicFrame>
        <p:nvGraphicFramePr>
          <p:cNvPr id="3" name="Group 104">
            <a:extLst>
              <a:ext uri="{FF2B5EF4-FFF2-40B4-BE49-F238E27FC236}">
                <a16:creationId xmlns:a16="http://schemas.microsoft.com/office/drawing/2014/main" id="{66424478-2E07-4912-AC8C-BC22E91CB3F9}"/>
              </a:ext>
            </a:extLst>
          </p:cNvPr>
          <p:cNvGraphicFramePr>
            <a:graphicFrameLocks noGrp="1"/>
          </p:cNvGraphicFramePr>
          <p:nvPr>
            <p:extLst>
              <p:ext uri="{D42A27DB-BD31-4B8C-83A1-F6EECF244321}">
                <p14:modId xmlns:p14="http://schemas.microsoft.com/office/powerpoint/2010/main" val="680340943"/>
              </p:ext>
            </p:extLst>
          </p:nvPr>
        </p:nvGraphicFramePr>
        <p:xfrm>
          <a:off x="784268" y="1144936"/>
          <a:ext cx="7517493" cy="3941414"/>
        </p:xfrm>
        <a:graphic>
          <a:graphicData uri="http://schemas.openxmlformats.org/drawingml/2006/table">
            <a:tbl>
              <a:tblPr/>
              <a:tblGrid>
                <a:gridCol w="1111871">
                  <a:extLst>
                    <a:ext uri="{9D8B030D-6E8A-4147-A177-3AD203B41FA5}">
                      <a16:colId xmlns:a16="http://schemas.microsoft.com/office/drawing/2014/main" val="2894049543"/>
                    </a:ext>
                  </a:extLst>
                </a:gridCol>
                <a:gridCol w="875934">
                  <a:extLst>
                    <a:ext uri="{9D8B030D-6E8A-4147-A177-3AD203B41FA5}">
                      <a16:colId xmlns:a16="http://schemas.microsoft.com/office/drawing/2014/main" val="2503993633"/>
                    </a:ext>
                  </a:extLst>
                </a:gridCol>
                <a:gridCol w="877347">
                  <a:extLst>
                    <a:ext uri="{9D8B030D-6E8A-4147-A177-3AD203B41FA5}">
                      <a16:colId xmlns:a16="http://schemas.microsoft.com/office/drawing/2014/main" val="4151786029"/>
                    </a:ext>
                  </a:extLst>
                </a:gridCol>
                <a:gridCol w="880172">
                  <a:extLst>
                    <a:ext uri="{9D8B030D-6E8A-4147-A177-3AD203B41FA5}">
                      <a16:colId xmlns:a16="http://schemas.microsoft.com/office/drawing/2014/main" val="2411106076"/>
                    </a:ext>
                  </a:extLst>
                </a:gridCol>
                <a:gridCol w="878760">
                  <a:extLst>
                    <a:ext uri="{9D8B030D-6E8A-4147-A177-3AD203B41FA5}">
                      <a16:colId xmlns:a16="http://schemas.microsoft.com/office/drawing/2014/main" val="2247730166"/>
                    </a:ext>
                  </a:extLst>
                </a:gridCol>
                <a:gridCol w="878760">
                  <a:extLst>
                    <a:ext uri="{9D8B030D-6E8A-4147-A177-3AD203B41FA5}">
                      <a16:colId xmlns:a16="http://schemas.microsoft.com/office/drawing/2014/main" val="981994928"/>
                    </a:ext>
                  </a:extLst>
                </a:gridCol>
                <a:gridCol w="1012976">
                  <a:extLst>
                    <a:ext uri="{9D8B030D-6E8A-4147-A177-3AD203B41FA5}">
                      <a16:colId xmlns:a16="http://schemas.microsoft.com/office/drawing/2014/main" val="1855460606"/>
                    </a:ext>
                  </a:extLst>
                </a:gridCol>
                <a:gridCol w="1001673">
                  <a:extLst>
                    <a:ext uri="{9D8B030D-6E8A-4147-A177-3AD203B41FA5}">
                      <a16:colId xmlns:a16="http://schemas.microsoft.com/office/drawing/2014/main" val="3401729064"/>
                    </a:ext>
                  </a:extLst>
                </a:gridCol>
              </a:tblGrid>
              <a:tr h="560846">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活动代号</a:t>
                      </a:r>
                      <a:endParaRPr kumimoji="1" lang="zh-CN" altLang="en-US"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ij</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m</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ij</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b</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ij</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μ</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ij</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σ</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ij</a:t>
                      </a:r>
                      <a:r>
                        <a:rPr kumimoji="1" lang="en-US" altLang="zh-CN" sz="24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紧后活动</a:t>
                      </a:r>
                      <a:endParaRPr kumimoji="1" lang="zh-CN" altLang="en-US" sz="36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关键活动</a:t>
                      </a:r>
                      <a:endParaRPr kumimoji="1" lang="zh-CN" altLang="en-US" sz="36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4976393"/>
                  </a:ext>
                </a:extLst>
              </a:tr>
              <a:tr h="436214">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5</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1/9</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b</a:t>
                      </a:r>
                      <a:r>
                        <a:rPr kumimoji="1" lang="zh-CN" altLang="en-US"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c</a:t>
                      </a:r>
                      <a:r>
                        <a:rPr kumimoji="1" lang="zh-CN" altLang="en-US"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e</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7686478"/>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b</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1/9</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d</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7801483"/>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c</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f</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9568660"/>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d</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6</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4/9</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g</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149943"/>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e</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7</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11</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7</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2078248"/>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f</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5</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h</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45646"/>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g</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6</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7</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8</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16/9</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6201114"/>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h</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3014566"/>
                  </a:ext>
                </a:extLst>
              </a:tr>
              <a:tr h="249265">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i</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6</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7</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8</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16/9</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8516940"/>
                  </a:ext>
                </a:extLst>
              </a:tr>
            </a:tbl>
          </a:graphicData>
        </a:graphic>
      </p:graphicFrame>
    </p:spTree>
    <p:extLst>
      <p:ext uri="{BB962C8B-B14F-4D97-AF65-F5344CB8AC3E}">
        <p14:creationId xmlns:p14="http://schemas.microsoft.com/office/powerpoint/2010/main" val="341745868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6312CE4-D866-4252-A455-87EEB5383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538" y="155575"/>
            <a:ext cx="6382924" cy="483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816691541"/>
      </p:ext>
    </p:extLst>
  </p:cSld>
  <p:clrMapOvr>
    <a:masterClrMapping/>
  </p:clrMapOvr>
  <p:transition spd="slow" advTm="0">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25EA9F-6A88-45D7-8736-84A8D354B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761" y="514350"/>
            <a:ext cx="7074478" cy="455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文本框 5">
            <a:extLst>
              <a:ext uri="{FF2B5EF4-FFF2-40B4-BE49-F238E27FC236}">
                <a16:creationId xmlns:a16="http://schemas.microsoft.com/office/drawing/2014/main" id="{DFD2375A-8F7F-40EB-AEF3-7F15C512039B}"/>
              </a:ext>
            </a:extLst>
          </p:cNvPr>
          <p:cNvSpPr txBox="1"/>
          <p:nvPr/>
        </p:nvSpPr>
        <p:spPr>
          <a:xfrm>
            <a:off x="1111250" y="145018"/>
            <a:ext cx="6921500" cy="369332"/>
          </a:xfrm>
          <a:prstGeom prst="rect">
            <a:avLst/>
          </a:prstGeom>
          <a:noFill/>
        </p:spPr>
        <p:txBody>
          <a:bodyPr wrap="square">
            <a:spAutoFit/>
          </a:bodyPr>
          <a:lstStyle/>
          <a:p>
            <a:pPr algn="ctr"/>
            <a:r>
              <a:rPr lang="zh-CN" altLang="en-US" b="1" dirty="0">
                <a:solidFill>
                  <a:srgbClr val="000000"/>
                </a:solidFill>
                <a:latin typeface="黑体" panose="02010609060101010101" pitchFamily="49" charset="-122"/>
                <a:ea typeface="黑体" panose="02010609060101010101" pitchFamily="49" charset="-122"/>
              </a:rPr>
              <a:t>由软件项目总工期的概率特性（</a:t>
            </a:r>
            <a:r>
              <a:rPr lang="en-US" altLang="zh-CN" b="1" dirty="0">
                <a:solidFill>
                  <a:srgbClr val="000000"/>
                </a:solidFill>
                <a:latin typeface="黑体" panose="02010609060101010101" pitchFamily="49" charset="-122"/>
                <a:ea typeface="黑体" panose="02010609060101010101" pitchFamily="49" charset="-122"/>
              </a:rPr>
              <a:t>6.12</a:t>
            </a:r>
            <a:r>
              <a:rPr lang="zh-CN" altLang="en-US" b="1" dirty="0">
                <a:solidFill>
                  <a:srgbClr val="000000"/>
                </a:solidFill>
                <a:latin typeface="黑体" panose="02010609060101010101" pitchFamily="49" charset="-122"/>
                <a:ea typeface="黑体" panose="02010609060101010101" pitchFamily="49" charset="-122"/>
              </a:rPr>
              <a:t>）式，还可推出下列两个性质：</a:t>
            </a:r>
          </a:p>
        </p:txBody>
      </p:sp>
    </p:spTree>
    <p:extLst>
      <p:ext uri="{BB962C8B-B14F-4D97-AF65-F5344CB8AC3E}">
        <p14:creationId xmlns:p14="http://schemas.microsoft.com/office/powerpoint/2010/main" val="2036681847"/>
      </p:ext>
    </p:extLst>
  </p:cSld>
  <p:clrMapOvr>
    <a:masterClrMapping/>
  </p:clrMapOvr>
  <p:transition spd="slow" advTm="0">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D2375A-8F7F-40EB-AEF3-7F15C512039B}"/>
              </a:ext>
            </a:extLst>
          </p:cNvPr>
          <p:cNvSpPr txBox="1"/>
          <p:nvPr/>
        </p:nvSpPr>
        <p:spPr>
          <a:xfrm>
            <a:off x="1111250" y="145018"/>
            <a:ext cx="6921500" cy="369332"/>
          </a:xfrm>
          <a:prstGeom prst="rect">
            <a:avLst/>
          </a:prstGeom>
          <a:noFill/>
        </p:spPr>
        <p:txBody>
          <a:bodyPr wrap="square">
            <a:spAutoFit/>
          </a:bodyPr>
          <a:lstStyle/>
          <a:p>
            <a:pPr algn="ctr"/>
            <a:r>
              <a:rPr lang="en-US" altLang="zh-CN" sz="1800" b="1" dirty="0">
                <a:solidFill>
                  <a:srgbClr val="000000"/>
                </a:solidFill>
                <a:latin typeface="黑体" panose="02010609060101010101" pitchFamily="49" charset="-122"/>
                <a:ea typeface="黑体" panose="02010609060101010101" pitchFamily="49" charset="-122"/>
              </a:rPr>
              <a:t>2.</a:t>
            </a:r>
            <a:r>
              <a:rPr lang="zh-CN" altLang="en-US" sz="1800" b="1" dirty="0">
                <a:solidFill>
                  <a:srgbClr val="000000"/>
                </a:solidFill>
                <a:latin typeface="黑体" panose="02010609060101010101" pitchFamily="49" charset="-122"/>
                <a:ea typeface="黑体" panose="02010609060101010101" pitchFamily="49" charset="-122"/>
              </a:rPr>
              <a:t>关键路线与计划难度系数</a:t>
            </a:r>
          </a:p>
        </p:txBody>
      </p:sp>
      <p:pic>
        <p:nvPicPr>
          <p:cNvPr id="2" name="Picture 3">
            <a:extLst>
              <a:ext uri="{FF2B5EF4-FFF2-40B4-BE49-F238E27FC236}">
                <a16:creationId xmlns:a16="http://schemas.microsoft.com/office/drawing/2014/main" id="{C1251CB8-E35F-4895-BD1B-9ED8BE3A3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452" y="514350"/>
            <a:ext cx="7129096" cy="455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85186772"/>
      </p:ext>
    </p:extLst>
  </p:cSld>
  <p:clrMapOvr>
    <a:masterClrMapping/>
  </p:clrMapOvr>
  <p:transition spd="slow" advTm="0">
    <p:pull/>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D67CBD-A2E1-4132-8B2E-EFFFBC5301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7895" y="492125"/>
            <a:ext cx="7588210" cy="4159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68031551"/>
      </p:ext>
    </p:extLst>
  </p:cSld>
  <p:clrMapOvr>
    <a:masterClrMapping/>
  </p:clrMapOvr>
  <p:transition spd="slow" advTm="0">
    <p:pull/>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368522E-3C8E-422C-9C58-1E160781D29C}"/>
              </a:ext>
            </a:extLst>
          </p:cNvPr>
          <p:cNvSpPr>
            <a:spLocks noChangeArrowheads="1"/>
          </p:cNvSpPr>
          <p:nvPr/>
        </p:nvSpPr>
        <p:spPr bwMode="auto">
          <a:xfrm>
            <a:off x="2916238" y="476250"/>
            <a:ext cx="2724150" cy="396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buClrTx/>
              <a:buFontTx/>
              <a:buNone/>
            </a:pPr>
            <a:r>
              <a:rPr kumimoji="1" lang="zh-CN" altLang="en-US" dirty="0">
                <a:solidFill>
                  <a:schemeClr val="tx1"/>
                </a:solidFill>
                <a:latin typeface="黑体" panose="02010609060101010101" pitchFamily="49" charset="-122"/>
                <a:cs typeface="Times New Roman" panose="02020603050405020304" pitchFamily="18" charset="0"/>
              </a:rPr>
              <a:t>表</a:t>
            </a:r>
            <a:r>
              <a:rPr kumimoji="1" lang="en-US" altLang="zh-CN" dirty="0">
                <a:solidFill>
                  <a:schemeClr val="tx1"/>
                </a:solidFill>
                <a:latin typeface="黑体" panose="02010609060101010101" pitchFamily="49" charset="-122"/>
                <a:cs typeface="Times New Roman" panose="02020603050405020304" pitchFamily="18" charset="0"/>
              </a:rPr>
              <a:t>6.6 </a:t>
            </a:r>
            <a:r>
              <a:rPr kumimoji="1" lang="zh-CN" altLang="en-US" dirty="0">
                <a:solidFill>
                  <a:schemeClr val="tx1"/>
                </a:solidFill>
                <a:latin typeface="黑体" panose="02010609060101010101" pitchFamily="49" charset="-122"/>
                <a:cs typeface="Times New Roman" panose="02020603050405020304" pitchFamily="18" charset="0"/>
              </a:rPr>
              <a:t>计划难度系数表</a:t>
            </a:r>
          </a:p>
        </p:txBody>
      </p:sp>
      <p:graphicFrame>
        <p:nvGraphicFramePr>
          <p:cNvPr id="6" name="Group 3">
            <a:extLst>
              <a:ext uri="{FF2B5EF4-FFF2-40B4-BE49-F238E27FC236}">
                <a16:creationId xmlns:a16="http://schemas.microsoft.com/office/drawing/2014/main" id="{813F73C4-9E24-4C1B-9BE6-EF61F040823F}"/>
              </a:ext>
            </a:extLst>
          </p:cNvPr>
          <p:cNvGraphicFramePr>
            <a:graphicFrameLocks noGrp="1"/>
          </p:cNvGraphicFramePr>
          <p:nvPr/>
        </p:nvGraphicFramePr>
        <p:xfrm>
          <a:off x="412750" y="931863"/>
          <a:ext cx="8343900" cy="2406651"/>
        </p:xfrm>
        <a:graphic>
          <a:graphicData uri="http://schemas.openxmlformats.org/drawingml/2006/table">
            <a:tbl>
              <a:tblPr/>
              <a:tblGrid>
                <a:gridCol w="1449388">
                  <a:extLst>
                    <a:ext uri="{9D8B030D-6E8A-4147-A177-3AD203B41FA5}">
                      <a16:colId xmlns:a16="http://schemas.microsoft.com/office/drawing/2014/main" val="3929718394"/>
                    </a:ext>
                  </a:extLst>
                </a:gridCol>
                <a:gridCol w="1379537">
                  <a:extLst>
                    <a:ext uri="{9D8B030D-6E8A-4147-A177-3AD203B41FA5}">
                      <a16:colId xmlns:a16="http://schemas.microsoft.com/office/drawing/2014/main" val="1894465867"/>
                    </a:ext>
                  </a:extLst>
                </a:gridCol>
                <a:gridCol w="1377950">
                  <a:extLst>
                    <a:ext uri="{9D8B030D-6E8A-4147-A177-3AD203B41FA5}">
                      <a16:colId xmlns:a16="http://schemas.microsoft.com/office/drawing/2014/main" val="4201731688"/>
                    </a:ext>
                  </a:extLst>
                </a:gridCol>
                <a:gridCol w="1379538">
                  <a:extLst>
                    <a:ext uri="{9D8B030D-6E8A-4147-A177-3AD203B41FA5}">
                      <a16:colId xmlns:a16="http://schemas.microsoft.com/office/drawing/2014/main" val="882978342"/>
                    </a:ext>
                  </a:extLst>
                </a:gridCol>
                <a:gridCol w="1377950">
                  <a:extLst>
                    <a:ext uri="{9D8B030D-6E8A-4147-A177-3AD203B41FA5}">
                      <a16:colId xmlns:a16="http://schemas.microsoft.com/office/drawing/2014/main" val="684285711"/>
                    </a:ext>
                  </a:extLst>
                </a:gridCol>
                <a:gridCol w="1379537">
                  <a:extLst>
                    <a:ext uri="{9D8B030D-6E8A-4147-A177-3AD203B41FA5}">
                      <a16:colId xmlns:a16="http://schemas.microsoft.com/office/drawing/2014/main" val="1176795650"/>
                    </a:ext>
                  </a:extLst>
                </a:gridCol>
              </a:tblGrid>
              <a:tr h="901700">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T</a:t>
                      </a:r>
                      <a:r>
                        <a:rPr kumimoji="1" lang="en-US" altLang="zh-CN" sz="18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0</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25</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27</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29</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31</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3851247"/>
                  </a:ext>
                </a:extLst>
              </a:tr>
              <a:tr h="585788">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20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0</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-3.892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-1.946</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0</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1.946</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3.892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0472420"/>
                  </a:ext>
                </a:extLst>
              </a:tr>
              <a:tr h="919163">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20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0</a:t>
                      </a:r>
                      <a:r>
                        <a:rPr kumimoji="1" lang="zh-CN" altLang="en-US"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所属的区间</a:t>
                      </a:r>
                      <a:endParaRPr kumimoji="1" lang="zh-CN" altLang="en-US"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1800" b="1" i="0" u="none" strike="noStrike" cap="none" normalizeH="0" baseline="-3000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18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2</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18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3</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1800" b="1" i="0" u="none" strike="noStrike" cap="none" normalizeH="0" baseline="-3000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b="1">
                          <a:solidFill>
                            <a:schemeClr val="tx1"/>
                          </a:solidFill>
                          <a:latin typeface="黑体" panose="02010609060101010101" pitchFamily="49" charset="-122"/>
                          <a:ea typeface="黑体" panose="02010609060101010101" pitchFamily="49" charset="-122"/>
                        </a:defRPr>
                      </a:lvl1pPr>
                      <a:lvl2pPr algn="l">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lgn="l">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lgn="l">
                        <a:spcBef>
                          <a:spcPct val="20000"/>
                        </a:spcBef>
                        <a:defRPr sz="1600" b="1">
                          <a:solidFill>
                            <a:schemeClr val="tx1"/>
                          </a:solidFill>
                          <a:latin typeface="Arial" panose="020B0604020202020204" pitchFamily="34" charset="0"/>
                          <a:ea typeface="黑体" panose="02010609060101010101" pitchFamily="49" charset="-122"/>
                        </a:defRPr>
                      </a:lvl4pPr>
                      <a:lvl5pPr algn="l">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Δ</a:t>
                      </a:r>
                      <a:r>
                        <a:rPr kumimoji="1" lang="en-US" altLang="zh-CN" sz="1800" b="1" i="0" u="none" strike="noStrike" cap="none" normalizeH="0" baseline="-3000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rPr>
                        <a:t>4</a:t>
                      </a:r>
                      <a:endParaRPr kumimoji="1" lang="en-US" altLang="zh-CN" sz="40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14822764"/>
                  </a:ext>
                </a:extLst>
              </a:tr>
            </a:tbl>
          </a:graphicData>
        </a:graphic>
      </p:graphicFrame>
    </p:spTree>
    <p:extLst>
      <p:ext uri="{BB962C8B-B14F-4D97-AF65-F5344CB8AC3E}">
        <p14:creationId xmlns:p14="http://schemas.microsoft.com/office/powerpoint/2010/main" val="2587091812"/>
      </p:ext>
    </p:extLst>
  </p:cSld>
  <p:clrMapOvr>
    <a:masterClrMapping/>
  </p:clrMapOvr>
  <p:transition spd="slow" advTm="0">
    <p:pull/>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pic>
        <p:nvPicPr>
          <p:cNvPr id="6148" name="Picture 4">
            <a:extLst>
              <a:ext uri="{FF2B5EF4-FFF2-40B4-BE49-F238E27FC236}">
                <a16:creationId xmlns:a16="http://schemas.microsoft.com/office/drawing/2014/main" id="{A2BC88C9-1A3B-422A-A65B-2017D0D639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5" y="785361"/>
            <a:ext cx="7532649" cy="3572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71584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6.2 </a:t>
            </a:r>
            <a:r>
              <a:rPr lang="zh-CN" altLang="en-US" sz="2400" spc="300" dirty="0">
                <a:latin typeface="微软雅黑" panose="020B0503020204020204" pitchFamily="34" charset="-122"/>
                <a:ea typeface="微软雅黑" panose="020B0503020204020204" pitchFamily="34" charset="-122"/>
              </a:rPr>
              <a:t>进度计划中关键线路的分析与求解</a:t>
            </a:r>
          </a:p>
        </p:txBody>
      </p:sp>
      <p:pic>
        <p:nvPicPr>
          <p:cNvPr id="4098" name="Picture 2" descr="甘特图的兄弟篇——网络计划技术（PERT/CPM）">
            <a:extLst>
              <a:ext uri="{FF2B5EF4-FFF2-40B4-BE49-F238E27FC236}">
                <a16:creationId xmlns:a16="http://schemas.microsoft.com/office/drawing/2014/main" id="{5314B86A-8961-4900-87B1-911391D81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935" y="829825"/>
            <a:ext cx="6774129" cy="3758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3465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756341D-647F-4FFD-8313-AE9F08F848D0}"/>
              </a:ext>
            </a:extLst>
          </p:cNvPr>
          <p:cNvSpPr txBox="1"/>
          <p:nvPr/>
        </p:nvSpPr>
        <p:spPr>
          <a:xfrm>
            <a:off x="393080" y="1925419"/>
            <a:ext cx="8357839" cy="646331"/>
          </a:xfrm>
          <a:prstGeom prst="rect">
            <a:avLst/>
          </a:prstGeom>
          <a:noFill/>
        </p:spPr>
        <p:txBody>
          <a:bodyPr wrap="square">
            <a:spAutoFit/>
          </a:bodyPr>
          <a:lstStyle/>
          <a:p>
            <a:r>
              <a:rPr lang="zh-CN" altLang="en-US" dirty="0">
                <a:hlinkClick r:id="rId2"/>
              </a:rPr>
              <a:t>计划评审方法和关键路线法</a:t>
            </a:r>
            <a:r>
              <a:rPr lang="en-US" altLang="zh-CN" dirty="0">
                <a:hlinkClick r:id="rId2"/>
              </a:rPr>
              <a:t>【PERT/CPM</a:t>
            </a:r>
            <a:r>
              <a:rPr lang="zh-CN" altLang="en-US" dirty="0">
                <a:hlinkClick r:id="rId2"/>
              </a:rPr>
              <a:t>、统筹方法</a:t>
            </a:r>
            <a:r>
              <a:rPr lang="en-US" altLang="zh-CN" dirty="0">
                <a:hlinkClick r:id="rId2"/>
              </a:rPr>
              <a:t>】_</a:t>
            </a:r>
            <a:r>
              <a:rPr lang="zh-CN" altLang="en-US" dirty="0">
                <a:hlinkClick r:id="rId2"/>
              </a:rPr>
              <a:t>冷月无声的博客</a:t>
            </a:r>
            <a:r>
              <a:rPr lang="en-US" altLang="zh-CN" dirty="0">
                <a:hlinkClick r:id="rId2"/>
              </a:rPr>
              <a:t>-CSDN</a:t>
            </a:r>
            <a:r>
              <a:rPr lang="zh-CN" altLang="en-US" dirty="0">
                <a:hlinkClick r:id="rId2"/>
              </a:rPr>
              <a:t>博客</a:t>
            </a:r>
            <a:r>
              <a:rPr lang="en-US" altLang="zh-CN" dirty="0">
                <a:hlinkClick r:id="rId2"/>
              </a:rPr>
              <a:t>_</a:t>
            </a:r>
            <a:r>
              <a:rPr lang="zh-CN" altLang="en-US" dirty="0">
                <a:hlinkClick r:id="rId2"/>
              </a:rPr>
              <a:t>计划评审法</a:t>
            </a:r>
            <a:endParaRPr lang="zh-CN" altLang="en-US" dirty="0"/>
          </a:p>
        </p:txBody>
      </p:sp>
    </p:spTree>
    <p:extLst>
      <p:ext uri="{BB962C8B-B14F-4D97-AF65-F5344CB8AC3E}">
        <p14:creationId xmlns:p14="http://schemas.microsoft.com/office/powerpoint/2010/main" val="3377227524"/>
      </p:ext>
    </p:extLst>
  </p:cSld>
  <p:clrMapOvr>
    <a:masterClrMapping/>
  </p:clrMapOvr>
  <p:transition spd="slow">
    <p:pull/>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843266"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6.3 </a:t>
            </a:r>
            <a:r>
              <a:rPr lang="zh-CN" altLang="en-US" sz="2400" spc="300">
                <a:latin typeface="微软雅黑" panose="020B0503020204020204" pitchFamily="34" charset="-122"/>
                <a:ea typeface="微软雅黑" panose="020B0503020204020204" pitchFamily="34" charset="-122"/>
              </a:rPr>
              <a:t>软件</a:t>
            </a:r>
            <a:r>
              <a:rPr lang="zh-CN" altLang="en-US" sz="2400" spc="300" dirty="0">
                <a:latin typeface="微软雅黑" panose="020B0503020204020204" pitchFamily="34" charset="-122"/>
                <a:ea typeface="微软雅黑" panose="020B0503020204020204" pitchFamily="34" charset="-122"/>
              </a:rPr>
              <a:t>项目开发团队的组织与建设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软件项目团队是一个群体，群体中每个成员均赋予了不同层次的权利和责任，分工、协作，为了完成同一个确定的目标。</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团队可分为子团队；</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软件行业的团队类似于其他行业的组织或部门。</a:t>
            </a:r>
          </a:p>
        </p:txBody>
      </p:sp>
    </p:spTree>
    <p:extLst>
      <p:ext uri="{BB962C8B-B14F-4D97-AF65-F5344CB8AC3E}">
        <p14:creationId xmlns:p14="http://schemas.microsoft.com/office/powerpoint/2010/main" val="105856139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84326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  </a:t>
            </a:r>
            <a:r>
              <a:rPr lang="zh-CN" altLang="en-US" sz="2400" spc="300" dirty="0">
                <a:latin typeface="微软雅黑" panose="020B0503020204020204" pitchFamily="34" charset="-122"/>
                <a:ea typeface="微软雅黑" panose="020B0503020204020204" pitchFamily="34" charset="-122"/>
              </a:rPr>
              <a:t>软件项目开发团队的组织与建设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软件项目团队的组成：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项目经理团队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编程开发团队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软件测试团队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产品可用性团队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客户培训与文档团队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硬件使用维护测试团队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系统安装调试运行团队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本地化团队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市场营销和市场开发团队</a:t>
            </a:r>
          </a:p>
        </p:txBody>
      </p:sp>
      <p:sp>
        <p:nvSpPr>
          <p:cNvPr id="6" name="AutoShape 4">
            <a:extLst>
              <a:ext uri="{FF2B5EF4-FFF2-40B4-BE49-F238E27FC236}">
                <a16:creationId xmlns:a16="http://schemas.microsoft.com/office/drawing/2014/main" id="{53BE717D-D80A-47EB-B32B-2279A2195F45}"/>
              </a:ext>
            </a:extLst>
          </p:cNvPr>
          <p:cNvSpPr>
            <a:spLocks/>
          </p:cNvSpPr>
          <p:nvPr/>
        </p:nvSpPr>
        <p:spPr bwMode="auto">
          <a:xfrm>
            <a:off x="2857500" y="1381125"/>
            <a:ext cx="215900" cy="1008063"/>
          </a:xfrm>
          <a:prstGeom prst="rightBrace">
            <a:avLst>
              <a:gd name="adj1" fmla="val 38909"/>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800">
              <a:solidFill>
                <a:srgbClr val="000000"/>
              </a:solidFill>
            </a:endParaRPr>
          </a:p>
        </p:txBody>
      </p:sp>
      <p:sp>
        <p:nvSpPr>
          <p:cNvPr id="7" name="Text Box 5">
            <a:extLst>
              <a:ext uri="{FF2B5EF4-FFF2-40B4-BE49-F238E27FC236}">
                <a16:creationId xmlns:a16="http://schemas.microsoft.com/office/drawing/2014/main" id="{6A009D79-347C-4C8C-BD77-444F9DA763AB}"/>
              </a:ext>
            </a:extLst>
          </p:cNvPr>
          <p:cNvSpPr txBox="1">
            <a:spLocks noChangeArrowheads="1"/>
          </p:cNvSpPr>
          <p:nvPr/>
        </p:nvSpPr>
        <p:spPr bwMode="auto">
          <a:xfrm>
            <a:off x="3248025" y="1656556"/>
            <a:ext cx="23288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000000"/>
                </a:solidFill>
                <a:ea typeface="楷体_GB2312" pitchFamily="49" charset="-122"/>
              </a:rPr>
              <a:t>关键性中心团队</a:t>
            </a:r>
          </a:p>
        </p:txBody>
      </p:sp>
      <p:sp>
        <p:nvSpPr>
          <p:cNvPr id="8" name="AutoShape 6">
            <a:extLst>
              <a:ext uri="{FF2B5EF4-FFF2-40B4-BE49-F238E27FC236}">
                <a16:creationId xmlns:a16="http://schemas.microsoft.com/office/drawing/2014/main" id="{85C173FB-2EC6-490A-9FE3-6E35D6EFF7EA}"/>
              </a:ext>
            </a:extLst>
          </p:cNvPr>
          <p:cNvSpPr>
            <a:spLocks/>
          </p:cNvSpPr>
          <p:nvPr/>
        </p:nvSpPr>
        <p:spPr bwMode="auto">
          <a:xfrm>
            <a:off x="3656036" y="2531518"/>
            <a:ext cx="215900" cy="1873250"/>
          </a:xfrm>
          <a:prstGeom prst="rightBrace">
            <a:avLst>
              <a:gd name="adj1" fmla="val 72304"/>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800">
              <a:solidFill>
                <a:srgbClr val="000000"/>
              </a:solidFill>
            </a:endParaRPr>
          </a:p>
        </p:txBody>
      </p:sp>
      <p:sp>
        <p:nvSpPr>
          <p:cNvPr id="9" name="Text Box 7">
            <a:extLst>
              <a:ext uri="{FF2B5EF4-FFF2-40B4-BE49-F238E27FC236}">
                <a16:creationId xmlns:a16="http://schemas.microsoft.com/office/drawing/2014/main" id="{FE2D4F46-56FF-44F6-BBD0-F4D668E29F94}"/>
              </a:ext>
            </a:extLst>
          </p:cNvPr>
          <p:cNvSpPr txBox="1">
            <a:spLocks noChangeArrowheads="1"/>
          </p:cNvSpPr>
          <p:nvPr/>
        </p:nvSpPr>
        <p:spPr bwMode="auto">
          <a:xfrm>
            <a:off x="3968750" y="3239543"/>
            <a:ext cx="20224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000000"/>
                </a:solidFill>
                <a:ea typeface="楷体_GB2312" pitchFamily="49" charset="-122"/>
              </a:rPr>
              <a:t>外围支援团队</a:t>
            </a:r>
          </a:p>
        </p:txBody>
      </p:sp>
    </p:spTree>
    <p:extLst>
      <p:ext uri="{BB962C8B-B14F-4D97-AF65-F5344CB8AC3E}">
        <p14:creationId xmlns:p14="http://schemas.microsoft.com/office/powerpoint/2010/main" val="174939219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6" grpId="0" animBg="1"/>
      <p:bldP spid="7" grpId="0"/>
      <p:bldP spid="8" grpId="0" animBg="1"/>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6.3.1 </a:t>
            </a:r>
            <a:r>
              <a:rPr lang="zh-CN" altLang="en-US" sz="2400" spc="300" dirty="0">
                <a:latin typeface="微软雅黑" panose="020B0503020204020204" pitchFamily="34" charset="-122"/>
                <a:ea typeface="微软雅黑" panose="020B0503020204020204" pitchFamily="34" charset="-122"/>
              </a:rPr>
              <a:t>开发团队的特点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69737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虽说不同的软件项目其开发团队的组织结构、人员配置与职责分工有所不同，但仍存在以下共同特点：</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共同的系统目标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系统目标是团队产生凝聚力的前提，因此要求系统目标：</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明确化</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可度量化</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挑战性</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跟踪性</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合理的分工与协作</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项目团队的每一个成员都应该明确自己在整个团队中的角色、任务、职责和权力。</a:t>
            </a:r>
          </a:p>
        </p:txBody>
      </p:sp>
    </p:spTree>
    <p:extLst>
      <p:ext uri="{BB962C8B-B14F-4D97-AF65-F5344CB8AC3E}">
        <p14:creationId xmlns:p14="http://schemas.microsoft.com/office/powerpoint/2010/main" val="276504078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6.3.1 </a:t>
            </a:r>
            <a:r>
              <a:rPr lang="zh-CN" altLang="en-US" sz="2400" spc="300" dirty="0">
                <a:latin typeface="微软雅黑" panose="020B0503020204020204" pitchFamily="34" charset="-122"/>
                <a:ea typeface="微软雅黑" panose="020B0503020204020204" pitchFamily="34" charset="-122"/>
              </a:rPr>
              <a:t>开发团队的特点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69737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高度的凝聚力</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是维系项目团队为完成共同目标时所有团队成员之间的共同协作精神。</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团队成员的相互信任和有效沟通</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建立有效地沟通机制</a:t>
            </a:r>
          </a:p>
        </p:txBody>
      </p:sp>
    </p:spTree>
    <p:extLst>
      <p:ext uri="{BB962C8B-B14F-4D97-AF65-F5344CB8AC3E}">
        <p14:creationId xmlns:p14="http://schemas.microsoft.com/office/powerpoint/2010/main" val="402464300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6.3.1 </a:t>
            </a:r>
            <a:r>
              <a:rPr lang="zh-CN" altLang="en-US" sz="2400" spc="300" dirty="0">
                <a:latin typeface="微软雅黑" panose="020B0503020204020204" pitchFamily="34" charset="-122"/>
                <a:ea typeface="微软雅黑" panose="020B0503020204020204" pitchFamily="34" charset="-122"/>
              </a:rPr>
              <a:t>开发团队的特点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69737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软件项目团队还具有以下特点：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工作自主性要求高。</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宽松的环境氛围是知识员工对工作的要求。</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崇尚智能，蔑视权威。</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追求公开管理和竞争环境，公平规则，蔑视倾斜的管理政策。</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成就动机强，追求卓越。</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知识员工追求的主要是“自我价值实现”，工作的挑战性和得到社会认可，忠于职业多于忠于企业。</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知识创造过程的无形性。</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3497923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6025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6.3.2 </a:t>
            </a:r>
            <a:r>
              <a:rPr lang="zh-CN" altLang="en-US" sz="2400" spc="300" dirty="0">
                <a:latin typeface="微软雅黑" panose="020B0503020204020204" pitchFamily="34" charset="-122"/>
                <a:ea typeface="微软雅黑" panose="020B0503020204020204" pitchFamily="34" charset="-122"/>
              </a:rPr>
              <a:t>开发团队的生成与组织</a:t>
            </a:r>
          </a:p>
        </p:txBody>
      </p:sp>
      <p:sp>
        <p:nvSpPr>
          <p:cNvPr id="2" name="矩形 1">
            <a:extLst>
              <a:ext uri="{FF2B5EF4-FFF2-40B4-BE49-F238E27FC236}">
                <a16:creationId xmlns:a16="http://schemas.microsoft.com/office/drawing/2014/main" id="{1A343DEC-CFF6-41F5-B87C-0DFC08C67B76}"/>
              </a:ext>
            </a:extLst>
          </p:cNvPr>
          <p:cNvSpPr/>
          <p:nvPr/>
        </p:nvSpPr>
        <p:spPr>
          <a:xfrm>
            <a:off x="611831" y="625182"/>
            <a:ext cx="7920338" cy="448911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开发团队的组织需解决以下三个问题：</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确定开发团队的任务结构</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确定各活动的人力需求，进而确定团队的组织结构</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在确定各阶段活动的全职人员数时应注意的几个问题</a:t>
            </a:r>
            <a:r>
              <a:rPr lang="en-US" altLang="zh-CN" sz="1600" dirty="0">
                <a:solidFill>
                  <a:srgbClr val="000000"/>
                </a:solidFill>
                <a:latin typeface="华文楷体" panose="02010600040101010101" pitchFamily="2" charset="-122"/>
                <a:ea typeface="华文楷体" panose="02010600040101010101" pitchFamily="2" charset="-122"/>
              </a:rPr>
              <a:t>:</a:t>
            </a:r>
          </a:p>
          <a:p>
            <a:pPr marL="1657350" lvl="3"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使</a:t>
            </a:r>
            <a:r>
              <a:rPr lang="en-US" altLang="zh-CN" sz="1600" dirty="0" err="1">
                <a:solidFill>
                  <a:srgbClr val="000000"/>
                </a:solidFill>
                <a:latin typeface="华文楷体" panose="02010600040101010101" pitchFamily="2" charset="-122"/>
                <a:ea typeface="华文楷体" panose="02010600040101010101" pitchFamily="2" charset="-122"/>
              </a:rPr>
              <a:t>FSPij</a:t>
            </a:r>
            <a:r>
              <a:rPr lang="zh-CN" altLang="en-US" sz="1600" dirty="0">
                <a:solidFill>
                  <a:srgbClr val="000000"/>
                </a:solidFill>
                <a:latin typeface="华文楷体" panose="02010600040101010101" pitchFamily="2" charset="-122"/>
                <a:ea typeface="华文楷体" panose="02010600040101010101" pitchFamily="2" charset="-122"/>
              </a:rPr>
              <a:t>为整数</a:t>
            </a:r>
          </a:p>
          <a:p>
            <a:pPr marL="1657350" lvl="3"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每个团队小组不宜超过</a:t>
            </a:r>
            <a:r>
              <a:rPr lang="en-US" altLang="zh-CN" sz="1600" dirty="0">
                <a:solidFill>
                  <a:srgbClr val="000000"/>
                </a:solidFill>
                <a:latin typeface="华文楷体" panose="02010600040101010101" pitchFamily="2" charset="-122"/>
                <a:ea typeface="华文楷体" panose="02010600040101010101" pitchFamily="2" charset="-122"/>
              </a:rPr>
              <a:t>7</a:t>
            </a:r>
            <a:r>
              <a:rPr lang="zh-CN" altLang="en-US" sz="1600" dirty="0">
                <a:solidFill>
                  <a:srgbClr val="000000"/>
                </a:solidFill>
                <a:latin typeface="华文楷体" panose="02010600040101010101" pitchFamily="2" charset="-122"/>
                <a:ea typeface="华文楷体" panose="02010600040101010101" pitchFamily="2" charset="-122"/>
              </a:rPr>
              <a:t>人</a:t>
            </a:r>
          </a:p>
          <a:p>
            <a:pPr marL="1657350" lvl="3"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每个全职人员在完成任务时在时间上的连续性</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选择合适的团队成员</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项目团队必须有一个具备领导才能的项目经理</a:t>
            </a:r>
          </a:p>
          <a:p>
            <a:pPr marL="1657350" lvl="3"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应具有下属特征：教材</a:t>
            </a:r>
            <a:r>
              <a:rPr lang="en-US" altLang="zh-CN" sz="1600" dirty="0">
                <a:solidFill>
                  <a:srgbClr val="000000"/>
                </a:solidFill>
                <a:latin typeface="华文楷体" panose="02010600040101010101" pitchFamily="2" charset="-122"/>
                <a:ea typeface="华文楷体" panose="02010600040101010101" pitchFamily="2" charset="-122"/>
              </a:rPr>
              <a:t>210</a:t>
            </a:r>
            <a:r>
              <a:rPr lang="zh-CN" altLang="en-US" sz="1600" dirty="0">
                <a:solidFill>
                  <a:srgbClr val="000000"/>
                </a:solidFill>
                <a:latin typeface="华文楷体" panose="02010600040101010101" pitchFamily="2" charset="-122"/>
                <a:ea typeface="华文楷体" panose="02010600040101010101" pitchFamily="2" charset="-122"/>
              </a:rPr>
              <a:t>页</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项目开发团队必须有一个相对合理的人员技术结构</a:t>
            </a:r>
          </a:p>
          <a:p>
            <a:pPr marL="1657350" lvl="3"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要求团队包含如下各类人员：教材</a:t>
            </a:r>
            <a:r>
              <a:rPr lang="en-US" altLang="zh-CN" sz="1600" dirty="0">
                <a:solidFill>
                  <a:srgbClr val="000000"/>
                </a:solidFill>
                <a:latin typeface="华文楷体" panose="02010600040101010101" pitchFamily="2" charset="-122"/>
                <a:ea typeface="华文楷体" panose="02010600040101010101" pitchFamily="2" charset="-122"/>
              </a:rPr>
              <a:t>210</a:t>
            </a:r>
            <a:r>
              <a:rPr lang="zh-CN" altLang="en-US" sz="1600" dirty="0">
                <a:solidFill>
                  <a:srgbClr val="000000"/>
                </a:solidFill>
                <a:latin typeface="华文楷体" panose="02010600040101010101" pitchFamily="2" charset="-122"/>
                <a:ea typeface="华文楷体" panose="02010600040101010101" pitchFamily="2" charset="-122"/>
              </a:rPr>
              <a:t>页</a:t>
            </a:r>
          </a:p>
        </p:txBody>
      </p:sp>
    </p:spTree>
    <p:extLst>
      <p:ext uri="{BB962C8B-B14F-4D97-AF65-F5344CB8AC3E}">
        <p14:creationId xmlns:p14="http://schemas.microsoft.com/office/powerpoint/2010/main" val="284523254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教学案例：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637378"/>
            <a:ext cx="7920338" cy="448911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徐家龙最近被公司任命为项目经理，负责一个重要但不紧急的项目实施。公司项目管理部为其配备了</a:t>
            </a:r>
            <a:r>
              <a:rPr lang="en-US" altLang="zh-CN" sz="1600" dirty="0">
                <a:solidFill>
                  <a:srgbClr val="000000"/>
                </a:solidFill>
                <a:latin typeface="华文楷体" panose="02010600040101010101" pitchFamily="2" charset="-122"/>
                <a:ea typeface="华文楷体" panose="02010600040101010101" pitchFamily="2" charset="-122"/>
              </a:rPr>
              <a:t>7</a:t>
            </a:r>
            <a:r>
              <a:rPr lang="zh-CN" altLang="en-US" sz="1600" dirty="0">
                <a:solidFill>
                  <a:srgbClr val="000000"/>
                </a:solidFill>
                <a:latin typeface="华文楷体" panose="02010600040101010101" pitchFamily="2" charset="-122"/>
                <a:ea typeface="华文楷体" panose="02010600040101010101" pitchFamily="2" charset="-122"/>
              </a:rPr>
              <a:t>位项目成员。这些项目成员来自不同部门，大家都不太熟悉。徐家龙召集大家开启动会时，说了很多谦虚的话，也请大家一起为做好项目出主意，一起来承担责任。会议开得比较沉闷。</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项目开始以后，项目成员一有问题就去找项目经理，请徐家龙给出意见。徐家龙为了树立自己的权威，表现自己的能力，总是身体力行。其实有些问题项目成员之间就可以互相帮助，但是他们怕自己的弱点被别人发现，作为以后攻击的借口。所以他们一有问题就找经理，其实徐家龙的做法也不全对，成员发现了也不吭声，因为他们认为我是按你说得作的，有问题你经理负责。</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团队成员之间一团和气，“找徐经理去”、“我们听你的”成为了该项目团队的口头禅。但随着时间的推移，这个貌似祥和团结的团队在进度上很快就出了问题。该项目由“重要但不紧急的项目”变成了“重要还紧急的项目”。</a:t>
            </a:r>
          </a:p>
        </p:txBody>
      </p:sp>
    </p:spTree>
    <p:extLst>
      <p:ext uri="{BB962C8B-B14F-4D97-AF65-F5344CB8AC3E}">
        <p14:creationId xmlns:p14="http://schemas.microsoft.com/office/powerpoint/2010/main" val="310443180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教学案例：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项目管理部意识到问题的严重性，派高级项目经理张风指导该项目的实施。</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讨论题：</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你认为徐家龙错在那里？请说明原因。</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项目成员一有问题就去找项目经理，说明了什么？</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如果你是徐家龙，你打算怎么做？</a:t>
            </a:r>
          </a:p>
        </p:txBody>
      </p:sp>
    </p:spTree>
    <p:extLst>
      <p:ext uri="{BB962C8B-B14F-4D97-AF65-F5344CB8AC3E}">
        <p14:creationId xmlns:p14="http://schemas.microsoft.com/office/powerpoint/2010/main" val="216858659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41714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怎样使团队成员全身心投入于项目团队？</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成员交流经常化，使他们感觉团队的存在</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确保参与团队可以实现成员需要</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使每个成员知道项目的重要性，每个成员不希望成为“失败者”</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所有成员共享团队目标，“一只老鼠坏一锅汤”</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使团队中的竞争减低到最小，团队成员只与其他团队的成员竞争</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90547785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团队发展成长过程</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形成阶段</a:t>
            </a:r>
            <a:r>
              <a:rPr lang="en-US" altLang="zh-CN"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团队成员基本上都会有一个积极的愿望，急于开始项目工作</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团队成员的情绪特点可能包括兴奋、希望、怀疑、焦急和犹豫不决</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这时团队成员还不了解他们自己的职责及其他项目团队成员的角色。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经理在这一阶段进行组织构建工作，包括确立团队工作的初始操作规程、团队规范、沟通渠道、审批及文件记录工作。这类工作规程会在未来的阶段发展中完善提高。为减轻人们的焦虑，项目经理要探讨他对项目团队中人员的工作及行为的管理方式和期望，需要使团队着手一些起始工作，例如，让团队成员参与制订项目计划等。 </a:t>
            </a:r>
          </a:p>
        </p:txBody>
      </p:sp>
    </p:spTree>
    <p:extLst>
      <p:ext uri="{BB962C8B-B14F-4D97-AF65-F5344CB8AC3E}">
        <p14:creationId xmlns:p14="http://schemas.microsoft.com/office/powerpoint/2010/main" val="190684580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震荡阶段</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开始缓慢地推进工作。经常会产生冲突、气氛紧张，需要为应付及解决矛盾达成一致意见。这一阶段士气很低，成员们可能会抵制形成团队。震荡阶段的特点是人们有挫折、怨愤或者对立的情绪。</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经理要对每个人的职责及团队成员相互间的行为进行明确和分类，使每个成员明白无误。项目经理要接受和容忍团队成员的任何不满，不能因此产生情绪。如果团队成员有不满情绪而不能得到解决，这种情绪就会不断聚集，导致项目团队的震荡，将项目的成功置于危险之中。  </a:t>
            </a:r>
          </a:p>
        </p:txBody>
      </p:sp>
    </p:spTree>
    <p:extLst>
      <p:ext uri="{BB962C8B-B14F-4D97-AF65-F5344CB8AC3E}">
        <p14:creationId xmlns:p14="http://schemas.microsoft.com/office/powerpoint/2010/main" val="365050928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正规阶段</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凝聚力开始形成，有了团队的感觉。每个成员为实现项目目标所作的贡献都会得到认同和赞赏。团队的信任得以发展。大量的交流信息、观点和感情、合作意识增强，团队成员互相交换看法和意见，并感觉他们可以自由地、建设性地表达他们的情绪及评论意见团队成员的不满情绪也有所缓解。项目规定和团队规范得到改进和正规化。</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控制及决策权从项目经理移交给了项目团队，团队经过这个社会化的过程后，建立了忠诚和友谊，甚至可能建立超出工作范围的友谊。</a:t>
            </a:r>
          </a:p>
        </p:txBody>
      </p:sp>
    </p:spTree>
    <p:extLst>
      <p:ext uri="{BB962C8B-B14F-4D97-AF65-F5344CB8AC3E}">
        <p14:creationId xmlns:p14="http://schemas.microsoft.com/office/powerpoint/2010/main" val="207532762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表现阶段</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项目团队积极地工作，急于实现项目目标。这一阶段的工作效率很高，团队有集体感和荣誉感。项目团队能开放、坦诚、及时地进行沟通。在这一阶段，团队相互依赖程度高。</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团队成员能感到被项目经理高度授权，如果出现问题，就由适当的团队成员组成临时小组，解决问题，并决定如何实施方案。 </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29167088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“团队”发展不同阶段需要的领导风格</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形成阶段</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指导型的领导风格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震荡阶段</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影响型的领导风格</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正规阶段</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参与型的领导风格</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表现阶段</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授权型领导风格</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17728748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3" name="Line 6">
            <a:extLst>
              <a:ext uri="{FF2B5EF4-FFF2-40B4-BE49-F238E27FC236}">
                <a16:creationId xmlns:a16="http://schemas.microsoft.com/office/drawing/2014/main" id="{00D18C50-D852-48F0-902B-10C04BFCE4EA}"/>
              </a:ext>
            </a:extLst>
          </p:cNvPr>
          <p:cNvSpPr>
            <a:spLocks noChangeShapeType="1"/>
          </p:cNvSpPr>
          <p:nvPr/>
        </p:nvSpPr>
        <p:spPr bwMode="auto">
          <a:xfrm>
            <a:off x="1684338" y="3776663"/>
            <a:ext cx="62563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Line 7">
            <a:extLst>
              <a:ext uri="{FF2B5EF4-FFF2-40B4-BE49-F238E27FC236}">
                <a16:creationId xmlns:a16="http://schemas.microsoft.com/office/drawing/2014/main" id="{A18D40B5-BE91-4D97-BC9A-343FCF0F9088}"/>
              </a:ext>
            </a:extLst>
          </p:cNvPr>
          <p:cNvSpPr>
            <a:spLocks noChangeShapeType="1"/>
          </p:cNvSpPr>
          <p:nvPr/>
        </p:nvSpPr>
        <p:spPr bwMode="auto">
          <a:xfrm>
            <a:off x="2217738" y="1154113"/>
            <a:ext cx="0" cy="27860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8">
            <a:extLst>
              <a:ext uri="{FF2B5EF4-FFF2-40B4-BE49-F238E27FC236}">
                <a16:creationId xmlns:a16="http://schemas.microsoft.com/office/drawing/2014/main" id="{FFDB64EB-A4BC-4A33-B45B-85C67BE5936B}"/>
              </a:ext>
            </a:extLst>
          </p:cNvPr>
          <p:cNvSpPr>
            <a:spLocks noChangeShapeType="1"/>
          </p:cNvSpPr>
          <p:nvPr/>
        </p:nvSpPr>
        <p:spPr bwMode="auto">
          <a:xfrm>
            <a:off x="3286125" y="1154113"/>
            <a:ext cx="0" cy="2622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9">
            <a:extLst>
              <a:ext uri="{FF2B5EF4-FFF2-40B4-BE49-F238E27FC236}">
                <a16:creationId xmlns:a16="http://schemas.microsoft.com/office/drawing/2014/main" id="{D44C6169-5E86-4BA2-8B63-72FAA37D7594}"/>
              </a:ext>
            </a:extLst>
          </p:cNvPr>
          <p:cNvSpPr>
            <a:spLocks noChangeShapeType="1"/>
          </p:cNvSpPr>
          <p:nvPr/>
        </p:nvSpPr>
        <p:spPr bwMode="auto">
          <a:xfrm>
            <a:off x="4430713" y="1073150"/>
            <a:ext cx="0" cy="2703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0">
            <a:extLst>
              <a:ext uri="{FF2B5EF4-FFF2-40B4-BE49-F238E27FC236}">
                <a16:creationId xmlns:a16="http://schemas.microsoft.com/office/drawing/2014/main" id="{486FD72E-82C0-411A-A4AA-F88A6466BF63}"/>
              </a:ext>
            </a:extLst>
          </p:cNvPr>
          <p:cNvSpPr>
            <a:spLocks noChangeShapeType="1"/>
          </p:cNvSpPr>
          <p:nvPr/>
        </p:nvSpPr>
        <p:spPr bwMode="auto">
          <a:xfrm>
            <a:off x="5881688" y="1154113"/>
            <a:ext cx="0" cy="26225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1">
            <a:extLst>
              <a:ext uri="{FF2B5EF4-FFF2-40B4-BE49-F238E27FC236}">
                <a16:creationId xmlns:a16="http://schemas.microsoft.com/office/drawing/2014/main" id="{2C9D9D6B-2F7C-4935-8460-DB5EA912DA53}"/>
              </a:ext>
            </a:extLst>
          </p:cNvPr>
          <p:cNvSpPr txBox="1">
            <a:spLocks noChangeArrowheads="1"/>
          </p:cNvSpPr>
          <p:nvPr/>
        </p:nvSpPr>
        <p:spPr bwMode="auto">
          <a:xfrm>
            <a:off x="2217738" y="990600"/>
            <a:ext cx="10683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a:solidFill>
                  <a:srgbClr val="000000"/>
                </a:solidFill>
                <a:latin typeface="Times New Roman" panose="02020603050405020304" pitchFamily="18" charset="0"/>
                <a:ea typeface="宋体" panose="02010600030101010101" pitchFamily="2" charset="-122"/>
              </a:rPr>
              <a:t>形成阶段</a:t>
            </a:r>
            <a:endParaRPr kumimoji="1" lang="zh-CN" altLang="en-US" sz="2400" b="1">
              <a:solidFill>
                <a:srgbClr val="000000"/>
              </a:solidFill>
              <a:latin typeface="Times New Roman" panose="02020603050405020304" pitchFamily="18" charset="0"/>
              <a:ea typeface="宋体" panose="02010600030101010101" pitchFamily="2" charset="-122"/>
            </a:endParaRPr>
          </a:p>
        </p:txBody>
      </p:sp>
      <p:sp>
        <p:nvSpPr>
          <p:cNvPr id="13" name="Text Box 12">
            <a:extLst>
              <a:ext uri="{FF2B5EF4-FFF2-40B4-BE49-F238E27FC236}">
                <a16:creationId xmlns:a16="http://schemas.microsoft.com/office/drawing/2014/main" id="{70983A5A-8A16-4CBE-BAC5-B0BB72643324}"/>
              </a:ext>
            </a:extLst>
          </p:cNvPr>
          <p:cNvSpPr txBox="1">
            <a:spLocks noChangeArrowheads="1"/>
          </p:cNvSpPr>
          <p:nvPr/>
        </p:nvSpPr>
        <p:spPr bwMode="auto">
          <a:xfrm>
            <a:off x="3438525" y="990600"/>
            <a:ext cx="10683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a:solidFill>
                  <a:srgbClr val="000000"/>
                </a:solidFill>
                <a:latin typeface="Times New Roman" panose="02020603050405020304" pitchFamily="18" charset="0"/>
                <a:ea typeface="宋体" panose="02010600030101010101" pitchFamily="2" charset="-122"/>
              </a:rPr>
              <a:t>震荡阶段</a:t>
            </a:r>
            <a:endParaRPr kumimoji="1" lang="zh-CN" altLang="en-US" sz="2400" b="1">
              <a:solidFill>
                <a:srgbClr val="000000"/>
              </a:solidFill>
              <a:latin typeface="Times New Roman" panose="02020603050405020304" pitchFamily="18" charset="0"/>
              <a:ea typeface="宋体" panose="02010600030101010101" pitchFamily="2" charset="-122"/>
            </a:endParaRPr>
          </a:p>
        </p:txBody>
      </p:sp>
      <p:sp>
        <p:nvSpPr>
          <p:cNvPr id="15" name="Text Box 13">
            <a:extLst>
              <a:ext uri="{FF2B5EF4-FFF2-40B4-BE49-F238E27FC236}">
                <a16:creationId xmlns:a16="http://schemas.microsoft.com/office/drawing/2014/main" id="{49DD0512-EE45-453D-B7F6-25A009E41D8B}"/>
              </a:ext>
            </a:extLst>
          </p:cNvPr>
          <p:cNvSpPr txBox="1">
            <a:spLocks noChangeArrowheads="1"/>
          </p:cNvSpPr>
          <p:nvPr/>
        </p:nvSpPr>
        <p:spPr bwMode="auto">
          <a:xfrm>
            <a:off x="4583113" y="990600"/>
            <a:ext cx="10683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dirty="0">
                <a:solidFill>
                  <a:srgbClr val="000000"/>
                </a:solidFill>
                <a:latin typeface="Times New Roman" panose="02020603050405020304" pitchFamily="18" charset="0"/>
                <a:ea typeface="宋体" panose="02010600030101010101" pitchFamily="2" charset="-122"/>
              </a:rPr>
              <a:t>规范阶段</a:t>
            </a:r>
            <a:endParaRPr kumimoji="1" lang="zh-CN" altLang="en-US" sz="2400" b="1" dirty="0">
              <a:solidFill>
                <a:srgbClr val="000000"/>
              </a:solidFill>
              <a:latin typeface="Times New Roman" panose="02020603050405020304" pitchFamily="18" charset="0"/>
              <a:ea typeface="宋体" panose="02010600030101010101" pitchFamily="2" charset="-122"/>
            </a:endParaRPr>
          </a:p>
        </p:txBody>
      </p:sp>
      <p:sp>
        <p:nvSpPr>
          <p:cNvPr id="17" name="Text Box 14">
            <a:extLst>
              <a:ext uri="{FF2B5EF4-FFF2-40B4-BE49-F238E27FC236}">
                <a16:creationId xmlns:a16="http://schemas.microsoft.com/office/drawing/2014/main" id="{287671CC-0D8E-45D7-BE26-22184CFA43A5}"/>
              </a:ext>
            </a:extLst>
          </p:cNvPr>
          <p:cNvSpPr txBox="1">
            <a:spLocks noChangeArrowheads="1"/>
          </p:cNvSpPr>
          <p:nvPr/>
        </p:nvSpPr>
        <p:spPr bwMode="auto">
          <a:xfrm>
            <a:off x="6110288" y="990600"/>
            <a:ext cx="10683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a:solidFill>
                  <a:srgbClr val="000000"/>
                </a:solidFill>
                <a:latin typeface="Times New Roman" panose="02020603050405020304" pitchFamily="18" charset="0"/>
                <a:ea typeface="宋体" panose="02010600030101010101" pitchFamily="2" charset="-122"/>
              </a:rPr>
              <a:t>辉煌阶段</a:t>
            </a:r>
            <a:endParaRPr kumimoji="1" lang="zh-CN" altLang="en-US" sz="2400" b="1">
              <a:solidFill>
                <a:srgbClr val="000000"/>
              </a:solidFill>
              <a:latin typeface="Times New Roman" panose="02020603050405020304" pitchFamily="18" charset="0"/>
              <a:ea typeface="宋体" panose="02010600030101010101" pitchFamily="2" charset="-122"/>
            </a:endParaRPr>
          </a:p>
        </p:txBody>
      </p:sp>
      <p:sp>
        <p:nvSpPr>
          <p:cNvPr id="19" name="Line 15">
            <a:extLst>
              <a:ext uri="{FF2B5EF4-FFF2-40B4-BE49-F238E27FC236}">
                <a16:creationId xmlns:a16="http://schemas.microsoft.com/office/drawing/2014/main" id="{F7F33F99-86DC-4D26-80D8-C39231C8C692}"/>
              </a:ext>
            </a:extLst>
          </p:cNvPr>
          <p:cNvSpPr>
            <a:spLocks noChangeShapeType="1"/>
          </p:cNvSpPr>
          <p:nvPr/>
        </p:nvSpPr>
        <p:spPr bwMode="auto">
          <a:xfrm>
            <a:off x="1301750" y="1892300"/>
            <a:ext cx="7635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6">
            <a:extLst>
              <a:ext uri="{FF2B5EF4-FFF2-40B4-BE49-F238E27FC236}">
                <a16:creationId xmlns:a16="http://schemas.microsoft.com/office/drawing/2014/main" id="{E3D6269E-3C21-45C0-8473-E7AD29C8CE2B}"/>
              </a:ext>
            </a:extLst>
          </p:cNvPr>
          <p:cNvSpPr>
            <a:spLocks noChangeShapeType="1"/>
          </p:cNvSpPr>
          <p:nvPr/>
        </p:nvSpPr>
        <p:spPr bwMode="auto">
          <a:xfrm>
            <a:off x="2065338" y="1892300"/>
            <a:ext cx="457200" cy="4095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a:extLst>
              <a:ext uri="{FF2B5EF4-FFF2-40B4-BE49-F238E27FC236}">
                <a16:creationId xmlns:a16="http://schemas.microsoft.com/office/drawing/2014/main" id="{99FCE87C-A6BA-4C8A-AFC2-520C39C10216}"/>
              </a:ext>
            </a:extLst>
          </p:cNvPr>
          <p:cNvSpPr>
            <a:spLocks noChangeShapeType="1"/>
          </p:cNvSpPr>
          <p:nvPr/>
        </p:nvSpPr>
        <p:spPr bwMode="auto">
          <a:xfrm>
            <a:off x="3743325" y="2792413"/>
            <a:ext cx="9096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8">
            <a:extLst>
              <a:ext uri="{FF2B5EF4-FFF2-40B4-BE49-F238E27FC236}">
                <a16:creationId xmlns:a16="http://schemas.microsoft.com/office/drawing/2014/main" id="{C453F778-8F25-40E9-8092-61D83ECA7644}"/>
              </a:ext>
            </a:extLst>
          </p:cNvPr>
          <p:cNvSpPr>
            <a:spLocks noChangeShapeType="1"/>
          </p:cNvSpPr>
          <p:nvPr/>
        </p:nvSpPr>
        <p:spPr bwMode="auto">
          <a:xfrm>
            <a:off x="4652963" y="2792413"/>
            <a:ext cx="617537" cy="2460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Text Box 19">
            <a:extLst>
              <a:ext uri="{FF2B5EF4-FFF2-40B4-BE49-F238E27FC236}">
                <a16:creationId xmlns:a16="http://schemas.microsoft.com/office/drawing/2014/main" id="{DA750FD3-1B78-4C35-9F3C-F274B527CCCA}"/>
              </a:ext>
            </a:extLst>
          </p:cNvPr>
          <p:cNvSpPr txBox="1">
            <a:spLocks noChangeArrowheads="1"/>
          </p:cNvSpPr>
          <p:nvPr/>
        </p:nvSpPr>
        <p:spPr bwMode="auto">
          <a:xfrm>
            <a:off x="1149350" y="1400175"/>
            <a:ext cx="1144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a:solidFill>
                  <a:srgbClr val="000000"/>
                </a:solidFill>
                <a:latin typeface="Times New Roman" panose="02020603050405020304" pitchFamily="18" charset="0"/>
                <a:ea typeface="宋体" panose="02010600030101010101" pitchFamily="2" charset="-122"/>
              </a:rPr>
              <a:t>团队精神</a:t>
            </a:r>
            <a:endParaRPr kumimoji="1" lang="zh-CN" altLang="en-US" sz="2400" b="1">
              <a:solidFill>
                <a:srgbClr val="000000"/>
              </a:solidFill>
              <a:latin typeface="Times New Roman" panose="02020603050405020304" pitchFamily="18" charset="0"/>
              <a:ea typeface="宋体" panose="02010600030101010101" pitchFamily="2" charset="-122"/>
            </a:endParaRPr>
          </a:p>
        </p:txBody>
      </p:sp>
      <p:sp>
        <p:nvSpPr>
          <p:cNvPr id="29" name="Text Box 20">
            <a:extLst>
              <a:ext uri="{FF2B5EF4-FFF2-40B4-BE49-F238E27FC236}">
                <a16:creationId xmlns:a16="http://schemas.microsoft.com/office/drawing/2014/main" id="{DDC1C1A4-75A3-4663-A394-335A077C8345}"/>
              </a:ext>
            </a:extLst>
          </p:cNvPr>
          <p:cNvSpPr txBox="1">
            <a:spLocks noChangeArrowheads="1"/>
          </p:cNvSpPr>
          <p:nvPr/>
        </p:nvSpPr>
        <p:spPr bwMode="auto">
          <a:xfrm>
            <a:off x="3438525" y="2301875"/>
            <a:ext cx="12207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Tx/>
              <a:buFontTx/>
              <a:buNone/>
            </a:pPr>
            <a:r>
              <a:rPr kumimoji="1" lang="zh-CN" altLang="en-US" sz="1600" b="1">
                <a:solidFill>
                  <a:srgbClr val="000000"/>
                </a:solidFill>
                <a:latin typeface="Times New Roman" panose="02020603050405020304" pitchFamily="18" charset="0"/>
                <a:ea typeface="宋体" panose="02010600030101010101" pitchFamily="2" charset="-122"/>
              </a:rPr>
              <a:t>工作绩效</a:t>
            </a:r>
            <a:endParaRPr kumimoji="1" lang="zh-CN" altLang="en-US" sz="2400" b="1">
              <a:solidFill>
                <a:srgbClr val="000000"/>
              </a:solidFill>
              <a:latin typeface="Times New Roman" panose="02020603050405020304" pitchFamily="18" charset="0"/>
              <a:ea typeface="宋体" panose="02010600030101010101" pitchFamily="2" charset="-122"/>
            </a:endParaRPr>
          </a:p>
        </p:txBody>
      </p:sp>
      <p:sp>
        <p:nvSpPr>
          <p:cNvPr id="31" name="Freeform 21">
            <a:extLst>
              <a:ext uri="{FF2B5EF4-FFF2-40B4-BE49-F238E27FC236}">
                <a16:creationId xmlns:a16="http://schemas.microsoft.com/office/drawing/2014/main" id="{641A5D7E-EB9F-4847-93A0-67B76F0E033B}"/>
              </a:ext>
            </a:extLst>
          </p:cNvPr>
          <p:cNvSpPr>
            <a:spLocks/>
          </p:cNvSpPr>
          <p:nvPr/>
        </p:nvSpPr>
        <p:spPr bwMode="auto">
          <a:xfrm>
            <a:off x="2217738" y="2301875"/>
            <a:ext cx="1587" cy="80963"/>
          </a:xfrm>
          <a:custGeom>
            <a:avLst/>
            <a:gdLst>
              <a:gd name="T0" fmla="*/ 0 w 1"/>
              <a:gd name="T1" fmla="*/ 0 h 48"/>
              <a:gd name="T2" fmla="*/ 0 w 1"/>
              <a:gd name="T3" fmla="*/ 48 h 48"/>
              <a:gd name="T4" fmla="*/ 0 w 1"/>
              <a:gd name="T5" fmla="*/ 0 h 48"/>
            </a:gdLst>
            <a:ahLst/>
            <a:cxnLst>
              <a:cxn ang="0">
                <a:pos x="T0" y="T1"/>
              </a:cxn>
              <a:cxn ang="0">
                <a:pos x="T2" y="T3"/>
              </a:cxn>
              <a:cxn ang="0">
                <a:pos x="T4" y="T5"/>
              </a:cxn>
            </a:cxnLst>
            <a:rect l="0" t="0" r="r" b="b"/>
            <a:pathLst>
              <a:path w="1" h="48">
                <a:moveTo>
                  <a:pt x="0" y="0"/>
                </a:moveTo>
                <a:cubicBezTo>
                  <a:pt x="0" y="0"/>
                  <a:pt x="0" y="48"/>
                  <a:pt x="0" y="48"/>
                </a:cubicBezTo>
                <a:cubicBezTo>
                  <a:pt x="0" y="48"/>
                  <a:pt x="0" y="0"/>
                  <a:pt x="0" y="0"/>
                </a:cubicBezTo>
                <a:close/>
              </a:path>
            </a:pathLst>
          </a:custGeom>
          <a:solidFill>
            <a:schemeClr val="accent1"/>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22">
            <a:extLst>
              <a:ext uri="{FF2B5EF4-FFF2-40B4-BE49-F238E27FC236}">
                <a16:creationId xmlns:a16="http://schemas.microsoft.com/office/drawing/2014/main" id="{22ADF064-EC47-494D-9640-860512A256C3}"/>
              </a:ext>
            </a:extLst>
          </p:cNvPr>
          <p:cNvSpPr>
            <a:spLocks/>
          </p:cNvSpPr>
          <p:nvPr/>
        </p:nvSpPr>
        <p:spPr bwMode="auto">
          <a:xfrm>
            <a:off x="2217738" y="1768475"/>
            <a:ext cx="5494337" cy="2008188"/>
          </a:xfrm>
          <a:custGeom>
            <a:avLst/>
            <a:gdLst>
              <a:gd name="T0" fmla="*/ 0 w 3456"/>
              <a:gd name="T1" fmla="*/ 1176 h 1176"/>
              <a:gd name="T2" fmla="*/ 528 w 3456"/>
              <a:gd name="T3" fmla="*/ 1128 h 1176"/>
              <a:gd name="T4" fmla="*/ 1248 w 3456"/>
              <a:gd name="T5" fmla="*/ 984 h 1176"/>
              <a:gd name="T6" fmla="*/ 1920 w 3456"/>
              <a:gd name="T7" fmla="*/ 744 h 1176"/>
              <a:gd name="T8" fmla="*/ 2352 w 3456"/>
              <a:gd name="T9" fmla="*/ 408 h 1176"/>
              <a:gd name="T10" fmla="*/ 2736 w 3456"/>
              <a:gd name="T11" fmla="*/ 168 h 1176"/>
              <a:gd name="T12" fmla="*/ 3312 w 3456"/>
              <a:gd name="T13" fmla="*/ 24 h 1176"/>
              <a:gd name="T14" fmla="*/ 3456 w 3456"/>
              <a:gd name="T15" fmla="*/ 24 h 1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56" h="1176">
                <a:moveTo>
                  <a:pt x="0" y="1176"/>
                </a:moveTo>
                <a:cubicBezTo>
                  <a:pt x="160" y="1168"/>
                  <a:pt x="320" y="1160"/>
                  <a:pt x="528" y="1128"/>
                </a:cubicBezTo>
                <a:cubicBezTo>
                  <a:pt x="736" y="1096"/>
                  <a:pt x="1016" y="1048"/>
                  <a:pt x="1248" y="984"/>
                </a:cubicBezTo>
                <a:cubicBezTo>
                  <a:pt x="1480" y="920"/>
                  <a:pt x="1736" y="840"/>
                  <a:pt x="1920" y="744"/>
                </a:cubicBezTo>
                <a:cubicBezTo>
                  <a:pt x="2104" y="648"/>
                  <a:pt x="2216" y="504"/>
                  <a:pt x="2352" y="408"/>
                </a:cubicBezTo>
                <a:cubicBezTo>
                  <a:pt x="2488" y="312"/>
                  <a:pt x="2576" y="232"/>
                  <a:pt x="2736" y="168"/>
                </a:cubicBezTo>
                <a:cubicBezTo>
                  <a:pt x="2896" y="104"/>
                  <a:pt x="3192" y="48"/>
                  <a:pt x="3312" y="24"/>
                </a:cubicBezTo>
                <a:cubicBezTo>
                  <a:pt x="3432" y="0"/>
                  <a:pt x="3444" y="12"/>
                  <a:pt x="3456" y="24"/>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Freeform 23">
            <a:extLst>
              <a:ext uri="{FF2B5EF4-FFF2-40B4-BE49-F238E27FC236}">
                <a16:creationId xmlns:a16="http://schemas.microsoft.com/office/drawing/2014/main" id="{FCF69A61-7657-472B-A375-42939296CE30}"/>
              </a:ext>
            </a:extLst>
          </p:cNvPr>
          <p:cNvSpPr>
            <a:spLocks/>
          </p:cNvSpPr>
          <p:nvPr/>
        </p:nvSpPr>
        <p:spPr bwMode="auto">
          <a:xfrm>
            <a:off x="2217738" y="1277938"/>
            <a:ext cx="5265737" cy="2430462"/>
          </a:xfrm>
          <a:custGeom>
            <a:avLst/>
            <a:gdLst>
              <a:gd name="T0" fmla="*/ 0 w 3312"/>
              <a:gd name="T1" fmla="*/ 648 h 1424"/>
              <a:gd name="T2" fmla="*/ 528 w 3312"/>
              <a:gd name="T3" fmla="*/ 744 h 1424"/>
              <a:gd name="T4" fmla="*/ 1008 w 3312"/>
              <a:gd name="T5" fmla="*/ 1272 h 1424"/>
              <a:gd name="T6" fmla="*/ 1344 w 3312"/>
              <a:gd name="T7" fmla="*/ 1416 h 1424"/>
              <a:gd name="T8" fmla="*/ 1872 w 3312"/>
              <a:gd name="T9" fmla="*/ 1320 h 1424"/>
              <a:gd name="T10" fmla="*/ 2256 w 3312"/>
              <a:gd name="T11" fmla="*/ 840 h 1424"/>
              <a:gd name="T12" fmla="*/ 2400 w 3312"/>
              <a:gd name="T13" fmla="*/ 408 h 1424"/>
              <a:gd name="T14" fmla="*/ 2640 w 3312"/>
              <a:gd name="T15" fmla="*/ 168 h 1424"/>
              <a:gd name="T16" fmla="*/ 3024 w 3312"/>
              <a:gd name="T17" fmla="*/ 24 h 1424"/>
              <a:gd name="T18" fmla="*/ 3312 w 3312"/>
              <a:gd name="T19" fmla="*/ 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2" h="1424">
                <a:moveTo>
                  <a:pt x="0" y="648"/>
                </a:moveTo>
                <a:cubicBezTo>
                  <a:pt x="180" y="644"/>
                  <a:pt x="360" y="640"/>
                  <a:pt x="528" y="744"/>
                </a:cubicBezTo>
                <a:cubicBezTo>
                  <a:pt x="696" y="848"/>
                  <a:pt x="872" y="1160"/>
                  <a:pt x="1008" y="1272"/>
                </a:cubicBezTo>
                <a:cubicBezTo>
                  <a:pt x="1144" y="1384"/>
                  <a:pt x="1200" y="1408"/>
                  <a:pt x="1344" y="1416"/>
                </a:cubicBezTo>
                <a:cubicBezTo>
                  <a:pt x="1488" y="1424"/>
                  <a:pt x="1720" y="1416"/>
                  <a:pt x="1872" y="1320"/>
                </a:cubicBezTo>
                <a:cubicBezTo>
                  <a:pt x="2024" y="1224"/>
                  <a:pt x="2168" y="992"/>
                  <a:pt x="2256" y="840"/>
                </a:cubicBezTo>
                <a:cubicBezTo>
                  <a:pt x="2344" y="688"/>
                  <a:pt x="2336" y="520"/>
                  <a:pt x="2400" y="408"/>
                </a:cubicBezTo>
                <a:cubicBezTo>
                  <a:pt x="2464" y="296"/>
                  <a:pt x="2536" y="232"/>
                  <a:pt x="2640" y="168"/>
                </a:cubicBezTo>
                <a:cubicBezTo>
                  <a:pt x="2744" y="104"/>
                  <a:pt x="2912" y="48"/>
                  <a:pt x="3024" y="24"/>
                </a:cubicBezTo>
                <a:cubicBezTo>
                  <a:pt x="3136" y="0"/>
                  <a:pt x="3224" y="12"/>
                  <a:pt x="3312" y="24"/>
                </a:cubicBez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5">
            <a:extLst>
              <a:ext uri="{FF2B5EF4-FFF2-40B4-BE49-F238E27FC236}">
                <a16:creationId xmlns:a16="http://schemas.microsoft.com/office/drawing/2014/main" id="{35E2F807-D1F7-47E9-9CE4-DA61FB0DD0A3}"/>
              </a:ext>
            </a:extLst>
          </p:cNvPr>
          <p:cNvSpPr txBox="1">
            <a:spLocks noChangeArrowheads="1"/>
          </p:cNvSpPr>
          <p:nvPr/>
        </p:nvSpPr>
        <p:spPr bwMode="auto">
          <a:xfrm>
            <a:off x="2021682" y="4078444"/>
            <a:ext cx="5262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Tx/>
              <a:buFontTx/>
              <a:buNone/>
            </a:pPr>
            <a:r>
              <a:rPr kumimoji="1" lang="zh-CN" altLang="en-US" b="1" dirty="0">
                <a:solidFill>
                  <a:srgbClr val="000000"/>
                </a:solidFill>
                <a:latin typeface="Times New Roman" panose="02020603050405020304" pitchFamily="18" charset="0"/>
                <a:ea typeface="宋体" panose="02010600030101010101" pitchFamily="2" charset="-122"/>
              </a:rPr>
              <a:t>项目团队成长各阶段的绩效水平与团队精神示意图</a:t>
            </a:r>
          </a:p>
        </p:txBody>
      </p:sp>
    </p:spTree>
    <p:extLst>
      <p:ext uri="{BB962C8B-B14F-4D97-AF65-F5344CB8AC3E}">
        <p14:creationId xmlns:p14="http://schemas.microsoft.com/office/powerpoint/2010/main" val="325861318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除团队精神外，其他影响团队绩效的因素有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．领导不利</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项目经理和管理人员能力不足。</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．目标不明</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项目和项目管理的目标不清楚。</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．职责不清</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项目相关利益者之间的职责不明确。</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．缺乏沟通</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项目相关利益者和项目团队沟通不利。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5</a:t>
            </a:r>
            <a:r>
              <a:rPr lang="zh-CN" altLang="en-US" sz="1700" dirty="0">
                <a:solidFill>
                  <a:srgbClr val="000000"/>
                </a:solidFill>
                <a:latin typeface="华文楷体" panose="02010600040101010101" pitchFamily="2" charset="-122"/>
                <a:ea typeface="华文楷体" panose="02010600040101010101" pitchFamily="2" charset="-122"/>
              </a:rPr>
              <a:t>．激励不足</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项目团队和项目相关利益者缺乏激励。</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6</a:t>
            </a:r>
            <a:r>
              <a:rPr lang="zh-CN" altLang="en-US" sz="1700" dirty="0">
                <a:solidFill>
                  <a:srgbClr val="000000"/>
                </a:solidFill>
                <a:latin typeface="华文楷体" panose="02010600040101010101" pitchFamily="2" charset="-122"/>
                <a:ea typeface="华文楷体" panose="02010600040101010101" pitchFamily="2" charset="-122"/>
              </a:rPr>
              <a:t>．规章不全</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项目管理和变更制度不全或实施不利。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7</a:t>
            </a:r>
            <a:r>
              <a:rPr lang="zh-CN" altLang="en-US" sz="1700" dirty="0">
                <a:solidFill>
                  <a:srgbClr val="000000"/>
                </a:solidFill>
                <a:latin typeface="华文楷体" panose="02010600040101010101" pitchFamily="2" charset="-122"/>
                <a:ea typeface="华文楷体" panose="02010600040101010101" pitchFamily="2" charset="-122"/>
              </a:rPr>
              <a:t>．约束无力</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主要对于项目团队成员行为约束不力。</a:t>
            </a:r>
          </a:p>
        </p:txBody>
      </p:sp>
    </p:spTree>
    <p:extLst>
      <p:ext uri="{BB962C8B-B14F-4D97-AF65-F5344CB8AC3E}">
        <p14:creationId xmlns:p14="http://schemas.microsoft.com/office/powerpoint/2010/main" val="329348466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6.3.3 </a:t>
            </a:r>
            <a:r>
              <a:rPr lang="zh-CN" altLang="en-US" sz="2400" spc="300" dirty="0">
                <a:latin typeface="微软雅黑" panose="020B0503020204020204" pitchFamily="34" charset="-122"/>
                <a:ea typeface="微软雅黑" panose="020B0503020204020204" pitchFamily="34" charset="-122"/>
              </a:rPr>
              <a:t>开发团队的建设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软件项目开发团队建设通常包含如下内容：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加强团队整合，建立有效的团队激励机制与约束机制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建立有效的沟通机制，创建相互信任、团结互助的团队精神</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加强技术培训与交流，注意知识创新，不断提高团队成员的创新能力</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重视软件项目开发团队的管理，聘用优秀人才，重视对人才的不断培养</a:t>
            </a:r>
          </a:p>
        </p:txBody>
      </p:sp>
    </p:spTree>
    <p:extLst>
      <p:ext uri="{BB962C8B-B14F-4D97-AF65-F5344CB8AC3E}">
        <p14:creationId xmlns:p14="http://schemas.microsoft.com/office/powerpoint/2010/main" val="56791441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激励机制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项目的绩效考评与激励</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绩效考评与激励也是项目人力资源管理的一项重要工作，同时它也是调动项目团队成员积极性和创造性最有效的手段之一。</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绩效考评通过对团队成员工作绩效的考察与评价，去反映团队成员的实际能力和业绩以及对某种工作职位的适应度。</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项目的激励则是运用有关行为科学的方法和手段，对团队成员的行为满足的需要予以满足或限制，从而激发团队成员的行为动机和潜能，为实现项目的目标服务。</a:t>
            </a:r>
          </a:p>
        </p:txBody>
      </p:sp>
    </p:spTree>
    <p:extLst>
      <p:ext uri="{BB962C8B-B14F-4D97-AF65-F5344CB8AC3E}">
        <p14:creationId xmlns:p14="http://schemas.microsoft.com/office/powerpoint/2010/main" val="74218463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激励机制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一、激励理论</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激励的过程主要有</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个部分，即：需要、动机、行为、绩效。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首先是需要的产生，这种要求一时不能得到满足时，心理上会产生一种不安和紧张状态，这种不安和紧张状态会成为一种内在的驱动力，导致某种行为或行动，进而去实现目标，一旦达到目标就会带来满足，这种满足又会为新的需要提供强化。</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激励和动机紧密相连，所谓动机就是个体通过高水平的努力而实现组织目标的愿望，而这种努力又能满足个体的某些需要。</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49366041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激励机制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马斯洛的需求层次理论</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生理需要</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维持人类自身生命的最基本需要，如吃、穿、住、行、睡等。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安全需要</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如就业工作、医疗、保险、社会保障等。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友爱与归属需要</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人们希望得到友情，被他人接受，成为群体一分子。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尊重需要</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个人自尊心，受他人尊敬及成就得到承认，对名誉、地位的追求等。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自我实现需要</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人类最高层次的需要。追求理想、自我价值、使命感，创造性和独立精神等。</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0810294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激励机制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二</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激励因素</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．物质激励 </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．精神激励</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参与感</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发展机遇</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工作乐趣</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荣誉感</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．其他激励手段：权力、任务、预算、提升、金钱、处罚、工作挑战、技术特长和友谊。</a:t>
            </a:r>
          </a:p>
        </p:txBody>
      </p:sp>
    </p:spTree>
    <p:extLst>
      <p:ext uri="{BB962C8B-B14F-4D97-AF65-F5344CB8AC3E}">
        <p14:creationId xmlns:p14="http://schemas.microsoft.com/office/powerpoint/2010/main" val="161731937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9250</TotalTime>
  <Words>6827</Words>
  <Application>Microsoft Office PowerPoint</Application>
  <PresentationFormat>全屏显示(16:9)</PresentationFormat>
  <Paragraphs>1220</Paragraphs>
  <Slides>82</Slides>
  <Notes>81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82</vt:i4>
      </vt:variant>
    </vt:vector>
  </HeadingPairs>
  <TitlesOfParts>
    <vt:vector size="95" baseType="lpstr">
      <vt:lpstr>-apple-system</vt:lpstr>
      <vt:lpstr>PingFang SC</vt:lpstr>
      <vt:lpstr>黑体</vt:lpstr>
      <vt:lpstr>华文楷体</vt:lpstr>
      <vt:lpstr>楷体_GB2312</vt:lpstr>
      <vt:lpstr>微软雅黑</vt:lpstr>
      <vt:lpstr>Arial</vt:lpstr>
      <vt:lpstr>Calibri</vt:lpstr>
      <vt:lpstr>Times New Roman</vt:lpstr>
      <vt:lpstr>Wingdings</vt:lpstr>
      <vt:lpstr>清风素材 https://12sc.taobao.com/</vt:lpstr>
      <vt:lpstr>MathType 7.0 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203</cp:revision>
  <dcterms:created xsi:type="dcterms:W3CDTF">2015-01-23T04:02:00Z</dcterms:created>
  <dcterms:modified xsi:type="dcterms:W3CDTF">2023-12-13T14:43:03Z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
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1"/>
  </p:notesMasterIdLst>
  <p:sldIdLst>
    <p:sldId id="301" r:id="rId2"/>
    <p:sldId id="705" r:id="rId3"/>
    <p:sldId id="697" r:id="rId4"/>
    <p:sldId id="698" r:id="rId5"/>
    <p:sldId id="702" r:id="rId6"/>
    <p:sldId id="682" r:id="rId7"/>
    <p:sldId id="562" r:id="rId8"/>
    <p:sldId id="625" r:id="rId9"/>
    <p:sldId id="624" r:id="rId10"/>
    <p:sldId id="674" r:id="rId11"/>
    <p:sldId id="566" r:id="rId12"/>
    <p:sldId id="676" r:id="rId13"/>
    <p:sldId id="680" r:id="rId14"/>
    <p:sldId id="679" r:id="rId15"/>
    <p:sldId id="677" r:id="rId16"/>
    <p:sldId id="681" r:id="rId17"/>
    <p:sldId id="723" r:id="rId18"/>
    <p:sldId id="724" r:id="rId19"/>
    <p:sldId id="725" r:id="rId20"/>
    <p:sldId id="662" r:id="rId21"/>
    <p:sldId id="568" r:id="rId22"/>
    <p:sldId id="726" r:id="rId23"/>
    <p:sldId id="603" r:id="rId24"/>
    <p:sldId id="556" r:id="rId25"/>
    <p:sldId id="560" r:id="rId26"/>
    <p:sldId id="613" r:id="rId27"/>
    <p:sldId id="684" r:id="rId28"/>
    <p:sldId id="583" r:id="rId29"/>
    <p:sldId id="582" r:id="rId30"/>
    <p:sldId id="584" r:id="rId31"/>
    <p:sldId id="661" r:id="rId32"/>
    <p:sldId id="567" r:id="rId33"/>
    <p:sldId id="601" r:id="rId34"/>
    <p:sldId id="605" r:id="rId35"/>
    <p:sldId id="606" r:id="rId36"/>
    <p:sldId id="607" r:id="rId37"/>
    <p:sldId id="608" r:id="rId38"/>
    <p:sldId id="609" r:id="rId39"/>
    <p:sldId id="610" r:id="rId40"/>
    <p:sldId id="703" r:id="rId41"/>
    <p:sldId id="663" r:id="rId42"/>
    <p:sldId id="573" r:id="rId43"/>
    <p:sldId id="600" r:id="rId44"/>
    <p:sldId id="671" r:id="rId45"/>
    <p:sldId id="571" r:id="rId46"/>
    <p:sldId id="704" r:id="rId47"/>
    <p:sldId id="659" r:id="rId48"/>
    <p:sldId id="598" r:id="rId49"/>
    <p:sldId id="706" r:id="rId50"/>
    <p:sldId id="691" r:id="rId51"/>
    <p:sldId id="695" r:id="rId52"/>
    <p:sldId id="696" r:id="rId53"/>
    <p:sldId id="688" r:id="rId54"/>
    <p:sldId id="727" r:id="rId55"/>
    <p:sldId id="728" r:id="rId56"/>
    <p:sldId id="563" r:id="rId57"/>
    <p:sldId id="564" r:id="rId58"/>
    <p:sldId id="565" r:id="rId59"/>
    <p:sldId id="569" r:id="rId60"/>
    <p:sldId id="570" r:id="rId61"/>
    <p:sldId id="572" r:id="rId62"/>
    <p:sldId id="580" r:id="rId63"/>
    <p:sldId id="574" r:id="rId64"/>
    <p:sldId id="579" r:id="rId65"/>
    <p:sldId id="575" r:id="rId66"/>
    <p:sldId id="576" r:id="rId67"/>
    <p:sldId id="577" r:id="rId68"/>
    <p:sldId id="578" r:id="rId69"/>
    <p:sldId id="700" r:id="rId70"/>
    <p:sldId id="722" r:id="rId71"/>
    <p:sldId id="593" r:id="rId72"/>
    <p:sldId id="719" r:id="rId73"/>
    <p:sldId id="721" r:id="rId74"/>
    <p:sldId id="720" r:id="rId75"/>
    <p:sldId id="588" r:id="rId76"/>
    <p:sldId id="672" r:id="rId77"/>
    <p:sldId id="673" r:id="rId78"/>
    <p:sldId id="616" r:id="rId79"/>
    <p:sldId id="620" r:id="rId80"/>
    <p:sldId id="621" r:id="rId81"/>
    <p:sldId id="594" r:id="rId82"/>
    <p:sldId id="589" r:id="rId83"/>
    <p:sldId id="665" r:id="rId84"/>
    <p:sldId id="590" r:id="rId85"/>
    <p:sldId id="595" r:id="rId86"/>
    <p:sldId id="617" r:id="rId87"/>
    <p:sldId id="618" r:id="rId88"/>
    <p:sldId id="670" r:id="rId89"/>
    <p:sldId id="666" r:id="rId90"/>
    <p:sldId id="667" r:id="rId91"/>
    <p:sldId id="619" r:id="rId92"/>
    <p:sldId id="668" r:id="rId93"/>
    <p:sldId id="701" r:id="rId94"/>
    <p:sldId id="708" r:id="rId95"/>
    <p:sldId id="640" r:id="rId96"/>
    <p:sldId id="615" r:id="rId97"/>
    <p:sldId id="711" r:id="rId98"/>
    <p:sldId id="641" r:id="rId99"/>
    <p:sldId id="627" r:id="rId100"/>
    <p:sldId id="628" r:id="rId101"/>
    <p:sldId id="709" r:id="rId102"/>
    <p:sldId id="629" r:id="rId103"/>
    <p:sldId id="642" r:id="rId104"/>
    <p:sldId id="630" r:id="rId105"/>
    <p:sldId id="631" r:id="rId106"/>
    <p:sldId id="632" r:id="rId107"/>
    <p:sldId id="710" r:id="rId108"/>
    <p:sldId id="669" r:id="rId109"/>
    <p:sldId id="633" r:id="rId110"/>
    <p:sldId id="634" r:id="rId111"/>
    <p:sldId id="635" r:id="rId112"/>
    <p:sldId id="636" r:id="rId113"/>
    <p:sldId id="637" r:id="rId114"/>
    <p:sldId id="638" r:id="rId115"/>
    <p:sldId id="643" r:id="rId116"/>
    <p:sldId id="645" r:id="rId117"/>
    <p:sldId id="644" r:id="rId118"/>
    <p:sldId id="348" r:id="rId119"/>
    <p:sldId id="646" r:id="rId120"/>
    <p:sldId id="647" r:id="rId121"/>
    <p:sldId id="648" r:id="rId122"/>
    <p:sldId id="649" r:id="rId123"/>
    <p:sldId id="650" r:id="rId124"/>
    <p:sldId id="712" r:id="rId125"/>
    <p:sldId id="713" r:id="rId126"/>
    <p:sldId id="714" r:id="rId127"/>
    <p:sldId id="651" r:id="rId128"/>
    <p:sldId id="655" r:id="rId129"/>
    <p:sldId id="276" r:id="rId130"/>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78">
          <p15:clr>
            <a:srgbClr val="A4A3A4"/>
          </p15:clr>
        </p15:guide>
        <p15:guide id="2" pos="291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E223A"/>
    <a:srgbClr val="1A3F6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DC87A0-9DE2-486C-952D-B205F2BECC7A}" v="91" dt="2022-11-29T01:26:49.824"/>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740" y="60"/>
      </p:cViewPr>
      <p:guideLst>
        <p:guide orient="horz" pos="1678"/>
        <p:guide pos="291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microsoft.com/office/2015/10/relationships/revisionInfo" Target="revisionInfo.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翟 锐" userId="fef11181f709266a" providerId="LiveId" clId="{AEA8C48D-A88E-41A8-996F-05FEDD330E7A}"/>
    <pc:docChg chg="undo custSel modSld">
      <pc:chgData name="翟 锐" userId="fef11181f709266a" providerId="LiveId" clId="{AEA8C48D-A88E-41A8-996F-05FEDD330E7A}" dt="2022-09-19T01:05:15.559" v="31" actId="404"/>
      <pc:docMkLst>
        <pc:docMk/>
      </pc:docMkLst>
      <pc:sldChg chg="modSp mod">
        <pc:chgData name="翟 锐" userId="fef11181f709266a" providerId="LiveId" clId="{AEA8C48D-A88E-41A8-996F-05FEDD330E7A}" dt="2022-08-31T07:01:48.795" v="6" actId="1036"/>
        <pc:sldMkLst>
          <pc:docMk/>
          <pc:sldMk cId="0" sldId="301"/>
        </pc:sldMkLst>
        <pc:spChg chg="mod">
          <ac:chgData name="翟 锐" userId="fef11181f709266a" providerId="LiveId" clId="{AEA8C48D-A88E-41A8-996F-05FEDD330E7A}" dt="2022-08-31T07:01:48.795" v="6" actId="1036"/>
          <ac:spMkLst>
            <pc:docMk/>
            <pc:sldMk cId="0" sldId="301"/>
            <ac:spMk id="9" creationId="{00000000-0000-0000-0000-000000000000}"/>
          </ac:spMkLst>
        </pc:spChg>
        <pc:spChg chg="mod">
          <ac:chgData name="翟 锐" userId="fef11181f709266a" providerId="LiveId" clId="{AEA8C48D-A88E-41A8-996F-05FEDD330E7A}" dt="2022-08-31T07:01:43.296" v="5" actId="20577"/>
          <ac:spMkLst>
            <pc:docMk/>
            <pc:sldMk cId="0" sldId="301"/>
            <ac:spMk id="10" creationId="{00000000-0000-0000-0000-000000000000}"/>
          </ac:spMkLst>
        </pc:spChg>
      </pc:sldChg>
      <pc:sldChg chg="modSp mod">
        <pc:chgData name="翟 锐" userId="fef11181f709266a" providerId="LiveId" clId="{AEA8C48D-A88E-41A8-996F-05FEDD330E7A}" dt="2022-08-31T07:41:18.361" v="17" actId="20577"/>
        <pc:sldMkLst>
          <pc:docMk/>
          <pc:sldMk cId="1280055722" sldId="674"/>
        </pc:sldMkLst>
        <pc:spChg chg="mod">
          <ac:chgData name="翟 锐" userId="fef11181f709266a" providerId="LiveId" clId="{AEA8C48D-A88E-41A8-996F-05FEDD330E7A}" dt="2022-08-31T07:41:18.361" v="17" actId="20577"/>
          <ac:spMkLst>
            <pc:docMk/>
            <pc:sldMk cId="1280055722" sldId="674"/>
            <ac:spMk id="2" creationId="{1A343DEC-CFF6-41F5-B87C-0DFC08C67B76}"/>
          </ac:spMkLst>
        </pc:spChg>
      </pc:sldChg>
      <pc:sldChg chg="modSp mod">
        <pc:chgData name="翟 锐" userId="fef11181f709266a" providerId="LiveId" clId="{AEA8C48D-A88E-41A8-996F-05FEDD330E7A}" dt="2022-08-31T07:44:18.404" v="18" actId="1076"/>
        <pc:sldMkLst>
          <pc:docMk/>
          <pc:sldMk cId="1531944380" sldId="681"/>
        </pc:sldMkLst>
        <pc:spChg chg="mod">
          <ac:chgData name="翟 锐" userId="fef11181f709266a" providerId="LiveId" clId="{AEA8C48D-A88E-41A8-996F-05FEDD330E7A}" dt="2022-08-31T07:44:18.404" v="18" actId="1076"/>
          <ac:spMkLst>
            <pc:docMk/>
            <pc:sldMk cId="1531944380" sldId="681"/>
            <ac:spMk id="2" creationId="{1A343DEC-CFF6-41F5-B87C-0DFC08C67B76}"/>
          </ac:spMkLst>
        </pc:spChg>
      </pc:sldChg>
      <pc:sldChg chg="modSp mod">
        <pc:chgData name="翟 锐" userId="fef11181f709266a" providerId="LiveId" clId="{AEA8C48D-A88E-41A8-996F-05FEDD330E7A}" dt="2022-09-07T07:41:20.220" v="24" actId="313"/>
        <pc:sldMkLst>
          <pc:docMk/>
          <pc:sldMk cId="4075799021" sldId="696"/>
        </pc:sldMkLst>
        <pc:spChg chg="mod">
          <ac:chgData name="翟 锐" userId="fef11181f709266a" providerId="LiveId" clId="{AEA8C48D-A88E-41A8-996F-05FEDD330E7A}" dt="2022-09-07T07:41:20.220" v="24" actId="313"/>
          <ac:spMkLst>
            <pc:docMk/>
            <pc:sldMk cId="4075799021" sldId="696"/>
            <ac:spMk id="2" creationId="{1A343DEC-CFF6-41F5-B87C-0DFC08C67B76}"/>
          </ac:spMkLst>
        </pc:spChg>
      </pc:sldChg>
      <pc:sldChg chg="modSp mod">
        <pc:chgData name="翟 锐" userId="fef11181f709266a" providerId="LiveId" clId="{AEA8C48D-A88E-41A8-996F-05FEDD330E7A}" dt="2022-09-19T01:05:15.559" v="31" actId="404"/>
        <pc:sldMkLst>
          <pc:docMk/>
          <pc:sldMk cId="601336587" sldId="711"/>
        </pc:sldMkLst>
        <pc:spChg chg="mod">
          <ac:chgData name="翟 锐" userId="fef11181f709266a" providerId="LiveId" clId="{AEA8C48D-A88E-41A8-996F-05FEDD330E7A}" dt="2022-09-19T01:05:15.559" v="31" actId="404"/>
          <ac:spMkLst>
            <pc:docMk/>
            <pc:sldMk cId="601336587" sldId="711"/>
            <ac:spMk id="2" creationId="{1A343DEC-CFF6-41F5-B87C-0DFC08C67B76}"/>
          </ac:spMkLst>
        </pc:spChg>
      </pc:sldChg>
    </pc:docChg>
  </pc:docChgLst>
  <pc:docChgLst>
    <pc:chgData name="翟 锐" userId="fef11181f709266a" providerId="LiveId" clId="{727D35D6-B4E6-4AF0-8F74-99EBC6E1954B}"/>
    <pc:docChg chg="undo redo custSel addSld delSld modSld sldOrd">
      <pc:chgData name="翟 锐" userId="fef11181f709266a" providerId="LiveId" clId="{727D35D6-B4E6-4AF0-8F74-99EBC6E1954B}" dt="2020-09-24T13:51:29.172" v="4024"/>
      <pc:docMkLst>
        <pc:docMk/>
      </pc:docMkLst>
      <pc:sldChg chg="add">
        <pc:chgData name="翟 锐" userId="fef11181f709266a" providerId="LiveId" clId="{727D35D6-B4E6-4AF0-8F74-99EBC6E1954B}" dt="2020-09-05T02:09:13.893" v="252"/>
        <pc:sldMkLst>
          <pc:docMk/>
          <pc:sldMk cId="0" sldId="276"/>
        </pc:sldMkLst>
      </pc:sldChg>
      <pc:sldChg chg="add">
        <pc:chgData name="翟 锐" userId="fef11181f709266a" providerId="LiveId" clId="{727D35D6-B4E6-4AF0-8F74-99EBC6E1954B}" dt="2020-09-05T02:09:13.893" v="252"/>
        <pc:sldMkLst>
          <pc:docMk/>
          <pc:sldMk cId="2548502572" sldId="348"/>
        </pc:sldMkLst>
      </pc:sldChg>
      <pc:sldChg chg="add">
        <pc:chgData name="翟 锐" userId="fef11181f709266a" providerId="LiveId" clId="{727D35D6-B4E6-4AF0-8F74-99EBC6E1954B}" dt="2020-09-05T02:09:13.893" v="252"/>
        <pc:sldMkLst>
          <pc:docMk/>
          <pc:sldMk cId="0" sldId="380"/>
        </pc:sldMkLst>
      </pc:sldChg>
      <pc:sldChg chg="add">
        <pc:chgData name="翟 锐" userId="fef11181f709266a" providerId="LiveId" clId="{727D35D6-B4E6-4AF0-8F74-99EBC6E1954B}" dt="2020-09-05T02:09:13.893" v="252"/>
        <pc:sldMkLst>
          <pc:docMk/>
          <pc:sldMk cId="0" sldId="381"/>
        </pc:sldMkLst>
      </pc:sldChg>
      <pc:sldChg chg="del">
        <pc:chgData name="翟 锐" userId="fef11181f709266a" providerId="LiveId" clId="{727D35D6-B4E6-4AF0-8F74-99EBC6E1954B}" dt="2020-09-05T16:27:12.088" v="1293" actId="47"/>
        <pc:sldMkLst>
          <pc:docMk/>
          <pc:sldMk cId="126446515" sldId="521"/>
        </pc:sldMkLst>
      </pc:sldChg>
      <pc:sldChg chg="addSp delSp modSp mod">
        <pc:chgData name="翟 锐" userId="fef11181f709266a" providerId="LiveId" clId="{727D35D6-B4E6-4AF0-8F74-99EBC6E1954B}" dt="2020-09-23T16:38:43.201" v="2015" actId="20577"/>
        <pc:sldMkLst>
          <pc:docMk/>
          <pc:sldMk cId="2981006032" sldId="556"/>
        </pc:sldMkLst>
        <pc:spChg chg="add del mod">
          <ac:chgData name="翟 锐" userId="fef11181f709266a" providerId="LiveId" clId="{727D35D6-B4E6-4AF0-8F74-99EBC6E1954B}" dt="2020-09-23T16:38:43.201" v="2015" actId="20577"/>
          <ac:spMkLst>
            <pc:docMk/>
            <pc:sldMk cId="2981006032" sldId="556"/>
            <ac:spMk id="2" creationId="{1A343DEC-CFF6-41F5-B87C-0DFC08C67B76}"/>
          </ac:spMkLst>
        </pc:spChg>
      </pc:sldChg>
      <pc:sldChg chg="modSp">
        <pc:chgData name="翟 锐" userId="fef11181f709266a" providerId="LiveId" clId="{727D35D6-B4E6-4AF0-8F74-99EBC6E1954B}" dt="2020-09-24T13:39:25.997" v="3917" actId="6549"/>
        <pc:sldMkLst>
          <pc:docMk/>
          <pc:sldMk cId="4115886382" sldId="558"/>
        </pc:sldMkLst>
        <pc:spChg chg="mod">
          <ac:chgData name="翟 锐" userId="fef11181f709266a" providerId="LiveId" clId="{727D35D6-B4E6-4AF0-8F74-99EBC6E1954B}" dt="2020-09-24T13:39:25.997" v="3917" actId="6549"/>
          <ac:spMkLst>
            <pc:docMk/>
            <pc:sldMk cId="4115886382" sldId="558"/>
            <ac:spMk id="16" creationId="{00000000-0000-0000-0000-000000000000}"/>
          </ac:spMkLst>
        </pc:spChg>
        <pc:spChg chg="mod">
          <ac:chgData name="翟 锐" userId="fef11181f709266a" providerId="LiveId" clId="{727D35D6-B4E6-4AF0-8F74-99EBC6E1954B}" dt="2020-09-24T13:39:18.508" v="3915"/>
          <ac:spMkLst>
            <pc:docMk/>
            <pc:sldMk cId="4115886382" sldId="558"/>
            <ac:spMk id="28" creationId="{00000000-0000-0000-0000-000000000000}"/>
          </ac:spMkLst>
        </pc:spChg>
      </pc:sldChg>
      <pc:sldChg chg="modSp">
        <pc:chgData name="翟 锐" userId="fef11181f709266a" providerId="LiveId" clId="{727D35D6-B4E6-4AF0-8F74-99EBC6E1954B}" dt="2020-09-24T13:39:34.276" v="3919" actId="6549"/>
        <pc:sldMkLst>
          <pc:docMk/>
          <pc:sldMk cId="3827089109" sldId="559"/>
        </pc:sldMkLst>
        <pc:spChg chg="mod">
          <ac:chgData name="翟 锐" userId="fef11181f709266a" providerId="LiveId" clId="{727D35D6-B4E6-4AF0-8F74-99EBC6E1954B}" dt="2020-09-24T13:39:34.276" v="3919" actId="6549"/>
          <ac:spMkLst>
            <pc:docMk/>
            <pc:sldMk cId="3827089109" sldId="559"/>
            <ac:spMk id="16" creationId="{00000000-0000-0000-0000-000000000000}"/>
          </ac:spMkLst>
        </pc:spChg>
        <pc:spChg chg="mod">
          <ac:chgData name="翟 锐" userId="fef11181f709266a" providerId="LiveId" clId="{727D35D6-B4E6-4AF0-8F74-99EBC6E1954B}" dt="2020-09-24T13:35:30.448" v="3850"/>
          <ac:spMkLst>
            <pc:docMk/>
            <pc:sldMk cId="3827089109" sldId="559"/>
            <ac:spMk id="28" creationId="{00000000-0000-0000-0000-000000000000}"/>
          </ac:spMkLst>
        </pc:spChg>
      </pc:sldChg>
      <pc:sldChg chg="modSp mod">
        <pc:chgData name="翟 锐" userId="fef11181f709266a" providerId="LiveId" clId="{727D35D6-B4E6-4AF0-8F74-99EBC6E1954B}" dt="2020-09-24T09:45:16.417" v="2347" actId="21"/>
        <pc:sldMkLst>
          <pc:docMk/>
          <pc:sldMk cId="40839046" sldId="560"/>
        </pc:sldMkLst>
        <pc:spChg chg="mod">
          <ac:chgData name="翟 锐" userId="fef11181f709266a" providerId="LiveId" clId="{727D35D6-B4E6-4AF0-8F74-99EBC6E1954B}" dt="2020-09-24T09:45:16.417" v="2347" actId="21"/>
          <ac:spMkLst>
            <pc:docMk/>
            <pc:sldMk cId="40839046" sldId="560"/>
            <ac:spMk id="2" creationId="{1A343DEC-CFF6-41F5-B87C-0DFC08C67B76}"/>
          </ac:spMkLst>
        </pc:spChg>
      </pc:sldChg>
      <pc:sldChg chg="modSp">
        <pc:chgData name="翟 锐" userId="fef11181f709266a" providerId="LiveId" clId="{727D35D6-B4E6-4AF0-8F74-99EBC6E1954B}" dt="2020-09-24T13:44:16.674" v="3980" actId="207"/>
        <pc:sldMkLst>
          <pc:docMk/>
          <pc:sldMk cId="4092072796" sldId="561"/>
        </pc:sldMkLst>
        <pc:spChg chg="mod">
          <ac:chgData name="翟 锐" userId="fef11181f709266a" providerId="LiveId" clId="{727D35D6-B4E6-4AF0-8F74-99EBC6E1954B}" dt="2020-09-24T13:33:59.818" v="3816"/>
          <ac:spMkLst>
            <pc:docMk/>
            <pc:sldMk cId="4092072796" sldId="561"/>
            <ac:spMk id="16" creationId="{00000000-0000-0000-0000-000000000000}"/>
          </ac:spMkLst>
        </pc:spChg>
        <pc:spChg chg="mod">
          <ac:chgData name="翟 锐" userId="fef11181f709266a" providerId="LiveId" clId="{727D35D6-B4E6-4AF0-8F74-99EBC6E1954B}" dt="2020-09-24T13:44:16.674" v="3980" actId="207"/>
          <ac:spMkLst>
            <pc:docMk/>
            <pc:sldMk cId="4092072796" sldId="561"/>
            <ac:spMk id="28" creationId="{00000000-0000-0000-0000-000000000000}"/>
          </ac:spMkLst>
        </pc:spChg>
      </pc:sldChg>
      <pc:sldChg chg="modSp mod ord">
        <pc:chgData name="翟 锐" userId="fef11181f709266a" providerId="LiveId" clId="{727D35D6-B4E6-4AF0-8F74-99EBC6E1954B}" dt="2020-09-24T13:42:43.189" v="3927" actId="20577"/>
        <pc:sldMkLst>
          <pc:docMk/>
          <pc:sldMk cId="634261918" sldId="562"/>
        </pc:sldMkLst>
        <pc:spChg chg="mod">
          <ac:chgData name="翟 锐" userId="fef11181f709266a" providerId="LiveId" clId="{727D35D6-B4E6-4AF0-8F74-99EBC6E1954B}" dt="2020-09-24T13:42:43.189" v="3927" actId="20577"/>
          <ac:spMkLst>
            <pc:docMk/>
            <pc:sldMk cId="634261918" sldId="562"/>
            <ac:spMk id="2" creationId="{1A343DEC-CFF6-41F5-B87C-0DFC08C67B76}"/>
          </ac:spMkLst>
        </pc:spChg>
        <pc:spChg chg="mod">
          <ac:chgData name="翟 锐" userId="fef11181f709266a" providerId="LiveId" clId="{727D35D6-B4E6-4AF0-8F74-99EBC6E1954B}" dt="2020-09-24T13:37:29.044" v="3902"/>
          <ac:spMkLst>
            <pc:docMk/>
            <pc:sldMk cId="634261918" sldId="562"/>
            <ac:spMk id="35" creationId="{00000000-0000-0000-0000-000000000000}"/>
          </ac:spMkLst>
        </pc:spChg>
      </pc:sldChg>
      <pc:sldChg chg="modSp mod ord">
        <pc:chgData name="翟 锐" userId="fef11181f709266a" providerId="LiveId" clId="{727D35D6-B4E6-4AF0-8F74-99EBC6E1954B}" dt="2020-09-06T05:20:13.136" v="1757"/>
        <pc:sldMkLst>
          <pc:docMk/>
          <pc:sldMk cId="3051887953" sldId="563"/>
        </pc:sldMkLst>
        <pc:spChg chg="mod">
          <ac:chgData name="翟 锐" userId="fef11181f709266a" providerId="LiveId" clId="{727D35D6-B4E6-4AF0-8F74-99EBC6E1954B}" dt="2020-09-05T16:21:16.670" v="1186" actId="6549"/>
          <ac:spMkLst>
            <pc:docMk/>
            <pc:sldMk cId="3051887953" sldId="563"/>
            <ac:spMk id="2" creationId="{1A343DEC-CFF6-41F5-B87C-0DFC08C67B76}"/>
          </ac:spMkLst>
        </pc:spChg>
        <pc:spChg chg="mod">
          <ac:chgData name="翟 锐" userId="fef11181f709266a" providerId="LiveId" clId="{727D35D6-B4E6-4AF0-8F74-99EBC6E1954B}" dt="2020-09-06T05:20:13.136" v="1757"/>
          <ac:spMkLst>
            <pc:docMk/>
            <pc:sldMk cId="3051887953" sldId="563"/>
            <ac:spMk id="35" creationId="{00000000-0000-0000-0000-000000000000}"/>
          </ac:spMkLst>
        </pc:spChg>
      </pc:sldChg>
      <pc:sldChg chg="modSp mod ord">
        <pc:chgData name="翟 锐" userId="fef11181f709266a" providerId="LiveId" clId="{727D35D6-B4E6-4AF0-8F74-99EBC6E1954B}" dt="2020-09-24T13:23:27.274" v="3727" actId="15"/>
        <pc:sldMkLst>
          <pc:docMk/>
          <pc:sldMk cId="3404202409" sldId="564"/>
        </pc:sldMkLst>
        <pc:spChg chg="mod">
          <ac:chgData name="翟 锐" userId="fef11181f709266a" providerId="LiveId" clId="{727D35D6-B4E6-4AF0-8F74-99EBC6E1954B}" dt="2020-09-24T13:23:27.274" v="3727" actId="15"/>
          <ac:spMkLst>
            <pc:docMk/>
            <pc:sldMk cId="3404202409" sldId="564"/>
            <ac:spMk id="2" creationId="{1A343DEC-CFF6-41F5-B87C-0DFC08C67B76}"/>
          </ac:spMkLst>
        </pc:spChg>
        <pc:spChg chg="mod">
          <ac:chgData name="翟 锐" userId="fef11181f709266a" providerId="LiveId" clId="{727D35D6-B4E6-4AF0-8F74-99EBC6E1954B}" dt="2020-09-06T05:20:10.751" v="1756"/>
          <ac:spMkLst>
            <pc:docMk/>
            <pc:sldMk cId="3404202409" sldId="564"/>
            <ac:spMk id="35" creationId="{00000000-0000-0000-0000-000000000000}"/>
          </ac:spMkLst>
        </pc:spChg>
      </pc:sldChg>
      <pc:sldChg chg="modSp mod">
        <pc:chgData name="翟 锐" userId="fef11181f709266a" providerId="LiveId" clId="{727D35D6-B4E6-4AF0-8F74-99EBC6E1954B}" dt="2020-09-24T13:23:40.214" v="3728" actId="1076"/>
        <pc:sldMkLst>
          <pc:docMk/>
          <pc:sldMk cId="146979102" sldId="565"/>
        </pc:sldMkLst>
        <pc:spChg chg="mod">
          <ac:chgData name="翟 锐" userId="fef11181f709266a" providerId="LiveId" clId="{727D35D6-B4E6-4AF0-8F74-99EBC6E1954B}" dt="2020-09-06T05:16:31.977" v="1535"/>
          <ac:spMkLst>
            <pc:docMk/>
            <pc:sldMk cId="146979102" sldId="565"/>
            <ac:spMk id="2" creationId="{1A343DEC-CFF6-41F5-B87C-0DFC08C67B76}"/>
          </ac:spMkLst>
        </pc:spChg>
        <pc:spChg chg="mod">
          <ac:chgData name="翟 锐" userId="fef11181f709266a" providerId="LiveId" clId="{727D35D6-B4E6-4AF0-8F74-99EBC6E1954B}" dt="2020-09-06T05:16:55.787" v="1606" actId="20577"/>
          <ac:spMkLst>
            <pc:docMk/>
            <pc:sldMk cId="146979102" sldId="565"/>
            <ac:spMk id="35" creationId="{00000000-0000-0000-0000-000000000000}"/>
          </ac:spMkLst>
        </pc:spChg>
        <pc:picChg chg="mod">
          <ac:chgData name="翟 锐" userId="fef11181f709266a" providerId="LiveId" clId="{727D35D6-B4E6-4AF0-8F74-99EBC6E1954B}" dt="2020-09-24T13:23:40.214" v="3728" actId="1076"/>
          <ac:picMkLst>
            <pc:docMk/>
            <pc:sldMk cId="146979102" sldId="565"/>
            <ac:picMk id="6" creationId="{CEC16A83-D065-4F47-95B4-63FF26FFD825}"/>
          </ac:picMkLst>
        </pc:picChg>
      </pc:sldChg>
      <pc:sldChg chg="modSp mod ord">
        <pc:chgData name="翟 锐" userId="fef11181f709266a" providerId="LiveId" clId="{727D35D6-B4E6-4AF0-8F74-99EBC6E1954B}" dt="2020-09-24T13:16:41.123" v="3720" actId="20578"/>
        <pc:sldMkLst>
          <pc:docMk/>
          <pc:sldMk cId="727514361" sldId="566"/>
        </pc:sldMkLst>
        <pc:spChg chg="mod">
          <ac:chgData name="翟 锐" userId="fef11181f709266a" providerId="LiveId" clId="{727D35D6-B4E6-4AF0-8F74-99EBC6E1954B}" dt="2020-09-23T16:44:35.487" v="2085" actId="6549"/>
          <ac:spMkLst>
            <pc:docMk/>
            <pc:sldMk cId="727514361" sldId="566"/>
            <ac:spMk id="2" creationId="{1A343DEC-CFF6-41F5-B87C-0DFC08C67B76}"/>
          </ac:spMkLst>
        </pc:spChg>
      </pc:sldChg>
      <pc:sldChg chg="modSp add mod">
        <pc:chgData name="翟 锐" userId="fef11181f709266a" providerId="LiveId" clId="{727D35D6-B4E6-4AF0-8F74-99EBC6E1954B}" dt="2020-09-23T16:46:43.808" v="2093" actId="12"/>
        <pc:sldMkLst>
          <pc:docMk/>
          <pc:sldMk cId="1981665619" sldId="567"/>
        </pc:sldMkLst>
        <pc:spChg chg="mod">
          <ac:chgData name="翟 锐" userId="fef11181f709266a" providerId="LiveId" clId="{727D35D6-B4E6-4AF0-8F74-99EBC6E1954B}" dt="2020-09-23T16:46:43.808" v="2093" actId="12"/>
          <ac:spMkLst>
            <pc:docMk/>
            <pc:sldMk cId="1981665619" sldId="567"/>
            <ac:spMk id="2" creationId="{1A343DEC-CFF6-41F5-B87C-0DFC08C67B76}"/>
          </ac:spMkLst>
        </pc:spChg>
      </pc:sldChg>
      <pc:sldChg chg="modSp del mod">
        <pc:chgData name="翟 锐" userId="fef11181f709266a" providerId="LiveId" clId="{727D35D6-B4E6-4AF0-8F74-99EBC6E1954B}" dt="2020-08-29T09:10:51.105" v="244" actId="2696"/>
        <pc:sldMkLst>
          <pc:docMk/>
          <pc:sldMk cId="2335307117" sldId="567"/>
        </pc:sldMkLst>
        <pc:spChg chg="mod">
          <ac:chgData name="翟 锐" userId="fef11181f709266a" providerId="LiveId" clId="{727D35D6-B4E6-4AF0-8F74-99EBC6E1954B}" dt="2020-08-29T08:53:05.156" v="130" actId="20577"/>
          <ac:spMkLst>
            <pc:docMk/>
            <pc:sldMk cId="2335307117" sldId="567"/>
            <ac:spMk id="2" creationId="{1A343DEC-CFF6-41F5-B87C-0DFC08C67B76}"/>
          </ac:spMkLst>
        </pc:spChg>
      </pc:sldChg>
      <pc:sldChg chg="modSp ord">
        <pc:chgData name="翟 锐" userId="fef11181f709266a" providerId="LiveId" clId="{727D35D6-B4E6-4AF0-8F74-99EBC6E1954B}" dt="2020-09-24T13:38:24.519" v="3912"/>
        <pc:sldMkLst>
          <pc:docMk/>
          <pc:sldMk cId="1385814803" sldId="568"/>
        </pc:sldMkLst>
        <pc:spChg chg="mod">
          <ac:chgData name="翟 锐" userId="fef11181f709266a" providerId="LiveId" clId="{727D35D6-B4E6-4AF0-8F74-99EBC6E1954B}" dt="2020-09-24T13:38:00.925" v="3906" actId="20577"/>
          <ac:spMkLst>
            <pc:docMk/>
            <pc:sldMk cId="1385814803" sldId="568"/>
            <ac:spMk id="35" creationId="{00000000-0000-0000-0000-000000000000}"/>
          </ac:spMkLst>
        </pc:spChg>
      </pc:sldChg>
      <pc:sldChg chg="modSp mod modAnim">
        <pc:chgData name="翟 锐" userId="fef11181f709266a" providerId="LiveId" clId="{727D35D6-B4E6-4AF0-8F74-99EBC6E1954B}" dt="2020-09-06T05:20:31.850" v="1759" actId="1076"/>
        <pc:sldMkLst>
          <pc:docMk/>
          <pc:sldMk cId="4047933167" sldId="569"/>
        </pc:sldMkLst>
        <pc:spChg chg="mod">
          <ac:chgData name="翟 锐" userId="fef11181f709266a" providerId="LiveId" clId="{727D35D6-B4E6-4AF0-8F74-99EBC6E1954B}" dt="2020-09-06T05:16:36.303" v="1537"/>
          <ac:spMkLst>
            <pc:docMk/>
            <pc:sldMk cId="4047933167" sldId="569"/>
            <ac:spMk id="2" creationId="{1A343DEC-CFF6-41F5-B87C-0DFC08C67B76}"/>
          </ac:spMkLst>
        </pc:spChg>
        <pc:spChg chg="mod">
          <ac:chgData name="翟 锐" userId="fef11181f709266a" providerId="LiveId" clId="{727D35D6-B4E6-4AF0-8F74-99EBC6E1954B}" dt="2020-09-06T05:17:00.813" v="1607"/>
          <ac:spMkLst>
            <pc:docMk/>
            <pc:sldMk cId="4047933167" sldId="569"/>
            <ac:spMk id="35" creationId="{00000000-0000-0000-0000-000000000000}"/>
          </ac:spMkLst>
        </pc:spChg>
        <pc:picChg chg="mod">
          <ac:chgData name="翟 锐" userId="fef11181f709266a" providerId="LiveId" clId="{727D35D6-B4E6-4AF0-8F74-99EBC6E1954B}" dt="2020-09-06T05:20:31.850" v="1759" actId="1076"/>
          <ac:picMkLst>
            <pc:docMk/>
            <pc:sldMk cId="4047933167" sldId="569"/>
            <ac:picMk id="6" creationId="{1E7935DF-D7B7-4F76-A56E-2E87D67F1A2D}"/>
          </ac:picMkLst>
        </pc:picChg>
      </pc:sldChg>
      <pc:sldChg chg="modSp ord modAnim">
        <pc:chgData name="翟 锐" userId="fef11181f709266a" providerId="LiveId" clId="{727D35D6-B4E6-4AF0-8F74-99EBC6E1954B}" dt="2020-09-06T05:17:07.781" v="1608"/>
        <pc:sldMkLst>
          <pc:docMk/>
          <pc:sldMk cId="1248462053" sldId="570"/>
        </pc:sldMkLst>
        <pc:spChg chg="mod">
          <ac:chgData name="翟 锐" userId="fef11181f709266a" providerId="LiveId" clId="{727D35D6-B4E6-4AF0-8F74-99EBC6E1954B}" dt="2020-09-06T05:17:07.781" v="1608"/>
          <ac:spMkLst>
            <pc:docMk/>
            <pc:sldMk cId="1248462053" sldId="570"/>
            <ac:spMk id="35" creationId="{00000000-0000-0000-0000-000000000000}"/>
          </ac:spMkLst>
        </pc:spChg>
      </pc:sldChg>
      <pc:sldChg chg="modSp add del">
        <pc:chgData name="翟 锐" userId="fef11181f709266a" providerId="LiveId" clId="{727D35D6-B4E6-4AF0-8F74-99EBC6E1954B}" dt="2020-09-24T13:45:00.488" v="3981" actId="2696"/>
        <pc:sldMkLst>
          <pc:docMk/>
          <pc:sldMk cId="1183802789" sldId="571"/>
        </pc:sldMkLst>
        <pc:spChg chg="mod">
          <ac:chgData name="翟 锐" userId="fef11181f709266a" providerId="LiveId" clId="{727D35D6-B4E6-4AF0-8F74-99EBC6E1954B}" dt="2020-09-05T16:43:47.396" v="1422"/>
          <ac:spMkLst>
            <pc:docMk/>
            <pc:sldMk cId="1183802789" sldId="571"/>
            <ac:spMk id="35" creationId="{00000000-0000-0000-0000-000000000000}"/>
          </ac:spMkLst>
        </pc:spChg>
      </pc:sldChg>
      <pc:sldChg chg="add ord">
        <pc:chgData name="翟 锐" userId="fef11181f709266a" providerId="LiveId" clId="{727D35D6-B4E6-4AF0-8F74-99EBC6E1954B}" dt="2020-09-24T13:45:44.065" v="3984"/>
        <pc:sldMkLst>
          <pc:docMk/>
          <pc:sldMk cId="3236092290" sldId="571"/>
        </pc:sldMkLst>
      </pc:sldChg>
      <pc:sldChg chg="modSp del mod ord">
        <pc:chgData name="翟 锐" userId="fef11181f709266a" providerId="LiveId" clId="{727D35D6-B4E6-4AF0-8F74-99EBC6E1954B}" dt="2020-09-05T16:42:53.448" v="1401" actId="2696"/>
        <pc:sldMkLst>
          <pc:docMk/>
          <pc:sldMk cId="4135861373" sldId="571"/>
        </pc:sldMkLst>
        <pc:picChg chg="mod">
          <ac:chgData name="翟 锐" userId="fef11181f709266a" providerId="LiveId" clId="{727D35D6-B4E6-4AF0-8F74-99EBC6E1954B}" dt="2020-09-05T16:26:59.492" v="1292" actId="1076"/>
          <ac:picMkLst>
            <pc:docMk/>
            <pc:sldMk cId="4135861373" sldId="571"/>
            <ac:picMk id="4" creationId="{05F69294-5C7E-47CA-AF72-F2B1779893E8}"/>
          </ac:picMkLst>
        </pc:picChg>
      </pc:sldChg>
      <pc:sldChg chg="modSp ord">
        <pc:chgData name="翟 锐" userId="fef11181f709266a" providerId="LiveId" clId="{727D35D6-B4E6-4AF0-8F74-99EBC6E1954B}" dt="2020-09-06T05:17:11.810" v="1609"/>
        <pc:sldMkLst>
          <pc:docMk/>
          <pc:sldMk cId="1120019373" sldId="572"/>
        </pc:sldMkLst>
        <pc:spChg chg="mod">
          <ac:chgData name="翟 锐" userId="fef11181f709266a" providerId="LiveId" clId="{727D35D6-B4E6-4AF0-8F74-99EBC6E1954B}" dt="2020-09-06T05:17:11.810" v="1609"/>
          <ac:spMkLst>
            <pc:docMk/>
            <pc:sldMk cId="1120019373" sldId="572"/>
            <ac:spMk id="35" creationId="{00000000-0000-0000-0000-000000000000}"/>
          </ac:spMkLst>
        </pc:spChg>
      </pc:sldChg>
      <pc:sldChg chg="modSp add">
        <pc:chgData name="翟 锐" userId="fef11181f709266a" providerId="LiveId" clId="{727D35D6-B4E6-4AF0-8F74-99EBC6E1954B}" dt="2020-09-24T13:37:36.152" v="3903" actId="20577"/>
        <pc:sldMkLst>
          <pc:docMk/>
          <pc:sldMk cId="743746202" sldId="573"/>
        </pc:sldMkLst>
        <pc:spChg chg="mod">
          <ac:chgData name="翟 锐" userId="fef11181f709266a" providerId="LiveId" clId="{727D35D6-B4E6-4AF0-8F74-99EBC6E1954B}" dt="2020-09-24T13:37:36.152" v="3903" actId="20577"/>
          <ac:spMkLst>
            <pc:docMk/>
            <pc:sldMk cId="743746202" sldId="573"/>
            <ac:spMk id="35" creationId="{00000000-0000-0000-0000-000000000000}"/>
          </ac:spMkLst>
        </pc:spChg>
      </pc:sldChg>
      <pc:sldChg chg="del">
        <pc:chgData name="翟 锐" userId="fef11181f709266a" providerId="LiveId" clId="{727D35D6-B4E6-4AF0-8F74-99EBC6E1954B}" dt="2020-09-05T16:44:41.315" v="1461" actId="2696"/>
        <pc:sldMkLst>
          <pc:docMk/>
          <pc:sldMk cId="757202342" sldId="573"/>
        </pc:sldMkLst>
      </pc:sldChg>
      <pc:sldChg chg="add del">
        <pc:chgData name="翟 锐" userId="fef11181f709266a" providerId="LiveId" clId="{727D35D6-B4E6-4AF0-8F74-99EBC6E1954B}" dt="2020-09-06T05:18:15.069" v="1637" actId="2696"/>
        <pc:sldMkLst>
          <pc:docMk/>
          <pc:sldMk cId="1679827655" sldId="573"/>
        </pc:sldMkLst>
      </pc:sldChg>
      <pc:sldChg chg="add del">
        <pc:chgData name="翟 锐" userId="fef11181f709266a" providerId="LiveId" clId="{727D35D6-B4E6-4AF0-8F74-99EBC6E1954B}" dt="2020-09-24T13:34:47.866" v="3825" actId="2696"/>
        <pc:sldMkLst>
          <pc:docMk/>
          <pc:sldMk cId="2580293751" sldId="573"/>
        </pc:sldMkLst>
      </pc:sldChg>
      <pc:sldChg chg="add del">
        <pc:chgData name="翟 锐" userId="fef11181f709266a" providerId="LiveId" clId="{727D35D6-B4E6-4AF0-8F74-99EBC6E1954B}" dt="2020-09-24T13:36:29.179" v="3851" actId="2696"/>
        <pc:sldMkLst>
          <pc:docMk/>
          <pc:sldMk cId="3666979464" sldId="573"/>
        </pc:sldMkLst>
      </pc:sldChg>
      <pc:sldChg chg="modSp add modAnim">
        <pc:chgData name="翟 锐" userId="fef11181f709266a" providerId="LiveId" clId="{727D35D6-B4E6-4AF0-8F74-99EBC6E1954B}" dt="2020-09-24T13:28:20.584" v="3755"/>
        <pc:sldMkLst>
          <pc:docMk/>
          <pc:sldMk cId="620485273" sldId="574"/>
        </pc:sldMkLst>
        <pc:spChg chg="mod">
          <ac:chgData name="翟 锐" userId="fef11181f709266a" providerId="LiveId" clId="{727D35D6-B4E6-4AF0-8F74-99EBC6E1954B}" dt="2020-09-24T13:28:20.584" v="3755"/>
          <ac:spMkLst>
            <pc:docMk/>
            <pc:sldMk cId="620485273" sldId="574"/>
            <ac:spMk id="35" creationId="{00000000-0000-0000-0000-000000000000}"/>
          </ac:spMkLst>
        </pc:spChg>
      </pc:sldChg>
      <pc:sldChg chg="addSp delSp modSp add del mod addAnim delAnim modAnim">
        <pc:chgData name="翟 锐" userId="fef11181f709266a" providerId="LiveId" clId="{727D35D6-B4E6-4AF0-8F74-99EBC6E1954B}" dt="2020-09-06T05:17:54.152" v="1635" actId="2696"/>
        <pc:sldMkLst>
          <pc:docMk/>
          <pc:sldMk cId="2409571992" sldId="574"/>
        </pc:sldMkLst>
        <pc:spChg chg="add del mod">
          <ac:chgData name="翟 锐" userId="fef11181f709266a" providerId="LiveId" clId="{727D35D6-B4E6-4AF0-8F74-99EBC6E1954B}" dt="2020-09-06T05:17:45.018" v="1634" actId="20577"/>
          <ac:spMkLst>
            <pc:docMk/>
            <pc:sldMk cId="2409571992" sldId="574"/>
            <ac:spMk id="35" creationId="{00000000-0000-0000-0000-000000000000}"/>
          </ac:spMkLst>
        </pc:spChg>
      </pc:sldChg>
      <pc:sldChg chg="add del">
        <pc:chgData name="翟 锐" userId="fef11181f709266a" providerId="LiveId" clId="{727D35D6-B4E6-4AF0-8F74-99EBC6E1954B}" dt="2020-09-05T16:40:33.077" v="1389" actId="2696"/>
        <pc:sldMkLst>
          <pc:docMk/>
          <pc:sldMk cId="2476374595" sldId="574"/>
        </pc:sldMkLst>
      </pc:sldChg>
      <pc:sldChg chg="add del">
        <pc:chgData name="翟 锐" userId="fef11181f709266a" providerId="LiveId" clId="{727D35D6-B4E6-4AF0-8F74-99EBC6E1954B}" dt="2020-09-05T16:39:39.369" v="1385" actId="2696"/>
        <pc:sldMkLst>
          <pc:docMk/>
          <pc:sldMk cId="2834995072" sldId="574"/>
        </pc:sldMkLst>
      </pc:sldChg>
      <pc:sldChg chg="modSp del mod">
        <pc:chgData name="翟 锐" userId="fef11181f709266a" providerId="LiveId" clId="{727D35D6-B4E6-4AF0-8F74-99EBC6E1954B}" dt="2020-09-05T16:39:27.174" v="1383" actId="2696"/>
        <pc:sldMkLst>
          <pc:docMk/>
          <pc:sldMk cId="3813965798" sldId="574"/>
        </pc:sldMkLst>
        <pc:spChg chg="mod">
          <ac:chgData name="翟 锐" userId="fef11181f709266a" providerId="LiveId" clId="{727D35D6-B4E6-4AF0-8F74-99EBC6E1954B}" dt="2020-09-05T16:28:10.707" v="1295" actId="12"/>
          <ac:spMkLst>
            <pc:docMk/>
            <pc:sldMk cId="3813965798" sldId="574"/>
            <ac:spMk id="2" creationId="{1A343DEC-CFF6-41F5-B87C-0DFC08C67B76}"/>
          </ac:spMkLst>
        </pc:spChg>
      </pc:sldChg>
      <pc:sldChg chg="modSp add del modAnim">
        <pc:chgData name="翟 锐" userId="fef11181f709266a" providerId="LiveId" clId="{727D35D6-B4E6-4AF0-8F74-99EBC6E1954B}" dt="2020-09-24T13:27:43.024" v="3729" actId="2696"/>
        <pc:sldMkLst>
          <pc:docMk/>
          <pc:sldMk cId="4182787323" sldId="574"/>
        </pc:sldMkLst>
        <pc:spChg chg="mod">
          <ac:chgData name="翟 锐" userId="fef11181f709266a" providerId="LiveId" clId="{727D35D6-B4E6-4AF0-8F74-99EBC6E1954B}" dt="2020-09-06T05:18:35.395" v="1690"/>
          <ac:spMkLst>
            <pc:docMk/>
            <pc:sldMk cId="4182787323" sldId="574"/>
            <ac:spMk id="35" creationId="{00000000-0000-0000-0000-000000000000}"/>
          </ac:spMkLst>
        </pc:spChg>
      </pc:sldChg>
      <pc:sldChg chg="modSp add del">
        <pc:chgData name="翟 锐" userId="fef11181f709266a" providerId="LiveId" clId="{727D35D6-B4E6-4AF0-8F74-99EBC6E1954B}" dt="2020-09-24T13:27:43.024" v="3729" actId="2696"/>
        <pc:sldMkLst>
          <pc:docMk/>
          <pc:sldMk cId="502649617" sldId="575"/>
        </pc:sldMkLst>
        <pc:spChg chg="mod">
          <ac:chgData name="翟 锐" userId="fef11181f709266a" providerId="LiveId" clId="{727D35D6-B4E6-4AF0-8F74-99EBC6E1954B}" dt="2020-09-06T05:18:41.178" v="1692"/>
          <ac:spMkLst>
            <pc:docMk/>
            <pc:sldMk cId="502649617" sldId="575"/>
            <ac:spMk id="35" creationId="{00000000-0000-0000-0000-000000000000}"/>
          </ac:spMkLst>
        </pc:spChg>
      </pc:sldChg>
      <pc:sldChg chg="add del">
        <pc:chgData name="翟 锐" userId="fef11181f709266a" providerId="LiveId" clId="{727D35D6-B4E6-4AF0-8F74-99EBC6E1954B}" dt="2020-09-06T05:17:54.152" v="1635" actId="2696"/>
        <pc:sldMkLst>
          <pc:docMk/>
          <pc:sldMk cId="821896192" sldId="575"/>
        </pc:sldMkLst>
      </pc:sldChg>
      <pc:sldChg chg="modSp add">
        <pc:chgData name="翟 锐" userId="fef11181f709266a" providerId="LiveId" clId="{727D35D6-B4E6-4AF0-8F74-99EBC6E1954B}" dt="2020-09-24T13:28:26.053" v="3757"/>
        <pc:sldMkLst>
          <pc:docMk/>
          <pc:sldMk cId="1067089501" sldId="575"/>
        </pc:sldMkLst>
        <pc:spChg chg="mod">
          <ac:chgData name="翟 锐" userId="fef11181f709266a" providerId="LiveId" clId="{727D35D6-B4E6-4AF0-8F74-99EBC6E1954B}" dt="2020-09-24T13:28:26.053" v="3757"/>
          <ac:spMkLst>
            <pc:docMk/>
            <pc:sldMk cId="1067089501" sldId="575"/>
            <ac:spMk id="35" creationId="{00000000-0000-0000-0000-000000000000}"/>
          </ac:spMkLst>
        </pc:spChg>
      </pc:sldChg>
      <pc:sldChg chg="add del">
        <pc:chgData name="翟 锐" userId="fef11181f709266a" providerId="LiveId" clId="{727D35D6-B4E6-4AF0-8F74-99EBC6E1954B}" dt="2020-09-05T16:39:39.369" v="1385" actId="2696"/>
        <pc:sldMkLst>
          <pc:docMk/>
          <pc:sldMk cId="1843174693" sldId="575"/>
        </pc:sldMkLst>
      </pc:sldChg>
      <pc:sldChg chg="modSp del mod">
        <pc:chgData name="翟 锐" userId="fef11181f709266a" providerId="LiveId" clId="{727D35D6-B4E6-4AF0-8F74-99EBC6E1954B}" dt="2020-09-05T16:39:27.174" v="1383" actId="2696"/>
        <pc:sldMkLst>
          <pc:docMk/>
          <pc:sldMk cId="2437343248" sldId="575"/>
        </pc:sldMkLst>
        <pc:spChg chg="mod">
          <ac:chgData name="翟 锐" userId="fef11181f709266a" providerId="LiveId" clId="{727D35D6-B4E6-4AF0-8F74-99EBC6E1954B}" dt="2020-09-05T16:28:19.173" v="1298" actId="12"/>
          <ac:spMkLst>
            <pc:docMk/>
            <pc:sldMk cId="2437343248" sldId="575"/>
            <ac:spMk id="2" creationId="{1A343DEC-CFF6-41F5-B87C-0DFC08C67B76}"/>
          </ac:spMkLst>
        </pc:spChg>
      </pc:sldChg>
      <pc:sldChg chg="add del">
        <pc:chgData name="翟 锐" userId="fef11181f709266a" providerId="LiveId" clId="{727D35D6-B4E6-4AF0-8F74-99EBC6E1954B}" dt="2020-09-05T16:40:33.077" v="1389" actId="2696"/>
        <pc:sldMkLst>
          <pc:docMk/>
          <pc:sldMk cId="3574920604" sldId="575"/>
        </pc:sldMkLst>
      </pc:sldChg>
      <pc:sldChg chg="modSp add del">
        <pc:chgData name="翟 锐" userId="fef11181f709266a" providerId="LiveId" clId="{727D35D6-B4E6-4AF0-8F74-99EBC6E1954B}" dt="2020-09-24T13:27:43.024" v="3729" actId="2696"/>
        <pc:sldMkLst>
          <pc:docMk/>
          <pc:sldMk cId="1218141294" sldId="576"/>
        </pc:sldMkLst>
        <pc:spChg chg="mod">
          <ac:chgData name="翟 锐" userId="fef11181f709266a" providerId="LiveId" clId="{727D35D6-B4E6-4AF0-8F74-99EBC6E1954B}" dt="2020-09-06T05:18:44.104" v="1693"/>
          <ac:spMkLst>
            <pc:docMk/>
            <pc:sldMk cId="1218141294" sldId="576"/>
            <ac:spMk id="35" creationId="{00000000-0000-0000-0000-000000000000}"/>
          </ac:spMkLst>
        </pc:spChg>
      </pc:sldChg>
      <pc:sldChg chg="modSp del mod">
        <pc:chgData name="翟 锐" userId="fef11181f709266a" providerId="LiveId" clId="{727D35D6-B4E6-4AF0-8F74-99EBC6E1954B}" dt="2020-09-05T16:39:27.174" v="1383" actId="2696"/>
        <pc:sldMkLst>
          <pc:docMk/>
          <pc:sldMk cId="2216433463" sldId="576"/>
        </pc:sldMkLst>
        <pc:spChg chg="mod">
          <ac:chgData name="翟 锐" userId="fef11181f709266a" providerId="LiveId" clId="{727D35D6-B4E6-4AF0-8F74-99EBC6E1954B}" dt="2020-09-05T16:28:22.766" v="1300" actId="12"/>
          <ac:spMkLst>
            <pc:docMk/>
            <pc:sldMk cId="2216433463" sldId="576"/>
            <ac:spMk id="2" creationId="{1A343DEC-CFF6-41F5-B87C-0DFC08C67B76}"/>
          </ac:spMkLst>
        </pc:spChg>
      </pc:sldChg>
      <pc:sldChg chg="add del">
        <pc:chgData name="翟 锐" userId="fef11181f709266a" providerId="LiveId" clId="{727D35D6-B4E6-4AF0-8F74-99EBC6E1954B}" dt="2020-09-06T05:17:54.152" v="1635" actId="2696"/>
        <pc:sldMkLst>
          <pc:docMk/>
          <pc:sldMk cId="2534175997" sldId="576"/>
        </pc:sldMkLst>
      </pc:sldChg>
      <pc:sldChg chg="modSp add">
        <pc:chgData name="翟 锐" userId="fef11181f709266a" providerId="LiveId" clId="{727D35D6-B4E6-4AF0-8F74-99EBC6E1954B}" dt="2020-09-24T13:28:27.470" v="3758"/>
        <pc:sldMkLst>
          <pc:docMk/>
          <pc:sldMk cId="2636534021" sldId="576"/>
        </pc:sldMkLst>
        <pc:spChg chg="mod">
          <ac:chgData name="翟 锐" userId="fef11181f709266a" providerId="LiveId" clId="{727D35D6-B4E6-4AF0-8F74-99EBC6E1954B}" dt="2020-09-24T13:28:27.470" v="3758"/>
          <ac:spMkLst>
            <pc:docMk/>
            <pc:sldMk cId="2636534021" sldId="576"/>
            <ac:spMk id="35" creationId="{00000000-0000-0000-0000-000000000000}"/>
          </ac:spMkLst>
        </pc:spChg>
      </pc:sldChg>
      <pc:sldChg chg="add del">
        <pc:chgData name="翟 锐" userId="fef11181f709266a" providerId="LiveId" clId="{727D35D6-B4E6-4AF0-8F74-99EBC6E1954B}" dt="2020-09-05T16:39:39.369" v="1385" actId="2696"/>
        <pc:sldMkLst>
          <pc:docMk/>
          <pc:sldMk cId="2893003110" sldId="576"/>
        </pc:sldMkLst>
      </pc:sldChg>
      <pc:sldChg chg="add del">
        <pc:chgData name="翟 锐" userId="fef11181f709266a" providerId="LiveId" clId="{727D35D6-B4E6-4AF0-8F74-99EBC6E1954B}" dt="2020-09-05T16:40:33.077" v="1389" actId="2696"/>
        <pc:sldMkLst>
          <pc:docMk/>
          <pc:sldMk cId="3591004234" sldId="576"/>
        </pc:sldMkLst>
      </pc:sldChg>
      <pc:sldChg chg="add del">
        <pc:chgData name="翟 锐" userId="fef11181f709266a" providerId="LiveId" clId="{727D35D6-B4E6-4AF0-8F74-99EBC6E1954B}" dt="2020-09-05T16:40:33.077" v="1389" actId="2696"/>
        <pc:sldMkLst>
          <pc:docMk/>
          <pc:sldMk cId="1108804641" sldId="577"/>
        </pc:sldMkLst>
      </pc:sldChg>
      <pc:sldChg chg="modSp del mod">
        <pc:chgData name="翟 锐" userId="fef11181f709266a" providerId="LiveId" clId="{727D35D6-B4E6-4AF0-8F74-99EBC6E1954B}" dt="2020-09-05T16:39:27.174" v="1383" actId="2696"/>
        <pc:sldMkLst>
          <pc:docMk/>
          <pc:sldMk cId="1412906642" sldId="577"/>
        </pc:sldMkLst>
        <pc:spChg chg="mod">
          <ac:chgData name="翟 锐" userId="fef11181f709266a" providerId="LiveId" clId="{727D35D6-B4E6-4AF0-8F74-99EBC6E1954B}" dt="2020-09-05T16:28:27.011" v="1302" actId="12"/>
          <ac:spMkLst>
            <pc:docMk/>
            <pc:sldMk cId="1412906642" sldId="577"/>
            <ac:spMk id="2" creationId="{1A343DEC-CFF6-41F5-B87C-0DFC08C67B76}"/>
          </ac:spMkLst>
        </pc:spChg>
      </pc:sldChg>
      <pc:sldChg chg="modSp add">
        <pc:chgData name="翟 锐" userId="fef11181f709266a" providerId="LiveId" clId="{727D35D6-B4E6-4AF0-8F74-99EBC6E1954B}" dt="2020-09-24T13:28:28.866" v="3759"/>
        <pc:sldMkLst>
          <pc:docMk/>
          <pc:sldMk cId="1554101574" sldId="577"/>
        </pc:sldMkLst>
        <pc:spChg chg="mod">
          <ac:chgData name="翟 锐" userId="fef11181f709266a" providerId="LiveId" clId="{727D35D6-B4E6-4AF0-8F74-99EBC6E1954B}" dt="2020-09-24T13:28:28.866" v="3759"/>
          <ac:spMkLst>
            <pc:docMk/>
            <pc:sldMk cId="1554101574" sldId="577"/>
            <ac:spMk id="35" creationId="{00000000-0000-0000-0000-000000000000}"/>
          </ac:spMkLst>
        </pc:spChg>
      </pc:sldChg>
      <pc:sldChg chg="add del">
        <pc:chgData name="翟 锐" userId="fef11181f709266a" providerId="LiveId" clId="{727D35D6-B4E6-4AF0-8F74-99EBC6E1954B}" dt="2020-09-05T16:39:39.369" v="1385" actId="2696"/>
        <pc:sldMkLst>
          <pc:docMk/>
          <pc:sldMk cId="2835892315" sldId="577"/>
        </pc:sldMkLst>
      </pc:sldChg>
      <pc:sldChg chg="add del">
        <pc:chgData name="翟 锐" userId="fef11181f709266a" providerId="LiveId" clId="{727D35D6-B4E6-4AF0-8F74-99EBC6E1954B}" dt="2020-09-06T05:17:54.152" v="1635" actId="2696"/>
        <pc:sldMkLst>
          <pc:docMk/>
          <pc:sldMk cId="2875469035" sldId="577"/>
        </pc:sldMkLst>
      </pc:sldChg>
      <pc:sldChg chg="modSp add del">
        <pc:chgData name="翟 锐" userId="fef11181f709266a" providerId="LiveId" clId="{727D35D6-B4E6-4AF0-8F74-99EBC6E1954B}" dt="2020-09-24T13:27:43.024" v="3729" actId="2696"/>
        <pc:sldMkLst>
          <pc:docMk/>
          <pc:sldMk cId="3781538199" sldId="577"/>
        </pc:sldMkLst>
        <pc:spChg chg="mod">
          <ac:chgData name="翟 锐" userId="fef11181f709266a" providerId="LiveId" clId="{727D35D6-B4E6-4AF0-8F74-99EBC6E1954B}" dt="2020-09-06T05:18:45.993" v="1694"/>
          <ac:spMkLst>
            <pc:docMk/>
            <pc:sldMk cId="3781538199" sldId="577"/>
            <ac:spMk id="35" creationId="{00000000-0000-0000-0000-000000000000}"/>
          </ac:spMkLst>
        </pc:spChg>
      </pc:sldChg>
      <pc:sldChg chg="modSp add del">
        <pc:chgData name="翟 锐" userId="fef11181f709266a" providerId="LiveId" clId="{727D35D6-B4E6-4AF0-8F74-99EBC6E1954B}" dt="2020-09-24T13:27:43.024" v="3729" actId="2696"/>
        <pc:sldMkLst>
          <pc:docMk/>
          <pc:sldMk cId="505177542" sldId="578"/>
        </pc:sldMkLst>
        <pc:spChg chg="mod">
          <ac:chgData name="翟 锐" userId="fef11181f709266a" providerId="LiveId" clId="{727D35D6-B4E6-4AF0-8F74-99EBC6E1954B}" dt="2020-09-06T05:18:47.816" v="1695"/>
          <ac:spMkLst>
            <pc:docMk/>
            <pc:sldMk cId="505177542" sldId="578"/>
            <ac:spMk id="35" creationId="{00000000-0000-0000-0000-000000000000}"/>
          </ac:spMkLst>
        </pc:spChg>
      </pc:sldChg>
      <pc:sldChg chg="add del">
        <pc:chgData name="翟 锐" userId="fef11181f709266a" providerId="LiveId" clId="{727D35D6-B4E6-4AF0-8F74-99EBC6E1954B}" dt="2020-09-06T05:17:54.152" v="1635" actId="2696"/>
        <pc:sldMkLst>
          <pc:docMk/>
          <pc:sldMk cId="1656038659" sldId="578"/>
        </pc:sldMkLst>
      </pc:sldChg>
      <pc:sldChg chg="modSp del mod">
        <pc:chgData name="翟 锐" userId="fef11181f709266a" providerId="LiveId" clId="{727D35D6-B4E6-4AF0-8F74-99EBC6E1954B}" dt="2020-09-05T16:39:27.174" v="1383" actId="2696"/>
        <pc:sldMkLst>
          <pc:docMk/>
          <pc:sldMk cId="1727444032" sldId="578"/>
        </pc:sldMkLst>
        <pc:spChg chg="mod">
          <ac:chgData name="翟 锐" userId="fef11181f709266a" providerId="LiveId" clId="{727D35D6-B4E6-4AF0-8F74-99EBC6E1954B}" dt="2020-09-05T16:28:30.874" v="1304" actId="12"/>
          <ac:spMkLst>
            <pc:docMk/>
            <pc:sldMk cId="1727444032" sldId="578"/>
            <ac:spMk id="2" creationId="{1A343DEC-CFF6-41F5-B87C-0DFC08C67B76}"/>
          </ac:spMkLst>
        </pc:spChg>
      </pc:sldChg>
      <pc:sldChg chg="add del">
        <pc:chgData name="翟 锐" userId="fef11181f709266a" providerId="LiveId" clId="{727D35D6-B4E6-4AF0-8F74-99EBC6E1954B}" dt="2020-09-05T16:40:33.077" v="1389" actId="2696"/>
        <pc:sldMkLst>
          <pc:docMk/>
          <pc:sldMk cId="2893419762" sldId="578"/>
        </pc:sldMkLst>
      </pc:sldChg>
      <pc:sldChg chg="modSp add">
        <pc:chgData name="翟 锐" userId="fef11181f709266a" providerId="LiveId" clId="{727D35D6-B4E6-4AF0-8F74-99EBC6E1954B}" dt="2020-09-24T13:28:30.327" v="3760"/>
        <pc:sldMkLst>
          <pc:docMk/>
          <pc:sldMk cId="3422299790" sldId="578"/>
        </pc:sldMkLst>
        <pc:spChg chg="mod">
          <ac:chgData name="翟 锐" userId="fef11181f709266a" providerId="LiveId" clId="{727D35D6-B4E6-4AF0-8F74-99EBC6E1954B}" dt="2020-09-24T13:28:30.327" v="3760"/>
          <ac:spMkLst>
            <pc:docMk/>
            <pc:sldMk cId="3422299790" sldId="578"/>
            <ac:spMk id="35" creationId="{00000000-0000-0000-0000-000000000000}"/>
          </ac:spMkLst>
        </pc:spChg>
      </pc:sldChg>
      <pc:sldChg chg="add del">
        <pc:chgData name="翟 锐" userId="fef11181f709266a" providerId="LiveId" clId="{727D35D6-B4E6-4AF0-8F74-99EBC6E1954B}" dt="2020-09-05T16:39:39.369" v="1385" actId="2696"/>
        <pc:sldMkLst>
          <pc:docMk/>
          <pc:sldMk cId="4251655058" sldId="578"/>
        </pc:sldMkLst>
      </pc:sldChg>
      <pc:sldChg chg="modSp add del">
        <pc:chgData name="翟 锐" userId="fef11181f709266a" providerId="LiveId" clId="{727D35D6-B4E6-4AF0-8F74-99EBC6E1954B}" dt="2020-09-24T13:27:43.024" v="3729" actId="2696"/>
        <pc:sldMkLst>
          <pc:docMk/>
          <pc:sldMk cId="1527811131" sldId="579"/>
        </pc:sldMkLst>
        <pc:spChg chg="mod">
          <ac:chgData name="翟 锐" userId="fef11181f709266a" providerId="LiveId" clId="{727D35D6-B4E6-4AF0-8F74-99EBC6E1954B}" dt="2020-09-06T05:18:39.288" v="1691"/>
          <ac:spMkLst>
            <pc:docMk/>
            <pc:sldMk cId="1527811131" sldId="579"/>
            <ac:spMk id="35" creationId="{00000000-0000-0000-0000-000000000000}"/>
          </ac:spMkLst>
        </pc:spChg>
      </pc:sldChg>
      <pc:sldChg chg="add del">
        <pc:chgData name="翟 锐" userId="fef11181f709266a" providerId="LiveId" clId="{727D35D6-B4E6-4AF0-8F74-99EBC6E1954B}" dt="2020-09-05T16:40:33.077" v="1389" actId="2696"/>
        <pc:sldMkLst>
          <pc:docMk/>
          <pc:sldMk cId="1938557577" sldId="579"/>
        </pc:sldMkLst>
      </pc:sldChg>
      <pc:sldChg chg="modSp add">
        <pc:chgData name="翟 锐" userId="fef11181f709266a" providerId="LiveId" clId="{727D35D6-B4E6-4AF0-8F74-99EBC6E1954B}" dt="2020-09-24T13:28:24.344" v="3756"/>
        <pc:sldMkLst>
          <pc:docMk/>
          <pc:sldMk cId="2625504127" sldId="579"/>
        </pc:sldMkLst>
        <pc:spChg chg="mod">
          <ac:chgData name="翟 锐" userId="fef11181f709266a" providerId="LiveId" clId="{727D35D6-B4E6-4AF0-8F74-99EBC6E1954B}" dt="2020-09-24T13:28:24.344" v="3756"/>
          <ac:spMkLst>
            <pc:docMk/>
            <pc:sldMk cId="2625504127" sldId="579"/>
            <ac:spMk id="35" creationId="{00000000-0000-0000-0000-000000000000}"/>
          </ac:spMkLst>
        </pc:spChg>
      </pc:sldChg>
      <pc:sldChg chg="add del">
        <pc:chgData name="翟 锐" userId="fef11181f709266a" providerId="LiveId" clId="{727D35D6-B4E6-4AF0-8F74-99EBC6E1954B}" dt="2020-09-06T05:17:54.152" v="1635" actId="2696"/>
        <pc:sldMkLst>
          <pc:docMk/>
          <pc:sldMk cId="2927550175" sldId="579"/>
        </pc:sldMkLst>
      </pc:sldChg>
      <pc:sldChg chg="modSp del mod">
        <pc:chgData name="翟 锐" userId="fef11181f709266a" providerId="LiveId" clId="{727D35D6-B4E6-4AF0-8F74-99EBC6E1954B}" dt="2020-09-05T16:39:27.174" v="1383" actId="2696"/>
        <pc:sldMkLst>
          <pc:docMk/>
          <pc:sldMk cId="3171092185" sldId="579"/>
        </pc:sldMkLst>
        <pc:spChg chg="mod">
          <ac:chgData name="翟 锐" userId="fef11181f709266a" providerId="LiveId" clId="{727D35D6-B4E6-4AF0-8F74-99EBC6E1954B}" dt="2020-09-05T16:28:14.636" v="1296" actId="12"/>
          <ac:spMkLst>
            <pc:docMk/>
            <pc:sldMk cId="3171092185" sldId="579"/>
            <ac:spMk id="2" creationId="{1A343DEC-CFF6-41F5-B87C-0DFC08C67B76}"/>
          </ac:spMkLst>
        </pc:spChg>
      </pc:sldChg>
      <pc:sldChg chg="add del">
        <pc:chgData name="翟 锐" userId="fef11181f709266a" providerId="LiveId" clId="{727D35D6-B4E6-4AF0-8F74-99EBC6E1954B}" dt="2020-09-05T16:39:39.369" v="1385" actId="2696"/>
        <pc:sldMkLst>
          <pc:docMk/>
          <pc:sldMk cId="3754728407" sldId="579"/>
        </pc:sldMkLst>
      </pc:sldChg>
      <pc:sldChg chg="add del">
        <pc:chgData name="翟 锐" userId="fef11181f709266a" providerId="LiveId" clId="{727D35D6-B4E6-4AF0-8F74-99EBC6E1954B}" dt="2020-09-24T13:34:47.866" v="3825" actId="2696"/>
        <pc:sldMkLst>
          <pc:docMk/>
          <pc:sldMk cId="47608815" sldId="580"/>
        </pc:sldMkLst>
      </pc:sldChg>
      <pc:sldChg chg="del">
        <pc:chgData name="翟 锐" userId="fef11181f709266a" providerId="LiveId" clId="{727D35D6-B4E6-4AF0-8F74-99EBC6E1954B}" dt="2020-09-05T16:44:41.315" v="1461" actId="2696"/>
        <pc:sldMkLst>
          <pc:docMk/>
          <pc:sldMk cId="779357039" sldId="580"/>
        </pc:sldMkLst>
      </pc:sldChg>
      <pc:sldChg chg="add del ord">
        <pc:chgData name="翟 锐" userId="fef11181f709266a" providerId="LiveId" clId="{727D35D6-B4E6-4AF0-8F74-99EBC6E1954B}" dt="2020-09-06T05:21:12.950" v="1824" actId="2696"/>
        <pc:sldMkLst>
          <pc:docMk/>
          <pc:sldMk cId="892188647" sldId="580"/>
        </pc:sldMkLst>
      </pc:sldChg>
      <pc:sldChg chg="add del">
        <pc:chgData name="翟 锐" userId="fef11181f709266a" providerId="LiveId" clId="{727D35D6-B4E6-4AF0-8F74-99EBC6E1954B}" dt="2020-09-24T13:36:29.179" v="3851" actId="2696"/>
        <pc:sldMkLst>
          <pc:docMk/>
          <pc:sldMk cId="2038185028" sldId="580"/>
        </pc:sldMkLst>
      </pc:sldChg>
      <pc:sldChg chg="modSp add">
        <pc:chgData name="翟 锐" userId="fef11181f709266a" providerId="LiveId" clId="{727D35D6-B4E6-4AF0-8F74-99EBC6E1954B}" dt="2020-09-24T13:37:19.168" v="3874"/>
        <pc:sldMkLst>
          <pc:docMk/>
          <pc:sldMk cId="2070724557" sldId="580"/>
        </pc:sldMkLst>
        <pc:spChg chg="mod">
          <ac:chgData name="翟 锐" userId="fef11181f709266a" providerId="LiveId" clId="{727D35D6-B4E6-4AF0-8F74-99EBC6E1954B}" dt="2020-09-24T13:37:19.168" v="3874"/>
          <ac:spMkLst>
            <pc:docMk/>
            <pc:sldMk cId="2070724557" sldId="580"/>
            <ac:spMk id="35" creationId="{00000000-0000-0000-0000-000000000000}"/>
          </ac:spMkLst>
        </pc:spChg>
      </pc:sldChg>
      <pc:sldChg chg="modSp mod">
        <pc:chgData name="翟 锐" userId="fef11181f709266a" providerId="LiveId" clId="{727D35D6-B4E6-4AF0-8F74-99EBC6E1954B}" dt="2020-09-05T15:40:13.340" v="1098" actId="12"/>
        <pc:sldMkLst>
          <pc:docMk/>
          <pc:sldMk cId="261589731" sldId="582"/>
        </pc:sldMkLst>
        <pc:spChg chg="mod">
          <ac:chgData name="翟 锐" userId="fef11181f709266a" providerId="LiveId" clId="{727D35D6-B4E6-4AF0-8F74-99EBC6E1954B}" dt="2020-09-05T15:40:13.340" v="1098" actId="12"/>
          <ac:spMkLst>
            <pc:docMk/>
            <pc:sldMk cId="261589731" sldId="582"/>
            <ac:spMk id="2" creationId="{1A343DEC-CFF6-41F5-B87C-0DFC08C67B76}"/>
          </ac:spMkLst>
        </pc:spChg>
      </pc:sldChg>
      <pc:sldChg chg="modSp mod">
        <pc:chgData name="翟 锐" userId="fef11181f709266a" providerId="LiveId" clId="{727D35D6-B4E6-4AF0-8F74-99EBC6E1954B}" dt="2020-09-05T15:39:57.593" v="1096" actId="6549"/>
        <pc:sldMkLst>
          <pc:docMk/>
          <pc:sldMk cId="1594480700" sldId="583"/>
        </pc:sldMkLst>
        <pc:spChg chg="mod">
          <ac:chgData name="翟 锐" userId="fef11181f709266a" providerId="LiveId" clId="{727D35D6-B4E6-4AF0-8F74-99EBC6E1954B}" dt="2020-09-05T15:39:57.593" v="1096" actId="6549"/>
          <ac:spMkLst>
            <pc:docMk/>
            <pc:sldMk cId="1594480700" sldId="583"/>
            <ac:spMk id="2" creationId="{1A343DEC-CFF6-41F5-B87C-0DFC08C67B76}"/>
          </ac:spMkLst>
        </pc:spChg>
      </pc:sldChg>
      <pc:sldChg chg="modSp mod">
        <pc:chgData name="翟 锐" userId="fef11181f709266a" providerId="LiveId" clId="{727D35D6-B4E6-4AF0-8F74-99EBC6E1954B}" dt="2020-09-05T15:40:47.206" v="1101" actId="6549"/>
        <pc:sldMkLst>
          <pc:docMk/>
          <pc:sldMk cId="3771257398" sldId="584"/>
        </pc:sldMkLst>
        <pc:spChg chg="mod">
          <ac:chgData name="翟 锐" userId="fef11181f709266a" providerId="LiveId" clId="{727D35D6-B4E6-4AF0-8F74-99EBC6E1954B}" dt="2020-09-05T15:40:47.206" v="1101" actId="6549"/>
          <ac:spMkLst>
            <pc:docMk/>
            <pc:sldMk cId="3771257398" sldId="584"/>
            <ac:spMk id="2" creationId="{1A343DEC-CFF6-41F5-B87C-0DFC08C67B76}"/>
          </ac:spMkLst>
        </pc:spChg>
      </pc:sldChg>
      <pc:sldChg chg="del">
        <pc:chgData name="翟 锐" userId="fef11181f709266a" providerId="LiveId" clId="{727D35D6-B4E6-4AF0-8F74-99EBC6E1954B}" dt="2020-08-29T08:53:36.199" v="131" actId="47"/>
        <pc:sldMkLst>
          <pc:docMk/>
          <pc:sldMk cId="2817423939" sldId="585"/>
        </pc:sldMkLst>
      </pc:sldChg>
      <pc:sldChg chg="add">
        <pc:chgData name="翟 锐" userId="fef11181f709266a" providerId="LiveId" clId="{727D35D6-B4E6-4AF0-8F74-99EBC6E1954B}" dt="2020-09-24T13:44:03.699" v="3979"/>
        <pc:sldMkLst>
          <pc:docMk/>
          <pc:sldMk cId="370822182" sldId="586"/>
        </pc:sldMkLst>
      </pc:sldChg>
      <pc:sldChg chg="add del">
        <pc:chgData name="翟 锐" userId="fef11181f709266a" providerId="LiveId" clId="{727D35D6-B4E6-4AF0-8F74-99EBC6E1954B}" dt="2020-09-24T13:44:00.105" v="3978" actId="2696"/>
        <pc:sldMkLst>
          <pc:docMk/>
          <pc:sldMk cId="1319636198" sldId="586"/>
        </pc:sldMkLst>
      </pc:sldChg>
      <pc:sldChg chg="add del">
        <pc:chgData name="翟 锐" userId="fef11181f709266a" providerId="LiveId" clId="{727D35D6-B4E6-4AF0-8F74-99EBC6E1954B}" dt="2020-09-24T13:43:10.414" v="3955" actId="2696"/>
        <pc:sldMkLst>
          <pc:docMk/>
          <pc:sldMk cId="2512578461" sldId="586"/>
        </pc:sldMkLst>
      </pc:sldChg>
      <pc:sldChg chg="modSp add del mod ord">
        <pc:chgData name="翟 锐" userId="fef11181f709266a" providerId="LiveId" clId="{727D35D6-B4E6-4AF0-8F74-99EBC6E1954B}" dt="2020-09-24T13:16:43.832" v="3722" actId="2696"/>
        <pc:sldMkLst>
          <pc:docMk/>
          <pc:sldMk cId="2748688468" sldId="586"/>
        </pc:sldMkLst>
        <pc:spChg chg="mod">
          <ac:chgData name="翟 锐" userId="fef11181f709266a" providerId="LiveId" clId="{727D35D6-B4E6-4AF0-8F74-99EBC6E1954B}" dt="2020-09-24T13:16:06.002" v="3712" actId="6549"/>
          <ac:spMkLst>
            <pc:docMk/>
            <pc:sldMk cId="2748688468" sldId="586"/>
            <ac:spMk id="2" creationId="{1A343DEC-CFF6-41F5-B87C-0DFC08C67B76}"/>
          </ac:spMkLst>
        </pc:spChg>
        <pc:spChg chg="mod">
          <ac:chgData name="翟 锐" userId="fef11181f709266a" providerId="LiveId" clId="{727D35D6-B4E6-4AF0-8F74-99EBC6E1954B}" dt="2020-09-05T15:42:12.751" v="1118"/>
          <ac:spMkLst>
            <pc:docMk/>
            <pc:sldMk cId="2748688468" sldId="586"/>
            <ac:spMk id="35" creationId="{00000000-0000-0000-0000-000000000000}"/>
          </ac:spMkLst>
        </pc:spChg>
      </pc:sldChg>
      <pc:sldChg chg="add del">
        <pc:chgData name="翟 锐" userId="fef11181f709266a" providerId="LiveId" clId="{727D35D6-B4E6-4AF0-8F74-99EBC6E1954B}" dt="2020-09-24T13:42:48.626" v="3931" actId="2696"/>
        <pc:sldMkLst>
          <pc:docMk/>
          <pc:sldMk cId="3429049048" sldId="586"/>
        </pc:sldMkLst>
      </pc:sldChg>
      <pc:sldChg chg="add del">
        <pc:chgData name="翟 锐" userId="fef11181f709266a" providerId="LiveId" clId="{727D35D6-B4E6-4AF0-8F74-99EBC6E1954B}" dt="2020-09-24T13:42:42.675" v="3926"/>
        <pc:sldMkLst>
          <pc:docMk/>
          <pc:sldMk cId="4214390472" sldId="586"/>
        </pc:sldMkLst>
      </pc:sldChg>
      <pc:sldChg chg="modSp mod modAnim">
        <pc:chgData name="翟 锐" userId="fef11181f709266a" providerId="LiveId" clId="{727D35D6-B4E6-4AF0-8F74-99EBC6E1954B}" dt="2020-09-24T13:47:43.606" v="3992" actId="12"/>
        <pc:sldMkLst>
          <pc:docMk/>
          <pc:sldMk cId="661421327" sldId="592"/>
        </pc:sldMkLst>
        <pc:spChg chg="mod">
          <ac:chgData name="翟 锐" userId="fef11181f709266a" providerId="LiveId" clId="{727D35D6-B4E6-4AF0-8F74-99EBC6E1954B}" dt="2020-09-24T13:47:43.606" v="3992" actId="12"/>
          <ac:spMkLst>
            <pc:docMk/>
            <pc:sldMk cId="661421327" sldId="592"/>
            <ac:spMk id="2" creationId="{1A343DEC-CFF6-41F5-B87C-0DFC08C67B76}"/>
          </ac:spMkLst>
        </pc:spChg>
        <pc:spChg chg="mod">
          <ac:chgData name="翟 锐" userId="fef11181f709266a" providerId="LiveId" clId="{727D35D6-B4E6-4AF0-8F74-99EBC6E1954B}" dt="2020-09-05T16:48:05.628" v="1469" actId="20577"/>
          <ac:spMkLst>
            <pc:docMk/>
            <pc:sldMk cId="661421327" sldId="592"/>
            <ac:spMk id="35" creationId="{00000000-0000-0000-0000-000000000000}"/>
          </ac:spMkLst>
        </pc:spChg>
      </pc:sldChg>
      <pc:sldChg chg="del">
        <pc:chgData name="翟 锐" userId="fef11181f709266a" providerId="LiveId" clId="{727D35D6-B4E6-4AF0-8F74-99EBC6E1954B}" dt="2020-09-05T16:22:49.787" v="1199" actId="2696"/>
        <pc:sldMkLst>
          <pc:docMk/>
          <pc:sldMk cId="1318928078" sldId="597"/>
        </pc:sldMkLst>
      </pc:sldChg>
      <pc:sldChg chg="add del">
        <pc:chgData name="翟 锐" userId="fef11181f709266a" providerId="LiveId" clId="{727D35D6-B4E6-4AF0-8F74-99EBC6E1954B}" dt="2020-09-05T16:30:36.232" v="1318" actId="47"/>
        <pc:sldMkLst>
          <pc:docMk/>
          <pc:sldMk cId="1658159981" sldId="597"/>
        </pc:sldMkLst>
      </pc:sldChg>
      <pc:sldChg chg="add del">
        <pc:chgData name="翟 锐" userId="fef11181f709266a" providerId="LiveId" clId="{727D35D6-B4E6-4AF0-8F74-99EBC6E1954B}" dt="2020-09-05T16:22:58.852" v="1201"/>
        <pc:sldMkLst>
          <pc:docMk/>
          <pc:sldMk cId="3289305581" sldId="597"/>
        </pc:sldMkLst>
      </pc:sldChg>
      <pc:sldChg chg="modSp add mod ord modAnim">
        <pc:chgData name="翟 锐" userId="fef11181f709266a" providerId="LiveId" clId="{727D35D6-B4E6-4AF0-8F74-99EBC6E1954B}" dt="2020-09-05T16:33:34.078" v="1363"/>
        <pc:sldMkLst>
          <pc:docMk/>
          <pc:sldMk cId="3502602879" sldId="598"/>
        </pc:sldMkLst>
        <pc:spChg chg="mod">
          <ac:chgData name="翟 锐" userId="fef11181f709266a" providerId="LiveId" clId="{727D35D6-B4E6-4AF0-8F74-99EBC6E1954B}" dt="2020-09-05T16:24:59.782" v="1273" actId="6549"/>
          <ac:spMkLst>
            <pc:docMk/>
            <pc:sldMk cId="3502602879" sldId="598"/>
            <ac:spMk id="2" creationId="{1A343DEC-CFF6-41F5-B87C-0DFC08C67B76}"/>
          </ac:spMkLst>
        </pc:spChg>
        <pc:spChg chg="mod">
          <ac:chgData name="翟 锐" userId="fef11181f709266a" providerId="LiveId" clId="{727D35D6-B4E6-4AF0-8F74-99EBC6E1954B}" dt="2020-09-05T16:33:34.078" v="1363"/>
          <ac:spMkLst>
            <pc:docMk/>
            <pc:sldMk cId="3502602879" sldId="598"/>
            <ac:spMk id="35" creationId="{00000000-0000-0000-0000-000000000000}"/>
          </ac:spMkLst>
        </pc:spChg>
      </pc:sldChg>
      <pc:sldChg chg="add del">
        <pc:chgData name="翟 锐" userId="fef11181f709266a" providerId="LiveId" clId="{727D35D6-B4E6-4AF0-8F74-99EBC6E1954B}" dt="2020-09-05T16:22:49.787" v="1199" actId="2696"/>
        <pc:sldMkLst>
          <pc:docMk/>
          <pc:sldMk cId="3981761768" sldId="598"/>
        </pc:sldMkLst>
      </pc:sldChg>
      <pc:sldChg chg="add del">
        <pc:chgData name="翟 锐" userId="fef11181f709266a" providerId="LiveId" clId="{727D35D6-B4E6-4AF0-8F74-99EBC6E1954B}" dt="2020-09-05T16:22:58.852" v="1201"/>
        <pc:sldMkLst>
          <pc:docMk/>
          <pc:sldMk cId="4055131064" sldId="598"/>
        </pc:sldMkLst>
      </pc:sldChg>
      <pc:sldChg chg="modSp add del mod ord">
        <pc:chgData name="翟 锐" userId="fef11181f709266a" providerId="LiveId" clId="{727D35D6-B4E6-4AF0-8F74-99EBC6E1954B}" dt="2020-09-24T10:23:46.824" v="3530" actId="47"/>
        <pc:sldMkLst>
          <pc:docMk/>
          <pc:sldMk cId="515395942" sldId="599"/>
        </pc:sldMkLst>
        <pc:spChg chg="mod">
          <ac:chgData name="翟 锐" userId="fef11181f709266a" providerId="LiveId" clId="{727D35D6-B4E6-4AF0-8F74-99EBC6E1954B}" dt="2020-09-24T10:23:20.492" v="3529" actId="6549"/>
          <ac:spMkLst>
            <pc:docMk/>
            <pc:sldMk cId="515395942" sldId="599"/>
            <ac:spMk id="2" creationId="{1A343DEC-CFF6-41F5-B87C-0DFC08C67B76}"/>
          </ac:spMkLst>
        </pc:spChg>
        <pc:spChg chg="mod">
          <ac:chgData name="翟 锐" userId="fef11181f709266a" providerId="LiveId" clId="{727D35D6-B4E6-4AF0-8F74-99EBC6E1954B}" dt="2020-09-05T16:30:51.367" v="1332"/>
          <ac:spMkLst>
            <pc:docMk/>
            <pc:sldMk cId="515395942" sldId="599"/>
            <ac:spMk id="35" creationId="{00000000-0000-0000-0000-000000000000}"/>
          </ac:spMkLst>
        </pc:spChg>
      </pc:sldChg>
      <pc:sldChg chg="add del">
        <pc:chgData name="翟 锐" userId="fef11181f709266a" providerId="LiveId" clId="{727D35D6-B4E6-4AF0-8F74-99EBC6E1954B}" dt="2020-09-05T16:22:49.787" v="1199" actId="2696"/>
        <pc:sldMkLst>
          <pc:docMk/>
          <pc:sldMk cId="1329126494" sldId="599"/>
        </pc:sldMkLst>
      </pc:sldChg>
      <pc:sldChg chg="add del">
        <pc:chgData name="翟 锐" userId="fef11181f709266a" providerId="LiveId" clId="{727D35D6-B4E6-4AF0-8F74-99EBC6E1954B}" dt="2020-09-05T16:22:58.852" v="1201"/>
        <pc:sldMkLst>
          <pc:docMk/>
          <pc:sldMk cId="2450573312" sldId="599"/>
        </pc:sldMkLst>
      </pc:sldChg>
      <pc:sldChg chg="add del">
        <pc:chgData name="翟 锐" userId="fef11181f709266a" providerId="LiveId" clId="{727D35D6-B4E6-4AF0-8F74-99EBC6E1954B}" dt="2020-09-05T16:22:58.852" v="1201"/>
        <pc:sldMkLst>
          <pc:docMk/>
          <pc:sldMk cId="1618176838" sldId="600"/>
        </pc:sldMkLst>
      </pc:sldChg>
      <pc:sldChg chg="modSp add ord modAnim modNotesTx">
        <pc:chgData name="翟 锐" userId="fef11181f709266a" providerId="LiveId" clId="{727D35D6-B4E6-4AF0-8F74-99EBC6E1954B}" dt="2020-09-24T13:37:48.091" v="3905"/>
        <pc:sldMkLst>
          <pc:docMk/>
          <pc:sldMk cId="1624425854" sldId="600"/>
        </pc:sldMkLst>
        <pc:spChg chg="mod">
          <ac:chgData name="翟 锐" userId="fef11181f709266a" providerId="LiveId" clId="{727D35D6-B4E6-4AF0-8F74-99EBC6E1954B}" dt="2020-09-24T10:22:37.315" v="3518"/>
          <ac:spMkLst>
            <pc:docMk/>
            <pc:sldMk cId="1624425854" sldId="600"/>
            <ac:spMk id="35" creationId="{00000000-0000-0000-0000-000000000000}"/>
          </ac:spMkLst>
        </pc:spChg>
      </pc:sldChg>
      <pc:sldChg chg="add del">
        <pc:chgData name="翟 锐" userId="fef11181f709266a" providerId="LiveId" clId="{727D35D6-B4E6-4AF0-8F74-99EBC6E1954B}" dt="2020-09-05T16:22:49.787" v="1199" actId="2696"/>
        <pc:sldMkLst>
          <pc:docMk/>
          <pc:sldMk cId="1744918970" sldId="600"/>
        </pc:sldMkLst>
      </pc:sldChg>
      <pc:sldChg chg="modSp add del mod ord">
        <pc:chgData name="翟 锐" userId="fef11181f709266a" providerId="LiveId" clId="{727D35D6-B4E6-4AF0-8F74-99EBC6E1954B}" dt="2020-09-05T16:40:59.892" v="1391" actId="2696"/>
        <pc:sldMkLst>
          <pc:docMk/>
          <pc:sldMk cId="3103103898" sldId="600"/>
        </pc:sldMkLst>
        <pc:spChg chg="mod">
          <ac:chgData name="翟 锐" userId="fef11181f709266a" providerId="LiveId" clId="{727D35D6-B4E6-4AF0-8F74-99EBC6E1954B}" dt="2020-09-05T16:33:06.367" v="1356"/>
          <ac:spMkLst>
            <pc:docMk/>
            <pc:sldMk cId="3103103898" sldId="600"/>
            <ac:spMk id="2" creationId="{1A343DEC-CFF6-41F5-B87C-0DFC08C67B76}"/>
          </ac:spMkLst>
        </pc:spChg>
      </pc:sldChg>
      <pc:sldChg chg="modSp">
        <pc:chgData name="翟 锐" userId="fef11181f709266a" providerId="LiveId" clId="{727D35D6-B4E6-4AF0-8F74-99EBC6E1954B}" dt="2020-09-05T16:03:02.222" v="1155"/>
        <pc:sldMkLst>
          <pc:docMk/>
          <pc:sldMk cId="2101326762" sldId="601"/>
        </pc:sldMkLst>
        <pc:spChg chg="mod">
          <ac:chgData name="翟 锐" userId="fef11181f709266a" providerId="LiveId" clId="{727D35D6-B4E6-4AF0-8F74-99EBC6E1954B}" dt="2020-09-05T16:03:02.222" v="1155"/>
          <ac:spMkLst>
            <pc:docMk/>
            <pc:sldMk cId="2101326762" sldId="601"/>
            <ac:spMk id="35" creationId="{00000000-0000-0000-0000-000000000000}"/>
          </ac:spMkLst>
        </pc:spChg>
      </pc:sldChg>
      <pc:sldChg chg="delSp modSp del mod">
        <pc:chgData name="翟 锐" userId="fef11181f709266a" providerId="LiveId" clId="{727D35D6-B4E6-4AF0-8F74-99EBC6E1954B}" dt="2020-09-24T09:28:03.375" v="2107" actId="2696"/>
        <pc:sldMkLst>
          <pc:docMk/>
          <pc:sldMk cId="2142524837" sldId="602"/>
        </pc:sldMkLst>
        <pc:spChg chg="del mod">
          <ac:chgData name="翟 锐" userId="fef11181f709266a" providerId="LiveId" clId="{727D35D6-B4E6-4AF0-8F74-99EBC6E1954B}" dt="2020-09-24T09:26:32.250" v="2098"/>
          <ac:spMkLst>
            <pc:docMk/>
            <pc:sldMk cId="2142524837" sldId="602"/>
            <ac:spMk id="2" creationId="{1A343DEC-CFF6-41F5-B87C-0DFC08C67B76}"/>
          </ac:spMkLst>
        </pc:spChg>
      </pc:sldChg>
      <pc:sldChg chg="addSp delSp modSp add mod">
        <pc:chgData name="翟 锐" userId="fef11181f709266a" providerId="LiveId" clId="{727D35D6-B4E6-4AF0-8F74-99EBC6E1954B}" dt="2020-09-05T15:36:19.939" v="808" actId="123"/>
        <pc:sldMkLst>
          <pc:docMk/>
          <pc:sldMk cId="1440985517" sldId="603"/>
        </pc:sldMkLst>
        <pc:spChg chg="mod">
          <ac:chgData name="翟 锐" userId="fef11181f709266a" providerId="LiveId" clId="{727D35D6-B4E6-4AF0-8F74-99EBC6E1954B}" dt="2020-09-05T15:32:27.052" v="318" actId="21"/>
          <ac:spMkLst>
            <pc:docMk/>
            <pc:sldMk cId="1440985517" sldId="603"/>
            <ac:spMk id="2" creationId="{1A343DEC-CFF6-41F5-B87C-0DFC08C67B76}"/>
          </ac:spMkLst>
        </pc:spChg>
        <pc:spChg chg="add del">
          <ac:chgData name="翟 锐" userId="fef11181f709266a" providerId="LiveId" clId="{727D35D6-B4E6-4AF0-8F74-99EBC6E1954B}" dt="2020-09-05T15:31:31.903" v="296" actId="22"/>
          <ac:spMkLst>
            <pc:docMk/>
            <pc:sldMk cId="1440985517" sldId="603"/>
            <ac:spMk id="7" creationId="{75F0DD2E-82DC-4B6A-8619-53E3F1F80FA5}"/>
          </ac:spMkLst>
        </pc:spChg>
        <pc:spChg chg="add mod">
          <ac:chgData name="翟 锐" userId="fef11181f709266a" providerId="LiveId" clId="{727D35D6-B4E6-4AF0-8F74-99EBC6E1954B}" dt="2020-09-05T15:36:19.939" v="808" actId="123"/>
          <ac:spMkLst>
            <pc:docMk/>
            <pc:sldMk cId="1440985517" sldId="603"/>
            <ac:spMk id="9" creationId="{F2F000C4-A5F3-4FC3-AFF7-D0D6C6EB3026}"/>
          </ac:spMkLst>
        </pc:spChg>
      </pc:sldChg>
      <pc:sldChg chg="del ord">
        <pc:chgData name="翟 锐" userId="fef11181f709266a" providerId="LiveId" clId="{727D35D6-B4E6-4AF0-8F74-99EBC6E1954B}" dt="2020-09-05T15:29:23.107" v="277" actId="2696"/>
        <pc:sldMkLst>
          <pc:docMk/>
          <pc:sldMk cId="2952034791" sldId="603"/>
        </pc:sldMkLst>
      </pc:sldChg>
      <pc:sldChg chg="modSp add del">
        <pc:chgData name="翟 锐" userId="fef11181f709266a" providerId="LiveId" clId="{727D35D6-B4E6-4AF0-8F74-99EBC6E1954B}" dt="2020-09-06T05:21:12.950" v="1824" actId="2696"/>
        <pc:sldMkLst>
          <pc:docMk/>
          <pc:sldMk cId="1463843720" sldId="604"/>
        </pc:sldMkLst>
        <pc:spChg chg="mod">
          <ac:chgData name="翟 锐" userId="fef11181f709266a" providerId="LiveId" clId="{727D35D6-B4E6-4AF0-8F74-99EBC6E1954B}" dt="2020-09-06T05:21:03.334" v="1823"/>
          <ac:spMkLst>
            <pc:docMk/>
            <pc:sldMk cId="1463843720" sldId="604"/>
            <ac:spMk id="35" creationId="{00000000-0000-0000-0000-000000000000}"/>
          </ac:spMkLst>
        </pc:spChg>
      </pc:sldChg>
      <pc:sldChg chg="modSp add ord modAnim">
        <pc:chgData name="翟 锐" userId="fef11181f709266a" providerId="LiveId" clId="{727D35D6-B4E6-4AF0-8F74-99EBC6E1954B}" dt="2020-09-24T13:43:01.077" v="3953"/>
        <pc:sldMkLst>
          <pc:docMk/>
          <pc:sldMk cId="2706525350" sldId="604"/>
        </pc:sldMkLst>
        <pc:spChg chg="mod">
          <ac:chgData name="翟 锐" userId="fef11181f709266a" providerId="LiveId" clId="{727D35D6-B4E6-4AF0-8F74-99EBC6E1954B}" dt="2020-09-24T13:43:01.077" v="3953"/>
          <ac:spMkLst>
            <pc:docMk/>
            <pc:sldMk cId="2706525350" sldId="604"/>
            <ac:spMk id="35" creationId="{00000000-0000-0000-0000-000000000000}"/>
          </ac:spMkLst>
        </pc:spChg>
      </pc:sldChg>
      <pc:sldChg chg="add del">
        <pc:chgData name="翟 锐" userId="fef11181f709266a" providerId="LiveId" clId="{727D35D6-B4E6-4AF0-8F74-99EBC6E1954B}" dt="2020-09-24T13:34:47.866" v="3825" actId="2696"/>
        <pc:sldMkLst>
          <pc:docMk/>
          <pc:sldMk cId="2817390793" sldId="604"/>
        </pc:sldMkLst>
      </pc:sldChg>
      <pc:sldChg chg="modSp del mod">
        <pc:chgData name="翟 锐" userId="fef11181f709266a" providerId="LiveId" clId="{727D35D6-B4E6-4AF0-8F74-99EBC6E1954B}" dt="2020-09-05T16:44:41.315" v="1461" actId="2696"/>
        <pc:sldMkLst>
          <pc:docMk/>
          <pc:sldMk cId="3459061754" sldId="604"/>
        </pc:sldMkLst>
        <pc:spChg chg="mod">
          <ac:chgData name="翟 锐" userId="fef11181f709266a" providerId="LiveId" clId="{727D35D6-B4E6-4AF0-8F74-99EBC6E1954B}" dt="2020-09-05T16:28:04.362" v="1294" actId="12"/>
          <ac:spMkLst>
            <pc:docMk/>
            <pc:sldMk cId="3459061754" sldId="604"/>
            <ac:spMk id="2" creationId="{1A343DEC-CFF6-41F5-B87C-0DFC08C67B76}"/>
          </ac:spMkLst>
        </pc:spChg>
      </pc:sldChg>
      <pc:sldChg chg="modSp">
        <pc:chgData name="翟 锐" userId="fef11181f709266a" providerId="LiveId" clId="{727D35D6-B4E6-4AF0-8F74-99EBC6E1954B}" dt="2020-09-05T16:03:06.588" v="1156"/>
        <pc:sldMkLst>
          <pc:docMk/>
          <pc:sldMk cId="715867822" sldId="605"/>
        </pc:sldMkLst>
        <pc:spChg chg="mod">
          <ac:chgData name="翟 锐" userId="fef11181f709266a" providerId="LiveId" clId="{727D35D6-B4E6-4AF0-8F74-99EBC6E1954B}" dt="2020-09-05T16:03:06.588" v="1156"/>
          <ac:spMkLst>
            <pc:docMk/>
            <pc:sldMk cId="715867822" sldId="605"/>
            <ac:spMk id="35" creationId="{00000000-0000-0000-0000-000000000000}"/>
          </ac:spMkLst>
        </pc:spChg>
      </pc:sldChg>
      <pc:sldChg chg="modSp">
        <pc:chgData name="翟 锐" userId="fef11181f709266a" providerId="LiveId" clId="{727D35D6-B4E6-4AF0-8F74-99EBC6E1954B}" dt="2020-09-05T16:03:09.266" v="1157"/>
        <pc:sldMkLst>
          <pc:docMk/>
          <pc:sldMk cId="419261417" sldId="606"/>
        </pc:sldMkLst>
        <pc:spChg chg="mod">
          <ac:chgData name="翟 锐" userId="fef11181f709266a" providerId="LiveId" clId="{727D35D6-B4E6-4AF0-8F74-99EBC6E1954B}" dt="2020-09-05T16:03:09.266" v="1157"/>
          <ac:spMkLst>
            <pc:docMk/>
            <pc:sldMk cId="419261417" sldId="606"/>
            <ac:spMk id="35" creationId="{00000000-0000-0000-0000-000000000000}"/>
          </ac:spMkLst>
        </pc:spChg>
      </pc:sldChg>
      <pc:sldChg chg="modSp">
        <pc:chgData name="翟 锐" userId="fef11181f709266a" providerId="LiveId" clId="{727D35D6-B4E6-4AF0-8F74-99EBC6E1954B}" dt="2020-09-05T16:03:11.537" v="1158"/>
        <pc:sldMkLst>
          <pc:docMk/>
          <pc:sldMk cId="2933535704" sldId="607"/>
        </pc:sldMkLst>
        <pc:spChg chg="mod">
          <ac:chgData name="翟 锐" userId="fef11181f709266a" providerId="LiveId" clId="{727D35D6-B4E6-4AF0-8F74-99EBC6E1954B}" dt="2020-09-05T16:03:11.537" v="1158"/>
          <ac:spMkLst>
            <pc:docMk/>
            <pc:sldMk cId="2933535704" sldId="607"/>
            <ac:spMk id="35" creationId="{00000000-0000-0000-0000-000000000000}"/>
          </ac:spMkLst>
        </pc:spChg>
      </pc:sldChg>
      <pc:sldChg chg="modSp">
        <pc:chgData name="翟 锐" userId="fef11181f709266a" providerId="LiveId" clId="{727D35D6-B4E6-4AF0-8F74-99EBC6E1954B}" dt="2020-09-05T16:03:13.698" v="1159"/>
        <pc:sldMkLst>
          <pc:docMk/>
          <pc:sldMk cId="2083321002" sldId="608"/>
        </pc:sldMkLst>
        <pc:spChg chg="mod">
          <ac:chgData name="翟 锐" userId="fef11181f709266a" providerId="LiveId" clId="{727D35D6-B4E6-4AF0-8F74-99EBC6E1954B}" dt="2020-09-05T16:03:13.698" v="1159"/>
          <ac:spMkLst>
            <pc:docMk/>
            <pc:sldMk cId="2083321002" sldId="608"/>
            <ac:spMk id="35" creationId="{00000000-0000-0000-0000-000000000000}"/>
          </ac:spMkLst>
        </pc:spChg>
      </pc:sldChg>
      <pc:sldChg chg="ord">
        <pc:chgData name="翟 锐" userId="fef11181f709266a" providerId="LiveId" clId="{727D35D6-B4E6-4AF0-8F74-99EBC6E1954B}" dt="2020-09-24T13:43:25.741" v="3957"/>
        <pc:sldMkLst>
          <pc:docMk/>
          <pc:sldMk cId="1180436317" sldId="609"/>
        </pc:sldMkLst>
      </pc:sldChg>
      <pc:sldChg chg="modSp mod ord">
        <pc:chgData name="翟 锐" userId="fef11181f709266a" providerId="LiveId" clId="{727D35D6-B4E6-4AF0-8F74-99EBC6E1954B}" dt="2020-09-24T13:43:25.741" v="3957"/>
        <pc:sldMkLst>
          <pc:docMk/>
          <pc:sldMk cId="2461849974" sldId="610"/>
        </pc:sldMkLst>
        <pc:spChg chg="mod">
          <ac:chgData name="翟 锐" userId="fef11181f709266a" providerId="LiveId" clId="{727D35D6-B4E6-4AF0-8F74-99EBC6E1954B}" dt="2020-09-05T15:45:20.764" v="1127" actId="15"/>
          <ac:spMkLst>
            <pc:docMk/>
            <pc:sldMk cId="2461849974" sldId="610"/>
            <ac:spMk id="2" creationId="{1A343DEC-CFF6-41F5-B87C-0DFC08C67B76}"/>
          </ac:spMkLst>
        </pc:spChg>
      </pc:sldChg>
      <pc:sldChg chg="modSp add del">
        <pc:chgData name="翟 锐" userId="fef11181f709266a" providerId="LiveId" clId="{727D35D6-B4E6-4AF0-8F74-99EBC6E1954B}" dt="2020-09-24T13:44:00.105" v="3978" actId="2696"/>
        <pc:sldMkLst>
          <pc:docMk/>
          <pc:sldMk cId="360706203" sldId="611"/>
        </pc:sldMkLst>
        <pc:spChg chg="mod">
          <ac:chgData name="翟 锐" userId="fef11181f709266a" providerId="LiveId" clId="{727D35D6-B4E6-4AF0-8F74-99EBC6E1954B}" dt="2020-09-24T13:43:35.660" v="3976"/>
          <ac:spMkLst>
            <pc:docMk/>
            <pc:sldMk cId="360706203" sldId="611"/>
            <ac:spMk id="35" creationId="{00000000-0000-0000-0000-000000000000}"/>
          </ac:spMkLst>
        </pc:spChg>
      </pc:sldChg>
      <pc:sldChg chg="add del">
        <pc:chgData name="翟 锐" userId="fef11181f709266a" providerId="LiveId" clId="{727D35D6-B4E6-4AF0-8F74-99EBC6E1954B}" dt="2020-09-24T13:42:42.675" v="3926"/>
        <pc:sldMkLst>
          <pc:docMk/>
          <pc:sldMk cId="476525597" sldId="611"/>
        </pc:sldMkLst>
      </pc:sldChg>
      <pc:sldChg chg="add del">
        <pc:chgData name="翟 锐" userId="fef11181f709266a" providerId="LiveId" clId="{727D35D6-B4E6-4AF0-8F74-99EBC6E1954B}" dt="2020-09-24T13:43:10.414" v="3955" actId="2696"/>
        <pc:sldMkLst>
          <pc:docMk/>
          <pc:sldMk cId="724625149" sldId="611"/>
        </pc:sldMkLst>
      </pc:sldChg>
      <pc:sldChg chg="modSp add del mod">
        <pc:chgData name="翟 锐" userId="fef11181f709266a" providerId="LiveId" clId="{727D35D6-B4E6-4AF0-8F74-99EBC6E1954B}" dt="2020-09-24T13:42:48.626" v="3931" actId="2696"/>
        <pc:sldMkLst>
          <pc:docMk/>
          <pc:sldMk cId="2010353434" sldId="611"/>
        </pc:sldMkLst>
        <pc:spChg chg="mod">
          <ac:chgData name="翟 锐" userId="fef11181f709266a" providerId="LiveId" clId="{727D35D6-B4E6-4AF0-8F74-99EBC6E1954B}" dt="2020-08-12T16:14:56.789" v="70" actId="12"/>
          <ac:spMkLst>
            <pc:docMk/>
            <pc:sldMk cId="2010353434" sldId="611"/>
            <ac:spMk id="2" creationId="{1A343DEC-CFF6-41F5-B87C-0DFC08C67B76}"/>
          </ac:spMkLst>
        </pc:spChg>
        <pc:spChg chg="mod">
          <ac:chgData name="翟 锐" userId="fef11181f709266a" providerId="LiveId" clId="{727D35D6-B4E6-4AF0-8F74-99EBC6E1954B}" dt="2020-08-12T16:14:43.314" v="43"/>
          <ac:spMkLst>
            <pc:docMk/>
            <pc:sldMk cId="2010353434" sldId="611"/>
            <ac:spMk id="35" creationId="{00000000-0000-0000-0000-000000000000}"/>
          </ac:spMkLst>
        </pc:spChg>
      </pc:sldChg>
      <pc:sldChg chg="add">
        <pc:chgData name="翟 锐" userId="fef11181f709266a" providerId="LiveId" clId="{727D35D6-B4E6-4AF0-8F74-99EBC6E1954B}" dt="2020-09-24T13:46:13.299" v="3986"/>
        <pc:sldMkLst>
          <pc:docMk/>
          <pc:sldMk cId="2014760614" sldId="611"/>
        </pc:sldMkLst>
      </pc:sldChg>
      <pc:sldChg chg="add del">
        <pc:chgData name="翟 锐" userId="fef11181f709266a" providerId="LiveId" clId="{727D35D6-B4E6-4AF0-8F74-99EBC6E1954B}" dt="2020-09-24T13:46:03.843" v="3985" actId="2696"/>
        <pc:sldMkLst>
          <pc:docMk/>
          <pc:sldMk cId="2198151279" sldId="611"/>
        </pc:sldMkLst>
      </pc:sldChg>
      <pc:sldChg chg="modSp add del mod ord modAnim">
        <pc:chgData name="翟 锐" userId="fef11181f709266a" providerId="LiveId" clId="{727D35D6-B4E6-4AF0-8F74-99EBC6E1954B}" dt="2020-09-24T13:42:48.626" v="3931" actId="2696"/>
        <pc:sldMkLst>
          <pc:docMk/>
          <pc:sldMk cId="1713728164" sldId="612"/>
        </pc:sldMkLst>
        <pc:spChg chg="mod">
          <ac:chgData name="翟 锐" userId="fef11181f709266a" providerId="LiveId" clId="{727D35D6-B4E6-4AF0-8F74-99EBC6E1954B}" dt="2020-08-12T16:15:00.382" v="71" actId="12"/>
          <ac:spMkLst>
            <pc:docMk/>
            <pc:sldMk cId="1713728164" sldId="612"/>
            <ac:spMk id="2" creationId="{1A343DEC-CFF6-41F5-B87C-0DFC08C67B76}"/>
          </ac:spMkLst>
        </pc:spChg>
        <pc:spChg chg="mod">
          <ac:chgData name="翟 锐" userId="fef11181f709266a" providerId="LiveId" clId="{727D35D6-B4E6-4AF0-8F74-99EBC6E1954B}" dt="2020-08-12T16:14:49.683" v="69"/>
          <ac:spMkLst>
            <pc:docMk/>
            <pc:sldMk cId="1713728164" sldId="612"/>
            <ac:spMk id="35" creationId="{00000000-0000-0000-0000-000000000000}"/>
          </ac:spMkLst>
        </pc:spChg>
      </pc:sldChg>
      <pc:sldChg chg="add">
        <pc:chgData name="翟 锐" userId="fef11181f709266a" providerId="LiveId" clId="{727D35D6-B4E6-4AF0-8F74-99EBC6E1954B}" dt="2020-09-24T13:46:13.299" v="3986"/>
        <pc:sldMkLst>
          <pc:docMk/>
          <pc:sldMk cId="1825163591" sldId="612"/>
        </pc:sldMkLst>
      </pc:sldChg>
      <pc:sldChg chg="add del">
        <pc:chgData name="翟 锐" userId="fef11181f709266a" providerId="LiveId" clId="{727D35D6-B4E6-4AF0-8F74-99EBC6E1954B}" dt="2020-09-24T13:43:10.414" v="3955" actId="2696"/>
        <pc:sldMkLst>
          <pc:docMk/>
          <pc:sldMk cId="2320604352" sldId="612"/>
        </pc:sldMkLst>
      </pc:sldChg>
      <pc:sldChg chg="new del">
        <pc:chgData name="翟 锐" userId="fef11181f709266a" providerId="LiveId" clId="{727D35D6-B4E6-4AF0-8F74-99EBC6E1954B}" dt="2020-08-12T16:14:20.572" v="23" actId="680"/>
        <pc:sldMkLst>
          <pc:docMk/>
          <pc:sldMk cId="2975282294" sldId="612"/>
        </pc:sldMkLst>
      </pc:sldChg>
      <pc:sldChg chg="modSp add del">
        <pc:chgData name="翟 锐" userId="fef11181f709266a" providerId="LiveId" clId="{727D35D6-B4E6-4AF0-8F74-99EBC6E1954B}" dt="2020-09-24T13:44:00.105" v="3978" actId="2696"/>
        <pc:sldMkLst>
          <pc:docMk/>
          <pc:sldMk cId="3015502999" sldId="612"/>
        </pc:sldMkLst>
        <pc:spChg chg="mod">
          <ac:chgData name="翟 锐" userId="fef11181f709266a" providerId="LiveId" clId="{727D35D6-B4E6-4AF0-8F74-99EBC6E1954B}" dt="2020-09-24T13:43:40.341" v="3977"/>
          <ac:spMkLst>
            <pc:docMk/>
            <pc:sldMk cId="3015502999" sldId="612"/>
            <ac:spMk id="35" creationId="{00000000-0000-0000-0000-000000000000}"/>
          </ac:spMkLst>
        </pc:spChg>
      </pc:sldChg>
      <pc:sldChg chg="add del">
        <pc:chgData name="翟 锐" userId="fef11181f709266a" providerId="LiveId" clId="{727D35D6-B4E6-4AF0-8F74-99EBC6E1954B}" dt="2020-09-24T13:46:03.843" v="3985" actId="2696"/>
        <pc:sldMkLst>
          <pc:docMk/>
          <pc:sldMk cId="3951010564" sldId="612"/>
        </pc:sldMkLst>
      </pc:sldChg>
      <pc:sldChg chg="add del">
        <pc:chgData name="翟 锐" userId="fef11181f709266a" providerId="LiveId" clId="{727D35D6-B4E6-4AF0-8F74-99EBC6E1954B}" dt="2020-09-24T13:42:42.675" v="3926"/>
        <pc:sldMkLst>
          <pc:docMk/>
          <pc:sldMk cId="4268807955" sldId="612"/>
        </pc:sldMkLst>
      </pc:sldChg>
      <pc:sldChg chg="modSp add mod">
        <pc:chgData name="翟 锐" userId="fef11181f709266a" providerId="LiveId" clId="{727D35D6-B4E6-4AF0-8F74-99EBC6E1954B}" dt="2020-09-05T15:28:25.314" v="276"/>
        <pc:sldMkLst>
          <pc:docMk/>
          <pc:sldMk cId="1397344220" sldId="613"/>
        </pc:sldMkLst>
        <pc:spChg chg="mod">
          <ac:chgData name="翟 锐" userId="fef11181f709266a" providerId="LiveId" clId="{727D35D6-B4E6-4AF0-8F74-99EBC6E1954B}" dt="2020-09-05T15:28:25.314" v="276"/>
          <ac:spMkLst>
            <pc:docMk/>
            <pc:sldMk cId="1397344220" sldId="613"/>
            <ac:spMk id="2" creationId="{1A343DEC-CFF6-41F5-B87C-0DFC08C67B76}"/>
          </ac:spMkLst>
        </pc:spChg>
      </pc:sldChg>
      <pc:sldChg chg="modSp del mod">
        <pc:chgData name="翟 锐" userId="fef11181f709266a" providerId="LiveId" clId="{727D35D6-B4E6-4AF0-8F74-99EBC6E1954B}" dt="2020-09-05T16:29:59.646" v="1311" actId="47"/>
        <pc:sldMkLst>
          <pc:docMk/>
          <pc:sldMk cId="2382010412" sldId="614"/>
        </pc:sldMkLst>
        <pc:spChg chg="mod">
          <ac:chgData name="翟 锐" userId="fef11181f709266a" providerId="LiveId" clId="{727D35D6-B4E6-4AF0-8F74-99EBC6E1954B}" dt="2020-09-05T15:43:19.462" v="1124" actId="20577"/>
          <ac:spMkLst>
            <pc:docMk/>
            <pc:sldMk cId="2382010412" sldId="614"/>
            <ac:spMk id="2" creationId="{1A343DEC-CFF6-41F5-B87C-0DFC08C67B76}"/>
          </ac:spMkLst>
        </pc:spChg>
      </pc:sldChg>
      <pc:sldChg chg="del">
        <pc:chgData name="翟 锐" userId="fef11181f709266a" providerId="LiveId" clId="{727D35D6-B4E6-4AF0-8F74-99EBC6E1954B}" dt="2020-09-24T13:34:47.866" v="3825" actId="2696"/>
        <pc:sldMkLst>
          <pc:docMk/>
          <pc:sldMk cId="2504951130" sldId="615"/>
        </pc:sldMkLst>
      </pc:sldChg>
      <pc:sldChg chg="modSp add del mod">
        <pc:chgData name="翟 锐" userId="fef11181f709266a" providerId="LiveId" clId="{727D35D6-B4E6-4AF0-8F74-99EBC6E1954B}" dt="2020-09-24T13:46:51.976" v="3990" actId="2696"/>
        <pc:sldMkLst>
          <pc:docMk/>
          <pc:sldMk cId="2961626144" sldId="615"/>
        </pc:sldMkLst>
        <pc:picChg chg="mod">
          <ac:chgData name="翟 锐" userId="fef11181f709266a" providerId="LiveId" clId="{727D35D6-B4E6-4AF0-8F74-99EBC6E1954B}" dt="2020-09-24T13:46:20.069" v="3987" actId="1076"/>
          <ac:picMkLst>
            <pc:docMk/>
            <pc:sldMk cId="2961626144" sldId="615"/>
            <ac:picMk id="3" creationId="{4513675E-3A4A-4165-88B5-A971D0D6F4F6}"/>
          </ac:picMkLst>
        </pc:picChg>
      </pc:sldChg>
      <pc:sldChg chg="add">
        <pc:chgData name="翟 锐" userId="fef11181f709266a" providerId="LiveId" clId="{727D35D6-B4E6-4AF0-8F74-99EBC6E1954B}" dt="2020-09-24T13:47:08.063" v="3991"/>
        <pc:sldMkLst>
          <pc:docMk/>
          <pc:sldMk cId="3257022711" sldId="615"/>
        </pc:sldMkLst>
      </pc:sldChg>
      <pc:sldChg chg="addSp delSp modSp del mod">
        <pc:chgData name="翟 锐" userId="fef11181f709266a" providerId="LiveId" clId="{727D35D6-B4E6-4AF0-8F74-99EBC6E1954B}" dt="2020-09-23T16:38:44.942" v="2016" actId="47"/>
        <pc:sldMkLst>
          <pc:docMk/>
          <pc:sldMk cId="2773477050" sldId="622"/>
        </pc:sldMkLst>
        <pc:spChg chg="del mod">
          <ac:chgData name="翟 锐" userId="fef11181f709266a" providerId="LiveId" clId="{727D35D6-B4E6-4AF0-8F74-99EBC6E1954B}" dt="2020-09-23T16:38:40.425" v="2012"/>
          <ac:spMkLst>
            <pc:docMk/>
            <pc:sldMk cId="2773477050" sldId="622"/>
            <ac:spMk id="2" creationId="{1A343DEC-CFF6-41F5-B87C-0DFC08C67B76}"/>
          </ac:spMkLst>
        </pc:spChg>
        <pc:spChg chg="del mod">
          <ac:chgData name="翟 锐" userId="fef11181f709266a" providerId="LiveId" clId="{727D35D6-B4E6-4AF0-8F74-99EBC6E1954B}" dt="2020-09-23T16:38:06.300" v="1989" actId="478"/>
          <ac:spMkLst>
            <pc:docMk/>
            <pc:sldMk cId="2773477050" sldId="622"/>
            <ac:spMk id="13" creationId="{E4994335-AA39-4752-8CFD-A96B51899648}"/>
          </ac:spMkLst>
        </pc:spChg>
        <pc:spChg chg="del mod">
          <ac:chgData name="翟 锐" userId="fef11181f709266a" providerId="LiveId" clId="{727D35D6-B4E6-4AF0-8F74-99EBC6E1954B}" dt="2020-09-23T16:38:06.300" v="1989" actId="478"/>
          <ac:spMkLst>
            <pc:docMk/>
            <pc:sldMk cId="2773477050" sldId="622"/>
            <ac:spMk id="17" creationId="{819086CB-0C63-4563-95C0-0C55043E3D08}"/>
          </ac:spMkLst>
        </pc:spChg>
        <pc:spChg chg="del mod">
          <ac:chgData name="翟 锐" userId="fef11181f709266a" providerId="LiveId" clId="{727D35D6-B4E6-4AF0-8F74-99EBC6E1954B}" dt="2020-09-23T16:38:06.300" v="1989" actId="478"/>
          <ac:spMkLst>
            <pc:docMk/>
            <pc:sldMk cId="2773477050" sldId="622"/>
            <ac:spMk id="19" creationId="{6721E054-506A-4B18-8AA2-4F66D34C8149}"/>
          </ac:spMkLst>
        </pc:spChg>
        <pc:spChg chg="del mod">
          <ac:chgData name="翟 锐" userId="fef11181f709266a" providerId="LiveId" clId="{727D35D6-B4E6-4AF0-8F74-99EBC6E1954B}" dt="2020-09-23T16:38:06.300" v="1989" actId="478"/>
          <ac:spMkLst>
            <pc:docMk/>
            <pc:sldMk cId="2773477050" sldId="622"/>
            <ac:spMk id="21" creationId="{27D7FD0A-A32A-46B4-8974-19054E93102A}"/>
          </ac:spMkLst>
        </pc:spChg>
        <pc:spChg chg="del mod">
          <ac:chgData name="翟 锐" userId="fef11181f709266a" providerId="LiveId" clId="{727D35D6-B4E6-4AF0-8F74-99EBC6E1954B}" dt="2020-09-23T16:38:06.300" v="1989" actId="478"/>
          <ac:spMkLst>
            <pc:docMk/>
            <pc:sldMk cId="2773477050" sldId="622"/>
            <ac:spMk id="23" creationId="{83F9C811-0015-4A5F-BE5B-EB62C3EC59B4}"/>
          </ac:spMkLst>
        </pc:spChg>
        <pc:spChg chg="del">
          <ac:chgData name="翟 锐" userId="fef11181f709266a" providerId="LiveId" clId="{727D35D6-B4E6-4AF0-8F74-99EBC6E1954B}" dt="2020-09-05T15:25:43.240" v="264" actId="478"/>
          <ac:spMkLst>
            <pc:docMk/>
            <pc:sldMk cId="2773477050" sldId="622"/>
            <ac:spMk id="25" creationId="{3CCFFB08-24CF-4719-AA6F-90BDD79775F2}"/>
          </ac:spMkLst>
        </pc:spChg>
        <pc:cxnChg chg="add del mod">
          <ac:chgData name="翟 锐" userId="fef11181f709266a" providerId="LiveId" clId="{727D35D6-B4E6-4AF0-8F74-99EBC6E1954B}" dt="2020-09-05T15:25:41.736" v="263" actId="478"/>
          <ac:cxnSpMkLst>
            <pc:docMk/>
            <pc:sldMk cId="2773477050" sldId="622"/>
            <ac:cxnSpMk id="29" creationId="{30AD0D39-DF4C-4C24-A7A0-BB7DD8745745}"/>
          </ac:cxnSpMkLst>
        </pc:cxnChg>
      </pc:sldChg>
      <pc:sldChg chg="add">
        <pc:chgData name="翟 锐" userId="fef11181f709266a" providerId="LiveId" clId="{727D35D6-B4E6-4AF0-8F74-99EBC6E1954B}" dt="2020-09-05T02:09:13.893" v="252"/>
        <pc:sldMkLst>
          <pc:docMk/>
          <pc:sldMk cId="3207547080" sldId="623"/>
        </pc:sldMkLst>
      </pc:sldChg>
      <pc:sldChg chg="add">
        <pc:chgData name="翟 锐" userId="fef11181f709266a" providerId="LiveId" clId="{727D35D6-B4E6-4AF0-8F74-99EBC6E1954B}" dt="2020-09-05T02:09:13.893" v="252"/>
        <pc:sldMkLst>
          <pc:docMk/>
          <pc:sldMk cId="4143411237" sldId="624"/>
        </pc:sldMkLst>
      </pc:sldChg>
      <pc:sldChg chg="add">
        <pc:chgData name="翟 锐" userId="fef11181f709266a" providerId="LiveId" clId="{727D35D6-B4E6-4AF0-8F74-99EBC6E1954B}" dt="2020-09-05T02:09:13.893" v="252"/>
        <pc:sldMkLst>
          <pc:docMk/>
          <pc:sldMk cId="1438907146" sldId="625"/>
        </pc:sldMkLst>
      </pc:sldChg>
      <pc:sldChg chg="add">
        <pc:chgData name="翟 锐" userId="fef11181f709266a" providerId="LiveId" clId="{727D35D6-B4E6-4AF0-8F74-99EBC6E1954B}" dt="2020-09-05T02:09:13.893" v="252"/>
        <pc:sldMkLst>
          <pc:docMk/>
          <pc:sldMk cId="470226652" sldId="626"/>
        </pc:sldMkLst>
      </pc:sldChg>
      <pc:sldChg chg="add">
        <pc:chgData name="翟 锐" userId="fef11181f709266a" providerId="LiveId" clId="{727D35D6-B4E6-4AF0-8F74-99EBC6E1954B}" dt="2020-09-05T02:09:13.893" v="252"/>
        <pc:sldMkLst>
          <pc:docMk/>
          <pc:sldMk cId="692890702" sldId="627"/>
        </pc:sldMkLst>
      </pc:sldChg>
      <pc:sldChg chg="add">
        <pc:chgData name="翟 锐" userId="fef11181f709266a" providerId="LiveId" clId="{727D35D6-B4E6-4AF0-8F74-99EBC6E1954B}" dt="2020-09-05T02:09:13.893" v="252"/>
        <pc:sldMkLst>
          <pc:docMk/>
          <pc:sldMk cId="368713057" sldId="628"/>
        </pc:sldMkLst>
      </pc:sldChg>
      <pc:sldChg chg="add">
        <pc:chgData name="翟 锐" userId="fef11181f709266a" providerId="LiveId" clId="{727D35D6-B4E6-4AF0-8F74-99EBC6E1954B}" dt="2020-09-05T02:09:13.893" v="252"/>
        <pc:sldMkLst>
          <pc:docMk/>
          <pc:sldMk cId="3719496626" sldId="629"/>
        </pc:sldMkLst>
      </pc:sldChg>
      <pc:sldChg chg="add">
        <pc:chgData name="翟 锐" userId="fef11181f709266a" providerId="LiveId" clId="{727D35D6-B4E6-4AF0-8F74-99EBC6E1954B}" dt="2020-09-05T02:09:13.893" v="252"/>
        <pc:sldMkLst>
          <pc:docMk/>
          <pc:sldMk cId="652861076" sldId="630"/>
        </pc:sldMkLst>
      </pc:sldChg>
      <pc:sldChg chg="add">
        <pc:chgData name="翟 锐" userId="fef11181f709266a" providerId="LiveId" clId="{727D35D6-B4E6-4AF0-8F74-99EBC6E1954B}" dt="2020-09-05T02:09:13.893" v="252"/>
        <pc:sldMkLst>
          <pc:docMk/>
          <pc:sldMk cId="2149074646" sldId="631"/>
        </pc:sldMkLst>
      </pc:sldChg>
      <pc:sldChg chg="modSp add mod">
        <pc:chgData name="翟 锐" userId="fef11181f709266a" providerId="LiveId" clId="{727D35D6-B4E6-4AF0-8F74-99EBC6E1954B}" dt="2020-09-23T16:27:45.557" v="1988" actId="404"/>
        <pc:sldMkLst>
          <pc:docMk/>
          <pc:sldMk cId="3891491368" sldId="632"/>
        </pc:sldMkLst>
        <pc:spChg chg="mod">
          <ac:chgData name="翟 锐" userId="fef11181f709266a" providerId="LiveId" clId="{727D35D6-B4E6-4AF0-8F74-99EBC6E1954B}" dt="2020-09-23T16:27:45.557" v="1988" actId="404"/>
          <ac:spMkLst>
            <pc:docMk/>
            <pc:sldMk cId="3891491368" sldId="632"/>
            <ac:spMk id="2" creationId="{1A343DEC-CFF6-41F5-B87C-0DFC08C67B76}"/>
          </ac:spMkLst>
        </pc:spChg>
      </pc:sldChg>
      <pc:sldChg chg="add">
        <pc:chgData name="翟 锐" userId="fef11181f709266a" providerId="LiveId" clId="{727D35D6-B4E6-4AF0-8F74-99EBC6E1954B}" dt="2020-09-05T02:09:13.893" v="252"/>
        <pc:sldMkLst>
          <pc:docMk/>
          <pc:sldMk cId="1632195621" sldId="633"/>
        </pc:sldMkLst>
      </pc:sldChg>
      <pc:sldChg chg="add">
        <pc:chgData name="翟 锐" userId="fef11181f709266a" providerId="LiveId" clId="{727D35D6-B4E6-4AF0-8F74-99EBC6E1954B}" dt="2020-09-05T02:09:13.893" v="252"/>
        <pc:sldMkLst>
          <pc:docMk/>
          <pc:sldMk cId="3210494518" sldId="634"/>
        </pc:sldMkLst>
      </pc:sldChg>
      <pc:sldChg chg="add">
        <pc:chgData name="翟 锐" userId="fef11181f709266a" providerId="LiveId" clId="{727D35D6-B4E6-4AF0-8F74-99EBC6E1954B}" dt="2020-09-05T02:09:13.893" v="252"/>
        <pc:sldMkLst>
          <pc:docMk/>
          <pc:sldMk cId="3381113624" sldId="635"/>
        </pc:sldMkLst>
      </pc:sldChg>
      <pc:sldChg chg="add">
        <pc:chgData name="翟 锐" userId="fef11181f709266a" providerId="LiveId" clId="{727D35D6-B4E6-4AF0-8F74-99EBC6E1954B}" dt="2020-09-05T02:09:13.893" v="252"/>
        <pc:sldMkLst>
          <pc:docMk/>
          <pc:sldMk cId="1023961295" sldId="636"/>
        </pc:sldMkLst>
      </pc:sldChg>
      <pc:sldChg chg="add">
        <pc:chgData name="翟 锐" userId="fef11181f709266a" providerId="LiveId" clId="{727D35D6-B4E6-4AF0-8F74-99EBC6E1954B}" dt="2020-09-05T02:09:13.893" v="252"/>
        <pc:sldMkLst>
          <pc:docMk/>
          <pc:sldMk cId="364815988" sldId="637"/>
        </pc:sldMkLst>
      </pc:sldChg>
      <pc:sldChg chg="add">
        <pc:chgData name="翟 锐" userId="fef11181f709266a" providerId="LiveId" clId="{727D35D6-B4E6-4AF0-8F74-99EBC6E1954B}" dt="2020-09-05T02:09:13.893" v="252"/>
        <pc:sldMkLst>
          <pc:docMk/>
          <pc:sldMk cId="432108149" sldId="638"/>
        </pc:sldMkLst>
      </pc:sldChg>
      <pc:sldChg chg="add">
        <pc:chgData name="翟 锐" userId="fef11181f709266a" providerId="LiveId" clId="{727D35D6-B4E6-4AF0-8F74-99EBC6E1954B}" dt="2020-09-05T02:09:13.893" v="252"/>
        <pc:sldMkLst>
          <pc:docMk/>
          <pc:sldMk cId="2799856299" sldId="639"/>
        </pc:sldMkLst>
      </pc:sldChg>
      <pc:sldChg chg="add">
        <pc:chgData name="翟 锐" userId="fef11181f709266a" providerId="LiveId" clId="{727D35D6-B4E6-4AF0-8F74-99EBC6E1954B}" dt="2020-09-05T02:09:13.893" v="252"/>
        <pc:sldMkLst>
          <pc:docMk/>
          <pc:sldMk cId="378116688" sldId="640"/>
        </pc:sldMkLst>
      </pc:sldChg>
      <pc:sldChg chg="add">
        <pc:chgData name="翟 锐" userId="fef11181f709266a" providerId="LiveId" clId="{727D35D6-B4E6-4AF0-8F74-99EBC6E1954B}" dt="2020-09-05T02:09:13.893" v="252"/>
        <pc:sldMkLst>
          <pc:docMk/>
          <pc:sldMk cId="2227459113" sldId="641"/>
        </pc:sldMkLst>
      </pc:sldChg>
      <pc:sldChg chg="add">
        <pc:chgData name="翟 锐" userId="fef11181f709266a" providerId="LiveId" clId="{727D35D6-B4E6-4AF0-8F74-99EBC6E1954B}" dt="2020-09-05T02:09:13.893" v="252"/>
        <pc:sldMkLst>
          <pc:docMk/>
          <pc:sldMk cId="1290627896" sldId="642"/>
        </pc:sldMkLst>
      </pc:sldChg>
      <pc:sldChg chg="add">
        <pc:chgData name="翟 锐" userId="fef11181f709266a" providerId="LiveId" clId="{727D35D6-B4E6-4AF0-8F74-99EBC6E1954B}" dt="2020-09-05T02:09:13.893" v="252"/>
        <pc:sldMkLst>
          <pc:docMk/>
          <pc:sldMk cId="3998261402" sldId="643"/>
        </pc:sldMkLst>
      </pc:sldChg>
      <pc:sldChg chg="add">
        <pc:chgData name="翟 锐" userId="fef11181f709266a" providerId="LiveId" clId="{727D35D6-B4E6-4AF0-8F74-99EBC6E1954B}" dt="2020-09-05T02:09:13.893" v="252"/>
        <pc:sldMkLst>
          <pc:docMk/>
          <pc:sldMk cId="2916805578" sldId="644"/>
        </pc:sldMkLst>
      </pc:sldChg>
      <pc:sldChg chg="add">
        <pc:chgData name="翟 锐" userId="fef11181f709266a" providerId="LiveId" clId="{727D35D6-B4E6-4AF0-8F74-99EBC6E1954B}" dt="2020-09-05T02:09:13.893" v="252"/>
        <pc:sldMkLst>
          <pc:docMk/>
          <pc:sldMk cId="4156365499" sldId="645"/>
        </pc:sldMkLst>
      </pc:sldChg>
      <pc:sldChg chg="modSp add">
        <pc:chgData name="翟 锐" userId="fef11181f709266a" providerId="LiveId" clId="{727D35D6-B4E6-4AF0-8F74-99EBC6E1954B}" dt="2020-09-24T13:50:35.811" v="3997" actId="1076"/>
        <pc:sldMkLst>
          <pc:docMk/>
          <pc:sldMk cId="966206790" sldId="646"/>
        </pc:sldMkLst>
        <pc:spChg chg="mod">
          <ac:chgData name="翟 锐" userId="fef11181f709266a" providerId="LiveId" clId="{727D35D6-B4E6-4AF0-8F74-99EBC6E1954B}" dt="2020-09-24T13:50:12.317" v="3993" actId="2711"/>
          <ac:spMkLst>
            <pc:docMk/>
            <pc:sldMk cId="966206790" sldId="646"/>
            <ac:spMk id="3" creationId="{8FC88935-25F7-4E10-873A-5F5EF6173575}"/>
          </ac:spMkLst>
        </pc:spChg>
        <pc:spChg chg="mod">
          <ac:chgData name="翟 锐" userId="fef11181f709266a" providerId="LiveId" clId="{727D35D6-B4E6-4AF0-8F74-99EBC6E1954B}" dt="2020-09-24T13:50:12.317" v="3993" actId="2711"/>
          <ac:spMkLst>
            <pc:docMk/>
            <pc:sldMk cId="966206790" sldId="646"/>
            <ac:spMk id="4" creationId="{F2640E99-CB86-4161-9C30-12E7DDD166F4}"/>
          </ac:spMkLst>
        </pc:spChg>
        <pc:spChg chg="mod">
          <ac:chgData name="翟 锐" userId="fef11181f709266a" providerId="LiveId" clId="{727D35D6-B4E6-4AF0-8F74-99EBC6E1954B}" dt="2020-09-24T13:50:12.317" v="3993" actId="2711"/>
          <ac:spMkLst>
            <pc:docMk/>
            <pc:sldMk cId="966206790" sldId="646"/>
            <ac:spMk id="5" creationId="{552DF5DF-9CAF-4F63-8729-D9228679652C}"/>
          </ac:spMkLst>
        </pc:spChg>
        <pc:spChg chg="mod">
          <ac:chgData name="翟 锐" userId="fef11181f709266a" providerId="LiveId" clId="{727D35D6-B4E6-4AF0-8F74-99EBC6E1954B}" dt="2020-09-24T13:50:12.317" v="3993" actId="2711"/>
          <ac:spMkLst>
            <pc:docMk/>
            <pc:sldMk cId="966206790" sldId="646"/>
            <ac:spMk id="7" creationId="{CF99EA99-C82C-46CE-B303-3BB8BD1C559D}"/>
          </ac:spMkLst>
        </pc:spChg>
        <pc:spChg chg="mod">
          <ac:chgData name="翟 锐" userId="fef11181f709266a" providerId="LiveId" clId="{727D35D6-B4E6-4AF0-8F74-99EBC6E1954B}" dt="2020-09-24T13:50:12.317" v="3993" actId="2711"/>
          <ac:spMkLst>
            <pc:docMk/>
            <pc:sldMk cId="966206790" sldId="646"/>
            <ac:spMk id="9" creationId="{F751C472-FABC-4823-B368-0444C3FE126B}"/>
          </ac:spMkLst>
        </pc:spChg>
        <pc:spChg chg="mod">
          <ac:chgData name="翟 锐" userId="fef11181f709266a" providerId="LiveId" clId="{727D35D6-B4E6-4AF0-8F74-99EBC6E1954B}" dt="2020-09-24T13:50:12.317" v="3993" actId="2711"/>
          <ac:spMkLst>
            <pc:docMk/>
            <pc:sldMk cId="966206790" sldId="646"/>
            <ac:spMk id="11" creationId="{99363432-3EDC-4200-B6B1-2B51F4335089}"/>
          </ac:spMkLst>
        </pc:spChg>
        <pc:spChg chg="mod">
          <ac:chgData name="翟 锐" userId="fef11181f709266a" providerId="LiveId" clId="{727D35D6-B4E6-4AF0-8F74-99EBC6E1954B}" dt="2020-09-24T13:50:12.317" v="3993" actId="2711"/>
          <ac:spMkLst>
            <pc:docMk/>
            <pc:sldMk cId="966206790" sldId="646"/>
            <ac:spMk id="13" creationId="{56C93B87-1A1A-4255-850B-DDF979FB6A59}"/>
          </ac:spMkLst>
        </pc:spChg>
        <pc:spChg chg="mod">
          <ac:chgData name="翟 锐" userId="fef11181f709266a" providerId="LiveId" clId="{727D35D6-B4E6-4AF0-8F74-99EBC6E1954B}" dt="2020-09-24T13:50:12.317" v="3993" actId="2711"/>
          <ac:spMkLst>
            <pc:docMk/>
            <pc:sldMk cId="966206790" sldId="646"/>
            <ac:spMk id="15" creationId="{FA17C40A-A15A-4236-91C6-B49325A3F7CE}"/>
          </ac:spMkLst>
        </pc:spChg>
        <pc:spChg chg="mod">
          <ac:chgData name="翟 锐" userId="fef11181f709266a" providerId="LiveId" clId="{727D35D6-B4E6-4AF0-8F74-99EBC6E1954B}" dt="2020-09-24T13:50:12.317" v="3993" actId="2711"/>
          <ac:spMkLst>
            <pc:docMk/>
            <pc:sldMk cId="966206790" sldId="646"/>
            <ac:spMk id="17" creationId="{442D78DE-DA3B-4046-A52D-5DB1CA806078}"/>
          </ac:spMkLst>
        </pc:spChg>
        <pc:spChg chg="mod">
          <ac:chgData name="翟 锐" userId="fef11181f709266a" providerId="LiveId" clId="{727D35D6-B4E6-4AF0-8F74-99EBC6E1954B}" dt="2020-09-24T13:50:12.317" v="3993" actId="2711"/>
          <ac:spMkLst>
            <pc:docMk/>
            <pc:sldMk cId="966206790" sldId="646"/>
            <ac:spMk id="19" creationId="{327FFC13-B2F0-412E-A648-58A3AE459AF8}"/>
          </ac:spMkLst>
        </pc:spChg>
        <pc:spChg chg="mod">
          <ac:chgData name="翟 锐" userId="fef11181f709266a" providerId="LiveId" clId="{727D35D6-B4E6-4AF0-8F74-99EBC6E1954B}" dt="2020-09-24T13:50:12.317" v="3993" actId="2711"/>
          <ac:spMkLst>
            <pc:docMk/>
            <pc:sldMk cId="966206790" sldId="646"/>
            <ac:spMk id="21" creationId="{5A7EE50B-1F95-4EB4-84BA-DBB51BA78AD1}"/>
          </ac:spMkLst>
        </pc:spChg>
        <pc:spChg chg="mod">
          <ac:chgData name="翟 锐" userId="fef11181f709266a" providerId="LiveId" clId="{727D35D6-B4E6-4AF0-8F74-99EBC6E1954B}" dt="2020-09-24T13:50:12.317" v="3993" actId="2711"/>
          <ac:spMkLst>
            <pc:docMk/>
            <pc:sldMk cId="966206790" sldId="646"/>
            <ac:spMk id="23" creationId="{EDF72DC8-D960-49F2-9774-57EFA275BE97}"/>
          </ac:spMkLst>
        </pc:spChg>
        <pc:spChg chg="mod">
          <ac:chgData name="翟 锐" userId="fef11181f709266a" providerId="LiveId" clId="{727D35D6-B4E6-4AF0-8F74-99EBC6E1954B}" dt="2020-09-24T13:50:12.317" v="3993" actId="2711"/>
          <ac:spMkLst>
            <pc:docMk/>
            <pc:sldMk cId="966206790" sldId="646"/>
            <ac:spMk id="25" creationId="{499177E9-DEBC-4FD6-8B58-DC618950D007}"/>
          </ac:spMkLst>
        </pc:spChg>
        <pc:spChg chg="mod">
          <ac:chgData name="翟 锐" userId="fef11181f709266a" providerId="LiveId" clId="{727D35D6-B4E6-4AF0-8F74-99EBC6E1954B}" dt="2020-09-24T13:50:25.716" v="3996" actId="1076"/>
          <ac:spMkLst>
            <pc:docMk/>
            <pc:sldMk cId="966206790" sldId="646"/>
            <ac:spMk id="27" creationId="{ABA591E7-DA4E-41D3-82CF-9318E8D936EC}"/>
          </ac:spMkLst>
        </pc:spChg>
        <pc:spChg chg="mod">
          <ac:chgData name="翟 锐" userId="fef11181f709266a" providerId="LiveId" clId="{727D35D6-B4E6-4AF0-8F74-99EBC6E1954B}" dt="2020-09-24T13:50:12.317" v="3993" actId="2711"/>
          <ac:spMkLst>
            <pc:docMk/>
            <pc:sldMk cId="966206790" sldId="646"/>
            <ac:spMk id="29" creationId="{4B51E1CF-C808-4418-A31B-B0AF429E39BA}"/>
          </ac:spMkLst>
        </pc:spChg>
        <pc:spChg chg="mod">
          <ac:chgData name="翟 锐" userId="fef11181f709266a" providerId="LiveId" clId="{727D35D6-B4E6-4AF0-8F74-99EBC6E1954B}" dt="2020-09-24T13:50:35.811" v="3997" actId="1076"/>
          <ac:spMkLst>
            <pc:docMk/>
            <pc:sldMk cId="966206790" sldId="646"/>
            <ac:spMk id="31" creationId="{BE3F740A-A07C-437E-805D-872B3A8E0266}"/>
          </ac:spMkLst>
        </pc:spChg>
        <pc:spChg chg="mod">
          <ac:chgData name="翟 锐" userId="fef11181f709266a" providerId="LiveId" clId="{727D35D6-B4E6-4AF0-8F74-99EBC6E1954B}" dt="2020-09-24T13:50:12.317" v="3993" actId="2711"/>
          <ac:spMkLst>
            <pc:docMk/>
            <pc:sldMk cId="966206790" sldId="646"/>
            <ac:spMk id="34" creationId="{00000000-0000-0000-0000-000000000000}"/>
          </ac:spMkLst>
        </pc:spChg>
        <pc:spChg chg="mod">
          <ac:chgData name="翟 锐" userId="fef11181f709266a" providerId="LiveId" clId="{727D35D6-B4E6-4AF0-8F74-99EBC6E1954B}" dt="2020-09-24T13:50:12.317" v="3993" actId="2711"/>
          <ac:spMkLst>
            <pc:docMk/>
            <pc:sldMk cId="966206790" sldId="646"/>
            <ac:spMk id="35" creationId="{00000000-0000-0000-0000-000000000000}"/>
          </ac:spMkLst>
        </pc:spChg>
        <pc:spChg chg="mod">
          <ac:chgData name="翟 锐" userId="fef11181f709266a" providerId="LiveId" clId="{727D35D6-B4E6-4AF0-8F74-99EBC6E1954B}" dt="2020-09-24T13:50:12.317" v="3993" actId="2711"/>
          <ac:spMkLst>
            <pc:docMk/>
            <pc:sldMk cId="966206790" sldId="646"/>
            <ac:spMk id="39" creationId="{518A373F-1871-4D45-A61C-891ED746E1F6}"/>
          </ac:spMkLst>
        </pc:spChg>
        <pc:spChg chg="mod">
          <ac:chgData name="翟 锐" userId="fef11181f709266a" providerId="LiveId" clId="{727D35D6-B4E6-4AF0-8F74-99EBC6E1954B}" dt="2020-09-24T13:50:18.104" v="3994" actId="1076"/>
          <ac:spMkLst>
            <pc:docMk/>
            <pc:sldMk cId="966206790" sldId="646"/>
            <ac:spMk id="41" creationId="{6F56EBEA-F928-49DC-8663-2B587B28DB2A}"/>
          </ac:spMkLst>
        </pc:spChg>
        <pc:cxnChg chg="mod">
          <ac:chgData name="翟 锐" userId="fef11181f709266a" providerId="LiveId" clId="{727D35D6-B4E6-4AF0-8F74-99EBC6E1954B}" dt="2020-09-24T13:50:12.317" v="3993" actId="2711"/>
          <ac:cxnSpMkLst>
            <pc:docMk/>
            <pc:sldMk cId="966206790" sldId="646"/>
            <ac:cxnSpMk id="33" creationId="{00000000-0000-0000-0000-000000000000}"/>
          </ac:cxnSpMkLst>
        </pc:cxnChg>
      </pc:sldChg>
      <pc:sldChg chg="add">
        <pc:chgData name="翟 锐" userId="fef11181f709266a" providerId="LiveId" clId="{727D35D6-B4E6-4AF0-8F74-99EBC6E1954B}" dt="2020-09-05T02:09:13.893" v="252"/>
        <pc:sldMkLst>
          <pc:docMk/>
          <pc:sldMk cId="3222846923" sldId="647"/>
        </pc:sldMkLst>
      </pc:sldChg>
      <pc:sldChg chg="add">
        <pc:chgData name="翟 锐" userId="fef11181f709266a" providerId="LiveId" clId="{727D35D6-B4E6-4AF0-8F74-99EBC6E1954B}" dt="2020-09-05T02:09:13.893" v="252"/>
        <pc:sldMkLst>
          <pc:docMk/>
          <pc:sldMk cId="4139344712" sldId="648"/>
        </pc:sldMkLst>
      </pc:sldChg>
      <pc:sldChg chg="add">
        <pc:chgData name="翟 锐" userId="fef11181f709266a" providerId="LiveId" clId="{727D35D6-B4E6-4AF0-8F74-99EBC6E1954B}" dt="2020-09-05T02:09:13.893" v="252"/>
        <pc:sldMkLst>
          <pc:docMk/>
          <pc:sldMk cId="3730321688" sldId="649"/>
        </pc:sldMkLst>
      </pc:sldChg>
      <pc:sldChg chg="add">
        <pc:chgData name="翟 锐" userId="fef11181f709266a" providerId="LiveId" clId="{727D35D6-B4E6-4AF0-8F74-99EBC6E1954B}" dt="2020-09-05T02:09:13.893" v="252"/>
        <pc:sldMkLst>
          <pc:docMk/>
          <pc:sldMk cId="726596640" sldId="650"/>
        </pc:sldMkLst>
      </pc:sldChg>
      <pc:sldChg chg="addSp modSp add modAnim">
        <pc:chgData name="翟 锐" userId="fef11181f709266a" providerId="LiveId" clId="{727D35D6-B4E6-4AF0-8F74-99EBC6E1954B}" dt="2020-09-24T13:33:04.701" v="3796" actId="14100"/>
        <pc:sldMkLst>
          <pc:docMk/>
          <pc:sldMk cId="303286655" sldId="651"/>
        </pc:sldMkLst>
        <pc:spChg chg="mod">
          <ac:chgData name="翟 锐" userId="fef11181f709266a" providerId="LiveId" clId="{727D35D6-B4E6-4AF0-8F74-99EBC6E1954B}" dt="2020-09-24T13:33:04.701" v="3796" actId="14100"/>
          <ac:spMkLst>
            <pc:docMk/>
            <pc:sldMk cId="303286655" sldId="651"/>
            <ac:spMk id="6" creationId="{9698088A-F83D-4566-9AFD-0E9167CA4B05}"/>
          </ac:spMkLst>
        </pc:spChg>
        <pc:spChg chg="mod">
          <ac:chgData name="翟 锐" userId="fef11181f709266a" providerId="LiveId" clId="{727D35D6-B4E6-4AF0-8F74-99EBC6E1954B}" dt="2020-09-24T13:33:04.701" v="3796" actId="14100"/>
          <ac:spMkLst>
            <pc:docMk/>
            <pc:sldMk cId="303286655" sldId="651"/>
            <ac:spMk id="7" creationId="{20BFF2E6-2B01-4BBD-ACDA-C5F19F7B2FE2}"/>
          </ac:spMkLst>
        </pc:spChg>
        <pc:spChg chg="mod">
          <ac:chgData name="翟 锐" userId="fef11181f709266a" providerId="LiveId" clId="{727D35D6-B4E6-4AF0-8F74-99EBC6E1954B}" dt="2020-09-24T13:33:04.701" v="3796" actId="14100"/>
          <ac:spMkLst>
            <pc:docMk/>
            <pc:sldMk cId="303286655" sldId="651"/>
            <ac:spMk id="8" creationId="{CFC17D6F-8F45-4604-9D2F-95210EAE526D}"/>
          </ac:spMkLst>
        </pc:spChg>
        <pc:spChg chg="mod">
          <ac:chgData name="翟 锐" userId="fef11181f709266a" providerId="LiveId" clId="{727D35D6-B4E6-4AF0-8F74-99EBC6E1954B}" dt="2020-09-24T13:33:04.701" v="3796" actId="14100"/>
          <ac:spMkLst>
            <pc:docMk/>
            <pc:sldMk cId="303286655" sldId="651"/>
            <ac:spMk id="9" creationId="{087144BF-A7F7-4E7D-A4AF-CC882F5A2B96}"/>
          </ac:spMkLst>
        </pc:spChg>
        <pc:spChg chg="mod">
          <ac:chgData name="翟 锐" userId="fef11181f709266a" providerId="LiveId" clId="{727D35D6-B4E6-4AF0-8F74-99EBC6E1954B}" dt="2020-09-24T13:33:04.701" v="3796" actId="14100"/>
          <ac:spMkLst>
            <pc:docMk/>
            <pc:sldMk cId="303286655" sldId="651"/>
            <ac:spMk id="10" creationId="{8802EC3E-6B2F-4164-BECE-62502036DB12}"/>
          </ac:spMkLst>
        </pc:spChg>
        <pc:spChg chg="mod">
          <ac:chgData name="翟 锐" userId="fef11181f709266a" providerId="LiveId" clId="{727D35D6-B4E6-4AF0-8F74-99EBC6E1954B}" dt="2020-09-24T13:33:04.701" v="3796" actId="14100"/>
          <ac:spMkLst>
            <pc:docMk/>
            <pc:sldMk cId="303286655" sldId="651"/>
            <ac:spMk id="11" creationId="{8A709AE1-580C-47EE-BB25-CE047CB09B2A}"/>
          </ac:spMkLst>
        </pc:spChg>
        <pc:spChg chg="mod">
          <ac:chgData name="翟 锐" userId="fef11181f709266a" providerId="LiveId" clId="{727D35D6-B4E6-4AF0-8F74-99EBC6E1954B}" dt="2020-09-24T13:33:04.701" v="3796" actId="14100"/>
          <ac:spMkLst>
            <pc:docMk/>
            <pc:sldMk cId="303286655" sldId="651"/>
            <ac:spMk id="12" creationId="{70DD1B9D-081A-46E1-802F-33FB7F9D3205}"/>
          </ac:spMkLst>
        </pc:spChg>
        <pc:spChg chg="mod">
          <ac:chgData name="翟 锐" userId="fef11181f709266a" providerId="LiveId" clId="{727D35D6-B4E6-4AF0-8F74-99EBC6E1954B}" dt="2020-09-24T13:33:04.701" v="3796" actId="14100"/>
          <ac:spMkLst>
            <pc:docMk/>
            <pc:sldMk cId="303286655" sldId="651"/>
            <ac:spMk id="13" creationId="{AE380602-5C89-45D3-8A1B-05B349085ACE}"/>
          </ac:spMkLst>
        </pc:spChg>
        <pc:spChg chg="mod">
          <ac:chgData name="翟 锐" userId="fef11181f709266a" providerId="LiveId" clId="{727D35D6-B4E6-4AF0-8F74-99EBC6E1954B}" dt="2020-09-24T13:33:04.701" v="3796" actId="14100"/>
          <ac:spMkLst>
            <pc:docMk/>
            <pc:sldMk cId="303286655" sldId="651"/>
            <ac:spMk id="14" creationId="{CC949237-3931-4C45-9D11-2F4067B6EAB5}"/>
          </ac:spMkLst>
        </pc:spChg>
        <pc:spChg chg="mod">
          <ac:chgData name="翟 锐" userId="fef11181f709266a" providerId="LiveId" clId="{727D35D6-B4E6-4AF0-8F74-99EBC6E1954B}" dt="2020-09-24T13:33:04.701" v="3796" actId="14100"/>
          <ac:spMkLst>
            <pc:docMk/>
            <pc:sldMk cId="303286655" sldId="651"/>
            <ac:spMk id="15" creationId="{138CD6CC-5717-4E5B-B368-A03E458ECACD}"/>
          </ac:spMkLst>
        </pc:spChg>
        <pc:spChg chg="mod">
          <ac:chgData name="翟 锐" userId="fef11181f709266a" providerId="LiveId" clId="{727D35D6-B4E6-4AF0-8F74-99EBC6E1954B}" dt="2020-09-24T13:33:04.701" v="3796" actId="14100"/>
          <ac:spMkLst>
            <pc:docMk/>
            <pc:sldMk cId="303286655" sldId="651"/>
            <ac:spMk id="16" creationId="{6FDA478E-778D-4784-A7AD-D3A3077B86B8}"/>
          </ac:spMkLst>
        </pc:spChg>
        <pc:spChg chg="mod">
          <ac:chgData name="翟 锐" userId="fef11181f709266a" providerId="LiveId" clId="{727D35D6-B4E6-4AF0-8F74-99EBC6E1954B}" dt="2020-09-24T13:33:04.701" v="3796" actId="14100"/>
          <ac:spMkLst>
            <pc:docMk/>
            <pc:sldMk cId="303286655" sldId="651"/>
            <ac:spMk id="17" creationId="{0ED9FFB6-CEB4-47F9-9875-BC64BA0F4900}"/>
          </ac:spMkLst>
        </pc:spChg>
        <pc:spChg chg="mod">
          <ac:chgData name="翟 锐" userId="fef11181f709266a" providerId="LiveId" clId="{727D35D6-B4E6-4AF0-8F74-99EBC6E1954B}" dt="2020-09-24T13:33:04.701" v="3796" actId="14100"/>
          <ac:spMkLst>
            <pc:docMk/>
            <pc:sldMk cId="303286655" sldId="651"/>
            <ac:spMk id="18" creationId="{D9D48B37-F7C4-4455-BB29-45815BDB1B05}"/>
          </ac:spMkLst>
        </pc:spChg>
        <pc:spChg chg="mod">
          <ac:chgData name="翟 锐" userId="fef11181f709266a" providerId="LiveId" clId="{727D35D6-B4E6-4AF0-8F74-99EBC6E1954B}" dt="2020-09-24T13:33:04.701" v="3796" actId="14100"/>
          <ac:spMkLst>
            <pc:docMk/>
            <pc:sldMk cId="303286655" sldId="651"/>
            <ac:spMk id="19" creationId="{9F2823FF-0B31-4F25-8B02-BE479FD2E0A7}"/>
          </ac:spMkLst>
        </pc:spChg>
        <pc:spChg chg="mod">
          <ac:chgData name="翟 锐" userId="fef11181f709266a" providerId="LiveId" clId="{727D35D6-B4E6-4AF0-8F74-99EBC6E1954B}" dt="2020-09-24T13:33:04.701" v="3796" actId="14100"/>
          <ac:spMkLst>
            <pc:docMk/>
            <pc:sldMk cId="303286655" sldId="651"/>
            <ac:spMk id="20" creationId="{57A1D1CC-B168-4EB7-BE1F-0C7E7638B550}"/>
          </ac:spMkLst>
        </pc:spChg>
        <pc:spChg chg="mod">
          <ac:chgData name="翟 锐" userId="fef11181f709266a" providerId="LiveId" clId="{727D35D6-B4E6-4AF0-8F74-99EBC6E1954B}" dt="2020-09-24T13:33:04.701" v="3796" actId="14100"/>
          <ac:spMkLst>
            <pc:docMk/>
            <pc:sldMk cId="303286655" sldId="651"/>
            <ac:spMk id="21" creationId="{8EC352C4-E693-4C44-93A3-DC7169669D19}"/>
          </ac:spMkLst>
        </pc:spChg>
        <pc:spChg chg="mod">
          <ac:chgData name="翟 锐" userId="fef11181f709266a" providerId="LiveId" clId="{727D35D6-B4E6-4AF0-8F74-99EBC6E1954B}" dt="2020-09-24T13:33:04.701" v="3796" actId="14100"/>
          <ac:spMkLst>
            <pc:docMk/>
            <pc:sldMk cId="303286655" sldId="651"/>
            <ac:spMk id="22" creationId="{95124D90-B4BB-40F1-AB9B-29C1C97F0895}"/>
          </ac:spMkLst>
        </pc:spChg>
        <pc:spChg chg="mod">
          <ac:chgData name="翟 锐" userId="fef11181f709266a" providerId="LiveId" clId="{727D35D6-B4E6-4AF0-8F74-99EBC6E1954B}" dt="2020-09-24T13:33:04.701" v="3796" actId="14100"/>
          <ac:spMkLst>
            <pc:docMk/>
            <pc:sldMk cId="303286655" sldId="651"/>
            <ac:spMk id="23" creationId="{63B63CD1-C4CE-49D5-93D6-4E553D55C9D0}"/>
          </ac:spMkLst>
        </pc:spChg>
        <pc:spChg chg="mod">
          <ac:chgData name="翟 锐" userId="fef11181f709266a" providerId="LiveId" clId="{727D35D6-B4E6-4AF0-8F74-99EBC6E1954B}" dt="2020-09-24T13:33:04.701" v="3796" actId="14100"/>
          <ac:spMkLst>
            <pc:docMk/>
            <pc:sldMk cId="303286655" sldId="651"/>
            <ac:spMk id="24" creationId="{CE71E2ED-B493-4250-84EC-CBB3B294DD33}"/>
          </ac:spMkLst>
        </pc:spChg>
        <pc:spChg chg="mod">
          <ac:chgData name="翟 锐" userId="fef11181f709266a" providerId="LiveId" clId="{727D35D6-B4E6-4AF0-8F74-99EBC6E1954B}" dt="2020-09-24T13:33:04.701" v="3796" actId="14100"/>
          <ac:spMkLst>
            <pc:docMk/>
            <pc:sldMk cId="303286655" sldId="651"/>
            <ac:spMk id="25" creationId="{1396C08E-9117-48B8-8CAD-62464977F253}"/>
          </ac:spMkLst>
        </pc:spChg>
        <pc:spChg chg="mod">
          <ac:chgData name="翟 锐" userId="fef11181f709266a" providerId="LiveId" clId="{727D35D6-B4E6-4AF0-8F74-99EBC6E1954B}" dt="2020-09-24T13:33:04.701" v="3796" actId="14100"/>
          <ac:spMkLst>
            <pc:docMk/>
            <pc:sldMk cId="303286655" sldId="651"/>
            <ac:spMk id="26" creationId="{A6391CE5-E65B-4A3E-895C-2F4C3E0B650E}"/>
          </ac:spMkLst>
        </pc:spChg>
        <pc:spChg chg="mod">
          <ac:chgData name="翟 锐" userId="fef11181f709266a" providerId="LiveId" clId="{727D35D6-B4E6-4AF0-8F74-99EBC6E1954B}" dt="2020-09-24T13:33:04.701" v="3796" actId="14100"/>
          <ac:spMkLst>
            <pc:docMk/>
            <pc:sldMk cId="303286655" sldId="651"/>
            <ac:spMk id="27" creationId="{8B30BA4E-ECC8-431D-95F8-A2ACE8FEB931}"/>
          </ac:spMkLst>
        </pc:spChg>
        <pc:spChg chg="mod">
          <ac:chgData name="翟 锐" userId="fef11181f709266a" providerId="LiveId" clId="{727D35D6-B4E6-4AF0-8F74-99EBC6E1954B}" dt="2020-09-24T13:33:04.701" v="3796" actId="14100"/>
          <ac:spMkLst>
            <pc:docMk/>
            <pc:sldMk cId="303286655" sldId="651"/>
            <ac:spMk id="28" creationId="{BCBF28E0-3DDB-475E-AEE8-54F3749DD47D}"/>
          </ac:spMkLst>
        </pc:spChg>
        <pc:spChg chg="mod">
          <ac:chgData name="翟 锐" userId="fef11181f709266a" providerId="LiveId" clId="{727D35D6-B4E6-4AF0-8F74-99EBC6E1954B}" dt="2020-09-24T13:33:04.701" v="3796" actId="14100"/>
          <ac:spMkLst>
            <pc:docMk/>
            <pc:sldMk cId="303286655" sldId="651"/>
            <ac:spMk id="29" creationId="{9D106730-A645-405D-9F68-605F027D468F}"/>
          </ac:spMkLst>
        </pc:spChg>
        <pc:spChg chg="mod">
          <ac:chgData name="翟 锐" userId="fef11181f709266a" providerId="LiveId" clId="{727D35D6-B4E6-4AF0-8F74-99EBC6E1954B}" dt="2020-09-24T13:33:04.701" v="3796" actId="14100"/>
          <ac:spMkLst>
            <pc:docMk/>
            <pc:sldMk cId="303286655" sldId="651"/>
            <ac:spMk id="30" creationId="{A884E584-0337-46B7-85D1-BC707DC35EA6}"/>
          </ac:spMkLst>
        </pc:spChg>
        <pc:spChg chg="mod">
          <ac:chgData name="翟 锐" userId="fef11181f709266a" providerId="LiveId" clId="{727D35D6-B4E6-4AF0-8F74-99EBC6E1954B}" dt="2020-09-24T13:33:04.701" v="3796" actId="14100"/>
          <ac:spMkLst>
            <pc:docMk/>
            <pc:sldMk cId="303286655" sldId="651"/>
            <ac:spMk id="31" creationId="{1FE03FFA-71F8-4810-9437-EA734949EF95}"/>
          </ac:spMkLst>
        </pc:spChg>
        <pc:spChg chg="mod">
          <ac:chgData name="翟 锐" userId="fef11181f709266a" providerId="LiveId" clId="{727D35D6-B4E6-4AF0-8F74-99EBC6E1954B}" dt="2020-09-24T13:33:04.701" v="3796" actId="14100"/>
          <ac:spMkLst>
            <pc:docMk/>
            <pc:sldMk cId="303286655" sldId="651"/>
            <ac:spMk id="32" creationId="{C8D3C869-4D8B-4C22-A662-4EBF2EACA865}"/>
          </ac:spMkLst>
        </pc:spChg>
        <pc:spChg chg="mod">
          <ac:chgData name="翟 锐" userId="fef11181f709266a" providerId="LiveId" clId="{727D35D6-B4E6-4AF0-8F74-99EBC6E1954B}" dt="2020-09-24T13:31:01.282" v="3766" actId="164"/>
          <ac:spMkLst>
            <pc:docMk/>
            <pc:sldMk cId="303286655" sldId="651"/>
            <ac:spMk id="34" creationId="{00000000-0000-0000-0000-000000000000}"/>
          </ac:spMkLst>
        </pc:spChg>
        <pc:spChg chg="mod">
          <ac:chgData name="翟 锐" userId="fef11181f709266a" providerId="LiveId" clId="{727D35D6-B4E6-4AF0-8F74-99EBC6E1954B}" dt="2020-09-24T13:33:04.701" v="3796" actId="14100"/>
          <ac:spMkLst>
            <pc:docMk/>
            <pc:sldMk cId="303286655" sldId="651"/>
            <ac:spMk id="36" creationId="{B3FFBD69-F59B-447F-A088-6A38CD60B6C0}"/>
          </ac:spMkLst>
        </pc:spChg>
        <pc:spChg chg="mod">
          <ac:chgData name="翟 锐" userId="fef11181f709266a" providerId="LiveId" clId="{727D35D6-B4E6-4AF0-8F74-99EBC6E1954B}" dt="2020-09-24T13:33:04.701" v="3796" actId="14100"/>
          <ac:spMkLst>
            <pc:docMk/>
            <pc:sldMk cId="303286655" sldId="651"/>
            <ac:spMk id="37" creationId="{DBE09F2D-E9F6-4CF7-87AE-ECFF49FC4825}"/>
          </ac:spMkLst>
        </pc:spChg>
        <pc:spChg chg="mod">
          <ac:chgData name="翟 锐" userId="fef11181f709266a" providerId="LiveId" clId="{727D35D6-B4E6-4AF0-8F74-99EBC6E1954B}" dt="2020-09-24T13:33:04.701" v="3796" actId="14100"/>
          <ac:spMkLst>
            <pc:docMk/>
            <pc:sldMk cId="303286655" sldId="651"/>
            <ac:spMk id="38" creationId="{263E6716-1A88-453A-832D-9CBBF4D85120}"/>
          </ac:spMkLst>
        </pc:spChg>
        <pc:spChg chg="mod">
          <ac:chgData name="翟 锐" userId="fef11181f709266a" providerId="LiveId" clId="{727D35D6-B4E6-4AF0-8F74-99EBC6E1954B}" dt="2020-09-24T13:33:04.701" v="3796" actId="14100"/>
          <ac:spMkLst>
            <pc:docMk/>
            <pc:sldMk cId="303286655" sldId="651"/>
            <ac:spMk id="39" creationId="{68580A50-BD37-4839-B5D8-4B178318ED02}"/>
          </ac:spMkLst>
        </pc:spChg>
        <pc:grpChg chg="add mod">
          <ac:chgData name="翟 锐" userId="fef11181f709266a" providerId="LiveId" clId="{727D35D6-B4E6-4AF0-8F74-99EBC6E1954B}" dt="2020-09-24T13:31:01.282" v="3766" actId="164"/>
          <ac:grpSpMkLst>
            <pc:docMk/>
            <pc:sldMk cId="303286655" sldId="651"/>
            <ac:grpSpMk id="2" creationId="{1CF4238A-2FBA-4B54-BC8F-360190ED1CDF}"/>
          </ac:grpSpMkLst>
        </pc:grpChg>
        <pc:grpChg chg="add mod">
          <ac:chgData name="翟 锐" userId="fef11181f709266a" providerId="LiveId" clId="{727D35D6-B4E6-4AF0-8F74-99EBC6E1954B}" dt="2020-09-24T13:33:04.701" v="3796" actId="14100"/>
          <ac:grpSpMkLst>
            <pc:docMk/>
            <pc:sldMk cId="303286655" sldId="651"/>
            <ac:grpSpMk id="3" creationId="{6563EB65-19D8-4F0A-BDA6-A2F1113BC3E3}"/>
          </ac:grpSpMkLst>
        </pc:grpChg>
        <pc:cxnChg chg="mod">
          <ac:chgData name="翟 锐" userId="fef11181f709266a" providerId="LiveId" clId="{727D35D6-B4E6-4AF0-8F74-99EBC6E1954B}" dt="2020-09-24T13:31:01.282" v="3766" actId="164"/>
          <ac:cxnSpMkLst>
            <pc:docMk/>
            <pc:sldMk cId="303286655" sldId="651"/>
            <ac:cxnSpMk id="33" creationId="{00000000-0000-0000-0000-000000000000}"/>
          </ac:cxnSpMkLst>
        </pc:cxnChg>
      </pc:sldChg>
      <pc:sldChg chg="modSp add">
        <pc:chgData name="翟 锐" userId="fef11181f709266a" providerId="LiveId" clId="{727D35D6-B4E6-4AF0-8F74-99EBC6E1954B}" dt="2020-09-24T13:51:17.226" v="4000"/>
        <pc:sldMkLst>
          <pc:docMk/>
          <pc:sldMk cId="843143412" sldId="652"/>
        </pc:sldMkLst>
        <pc:spChg chg="mod">
          <ac:chgData name="翟 锐" userId="fef11181f709266a" providerId="LiveId" clId="{727D35D6-B4E6-4AF0-8F74-99EBC6E1954B}" dt="2020-09-24T13:51:17.226" v="4000"/>
          <ac:spMkLst>
            <pc:docMk/>
            <pc:sldMk cId="843143412" sldId="652"/>
            <ac:spMk id="35" creationId="{00000000-0000-0000-0000-000000000000}"/>
          </ac:spMkLst>
        </pc:spChg>
      </pc:sldChg>
      <pc:sldChg chg="add del">
        <pc:chgData name="翟 锐" userId="fef11181f709266a" providerId="LiveId" clId="{727D35D6-B4E6-4AF0-8F74-99EBC6E1954B}" dt="2020-09-24T13:51:02.203" v="3998" actId="2696"/>
        <pc:sldMkLst>
          <pc:docMk/>
          <pc:sldMk cId="2623457256" sldId="652"/>
        </pc:sldMkLst>
      </pc:sldChg>
      <pc:sldChg chg="add">
        <pc:chgData name="翟 锐" userId="fef11181f709266a" providerId="LiveId" clId="{727D35D6-B4E6-4AF0-8F74-99EBC6E1954B}" dt="2020-09-05T02:09:13.893" v="252"/>
        <pc:sldMkLst>
          <pc:docMk/>
          <pc:sldMk cId="1900271857" sldId="653"/>
        </pc:sldMkLst>
      </pc:sldChg>
      <pc:sldChg chg="add">
        <pc:chgData name="翟 锐" userId="fef11181f709266a" providerId="LiveId" clId="{727D35D6-B4E6-4AF0-8F74-99EBC6E1954B}" dt="2020-09-05T02:09:13.893" v="252"/>
        <pc:sldMkLst>
          <pc:docMk/>
          <pc:sldMk cId="821615060" sldId="654"/>
        </pc:sldMkLst>
      </pc:sldChg>
      <pc:sldChg chg="add">
        <pc:chgData name="翟 锐" userId="fef11181f709266a" providerId="LiveId" clId="{727D35D6-B4E6-4AF0-8F74-99EBC6E1954B}" dt="2020-09-05T02:09:13.893" v="252"/>
        <pc:sldMkLst>
          <pc:docMk/>
          <pc:sldMk cId="3026258030" sldId="655"/>
        </pc:sldMkLst>
      </pc:sldChg>
      <pc:sldChg chg="add">
        <pc:chgData name="翟 锐" userId="fef11181f709266a" providerId="LiveId" clId="{727D35D6-B4E6-4AF0-8F74-99EBC6E1954B}" dt="2020-09-05T02:09:13.893" v="252"/>
        <pc:sldMkLst>
          <pc:docMk/>
          <pc:sldMk cId="136167118" sldId="656"/>
        </pc:sldMkLst>
      </pc:sldChg>
      <pc:sldChg chg="delSp modSp add del mod">
        <pc:chgData name="翟 锐" userId="fef11181f709266a" providerId="LiveId" clId="{727D35D6-B4E6-4AF0-8F74-99EBC6E1954B}" dt="2020-09-23T16:24:30.469" v="1986" actId="47"/>
        <pc:sldMkLst>
          <pc:docMk/>
          <pc:sldMk cId="1862911527" sldId="657"/>
        </pc:sldMkLst>
        <pc:spChg chg="del mod">
          <ac:chgData name="翟 锐" userId="fef11181f709266a" providerId="LiveId" clId="{727D35D6-B4E6-4AF0-8F74-99EBC6E1954B}" dt="2020-09-23T16:24:29.329" v="1985"/>
          <ac:spMkLst>
            <pc:docMk/>
            <pc:sldMk cId="1862911527" sldId="657"/>
            <ac:spMk id="2" creationId="{1A343DEC-CFF6-41F5-B87C-0DFC08C67B76}"/>
          </ac:spMkLst>
        </pc:spChg>
        <pc:spChg chg="del">
          <ac:chgData name="翟 锐" userId="fef11181f709266a" providerId="LiveId" clId="{727D35D6-B4E6-4AF0-8F74-99EBC6E1954B}" dt="2020-09-05T15:33:29.645" v="367" actId="478"/>
          <ac:spMkLst>
            <pc:docMk/>
            <pc:sldMk cId="1862911527" sldId="657"/>
            <ac:spMk id="9" creationId="{F2F000C4-A5F3-4FC3-AFF7-D0D6C6EB3026}"/>
          </ac:spMkLst>
        </pc:spChg>
        <pc:spChg chg="mod">
          <ac:chgData name="翟 锐" userId="fef11181f709266a" providerId="LiveId" clId="{727D35D6-B4E6-4AF0-8F74-99EBC6E1954B}" dt="2020-09-05T15:33:16.754" v="340"/>
          <ac:spMkLst>
            <pc:docMk/>
            <pc:sldMk cId="1862911527" sldId="657"/>
            <ac:spMk id="35" creationId="{00000000-0000-0000-0000-000000000000}"/>
          </ac:spMkLst>
        </pc:spChg>
      </pc:sldChg>
      <pc:sldChg chg="modSp add del">
        <pc:chgData name="翟 锐" userId="fef11181f709266a" providerId="LiveId" clId="{727D35D6-B4E6-4AF0-8F74-99EBC6E1954B}" dt="2020-09-24T13:16:53.166" v="3723" actId="47"/>
        <pc:sldMkLst>
          <pc:docMk/>
          <pc:sldMk cId="3541112199" sldId="658"/>
        </pc:sldMkLst>
        <pc:spChg chg="mod">
          <ac:chgData name="翟 锐" userId="fef11181f709266a" providerId="LiveId" clId="{727D35D6-B4E6-4AF0-8F74-99EBC6E1954B}" dt="2020-09-05T16:03:52.397" v="1179"/>
          <ac:spMkLst>
            <pc:docMk/>
            <pc:sldMk cId="3541112199" sldId="658"/>
            <ac:spMk id="2" creationId="{00000000-0000-0000-0000-000000000000}"/>
          </ac:spMkLst>
        </pc:spChg>
      </pc:sldChg>
      <pc:sldChg chg="modSp add mod">
        <pc:chgData name="翟 锐" userId="fef11181f709266a" providerId="LiveId" clId="{727D35D6-B4E6-4AF0-8F74-99EBC6E1954B}" dt="2020-09-24T13:51:29.172" v="4024"/>
        <pc:sldMkLst>
          <pc:docMk/>
          <pc:sldMk cId="682694001" sldId="659"/>
        </pc:sldMkLst>
        <pc:spChg chg="mod">
          <ac:chgData name="翟 锐" userId="fef11181f709266a" providerId="LiveId" clId="{727D35D6-B4E6-4AF0-8F74-99EBC6E1954B}" dt="2020-09-24T13:51:29.172" v="4024"/>
          <ac:spMkLst>
            <pc:docMk/>
            <pc:sldMk cId="682694001" sldId="659"/>
            <ac:spMk id="2" creationId="{1A343DEC-CFF6-41F5-B87C-0DFC08C67B76}"/>
          </ac:spMkLst>
        </pc:spChg>
        <pc:spChg chg="mod">
          <ac:chgData name="翟 锐" userId="fef11181f709266a" providerId="LiveId" clId="{727D35D6-B4E6-4AF0-8F74-99EBC6E1954B}" dt="2020-09-06T05:37:25.540" v="1980" actId="20577"/>
          <ac:spMkLst>
            <pc:docMk/>
            <pc:sldMk cId="682694001" sldId="659"/>
            <ac:spMk id="35" creationId="{00000000-0000-0000-0000-000000000000}"/>
          </ac:spMkLst>
        </pc:spChg>
      </pc:sldChg>
      <pc:sldChg chg="add del">
        <pc:chgData name="翟 锐" userId="fef11181f709266a" providerId="LiveId" clId="{727D35D6-B4E6-4AF0-8F74-99EBC6E1954B}" dt="2020-09-06T05:21:33.783" v="1827" actId="47"/>
        <pc:sldMkLst>
          <pc:docMk/>
          <pc:sldMk cId="2586824896" sldId="659"/>
        </pc:sldMkLst>
      </pc:sldChg>
      <pc:sldChg chg="modSp mod">
        <pc:chgData name="翟 锐" userId="fef11181f709266a" providerId="LiveId" clId="{727D35D6-B4E6-4AF0-8F74-99EBC6E1954B}" dt="2020-09-24T09:26:52.355" v="2106" actId="404"/>
        <pc:sldMkLst>
          <pc:docMk/>
          <pc:sldMk cId="2870330272" sldId="661"/>
        </pc:sldMkLst>
        <pc:spChg chg="mod">
          <ac:chgData name="翟 锐" userId="fef11181f709266a" providerId="LiveId" clId="{727D35D6-B4E6-4AF0-8F74-99EBC6E1954B}" dt="2020-09-24T09:26:52.355" v="2106" actId="404"/>
          <ac:spMkLst>
            <pc:docMk/>
            <pc:sldMk cId="2870330272" sldId="661"/>
            <ac:spMk id="2" creationId="{1A343DEC-CFF6-41F5-B87C-0DFC08C67B76}"/>
          </ac:spMkLst>
        </pc:spChg>
      </pc:sldChg>
      <pc:sldChg chg="modSp add mod ord">
        <pc:chgData name="翟 锐" userId="fef11181f709266a" providerId="LiveId" clId="{727D35D6-B4E6-4AF0-8F74-99EBC6E1954B}" dt="2020-09-24T13:37:24.072" v="3888"/>
        <pc:sldMkLst>
          <pc:docMk/>
          <pc:sldMk cId="3556646648" sldId="662"/>
        </pc:sldMkLst>
        <pc:spChg chg="mod">
          <ac:chgData name="翟 锐" userId="fef11181f709266a" providerId="LiveId" clId="{727D35D6-B4E6-4AF0-8F74-99EBC6E1954B}" dt="2020-09-24T09:46:00.293" v="2352" actId="6549"/>
          <ac:spMkLst>
            <pc:docMk/>
            <pc:sldMk cId="3556646648" sldId="662"/>
            <ac:spMk id="2" creationId="{1A343DEC-CFF6-41F5-B87C-0DFC08C67B76}"/>
          </ac:spMkLst>
        </pc:spChg>
        <pc:spChg chg="mod">
          <ac:chgData name="翟 锐" userId="fef11181f709266a" providerId="LiveId" clId="{727D35D6-B4E6-4AF0-8F74-99EBC6E1954B}" dt="2020-09-24T13:37:24.072" v="3888"/>
          <ac:spMkLst>
            <pc:docMk/>
            <pc:sldMk cId="3556646648" sldId="662"/>
            <ac:spMk id="35" creationId="{00000000-0000-0000-0000-000000000000}"/>
          </ac:spMkLst>
        </pc:spChg>
      </pc:sldChg>
      <pc:sldChg chg="modSp add mod ord">
        <pc:chgData name="翟 锐" userId="fef11181f709266a" providerId="LiveId" clId="{727D35D6-B4E6-4AF0-8F74-99EBC6E1954B}" dt="2020-09-24T13:38:15.346" v="3908"/>
        <pc:sldMkLst>
          <pc:docMk/>
          <pc:sldMk cId="2997070940" sldId="663"/>
        </pc:sldMkLst>
        <pc:spChg chg="mod">
          <ac:chgData name="翟 锐" userId="fef11181f709266a" providerId="LiveId" clId="{727D35D6-B4E6-4AF0-8F74-99EBC6E1954B}" dt="2020-09-24T12:45:56.249" v="3536" actId="6549"/>
          <ac:spMkLst>
            <pc:docMk/>
            <pc:sldMk cId="2997070940" sldId="663"/>
            <ac:spMk id="2" creationId="{1A343DEC-CFF6-41F5-B87C-0DFC08C67B76}"/>
          </ac:spMkLst>
        </pc:spChg>
        <pc:spChg chg="mod">
          <ac:chgData name="翟 锐" userId="fef11181f709266a" providerId="LiveId" clId="{727D35D6-B4E6-4AF0-8F74-99EBC6E1954B}" dt="2020-09-24T10:24:02.262" v="3534"/>
          <ac:spMkLst>
            <pc:docMk/>
            <pc:sldMk cId="2997070940" sldId="663"/>
            <ac:spMk id="35" creationId="{00000000-0000-0000-0000-000000000000}"/>
          </ac:spMkLst>
        </pc:spChg>
      </pc:sldChg>
      <pc:sldChg chg="modSp add mod">
        <pc:chgData name="翟 锐" userId="fef11181f709266a" providerId="LiveId" clId="{727D35D6-B4E6-4AF0-8F74-99EBC6E1954B}" dt="2020-09-24T13:46:46.772" v="3989" actId="6549"/>
        <pc:sldMkLst>
          <pc:docMk/>
          <pc:sldMk cId="1032184243" sldId="664"/>
        </pc:sldMkLst>
        <pc:spChg chg="mod">
          <ac:chgData name="翟 锐" userId="fef11181f709266a" providerId="LiveId" clId="{727D35D6-B4E6-4AF0-8F74-99EBC6E1954B}" dt="2020-09-24T13:46:46.772" v="3989" actId="6549"/>
          <ac:spMkLst>
            <pc:docMk/>
            <pc:sldMk cId="1032184243" sldId="664"/>
            <ac:spMk id="16" creationId="{00000000-0000-0000-0000-000000000000}"/>
          </ac:spMkLst>
        </pc:spChg>
        <pc:spChg chg="mod">
          <ac:chgData name="翟 锐" userId="fef11181f709266a" providerId="LiveId" clId="{727D35D6-B4E6-4AF0-8F74-99EBC6E1954B}" dt="2020-09-24T13:34:28.304" v="3823" actId="1076"/>
          <ac:spMkLst>
            <pc:docMk/>
            <pc:sldMk cId="1032184243" sldId="664"/>
            <ac:spMk id="17" creationId="{00000000-0000-0000-0000-000000000000}"/>
          </ac:spMkLst>
        </pc:spChg>
        <pc:spChg chg="mod">
          <ac:chgData name="翟 锐" userId="fef11181f709266a" providerId="LiveId" clId="{727D35D6-B4E6-4AF0-8F74-99EBC6E1954B}" dt="2020-09-24T13:35:14.494" v="3848"/>
          <ac:spMkLst>
            <pc:docMk/>
            <pc:sldMk cId="1032184243" sldId="664"/>
            <ac:spMk id="28" creationId="{00000000-0000-0000-0000-000000000000}"/>
          </ac:spMkLst>
        </pc:spChg>
      </pc:sldChg>
      <pc:sldChg chg="add del">
        <pc:chgData name="翟 锐" userId="fef11181f709266a" providerId="LiveId" clId="{727D35D6-B4E6-4AF0-8F74-99EBC6E1954B}" dt="2020-09-24T10:23:07.697" v="3521"/>
        <pc:sldMkLst>
          <pc:docMk/>
          <pc:sldMk cId="1971336409" sldId="664"/>
        </pc:sldMkLst>
      </pc:sldChg>
      <pc:sldChg chg="new del">
        <pc:chgData name="翟 锐" userId="fef11181f709266a" providerId="LiveId" clId="{727D35D6-B4E6-4AF0-8F74-99EBC6E1954B}" dt="2020-09-24T12:46:15.740" v="3538" actId="47"/>
        <pc:sldMkLst>
          <pc:docMk/>
          <pc:sldMk cId="3539007511" sldId="664"/>
        </pc:sldMkLst>
      </pc:sldChg>
    </pc:docChg>
  </pc:docChgLst>
  <pc:docChgLst>
    <pc:chgData name="翟 锐" userId="fef11181f709266a" providerId="LiveId" clId="{81DBCC8A-2181-430B-974A-3584D744AEB2}"/>
    <pc:docChg chg="undo custSel modSld">
      <pc:chgData name="翟 锐" userId="fef11181f709266a" providerId="LiveId" clId="{81DBCC8A-2181-430B-974A-3584D744AEB2}" dt="2021-06-01T12:08:57.907" v="87" actId="108"/>
      <pc:docMkLst>
        <pc:docMk/>
      </pc:docMkLst>
      <pc:sldChg chg="modSp mod">
        <pc:chgData name="翟 锐" userId="fef11181f709266a" providerId="LiveId" clId="{81DBCC8A-2181-430B-974A-3584D744AEB2}" dt="2021-06-01T12:08:57.907" v="87" actId="108"/>
        <pc:sldMkLst>
          <pc:docMk/>
          <pc:sldMk cId="2981006032" sldId="556"/>
        </pc:sldMkLst>
        <pc:spChg chg="mod">
          <ac:chgData name="翟 锐" userId="fef11181f709266a" providerId="LiveId" clId="{81DBCC8A-2181-430B-974A-3584D744AEB2}" dt="2021-06-01T12:08:57.907" v="87" actId="108"/>
          <ac:spMkLst>
            <pc:docMk/>
            <pc:sldMk cId="2981006032" sldId="556"/>
            <ac:spMk id="2" creationId="{1A343DEC-CFF6-41F5-B87C-0DFC08C67B76}"/>
          </ac:spMkLst>
        </pc:spChg>
      </pc:sldChg>
      <pc:sldChg chg="modSp mod">
        <pc:chgData name="翟 锐" userId="fef11181f709266a" providerId="LiveId" clId="{81DBCC8A-2181-430B-974A-3584D744AEB2}" dt="2021-05-28T01:39:15.299" v="72" actId="20577"/>
        <pc:sldMkLst>
          <pc:docMk/>
          <pc:sldMk cId="2101326762" sldId="601"/>
        </pc:sldMkLst>
        <pc:spChg chg="mod">
          <ac:chgData name="翟 锐" userId="fef11181f709266a" providerId="LiveId" clId="{81DBCC8A-2181-430B-974A-3584D744AEB2}" dt="2021-05-28T01:39:15.299" v="72" actId="20577"/>
          <ac:spMkLst>
            <pc:docMk/>
            <pc:sldMk cId="2101326762" sldId="601"/>
            <ac:spMk id="2" creationId="{1A343DEC-CFF6-41F5-B87C-0DFC08C67B76}"/>
          </ac:spMkLst>
        </pc:spChg>
      </pc:sldChg>
      <pc:sldChg chg="modSp mod">
        <pc:chgData name="翟 锐" userId="fef11181f709266a" providerId="LiveId" clId="{81DBCC8A-2181-430B-974A-3584D744AEB2}" dt="2021-05-28T01:39:27.514" v="77" actId="20577"/>
        <pc:sldMkLst>
          <pc:docMk/>
          <pc:sldMk cId="715867822" sldId="605"/>
        </pc:sldMkLst>
        <pc:spChg chg="mod">
          <ac:chgData name="翟 锐" userId="fef11181f709266a" providerId="LiveId" clId="{81DBCC8A-2181-430B-974A-3584D744AEB2}" dt="2021-05-28T01:39:27.514" v="77" actId="20577"/>
          <ac:spMkLst>
            <pc:docMk/>
            <pc:sldMk cId="715867822" sldId="605"/>
            <ac:spMk id="2" creationId="{1A343DEC-CFF6-41F5-B87C-0DFC08C67B76}"/>
          </ac:spMkLst>
        </pc:spChg>
      </pc:sldChg>
      <pc:sldChg chg="modSp mod">
        <pc:chgData name="翟 锐" userId="fef11181f709266a" providerId="LiveId" clId="{81DBCC8A-2181-430B-974A-3584D744AEB2}" dt="2021-05-28T01:39:39.629" v="84" actId="6549"/>
        <pc:sldMkLst>
          <pc:docMk/>
          <pc:sldMk cId="419261417" sldId="606"/>
        </pc:sldMkLst>
        <pc:spChg chg="mod">
          <ac:chgData name="翟 锐" userId="fef11181f709266a" providerId="LiveId" clId="{81DBCC8A-2181-430B-974A-3584D744AEB2}" dt="2021-05-28T01:39:39.629" v="84" actId="6549"/>
          <ac:spMkLst>
            <pc:docMk/>
            <pc:sldMk cId="419261417" sldId="606"/>
            <ac:spMk id="2" creationId="{1A343DEC-CFF6-41F5-B87C-0DFC08C67B76}"/>
          </ac:spMkLst>
        </pc:spChg>
      </pc:sldChg>
      <pc:sldChg chg="modSp mod">
        <pc:chgData name="翟 锐" userId="fef11181f709266a" providerId="LiveId" clId="{81DBCC8A-2181-430B-974A-3584D744AEB2}" dt="2021-05-28T01:39:48.118" v="85" actId="20577"/>
        <pc:sldMkLst>
          <pc:docMk/>
          <pc:sldMk cId="2933535704" sldId="607"/>
        </pc:sldMkLst>
        <pc:spChg chg="mod">
          <ac:chgData name="翟 锐" userId="fef11181f709266a" providerId="LiveId" clId="{81DBCC8A-2181-430B-974A-3584D744AEB2}" dt="2021-05-28T01:39:48.118" v="85" actId="20577"/>
          <ac:spMkLst>
            <pc:docMk/>
            <pc:sldMk cId="2933535704" sldId="607"/>
            <ac:spMk id="2" creationId="{1A343DEC-CFF6-41F5-B87C-0DFC08C67B76}"/>
          </ac:spMkLst>
        </pc:spChg>
      </pc:sldChg>
      <pc:sldChg chg="modSp mod">
        <pc:chgData name="翟 锐" userId="fef11181f709266a" providerId="LiveId" clId="{81DBCC8A-2181-430B-974A-3584D744AEB2}" dt="2021-05-28T01:39:57.986" v="86" actId="20577"/>
        <pc:sldMkLst>
          <pc:docMk/>
          <pc:sldMk cId="2083321002" sldId="608"/>
        </pc:sldMkLst>
        <pc:spChg chg="mod">
          <ac:chgData name="翟 锐" userId="fef11181f709266a" providerId="LiveId" clId="{81DBCC8A-2181-430B-974A-3584D744AEB2}" dt="2021-05-28T01:39:57.986" v="86" actId="20577"/>
          <ac:spMkLst>
            <pc:docMk/>
            <pc:sldMk cId="2083321002" sldId="608"/>
            <ac:spMk id="2" creationId="{1A343DEC-CFF6-41F5-B87C-0DFC08C67B76}"/>
          </ac:spMkLst>
        </pc:spChg>
      </pc:sldChg>
      <pc:sldChg chg="modSp mod">
        <pc:chgData name="翟 锐" userId="fef11181f709266a" providerId="LiveId" clId="{81DBCC8A-2181-430B-974A-3584D744AEB2}" dt="2021-05-24T01:48:33.134" v="40" actId="207"/>
        <pc:sldMkLst>
          <pc:docMk/>
          <pc:sldMk cId="2870330272" sldId="661"/>
        </pc:sldMkLst>
        <pc:spChg chg="mod">
          <ac:chgData name="翟 锐" userId="fef11181f709266a" providerId="LiveId" clId="{81DBCC8A-2181-430B-974A-3584D744AEB2}" dt="2021-05-24T01:48:33.134" v="40" actId="207"/>
          <ac:spMkLst>
            <pc:docMk/>
            <pc:sldMk cId="2870330272" sldId="661"/>
            <ac:spMk id="2" creationId="{1A343DEC-CFF6-41F5-B87C-0DFC08C67B76}"/>
          </ac:spMkLst>
        </pc:spChg>
      </pc:sldChg>
    </pc:docChg>
  </pc:docChgLst>
  <pc:docChgLst>
    <pc:chgData name="翟 锐" userId="fef11181f709266a" providerId="LiveId" clId="{9186E0CD-109D-47DE-8883-49F901FD74B3}"/>
    <pc:docChg chg="undo redo custSel addSld delSld modSld sldOrd">
      <pc:chgData name="翟 锐" userId="fef11181f709266a" providerId="LiveId" clId="{9186E0CD-109D-47DE-8883-49F901FD74B3}" dt="2020-08-12T03:48:41.643" v="3108"/>
      <pc:docMkLst>
        <pc:docMk/>
      </pc:docMkLst>
      <pc:sldChg chg="addSp delSp modSp add mod addAnim delAnim modAnim">
        <pc:chgData name="翟 锐" userId="fef11181f709266a" providerId="LiveId" clId="{9186E0CD-109D-47DE-8883-49F901FD74B3}" dt="2020-08-11T07:42:40.751" v="623" actId="1076"/>
        <pc:sldMkLst>
          <pc:docMk/>
          <pc:sldMk cId="0" sldId="290"/>
        </pc:sldMkLst>
        <pc:spChg chg="add mod">
          <ac:chgData name="翟 锐" userId="fef11181f709266a" providerId="LiveId" clId="{9186E0CD-109D-47DE-8883-49F901FD74B3}" dt="2020-08-11T07:42:35.467" v="622" actId="113"/>
          <ac:spMkLst>
            <pc:docMk/>
            <pc:sldMk cId="0" sldId="290"/>
            <ac:spMk id="7" creationId="{3DB91AC8-EECE-4251-BCB3-636A753BE9E6}"/>
          </ac:spMkLst>
        </pc:spChg>
        <pc:spChg chg="mod">
          <ac:chgData name="翟 锐" userId="fef11181f709266a" providerId="LiveId" clId="{9186E0CD-109D-47DE-8883-49F901FD74B3}" dt="2020-08-11T07:35:24.905" v="217"/>
          <ac:spMkLst>
            <pc:docMk/>
            <pc:sldMk cId="0" sldId="290"/>
            <ac:spMk id="35" creationId="{00000000-0000-0000-0000-000000000000}"/>
          </ac:spMkLst>
        </pc:spChg>
        <pc:spChg chg="mod">
          <ac:chgData name="翟 锐" userId="fef11181f709266a" providerId="LiveId" clId="{9186E0CD-109D-47DE-8883-49F901FD74B3}" dt="2020-08-11T07:42:40.751" v="623" actId="1076"/>
          <ac:spMkLst>
            <pc:docMk/>
            <pc:sldMk cId="0" sldId="290"/>
            <ac:spMk id="6153" creationId="{00000000-0000-0000-0000-000000000000}"/>
          </ac:spMkLst>
        </pc:spChg>
        <pc:graphicFrameChg chg="add del">
          <ac:chgData name="翟 锐" userId="fef11181f709266a" providerId="LiveId" clId="{9186E0CD-109D-47DE-8883-49F901FD74B3}" dt="2020-08-11T07:42:01.537" v="611" actId="478"/>
          <ac:graphicFrameMkLst>
            <pc:docMk/>
            <pc:sldMk cId="0" sldId="290"/>
            <ac:graphicFrameMk id="3" creationId="{00000000-0000-0000-0000-000000000000}"/>
          </ac:graphicFrameMkLst>
        </pc:graphicFrameChg>
      </pc:sldChg>
      <pc:sldChg chg="del">
        <pc:chgData name="翟 锐" userId="fef11181f709266a" providerId="LiveId" clId="{9186E0CD-109D-47DE-8883-49F901FD74B3}" dt="2020-08-11T07:33:48.345" v="106" actId="47"/>
        <pc:sldMkLst>
          <pc:docMk/>
          <pc:sldMk cId="0" sldId="295"/>
        </pc:sldMkLst>
      </pc:sldChg>
      <pc:sldChg chg="modSp">
        <pc:chgData name="翟 锐" userId="fef11181f709266a" providerId="LiveId" clId="{9186E0CD-109D-47DE-8883-49F901FD74B3}" dt="2020-08-11T16:18:56.006" v="1175" actId="121"/>
        <pc:sldMkLst>
          <pc:docMk/>
          <pc:sldMk cId="0" sldId="301"/>
        </pc:sldMkLst>
        <pc:spChg chg="mod">
          <ac:chgData name="翟 锐" userId="fef11181f709266a" providerId="LiveId" clId="{9186E0CD-109D-47DE-8883-49F901FD74B3}" dt="2020-08-11T16:18:56.006" v="1175" actId="121"/>
          <ac:spMkLst>
            <pc:docMk/>
            <pc:sldMk cId="0" sldId="301"/>
            <ac:spMk id="14" creationId="{00000000-0000-0000-0000-000000000000}"/>
          </ac:spMkLst>
        </pc:spChg>
      </pc:sldChg>
      <pc:sldChg chg="del ord">
        <pc:chgData name="翟 锐" userId="fef11181f709266a" providerId="LiveId" clId="{9186E0CD-109D-47DE-8883-49F901FD74B3}" dt="2020-08-11T07:37:42.924" v="536" actId="47"/>
        <pc:sldMkLst>
          <pc:docMk/>
          <pc:sldMk cId="3866902672" sldId="437"/>
        </pc:sldMkLst>
      </pc:sldChg>
      <pc:sldChg chg="add del">
        <pc:chgData name="翟 锐" userId="fef11181f709266a" providerId="LiveId" clId="{9186E0CD-109D-47DE-8883-49F901FD74B3}" dt="2020-08-11T07:40:38.052" v="595" actId="47"/>
        <pc:sldMkLst>
          <pc:docMk/>
          <pc:sldMk cId="1600677709" sldId="439"/>
        </pc:sldMkLst>
      </pc:sldChg>
      <pc:sldChg chg="addSp delSp modSp del mod modAnim">
        <pc:chgData name="翟 锐" userId="fef11181f709266a" providerId="LiveId" clId="{9186E0CD-109D-47DE-8883-49F901FD74B3}" dt="2020-08-11T07:40:26.394" v="592" actId="47"/>
        <pc:sldMkLst>
          <pc:docMk/>
          <pc:sldMk cId="57447324" sldId="440"/>
        </pc:sldMkLst>
        <pc:spChg chg="add del">
          <ac:chgData name="翟 锐" userId="fef11181f709266a" providerId="LiveId" clId="{9186E0CD-109D-47DE-8883-49F901FD74B3}" dt="2020-08-11T07:40:00.868" v="587" actId="478"/>
          <ac:spMkLst>
            <pc:docMk/>
            <pc:sldMk cId="57447324" sldId="440"/>
            <ac:spMk id="2" creationId="{00000000-0000-0000-0000-000000000000}"/>
          </ac:spMkLst>
        </pc:spChg>
        <pc:spChg chg="add del mod">
          <ac:chgData name="翟 锐" userId="fef11181f709266a" providerId="LiveId" clId="{9186E0CD-109D-47DE-8883-49F901FD74B3}" dt="2020-08-11T07:40:01.386" v="588" actId="478"/>
          <ac:spMkLst>
            <pc:docMk/>
            <pc:sldMk cId="57447324" sldId="440"/>
            <ac:spMk id="3" creationId="{00000000-0000-0000-0000-000000000000}"/>
          </ac:spMkLst>
        </pc:spChg>
        <pc:spChg chg="mod">
          <ac:chgData name="翟 锐" userId="fef11181f709266a" providerId="LiveId" clId="{9186E0CD-109D-47DE-8883-49F901FD74B3}" dt="2020-08-11T07:40:00.419" v="586" actId="164"/>
          <ac:spMkLst>
            <pc:docMk/>
            <pc:sldMk cId="57447324" sldId="440"/>
            <ac:spMk id="6" creationId="{00000000-0000-0000-0000-000000000000}"/>
          </ac:spMkLst>
        </pc:spChg>
        <pc:spChg chg="mod">
          <ac:chgData name="翟 锐" userId="fef11181f709266a" providerId="LiveId" clId="{9186E0CD-109D-47DE-8883-49F901FD74B3}" dt="2020-08-11T07:40:00.419" v="586" actId="164"/>
          <ac:spMkLst>
            <pc:docMk/>
            <pc:sldMk cId="57447324" sldId="440"/>
            <ac:spMk id="9" creationId="{00000000-0000-0000-0000-000000000000}"/>
          </ac:spMkLst>
        </pc:spChg>
        <pc:spChg chg="mod">
          <ac:chgData name="翟 锐" userId="fef11181f709266a" providerId="LiveId" clId="{9186E0CD-109D-47DE-8883-49F901FD74B3}" dt="2020-08-11T07:40:00.419" v="586" actId="164"/>
          <ac:spMkLst>
            <pc:docMk/>
            <pc:sldMk cId="57447324" sldId="440"/>
            <ac:spMk id="12" creationId="{00000000-0000-0000-0000-000000000000}"/>
          </ac:spMkLst>
        </pc:spChg>
        <pc:spChg chg="mod">
          <ac:chgData name="翟 锐" userId="fef11181f709266a" providerId="LiveId" clId="{9186E0CD-109D-47DE-8883-49F901FD74B3}" dt="2020-08-11T07:40:00.419" v="586" actId="164"/>
          <ac:spMkLst>
            <pc:docMk/>
            <pc:sldMk cId="57447324" sldId="440"/>
            <ac:spMk id="23" creationId="{00000000-0000-0000-0000-000000000000}"/>
          </ac:spMkLst>
        </pc:spChg>
        <pc:grpChg chg="add del mod">
          <ac:chgData name="翟 锐" userId="fef11181f709266a" providerId="LiveId" clId="{9186E0CD-109D-47DE-8883-49F901FD74B3}" dt="2020-08-11T07:39:19.110" v="564" actId="164"/>
          <ac:grpSpMkLst>
            <pc:docMk/>
            <pc:sldMk cId="57447324" sldId="440"/>
            <ac:grpSpMk id="4" creationId="{300052F8-726D-48F3-970F-01C9BF14162B}"/>
          </ac:grpSpMkLst>
        </pc:grpChg>
        <pc:grpChg chg="add mod">
          <ac:chgData name="翟 锐" userId="fef11181f709266a" providerId="LiveId" clId="{9186E0CD-109D-47DE-8883-49F901FD74B3}" dt="2020-08-11T07:40:00.419" v="586" actId="164"/>
          <ac:grpSpMkLst>
            <pc:docMk/>
            <pc:sldMk cId="57447324" sldId="440"/>
            <ac:grpSpMk id="5" creationId="{D41FE99B-C493-4B3F-97D4-7BC8A548AEFB}"/>
          </ac:grpSpMkLst>
        </pc:grpChg>
        <pc:cxnChg chg="mod">
          <ac:chgData name="翟 锐" userId="fef11181f709266a" providerId="LiveId" clId="{9186E0CD-109D-47DE-8883-49F901FD74B3}" dt="2020-08-11T07:40:00.419" v="586" actId="164"/>
          <ac:cxnSpMkLst>
            <pc:docMk/>
            <pc:sldMk cId="57447324" sldId="440"/>
            <ac:cxnSpMk id="11" creationId="{00000000-0000-0000-0000-000000000000}"/>
          </ac:cxnSpMkLst>
        </pc:cxnChg>
        <pc:cxnChg chg="mod">
          <ac:chgData name="翟 锐" userId="fef11181f709266a" providerId="LiveId" clId="{9186E0CD-109D-47DE-8883-49F901FD74B3}" dt="2020-08-11T07:40:00.419" v="586" actId="164"/>
          <ac:cxnSpMkLst>
            <pc:docMk/>
            <pc:sldMk cId="57447324" sldId="440"/>
            <ac:cxnSpMk id="27" creationId="{00000000-0000-0000-0000-000000000000}"/>
          </ac:cxnSpMkLst>
        </pc:cxnChg>
        <pc:cxnChg chg="mod">
          <ac:chgData name="翟 锐" userId="fef11181f709266a" providerId="LiveId" clId="{9186E0CD-109D-47DE-8883-49F901FD74B3}" dt="2020-08-11T07:40:00.419" v="586" actId="164"/>
          <ac:cxnSpMkLst>
            <pc:docMk/>
            <pc:sldMk cId="57447324" sldId="440"/>
            <ac:cxnSpMk id="34" creationId="{00000000-0000-0000-0000-000000000000}"/>
          </ac:cxnSpMkLst>
        </pc:cxnChg>
        <pc:cxnChg chg="mod">
          <ac:chgData name="翟 锐" userId="fef11181f709266a" providerId="LiveId" clId="{9186E0CD-109D-47DE-8883-49F901FD74B3}" dt="2020-08-11T07:40:00.419" v="586" actId="164"/>
          <ac:cxnSpMkLst>
            <pc:docMk/>
            <pc:sldMk cId="57447324" sldId="440"/>
            <ac:cxnSpMk id="36" creationId="{00000000-0000-0000-0000-000000000000}"/>
          </ac:cxnSpMkLst>
        </pc:cxnChg>
      </pc:sldChg>
      <pc:sldChg chg="delSp del mod">
        <pc:chgData name="翟 锐" userId="fef11181f709266a" providerId="LiveId" clId="{9186E0CD-109D-47DE-8883-49F901FD74B3}" dt="2020-08-11T15:49:30.113" v="683" actId="47"/>
        <pc:sldMkLst>
          <pc:docMk/>
          <pc:sldMk cId="3489604609" sldId="442"/>
        </pc:sldMkLst>
        <pc:spChg chg="del">
          <ac:chgData name="翟 锐" userId="fef11181f709266a" providerId="LiveId" clId="{9186E0CD-109D-47DE-8883-49F901FD74B3}" dt="2020-08-11T15:49:13.566" v="679" actId="478"/>
          <ac:spMkLst>
            <pc:docMk/>
            <pc:sldMk cId="3489604609" sldId="442"/>
            <ac:spMk id="2" creationId="{00000000-0000-0000-0000-000000000000}"/>
          </ac:spMkLst>
        </pc:spChg>
      </pc:sldChg>
      <pc:sldChg chg="delSp del mod delAnim">
        <pc:chgData name="翟 锐" userId="fef11181f709266a" providerId="LiveId" clId="{9186E0CD-109D-47DE-8883-49F901FD74B3}" dt="2020-08-11T15:49:56.390" v="693" actId="47"/>
        <pc:sldMkLst>
          <pc:docMk/>
          <pc:sldMk cId="1981903711" sldId="443"/>
        </pc:sldMkLst>
        <pc:spChg chg="del">
          <ac:chgData name="翟 锐" userId="fef11181f709266a" providerId="LiveId" clId="{9186E0CD-109D-47DE-8883-49F901FD74B3}" dt="2020-08-11T15:49:47.496" v="689" actId="478"/>
          <ac:spMkLst>
            <pc:docMk/>
            <pc:sldMk cId="1981903711" sldId="443"/>
            <ac:spMk id="2" creationId="{00000000-0000-0000-0000-000000000000}"/>
          </ac:spMkLst>
        </pc:spChg>
        <pc:spChg chg="del">
          <ac:chgData name="翟 锐" userId="fef11181f709266a" providerId="LiveId" clId="{9186E0CD-109D-47DE-8883-49F901FD74B3}" dt="2020-08-11T15:49:49.348" v="690" actId="21"/>
          <ac:spMkLst>
            <pc:docMk/>
            <pc:sldMk cId="1981903711" sldId="443"/>
            <ac:spMk id="3" creationId="{00000000-0000-0000-0000-000000000000}"/>
          </ac:spMkLst>
        </pc:spChg>
        <pc:spChg chg="del">
          <ac:chgData name="翟 锐" userId="fef11181f709266a" providerId="LiveId" clId="{9186E0CD-109D-47DE-8883-49F901FD74B3}" dt="2020-08-11T15:49:49.348" v="690" actId="21"/>
          <ac:spMkLst>
            <pc:docMk/>
            <pc:sldMk cId="1981903711" sldId="443"/>
            <ac:spMk id="7" creationId="{00000000-0000-0000-0000-000000000000}"/>
          </ac:spMkLst>
        </pc:spChg>
        <pc:spChg chg="del">
          <ac:chgData name="翟 锐" userId="fef11181f709266a" providerId="LiveId" clId="{9186E0CD-109D-47DE-8883-49F901FD74B3}" dt="2020-08-11T15:49:49.348" v="690" actId="21"/>
          <ac:spMkLst>
            <pc:docMk/>
            <pc:sldMk cId="1981903711" sldId="443"/>
            <ac:spMk id="10" creationId="{00000000-0000-0000-0000-000000000000}"/>
          </ac:spMkLst>
        </pc:spChg>
        <pc:spChg chg="del">
          <ac:chgData name="翟 锐" userId="fef11181f709266a" providerId="LiveId" clId="{9186E0CD-109D-47DE-8883-49F901FD74B3}" dt="2020-08-11T15:49:49.348" v="690" actId="21"/>
          <ac:spMkLst>
            <pc:docMk/>
            <pc:sldMk cId="1981903711" sldId="443"/>
            <ac:spMk id="11" creationId="{00000000-0000-0000-0000-000000000000}"/>
          </ac:spMkLst>
        </pc:spChg>
        <pc:spChg chg="del">
          <ac:chgData name="翟 锐" userId="fef11181f709266a" providerId="LiveId" clId="{9186E0CD-109D-47DE-8883-49F901FD74B3}" dt="2020-08-11T15:49:49.348" v="690" actId="21"/>
          <ac:spMkLst>
            <pc:docMk/>
            <pc:sldMk cId="1981903711" sldId="443"/>
            <ac:spMk id="18" creationId="{00000000-0000-0000-0000-000000000000}"/>
          </ac:spMkLst>
        </pc:spChg>
        <pc:spChg chg="del">
          <ac:chgData name="翟 锐" userId="fef11181f709266a" providerId="LiveId" clId="{9186E0CD-109D-47DE-8883-49F901FD74B3}" dt="2020-08-11T15:49:49.348" v="690" actId="21"/>
          <ac:spMkLst>
            <pc:docMk/>
            <pc:sldMk cId="1981903711" sldId="443"/>
            <ac:spMk id="39" creationId="{00000000-0000-0000-0000-000000000000}"/>
          </ac:spMkLst>
        </pc:spChg>
        <pc:spChg chg="del">
          <ac:chgData name="翟 锐" userId="fef11181f709266a" providerId="LiveId" clId="{9186E0CD-109D-47DE-8883-49F901FD74B3}" dt="2020-08-11T15:49:49.348" v="690" actId="21"/>
          <ac:spMkLst>
            <pc:docMk/>
            <pc:sldMk cId="1981903711" sldId="443"/>
            <ac:spMk id="40" creationId="{00000000-0000-0000-0000-000000000000}"/>
          </ac:spMkLst>
        </pc:spChg>
        <pc:cxnChg chg="del">
          <ac:chgData name="翟 锐" userId="fef11181f709266a" providerId="LiveId" clId="{9186E0CD-109D-47DE-8883-49F901FD74B3}" dt="2020-08-11T15:49:49.348" v="690" actId="21"/>
          <ac:cxnSpMkLst>
            <pc:docMk/>
            <pc:sldMk cId="1981903711" sldId="443"/>
            <ac:cxnSpMk id="8" creationId="{00000000-0000-0000-0000-000000000000}"/>
          </ac:cxnSpMkLst>
        </pc:cxnChg>
        <pc:cxnChg chg="del">
          <ac:chgData name="翟 锐" userId="fef11181f709266a" providerId="LiveId" clId="{9186E0CD-109D-47DE-8883-49F901FD74B3}" dt="2020-08-11T15:49:49.348" v="690" actId="21"/>
          <ac:cxnSpMkLst>
            <pc:docMk/>
            <pc:sldMk cId="1981903711" sldId="443"/>
            <ac:cxnSpMk id="15" creationId="{00000000-0000-0000-0000-000000000000}"/>
          </ac:cxnSpMkLst>
        </pc:cxnChg>
      </pc:sldChg>
      <pc:sldChg chg="del">
        <pc:chgData name="翟 锐" userId="fef11181f709266a" providerId="LiveId" clId="{9186E0CD-109D-47DE-8883-49F901FD74B3}" dt="2020-08-11T15:51:04.680" v="714" actId="47"/>
        <pc:sldMkLst>
          <pc:docMk/>
          <pc:sldMk cId="2642754931" sldId="444"/>
        </pc:sldMkLst>
      </pc:sldChg>
      <pc:sldChg chg="delSp del mod delAnim">
        <pc:chgData name="翟 锐" userId="fef11181f709266a" providerId="LiveId" clId="{9186E0CD-109D-47DE-8883-49F901FD74B3}" dt="2020-08-11T15:51:00.471" v="713" actId="47"/>
        <pc:sldMkLst>
          <pc:docMk/>
          <pc:sldMk cId="1163326110" sldId="445"/>
        </pc:sldMkLst>
        <pc:spChg chg="del">
          <ac:chgData name="翟 锐" userId="fef11181f709266a" providerId="LiveId" clId="{9186E0CD-109D-47DE-8883-49F901FD74B3}" dt="2020-08-11T15:50:50.948" v="709" actId="478"/>
          <ac:spMkLst>
            <pc:docMk/>
            <pc:sldMk cId="1163326110" sldId="445"/>
            <ac:spMk id="2" creationId="{00000000-0000-0000-0000-000000000000}"/>
          </ac:spMkLst>
        </pc:spChg>
        <pc:spChg chg="del">
          <ac:chgData name="翟 锐" userId="fef11181f709266a" providerId="LiveId" clId="{9186E0CD-109D-47DE-8883-49F901FD74B3}" dt="2020-08-11T15:50:52.930" v="710" actId="21"/>
          <ac:spMkLst>
            <pc:docMk/>
            <pc:sldMk cId="1163326110" sldId="445"/>
            <ac:spMk id="4" creationId="{4BCB4C9D-B4DF-4A6D-9A40-5334545A8735}"/>
          </ac:spMkLst>
        </pc:spChg>
        <pc:spChg chg="del">
          <ac:chgData name="翟 锐" userId="fef11181f709266a" providerId="LiveId" clId="{9186E0CD-109D-47DE-8883-49F901FD74B3}" dt="2020-08-11T15:50:52.930" v="710" actId="21"/>
          <ac:spMkLst>
            <pc:docMk/>
            <pc:sldMk cId="1163326110" sldId="445"/>
            <ac:spMk id="7" creationId="{0E001466-A501-4973-B0FD-8610D4A03F54}"/>
          </ac:spMkLst>
        </pc:spChg>
        <pc:spChg chg="del">
          <ac:chgData name="翟 锐" userId="fef11181f709266a" providerId="LiveId" clId="{9186E0CD-109D-47DE-8883-49F901FD74B3}" dt="2020-08-11T15:50:52.930" v="710" actId="21"/>
          <ac:spMkLst>
            <pc:docMk/>
            <pc:sldMk cId="1163326110" sldId="445"/>
            <ac:spMk id="14" creationId="{00000000-0000-0000-0000-000000000000}"/>
          </ac:spMkLst>
        </pc:spChg>
      </pc:sldChg>
      <pc:sldChg chg="delSp del mod delAnim">
        <pc:chgData name="翟 锐" userId="fef11181f709266a" providerId="LiveId" clId="{9186E0CD-109D-47DE-8883-49F901FD74B3}" dt="2020-08-11T15:51:38.631" v="729" actId="47"/>
        <pc:sldMkLst>
          <pc:docMk/>
          <pc:sldMk cId="426447162" sldId="446"/>
        </pc:sldMkLst>
        <pc:spChg chg="del">
          <ac:chgData name="翟 锐" userId="fef11181f709266a" providerId="LiveId" clId="{9186E0CD-109D-47DE-8883-49F901FD74B3}" dt="2020-08-11T15:51:29.783" v="725" actId="478"/>
          <ac:spMkLst>
            <pc:docMk/>
            <pc:sldMk cId="426447162" sldId="446"/>
            <ac:spMk id="2" creationId="{00000000-0000-0000-0000-000000000000}"/>
          </ac:spMkLst>
        </pc:spChg>
        <pc:spChg chg="del">
          <ac:chgData name="翟 锐" userId="fef11181f709266a" providerId="LiveId" clId="{9186E0CD-109D-47DE-8883-49F901FD74B3}" dt="2020-08-11T15:51:31.653" v="726" actId="21"/>
          <ac:spMkLst>
            <pc:docMk/>
            <pc:sldMk cId="426447162" sldId="446"/>
            <ac:spMk id="3" creationId="{00000000-0000-0000-0000-000000000000}"/>
          </ac:spMkLst>
        </pc:spChg>
        <pc:spChg chg="del">
          <ac:chgData name="翟 锐" userId="fef11181f709266a" providerId="LiveId" clId="{9186E0CD-109D-47DE-8883-49F901FD74B3}" dt="2020-08-11T15:51:31.653" v="726" actId="21"/>
          <ac:spMkLst>
            <pc:docMk/>
            <pc:sldMk cId="426447162" sldId="446"/>
            <ac:spMk id="6" creationId="{00000000-0000-0000-0000-000000000000}"/>
          </ac:spMkLst>
        </pc:spChg>
        <pc:spChg chg="del">
          <ac:chgData name="翟 锐" userId="fef11181f709266a" providerId="LiveId" clId="{9186E0CD-109D-47DE-8883-49F901FD74B3}" dt="2020-08-11T15:51:31.653" v="726" actId="21"/>
          <ac:spMkLst>
            <pc:docMk/>
            <pc:sldMk cId="426447162" sldId="446"/>
            <ac:spMk id="7" creationId="{00000000-0000-0000-0000-000000000000}"/>
          </ac:spMkLst>
        </pc:spChg>
        <pc:spChg chg="del">
          <ac:chgData name="翟 锐" userId="fef11181f709266a" providerId="LiveId" clId="{9186E0CD-109D-47DE-8883-49F901FD74B3}" dt="2020-08-11T15:51:31.653" v="726" actId="21"/>
          <ac:spMkLst>
            <pc:docMk/>
            <pc:sldMk cId="426447162" sldId="446"/>
            <ac:spMk id="14" creationId="{00000000-0000-0000-0000-000000000000}"/>
          </ac:spMkLst>
        </pc:spChg>
      </pc:sldChg>
      <pc:sldChg chg="delSp del mod">
        <pc:chgData name="翟 锐" userId="fef11181f709266a" providerId="LiveId" clId="{9186E0CD-109D-47DE-8883-49F901FD74B3}" dt="2020-08-11T16:21:28.592" v="1231" actId="47"/>
        <pc:sldMkLst>
          <pc:docMk/>
          <pc:sldMk cId="3935069937" sldId="449"/>
        </pc:sldMkLst>
        <pc:spChg chg="del">
          <ac:chgData name="翟 锐" userId="fef11181f709266a" providerId="LiveId" clId="{9186E0CD-109D-47DE-8883-49F901FD74B3}" dt="2020-08-11T16:21:11.031" v="1212" actId="478"/>
          <ac:spMkLst>
            <pc:docMk/>
            <pc:sldMk cId="3935069937" sldId="449"/>
            <ac:spMk id="2" creationId="{00000000-0000-0000-0000-000000000000}"/>
          </ac:spMkLst>
        </pc:spChg>
        <pc:spChg chg="del">
          <ac:chgData name="翟 锐" userId="fef11181f709266a" providerId="LiveId" clId="{9186E0CD-109D-47DE-8883-49F901FD74B3}" dt="2020-08-11T16:21:12.947" v="1213" actId="21"/>
          <ac:spMkLst>
            <pc:docMk/>
            <pc:sldMk cId="3935069937" sldId="449"/>
            <ac:spMk id="3" creationId="{00000000-0000-0000-0000-000000000000}"/>
          </ac:spMkLst>
        </pc:spChg>
        <pc:spChg chg="del">
          <ac:chgData name="翟 锐" userId="fef11181f709266a" providerId="LiveId" clId="{9186E0CD-109D-47DE-8883-49F901FD74B3}" dt="2020-08-11T16:21:12.947" v="1213" actId="21"/>
          <ac:spMkLst>
            <pc:docMk/>
            <pc:sldMk cId="3935069937" sldId="449"/>
            <ac:spMk id="6" creationId="{00000000-0000-0000-0000-000000000000}"/>
          </ac:spMkLst>
        </pc:spChg>
        <pc:spChg chg="del">
          <ac:chgData name="翟 锐" userId="fef11181f709266a" providerId="LiveId" clId="{9186E0CD-109D-47DE-8883-49F901FD74B3}" dt="2020-08-11T16:21:12.947" v="1213" actId="21"/>
          <ac:spMkLst>
            <pc:docMk/>
            <pc:sldMk cId="3935069937" sldId="449"/>
            <ac:spMk id="7" creationId="{00000000-0000-0000-0000-000000000000}"/>
          </ac:spMkLst>
        </pc:spChg>
      </pc:sldChg>
      <pc:sldChg chg="delSp modSp del mod">
        <pc:chgData name="翟 锐" userId="fef11181f709266a" providerId="LiveId" clId="{9186E0CD-109D-47DE-8883-49F901FD74B3}" dt="2020-08-11T16:12:48.840" v="1061" actId="47"/>
        <pc:sldMkLst>
          <pc:docMk/>
          <pc:sldMk cId="3704659470" sldId="450"/>
        </pc:sldMkLst>
        <pc:spChg chg="del">
          <ac:chgData name="翟 锐" userId="fef11181f709266a" providerId="LiveId" clId="{9186E0CD-109D-47DE-8883-49F901FD74B3}" dt="2020-08-11T16:12:38.750" v="1057" actId="21"/>
          <ac:spMkLst>
            <pc:docMk/>
            <pc:sldMk cId="3704659470" sldId="450"/>
            <ac:spMk id="3" creationId="{00000000-0000-0000-0000-000000000000}"/>
          </ac:spMkLst>
        </pc:spChg>
        <pc:spChg chg="del">
          <ac:chgData name="翟 锐" userId="fef11181f709266a" providerId="LiveId" clId="{9186E0CD-109D-47DE-8883-49F901FD74B3}" dt="2020-08-11T16:12:38.750" v="1057" actId="21"/>
          <ac:spMkLst>
            <pc:docMk/>
            <pc:sldMk cId="3704659470" sldId="450"/>
            <ac:spMk id="6" creationId="{00000000-0000-0000-0000-000000000000}"/>
          </ac:spMkLst>
        </pc:spChg>
        <pc:spChg chg="mod">
          <ac:chgData name="翟 锐" userId="fef11181f709266a" providerId="LiveId" clId="{9186E0CD-109D-47DE-8883-49F901FD74B3}" dt="2020-08-11T16:12:25.834" v="1053" actId="21"/>
          <ac:spMkLst>
            <pc:docMk/>
            <pc:sldMk cId="3704659470" sldId="450"/>
            <ac:spMk id="7" creationId="{00000000-0000-0000-0000-000000000000}"/>
          </ac:spMkLst>
        </pc:spChg>
        <pc:spChg chg="del">
          <ac:chgData name="翟 锐" userId="fef11181f709266a" providerId="LiveId" clId="{9186E0CD-109D-47DE-8883-49F901FD74B3}" dt="2020-08-11T16:12:38.750" v="1057" actId="21"/>
          <ac:spMkLst>
            <pc:docMk/>
            <pc:sldMk cId="3704659470" sldId="450"/>
            <ac:spMk id="8" creationId="{00000000-0000-0000-0000-000000000000}"/>
          </ac:spMkLst>
        </pc:spChg>
      </pc:sldChg>
      <pc:sldChg chg="delSp modSp del mod">
        <pc:chgData name="翟 锐" userId="fef11181f709266a" providerId="LiveId" clId="{9186E0CD-109D-47DE-8883-49F901FD74B3}" dt="2020-08-11T16:13:27.747" v="1073" actId="47"/>
        <pc:sldMkLst>
          <pc:docMk/>
          <pc:sldMk cId="2992108541" sldId="451"/>
        </pc:sldMkLst>
        <pc:spChg chg="del">
          <ac:chgData name="翟 锐" userId="fef11181f709266a" providerId="LiveId" clId="{9186E0CD-109D-47DE-8883-49F901FD74B3}" dt="2020-08-11T16:13:08.778" v="1070" actId="21"/>
          <ac:spMkLst>
            <pc:docMk/>
            <pc:sldMk cId="2992108541" sldId="451"/>
            <ac:spMk id="2" creationId="{00000000-0000-0000-0000-000000000000}"/>
          </ac:spMkLst>
        </pc:spChg>
        <pc:spChg chg="del">
          <ac:chgData name="翟 锐" userId="fef11181f709266a" providerId="LiveId" clId="{9186E0CD-109D-47DE-8883-49F901FD74B3}" dt="2020-08-11T16:13:08.778" v="1070" actId="21"/>
          <ac:spMkLst>
            <pc:docMk/>
            <pc:sldMk cId="2992108541" sldId="451"/>
            <ac:spMk id="3" creationId="{00000000-0000-0000-0000-000000000000}"/>
          </ac:spMkLst>
        </pc:spChg>
        <pc:spChg chg="del">
          <ac:chgData name="翟 锐" userId="fef11181f709266a" providerId="LiveId" clId="{9186E0CD-109D-47DE-8883-49F901FD74B3}" dt="2020-08-11T16:13:08.778" v="1070" actId="21"/>
          <ac:spMkLst>
            <pc:docMk/>
            <pc:sldMk cId="2992108541" sldId="451"/>
            <ac:spMk id="6" creationId="{00000000-0000-0000-0000-000000000000}"/>
          </ac:spMkLst>
        </pc:spChg>
        <pc:spChg chg="mod">
          <ac:chgData name="翟 锐" userId="fef11181f709266a" providerId="LiveId" clId="{9186E0CD-109D-47DE-8883-49F901FD74B3}" dt="2020-08-11T16:12:56.728" v="1063" actId="21"/>
          <ac:spMkLst>
            <pc:docMk/>
            <pc:sldMk cId="2992108541" sldId="451"/>
            <ac:spMk id="7" creationId="{00000000-0000-0000-0000-000000000000}"/>
          </ac:spMkLst>
        </pc:spChg>
        <pc:spChg chg="del">
          <ac:chgData name="翟 锐" userId="fef11181f709266a" providerId="LiveId" clId="{9186E0CD-109D-47DE-8883-49F901FD74B3}" dt="2020-08-11T16:13:08.778" v="1070" actId="21"/>
          <ac:spMkLst>
            <pc:docMk/>
            <pc:sldMk cId="2992108541" sldId="451"/>
            <ac:spMk id="8" creationId="{00000000-0000-0000-0000-000000000000}"/>
          </ac:spMkLst>
        </pc:spChg>
        <pc:spChg chg="del">
          <ac:chgData name="翟 锐" userId="fef11181f709266a" providerId="LiveId" clId="{9186E0CD-109D-47DE-8883-49F901FD74B3}" dt="2020-08-11T16:13:08.778" v="1070" actId="21"/>
          <ac:spMkLst>
            <pc:docMk/>
            <pc:sldMk cId="2992108541" sldId="451"/>
            <ac:spMk id="9" creationId="{00000000-0000-0000-0000-000000000000}"/>
          </ac:spMkLst>
        </pc:spChg>
        <pc:spChg chg="del">
          <ac:chgData name="翟 锐" userId="fef11181f709266a" providerId="LiveId" clId="{9186E0CD-109D-47DE-8883-49F901FD74B3}" dt="2020-08-11T16:13:08.778" v="1070" actId="21"/>
          <ac:spMkLst>
            <pc:docMk/>
            <pc:sldMk cId="2992108541" sldId="451"/>
            <ac:spMk id="10" creationId="{00000000-0000-0000-0000-000000000000}"/>
          </ac:spMkLst>
        </pc:spChg>
        <pc:cxnChg chg="del mod">
          <ac:chgData name="翟 锐" userId="fef11181f709266a" providerId="LiveId" clId="{9186E0CD-109D-47DE-8883-49F901FD74B3}" dt="2020-08-11T16:13:08.778" v="1070" actId="21"/>
          <ac:cxnSpMkLst>
            <pc:docMk/>
            <pc:sldMk cId="2992108541" sldId="451"/>
            <ac:cxnSpMk id="12" creationId="{00000000-0000-0000-0000-000000000000}"/>
          </ac:cxnSpMkLst>
        </pc:cxnChg>
        <pc:cxnChg chg="del mod">
          <ac:chgData name="翟 锐" userId="fef11181f709266a" providerId="LiveId" clId="{9186E0CD-109D-47DE-8883-49F901FD74B3}" dt="2020-08-11T16:13:08.778" v="1070" actId="21"/>
          <ac:cxnSpMkLst>
            <pc:docMk/>
            <pc:sldMk cId="2992108541" sldId="451"/>
            <ac:cxnSpMk id="13" creationId="{00000000-0000-0000-0000-000000000000}"/>
          </ac:cxnSpMkLst>
        </pc:cxnChg>
      </pc:sldChg>
      <pc:sldChg chg="add del">
        <pc:chgData name="翟 锐" userId="fef11181f709266a" providerId="LiveId" clId="{9186E0CD-109D-47DE-8883-49F901FD74B3}" dt="2020-08-12T03:38:04.210" v="2734" actId="2696"/>
        <pc:sldMkLst>
          <pc:docMk/>
          <pc:sldMk cId="1023191131" sldId="452"/>
        </pc:sldMkLst>
      </pc:sldChg>
      <pc:sldChg chg="delSp add del mod delAnim">
        <pc:chgData name="翟 锐" userId="fef11181f709266a" providerId="LiveId" clId="{9186E0CD-109D-47DE-8883-49F901FD74B3}" dt="2020-08-12T03:39:06.457" v="2749" actId="47"/>
        <pc:sldMkLst>
          <pc:docMk/>
          <pc:sldMk cId="1278328428" sldId="452"/>
        </pc:sldMkLst>
        <pc:spChg chg="del">
          <ac:chgData name="翟 锐" userId="fef11181f709266a" providerId="LiveId" clId="{9186E0CD-109D-47DE-8883-49F901FD74B3}" dt="2020-08-12T03:38:40.729" v="2741" actId="478"/>
          <ac:spMkLst>
            <pc:docMk/>
            <pc:sldMk cId="1278328428" sldId="452"/>
            <ac:spMk id="2" creationId="{00000000-0000-0000-0000-000000000000}"/>
          </ac:spMkLst>
        </pc:spChg>
        <pc:spChg chg="del">
          <ac:chgData name="翟 锐" userId="fef11181f709266a" providerId="LiveId" clId="{9186E0CD-109D-47DE-8883-49F901FD74B3}" dt="2020-08-12T03:38:46.094" v="2743" actId="21"/>
          <ac:spMkLst>
            <pc:docMk/>
            <pc:sldMk cId="1278328428" sldId="452"/>
            <ac:spMk id="3" creationId="{00000000-0000-0000-0000-000000000000}"/>
          </ac:spMkLst>
        </pc:spChg>
        <pc:spChg chg="del">
          <ac:chgData name="翟 锐" userId="fef11181f709266a" providerId="LiveId" clId="{9186E0CD-109D-47DE-8883-49F901FD74B3}" dt="2020-08-12T03:38:46.094" v="2743" actId="21"/>
          <ac:spMkLst>
            <pc:docMk/>
            <pc:sldMk cId="1278328428" sldId="452"/>
            <ac:spMk id="6" creationId="{00000000-0000-0000-0000-000000000000}"/>
          </ac:spMkLst>
        </pc:spChg>
        <pc:spChg chg="del">
          <ac:chgData name="翟 锐" userId="fef11181f709266a" providerId="LiveId" clId="{9186E0CD-109D-47DE-8883-49F901FD74B3}" dt="2020-08-12T03:38:46.094" v="2743" actId="21"/>
          <ac:spMkLst>
            <pc:docMk/>
            <pc:sldMk cId="1278328428" sldId="452"/>
            <ac:spMk id="9" creationId="{00000000-0000-0000-0000-000000000000}"/>
          </ac:spMkLst>
        </pc:spChg>
        <pc:spChg chg="del">
          <ac:chgData name="翟 锐" userId="fef11181f709266a" providerId="LiveId" clId="{9186E0CD-109D-47DE-8883-49F901FD74B3}" dt="2020-08-12T03:38:46.094" v="2743" actId="21"/>
          <ac:spMkLst>
            <pc:docMk/>
            <pc:sldMk cId="1278328428" sldId="452"/>
            <ac:spMk id="10" creationId="{00000000-0000-0000-0000-000000000000}"/>
          </ac:spMkLst>
        </pc:spChg>
        <pc:spChg chg="del">
          <ac:chgData name="翟 锐" userId="fef11181f709266a" providerId="LiveId" clId="{9186E0CD-109D-47DE-8883-49F901FD74B3}" dt="2020-08-12T03:38:46.094" v="2743" actId="21"/>
          <ac:spMkLst>
            <pc:docMk/>
            <pc:sldMk cId="1278328428" sldId="452"/>
            <ac:spMk id="11" creationId="{00000000-0000-0000-0000-000000000000}"/>
          </ac:spMkLst>
        </pc:spChg>
        <pc:spChg chg="del">
          <ac:chgData name="翟 锐" userId="fef11181f709266a" providerId="LiveId" clId="{9186E0CD-109D-47DE-8883-49F901FD74B3}" dt="2020-08-12T03:38:46.094" v="2743" actId="21"/>
          <ac:spMkLst>
            <pc:docMk/>
            <pc:sldMk cId="1278328428" sldId="452"/>
            <ac:spMk id="12" creationId="{00000000-0000-0000-0000-000000000000}"/>
          </ac:spMkLst>
        </pc:spChg>
        <pc:spChg chg="del">
          <ac:chgData name="翟 锐" userId="fef11181f709266a" providerId="LiveId" clId="{9186E0CD-109D-47DE-8883-49F901FD74B3}" dt="2020-08-12T03:38:43.722" v="2742" actId="478"/>
          <ac:spMkLst>
            <pc:docMk/>
            <pc:sldMk cId="1278328428" sldId="452"/>
            <ac:spMk id="14" creationId="{00000000-0000-0000-0000-000000000000}"/>
          </ac:spMkLst>
        </pc:spChg>
        <pc:cxnChg chg="del">
          <ac:chgData name="翟 锐" userId="fef11181f709266a" providerId="LiveId" clId="{9186E0CD-109D-47DE-8883-49F901FD74B3}" dt="2020-08-12T03:38:46.094" v="2743" actId="21"/>
          <ac:cxnSpMkLst>
            <pc:docMk/>
            <pc:sldMk cId="1278328428" sldId="452"/>
            <ac:cxnSpMk id="13" creationId="{00000000-0000-0000-0000-000000000000}"/>
          </ac:cxnSpMkLst>
        </pc:cxnChg>
        <pc:cxnChg chg="del">
          <ac:chgData name="翟 锐" userId="fef11181f709266a" providerId="LiveId" clId="{9186E0CD-109D-47DE-8883-49F901FD74B3}" dt="2020-08-12T03:38:46.094" v="2743" actId="21"/>
          <ac:cxnSpMkLst>
            <pc:docMk/>
            <pc:sldMk cId="1278328428" sldId="452"/>
            <ac:cxnSpMk id="15" creationId="{00000000-0000-0000-0000-000000000000}"/>
          </ac:cxnSpMkLst>
        </pc:cxnChg>
      </pc:sldChg>
      <pc:sldChg chg="add del">
        <pc:chgData name="翟 锐" userId="fef11181f709266a" providerId="LiveId" clId="{9186E0CD-109D-47DE-8883-49F901FD74B3}" dt="2020-08-12T03:40:50.469" v="2763"/>
        <pc:sldMkLst>
          <pc:docMk/>
          <pc:sldMk cId="1492706189" sldId="453"/>
        </pc:sldMkLst>
      </pc:sldChg>
      <pc:sldChg chg="delSp add del mod delAnim">
        <pc:chgData name="翟 锐" userId="fef11181f709266a" providerId="LiveId" clId="{9186E0CD-109D-47DE-8883-49F901FD74B3}" dt="2020-08-12T03:42:03.935" v="2774" actId="47"/>
        <pc:sldMkLst>
          <pc:docMk/>
          <pc:sldMk cId="2640597370" sldId="453"/>
        </pc:sldMkLst>
        <pc:spChg chg="del">
          <ac:chgData name="翟 锐" userId="fef11181f709266a" providerId="LiveId" clId="{9186E0CD-109D-47DE-8883-49F901FD74B3}" dt="2020-08-12T03:41:49.358" v="2770" actId="21"/>
          <ac:spMkLst>
            <pc:docMk/>
            <pc:sldMk cId="2640597370" sldId="453"/>
            <ac:spMk id="3" creationId="{00000000-0000-0000-0000-000000000000}"/>
          </ac:spMkLst>
        </pc:spChg>
        <pc:spChg chg="del">
          <ac:chgData name="翟 锐" userId="fef11181f709266a" providerId="LiveId" clId="{9186E0CD-109D-47DE-8883-49F901FD74B3}" dt="2020-08-12T03:41:49.358" v="2770" actId="21"/>
          <ac:spMkLst>
            <pc:docMk/>
            <pc:sldMk cId="2640597370" sldId="453"/>
            <ac:spMk id="6" creationId="{00000000-0000-0000-0000-000000000000}"/>
          </ac:spMkLst>
        </pc:spChg>
        <pc:spChg chg="del">
          <ac:chgData name="翟 锐" userId="fef11181f709266a" providerId="LiveId" clId="{9186E0CD-109D-47DE-8883-49F901FD74B3}" dt="2020-08-12T03:41:49.358" v="2770" actId="21"/>
          <ac:spMkLst>
            <pc:docMk/>
            <pc:sldMk cId="2640597370" sldId="453"/>
            <ac:spMk id="9" creationId="{00000000-0000-0000-0000-000000000000}"/>
          </ac:spMkLst>
        </pc:spChg>
        <pc:spChg chg="del">
          <ac:chgData name="翟 锐" userId="fef11181f709266a" providerId="LiveId" clId="{9186E0CD-109D-47DE-8883-49F901FD74B3}" dt="2020-08-12T03:41:49.358" v="2770" actId="21"/>
          <ac:spMkLst>
            <pc:docMk/>
            <pc:sldMk cId="2640597370" sldId="453"/>
            <ac:spMk id="10" creationId="{00000000-0000-0000-0000-000000000000}"/>
          </ac:spMkLst>
        </pc:spChg>
        <pc:spChg chg="del">
          <ac:chgData name="翟 锐" userId="fef11181f709266a" providerId="LiveId" clId="{9186E0CD-109D-47DE-8883-49F901FD74B3}" dt="2020-08-12T03:41:49.358" v="2770" actId="21"/>
          <ac:spMkLst>
            <pc:docMk/>
            <pc:sldMk cId="2640597370" sldId="453"/>
            <ac:spMk id="12" creationId="{00000000-0000-0000-0000-000000000000}"/>
          </ac:spMkLst>
        </pc:spChg>
        <pc:spChg chg="del">
          <ac:chgData name="翟 锐" userId="fef11181f709266a" providerId="LiveId" clId="{9186E0CD-109D-47DE-8883-49F901FD74B3}" dt="2020-08-12T03:41:49.358" v="2770" actId="21"/>
          <ac:spMkLst>
            <pc:docMk/>
            <pc:sldMk cId="2640597370" sldId="453"/>
            <ac:spMk id="14" creationId="{00000000-0000-0000-0000-000000000000}"/>
          </ac:spMkLst>
        </pc:spChg>
        <pc:spChg chg="del">
          <ac:chgData name="翟 锐" userId="fef11181f709266a" providerId="LiveId" clId="{9186E0CD-109D-47DE-8883-49F901FD74B3}" dt="2020-08-12T03:41:49.358" v="2770" actId="21"/>
          <ac:spMkLst>
            <pc:docMk/>
            <pc:sldMk cId="2640597370" sldId="453"/>
            <ac:spMk id="19" creationId="{00000000-0000-0000-0000-000000000000}"/>
          </ac:spMkLst>
        </pc:spChg>
        <pc:cxnChg chg="del">
          <ac:chgData name="翟 锐" userId="fef11181f709266a" providerId="LiveId" clId="{9186E0CD-109D-47DE-8883-49F901FD74B3}" dt="2020-08-12T03:41:49.358" v="2770" actId="21"/>
          <ac:cxnSpMkLst>
            <pc:docMk/>
            <pc:sldMk cId="2640597370" sldId="453"/>
            <ac:cxnSpMk id="13" creationId="{00000000-0000-0000-0000-000000000000}"/>
          </ac:cxnSpMkLst>
        </pc:cxnChg>
        <pc:cxnChg chg="del">
          <ac:chgData name="翟 锐" userId="fef11181f709266a" providerId="LiveId" clId="{9186E0CD-109D-47DE-8883-49F901FD74B3}" dt="2020-08-12T03:41:49.358" v="2770" actId="21"/>
          <ac:cxnSpMkLst>
            <pc:docMk/>
            <pc:sldMk cId="2640597370" sldId="453"/>
            <ac:cxnSpMk id="15" creationId="{00000000-0000-0000-0000-000000000000}"/>
          </ac:cxnSpMkLst>
        </pc:cxnChg>
      </pc:sldChg>
      <pc:sldChg chg="del">
        <pc:chgData name="翟 锐" userId="fef11181f709266a" providerId="LiveId" clId="{9186E0CD-109D-47DE-8883-49F901FD74B3}" dt="2020-08-11T07:22:31.895" v="1" actId="47"/>
        <pc:sldMkLst>
          <pc:docMk/>
          <pc:sldMk cId="1966385023" sldId="456"/>
        </pc:sldMkLst>
      </pc:sldChg>
      <pc:sldChg chg="del">
        <pc:chgData name="翟 锐" userId="fef11181f709266a" providerId="LiveId" clId="{9186E0CD-109D-47DE-8883-49F901FD74B3}" dt="2020-08-12T03:34:13.436" v="2580" actId="47"/>
        <pc:sldMkLst>
          <pc:docMk/>
          <pc:sldMk cId="0" sldId="462"/>
        </pc:sldMkLst>
      </pc:sldChg>
      <pc:sldChg chg="delSp modSp del mod">
        <pc:chgData name="翟 锐" userId="fef11181f709266a" providerId="LiveId" clId="{9186E0CD-109D-47DE-8883-49F901FD74B3}" dt="2020-08-11T16:16:34.711" v="1111" actId="47"/>
        <pc:sldMkLst>
          <pc:docMk/>
          <pc:sldMk cId="3200528070" sldId="464"/>
        </pc:sldMkLst>
        <pc:spChg chg="del mod">
          <ac:chgData name="翟 锐" userId="fef11181f709266a" providerId="LiveId" clId="{9186E0CD-109D-47DE-8883-49F901FD74B3}" dt="2020-08-11T16:15:57.243" v="1093"/>
          <ac:spMkLst>
            <pc:docMk/>
            <pc:sldMk cId="3200528070" sldId="464"/>
            <ac:spMk id="2" creationId="{00000000-0000-0000-0000-000000000000}"/>
          </ac:spMkLst>
        </pc:spChg>
        <pc:spChg chg="del">
          <ac:chgData name="翟 锐" userId="fef11181f709266a" providerId="LiveId" clId="{9186E0CD-109D-47DE-8883-49F901FD74B3}" dt="2020-08-11T16:16:28.432" v="1108" actId="21"/>
          <ac:spMkLst>
            <pc:docMk/>
            <pc:sldMk cId="3200528070" sldId="464"/>
            <ac:spMk id="3" creationId="{00000000-0000-0000-0000-000000000000}"/>
          </ac:spMkLst>
        </pc:spChg>
        <pc:spChg chg="del">
          <ac:chgData name="翟 锐" userId="fef11181f709266a" providerId="LiveId" clId="{9186E0CD-109D-47DE-8883-49F901FD74B3}" dt="2020-08-11T16:16:28.432" v="1108" actId="21"/>
          <ac:spMkLst>
            <pc:docMk/>
            <pc:sldMk cId="3200528070" sldId="464"/>
            <ac:spMk id="9" creationId="{00000000-0000-0000-0000-000000000000}"/>
          </ac:spMkLst>
        </pc:spChg>
        <pc:spChg chg="del">
          <ac:chgData name="翟 锐" userId="fef11181f709266a" providerId="LiveId" clId="{9186E0CD-109D-47DE-8883-49F901FD74B3}" dt="2020-08-11T16:16:28.432" v="1108" actId="21"/>
          <ac:spMkLst>
            <pc:docMk/>
            <pc:sldMk cId="3200528070" sldId="464"/>
            <ac:spMk id="10" creationId="{00000000-0000-0000-0000-000000000000}"/>
          </ac:spMkLst>
        </pc:spChg>
        <pc:spChg chg="del">
          <ac:chgData name="翟 锐" userId="fef11181f709266a" providerId="LiveId" clId="{9186E0CD-109D-47DE-8883-49F901FD74B3}" dt="2020-08-11T16:16:28.432" v="1108" actId="21"/>
          <ac:spMkLst>
            <pc:docMk/>
            <pc:sldMk cId="3200528070" sldId="464"/>
            <ac:spMk id="14" creationId="{00000000-0000-0000-0000-000000000000}"/>
          </ac:spMkLst>
        </pc:spChg>
        <pc:spChg chg="del">
          <ac:chgData name="翟 锐" userId="fef11181f709266a" providerId="LiveId" clId="{9186E0CD-109D-47DE-8883-49F901FD74B3}" dt="2020-08-11T16:16:28.432" v="1108" actId="21"/>
          <ac:spMkLst>
            <pc:docMk/>
            <pc:sldMk cId="3200528070" sldId="464"/>
            <ac:spMk id="15" creationId="{00000000-0000-0000-0000-000000000000}"/>
          </ac:spMkLst>
        </pc:spChg>
        <pc:cxnChg chg="del mod">
          <ac:chgData name="翟 锐" userId="fef11181f709266a" providerId="LiveId" clId="{9186E0CD-109D-47DE-8883-49F901FD74B3}" dt="2020-08-11T16:16:28.432" v="1108" actId="21"/>
          <ac:cxnSpMkLst>
            <pc:docMk/>
            <pc:sldMk cId="3200528070" sldId="464"/>
            <ac:cxnSpMk id="12" creationId="{00000000-0000-0000-0000-000000000000}"/>
          </ac:cxnSpMkLst>
        </pc:cxnChg>
      </pc:sldChg>
      <pc:sldChg chg="delSp del mod delAnim">
        <pc:chgData name="翟 锐" userId="fef11181f709266a" providerId="LiveId" clId="{9186E0CD-109D-47DE-8883-49F901FD74B3}" dt="2020-08-11T16:16:51.114" v="1123" actId="47"/>
        <pc:sldMkLst>
          <pc:docMk/>
          <pc:sldMk cId="3937177273" sldId="466"/>
        </pc:sldMkLst>
        <pc:spChg chg="del">
          <ac:chgData name="翟 锐" userId="fef11181f709266a" providerId="LiveId" clId="{9186E0CD-109D-47DE-8883-49F901FD74B3}" dt="2020-08-11T16:16:38.531" v="1112" actId="478"/>
          <ac:spMkLst>
            <pc:docMk/>
            <pc:sldMk cId="3937177273" sldId="466"/>
            <ac:spMk id="2" creationId="{00000000-0000-0000-0000-000000000000}"/>
          </ac:spMkLst>
        </pc:spChg>
        <pc:spChg chg="del">
          <ac:chgData name="翟 锐" userId="fef11181f709266a" providerId="LiveId" clId="{9186E0CD-109D-47DE-8883-49F901FD74B3}" dt="2020-08-11T16:16:40.742" v="1113" actId="21"/>
          <ac:spMkLst>
            <pc:docMk/>
            <pc:sldMk cId="3937177273" sldId="466"/>
            <ac:spMk id="3" creationId="{00000000-0000-0000-0000-000000000000}"/>
          </ac:spMkLst>
        </pc:spChg>
        <pc:spChg chg="del">
          <ac:chgData name="翟 锐" userId="fef11181f709266a" providerId="LiveId" clId="{9186E0CD-109D-47DE-8883-49F901FD74B3}" dt="2020-08-11T16:16:40.742" v="1113" actId="21"/>
          <ac:spMkLst>
            <pc:docMk/>
            <pc:sldMk cId="3937177273" sldId="466"/>
            <ac:spMk id="11" creationId="{00000000-0000-0000-0000-000000000000}"/>
          </ac:spMkLst>
        </pc:spChg>
        <pc:spChg chg="del">
          <ac:chgData name="翟 锐" userId="fef11181f709266a" providerId="LiveId" clId="{9186E0CD-109D-47DE-8883-49F901FD74B3}" dt="2020-08-11T16:16:40.742" v="1113" actId="21"/>
          <ac:spMkLst>
            <pc:docMk/>
            <pc:sldMk cId="3937177273" sldId="466"/>
            <ac:spMk id="13" creationId="{00000000-0000-0000-0000-000000000000}"/>
          </ac:spMkLst>
        </pc:spChg>
        <pc:spChg chg="del">
          <ac:chgData name="翟 锐" userId="fef11181f709266a" providerId="LiveId" clId="{9186E0CD-109D-47DE-8883-49F901FD74B3}" dt="2020-08-11T16:16:40.742" v="1113" actId="21"/>
          <ac:spMkLst>
            <pc:docMk/>
            <pc:sldMk cId="3937177273" sldId="466"/>
            <ac:spMk id="14" creationId="{00000000-0000-0000-0000-000000000000}"/>
          </ac:spMkLst>
        </pc:spChg>
        <pc:spChg chg="del">
          <ac:chgData name="翟 锐" userId="fef11181f709266a" providerId="LiveId" clId="{9186E0CD-109D-47DE-8883-49F901FD74B3}" dt="2020-08-11T16:16:40.742" v="1113" actId="21"/>
          <ac:spMkLst>
            <pc:docMk/>
            <pc:sldMk cId="3937177273" sldId="466"/>
            <ac:spMk id="15" creationId="{00000000-0000-0000-0000-000000000000}"/>
          </ac:spMkLst>
        </pc:spChg>
        <pc:spChg chg="del">
          <ac:chgData name="翟 锐" userId="fef11181f709266a" providerId="LiveId" clId="{9186E0CD-109D-47DE-8883-49F901FD74B3}" dt="2020-08-11T16:16:40.742" v="1113" actId="21"/>
          <ac:spMkLst>
            <pc:docMk/>
            <pc:sldMk cId="3937177273" sldId="466"/>
            <ac:spMk id="17" creationId="{00000000-0000-0000-0000-000000000000}"/>
          </ac:spMkLst>
        </pc:spChg>
      </pc:sldChg>
      <pc:sldChg chg="delSp del mod delAnim">
        <pc:chgData name="翟 锐" userId="fef11181f709266a" providerId="LiveId" clId="{9186E0CD-109D-47DE-8883-49F901FD74B3}" dt="2020-08-11T16:18:31.062" v="1174" actId="47"/>
        <pc:sldMkLst>
          <pc:docMk/>
          <pc:sldMk cId="541948652" sldId="467"/>
        </pc:sldMkLst>
        <pc:spChg chg="del">
          <ac:chgData name="翟 锐" userId="fef11181f709266a" providerId="LiveId" clId="{9186E0CD-109D-47DE-8883-49F901FD74B3}" dt="2020-08-11T16:18:17.558" v="1159" actId="21"/>
          <ac:spMkLst>
            <pc:docMk/>
            <pc:sldMk cId="541948652" sldId="467"/>
            <ac:spMk id="3" creationId="{00000000-0000-0000-0000-000000000000}"/>
          </ac:spMkLst>
        </pc:spChg>
        <pc:spChg chg="del">
          <ac:chgData name="翟 锐" userId="fef11181f709266a" providerId="LiveId" clId="{9186E0CD-109D-47DE-8883-49F901FD74B3}" dt="2020-08-11T16:18:17.558" v="1159" actId="21"/>
          <ac:spMkLst>
            <pc:docMk/>
            <pc:sldMk cId="541948652" sldId="467"/>
            <ac:spMk id="6" creationId="{00000000-0000-0000-0000-000000000000}"/>
          </ac:spMkLst>
        </pc:spChg>
        <pc:spChg chg="del">
          <ac:chgData name="翟 锐" userId="fef11181f709266a" providerId="LiveId" clId="{9186E0CD-109D-47DE-8883-49F901FD74B3}" dt="2020-08-11T16:18:17.558" v="1159" actId="21"/>
          <ac:spMkLst>
            <pc:docMk/>
            <pc:sldMk cId="541948652" sldId="467"/>
            <ac:spMk id="13" creationId="{00000000-0000-0000-0000-000000000000}"/>
          </ac:spMkLst>
        </pc:spChg>
        <pc:spChg chg="del">
          <ac:chgData name="翟 锐" userId="fef11181f709266a" providerId="LiveId" clId="{9186E0CD-109D-47DE-8883-49F901FD74B3}" dt="2020-08-11T16:18:17.558" v="1159" actId="21"/>
          <ac:spMkLst>
            <pc:docMk/>
            <pc:sldMk cId="541948652" sldId="467"/>
            <ac:spMk id="15" creationId="{00000000-0000-0000-0000-000000000000}"/>
          </ac:spMkLst>
        </pc:spChg>
      </pc:sldChg>
      <pc:sldChg chg="del">
        <pc:chgData name="翟 锐" userId="fef11181f709266a" providerId="LiveId" clId="{9186E0CD-109D-47DE-8883-49F901FD74B3}" dt="2020-08-12T03:34:30.535" v="2581" actId="47"/>
        <pc:sldMkLst>
          <pc:docMk/>
          <pc:sldMk cId="4231987543" sldId="472"/>
        </pc:sldMkLst>
      </pc:sldChg>
      <pc:sldChg chg="del">
        <pc:chgData name="翟 锐" userId="fef11181f709266a" providerId="LiveId" clId="{9186E0CD-109D-47DE-8883-49F901FD74B3}" dt="2020-08-12T03:34:35.757" v="2585" actId="47"/>
        <pc:sldMkLst>
          <pc:docMk/>
          <pc:sldMk cId="149415386" sldId="473"/>
        </pc:sldMkLst>
      </pc:sldChg>
      <pc:sldChg chg="modSp mod">
        <pc:chgData name="翟 锐" userId="fef11181f709266a" providerId="LiveId" clId="{9186E0CD-109D-47DE-8883-49F901FD74B3}" dt="2020-08-12T03:48:41.643" v="3108"/>
        <pc:sldMkLst>
          <pc:docMk/>
          <pc:sldMk cId="4285362779" sldId="474"/>
        </pc:sldMkLst>
        <pc:spChg chg="mod">
          <ac:chgData name="翟 锐" userId="fef11181f709266a" providerId="LiveId" clId="{9186E0CD-109D-47DE-8883-49F901FD74B3}" dt="2020-08-12T03:48:41.643" v="3108"/>
          <ac:spMkLst>
            <pc:docMk/>
            <pc:sldMk cId="4285362779" sldId="474"/>
            <ac:spMk id="9" creationId="{00000000-0000-0000-0000-000000000000}"/>
          </ac:spMkLst>
        </pc:spChg>
      </pc:sldChg>
      <pc:sldChg chg="del">
        <pc:chgData name="翟 锐" userId="fef11181f709266a" providerId="LiveId" clId="{9186E0CD-109D-47DE-8883-49F901FD74B3}" dt="2020-08-11T07:22:30.844" v="0" actId="47"/>
        <pc:sldMkLst>
          <pc:docMk/>
          <pc:sldMk cId="1612486967" sldId="475"/>
        </pc:sldMkLst>
      </pc:sldChg>
      <pc:sldChg chg="del">
        <pc:chgData name="翟 锐" userId="fef11181f709266a" providerId="LiveId" clId="{9186E0CD-109D-47DE-8883-49F901FD74B3}" dt="2020-08-11T07:35:37.037" v="219" actId="47"/>
        <pc:sldMkLst>
          <pc:docMk/>
          <pc:sldMk cId="3602030309" sldId="491"/>
        </pc:sldMkLst>
      </pc:sldChg>
      <pc:sldChg chg="del">
        <pc:chgData name="翟 锐" userId="fef11181f709266a" providerId="LiveId" clId="{9186E0CD-109D-47DE-8883-49F901FD74B3}" dt="2020-08-11T07:41:20.008" v="604" actId="47"/>
        <pc:sldMkLst>
          <pc:docMk/>
          <pc:sldMk cId="2639902532" sldId="492"/>
        </pc:sldMkLst>
      </pc:sldChg>
      <pc:sldChg chg="del">
        <pc:chgData name="翟 锐" userId="fef11181f709266a" providerId="LiveId" clId="{9186E0CD-109D-47DE-8883-49F901FD74B3}" dt="2020-08-11T07:41:40.482" v="609" actId="47"/>
        <pc:sldMkLst>
          <pc:docMk/>
          <pc:sldMk cId="3586408686" sldId="493"/>
        </pc:sldMkLst>
      </pc:sldChg>
      <pc:sldChg chg="delSp del mod delAnim">
        <pc:chgData name="翟 锐" userId="fef11181f709266a" providerId="LiveId" clId="{9186E0CD-109D-47DE-8883-49F901FD74B3}" dt="2020-08-11T15:51:59.017" v="740" actId="47"/>
        <pc:sldMkLst>
          <pc:docMk/>
          <pc:sldMk cId="3232551177" sldId="494"/>
        </pc:sldMkLst>
        <pc:spChg chg="del">
          <ac:chgData name="翟 锐" userId="fef11181f709266a" providerId="LiveId" clId="{9186E0CD-109D-47DE-8883-49F901FD74B3}" dt="2020-08-11T15:51:51.405" v="736" actId="478"/>
          <ac:spMkLst>
            <pc:docMk/>
            <pc:sldMk cId="3232551177" sldId="494"/>
            <ac:spMk id="2" creationId="{00000000-0000-0000-0000-000000000000}"/>
          </ac:spMkLst>
        </pc:spChg>
        <pc:spChg chg="del">
          <ac:chgData name="翟 锐" userId="fef11181f709266a" providerId="LiveId" clId="{9186E0CD-109D-47DE-8883-49F901FD74B3}" dt="2020-08-11T15:51:53.008" v="737" actId="21"/>
          <ac:spMkLst>
            <pc:docMk/>
            <pc:sldMk cId="3232551177" sldId="494"/>
            <ac:spMk id="3" creationId="{00000000-0000-0000-0000-000000000000}"/>
          </ac:spMkLst>
        </pc:spChg>
        <pc:spChg chg="del">
          <ac:chgData name="翟 锐" userId="fef11181f709266a" providerId="LiveId" clId="{9186E0CD-109D-47DE-8883-49F901FD74B3}" dt="2020-08-11T15:51:53.008" v="737" actId="21"/>
          <ac:spMkLst>
            <pc:docMk/>
            <pc:sldMk cId="3232551177" sldId="494"/>
            <ac:spMk id="4" creationId="{BEF1B442-CA1F-478E-A386-B8EFCB3276BF}"/>
          </ac:spMkLst>
        </pc:spChg>
        <pc:spChg chg="del">
          <ac:chgData name="翟 锐" userId="fef11181f709266a" providerId="LiveId" clId="{9186E0CD-109D-47DE-8883-49F901FD74B3}" dt="2020-08-11T15:51:53.008" v="737" actId="21"/>
          <ac:spMkLst>
            <pc:docMk/>
            <pc:sldMk cId="3232551177" sldId="494"/>
            <ac:spMk id="5" creationId="{7109F57B-57E8-417A-83E9-1B91292C605A}"/>
          </ac:spMkLst>
        </pc:spChg>
        <pc:spChg chg="del">
          <ac:chgData name="翟 锐" userId="fef11181f709266a" providerId="LiveId" clId="{9186E0CD-109D-47DE-8883-49F901FD74B3}" dt="2020-08-11T15:51:53.008" v="737" actId="21"/>
          <ac:spMkLst>
            <pc:docMk/>
            <pc:sldMk cId="3232551177" sldId="494"/>
            <ac:spMk id="6" creationId="{8D311B06-70B6-401E-823E-2723DEA81A10}"/>
          </ac:spMkLst>
        </pc:spChg>
      </pc:sldChg>
      <pc:sldChg chg="delSp modSp del mod delAnim">
        <pc:chgData name="翟 锐" userId="fef11181f709266a" providerId="LiveId" clId="{9186E0CD-109D-47DE-8883-49F901FD74B3}" dt="2020-08-11T15:52:17.917" v="751" actId="47"/>
        <pc:sldMkLst>
          <pc:docMk/>
          <pc:sldMk cId="2740630796" sldId="495"/>
        </pc:sldMkLst>
        <pc:spChg chg="del mod">
          <ac:chgData name="翟 锐" userId="fef11181f709266a" providerId="LiveId" clId="{9186E0CD-109D-47DE-8883-49F901FD74B3}" dt="2020-08-11T15:52:04.156" v="743"/>
          <ac:spMkLst>
            <pc:docMk/>
            <pc:sldMk cId="2740630796" sldId="495"/>
            <ac:spMk id="2" creationId="{00000000-0000-0000-0000-000000000000}"/>
          </ac:spMkLst>
        </pc:spChg>
        <pc:spChg chg="del">
          <ac:chgData name="翟 锐" userId="fef11181f709266a" providerId="LiveId" clId="{9186E0CD-109D-47DE-8883-49F901FD74B3}" dt="2020-08-11T15:52:11.659" v="748" actId="21"/>
          <ac:spMkLst>
            <pc:docMk/>
            <pc:sldMk cId="2740630796" sldId="495"/>
            <ac:spMk id="3" creationId="{00000000-0000-0000-0000-000000000000}"/>
          </ac:spMkLst>
        </pc:spChg>
        <pc:spChg chg="del">
          <ac:chgData name="翟 锐" userId="fef11181f709266a" providerId="LiveId" clId="{9186E0CD-109D-47DE-8883-49F901FD74B3}" dt="2020-08-11T15:52:11.659" v="748" actId="21"/>
          <ac:spMkLst>
            <pc:docMk/>
            <pc:sldMk cId="2740630796" sldId="495"/>
            <ac:spMk id="4" creationId="{EC87776E-A0B3-43F8-9484-1F6BC98FE699}"/>
          </ac:spMkLst>
        </pc:spChg>
        <pc:spChg chg="del">
          <ac:chgData name="翟 锐" userId="fef11181f709266a" providerId="LiveId" clId="{9186E0CD-109D-47DE-8883-49F901FD74B3}" dt="2020-08-11T15:52:11.659" v="748" actId="21"/>
          <ac:spMkLst>
            <pc:docMk/>
            <pc:sldMk cId="2740630796" sldId="495"/>
            <ac:spMk id="5" creationId="{E4AD9AB5-AB47-48FE-80CA-2560630719F4}"/>
          </ac:spMkLst>
        </pc:spChg>
      </pc:sldChg>
      <pc:sldChg chg="addSp delSp modSp del mod delAnim">
        <pc:chgData name="翟 锐" userId="fef11181f709266a" providerId="LiveId" clId="{9186E0CD-109D-47DE-8883-49F901FD74B3}" dt="2020-08-11T15:52:51.712" v="768" actId="47"/>
        <pc:sldMkLst>
          <pc:docMk/>
          <pc:sldMk cId="3984893673" sldId="497"/>
        </pc:sldMkLst>
        <pc:spChg chg="add del mod">
          <ac:chgData name="翟 锐" userId="fef11181f709266a" providerId="LiveId" clId="{9186E0CD-109D-47DE-8883-49F901FD74B3}" dt="2020-08-11T15:52:32.582" v="761" actId="47"/>
          <ac:spMkLst>
            <pc:docMk/>
            <pc:sldMk cId="3984893673" sldId="497"/>
            <ac:spMk id="2" creationId="{00000000-0000-0000-0000-000000000000}"/>
          </ac:spMkLst>
        </pc:spChg>
        <pc:spChg chg="del">
          <ac:chgData name="翟 锐" userId="fef11181f709266a" providerId="LiveId" clId="{9186E0CD-109D-47DE-8883-49F901FD74B3}" dt="2020-08-11T15:52:44.577" v="765" actId="21"/>
          <ac:spMkLst>
            <pc:docMk/>
            <pc:sldMk cId="3984893673" sldId="497"/>
            <ac:spMk id="3" creationId="{00000000-0000-0000-0000-000000000000}"/>
          </ac:spMkLst>
        </pc:spChg>
        <pc:spChg chg="del">
          <ac:chgData name="翟 锐" userId="fef11181f709266a" providerId="LiveId" clId="{9186E0CD-109D-47DE-8883-49F901FD74B3}" dt="2020-08-11T15:52:44.577" v="765" actId="21"/>
          <ac:spMkLst>
            <pc:docMk/>
            <pc:sldMk cId="3984893673" sldId="497"/>
            <ac:spMk id="5" creationId="{EDBD2158-FEC8-4AA6-96B7-CB94FC444380}"/>
          </ac:spMkLst>
        </pc:spChg>
        <pc:spChg chg="del">
          <ac:chgData name="翟 锐" userId="fef11181f709266a" providerId="LiveId" clId="{9186E0CD-109D-47DE-8883-49F901FD74B3}" dt="2020-08-11T15:52:44.577" v="765" actId="21"/>
          <ac:spMkLst>
            <pc:docMk/>
            <pc:sldMk cId="3984893673" sldId="497"/>
            <ac:spMk id="7" creationId="{9198A1D4-4C50-42B0-8835-5E0106B43D99}"/>
          </ac:spMkLst>
        </pc:spChg>
        <pc:spChg chg="del">
          <ac:chgData name="翟 锐" userId="fef11181f709266a" providerId="LiveId" clId="{9186E0CD-109D-47DE-8883-49F901FD74B3}" dt="2020-08-11T15:52:44.577" v="765" actId="21"/>
          <ac:spMkLst>
            <pc:docMk/>
            <pc:sldMk cId="3984893673" sldId="497"/>
            <ac:spMk id="8" creationId="{BC05352D-EC79-4112-A339-2DFDAC29EEA3}"/>
          </ac:spMkLst>
        </pc:spChg>
      </pc:sldChg>
      <pc:sldChg chg="del">
        <pc:chgData name="翟 锐" userId="fef11181f709266a" providerId="LiveId" clId="{9186E0CD-109D-47DE-8883-49F901FD74B3}" dt="2020-08-11T07:22:32.794" v="2" actId="47"/>
        <pc:sldMkLst>
          <pc:docMk/>
          <pc:sldMk cId="2829706521" sldId="503"/>
        </pc:sldMkLst>
      </pc:sldChg>
      <pc:sldChg chg="del">
        <pc:chgData name="翟 锐" userId="fef11181f709266a" providerId="LiveId" clId="{9186E0CD-109D-47DE-8883-49F901FD74B3}" dt="2020-08-11T07:22:33.468" v="3" actId="47"/>
        <pc:sldMkLst>
          <pc:docMk/>
          <pc:sldMk cId="1816336317" sldId="504"/>
        </pc:sldMkLst>
      </pc:sldChg>
      <pc:sldChg chg="del">
        <pc:chgData name="翟 锐" userId="fef11181f709266a" providerId="LiveId" clId="{9186E0CD-109D-47DE-8883-49F901FD74B3}" dt="2020-08-11T07:22:55.017" v="7" actId="47"/>
        <pc:sldMkLst>
          <pc:docMk/>
          <pc:sldMk cId="1036179725" sldId="505"/>
        </pc:sldMkLst>
      </pc:sldChg>
      <pc:sldChg chg="del">
        <pc:chgData name="翟 锐" userId="fef11181f709266a" providerId="LiveId" clId="{9186E0CD-109D-47DE-8883-49F901FD74B3}" dt="2020-08-11T07:22:39.814" v="4" actId="47"/>
        <pc:sldMkLst>
          <pc:docMk/>
          <pc:sldMk cId="2929138714" sldId="506"/>
        </pc:sldMkLst>
      </pc:sldChg>
      <pc:sldChg chg="del">
        <pc:chgData name="翟 锐" userId="fef11181f709266a" providerId="LiveId" clId="{9186E0CD-109D-47DE-8883-49F901FD74B3}" dt="2020-08-11T07:22:43.241" v="5" actId="47"/>
        <pc:sldMkLst>
          <pc:docMk/>
          <pc:sldMk cId="2674372511" sldId="507"/>
        </pc:sldMkLst>
      </pc:sldChg>
      <pc:sldChg chg="del">
        <pc:chgData name="翟 锐" userId="fef11181f709266a" providerId="LiveId" clId="{9186E0CD-109D-47DE-8883-49F901FD74B3}" dt="2020-08-11T07:22:44.741" v="6" actId="47"/>
        <pc:sldMkLst>
          <pc:docMk/>
          <pc:sldMk cId="3182313076" sldId="508"/>
        </pc:sldMkLst>
      </pc:sldChg>
      <pc:sldChg chg="del">
        <pc:chgData name="翟 锐" userId="fef11181f709266a" providerId="LiveId" clId="{9186E0CD-109D-47DE-8883-49F901FD74B3}" dt="2020-08-12T03:34:31.571" v="2582" actId="47"/>
        <pc:sldMkLst>
          <pc:docMk/>
          <pc:sldMk cId="2593722063" sldId="509"/>
        </pc:sldMkLst>
      </pc:sldChg>
      <pc:sldChg chg="del">
        <pc:chgData name="翟 锐" userId="fef11181f709266a" providerId="LiveId" clId="{9186E0CD-109D-47DE-8883-49F901FD74B3}" dt="2020-08-12T03:34:32.516" v="2583" actId="47"/>
        <pc:sldMkLst>
          <pc:docMk/>
          <pc:sldMk cId="1371977030" sldId="510"/>
        </pc:sldMkLst>
      </pc:sldChg>
      <pc:sldChg chg="del">
        <pc:chgData name="翟 锐" userId="fef11181f709266a" providerId="LiveId" clId="{9186E0CD-109D-47DE-8883-49F901FD74B3}" dt="2020-08-12T03:34:33.238" v="2584" actId="47"/>
        <pc:sldMkLst>
          <pc:docMk/>
          <pc:sldMk cId="229977306" sldId="511"/>
        </pc:sldMkLst>
      </pc:sldChg>
      <pc:sldChg chg="modSp mod">
        <pc:chgData name="翟 锐" userId="fef11181f709266a" providerId="LiveId" clId="{9186E0CD-109D-47DE-8883-49F901FD74B3}" dt="2020-08-12T03:37:06.297" v="2733"/>
        <pc:sldMkLst>
          <pc:docMk/>
          <pc:sldMk cId="2435764834" sldId="512"/>
        </pc:sldMkLst>
        <pc:spChg chg="mod">
          <ac:chgData name="翟 锐" userId="fef11181f709266a" providerId="LiveId" clId="{9186E0CD-109D-47DE-8883-49F901FD74B3}" dt="2020-08-12T03:37:06.297" v="2733"/>
          <ac:spMkLst>
            <pc:docMk/>
            <pc:sldMk cId="2435764834" sldId="512"/>
            <ac:spMk id="3" creationId="{00000000-0000-0000-0000-000000000000}"/>
          </ac:spMkLst>
        </pc:spChg>
      </pc:sldChg>
      <pc:sldChg chg="del">
        <pc:chgData name="翟 锐" userId="fef11181f709266a" providerId="LiveId" clId="{9186E0CD-109D-47DE-8883-49F901FD74B3}" dt="2020-08-11T07:33:49.443" v="107" actId="47"/>
        <pc:sldMkLst>
          <pc:docMk/>
          <pc:sldMk cId="2379099515" sldId="513"/>
        </pc:sldMkLst>
      </pc:sldChg>
      <pc:sldChg chg="modSp">
        <pc:chgData name="翟 锐" userId="fef11181f709266a" providerId="LiveId" clId="{9186E0CD-109D-47DE-8883-49F901FD74B3}" dt="2020-08-12T03:36:28.159" v="2663" actId="20577"/>
        <pc:sldMkLst>
          <pc:docMk/>
          <pc:sldMk cId="3977796518" sldId="515"/>
        </pc:sldMkLst>
        <pc:spChg chg="mod">
          <ac:chgData name="翟 锐" userId="fef11181f709266a" providerId="LiveId" clId="{9186E0CD-109D-47DE-8883-49F901FD74B3}" dt="2020-08-12T03:36:28.159" v="2663" actId="20577"/>
          <ac:spMkLst>
            <pc:docMk/>
            <pc:sldMk cId="3977796518" sldId="515"/>
            <ac:spMk id="16" creationId="{00000000-0000-0000-0000-000000000000}"/>
          </ac:spMkLst>
        </pc:spChg>
      </pc:sldChg>
      <pc:sldChg chg="delSp del mod">
        <pc:chgData name="翟 锐" userId="fef11181f709266a" providerId="LiveId" clId="{9186E0CD-109D-47DE-8883-49F901FD74B3}" dt="2020-08-11T16:15:44.316" v="1089" actId="47"/>
        <pc:sldMkLst>
          <pc:docMk/>
          <pc:sldMk cId="2983132817" sldId="516"/>
        </pc:sldMkLst>
        <pc:spChg chg="del">
          <ac:chgData name="翟 锐" userId="fef11181f709266a" providerId="LiveId" clId="{9186E0CD-109D-47DE-8883-49F901FD74B3}" dt="2020-08-11T16:15:25.159" v="1082" actId="478"/>
          <ac:spMkLst>
            <pc:docMk/>
            <pc:sldMk cId="2983132817" sldId="516"/>
            <ac:spMk id="2" creationId="{00000000-0000-0000-0000-000000000000}"/>
          </ac:spMkLst>
        </pc:spChg>
        <pc:spChg chg="del">
          <ac:chgData name="翟 锐" userId="fef11181f709266a" providerId="LiveId" clId="{9186E0CD-109D-47DE-8883-49F901FD74B3}" dt="2020-08-11T16:15:27.343" v="1083" actId="21"/>
          <ac:spMkLst>
            <pc:docMk/>
            <pc:sldMk cId="2983132817" sldId="516"/>
            <ac:spMk id="3" creationId="{00000000-0000-0000-0000-000000000000}"/>
          </ac:spMkLst>
        </pc:spChg>
        <pc:spChg chg="del">
          <ac:chgData name="翟 锐" userId="fef11181f709266a" providerId="LiveId" clId="{9186E0CD-109D-47DE-8883-49F901FD74B3}" dt="2020-08-11T16:15:27.343" v="1083" actId="21"/>
          <ac:spMkLst>
            <pc:docMk/>
            <pc:sldMk cId="2983132817" sldId="516"/>
            <ac:spMk id="6" creationId="{00000000-0000-0000-0000-000000000000}"/>
          </ac:spMkLst>
        </pc:spChg>
        <pc:spChg chg="del">
          <ac:chgData name="翟 锐" userId="fef11181f709266a" providerId="LiveId" clId="{9186E0CD-109D-47DE-8883-49F901FD74B3}" dt="2020-08-11T16:15:27.343" v="1083" actId="21"/>
          <ac:spMkLst>
            <pc:docMk/>
            <pc:sldMk cId="2983132817" sldId="516"/>
            <ac:spMk id="7" creationId="{00000000-0000-0000-0000-000000000000}"/>
          </ac:spMkLst>
        </pc:spChg>
        <pc:spChg chg="del">
          <ac:chgData name="翟 锐" userId="fef11181f709266a" providerId="LiveId" clId="{9186E0CD-109D-47DE-8883-49F901FD74B3}" dt="2020-08-11T16:15:27.343" v="1083" actId="21"/>
          <ac:spMkLst>
            <pc:docMk/>
            <pc:sldMk cId="2983132817" sldId="516"/>
            <ac:spMk id="8" creationId="{00000000-0000-0000-0000-000000000000}"/>
          </ac:spMkLst>
        </pc:spChg>
      </pc:sldChg>
      <pc:sldChg chg="addSp delSp modSp del mod">
        <pc:chgData name="翟 锐" userId="fef11181f709266a" providerId="LiveId" clId="{9186E0CD-109D-47DE-8883-49F901FD74B3}" dt="2020-08-11T16:17:56.971" v="1155" actId="47"/>
        <pc:sldMkLst>
          <pc:docMk/>
          <pc:sldMk cId="4076829908" sldId="517"/>
        </pc:sldMkLst>
        <pc:spChg chg="add del mod">
          <ac:chgData name="翟 锐" userId="fef11181f709266a" providerId="LiveId" clId="{9186E0CD-109D-47DE-8883-49F901FD74B3}" dt="2020-08-11T16:17:51.682" v="1152" actId="21"/>
          <ac:spMkLst>
            <pc:docMk/>
            <pc:sldMk cId="4076829908" sldId="517"/>
            <ac:spMk id="3" creationId="{00000000-0000-0000-0000-000000000000}"/>
          </ac:spMkLst>
        </pc:spChg>
      </pc:sldChg>
      <pc:sldChg chg="delSp modSp del mod delAnim">
        <pc:chgData name="翟 锐" userId="fef11181f709266a" providerId="LiveId" clId="{9186E0CD-109D-47DE-8883-49F901FD74B3}" dt="2020-08-11T15:53:10.769" v="779" actId="47"/>
        <pc:sldMkLst>
          <pc:docMk/>
          <pc:sldMk cId="1254149623" sldId="518"/>
        </pc:sldMkLst>
        <pc:spChg chg="del mod">
          <ac:chgData name="翟 锐" userId="fef11181f709266a" providerId="LiveId" clId="{9186E0CD-109D-47DE-8883-49F901FD74B3}" dt="2020-08-11T15:52:56.392" v="771"/>
          <ac:spMkLst>
            <pc:docMk/>
            <pc:sldMk cId="1254149623" sldId="518"/>
            <ac:spMk id="2" creationId="{00000000-0000-0000-0000-000000000000}"/>
          </ac:spMkLst>
        </pc:spChg>
        <pc:spChg chg="del">
          <ac:chgData name="翟 锐" userId="fef11181f709266a" providerId="LiveId" clId="{9186E0CD-109D-47DE-8883-49F901FD74B3}" dt="2020-08-11T15:53:04.446" v="776" actId="21"/>
          <ac:spMkLst>
            <pc:docMk/>
            <pc:sldMk cId="1254149623" sldId="518"/>
            <ac:spMk id="3" creationId="{00000000-0000-0000-0000-000000000000}"/>
          </ac:spMkLst>
        </pc:spChg>
        <pc:spChg chg="del">
          <ac:chgData name="翟 锐" userId="fef11181f709266a" providerId="LiveId" clId="{9186E0CD-109D-47DE-8883-49F901FD74B3}" dt="2020-08-11T15:53:04.446" v="776" actId="21"/>
          <ac:spMkLst>
            <pc:docMk/>
            <pc:sldMk cId="1254149623" sldId="518"/>
            <ac:spMk id="4" creationId="{08A48A48-ACC2-4E57-8F30-01764BB918B2}"/>
          </ac:spMkLst>
        </pc:spChg>
        <pc:spChg chg="del">
          <ac:chgData name="翟 锐" userId="fef11181f709266a" providerId="LiveId" clId="{9186E0CD-109D-47DE-8883-49F901FD74B3}" dt="2020-08-11T15:53:04.446" v="776" actId="21"/>
          <ac:spMkLst>
            <pc:docMk/>
            <pc:sldMk cId="1254149623" sldId="518"/>
            <ac:spMk id="5" creationId="{EDBD2158-FEC8-4AA6-96B7-CB94FC444380}"/>
          </ac:spMkLst>
        </pc:spChg>
        <pc:spChg chg="del">
          <ac:chgData name="翟 锐" userId="fef11181f709266a" providerId="LiveId" clId="{9186E0CD-109D-47DE-8883-49F901FD74B3}" dt="2020-08-11T15:53:04.446" v="776" actId="21"/>
          <ac:spMkLst>
            <pc:docMk/>
            <pc:sldMk cId="1254149623" sldId="518"/>
            <ac:spMk id="8" creationId="{BC05352D-EC79-4112-A339-2DFDAC29EEA3}"/>
          </ac:spMkLst>
        </pc:spChg>
        <pc:spChg chg="del">
          <ac:chgData name="翟 锐" userId="fef11181f709266a" providerId="LiveId" clId="{9186E0CD-109D-47DE-8883-49F901FD74B3}" dt="2020-08-11T15:53:04.446" v="776" actId="21"/>
          <ac:spMkLst>
            <pc:docMk/>
            <pc:sldMk cId="1254149623" sldId="518"/>
            <ac:spMk id="10" creationId="{93B511C8-004C-4F03-8147-DC54884DA99C}"/>
          </ac:spMkLst>
        </pc:spChg>
      </pc:sldChg>
      <pc:sldChg chg="delSp modSp del mod delAnim">
        <pc:chgData name="翟 锐" userId="fef11181f709266a" providerId="LiveId" clId="{9186E0CD-109D-47DE-8883-49F901FD74B3}" dt="2020-08-11T16:17:10.530" v="1131" actId="47"/>
        <pc:sldMkLst>
          <pc:docMk/>
          <pc:sldMk cId="518264446" sldId="519"/>
        </pc:sldMkLst>
        <pc:spChg chg="del">
          <ac:chgData name="翟 锐" userId="fef11181f709266a" providerId="LiveId" clId="{9186E0CD-109D-47DE-8883-49F901FD74B3}" dt="2020-08-11T16:17:00.987" v="1127" actId="478"/>
          <ac:spMkLst>
            <pc:docMk/>
            <pc:sldMk cId="518264446" sldId="519"/>
            <ac:spMk id="2" creationId="{00000000-0000-0000-0000-000000000000}"/>
          </ac:spMkLst>
        </pc:spChg>
        <pc:spChg chg="del">
          <ac:chgData name="翟 锐" userId="fef11181f709266a" providerId="LiveId" clId="{9186E0CD-109D-47DE-8883-49F901FD74B3}" dt="2020-08-11T16:17:03.151" v="1128" actId="21"/>
          <ac:spMkLst>
            <pc:docMk/>
            <pc:sldMk cId="518264446" sldId="519"/>
            <ac:spMk id="3" creationId="{00000000-0000-0000-0000-000000000000}"/>
          </ac:spMkLst>
        </pc:spChg>
        <pc:spChg chg="del">
          <ac:chgData name="翟 锐" userId="fef11181f709266a" providerId="LiveId" clId="{9186E0CD-109D-47DE-8883-49F901FD74B3}" dt="2020-08-11T16:17:03.151" v="1128" actId="21"/>
          <ac:spMkLst>
            <pc:docMk/>
            <pc:sldMk cId="518264446" sldId="519"/>
            <ac:spMk id="11" creationId="{00000000-0000-0000-0000-000000000000}"/>
          </ac:spMkLst>
        </pc:spChg>
        <pc:spChg chg="del">
          <ac:chgData name="翟 锐" userId="fef11181f709266a" providerId="LiveId" clId="{9186E0CD-109D-47DE-8883-49F901FD74B3}" dt="2020-08-11T16:17:03.151" v="1128" actId="21"/>
          <ac:spMkLst>
            <pc:docMk/>
            <pc:sldMk cId="518264446" sldId="519"/>
            <ac:spMk id="14" creationId="{00000000-0000-0000-0000-000000000000}"/>
          </ac:spMkLst>
        </pc:spChg>
        <pc:spChg chg="del mod">
          <ac:chgData name="翟 锐" userId="fef11181f709266a" providerId="LiveId" clId="{9186E0CD-109D-47DE-8883-49F901FD74B3}" dt="2020-08-11T16:17:03.151" v="1128" actId="21"/>
          <ac:spMkLst>
            <pc:docMk/>
            <pc:sldMk cId="518264446" sldId="519"/>
            <ac:spMk id="15" creationId="{00000000-0000-0000-0000-000000000000}"/>
          </ac:spMkLst>
        </pc:spChg>
        <pc:spChg chg="del">
          <ac:chgData name="翟 锐" userId="fef11181f709266a" providerId="LiveId" clId="{9186E0CD-109D-47DE-8883-49F901FD74B3}" dt="2020-08-11T16:17:03.151" v="1128" actId="21"/>
          <ac:spMkLst>
            <pc:docMk/>
            <pc:sldMk cId="518264446" sldId="519"/>
            <ac:spMk id="17" creationId="{00000000-0000-0000-0000-000000000000}"/>
          </ac:spMkLst>
        </pc:spChg>
      </pc:sldChg>
      <pc:sldChg chg="delSp modSp del mod delAnim">
        <pc:chgData name="翟 锐" userId="fef11181f709266a" providerId="LiveId" clId="{9186E0CD-109D-47DE-8883-49F901FD74B3}" dt="2020-08-11T16:17:33.098" v="1143" actId="47"/>
        <pc:sldMkLst>
          <pc:docMk/>
          <pc:sldMk cId="692279094" sldId="520"/>
        </pc:sldMkLst>
        <pc:spChg chg="del mod">
          <ac:chgData name="翟 锐" userId="fef11181f709266a" providerId="LiveId" clId="{9186E0CD-109D-47DE-8883-49F901FD74B3}" dt="2020-08-11T16:17:13.926" v="1134"/>
          <ac:spMkLst>
            <pc:docMk/>
            <pc:sldMk cId="692279094" sldId="520"/>
            <ac:spMk id="2" creationId="{00000000-0000-0000-0000-000000000000}"/>
          </ac:spMkLst>
        </pc:spChg>
        <pc:spChg chg="del">
          <ac:chgData name="翟 锐" userId="fef11181f709266a" providerId="LiveId" clId="{9186E0CD-109D-47DE-8883-49F901FD74B3}" dt="2020-08-11T16:17:27.248" v="1140" actId="21"/>
          <ac:spMkLst>
            <pc:docMk/>
            <pc:sldMk cId="692279094" sldId="520"/>
            <ac:spMk id="3" creationId="{00000000-0000-0000-0000-000000000000}"/>
          </ac:spMkLst>
        </pc:spChg>
        <pc:spChg chg="del">
          <ac:chgData name="翟 锐" userId="fef11181f709266a" providerId="LiveId" clId="{9186E0CD-109D-47DE-8883-49F901FD74B3}" dt="2020-08-11T16:17:27.248" v="1140" actId="21"/>
          <ac:spMkLst>
            <pc:docMk/>
            <pc:sldMk cId="692279094" sldId="520"/>
            <ac:spMk id="14" creationId="{00000000-0000-0000-0000-000000000000}"/>
          </ac:spMkLst>
        </pc:spChg>
        <pc:spChg chg="del mod">
          <ac:chgData name="翟 锐" userId="fef11181f709266a" providerId="LiveId" clId="{9186E0CD-109D-47DE-8883-49F901FD74B3}" dt="2020-08-11T16:17:27.248" v="1140" actId="21"/>
          <ac:spMkLst>
            <pc:docMk/>
            <pc:sldMk cId="692279094" sldId="520"/>
            <ac:spMk id="15" creationId="{00000000-0000-0000-0000-000000000000}"/>
          </ac:spMkLst>
        </pc:spChg>
      </pc:sldChg>
      <pc:sldChg chg="delSp modSp add mod delAnim modAnim">
        <pc:chgData name="翟 锐" userId="fef11181f709266a" providerId="LiveId" clId="{9186E0CD-109D-47DE-8883-49F901FD74B3}" dt="2020-08-11T07:43:06.476" v="649"/>
        <pc:sldMkLst>
          <pc:docMk/>
          <pc:sldMk cId="126446515" sldId="521"/>
        </pc:sldMkLst>
        <pc:spChg chg="mod">
          <ac:chgData name="翟 锐" userId="fef11181f709266a" providerId="LiveId" clId="{9186E0CD-109D-47DE-8883-49F901FD74B3}" dt="2020-08-11T07:43:06.476" v="649"/>
          <ac:spMkLst>
            <pc:docMk/>
            <pc:sldMk cId="126446515" sldId="521"/>
            <ac:spMk id="2" creationId="{00000000-0000-0000-0000-000000000000}"/>
          </ac:spMkLst>
        </pc:spChg>
        <pc:spChg chg="del">
          <ac:chgData name="翟 锐" userId="fef11181f709266a" providerId="LiveId" clId="{9186E0CD-109D-47DE-8883-49F901FD74B3}" dt="2020-08-11T07:33:53.759" v="108" actId="478"/>
          <ac:spMkLst>
            <pc:docMk/>
            <pc:sldMk cId="126446515" sldId="521"/>
            <ac:spMk id="15" creationId="{00000000-0000-0000-0000-000000000000}"/>
          </ac:spMkLst>
        </pc:spChg>
        <pc:spChg chg="del">
          <ac:chgData name="翟 锐" userId="fef11181f709266a" providerId="LiveId" clId="{9186E0CD-109D-47DE-8883-49F901FD74B3}" dt="2020-08-11T07:33:53.759" v="108" actId="478"/>
          <ac:spMkLst>
            <pc:docMk/>
            <pc:sldMk cId="126446515" sldId="521"/>
            <ac:spMk id="16" creationId="{00000000-0000-0000-0000-000000000000}"/>
          </ac:spMkLst>
        </pc:spChg>
        <pc:spChg chg="del">
          <ac:chgData name="翟 锐" userId="fef11181f709266a" providerId="LiveId" clId="{9186E0CD-109D-47DE-8883-49F901FD74B3}" dt="2020-08-11T07:33:53.759" v="108" actId="478"/>
          <ac:spMkLst>
            <pc:docMk/>
            <pc:sldMk cId="126446515" sldId="521"/>
            <ac:spMk id="17" creationId="{00000000-0000-0000-0000-000000000000}"/>
          </ac:spMkLst>
        </pc:spChg>
        <pc:spChg chg="del">
          <ac:chgData name="翟 锐" userId="fef11181f709266a" providerId="LiveId" clId="{9186E0CD-109D-47DE-8883-49F901FD74B3}" dt="2020-08-11T07:33:53.759" v="108" actId="478"/>
          <ac:spMkLst>
            <pc:docMk/>
            <pc:sldMk cId="126446515" sldId="521"/>
            <ac:spMk id="18" creationId="{00000000-0000-0000-0000-000000000000}"/>
          </ac:spMkLst>
        </pc:spChg>
        <pc:spChg chg="del">
          <ac:chgData name="翟 锐" userId="fef11181f709266a" providerId="LiveId" clId="{9186E0CD-109D-47DE-8883-49F901FD74B3}" dt="2020-08-11T07:33:53.759" v="108" actId="478"/>
          <ac:spMkLst>
            <pc:docMk/>
            <pc:sldMk cId="126446515" sldId="521"/>
            <ac:spMk id="24" creationId="{00000000-0000-0000-0000-000000000000}"/>
          </ac:spMkLst>
        </pc:spChg>
        <pc:spChg chg="del">
          <ac:chgData name="翟 锐" userId="fef11181f709266a" providerId="LiveId" clId="{9186E0CD-109D-47DE-8883-49F901FD74B3}" dt="2020-08-11T07:33:53.759" v="108" actId="478"/>
          <ac:spMkLst>
            <pc:docMk/>
            <pc:sldMk cId="126446515" sldId="521"/>
            <ac:spMk id="25" creationId="{00000000-0000-0000-0000-000000000000}"/>
          </ac:spMkLst>
        </pc:spChg>
        <pc:spChg chg="del">
          <ac:chgData name="翟 锐" userId="fef11181f709266a" providerId="LiveId" clId="{9186E0CD-109D-47DE-8883-49F901FD74B3}" dt="2020-08-11T07:33:53.759" v="108" actId="478"/>
          <ac:spMkLst>
            <pc:docMk/>
            <pc:sldMk cId="126446515" sldId="521"/>
            <ac:spMk id="26" creationId="{00000000-0000-0000-0000-000000000000}"/>
          </ac:spMkLst>
        </pc:spChg>
        <pc:spChg chg="del">
          <ac:chgData name="翟 锐" userId="fef11181f709266a" providerId="LiveId" clId="{9186E0CD-109D-47DE-8883-49F901FD74B3}" dt="2020-08-11T07:33:53.759" v="108" actId="478"/>
          <ac:spMkLst>
            <pc:docMk/>
            <pc:sldMk cId="126446515" sldId="521"/>
            <ac:spMk id="27" creationId="{00000000-0000-0000-0000-000000000000}"/>
          </ac:spMkLst>
        </pc:spChg>
        <pc:spChg chg="del">
          <ac:chgData name="翟 锐" userId="fef11181f709266a" providerId="LiveId" clId="{9186E0CD-109D-47DE-8883-49F901FD74B3}" dt="2020-08-11T07:33:53.759" v="108" actId="478"/>
          <ac:spMkLst>
            <pc:docMk/>
            <pc:sldMk cId="126446515" sldId="521"/>
            <ac:spMk id="28" creationId="{00000000-0000-0000-0000-000000000000}"/>
          </ac:spMkLst>
        </pc:spChg>
        <pc:spChg chg="del">
          <ac:chgData name="翟 锐" userId="fef11181f709266a" providerId="LiveId" clId="{9186E0CD-109D-47DE-8883-49F901FD74B3}" dt="2020-08-11T07:33:53.759" v="108" actId="478"/>
          <ac:spMkLst>
            <pc:docMk/>
            <pc:sldMk cId="126446515" sldId="521"/>
            <ac:spMk id="30" creationId="{00000000-0000-0000-0000-000000000000}"/>
          </ac:spMkLst>
        </pc:spChg>
      </pc:sldChg>
      <pc:sldChg chg="delSp modSp add del mod addAnim delAnim modAnim">
        <pc:chgData name="翟 锐" userId="fef11181f709266a" providerId="LiveId" clId="{9186E0CD-109D-47DE-8883-49F901FD74B3}" dt="2020-08-11T07:42:29.985" v="620" actId="47"/>
        <pc:sldMkLst>
          <pc:docMk/>
          <pc:sldMk cId="2471176566" sldId="522"/>
        </pc:sldMkLst>
        <pc:spChg chg="mod">
          <ac:chgData name="翟 锐" userId="fef11181f709266a" providerId="LiveId" clId="{9186E0CD-109D-47DE-8883-49F901FD74B3}" dt="2020-08-11T07:37:10.814" v="517"/>
          <ac:spMkLst>
            <pc:docMk/>
            <pc:sldMk cId="2471176566" sldId="522"/>
            <ac:spMk id="35" creationId="{00000000-0000-0000-0000-000000000000}"/>
          </ac:spMkLst>
        </pc:spChg>
        <pc:spChg chg="del mod">
          <ac:chgData name="翟 锐" userId="fef11181f709266a" providerId="LiveId" clId="{9186E0CD-109D-47DE-8883-49F901FD74B3}" dt="2020-08-11T07:42:16.051" v="616" actId="21"/>
          <ac:spMkLst>
            <pc:docMk/>
            <pc:sldMk cId="2471176566" sldId="522"/>
            <ac:spMk id="6153" creationId="{00000000-0000-0000-0000-000000000000}"/>
          </ac:spMkLst>
        </pc:spChg>
        <pc:graphicFrameChg chg="del">
          <ac:chgData name="翟 锐" userId="fef11181f709266a" providerId="LiveId" clId="{9186E0CD-109D-47DE-8883-49F901FD74B3}" dt="2020-08-11T07:37:32.952" v="535" actId="478"/>
          <ac:graphicFrameMkLst>
            <pc:docMk/>
            <pc:sldMk cId="2471176566" sldId="522"/>
            <ac:graphicFrameMk id="3" creationId="{00000000-0000-0000-0000-000000000000}"/>
          </ac:graphicFrameMkLst>
        </pc:graphicFrameChg>
      </pc:sldChg>
      <pc:sldChg chg="addSp delSp modSp add mod delAnim modAnim">
        <pc:chgData name="翟 锐" userId="fef11181f709266a" providerId="LiveId" clId="{9186E0CD-109D-47DE-8883-49F901FD74B3}" dt="2020-08-11T07:40:43.255" v="596" actId="1076"/>
        <pc:sldMkLst>
          <pc:docMk/>
          <pc:sldMk cId="2564856266" sldId="523"/>
        </pc:sldMkLst>
        <pc:spChg chg="mod">
          <ac:chgData name="翟 锐" userId="fef11181f709266a" providerId="LiveId" clId="{9186E0CD-109D-47DE-8883-49F901FD74B3}" dt="2020-08-11T07:37:51.204" v="538"/>
          <ac:spMkLst>
            <pc:docMk/>
            <pc:sldMk cId="2564856266" sldId="523"/>
            <ac:spMk id="7" creationId="{E28CD7F7-A868-41BE-A1AC-FFF14407A8AC}"/>
          </ac:spMkLst>
        </pc:spChg>
        <pc:spChg chg="mod">
          <ac:chgData name="翟 锐" userId="fef11181f709266a" providerId="LiveId" clId="{9186E0CD-109D-47DE-8883-49F901FD74B3}" dt="2020-08-11T07:37:51.204" v="538"/>
          <ac:spMkLst>
            <pc:docMk/>
            <pc:sldMk cId="2564856266" sldId="523"/>
            <ac:spMk id="8" creationId="{3873F4C8-A015-4D56-8BD3-76F99AE0CCFB}"/>
          </ac:spMkLst>
        </pc:spChg>
        <pc:spChg chg="mod">
          <ac:chgData name="翟 锐" userId="fef11181f709266a" providerId="LiveId" clId="{9186E0CD-109D-47DE-8883-49F901FD74B3}" dt="2020-08-11T07:37:51.204" v="538"/>
          <ac:spMkLst>
            <pc:docMk/>
            <pc:sldMk cId="2564856266" sldId="523"/>
            <ac:spMk id="9" creationId="{3C146FE2-C339-444D-AE2A-0D2BABCA7752}"/>
          </ac:spMkLst>
        </pc:spChg>
        <pc:spChg chg="mod">
          <ac:chgData name="翟 锐" userId="fef11181f709266a" providerId="LiveId" clId="{9186E0CD-109D-47DE-8883-49F901FD74B3}" dt="2020-08-11T07:37:51.204" v="538"/>
          <ac:spMkLst>
            <pc:docMk/>
            <pc:sldMk cId="2564856266" sldId="523"/>
            <ac:spMk id="12" creationId="{6C3CB73F-B902-4C06-A93D-8FCAE8E9677D}"/>
          </ac:spMkLst>
        </pc:spChg>
        <pc:spChg chg="mod">
          <ac:chgData name="翟 锐" userId="fef11181f709266a" providerId="LiveId" clId="{9186E0CD-109D-47DE-8883-49F901FD74B3}" dt="2020-08-11T07:37:53.769" v="541"/>
          <ac:spMkLst>
            <pc:docMk/>
            <pc:sldMk cId="2564856266" sldId="523"/>
            <ac:spMk id="15" creationId="{334BB652-AB0A-4959-9F8B-DAD5AC0EDE24}"/>
          </ac:spMkLst>
        </pc:spChg>
        <pc:spChg chg="mod">
          <ac:chgData name="翟 锐" userId="fef11181f709266a" providerId="LiveId" clId="{9186E0CD-109D-47DE-8883-49F901FD74B3}" dt="2020-08-11T07:37:53.769" v="541"/>
          <ac:spMkLst>
            <pc:docMk/>
            <pc:sldMk cId="2564856266" sldId="523"/>
            <ac:spMk id="16" creationId="{BCDF4F6C-FFC6-46EA-8FF3-14C3713113A0}"/>
          </ac:spMkLst>
        </pc:spChg>
        <pc:spChg chg="mod">
          <ac:chgData name="翟 锐" userId="fef11181f709266a" providerId="LiveId" clId="{9186E0CD-109D-47DE-8883-49F901FD74B3}" dt="2020-08-11T07:37:53.769" v="541"/>
          <ac:spMkLst>
            <pc:docMk/>
            <pc:sldMk cId="2564856266" sldId="523"/>
            <ac:spMk id="17" creationId="{A804A3E9-AD7C-4C88-B6C2-3AD00EA6D66F}"/>
          </ac:spMkLst>
        </pc:spChg>
        <pc:spChg chg="mod">
          <ac:chgData name="翟 锐" userId="fef11181f709266a" providerId="LiveId" clId="{9186E0CD-109D-47DE-8883-49F901FD74B3}" dt="2020-08-11T07:37:53.769" v="541"/>
          <ac:spMkLst>
            <pc:docMk/>
            <pc:sldMk cId="2564856266" sldId="523"/>
            <ac:spMk id="20" creationId="{48D4DAC0-3FFA-40C1-AD0B-F854C5F6B1D6}"/>
          </ac:spMkLst>
        </pc:spChg>
        <pc:spChg chg="mod">
          <ac:chgData name="翟 锐" userId="fef11181f709266a" providerId="LiveId" clId="{9186E0CD-109D-47DE-8883-49F901FD74B3}" dt="2020-08-11T07:38:03.553" v="544" actId="6549"/>
          <ac:spMkLst>
            <pc:docMk/>
            <pc:sldMk cId="2564856266" sldId="523"/>
            <ac:spMk id="35" creationId="{00000000-0000-0000-0000-000000000000}"/>
          </ac:spMkLst>
        </pc:spChg>
        <pc:spChg chg="del mod">
          <ac:chgData name="翟 锐" userId="fef11181f709266a" providerId="LiveId" clId="{9186E0CD-109D-47DE-8883-49F901FD74B3}" dt="2020-08-11T07:37:57.962" v="543"/>
          <ac:spMkLst>
            <pc:docMk/>
            <pc:sldMk cId="2564856266" sldId="523"/>
            <ac:spMk id="6153" creationId="{00000000-0000-0000-0000-000000000000}"/>
          </ac:spMkLst>
        </pc:spChg>
        <pc:grpChg chg="add del mod">
          <ac:chgData name="翟 锐" userId="fef11181f709266a" providerId="LiveId" clId="{9186E0CD-109D-47DE-8883-49F901FD74B3}" dt="2020-08-11T07:37:51.853" v="539"/>
          <ac:grpSpMkLst>
            <pc:docMk/>
            <pc:sldMk cId="2564856266" sldId="523"/>
            <ac:grpSpMk id="6" creationId="{F487AD8D-F3A4-4FD4-98A3-ED14E1283FFC}"/>
          </ac:grpSpMkLst>
        </pc:grpChg>
        <pc:grpChg chg="add mod">
          <ac:chgData name="翟 锐" userId="fef11181f709266a" providerId="LiveId" clId="{9186E0CD-109D-47DE-8883-49F901FD74B3}" dt="2020-08-11T07:40:43.255" v="596" actId="1076"/>
          <ac:grpSpMkLst>
            <pc:docMk/>
            <pc:sldMk cId="2564856266" sldId="523"/>
            <ac:grpSpMk id="14" creationId="{558E8959-AC0F-4CE1-8976-5871DE6269FA}"/>
          </ac:grpSpMkLst>
        </pc:grpChg>
        <pc:cxnChg chg="mod">
          <ac:chgData name="翟 锐" userId="fef11181f709266a" providerId="LiveId" clId="{9186E0CD-109D-47DE-8883-49F901FD74B3}" dt="2020-08-11T07:37:51.204" v="538"/>
          <ac:cxnSpMkLst>
            <pc:docMk/>
            <pc:sldMk cId="2564856266" sldId="523"/>
            <ac:cxnSpMk id="10" creationId="{69CF98D1-118F-4512-8355-4B64FBBE5C55}"/>
          </ac:cxnSpMkLst>
        </pc:cxnChg>
        <pc:cxnChg chg="mod">
          <ac:chgData name="翟 锐" userId="fef11181f709266a" providerId="LiveId" clId="{9186E0CD-109D-47DE-8883-49F901FD74B3}" dt="2020-08-11T07:37:51.204" v="538"/>
          <ac:cxnSpMkLst>
            <pc:docMk/>
            <pc:sldMk cId="2564856266" sldId="523"/>
            <ac:cxnSpMk id="11" creationId="{A5773B09-E267-4B4E-8B89-2BD735AA8F9E}"/>
          </ac:cxnSpMkLst>
        </pc:cxnChg>
        <pc:cxnChg chg="mod">
          <ac:chgData name="翟 锐" userId="fef11181f709266a" providerId="LiveId" clId="{9186E0CD-109D-47DE-8883-49F901FD74B3}" dt="2020-08-11T07:37:51.204" v="538"/>
          <ac:cxnSpMkLst>
            <pc:docMk/>
            <pc:sldMk cId="2564856266" sldId="523"/>
            <ac:cxnSpMk id="13" creationId="{4E08240E-CE52-4136-89F0-1357A916BBDD}"/>
          </ac:cxnSpMkLst>
        </pc:cxnChg>
        <pc:cxnChg chg="mod">
          <ac:chgData name="翟 锐" userId="fef11181f709266a" providerId="LiveId" clId="{9186E0CD-109D-47DE-8883-49F901FD74B3}" dt="2020-08-11T07:37:53.769" v="541"/>
          <ac:cxnSpMkLst>
            <pc:docMk/>
            <pc:sldMk cId="2564856266" sldId="523"/>
            <ac:cxnSpMk id="18" creationId="{6E124403-DBE0-4CDF-86CA-0FC3AFD1DA30}"/>
          </ac:cxnSpMkLst>
        </pc:cxnChg>
        <pc:cxnChg chg="mod">
          <ac:chgData name="翟 锐" userId="fef11181f709266a" providerId="LiveId" clId="{9186E0CD-109D-47DE-8883-49F901FD74B3}" dt="2020-08-11T07:37:53.769" v="541"/>
          <ac:cxnSpMkLst>
            <pc:docMk/>
            <pc:sldMk cId="2564856266" sldId="523"/>
            <ac:cxnSpMk id="19" creationId="{27C8ADA0-7DFC-486A-BE74-AAD0C58753C9}"/>
          </ac:cxnSpMkLst>
        </pc:cxnChg>
        <pc:cxnChg chg="mod">
          <ac:chgData name="翟 锐" userId="fef11181f709266a" providerId="LiveId" clId="{9186E0CD-109D-47DE-8883-49F901FD74B3}" dt="2020-08-11T07:37:53.769" v="541"/>
          <ac:cxnSpMkLst>
            <pc:docMk/>
            <pc:sldMk cId="2564856266" sldId="523"/>
            <ac:cxnSpMk id="21" creationId="{F3B89A50-462D-43A6-919B-FD134E0EBD82}"/>
          </ac:cxnSpMkLst>
        </pc:cxnChg>
      </pc:sldChg>
      <pc:sldChg chg="add del">
        <pc:chgData name="翟 锐" userId="fef11181f709266a" providerId="LiveId" clId="{9186E0CD-109D-47DE-8883-49F901FD74B3}" dt="2020-08-11T07:38:20.585" v="546"/>
        <pc:sldMkLst>
          <pc:docMk/>
          <pc:sldMk cId="750536598" sldId="524"/>
        </pc:sldMkLst>
      </pc:sldChg>
      <pc:sldChg chg="addSp delSp modSp add mod modAnim">
        <pc:chgData name="翟 锐" userId="fef11181f709266a" providerId="LiveId" clId="{9186E0CD-109D-47DE-8883-49F901FD74B3}" dt="2020-08-11T07:40:48.885" v="597" actId="6549"/>
        <pc:sldMkLst>
          <pc:docMk/>
          <pc:sldMk cId="3798856873" sldId="524"/>
        </pc:sldMkLst>
        <pc:spChg chg="mod">
          <ac:chgData name="翟 锐" userId="fef11181f709266a" providerId="LiveId" clId="{9186E0CD-109D-47DE-8883-49F901FD74B3}" dt="2020-08-11T07:39:07.344" v="559"/>
          <ac:spMkLst>
            <pc:docMk/>
            <pc:sldMk cId="3798856873" sldId="524"/>
            <ac:spMk id="7" creationId="{08FDA424-B7C1-476F-A0A8-02F5CB984DC0}"/>
          </ac:spMkLst>
        </pc:spChg>
        <pc:spChg chg="mod">
          <ac:chgData name="翟 锐" userId="fef11181f709266a" providerId="LiveId" clId="{9186E0CD-109D-47DE-8883-49F901FD74B3}" dt="2020-08-11T07:39:07.344" v="559"/>
          <ac:spMkLst>
            <pc:docMk/>
            <pc:sldMk cId="3798856873" sldId="524"/>
            <ac:spMk id="8" creationId="{88BEED62-C89E-404B-AF35-5BC1112D830D}"/>
          </ac:spMkLst>
        </pc:spChg>
        <pc:spChg chg="mod">
          <ac:chgData name="翟 锐" userId="fef11181f709266a" providerId="LiveId" clId="{9186E0CD-109D-47DE-8883-49F901FD74B3}" dt="2020-08-11T07:39:07.344" v="559"/>
          <ac:spMkLst>
            <pc:docMk/>
            <pc:sldMk cId="3798856873" sldId="524"/>
            <ac:spMk id="9" creationId="{34E6B9C3-A04B-4E48-ABEF-F98F1101248C}"/>
          </ac:spMkLst>
        </pc:spChg>
        <pc:spChg chg="mod">
          <ac:chgData name="翟 锐" userId="fef11181f709266a" providerId="LiveId" clId="{9186E0CD-109D-47DE-8883-49F901FD74B3}" dt="2020-08-11T07:39:07.344" v="559"/>
          <ac:spMkLst>
            <pc:docMk/>
            <pc:sldMk cId="3798856873" sldId="524"/>
            <ac:spMk id="10" creationId="{F6133837-92C2-4BD2-B22B-DBAFD818DC1E}"/>
          </ac:spMkLst>
        </pc:spChg>
        <pc:spChg chg="add mod">
          <ac:chgData name="翟 锐" userId="fef11181f709266a" providerId="LiveId" clId="{9186E0CD-109D-47DE-8883-49F901FD74B3}" dt="2020-08-11T07:40:22.137" v="591" actId="1076"/>
          <ac:spMkLst>
            <pc:docMk/>
            <pc:sldMk cId="3798856873" sldId="524"/>
            <ac:spMk id="15" creationId="{96E4F941-CE12-4333-8AD6-F91BEA25ACDA}"/>
          </ac:spMkLst>
        </pc:spChg>
        <pc:spChg chg="add mod">
          <ac:chgData name="翟 锐" userId="fef11181f709266a" providerId="LiveId" clId="{9186E0CD-109D-47DE-8883-49F901FD74B3}" dt="2020-08-11T07:40:22.137" v="591" actId="1076"/>
          <ac:spMkLst>
            <pc:docMk/>
            <pc:sldMk cId="3798856873" sldId="524"/>
            <ac:spMk id="16" creationId="{09BEF1F9-707F-46CB-8BDD-5A5E76AC182A}"/>
          </ac:spMkLst>
        </pc:spChg>
        <pc:spChg chg="add mod">
          <ac:chgData name="翟 锐" userId="fef11181f709266a" providerId="LiveId" clId="{9186E0CD-109D-47DE-8883-49F901FD74B3}" dt="2020-08-11T07:40:22.137" v="591" actId="1076"/>
          <ac:spMkLst>
            <pc:docMk/>
            <pc:sldMk cId="3798856873" sldId="524"/>
            <ac:spMk id="17" creationId="{3ACED74C-0CC1-49B4-BC2C-5F25B8E1CD7C}"/>
          </ac:spMkLst>
        </pc:spChg>
        <pc:spChg chg="add mod">
          <ac:chgData name="翟 锐" userId="fef11181f709266a" providerId="LiveId" clId="{9186E0CD-109D-47DE-8883-49F901FD74B3}" dt="2020-08-11T07:40:22.137" v="591" actId="1076"/>
          <ac:spMkLst>
            <pc:docMk/>
            <pc:sldMk cId="3798856873" sldId="524"/>
            <ac:spMk id="18" creationId="{A48981F7-B92E-446F-964D-C7C718E6EFA3}"/>
          </ac:spMkLst>
        </pc:spChg>
        <pc:spChg chg="add mod">
          <ac:chgData name="翟 锐" userId="fef11181f709266a" providerId="LiveId" clId="{9186E0CD-109D-47DE-8883-49F901FD74B3}" dt="2020-08-11T07:40:22.137" v="591" actId="1076"/>
          <ac:spMkLst>
            <pc:docMk/>
            <pc:sldMk cId="3798856873" sldId="524"/>
            <ac:spMk id="19" creationId="{A530C506-9AB1-4C20-A5B2-130AE912ED15}"/>
          </ac:spMkLst>
        </pc:spChg>
        <pc:spChg chg="mod">
          <ac:chgData name="翟 锐" userId="fef11181f709266a" providerId="LiveId" clId="{9186E0CD-109D-47DE-8883-49F901FD74B3}" dt="2020-08-11T07:40:48.885" v="597" actId="6549"/>
          <ac:spMkLst>
            <pc:docMk/>
            <pc:sldMk cId="3798856873" sldId="524"/>
            <ac:spMk id="35" creationId="{00000000-0000-0000-0000-000000000000}"/>
          </ac:spMkLst>
        </pc:spChg>
        <pc:spChg chg="del mod">
          <ac:chgData name="翟 锐" userId="fef11181f709266a" providerId="LiveId" clId="{9186E0CD-109D-47DE-8883-49F901FD74B3}" dt="2020-08-11T07:40:09.868" v="589" actId="478"/>
          <ac:spMkLst>
            <pc:docMk/>
            <pc:sldMk cId="3798856873" sldId="524"/>
            <ac:spMk id="6153" creationId="{00000000-0000-0000-0000-000000000000}"/>
          </ac:spMkLst>
        </pc:spChg>
        <pc:grpChg chg="add del mod">
          <ac:chgData name="翟 锐" userId="fef11181f709266a" providerId="LiveId" clId="{9186E0CD-109D-47DE-8883-49F901FD74B3}" dt="2020-08-11T07:39:17.400" v="562"/>
          <ac:grpSpMkLst>
            <pc:docMk/>
            <pc:sldMk cId="3798856873" sldId="524"/>
            <ac:grpSpMk id="6" creationId="{79AA6AB5-92B6-4521-A976-AF329DD293AC}"/>
          </ac:grpSpMkLst>
        </pc:grpChg>
        <pc:cxnChg chg="mod">
          <ac:chgData name="翟 锐" userId="fef11181f709266a" providerId="LiveId" clId="{9186E0CD-109D-47DE-8883-49F901FD74B3}" dt="2020-08-11T07:39:07.344" v="559"/>
          <ac:cxnSpMkLst>
            <pc:docMk/>
            <pc:sldMk cId="3798856873" sldId="524"/>
            <ac:cxnSpMk id="11" creationId="{DFF15780-E6C0-4ED6-8690-89276B6B5C46}"/>
          </ac:cxnSpMkLst>
        </pc:cxnChg>
        <pc:cxnChg chg="mod">
          <ac:chgData name="翟 锐" userId="fef11181f709266a" providerId="LiveId" clId="{9186E0CD-109D-47DE-8883-49F901FD74B3}" dt="2020-08-11T07:39:07.344" v="559"/>
          <ac:cxnSpMkLst>
            <pc:docMk/>
            <pc:sldMk cId="3798856873" sldId="524"/>
            <ac:cxnSpMk id="12" creationId="{BF7F1788-37DA-4B65-BCAF-6A02368C7961}"/>
          </ac:cxnSpMkLst>
        </pc:cxnChg>
        <pc:cxnChg chg="mod">
          <ac:chgData name="翟 锐" userId="fef11181f709266a" providerId="LiveId" clId="{9186E0CD-109D-47DE-8883-49F901FD74B3}" dt="2020-08-11T07:39:07.344" v="559"/>
          <ac:cxnSpMkLst>
            <pc:docMk/>
            <pc:sldMk cId="3798856873" sldId="524"/>
            <ac:cxnSpMk id="13" creationId="{FA0375B3-BC5E-4CC3-B3A1-AA60ACE2AD3E}"/>
          </ac:cxnSpMkLst>
        </pc:cxnChg>
        <pc:cxnChg chg="mod">
          <ac:chgData name="翟 锐" userId="fef11181f709266a" providerId="LiveId" clId="{9186E0CD-109D-47DE-8883-49F901FD74B3}" dt="2020-08-11T07:39:07.344" v="559"/>
          <ac:cxnSpMkLst>
            <pc:docMk/>
            <pc:sldMk cId="3798856873" sldId="524"/>
            <ac:cxnSpMk id="14" creationId="{B017B143-68B2-410D-BFAC-3A3E127F3ADD}"/>
          </ac:cxnSpMkLst>
        </pc:cxnChg>
        <pc:cxnChg chg="add mod">
          <ac:chgData name="翟 锐" userId="fef11181f709266a" providerId="LiveId" clId="{9186E0CD-109D-47DE-8883-49F901FD74B3}" dt="2020-08-11T07:40:22.137" v="591" actId="1076"/>
          <ac:cxnSpMkLst>
            <pc:docMk/>
            <pc:sldMk cId="3798856873" sldId="524"/>
            <ac:cxnSpMk id="20" creationId="{91B42AB8-2222-40AA-BD9A-F88ACE31A017}"/>
          </ac:cxnSpMkLst>
        </pc:cxnChg>
        <pc:cxnChg chg="add mod">
          <ac:chgData name="翟 锐" userId="fef11181f709266a" providerId="LiveId" clId="{9186E0CD-109D-47DE-8883-49F901FD74B3}" dt="2020-08-11T07:40:22.137" v="591" actId="1076"/>
          <ac:cxnSpMkLst>
            <pc:docMk/>
            <pc:sldMk cId="3798856873" sldId="524"/>
            <ac:cxnSpMk id="21" creationId="{337A3DC7-4B5F-4CB1-84F6-94979CF4F5F4}"/>
          </ac:cxnSpMkLst>
        </pc:cxnChg>
        <pc:cxnChg chg="add mod">
          <ac:chgData name="翟 锐" userId="fef11181f709266a" providerId="LiveId" clId="{9186E0CD-109D-47DE-8883-49F901FD74B3}" dt="2020-08-11T07:40:22.137" v="591" actId="1076"/>
          <ac:cxnSpMkLst>
            <pc:docMk/>
            <pc:sldMk cId="3798856873" sldId="524"/>
            <ac:cxnSpMk id="22" creationId="{A6655F0C-8171-4497-BA04-3C7E85F3DC52}"/>
          </ac:cxnSpMkLst>
        </pc:cxnChg>
        <pc:cxnChg chg="add mod">
          <ac:chgData name="翟 锐" userId="fef11181f709266a" providerId="LiveId" clId="{9186E0CD-109D-47DE-8883-49F901FD74B3}" dt="2020-08-11T07:40:22.137" v="591" actId="1076"/>
          <ac:cxnSpMkLst>
            <pc:docMk/>
            <pc:sldMk cId="3798856873" sldId="524"/>
            <ac:cxnSpMk id="23" creationId="{6E9DCE12-9FFF-4B17-B4F0-0A17088C1FC1}"/>
          </ac:cxnSpMkLst>
        </pc:cxnChg>
      </pc:sldChg>
      <pc:sldChg chg="addSp delSp modSp add del mod">
        <pc:chgData name="翟 锐" userId="fef11181f709266a" providerId="LiveId" clId="{9186E0CD-109D-47DE-8883-49F901FD74B3}" dt="2020-08-11T07:40:00.196" v="585"/>
        <pc:sldMkLst>
          <pc:docMk/>
          <pc:sldMk cId="318237467" sldId="525"/>
        </pc:sldMkLst>
        <pc:spChg chg="mod">
          <ac:chgData name="翟 锐" userId="fef11181f709266a" providerId="LiveId" clId="{9186E0CD-109D-47DE-8883-49F901FD74B3}" dt="2020-08-11T07:39:42.196" v="572"/>
          <ac:spMkLst>
            <pc:docMk/>
            <pc:sldMk cId="318237467" sldId="525"/>
            <ac:spMk id="22" creationId="{D7121ADF-5639-4611-B9BC-192C2E9976DA}"/>
          </ac:spMkLst>
        </pc:spChg>
        <pc:spChg chg="mod">
          <ac:chgData name="翟 锐" userId="fef11181f709266a" providerId="LiveId" clId="{9186E0CD-109D-47DE-8883-49F901FD74B3}" dt="2020-08-11T07:39:42.196" v="572"/>
          <ac:spMkLst>
            <pc:docMk/>
            <pc:sldMk cId="318237467" sldId="525"/>
            <ac:spMk id="23" creationId="{CC93C28A-AFFE-4753-8AF3-1BAA0BB31C25}"/>
          </ac:spMkLst>
        </pc:spChg>
        <pc:spChg chg="mod">
          <ac:chgData name="翟 锐" userId="fef11181f709266a" providerId="LiveId" clId="{9186E0CD-109D-47DE-8883-49F901FD74B3}" dt="2020-08-11T07:39:42.196" v="572"/>
          <ac:spMkLst>
            <pc:docMk/>
            <pc:sldMk cId="318237467" sldId="525"/>
            <ac:spMk id="24" creationId="{9DFED259-BAD8-45DC-95EE-D3092EFBC75B}"/>
          </ac:spMkLst>
        </pc:spChg>
        <pc:spChg chg="mod">
          <ac:chgData name="翟 锐" userId="fef11181f709266a" providerId="LiveId" clId="{9186E0CD-109D-47DE-8883-49F901FD74B3}" dt="2020-08-11T07:39:42.196" v="572"/>
          <ac:spMkLst>
            <pc:docMk/>
            <pc:sldMk cId="318237467" sldId="525"/>
            <ac:spMk id="25" creationId="{AF05B0A9-CBC6-4A91-A8AE-3F9149C9B2A7}"/>
          </ac:spMkLst>
        </pc:spChg>
        <pc:grpChg chg="add del mod">
          <ac:chgData name="翟 锐" userId="fef11181f709266a" providerId="LiveId" clId="{9186E0CD-109D-47DE-8883-49F901FD74B3}" dt="2020-08-11T07:39:59.632" v="583"/>
          <ac:grpSpMkLst>
            <pc:docMk/>
            <pc:sldMk cId="318237467" sldId="525"/>
            <ac:grpSpMk id="13" creationId="{23469F8E-C99B-47BB-BBD9-9EB2F05F701D}"/>
          </ac:grpSpMkLst>
        </pc:grpChg>
        <pc:grpChg chg="add del">
          <ac:chgData name="翟 锐" userId="fef11181f709266a" providerId="LiveId" clId="{9186E0CD-109D-47DE-8883-49F901FD74B3}" dt="2020-08-11T07:39:59.879" v="584" actId="478"/>
          <ac:grpSpMkLst>
            <pc:docMk/>
            <pc:sldMk cId="318237467" sldId="525"/>
            <ac:grpSpMk id="14" creationId="{558E8959-AC0F-4CE1-8976-5871DE6269FA}"/>
          </ac:grpSpMkLst>
        </pc:grpChg>
        <pc:cxnChg chg="mod">
          <ac:chgData name="翟 锐" userId="fef11181f709266a" providerId="LiveId" clId="{9186E0CD-109D-47DE-8883-49F901FD74B3}" dt="2020-08-11T07:39:59.879" v="584" actId="478"/>
          <ac:cxnSpMkLst>
            <pc:docMk/>
            <pc:sldMk cId="318237467" sldId="525"/>
            <ac:cxnSpMk id="18" creationId="{6E124403-DBE0-4CDF-86CA-0FC3AFD1DA30}"/>
          </ac:cxnSpMkLst>
        </pc:cxnChg>
        <pc:cxnChg chg="mod">
          <ac:chgData name="翟 锐" userId="fef11181f709266a" providerId="LiveId" clId="{9186E0CD-109D-47DE-8883-49F901FD74B3}" dt="2020-08-11T07:39:59.879" v="584" actId="478"/>
          <ac:cxnSpMkLst>
            <pc:docMk/>
            <pc:sldMk cId="318237467" sldId="525"/>
            <ac:cxnSpMk id="19" creationId="{27C8ADA0-7DFC-486A-BE74-AAD0C58753C9}"/>
          </ac:cxnSpMkLst>
        </pc:cxnChg>
        <pc:cxnChg chg="mod">
          <ac:chgData name="翟 锐" userId="fef11181f709266a" providerId="LiveId" clId="{9186E0CD-109D-47DE-8883-49F901FD74B3}" dt="2020-08-11T07:39:59.879" v="584" actId="478"/>
          <ac:cxnSpMkLst>
            <pc:docMk/>
            <pc:sldMk cId="318237467" sldId="525"/>
            <ac:cxnSpMk id="21" creationId="{F3B89A50-462D-43A6-919B-FD134E0EBD82}"/>
          </ac:cxnSpMkLst>
        </pc:cxnChg>
        <pc:cxnChg chg="mod">
          <ac:chgData name="翟 锐" userId="fef11181f709266a" providerId="LiveId" clId="{9186E0CD-109D-47DE-8883-49F901FD74B3}" dt="2020-08-11T07:39:42.196" v="572"/>
          <ac:cxnSpMkLst>
            <pc:docMk/>
            <pc:sldMk cId="318237467" sldId="525"/>
            <ac:cxnSpMk id="26" creationId="{B4B09451-5DD2-4CDB-817A-D83BB3374921}"/>
          </ac:cxnSpMkLst>
        </pc:cxnChg>
        <pc:cxnChg chg="mod">
          <ac:chgData name="翟 锐" userId="fef11181f709266a" providerId="LiveId" clId="{9186E0CD-109D-47DE-8883-49F901FD74B3}" dt="2020-08-11T07:39:42.196" v="572"/>
          <ac:cxnSpMkLst>
            <pc:docMk/>
            <pc:sldMk cId="318237467" sldId="525"/>
            <ac:cxnSpMk id="27" creationId="{D3AF86A8-CDBE-47A0-BE72-97AC10BE8ADC}"/>
          </ac:cxnSpMkLst>
        </pc:cxnChg>
        <pc:cxnChg chg="mod">
          <ac:chgData name="翟 锐" userId="fef11181f709266a" providerId="LiveId" clId="{9186E0CD-109D-47DE-8883-49F901FD74B3}" dt="2020-08-11T07:39:42.196" v="572"/>
          <ac:cxnSpMkLst>
            <pc:docMk/>
            <pc:sldMk cId="318237467" sldId="525"/>
            <ac:cxnSpMk id="28" creationId="{34FDD286-8A18-45EB-B9A2-EC8BABED16F2}"/>
          </ac:cxnSpMkLst>
        </pc:cxnChg>
        <pc:cxnChg chg="mod">
          <ac:chgData name="翟 锐" userId="fef11181f709266a" providerId="LiveId" clId="{9186E0CD-109D-47DE-8883-49F901FD74B3}" dt="2020-08-11T07:39:42.196" v="572"/>
          <ac:cxnSpMkLst>
            <pc:docMk/>
            <pc:sldMk cId="318237467" sldId="525"/>
            <ac:cxnSpMk id="29" creationId="{8A23BFF7-6685-4E88-AB91-92B552012AFC}"/>
          </ac:cxnSpMkLst>
        </pc:cxnChg>
      </pc:sldChg>
      <pc:sldChg chg="addSp delSp modSp add mod modAnim">
        <pc:chgData name="翟 锐" userId="fef11181f709266a" providerId="LiveId" clId="{9186E0CD-109D-47DE-8883-49F901FD74B3}" dt="2020-08-11T07:41:17.006" v="603" actId="1076"/>
        <pc:sldMkLst>
          <pc:docMk/>
          <pc:sldMk cId="1863681333" sldId="525"/>
        </pc:sldMkLst>
        <pc:spChg chg="add mod">
          <ac:chgData name="翟 锐" userId="fef11181f709266a" providerId="LiveId" clId="{9186E0CD-109D-47DE-8883-49F901FD74B3}" dt="2020-08-11T07:41:17.006" v="603" actId="1076"/>
          <ac:spMkLst>
            <pc:docMk/>
            <pc:sldMk cId="1863681333" sldId="525"/>
            <ac:spMk id="2" creationId="{6A7D786C-40D4-49E1-A7F1-0369C4779513}"/>
          </ac:spMkLst>
        </pc:spChg>
        <pc:spChg chg="del mod">
          <ac:chgData name="翟 锐" userId="fef11181f709266a" providerId="LiveId" clId="{9186E0CD-109D-47DE-8883-49F901FD74B3}" dt="2020-08-11T07:41:09.584" v="601" actId="478"/>
          <ac:spMkLst>
            <pc:docMk/>
            <pc:sldMk cId="1863681333" sldId="525"/>
            <ac:spMk id="6153" creationId="{00000000-0000-0000-0000-000000000000}"/>
          </ac:spMkLst>
        </pc:spChg>
      </pc:sldChg>
      <pc:sldChg chg="addSp delSp modSp add mod">
        <pc:chgData name="翟 锐" userId="fef11181f709266a" providerId="LiveId" clId="{9186E0CD-109D-47DE-8883-49F901FD74B3}" dt="2020-08-11T07:41:36.192" v="608" actId="1076"/>
        <pc:sldMkLst>
          <pc:docMk/>
          <pc:sldMk cId="213587464" sldId="526"/>
        </pc:sldMkLst>
        <pc:spChg chg="del">
          <ac:chgData name="翟 锐" userId="fef11181f709266a" providerId="LiveId" clId="{9186E0CD-109D-47DE-8883-49F901FD74B3}" dt="2020-08-11T07:41:28.371" v="606" actId="478"/>
          <ac:spMkLst>
            <pc:docMk/>
            <pc:sldMk cId="213587464" sldId="526"/>
            <ac:spMk id="2" creationId="{6A7D786C-40D4-49E1-A7F1-0369C4779513}"/>
          </ac:spMkLst>
        </pc:spChg>
        <pc:spChg chg="add mod">
          <ac:chgData name="翟 锐" userId="fef11181f709266a" providerId="LiveId" clId="{9186E0CD-109D-47DE-8883-49F901FD74B3}" dt="2020-08-11T07:41:36.192" v="608" actId="1076"/>
          <ac:spMkLst>
            <pc:docMk/>
            <pc:sldMk cId="213587464" sldId="526"/>
            <ac:spMk id="3" creationId="{7BA17B83-B821-4799-9D76-DA8D0C88DE96}"/>
          </ac:spMkLst>
        </pc:spChg>
      </pc:sldChg>
      <pc:sldChg chg="modSp add">
        <pc:chgData name="翟 锐" userId="fef11181f709266a" providerId="LiveId" clId="{9186E0CD-109D-47DE-8883-49F901FD74B3}" dt="2020-08-11T16:08:27.353" v="978" actId="20577"/>
        <pc:sldMkLst>
          <pc:docMk/>
          <pc:sldMk cId="3377042063" sldId="527"/>
        </pc:sldMkLst>
        <pc:spChg chg="mod">
          <ac:chgData name="翟 锐" userId="fef11181f709266a" providerId="LiveId" clId="{9186E0CD-109D-47DE-8883-49F901FD74B3}" dt="2020-08-11T16:08:27.353" v="978" actId="20577"/>
          <ac:spMkLst>
            <pc:docMk/>
            <pc:sldMk cId="3377042063" sldId="527"/>
            <ac:spMk id="2" creationId="{00000000-0000-0000-0000-000000000000}"/>
          </ac:spMkLst>
        </pc:spChg>
      </pc:sldChg>
      <pc:sldChg chg="addSp delSp modSp add mod modAnim">
        <pc:chgData name="翟 锐" userId="fef11181f709266a" providerId="LiveId" clId="{9186E0CD-109D-47DE-8883-49F901FD74B3}" dt="2020-08-11T15:49:25.061" v="682" actId="1076"/>
        <pc:sldMkLst>
          <pc:docMk/>
          <pc:sldMk cId="2247187880" sldId="528"/>
        </pc:sldMkLst>
        <pc:spChg chg="del">
          <ac:chgData name="翟 锐" userId="fef11181f709266a" providerId="LiveId" clId="{9186E0CD-109D-47DE-8883-49F901FD74B3}" dt="2020-08-11T15:49:19.034" v="680" actId="478"/>
          <ac:spMkLst>
            <pc:docMk/>
            <pc:sldMk cId="2247187880" sldId="528"/>
            <ac:spMk id="3" creationId="{7BA17B83-B821-4799-9D76-DA8D0C88DE96}"/>
          </ac:spMkLst>
        </pc:spChg>
        <pc:spChg chg="add mod">
          <ac:chgData name="翟 锐" userId="fef11181f709266a" providerId="LiveId" clId="{9186E0CD-109D-47DE-8883-49F901FD74B3}" dt="2020-08-11T15:49:25.061" v="682" actId="1076"/>
          <ac:spMkLst>
            <pc:docMk/>
            <pc:sldMk cId="2247187880" sldId="528"/>
            <ac:spMk id="6" creationId="{776CD6C9-EBB3-4DA3-BA09-2AA57E5AAEEB}"/>
          </ac:spMkLst>
        </pc:spChg>
        <pc:spChg chg="add mod">
          <ac:chgData name="翟 锐" userId="fef11181f709266a" providerId="LiveId" clId="{9186E0CD-109D-47DE-8883-49F901FD74B3}" dt="2020-08-11T15:49:25.061" v="682" actId="1076"/>
          <ac:spMkLst>
            <pc:docMk/>
            <pc:sldMk cId="2247187880" sldId="528"/>
            <ac:spMk id="7" creationId="{B4791DBE-7EA5-47B0-ADB8-F4FD53D23FBC}"/>
          </ac:spMkLst>
        </pc:spChg>
        <pc:spChg chg="add mod">
          <ac:chgData name="翟 锐" userId="fef11181f709266a" providerId="LiveId" clId="{9186E0CD-109D-47DE-8883-49F901FD74B3}" dt="2020-08-11T15:49:25.061" v="682" actId="1076"/>
          <ac:spMkLst>
            <pc:docMk/>
            <pc:sldMk cId="2247187880" sldId="528"/>
            <ac:spMk id="8" creationId="{6931FF21-8552-451C-8496-03221D36F3A0}"/>
          </ac:spMkLst>
        </pc:spChg>
        <pc:spChg chg="add mod">
          <ac:chgData name="翟 锐" userId="fef11181f709266a" providerId="LiveId" clId="{9186E0CD-109D-47DE-8883-49F901FD74B3}" dt="2020-08-11T15:49:25.061" v="682" actId="1076"/>
          <ac:spMkLst>
            <pc:docMk/>
            <pc:sldMk cId="2247187880" sldId="528"/>
            <ac:spMk id="9" creationId="{36F55687-19FD-45D9-B3AA-5A0EBCB190BF}"/>
          </ac:spMkLst>
        </pc:spChg>
        <pc:spChg chg="mod">
          <ac:chgData name="翟 锐" userId="fef11181f709266a" providerId="LiveId" clId="{9186E0CD-109D-47DE-8883-49F901FD74B3}" dt="2020-08-11T15:49:09.490" v="678"/>
          <ac:spMkLst>
            <pc:docMk/>
            <pc:sldMk cId="2247187880" sldId="528"/>
            <ac:spMk id="35" creationId="{00000000-0000-0000-0000-000000000000}"/>
          </ac:spMkLst>
        </pc:spChg>
      </pc:sldChg>
      <pc:sldChg chg="addSp delSp modSp add mod modAnim">
        <pc:chgData name="翟 锐" userId="fef11181f709266a" providerId="LiveId" clId="{9186E0CD-109D-47DE-8883-49F901FD74B3}" dt="2020-08-11T15:49:54.409" v="692" actId="1076"/>
        <pc:sldMkLst>
          <pc:docMk/>
          <pc:sldMk cId="2327867712" sldId="529"/>
        </pc:sldMkLst>
        <pc:spChg chg="del">
          <ac:chgData name="翟 锐" userId="fef11181f709266a" providerId="LiveId" clId="{9186E0CD-109D-47DE-8883-49F901FD74B3}" dt="2020-08-11T15:49:44.279" v="688" actId="478"/>
          <ac:spMkLst>
            <pc:docMk/>
            <pc:sldMk cId="2327867712" sldId="529"/>
            <ac:spMk id="3" creationId="{7BA17B83-B821-4799-9D76-DA8D0C88DE96}"/>
          </ac:spMkLst>
        </pc:spChg>
        <pc:spChg chg="add mod">
          <ac:chgData name="翟 锐" userId="fef11181f709266a" providerId="LiveId" clId="{9186E0CD-109D-47DE-8883-49F901FD74B3}" dt="2020-08-11T15:49:54.409" v="692" actId="1076"/>
          <ac:spMkLst>
            <pc:docMk/>
            <pc:sldMk cId="2327867712" sldId="529"/>
            <ac:spMk id="6" creationId="{5C76E53A-6861-4E3C-A61E-EB5C9423E41E}"/>
          </ac:spMkLst>
        </pc:spChg>
        <pc:spChg chg="add mod">
          <ac:chgData name="翟 锐" userId="fef11181f709266a" providerId="LiveId" clId="{9186E0CD-109D-47DE-8883-49F901FD74B3}" dt="2020-08-11T15:49:54.409" v="692" actId="1076"/>
          <ac:spMkLst>
            <pc:docMk/>
            <pc:sldMk cId="2327867712" sldId="529"/>
            <ac:spMk id="7" creationId="{CD2904B8-E61D-4508-9F7F-CBE57BAFBBE4}"/>
          </ac:spMkLst>
        </pc:spChg>
        <pc:spChg chg="add mod">
          <ac:chgData name="翟 锐" userId="fef11181f709266a" providerId="LiveId" clId="{9186E0CD-109D-47DE-8883-49F901FD74B3}" dt="2020-08-11T15:49:54.409" v="692" actId="1076"/>
          <ac:spMkLst>
            <pc:docMk/>
            <pc:sldMk cId="2327867712" sldId="529"/>
            <ac:spMk id="8" creationId="{846C1D5C-B505-4C4F-985F-877222C67FB7}"/>
          </ac:spMkLst>
        </pc:spChg>
        <pc:spChg chg="add mod">
          <ac:chgData name="翟 锐" userId="fef11181f709266a" providerId="LiveId" clId="{9186E0CD-109D-47DE-8883-49F901FD74B3}" dt="2020-08-11T15:49:54.409" v="692" actId="1076"/>
          <ac:spMkLst>
            <pc:docMk/>
            <pc:sldMk cId="2327867712" sldId="529"/>
            <ac:spMk id="9" creationId="{E408ECC0-2E74-4495-94DB-0CD14F6962D0}"/>
          </ac:spMkLst>
        </pc:spChg>
        <pc:spChg chg="add mod">
          <ac:chgData name="翟 锐" userId="fef11181f709266a" providerId="LiveId" clId="{9186E0CD-109D-47DE-8883-49F901FD74B3}" dt="2020-08-11T15:49:54.409" v="692" actId="1076"/>
          <ac:spMkLst>
            <pc:docMk/>
            <pc:sldMk cId="2327867712" sldId="529"/>
            <ac:spMk id="10" creationId="{7D296D20-42DB-49C0-A851-EE25272E381E}"/>
          </ac:spMkLst>
        </pc:spChg>
        <pc:spChg chg="add mod">
          <ac:chgData name="翟 锐" userId="fef11181f709266a" providerId="LiveId" clId="{9186E0CD-109D-47DE-8883-49F901FD74B3}" dt="2020-08-11T15:49:54.409" v="692" actId="1076"/>
          <ac:spMkLst>
            <pc:docMk/>
            <pc:sldMk cId="2327867712" sldId="529"/>
            <ac:spMk id="11" creationId="{9578F846-3589-46EB-A61D-A14F6F1096DE}"/>
          </ac:spMkLst>
        </pc:spChg>
        <pc:spChg chg="add mod">
          <ac:chgData name="翟 锐" userId="fef11181f709266a" providerId="LiveId" clId="{9186E0CD-109D-47DE-8883-49F901FD74B3}" dt="2020-08-11T15:49:54.409" v="692" actId="1076"/>
          <ac:spMkLst>
            <pc:docMk/>
            <pc:sldMk cId="2327867712" sldId="529"/>
            <ac:spMk id="14" creationId="{70CD2A27-77ED-4D72-9BE0-3381A6CB4470}"/>
          </ac:spMkLst>
        </pc:spChg>
        <pc:spChg chg="mod">
          <ac:chgData name="翟 锐" userId="fef11181f709266a" providerId="LiveId" clId="{9186E0CD-109D-47DE-8883-49F901FD74B3}" dt="2020-08-11T15:49:42.124" v="687"/>
          <ac:spMkLst>
            <pc:docMk/>
            <pc:sldMk cId="2327867712" sldId="529"/>
            <ac:spMk id="35" creationId="{00000000-0000-0000-0000-000000000000}"/>
          </ac:spMkLst>
        </pc:spChg>
        <pc:cxnChg chg="add mod">
          <ac:chgData name="翟 锐" userId="fef11181f709266a" providerId="LiveId" clId="{9186E0CD-109D-47DE-8883-49F901FD74B3}" dt="2020-08-11T15:49:54.409" v="692" actId="1076"/>
          <ac:cxnSpMkLst>
            <pc:docMk/>
            <pc:sldMk cId="2327867712" sldId="529"/>
            <ac:cxnSpMk id="12" creationId="{614A42F8-603E-4F8B-8095-8DE8AEF70D26}"/>
          </ac:cxnSpMkLst>
        </pc:cxnChg>
        <pc:cxnChg chg="add mod">
          <ac:chgData name="翟 锐" userId="fef11181f709266a" providerId="LiveId" clId="{9186E0CD-109D-47DE-8883-49F901FD74B3}" dt="2020-08-11T15:49:54.409" v="692" actId="1076"/>
          <ac:cxnSpMkLst>
            <pc:docMk/>
            <pc:sldMk cId="2327867712" sldId="529"/>
            <ac:cxnSpMk id="13" creationId="{3479E6DC-1036-4975-9D14-23D9822C1B0A}"/>
          </ac:cxnSpMkLst>
        </pc:cxnChg>
      </pc:sldChg>
      <pc:sldChg chg="add del ord">
        <pc:chgData name="翟 锐" userId="fef11181f709266a" providerId="LiveId" clId="{9186E0CD-109D-47DE-8883-49F901FD74B3}" dt="2020-08-11T15:51:05.987" v="715" actId="47"/>
        <pc:sldMkLst>
          <pc:docMk/>
          <pc:sldMk cId="1726397910" sldId="530"/>
        </pc:sldMkLst>
      </pc:sldChg>
      <pc:sldChg chg="addSp delSp modSp add mod modAnim">
        <pc:chgData name="翟 锐" userId="fef11181f709266a" providerId="LiveId" clId="{9186E0CD-109D-47DE-8883-49F901FD74B3}" dt="2020-08-12T03:48:02.268" v="3103" actId="6549"/>
        <pc:sldMkLst>
          <pc:docMk/>
          <pc:sldMk cId="1634610131" sldId="531"/>
        </pc:sldMkLst>
        <pc:spChg chg="del">
          <ac:chgData name="翟 锐" userId="fef11181f709266a" providerId="LiveId" clId="{9186E0CD-109D-47DE-8883-49F901FD74B3}" dt="2020-08-11T15:50:47.482" v="708" actId="478"/>
          <ac:spMkLst>
            <pc:docMk/>
            <pc:sldMk cId="1634610131" sldId="531"/>
            <ac:spMk id="3" creationId="{7BA17B83-B821-4799-9D76-DA8D0C88DE96}"/>
          </ac:spMkLst>
        </pc:spChg>
        <pc:spChg chg="add mod">
          <ac:chgData name="翟 锐" userId="fef11181f709266a" providerId="LiveId" clId="{9186E0CD-109D-47DE-8883-49F901FD74B3}" dt="2020-08-11T15:50:58.925" v="712" actId="1076"/>
          <ac:spMkLst>
            <pc:docMk/>
            <pc:sldMk cId="1634610131" sldId="531"/>
            <ac:spMk id="6" creationId="{B68C979F-5215-4F49-B08D-00F83E44D1A2}"/>
          </ac:spMkLst>
        </pc:spChg>
        <pc:spChg chg="add mod">
          <ac:chgData name="翟 锐" userId="fef11181f709266a" providerId="LiveId" clId="{9186E0CD-109D-47DE-8883-49F901FD74B3}" dt="2020-08-12T03:48:02.268" v="3103" actId="6549"/>
          <ac:spMkLst>
            <pc:docMk/>
            <pc:sldMk cId="1634610131" sldId="531"/>
            <ac:spMk id="7" creationId="{1F480A2A-6C0A-476E-AB79-2917C392269E}"/>
          </ac:spMkLst>
        </pc:spChg>
        <pc:spChg chg="add mod">
          <ac:chgData name="翟 锐" userId="fef11181f709266a" providerId="LiveId" clId="{9186E0CD-109D-47DE-8883-49F901FD74B3}" dt="2020-08-11T15:50:58.925" v="712" actId="1076"/>
          <ac:spMkLst>
            <pc:docMk/>
            <pc:sldMk cId="1634610131" sldId="531"/>
            <ac:spMk id="8" creationId="{FBEF0283-EE7B-4BBA-B4D2-DC5282CBDC61}"/>
          </ac:spMkLst>
        </pc:spChg>
        <pc:spChg chg="mod">
          <ac:chgData name="翟 锐" userId="fef11181f709266a" providerId="LiveId" clId="{9186E0CD-109D-47DE-8883-49F901FD74B3}" dt="2020-08-11T15:50:45.306" v="707"/>
          <ac:spMkLst>
            <pc:docMk/>
            <pc:sldMk cId="1634610131" sldId="531"/>
            <ac:spMk id="35" creationId="{00000000-0000-0000-0000-000000000000}"/>
          </ac:spMkLst>
        </pc:spChg>
      </pc:sldChg>
      <pc:sldChg chg="addSp delSp modSp add del mod modAnim">
        <pc:chgData name="翟 锐" userId="fef11181f709266a" providerId="LiveId" clId="{9186E0CD-109D-47DE-8883-49F901FD74B3}" dt="2020-08-12T03:40:47.077" v="2760" actId="47"/>
        <pc:sldMkLst>
          <pc:docMk/>
          <pc:sldMk cId="3658105287" sldId="532"/>
        </pc:sldMkLst>
        <pc:spChg chg="del">
          <ac:chgData name="翟 锐" userId="fef11181f709266a" providerId="LiveId" clId="{9186E0CD-109D-47DE-8883-49F901FD74B3}" dt="2020-08-11T15:51:26.407" v="724" actId="478"/>
          <ac:spMkLst>
            <pc:docMk/>
            <pc:sldMk cId="3658105287" sldId="532"/>
            <ac:spMk id="3" creationId="{7BA17B83-B821-4799-9D76-DA8D0C88DE96}"/>
          </ac:spMkLst>
        </pc:spChg>
        <pc:spChg chg="add del mod">
          <ac:chgData name="翟 锐" userId="fef11181f709266a" providerId="LiveId" clId="{9186E0CD-109D-47DE-8883-49F901FD74B3}" dt="2020-08-12T03:39:22.492" v="2750" actId="21"/>
          <ac:spMkLst>
            <pc:docMk/>
            <pc:sldMk cId="3658105287" sldId="532"/>
            <ac:spMk id="6" creationId="{F21C6068-9856-443C-8F0B-88A1EE474CD3}"/>
          </ac:spMkLst>
        </pc:spChg>
        <pc:spChg chg="add mod">
          <ac:chgData name="翟 锐" userId="fef11181f709266a" providerId="LiveId" clId="{9186E0CD-109D-47DE-8883-49F901FD74B3}" dt="2020-08-11T15:51:36.597" v="728" actId="1076"/>
          <ac:spMkLst>
            <pc:docMk/>
            <pc:sldMk cId="3658105287" sldId="532"/>
            <ac:spMk id="7" creationId="{11E25BCB-4ED2-4EA9-A31C-1CFE971ED4C4}"/>
          </ac:spMkLst>
        </pc:spChg>
        <pc:spChg chg="add mod">
          <ac:chgData name="翟 锐" userId="fef11181f709266a" providerId="LiveId" clId="{9186E0CD-109D-47DE-8883-49F901FD74B3}" dt="2020-08-11T15:51:36.597" v="728" actId="1076"/>
          <ac:spMkLst>
            <pc:docMk/>
            <pc:sldMk cId="3658105287" sldId="532"/>
            <ac:spMk id="8" creationId="{DF039C8A-D6DF-44EE-BFE8-368F5334D4C9}"/>
          </ac:spMkLst>
        </pc:spChg>
        <pc:spChg chg="add mod">
          <ac:chgData name="翟 锐" userId="fef11181f709266a" providerId="LiveId" clId="{9186E0CD-109D-47DE-8883-49F901FD74B3}" dt="2020-08-11T15:51:36.597" v="728" actId="1076"/>
          <ac:spMkLst>
            <pc:docMk/>
            <pc:sldMk cId="3658105287" sldId="532"/>
            <ac:spMk id="9" creationId="{18B81E8F-2611-4A3B-858D-0DF2979F9146}"/>
          </ac:spMkLst>
        </pc:spChg>
        <pc:spChg chg="mod">
          <ac:chgData name="翟 锐" userId="fef11181f709266a" providerId="LiveId" clId="{9186E0CD-109D-47DE-8883-49F901FD74B3}" dt="2020-08-11T15:51:23.641" v="723"/>
          <ac:spMkLst>
            <pc:docMk/>
            <pc:sldMk cId="3658105287" sldId="532"/>
            <ac:spMk id="35" creationId="{00000000-0000-0000-0000-000000000000}"/>
          </ac:spMkLst>
        </pc:spChg>
      </pc:sldChg>
      <pc:sldChg chg="addSp delSp modSp add mod modAnim">
        <pc:chgData name="翟 锐" userId="fef11181f709266a" providerId="LiveId" clId="{9186E0CD-109D-47DE-8883-49F901FD74B3}" dt="2020-08-11T16:05:19.054" v="974" actId="14100"/>
        <pc:sldMkLst>
          <pc:docMk/>
          <pc:sldMk cId="3864182188" sldId="533"/>
        </pc:sldMkLst>
        <pc:spChg chg="del">
          <ac:chgData name="翟 锐" userId="fef11181f709266a" providerId="LiveId" clId="{9186E0CD-109D-47DE-8883-49F901FD74B3}" dt="2020-08-11T15:51:48.683" v="735" actId="478"/>
          <ac:spMkLst>
            <pc:docMk/>
            <pc:sldMk cId="3864182188" sldId="533"/>
            <ac:spMk id="3" creationId="{7BA17B83-B821-4799-9D76-DA8D0C88DE96}"/>
          </ac:spMkLst>
        </pc:spChg>
        <pc:spChg chg="add mod">
          <ac:chgData name="翟 锐" userId="fef11181f709266a" providerId="LiveId" clId="{9186E0CD-109D-47DE-8883-49F901FD74B3}" dt="2020-08-11T15:51:56.818" v="739" actId="1076"/>
          <ac:spMkLst>
            <pc:docMk/>
            <pc:sldMk cId="3864182188" sldId="533"/>
            <ac:spMk id="6" creationId="{9B790479-D21A-466A-9654-798F8801F837}"/>
          </ac:spMkLst>
        </pc:spChg>
        <pc:spChg chg="add mod">
          <ac:chgData name="翟 锐" userId="fef11181f709266a" providerId="LiveId" clId="{9186E0CD-109D-47DE-8883-49F901FD74B3}" dt="2020-08-11T15:51:56.818" v="739" actId="1076"/>
          <ac:spMkLst>
            <pc:docMk/>
            <pc:sldMk cId="3864182188" sldId="533"/>
            <ac:spMk id="7" creationId="{020279B8-69FA-4B4F-9A29-CC79F25855E9}"/>
          </ac:spMkLst>
        </pc:spChg>
        <pc:spChg chg="add mod">
          <ac:chgData name="翟 锐" userId="fef11181f709266a" providerId="LiveId" clId="{9186E0CD-109D-47DE-8883-49F901FD74B3}" dt="2020-08-11T15:58:27.881" v="822" actId="20577"/>
          <ac:spMkLst>
            <pc:docMk/>
            <pc:sldMk cId="3864182188" sldId="533"/>
            <ac:spMk id="8" creationId="{F5773808-7CB1-4579-8751-E7C2CCF2B509}"/>
          </ac:spMkLst>
        </pc:spChg>
        <pc:spChg chg="add mod">
          <ac:chgData name="翟 锐" userId="fef11181f709266a" providerId="LiveId" clId="{9186E0CD-109D-47DE-8883-49F901FD74B3}" dt="2020-08-11T16:05:19.054" v="974" actId="14100"/>
          <ac:spMkLst>
            <pc:docMk/>
            <pc:sldMk cId="3864182188" sldId="533"/>
            <ac:spMk id="9" creationId="{D47B091D-52EB-4E3B-B183-6CAFF0EBBEEA}"/>
          </ac:spMkLst>
        </pc:spChg>
        <pc:spChg chg="mod">
          <ac:chgData name="翟 锐" userId="fef11181f709266a" providerId="LiveId" clId="{9186E0CD-109D-47DE-8883-49F901FD74B3}" dt="2020-08-11T15:51:46.205" v="734"/>
          <ac:spMkLst>
            <pc:docMk/>
            <pc:sldMk cId="3864182188" sldId="533"/>
            <ac:spMk id="35" creationId="{00000000-0000-0000-0000-000000000000}"/>
          </ac:spMkLst>
        </pc:spChg>
      </pc:sldChg>
      <pc:sldChg chg="addSp delSp modSp add mod modAnim">
        <pc:chgData name="翟 锐" userId="fef11181f709266a" providerId="LiveId" clId="{9186E0CD-109D-47DE-8883-49F901FD74B3}" dt="2020-08-11T15:52:15.140" v="750" actId="1076"/>
        <pc:sldMkLst>
          <pc:docMk/>
          <pc:sldMk cId="3907438085" sldId="534"/>
        </pc:sldMkLst>
        <pc:spChg chg="del">
          <ac:chgData name="翟 锐" userId="fef11181f709266a" providerId="LiveId" clId="{9186E0CD-109D-47DE-8883-49F901FD74B3}" dt="2020-08-11T15:52:09.833" v="747" actId="478"/>
          <ac:spMkLst>
            <pc:docMk/>
            <pc:sldMk cId="3907438085" sldId="534"/>
            <ac:spMk id="3" creationId="{7BA17B83-B821-4799-9D76-DA8D0C88DE96}"/>
          </ac:spMkLst>
        </pc:spChg>
        <pc:spChg chg="add mod">
          <ac:chgData name="翟 锐" userId="fef11181f709266a" providerId="LiveId" clId="{9186E0CD-109D-47DE-8883-49F901FD74B3}" dt="2020-08-11T15:52:15.140" v="750" actId="1076"/>
          <ac:spMkLst>
            <pc:docMk/>
            <pc:sldMk cId="3907438085" sldId="534"/>
            <ac:spMk id="6" creationId="{ED8AFB14-ED48-4EAA-8CD6-EFF507597DAA}"/>
          </ac:spMkLst>
        </pc:spChg>
        <pc:spChg chg="add mod">
          <ac:chgData name="翟 锐" userId="fef11181f709266a" providerId="LiveId" clId="{9186E0CD-109D-47DE-8883-49F901FD74B3}" dt="2020-08-11T15:52:15.140" v="750" actId="1076"/>
          <ac:spMkLst>
            <pc:docMk/>
            <pc:sldMk cId="3907438085" sldId="534"/>
            <ac:spMk id="7" creationId="{67CCC5E9-29B3-4636-819D-B71F86E61955}"/>
          </ac:spMkLst>
        </pc:spChg>
        <pc:spChg chg="add mod">
          <ac:chgData name="翟 锐" userId="fef11181f709266a" providerId="LiveId" clId="{9186E0CD-109D-47DE-8883-49F901FD74B3}" dt="2020-08-11T15:52:15.140" v="750" actId="1076"/>
          <ac:spMkLst>
            <pc:docMk/>
            <pc:sldMk cId="3907438085" sldId="534"/>
            <ac:spMk id="8" creationId="{6C11F4DD-BA98-45BC-B79C-E752ED5C688F}"/>
          </ac:spMkLst>
        </pc:spChg>
        <pc:spChg chg="mod">
          <ac:chgData name="翟 锐" userId="fef11181f709266a" providerId="LiveId" clId="{9186E0CD-109D-47DE-8883-49F901FD74B3}" dt="2020-08-11T15:52:07.776" v="746"/>
          <ac:spMkLst>
            <pc:docMk/>
            <pc:sldMk cId="3907438085" sldId="534"/>
            <ac:spMk id="35" creationId="{00000000-0000-0000-0000-000000000000}"/>
          </ac:spMkLst>
        </pc:spChg>
      </pc:sldChg>
      <pc:sldChg chg="addSp delSp modSp add mod modAnim">
        <pc:chgData name="翟 锐" userId="fef11181f709266a" providerId="LiveId" clId="{9186E0CD-109D-47DE-8883-49F901FD74B3}" dt="2020-08-11T15:53:42.557" v="782"/>
        <pc:sldMkLst>
          <pc:docMk/>
          <pc:sldMk cId="3785464556" sldId="535"/>
        </pc:sldMkLst>
        <pc:spChg chg="del">
          <ac:chgData name="翟 锐" userId="fef11181f709266a" providerId="LiveId" clId="{9186E0CD-109D-47DE-8883-49F901FD74B3}" dt="2020-08-11T15:52:19.733" v="752" actId="478"/>
          <ac:spMkLst>
            <pc:docMk/>
            <pc:sldMk cId="3785464556" sldId="535"/>
            <ac:spMk id="3" creationId="{7BA17B83-B821-4799-9D76-DA8D0C88DE96}"/>
          </ac:spMkLst>
        </pc:spChg>
        <pc:spChg chg="add mod">
          <ac:chgData name="翟 锐" userId="fef11181f709266a" providerId="LiveId" clId="{9186E0CD-109D-47DE-8883-49F901FD74B3}" dt="2020-08-11T15:52:48.516" v="767" actId="1076"/>
          <ac:spMkLst>
            <pc:docMk/>
            <pc:sldMk cId="3785464556" sldId="535"/>
            <ac:spMk id="6" creationId="{FAE3AF9A-097B-4976-90BA-0242EDA4D826}"/>
          </ac:spMkLst>
        </pc:spChg>
        <pc:spChg chg="add mod">
          <ac:chgData name="翟 锐" userId="fef11181f709266a" providerId="LiveId" clId="{9186E0CD-109D-47DE-8883-49F901FD74B3}" dt="2020-08-11T15:52:48.516" v="767" actId="1076"/>
          <ac:spMkLst>
            <pc:docMk/>
            <pc:sldMk cId="3785464556" sldId="535"/>
            <ac:spMk id="7" creationId="{11100265-53B5-42E1-98DF-6CED20244887}"/>
          </ac:spMkLst>
        </pc:spChg>
        <pc:spChg chg="add mod">
          <ac:chgData name="翟 锐" userId="fef11181f709266a" providerId="LiveId" clId="{9186E0CD-109D-47DE-8883-49F901FD74B3}" dt="2020-08-11T15:52:48.516" v="767" actId="1076"/>
          <ac:spMkLst>
            <pc:docMk/>
            <pc:sldMk cId="3785464556" sldId="535"/>
            <ac:spMk id="8" creationId="{AEA7E9DF-8964-4FAB-839B-00CAE06634AD}"/>
          </ac:spMkLst>
        </pc:spChg>
        <pc:spChg chg="add mod">
          <ac:chgData name="翟 锐" userId="fef11181f709266a" providerId="LiveId" clId="{9186E0CD-109D-47DE-8883-49F901FD74B3}" dt="2020-08-11T15:52:48.516" v="767" actId="1076"/>
          <ac:spMkLst>
            <pc:docMk/>
            <pc:sldMk cId="3785464556" sldId="535"/>
            <ac:spMk id="9" creationId="{9D78C6E6-E7D6-4883-9E69-35AA5C4CFB22}"/>
          </ac:spMkLst>
        </pc:spChg>
        <pc:spChg chg="add del mod">
          <ac:chgData name="翟 锐" userId="fef11181f709266a" providerId="LiveId" clId="{9186E0CD-109D-47DE-8883-49F901FD74B3}" dt="2020-08-11T15:53:42.557" v="782"/>
          <ac:spMkLst>
            <pc:docMk/>
            <pc:sldMk cId="3785464556" sldId="535"/>
            <ac:spMk id="10" creationId="{1DA9E054-4FAD-4B41-B97E-B7B1891FAF65}"/>
          </ac:spMkLst>
        </pc:spChg>
        <pc:spChg chg="add del mod">
          <ac:chgData name="翟 锐" userId="fef11181f709266a" providerId="LiveId" clId="{9186E0CD-109D-47DE-8883-49F901FD74B3}" dt="2020-08-11T15:53:42.557" v="782"/>
          <ac:spMkLst>
            <pc:docMk/>
            <pc:sldMk cId="3785464556" sldId="535"/>
            <ac:spMk id="11" creationId="{0693F9B1-97E3-41F9-A400-E502A3C3B9BC}"/>
          </ac:spMkLst>
        </pc:spChg>
        <pc:spChg chg="add del mod">
          <ac:chgData name="翟 锐" userId="fef11181f709266a" providerId="LiveId" clId="{9186E0CD-109D-47DE-8883-49F901FD74B3}" dt="2020-08-11T15:53:42.557" v="782"/>
          <ac:spMkLst>
            <pc:docMk/>
            <pc:sldMk cId="3785464556" sldId="535"/>
            <ac:spMk id="12" creationId="{A7A8C3F3-41F1-46F9-A7DB-C854850C5017}"/>
          </ac:spMkLst>
        </pc:spChg>
        <pc:spChg chg="add del mod">
          <ac:chgData name="翟 锐" userId="fef11181f709266a" providerId="LiveId" clId="{9186E0CD-109D-47DE-8883-49F901FD74B3}" dt="2020-08-11T15:53:42.557" v="782"/>
          <ac:spMkLst>
            <pc:docMk/>
            <pc:sldMk cId="3785464556" sldId="535"/>
            <ac:spMk id="13" creationId="{DD94E2CD-50B2-4A5C-890F-C09AEBCC9300}"/>
          </ac:spMkLst>
        </pc:spChg>
        <pc:spChg chg="add del mod">
          <ac:chgData name="翟 锐" userId="fef11181f709266a" providerId="LiveId" clId="{9186E0CD-109D-47DE-8883-49F901FD74B3}" dt="2020-08-11T15:53:42.557" v="782"/>
          <ac:spMkLst>
            <pc:docMk/>
            <pc:sldMk cId="3785464556" sldId="535"/>
            <ac:spMk id="14" creationId="{59BF94F7-0ED7-4BE9-91AC-75E5C9ADAA02}"/>
          </ac:spMkLst>
        </pc:spChg>
        <pc:spChg chg="mod">
          <ac:chgData name="翟 锐" userId="fef11181f709266a" providerId="LiveId" clId="{9186E0CD-109D-47DE-8883-49F901FD74B3}" dt="2020-08-11T15:52:35.917" v="764"/>
          <ac:spMkLst>
            <pc:docMk/>
            <pc:sldMk cId="3785464556" sldId="535"/>
            <ac:spMk id="35" creationId="{00000000-0000-0000-0000-000000000000}"/>
          </ac:spMkLst>
        </pc:spChg>
      </pc:sldChg>
      <pc:sldChg chg="addSp delSp modSp add mod modAnim">
        <pc:chgData name="翟 锐" userId="fef11181f709266a" providerId="LiveId" clId="{9186E0CD-109D-47DE-8883-49F901FD74B3}" dt="2020-08-11T15:53:19.214" v="780" actId="1076"/>
        <pc:sldMkLst>
          <pc:docMk/>
          <pc:sldMk cId="206735584" sldId="536"/>
        </pc:sldMkLst>
        <pc:spChg chg="del">
          <ac:chgData name="翟 锐" userId="fef11181f709266a" providerId="LiveId" clId="{9186E0CD-109D-47DE-8883-49F901FD74B3}" dt="2020-08-11T15:53:02.124" v="775" actId="478"/>
          <ac:spMkLst>
            <pc:docMk/>
            <pc:sldMk cId="206735584" sldId="536"/>
            <ac:spMk id="3" creationId="{7BA17B83-B821-4799-9D76-DA8D0C88DE96}"/>
          </ac:spMkLst>
        </pc:spChg>
        <pc:spChg chg="add mod">
          <ac:chgData name="翟 锐" userId="fef11181f709266a" providerId="LiveId" clId="{9186E0CD-109D-47DE-8883-49F901FD74B3}" dt="2020-08-11T15:53:19.214" v="780" actId="1076"/>
          <ac:spMkLst>
            <pc:docMk/>
            <pc:sldMk cId="206735584" sldId="536"/>
            <ac:spMk id="6" creationId="{AC6576D4-8946-49F2-ADDB-D4CE1D6F112A}"/>
          </ac:spMkLst>
        </pc:spChg>
        <pc:spChg chg="add mod">
          <ac:chgData name="翟 锐" userId="fef11181f709266a" providerId="LiveId" clId="{9186E0CD-109D-47DE-8883-49F901FD74B3}" dt="2020-08-11T15:53:19.214" v="780" actId="1076"/>
          <ac:spMkLst>
            <pc:docMk/>
            <pc:sldMk cId="206735584" sldId="536"/>
            <ac:spMk id="7" creationId="{F31B9959-AFCB-4974-BAFD-1B4C19488142}"/>
          </ac:spMkLst>
        </pc:spChg>
        <pc:spChg chg="add mod">
          <ac:chgData name="翟 锐" userId="fef11181f709266a" providerId="LiveId" clId="{9186E0CD-109D-47DE-8883-49F901FD74B3}" dt="2020-08-11T15:53:19.214" v="780" actId="1076"/>
          <ac:spMkLst>
            <pc:docMk/>
            <pc:sldMk cId="206735584" sldId="536"/>
            <ac:spMk id="8" creationId="{11CCA640-20A0-4404-B5F7-C19439A1F79F}"/>
          </ac:spMkLst>
        </pc:spChg>
        <pc:spChg chg="add mod">
          <ac:chgData name="翟 锐" userId="fef11181f709266a" providerId="LiveId" clId="{9186E0CD-109D-47DE-8883-49F901FD74B3}" dt="2020-08-11T15:53:19.214" v="780" actId="1076"/>
          <ac:spMkLst>
            <pc:docMk/>
            <pc:sldMk cId="206735584" sldId="536"/>
            <ac:spMk id="9" creationId="{B23FA237-F380-486C-9124-9708B7FA93EF}"/>
          </ac:spMkLst>
        </pc:spChg>
        <pc:spChg chg="add mod">
          <ac:chgData name="翟 锐" userId="fef11181f709266a" providerId="LiveId" clId="{9186E0CD-109D-47DE-8883-49F901FD74B3}" dt="2020-08-11T15:53:19.214" v="780" actId="1076"/>
          <ac:spMkLst>
            <pc:docMk/>
            <pc:sldMk cId="206735584" sldId="536"/>
            <ac:spMk id="10" creationId="{8B46310E-2818-4E6F-83BA-A22F9E6D66C9}"/>
          </ac:spMkLst>
        </pc:spChg>
        <pc:spChg chg="mod">
          <ac:chgData name="翟 锐" userId="fef11181f709266a" providerId="LiveId" clId="{9186E0CD-109D-47DE-8883-49F901FD74B3}" dt="2020-08-11T15:52:59.956" v="774"/>
          <ac:spMkLst>
            <pc:docMk/>
            <pc:sldMk cId="206735584" sldId="536"/>
            <ac:spMk id="35" creationId="{00000000-0000-0000-0000-000000000000}"/>
          </ac:spMkLst>
        </pc:spChg>
      </pc:sldChg>
      <pc:sldChg chg="addSp delSp modSp add mod">
        <pc:chgData name="翟 锐" userId="fef11181f709266a" providerId="LiveId" clId="{9186E0CD-109D-47DE-8883-49F901FD74B3}" dt="2020-08-11T16:21:24.376" v="1230"/>
        <pc:sldMkLst>
          <pc:docMk/>
          <pc:sldMk cId="2309830086" sldId="537"/>
        </pc:sldMkLst>
        <pc:spChg chg="add mod">
          <ac:chgData name="翟 锐" userId="fef11181f709266a" providerId="LiveId" clId="{9186E0CD-109D-47DE-8883-49F901FD74B3}" dt="2020-08-11T16:21:20.240" v="1216" actId="1076"/>
          <ac:spMkLst>
            <pc:docMk/>
            <pc:sldMk cId="2309830086" sldId="537"/>
            <ac:spMk id="2" creationId="{1215988B-83C3-4465-A309-D267D7C66C3A}"/>
          </ac:spMkLst>
        </pc:spChg>
        <pc:spChg chg="del">
          <ac:chgData name="翟 锐" userId="fef11181f709266a" providerId="LiveId" clId="{9186E0CD-109D-47DE-8883-49F901FD74B3}" dt="2020-08-11T16:21:15.937" v="1214" actId="478"/>
          <ac:spMkLst>
            <pc:docMk/>
            <pc:sldMk cId="2309830086" sldId="537"/>
            <ac:spMk id="3" creationId="{7BA17B83-B821-4799-9D76-DA8D0C88DE96}"/>
          </ac:spMkLst>
        </pc:spChg>
        <pc:spChg chg="add mod">
          <ac:chgData name="翟 锐" userId="fef11181f709266a" providerId="LiveId" clId="{9186E0CD-109D-47DE-8883-49F901FD74B3}" dt="2020-08-11T16:21:20.240" v="1216" actId="1076"/>
          <ac:spMkLst>
            <pc:docMk/>
            <pc:sldMk cId="2309830086" sldId="537"/>
            <ac:spMk id="4" creationId="{1D2972CE-4351-4730-A89C-4A7DD529054A}"/>
          </ac:spMkLst>
        </pc:spChg>
        <pc:spChg chg="add mod">
          <ac:chgData name="翟 锐" userId="fef11181f709266a" providerId="LiveId" clId="{9186E0CD-109D-47DE-8883-49F901FD74B3}" dt="2020-08-11T16:21:20.240" v="1216" actId="1076"/>
          <ac:spMkLst>
            <pc:docMk/>
            <pc:sldMk cId="2309830086" sldId="537"/>
            <ac:spMk id="5" creationId="{2DF2F8AB-C689-459F-B1A2-2FB71221E0AE}"/>
          </ac:spMkLst>
        </pc:spChg>
        <pc:spChg chg="mod">
          <ac:chgData name="翟 锐" userId="fef11181f709266a" providerId="LiveId" clId="{9186E0CD-109D-47DE-8883-49F901FD74B3}" dt="2020-08-11T16:21:24.376" v="1230"/>
          <ac:spMkLst>
            <pc:docMk/>
            <pc:sldMk cId="2309830086" sldId="537"/>
            <ac:spMk id="35" creationId="{00000000-0000-0000-0000-000000000000}"/>
          </ac:spMkLst>
        </pc:spChg>
      </pc:sldChg>
      <pc:sldChg chg="addSp delSp modSp add mod modAnim">
        <pc:chgData name="翟 锐" userId="fef11181f709266a" providerId="LiveId" clId="{9186E0CD-109D-47DE-8883-49F901FD74B3}" dt="2020-08-12T03:36:10.553" v="2625" actId="108"/>
        <pc:sldMkLst>
          <pc:docMk/>
          <pc:sldMk cId="876786150" sldId="538"/>
        </pc:sldMkLst>
        <pc:spChg chg="add mod">
          <ac:chgData name="翟 锐" userId="fef11181f709266a" providerId="LiveId" clId="{9186E0CD-109D-47DE-8883-49F901FD74B3}" dt="2020-08-11T16:12:45.029" v="1060" actId="1076"/>
          <ac:spMkLst>
            <pc:docMk/>
            <pc:sldMk cId="876786150" sldId="538"/>
            <ac:spMk id="2" creationId="{68BE803F-4276-4627-98A0-2E55678B4FBF}"/>
          </ac:spMkLst>
        </pc:spChg>
        <pc:spChg chg="del">
          <ac:chgData name="翟 锐" userId="fef11181f709266a" providerId="LiveId" clId="{9186E0CD-109D-47DE-8883-49F901FD74B3}" dt="2020-08-11T16:12:41.020" v="1058" actId="478"/>
          <ac:spMkLst>
            <pc:docMk/>
            <pc:sldMk cId="876786150" sldId="538"/>
            <ac:spMk id="3" creationId="{7BA17B83-B821-4799-9D76-DA8D0C88DE96}"/>
          </ac:spMkLst>
        </pc:spChg>
        <pc:spChg chg="add mod">
          <ac:chgData name="翟 锐" userId="fef11181f709266a" providerId="LiveId" clId="{9186E0CD-109D-47DE-8883-49F901FD74B3}" dt="2020-08-11T16:12:45.029" v="1060" actId="1076"/>
          <ac:spMkLst>
            <pc:docMk/>
            <pc:sldMk cId="876786150" sldId="538"/>
            <ac:spMk id="4" creationId="{60772012-02DA-4046-8B29-070025C1F626}"/>
          </ac:spMkLst>
        </pc:spChg>
        <pc:spChg chg="add mod">
          <ac:chgData name="翟 锐" userId="fef11181f709266a" providerId="LiveId" clId="{9186E0CD-109D-47DE-8883-49F901FD74B3}" dt="2020-08-12T03:36:10.553" v="2625" actId="108"/>
          <ac:spMkLst>
            <pc:docMk/>
            <pc:sldMk cId="876786150" sldId="538"/>
            <ac:spMk id="5" creationId="{4F7ABC7F-BE55-4D56-A893-AC3B05A98D1F}"/>
          </ac:spMkLst>
        </pc:spChg>
        <pc:spChg chg="mod">
          <ac:chgData name="翟 锐" userId="fef11181f709266a" providerId="LiveId" clId="{9186E0CD-109D-47DE-8883-49F901FD74B3}" dt="2020-08-11T16:12:29.962" v="1056"/>
          <ac:spMkLst>
            <pc:docMk/>
            <pc:sldMk cId="876786150" sldId="538"/>
            <ac:spMk id="35" creationId="{00000000-0000-0000-0000-000000000000}"/>
          </ac:spMkLst>
        </pc:spChg>
      </pc:sldChg>
      <pc:sldChg chg="add del">
        <pc:chgData name="翟 锐" userId="fef11181f709266a" providerId="LiveId" clId="{9186E0CD-109D-47DE-8883-49F901FD74B3}" dt="2020-08-11T15:53:52.160" v="784" actId="2696"/>
        <pc:sldMkLst>
          <pc:docMk/>
          <pc:sldMk cId="1186161642" sldId="539"/>
        </pc:sldMkLst>
      </pc:sldChg>
      <pc:sldChg chg="addSp delSp modSp add del mod delAnim modAnim">
        <pc:chgData name="翟 锐" userId="fef11181f709266a" providerId="LiveId" clId="{9186E0CD-109D-47DE-8883-49F901FD74B3}" dt="2020-08-12T03:43:34.145" v="2784" actId="47"/>
        <pc:sldMkLst>
          <pc:docMk/>
          <pc:sldMk cId="3474094625" sldId="539"/>
        </pc:sldMkLst>
        <pc:spChg chg="add del mod">
          <ac:chgData name="翟 锐" userId="fef11181f709266a" providerId="LiveId" clId="{9186E0CD-109D-47DE-8883-49F901FD74B3}" dt="2020-08-11T16:01:32.900" v="914" actId="478"/>
          <ac:spMkLst>
            <pc:docMk/>
            <pc:sldMk cId="3474094625" sldId="539"/>
            <ac:spMk id="6" creationId="{AC6576D4-8946-49F2-ADDB-D4CE1D6F112A}"/>
          </ac:spMkLst>
        </pc:spChg>
        <pc:spChg chg="del">
          <ac:chgData name="翟 锐" userId="fef11181f709266a" providerId="LiveId" clId="{9186E0CD-109D-47DE-8883-49F901FD74B3}" dt="2020-08-11T15:59:19.047" v="823" actId="478"/>
          <ac:spMkLst>
            <pc:docMk/>
            <pc:sldMk cId="3474094625" sldId="539"/>
            <ac:spMk id="7" creationId="{F31B9959-AFCB-4974-BAFD-1B4C19488142}"/>
          </ac:spMkLst>
        </pc:spChg>
        <pc:spChg chg="mod">
          <ac:chgData name="翟 锐" userId="fef11181f709266a" providerId="LiveId" clId="{9186E0CD-109D-47DE-8883-49F901FD74B3}" dt="2020-08-12T03:42:30.213" v="2777" actId="1076"/>
          <ac:spMkLst>
            <pc:docMk/>
            <pc:sldMk cId="3474094625" sldId="539"/>
            <ac:spMk id="8" creationId="{11CCA640-20A0-4404-B5F7-C19439A1F79F}"/>
          </ac:spMkLst>
        </pc:spChg>
        <pc:spChg chg="del">
          <ac:chgData name="翟 锐" userId="fef11181f709266a" providerId="LiveId" clId="{9186E0CD-109D-47DE-8883-49F901FD74B3}" dt="2020-08-11T16:01:27.297" v="912" actId="478"/>
          <ac:spMkLst>
            <pc:docMk/>
            <pc:sldMk cId="3474094625" sldId="539"/>
            <ac:spMk id="9" creationId="{B23FA237-F380-486C-9124-9708B7FA93EF}"/>
          </ac:spMkLst>
        </pc:spChg>
        <pc:spChg chg="del">
          <ac:chgData name="翟 锐" userId="fef11181f709266a" providerId="LiveId" clId="{9186E0CD-109D-47DE-8883-49F901FD74B3}" dt="2020-08-11T16:01:25.744" v="911" actId="478"/>
          <ac:spMkLst>
            <pc:docMk/>
            <pc:sldMk cId="3474094625" sldId="539"/>
            <ac:spMk id="10" creationId="{8B46310E-2818-4E6F-83BA-A22F9E6D66C9}"/>
          </ac:spMkLst>
        </pc:spChg>
        <pc:spChg chg="add mod">
          <ac:chgData name="翟 锐" userId="fef11181f709266a" providerId="LiveId" clId="{9186E0CD-109D-47DE-8883-49F901FD74B3}" dt="2020-08-12T03:42:28.721" v="2776" actId="1076"/>
          <ac:spMkLst>
            <pc:docMk/>
            <pc:sldMk cId="3474094625" sldId="539"/>
            <ac:spMk id="11" creationId="{09B55336-ABC4-4797-A4B0-AB6AE0590745}"/>
          </ac:spMkLst>
        </pc:spChg>
        <pc:spChg chg="mod">
          <ac:chgData name="翟 锐" userId="fef11181f709266a" providerId="LiveId" clId="{9186E0CD-109D-47DE-8883-49F901FD74B3}" dt="2020-08-11T15:54:00.379" v="806"/>
          <ac:spMkLst>
            <pc:docMk/>
            <pc:sldMk cId="3474094625" sldId="539"/>
            <ac:spMk id="35" creationId="{00000000-0000-0000-0000-000000000000}"/>
          </ac:spMkLst>
        </pc:spChg>
      </pc:sldChg>
      <pc:sldChg chg="delSp modSp add mod delAnim">
        <pc:chgData name="翟 锐" userId="fef11181f709266a" providerId="LiveId" clId="{9186E0CD-109D-47DE-8883-49F901FD74B3}" dt="2020-08-11T16:07:56.690" v="976" actId="1076"/>
        <pc:sldMkLst>
          <pc:docMk/>
          <pc:sldMk cId="3866439698" sldId="540"/>
        </pc:sldMkLst>
        <pc:spChg chg="del">
          <ac:chgData name="翟 锐" userId="fef11181f709266a" providerId="LiveId" clId="{9186E0CD-109D-47DE-8883-49F901FD74B3}" dt="2020-08-11T16:04:57.135" v="970" actId="478"/>
          <ac:spMkLst>
            <pc:docMk/>
            <pc:sldMk cId="3866439698" sldId="540"/>
            <ac:spMk id="6" creationId="{AC6576D4-8946-49F2-ADDB-D4CE1D6F112A}"/>
          </ac:spMkLst>
        </pc:spChg>
        <pc:spChg chg="mod">
          <ac:chgData name="翟 锐" userId="fef11181f709266a" providerId="LiveId" clId="{9186E0CD-109D-47DE-8883-49F901FD74B3}" dt="2020-08-11T16:07:56.690" v="976" actId="1076"/>
          <ac:spMkLst>
            <pc:docMk/>
            <pc:sldMk cId="3866439698" sldId="540"/>
            <ac:spMk id="7" creationId="{F31B9959-AFCB-4974-BAFD-1B4C19488142}"/>
          </ac:spMkLst>
        </pc:spChg>
        <pc:spChg chg="mod">
          <ac:chgData name="翟 锐" userId="fef11181f709266a" providerId="LiveId" clId="{9186E0CD-109D-47DE-8883-49F901FD74B3}" dt="2020-08-11T16:05:01.534" v="972" actId="1076"/>
          <ac:spMkLst>
            <pc:docMk/>
            <pc:sldMk cId="3866439698" sldId="540"/>
            <ac:spMk id="8" creationId="{11CCA640-20A0-4404-B5F7-C19439A1F79F}"/>
          </ac:spMkLst>
        </pc:spChg>
        <pc:spChg chg="del">
          <ac:chgData name="翟 锐" userId="fef11181f709266a" providerId="LiveId" clId="{9186E0CD-109D-47DE-8883-49F901FD74B3}" dt="2020-08-11T16:04:54.141" v="968" actId="478"/>
          <ac:spMkLst>
            <pc:docMk/>
            <pc:sldMk cId="3866439698" sldId="540"/>
            <ac:spMk id="9" creationId="{B23FA237-F380-486C-9124-9708B7FA93EF}"/>
          </ac:spMkLst>
        </pc:spChg>
        <pc:spChg chg="del">
          <ac:chgData name="翟 锐" userId="fef11181f709266a" providerId="LiveId" clId="{9186E0CD-109D-47DE-8883-49F901FD74B3}" dt="2020-08-11T16:04:55.559" v="969" actId="478"/>
          <ac:spMkLst>
            <pc:docMk/>
            <pc:sldMk cId="3866439698" sldId="540"/>
            <ac:spMk id="10" creationId="{8B46310E-2818-4E6F-83BA-A22F9E6D66C9}"/>
          </ac:spMkLst>
        </pc:spChg>
        <pc:spChg chg="mod">
          <ac:chgData name="翟 锐" userId="fef11181f709266a" providerId="LiveId" clId="{9186E0CD-109D-47DE-8883-49F901FD74B3}" dt="2020-08-11T15:54:09.313" v="821"/>
          <ac:spMkLst>
            <pc:docMk/>
            <pc:sldMk cId="3866439698" sldId="540"/>
            <ac:spMk id="35" creationId="{00000000-0000-0000-0000-000000000000}"/>
          </ac:spMkLst>
        </pc:spChg>
      </pc:sldChg>
      <pc:sldChg chg="modSp add modAnim">
        <pc:chgData name="翟 锐" userId="fef11181f709266a" providerId="LiveId" clId="{9186E0CD-109D-47DE-8883-49F901FD74B3}" dt="2020-08-11T16:11:20.565" v="1052"/>
        <pc:sldMkLst>
          <pc:docMk/>
          <pc:sldMk cId="2187263885" sldId="541"/>
        </pc:sldMkLst>
        <pc:spChg chg="mod">
          <ac:chgData name="翟 锐" userId="fef11181f709266a" providerId="LiveId" clId="{9186E0CD-109D-47DE-8883-49F901FD74B3}" dt="2020-08-11T16:11:20.565" v="1052"/>
          <ac:spMkLst>
            <pc:docMk/>
            <pc:sldMk cId="2187263885" sldId="541"/>
            <ac:spMk id="2" creationId="{00000000-0000-0000-0000-000000000000}"/>
          </ac:spMkLst>
        </pc:spChg>
      </pc:sldChg>
      <pc:sldChg chg="addSp delSp modSp add mod modAnim">
        <pc:chgData name="翟 锐" userId="fef11181f709266a" providerId="LiveId" clId="{9186E0CD-109D-47DE-8883-49F901FD74B3}" dt="2020-08-11T16:13:11.843" v="1072" actId="1076"/>
        <pc:sldMkLst>
          <pc:docMk/>
          <pc:sldMk cId="4268977075" sldId="542"/>
        </pc:sldMkLst>
        <pc:spChg chg="del">
          <ac:chgData name="翟 锐" userId="fef11181f709266a" providerId="LiveId" clId="{9186E0CD-109D-47DE-8883-49F901FD74B3}" dt="2020-08-11T16:13:04.150" v="1068" actId="478"/>
          <ac:spMkLst>
            <pc:docMk/>
            <pc:sldMk cId="4268977075" sldId="542"/>
            <ac:spMk id="2" creationId="{68BE803F-4276-4627-98A0-2E55678B4FBF}"/>
          </ac:spMkLst>
        </pc:spChg>
        <pc:spChg chg="del">
          <ac:chgData name="翟 锐" userId="fef11181f709266a" providerId="LiveId" clId="{9186E0CD-109D-47DE-8883-49F901FD74B3}" dt="2020-08-11T16:13:05.230" v="1069" actId="478"/>
          <ac:spMkLst>
            <pc:docMk/>
            <pc:sldMk cId="4268977075" sldId="542"/>
            <ac:spMk id="4" creationId="{60772012-02DA-4046-8B29-070025C1F626}"/>
          </ac:spMkLst>
        </pc:spChg>
        <pc:spChg chg="del">
          <ac:chgData name="翟 锐" userId="fef11181f709266a" providerId="LiveId" clId="{9186E0CD-109D-47DE-8883-49F901FD74B3}" dt="2020-08-11T16:13:02.956" v="1067" actId="478"/>
          <ac:spMkLst>
            <pc:docMk/>
            <pc:sldMk cId="4268977075" sldId="542"/>
            <ac:spMk id="5" creationId="{4F7ABC7F-BE55-4D56-A893-AC3B05A98D1F}"/>
          </ac:spMkLst>
        </pc:spChg>
        <pc:spChg chg="add mod">
          <ac:chgData name="翟 锐" userId="fef11181f709266a" providerId="LiveId" clId="{9186E0CD-109D-47DE-8883-49F901FD74B3}" dt="2020-08-11T16:13:11.843" v="1072" actId="1076"/>
          <ac:spMkLst>
            <pc:docMk/>
            <pc:sldMk cId="4268977075" sldId="542"/>
            <ac:spMk id="8" creationId="{B9966E90-DCB1-45A5-AC53-E13C134C1324}"/>
          </ac:spMkLst>
        </pc:spChg>
        <pc:spChg chg="add mod">
          <ac:chgData name="翟 锐" userId="fef11181f709266a" providerId="LiveId" clId="{9186E0CD-109D-47DE-8883-49F901FD74B3}" dt="2020-08-11T16:13:11.843" v="1072" actId="1076"/>
          <ac:spMkLst>
            <pc:docMk/>
            <pc:sldMk cId="4268977075" sldId="542"/>
            <ac:spMk id="9" creationId="{94F80E5C-5EB9-4133-AC17-07AEF773870C}"/>
          </ac:spMkLst>
        </pc:spChg>
        <pc:spChg chg="add mod">
          <ac:chgData name="翟 锐" userId="fef11181f709266a" providerId="LiveId" clId="{9186E0CD-109D-47DE-8883-49F901FD74B3}" dt="2020-08-11T16:13:11.843" v="1072" actId="1076"/>
          <ac:spMkLst>
            <pc:docMk/>
            <pc:sldMk cId="4268977075" sldId="542"/>
            <ac:spMk id="10" creationId="{611A3FE5-2FB1-4CAD-B589-0B8FDCB9304B}"/>
          </ac:spMkLst>
        </pc:spChg>
        <pc:spChg chg="add mod">
          <ac:chgData name="翟 锐" userId="fef11181f709266a" providerId="LiveId" clId="{9186E0CD-109D-47DE-8883-49F901FD74B3}" dt="2020-08-11T16:13:11.843" v="1072" actId="1076"/>
          <ac:spMkLst>
            <pc:docMk/>
            <pc:sldMk cId="4268977075" sldId="542"/>
            <ac:spMk id="11" creationId="{0874FFC6-E1C8-43DC-A9CC-F11F4F3D3CCF}"/>
          </ac:spMkLst>
        </pc:spChg>
        <pc:spChg chg="add mod">
          <ac:chgData name="翟 锐" userId="fef11181f709266a" providerId="LiveId" clId="{9186E0CD-109D-47DE-8883-49F901FD74B3}" dt="2020-08-11T16:13:11.843" v="1072" actId="1076"/>
          <ac:spMkLst>
            <pc:docMk/>
            <pc:sldMk cId="4268977075" sldId="542"/>
            <ac:spMk id="12" creationId="{BCD1AE5C-4EF4-4279-BE21-01A4A1C67C6B}"/>
          </ac:spMkLst>
        </pc:spChg>
        <pc:spChg chg="add mod">
          <ac:chgData name="翟 锐" userId="fef11181f709266a" providerId="LiveId" clId="{9186E0CD-109D-47DE-8883-49F901FD74B3}" dt="2020-08-11T16:13:11.843" v="1072" actId="1076"/>
          <ac:spMkLst>
            <pc:docMk/>
            <pc:sldMk cId="4268977075" sldId="542"/>
            <ac:spMk id="13" creationId="{47EC0052-FB41-4EE7-96FA-F317C98D5BF9}"/>
          </ac:spMkLst>
        </pc:spChg>
        <pc:spChg chg="mod">
          <ac:chgData name="翟 锐" userId="fef11181f709266a" providerId="LiveId" clId="{9186E0CD-109D-47DE-8883-49F901FD74B3}" dt="2020-08-11T16:13:00.850" v="1066"/>
          <ac:spMkLst>
            <pc:docMk/>
            <pc:sldMk cId="4268977075" sldId="542"/>
            <ac:spMk id="35" creationId="{00000000-0000-0000-0000-000000000000}"/>
          </ac:spMkLst>
        </pc:spChg>
        <pc:cxnChg chg="add mod">
          <ac:chgData name="翟 锐" userId="fef11181f709266a" providerId="LiveId" clId="{9186E0CD-109D-47DE-8883-49F901FD74B3}" dt="2020-08-11T16:13:11.843" v="1072" actId="1076"/>
          <ac:cxnSpMkLst>
            <pc:docMk/>
            <pc:sldMk cId="4268977075" sldId="542"/>
            <ac:cxnSpMk id="14" creationId="{7AD93645-58EE-4513-9EE1-15867E854D2D}"/>
          </ac:cxnSpMkLst>
        </pc:cxnChg>
        <pc:cxnChg chg="add mod">
          <ac:chgData name="翟 锐" userId="fef11181f709266a" providerId="LiveId" clId="{9186E0CD-109D-47DE-8883-49F901FD74B3}" dt="2020-08-11T16:13:11.843" v="1072" actId="1076"/>
          <ac:cxnSpMkLst>
            <pc:docMk/>
            <pc:sldMk cId="4268977075" sldId="542"/>
            <ac:cxnSpMk id="15" creationId="{27519793-2C99-46A8-8EA3-9A419AE25087}"/>
          </ac:cxnSpMkLst>
        </pc:cxnChg>
      </pc:sldChg>
      <pc:sldChg chg="addSp delSp modSp add mod modAnim">
        <pc:chgData name="翟 锐" userId="fef11181f709266a" providerId="LiveId" clId="{9186E0CD-109D-47DE-8883-49F901FD74B3}" dt="2020-08-11T16:15:40.254" v="1088" actId="1076"/>
        <pc:sldMkLst>
          <pc:docMk/>
          <pc:sldMk cId="3066006978" sldId="543"/>
        </pc:sldMkLst>
        <pc:spChg chg="del">
          <ac:chgData name="翟 锐" userId="fef11181f709266a" providerId="LiveId" clId="{9186E0CD-109D-47DE-8883-49F901FD74B3}" dt="2020-08-11T16:15:34.856" v="1086" actId="478"/>
          <ac:spMkLst>
            <pc:docMk/>
            <pc:sldMk cId="3066006978" sldId="543"/>
            <ac:spMk id="2" creationId="{68BE803F-4276-4627-98A0-2E55678B4FBF}"/>
          </ac:spMkLst>
        </pc:spChg>
        <pc:spChg chg="add mod">
          <ac:chgData name="翟 锐" userId="fef11181f709266a" providerId="LiveId" clId="{9186E0CD-109D-47DE-8883-49F901FD74B3}" dt="2020-08-11T16:15:40.254" v="1088" actId="1076"/>
          <ac:spMkLst>
            <pc:docMk/>
            <pc:sldMk cId="3066006978" sldId="543"/>
            <ac:spMk id="3" creationId="{E21F5563-FCCC-4E4C-BDFB-F27A5A744F9E}"/>
          </ac:spMkLst>
        </pc:spChg>
        <pc:spChg chg="del">
          <ac:chgData name="翟 锐" userId="fef11181f709266a" providerId="LiveId" clId="{9186E0CD-109D-47DE-8883-49F901FD74B3}" dt="2020-08-11T16:15:33.011" v="1085" actId="478"/>
          <ac:spMkLst>
            <pc:docMk/>
            <pc:sldMk cId="3066006978" sldId="543"/>
            <ac:spMk id="4" creationId="{60772012-02DA-4046-8B29-070025C1F626}"/>
          </ac:spMkLst>
        </pc:spChg>
        <pc:spChg chg="del">
          <ac:chgData name="翟 锐" userId="fef11181f709266a" providerId="LiveId" clId="{9186E0CD-109D-47DE-8883-49F901FD74B3}" dt="2020-08-11T16:15:31.188" v="1084" actId="478"/>
          <ac:spMkLst>
            <pc:docMk/>
            <pc:sldMk cId="3066006978" sldId="543"/>
            <ac:spMk id="5" creationId="{4F7ABC7F-BE55-4D56-A893-AC3B05A98D1F}"/>
          </ac:spMkLst>
        </pc:spChg>
        <pc:spChg chg="add mod">
          <ac:chgData name="翟 锐" userId="fef11181f709266a" providerId="LiveId" clId="{9186E0CD-109D-47DE-8883-49F901FD74B3}" dt="2020-08-11T16:15:40.254" v="1088" actId="1076"/>
          <ac:spMkLst>
            <pc:docMk/>
            <pc:sldMk cId="3066006978" sldId="543"/>
            <ac:spMk id="6" creationId="{9F148DB5-8D89-4207-846E-0A0466D822D2}"/>
          </ac:spMkLst>
        </pc:spChg>
        <pc:spChg chg="add mod">
          <ac:chgData name="翟 锐" userId="fef11181f709266a" providerId="LiveId" clId="{9186E0CD-109D-47DE-8883-49F901FD74B3}" dt="2020-08-11T16:15:40.254" v="1088" actId="1076"/>
          <ac:spMkLst>
            <pc:docMk/>
            <pc:sldMk cId="3066006978" sldId="543"/>
            <ac:spMk id="7" creationId="{B116A3EF-8751-4392-8C10-71C9A2F7FE3E}"/>
          </ac:spMkLst>
        </pc:spChg>
        <pc:spChg chg="add mod">
          <ac:chgData name="翟 锐" userId="fef11181f709266a" providerId="LiveId" clId="{9186E0CD-109D-47DE-8883-49F901FD74B3}" dt="2020-08-11T16:15:40.254" v="1088" actId="1076"/>
          <ac:spMkLst>
            <pc:docMk/>
            <pc:sldMk cId="3066006978" sldId="543"/>
            <ac:spMk id="9" creationId="{E3E5F65A-FA0E-4F98-9F48-7149AE6E362D}"/>
          </ac:spMkLst>
        </pc:spChg>
        <pc:spChg chg="mod">
          <ac:chgData name="翟 锐" userId="fef11181f709266a" providerId="LiveId" clId="{9186E0CD-109D-47DE-8883-49F901FD74B3}" dt="2020-08-11T16:15:20.958" v="1081"/>
          <ac:spMkLst>
            <pc:docMk/>
            <pc:sldMk cId="3066006978" sldId="543"/>
            <ac:spMk id="35" creationId="{00000000-0000-0000-0000-000000000000}"/>
          </ac:spMkLst>
        </pc:spChg>
      </pc:sldChg>
      <pc:sldChg chg="addSp delSp modSp add mod modAnim">
        <pc:chgData name="翟 锐" userId="fef11181f709266a" providerId="LiveId" clId="{9186E0CD-109D-47DE-8883-49F901FD74B3}" dt="2020-08-11T16:16:32.506" v="1110" actId="1076"/>
        <pc:sldMkLst>
          <pc:docMk/>
          <pc:sldMk cId="2121332260" sldId="544"/>
        </pc:sldMkLst>
        <pc:spChg chg="del">
          <ac:chgData name="翟 锐" userId="fef11181f709266a" providerId="LiveId" clId="{9186E0CD-109D-47DE-8883-49F901FD74B3}" dt="2020-08-11T16:16:07.594" v="1101" actId="478"/>
          <ac:spMkLst>
            <pc:docMk/>
            <pc:sldMk cId="2121332260" sldId="544"/>
            <ac:spMk id="3" creationId="{E21F5563-FCCC-4E4C-BDFB-F27A5A744F9E}"/>
          </ac:spMkLst>
        </pc:spChg>
        <pc:spChg chg="del">
          <ac:chgData name="翟 锐" userId="fef11181f709266a" providerId="LiveId" clId="{9186E0CD-109D-47DE-8883-49F901FD74B3}" dt="2020-08-11T16:16:05.051" v="1099" actId="478"/>
          <ac:spMkLst>
            <pc:docMk/>
            <pc:sldMk cId="2121332260" sldId="544"/>
            <ac:spMk id="6" creationId="{9F148DB5-8D89-4207-846E-0A0466D822D2}"/>
          </ac:spMkLst>
        </pc:spChg>
        <pc:spChg chg="del">
          <ac:chgData name="翟 锐" userId="fef11181f709266a" providerId="LiveId" clId="{9186E0CD-109D-47DE-8883-49F901FD74B3}" dt="2020-08-11T16:16:05.051" v="1099" actId="478"/>
          <ac:spMkLst>
            <pc:docMk/>
            <pc:sldMk cId="2121332260" sldId="544"/>
            <ac:spMk id="7" creationId="{B116A3EF-8751-4392-8C10-71C9A2F7FE3E}"/>
          </ac:spMkLst>
        </pc:spChg>
        <pc:spChg chg="del">
          <ac:chgData name="翟 锐" userId="fef11181f709266a" providerId="LiveId" clId="{9186E0CD-109D-47DE-8883-49F901FD74B3}" dt="2020-08-11T16:16:06.356" v="1100" actId="478"/>
          <ac:spMkLst>
            <pc:docMk/>
            <pc:sldMk cId="2121332260" sldId="544"/>
            <ac:spMk id="9" creationId="{E3E5F65A-FA0E-4F98-9F48-7149AE6E362D}"/>
          </ac:spMkLst>
        </pc:spChg>
        <pc:spChg chg="add mod">
          <ac:chgData name="翟 锐" userId="fef11181f709266a" providerId="LiveId" clId="{9186E0CD-109D-47DE-8883-49F901FD74B3}" dt="2020-08-11T16:16:32.506" v="1110" actId="1076"/>
          <ac:spMkLst>
            <pc:docMk/>
            <pc:sldMk cId="2121332260" sldId="544"/>
            <ac:spMk id="10" creationId="{E79B9740-F0DF-41EA-9681-F12A24B281E2}"/>
          </ac:spMkLst>
        </pc:spChg>
        <pc:spChg chg="add mod">
          <ac:chgData name="翟 锐" userId="fef11181f709266a" providerId="LiveId" clId="{9186E0CD-109D-47DE-8883-49F901FD74B3}" dt="2020-08-11T16:16:32.506" v="1110" actId="1076"/>
          <ac:spMkLst>
            <pc:docMk/>
            <pc:sldMk cId="2121332260" sldId="544"/>
            <ac:spMk id="11" creationId="{0369D167-7506-4ECF-A75D-705C1677F1F8}"/>
          </ac:spMkLst>
        </pc:spChg>
        <pc:spChg chg="add mod">
          <ac:chgData name="翟 锐" userId="fef11181f709266a" providerId="LiveId" clId="{9186E0CD-109D-47DE-8883-49F901FD74B3}" dt="2020-08-11T16:16:32.506" v="1110" actId="1076"/>
          <ac:spMkLst>
            <pc:docMk/>
            <pc:sldMk cId="2121332260" sldId="544"/>
            <ac:spMk id="12" creationId="{87296FD4-1AEC-4E62-BE88-611A56A6F716}"/>
          </ac:spMkLst>
        </pc:spChg>
        <pc:spChg chg="add mod">
          <ac:chgData name="翟 锐" userId="fef11181f709266a" providerId="LiveId" clId="{9186E0CD-109D-47DE-8883-49F901FD74B3}" dt="2020-08-11T16:16:32.506" v="1110" actId="1076"/>
          <ac:spMkLst>
            <pc:docMk/>
            <pc:sldMk cId="2121332260" sldId="544"/>
            <ac:spMk id="14" creationId="{A566D956-C5C7-465D-9AAA-B7F86AA589DA}"/>
          </ac:spMkLst>
        </pc:spChg>
        <pc:spChg chg="add mod">
          <ac:chgData name="翟 锐" userId="fef11181f709266a" providerId="LiveId" clId="{9186E0CD-109D-47DE-8883-49F901FD74B3}" dt="2020-08-11T16:16:32.506" v="1110" actId="1076"/>
          <ac:spMkLst>
            <pc:docMk/>
            <pc:sldMk cId="2121332260" sldId="544"/>
            <ac:spMk id="15" creationId="{9454641A-75DA-45D4-AB39-F1F647A1EF11}"/>
          </ac:spMkLst>
        </pc:spChg>
        <pc:spChg chg="mod">
          <ac:chgData name="翟 锐" userId="fef11181f709266a" providerId="LiveId" clId="{9186E0CD-109D-47DE-8883-49F901FD74B3}" dt="2020-08-11T16:16:00.437" v="1098"/>
          <ac:spMkLst>
            <pc:docMk/>
            <pc:sldMk cId="2121332260" sldId="544"/>
            <ac:spMk id="35" creationId="{00000000-0000-0000-0000-000000000000}"/>
          </ac:spMkLst>
        </pc:spChg>
        <pc:cxnChg chg="add mod">
          <ac:chgData name="翟 锐" userId="fef11181f709266a" providerId="LiveId" clId="{9186E0CD-109D-47DE-8883-49F901FD74B3}" dt="2020-08-11T16:16:32.506" v="1110" actId="1076"/>
          <ac:cxnSpMkLst>
            <pc:docMk/>
            <pc:sldMk cId="2121332260" sldId="544"/>
            <ac:cxnSpMk id="13" creationId="{CF9939AD-5135-4374-A6C1-CE29A48660E0}"/>
          </ac:cxnSpMkLst>
        </pc:cxnChg>
      </pc:sldChg>
      <pc:sldChg chg="addSp modSp add mod modAnim">
        <pc:chgData name="翟 锐" userId="fef11181f709266a" providerId="LiveId" clId="{9186E0CD-109D-47DE-8883-49F901FD74B3}" dt="2020-08-11T16:22:05.261" v="1303"/>
        <pc:sldMkLst>
          <pc:docMk/>
          <pc:sldMk cId="3001398310" sldId="545"/>
        </pc:sldMkLst>
        <pc:spChg chg="add mod">
          <ac:chgData name="翟 锐" userId="fef11181f709266a" providerId="LiveId" clId="{9186E0CD-109D-47DE-8883-49F901FD74B3}" dt="2020-08-11T16:16:44.746" v="1115" actId="1076"/>
          <ac:spMkLst>
            <pc:docMk/>
            <pc:sldMk cId="3001398310" sldId="545"/>
            <ac:spMk id="5" creationId="{06499A1F-617F-4BAB-AE6B-78C9C018460D}"/>
          </ac:spMkLst>
        </pc:spChg>
        <pc:spChg chg="add mod">
          <ac:chgData name="翟 锐" userId="fef11181f709266a" providerId="LiveId" clId="{9186E0CD-109D-47DE-8883-49F901FD74B3}" dt="2020-08-11T16:16:44.746" v="1115" actId="1076"/>
          <ac:spMkLst>
            <pc:docMk/>
            <pc:sldMk cId="3001398310" sldId="545"/>
            <ac:spMk id="6" creationId="{95F545C0-D769-4A57-A763-661F06894B1F}"/>
          </ac:spMkLst>
        </pc:spChg>
        <pc:spChg chg="add mod">
          <ac:chgData name="翟 锐" userId="fef11181f709266a" providerId="LiveId" clId="{9186E0CD-109D-47DE-8883-49F901FD74B3}" dt="2020-08-11T16:16:44.746" v="1115" actId="1076"/>
          <ac:spMkLst>
            <pc:docMk/>
            <pc:sldMk cId="3001398310" sldId="545"/>
            <ac:spMk id="7" creationId="{AEBD75B0-9006-4C44-B767-0D58657E35DE}"/>
          </ac:spMkLst>
        </pc:spChg>
        <pc:spChg chg="add mod">
          <ac:chgData name="翟 锐" userId="fef11181f709266a" providerId="LiveId" clId="{9186E0CD-109D-47DE-8883-49F901FD74B3}" dt="2020-08-11T16:16:44.746" v="1115" actId="1076"/>
          <ac:spMkLst>
            <pc:docMk/>
            <pc:sldMk cId="3001398310" sldId="545"/>
            <ac:spMk id="8" creationId="{E9C8FAEA-4B2D-478D-A650-CBDBBF4AB720}"/>
          </ac:spMkLst>
        </pc:spChg>
        <pc:spChg chg="add mod">
          <ac:chgData name="翟 锐" userId="fef11181f709266a" providerId="LiveId" clId="{9186E0CD-109D-47DE-8883-49F901FD74B3}" dt="2020-08-11T16:22:05.261" v="1303"/>
          <ac:spMkLst>
            <pc:docMk/>
            <pc:sldMk cId="3001398310" sldId="545"/>
            <ac:spMk id="9" creationId="{D9B1C74C-D0DD-4F94-949E-4E84CB46013B}"/>
          </ac:spMkLst>
        </pc:spChg>
        <pc:spChg chg="add mod">
          <ac:chgData name="翟 锐" userId="fef11181f709266a" providerId="LiveId" clId="{9186E0CD-109D-47DE-8883-49F901FD74B3}" dt="2020-08-11T16:16:44.746" v="1115" actId="1076"/>
          <ac:spMkLst>
            <pc:docMk/>
            <pc:sldMk cId="3001398310" sldId="545"/>
            <ac:spMk id="10" creationId="{DB033CE5-D1BD-4E56-83F2-1CBD8F7EDC46}"/>
          </ac:spMkLst>
        </pc:spChg>
        <pc:spChg chg="mod">
          <ac:chgData name="翟 锐" userId="fef11181f709266a" providerId="LiveId" clId="{9186E0CD-109D-47DE-8883-49F901FD74B3}" dt="2020-08-11T16:16:47.895" v="1122"/>
          <ac:spMkLst>
            <pc:docMk/>
            <pc:sldMk cId="3001398310" sldId="545"/>
            <ac:spMk id="35" creationId="{00000000-0000-0000-0000-000000000000}"/>
          </ac:spMkLst>
        </pc:spChg>
      </pc:sldChg>
      <pc:sldChg chg="addSp modSp add mod modAnim">
        <pc:chgData name="翟 锐" userId="fef11181f709266a" providerId="LiveId" clId="{9186E0CD-109D-47DE-8883-49F901FD74B3}" dt="2020-08-11T16:22:00.601" v="1302"/>
        <pc:sldMkLst>
          <pc:docMk/>
          <pc:sldMk cId="1302138740" sldId="546"/>
        </pc:sldMkLst>
        <pc:spChg chg="add mod">
          <ac:chgData name="翟 锐" userId="fef11181f709266a" providerId="LiveId" clId="{9186E0CD-109D-47DE-8883-49F901FD74B3}" dt="2020-08-11T16:17:08.327" v="1130" actId="1076"/>
          <ac:spMkLst>
            <pc:docMk/>
            <pc:sldMk cId="1302138740" sldId="546"/>
            <ac:spMk id="5" creationId="{DB562953-BF9D-493D-AE05-D66346D0C909}"/>
          </ac:spMkLst>
        </pc:spChg>
        <pc:spChg chg="add mod">
          <ac:chgData name="翟 锐" userId="fef11181f709266a" providerId="LiveId" clId="{9186E0CD-109D-47DE-8883-49F901FD74B3}" dt="2020-08-11T16:17:08.327" v="1130" actId="1076"/>
          <ac:spMkLst>
            <pc:docMk/>
            <pc:sldMk cId="1302138740" sldId="546"/>
            <ac:spMk id="6" creationId="{1BFC8A6E-FE92-4841-929E-D7EBDB8D6B01}"/>
          </ac:spMkLst>
        </pc:spChg>
        <pc:spChg chg="add mod">
          <ac:chgData name="翟 锐" userId="fef11181f709266a" providerId="LiveId" clId="{9186E0CD-109D-47DE-8883-49F901FD74B3}" dt="2020-08-11T16:17:08.327" v="1130" actId="1076"/>
          <ac:spMkLst>
            <pc:docMk/>
            <pc:sldMk cId="1302138740" sldId="546"/>
            <ac:spMk id="7" creationId="{48869B14-C5C2-4273-A72C-9EAECC6688A0}"/>
          </ac:spMkLst>
        </pc:spChg>
        <pc:spChg chg="add mod">
          <ac:chgData name="翟 锐" userId="fef11181f709266a" providerId="LiveId" clId="{9186E0CD-109D-47DE-8883-49F901FD74B3}" dt="2020-08-11T16:17:08.327" v="1130" actId="1076"/>
          <ac:spMkLst>
            <pc:docMk/>
            <pc:sldMk cId="1302138740" sldId="546"/>
            <ac:spMk id="8" creationId="{D88F7F40-8D27-4E6A-B09D-6A75F5476B23}"/>
          </ac:spMkLst>
        </pc:spChg>
        <pc:spChg chg="add mod">
          <ac:chgData name="翟 锐" userId="fef11181f709266a" providerId="LiveId" clId="{9186E0CD-109D-47DE-8883-49F901FD74B3}" dt="2020-08-11T16:22:00.601" v="1302"/>
          <ac:spMkLst>
            <pc:docMk/>
            <pc:sldMk cId="1302138740" sldId="546"/>
            <ac:spMk id="9" creationId="{73DF9912-213D-4362-91BB-2E652C442CED}"/>
          </ac:spMkLst>
        </pc:spChg>
        <pc:spChg chg="mod">
          <ac:chgData name="翟 锐" userId="fef11181f709266a" providerId="LiveId" clId="{9186E0CD-109D-47DE-8883-49F901FD74B3}" dt="2020-08-11T16:16:58.371" v="1126"/>
          <ac:spMkLst>
            <pc:docMk/>
            <pc:sldMk cId="1302138740" sldId="546"/>
            <ac:spMk id="35" creationId="{00000000-0000-0000-0000-000000000000}"/>
          </ac:spMkLst>
        </pc:spChg>
      </pc:sldChg>
      <pc:sldChg chg="addSp modSp add mod modAnim">
        <pc:chgData name="翟 锐" userId="fef11181f709266a" providerId="LiveId" clId="{9186E0CD-109D-47DE-8883-49F901FD74B3}" dt="2020-08-11T16:17:31.300" v="1142" actId="1076"/>
        <pc:sldMkLst>
          <pc:docMk/>
          <pc:sldMk cId="1402210149" sldId="547"/>
        </pc:sldMkLst>
        <pc:spChg chg="add mod">
          <ac:chgData name="翟 锐" userId="fef11181f709266a" providerId="LiveId" clId="{9186E0CD-109D-47DE-8883-49F901FD74B3}" dt="2020-08-11T16:17:31.300" v="1142" actId="1076"/>
          <ac:spMkLst>
            <pc:docMk/>
            <pc:sldMk cId="1402210149" sldId="547"/>
            <ac:spMk id="5" creationId="{D44D78F8-BF0F-4FC8-9A17-6AD1BFDFD7E6}"/>
          </ac:spMkLst>
        </pc:spChg>
        <pc:spChg chg="add mod">
          <ac:chgData name="翟 锐" userId="fef11181f709266a" providerId="LiveId" clId="{9186E0CD-109D-47DE-8883-49F901FD74B3}" dt="2020-08-11T16:17:31.300" v="1142" actId="1076"/>
          <ac:spMkLst>
            <pc:docMk/>
            <pc:sldMk cId="1402210149" sldId="547"/>
            <ac:spMk id="6" creationId="{12D631DF-3ED9-4C6B-9817-6C251BD453CE}"/>
          </ac:spMkLst>
        </pc:spChg>
        <pc:spChg chg="add mod">
          <ac:chgData name="翟 锐" userId="fef11181f709266a" providerId="LiveId" clId="{9186E0CD-109D-47DE-8883-49F901FD74B3}" dt="2020-08-11T16:17:31.300" v="1142" actId="1076"/>
          <ac:spMkLst>
            <pc:docMk/>
            <pc:sldMk cId="1402210149" sldId="547"/>
            <ac:spMk id="7" creationId="{8C4FE580-18DF-4EB2-B2ED-C00139D1D41F}"/>
          </ac:spMkLst>
        </pc:spChg>
        <pc:spChg chg="mod">
          <ac:chgData name="翟 锐" userId="fef11181f709266a" providerId="LiveId" clId="{9186E0CD-109D-47DE-8883-49F901FD74B3}" dt="2020-08-11T16:17:17.490" v="1139"/>
          <ac:spMkLst>
            <pc:docMk/>
            <pc:sldMk cId="1402210149" sldId="547"/>
            <ac:spMk id="35" creationId="{00000000-0000-0000-0000-000000000000}"/>
          </ac:spMkLst>
        </pc:spChg>
      </pc:sldChg>
      <pc:sldChg chg="addSp delSp modSp add mod">
        <pc:chgData name="翟 锐" userId="fef11181f709266a" providerId="LiveId" clId="{9186E0CD-109D-47DE-8883-49F901FD74B3}" dt="2020-08-11T16:17:55.225" v="1154" actId="1076"/>
        <pc:sldMkLst>
          <pc:docMk/>
          <pc:sldMk cId="1131462340" sldId="548"/>
        </pc:sldMkLst>
        <pc:spChg chg="add mod">
          <ac:chgData name="翟 锐" userId="fef11181f709266a" providerId="LiveId" clId="{9186E0CD-109D-47DE-8883-49F901FD74B3}" dt="2020-08-11T16:17:55.225" v="1154" actId="1076"/>
          <ac:spMkLst>
            <pc:docMk/>
            <pc:sldMk cId="1131462340" sldId="548"/>
            <ac:spMk id="3" creationId="{E7B1E7AC-41C9-4730-B250-19F6BFF1524A}"/>
          </ac:spMkLst>
        </pc:spChg>
        <pc:spChg chg="add del">
          <ac:chgData name="翟 锐" userId="fef11181f709266a" providerId="LiveId" clId="{9186E0CD-109D-47DE-8883-49F901FD74B3}" dt="2020-08-11T16:17:38.790" v="1148" actId="22"/>
          <ac:spMkLst>
            <pc:docMk/>
            <pc:sldMk cId="1131462340" sldId="548"/>
            <ac:spMk id="6" creationId="{CDF02331-1BFD-4A07-90FA-94607652ACA5}"/>
          </ac:spMkLst>
        </pc:spChg>
        <pc:spChg chg="mod">
          <ac:chgData name="翟 锐" userId="fef11181f709266a" providerId="LiveId" clId="{9186E0CD-109D-47DE-8883-49F901FD74B3}" dt="2020-08-11T16:17:48.127" v="1151" actId="6549"/>
          <ac:spMkLst>
            <pc:docMk/>
            <pc:sldMk cId="1131462340" sldId="548"/>
            <ac:spMk id="35" creationId="{00000000-0000-0000-0000-000000000000}"/>
          </ac:spMkLst>
        </pc:spChg>
      </pc:sldChg>
      <pc:sldChg chg="add del">
        <pc:chgData name="翟 锐" userId="fef11181f709266a" providerId="LiveId" clId="{9186E0CD-109D-47DE-8883-49F901FD74B3}" dt="2020-08-11T16:17:57.922" v="1156" actId="47"/>
        <pc:sldMkLst>
          <pc:docMk/>
          <pc:sldMk cId="1616690941" sldId="549"/>
        </pc:sldMkLst>
      </pc:sldChg>
      <pc:sldChg chg="addSp modSp add del mod ord modAnim">
        <pc:chgData name="翟 锐" userId="fef11181f709266a" providerId="LiveId" clId="{9186E0CD-109D-47DE-8883-49F901FD74B3}" dt="2020-08-12T03:35:12.364" v="2622" actId="47"/>
        <pc:sldMkLst>
          <pc:docMk/>
          <pc:sldMk cId="2631393082" sldId="550"/>
        </pc:sldMkLst>
        <pc:spChg chg="add mod">
          <ac:chgData name="翟 锐" userId="fef11181f709266a" providerId="LiveId" clId="{9186E0CD-109D-47DE-8883-49F901FD74B3}" dt="2020-08-11T16:18:22.571" v="1161" actId="1076"/>
          <ac:spMkLst>
            <pc:docMk/>
            <pc:sldMk cId="2631393082" sldId="550"/>
            <ac:spMk id="5" creationId="{7E34BA87-904A-45C5-90E6-1953BEB49875}"/>
          </ac:spMkLst>
        </pc:spChg>
        <pc:spChg chg="add mod">
          <ac:chgData name="翟 锐" userId="fef11181f709266a" providerId="LiveId" clId="{9186E0CD-109D-47DE-8883-49F901FD74B3}" dt="2020-08-11T16:18:22.571" v="1161" actId="1076"/>
          <ac:spMkLst>
            <pc:docMk/>
            <pc:sldMk cId="2631393082" sldId="550"/>
            <ac:spMk id="6" creationId="{5F488491-9A01-464F-82F7-DC6FA59A5CF1}"/>
          </ac:spMkLst>
        </pc:spChg>
        <pc:spChg chg="add mod">
          <ac:chgData name="翟 锐" userId="fef11181f709266a" providerId="LiveId" clId="{9186E0CD-109D-47DE-8883-49F901FD74B3}" dt="2020-08-11T16:18:22.571" v="1161" actId="1076"/>
          <ac:spMkLst>
            <pc:docMk/>
            <pc:sldMk cId="2631393082" sldId="550"/>
            <ac:spMk id="7" creationId="{BBFDCC0E-CF4C-42E3-B9E4-930154E1D9B3}"/>
          </ac:spMkLst>
        </pc:spChg>
        <pc:spChg chg="add mod">
          <ac:chgData name="翟 锐" userId="fef11181f709266a" providerId="LiveId" clId="{9186E0CD-109D-47DE-8883-49F901FD74B3}" dt="2020-08-11T16:18:22.571" v="1161" actId="1076"/>
          <ac:spMkLst>
            <pc:docMk/>
            <pc:sldMk cId="2631393082" sldId="550"/>
            <ac:spMk id="8" creationId="{5C3175BB-AED5-4753-A0CA-0F9E1E6D88EE}"/>
          </ac:spMkLst>
        </pc:spChg>
        <pc:spChg chg="mod">
          <ac:chgData name="翟 锐" userId="fef11181f709266a" providerId="LiveId" clId="{9186E0CD-109D-47DE-8883-49F901FD74B3}" dt="2020-08-11T16:18:27.639" v="1173"/>
          <ac:spMkLst>
            <pc:docMk/>
            <pc:sldMk cId="2631393082" sldId="550"/>
            <ac:spMk id="35" creationId="{00000000-0000-0000-0000-000000000000}"/>
          </ac:spMkLst>
        </pc:spChg>
      </pc:sldChg>
      <pc:sldChg chg="new del">
        <pc:chgData name="翟 锐" userId="fef11181f709266a" providerId="LiveId" clId="{9186E0CD-109D-47DE-8883-49F901FD74B3}" dt="2020-08-11T16:59:53.122" v="1307" actId="47"/>
        <pc:sldMkLst>
          <pc:docMk/>
          <pc:sldMk cId="2641076861" sldId="551"/>
        </pc:sldMkLst>
      </pc:sldChg>
      <pc:sldChg chg="addSp delSp modSp add mod addAnim delAnim modAnim">
        <pc:chgData name="翟 锐" userId="fef11181f709266a" providerId="LiveId" clId="{9186E0CD-109D-47DE-8883-49F901FD74B3}" dt="2020-08-12T03:11:35.970" v="1589"/>
        <pc:sldMkLst>
          <pc:docMk/>
          <pc:sldMk cId="2698599430" sldId="551"/>
        </pc:sldMkLst>
        <pc:spChg chg="add del">
          <ac:chgData name="翟 锐" userId="fef11181f709266a" providerId="LiveId" clId="{9186E0CD-109D-47DE-8883-49F901FD74B3}" dt="2020-08-12T03:04:31.864" v="1330" actId="22"/>
          <ac:spMkLst>
            <pc:docMk/>
            <pc:sldMk cId="2698599430" sldId="551"/>
            <ac:spMk id="2" creationId="{F3AEA15A-20CF-4266-86D1-5EBF1DB2C5E1}"/>
          </ac:spMkLst>
        </pc:spChg>
        <pc:spChg chg="add mod">
          <ac:chgData name="翟 锐" userId="fef11181f709266a" providerId="LiveId" clId="{9186E0CD-109D-47DE-8883-49F901FD74B3}" dt="2020-08-12T03:11:35.970" v="1589"/>
          <ac:spMkLst>
            <pc:docMk/>
            <pc:sldMk cId="2698599430" sldId="551"/>
            <ac:spMk id="3" creationId="{AC6161EA-6216-4628-BF76-23CC3008F797}"/>
          </ac:spMkLst>
        </pc:spChg>
        <pc:spChg chg="add del">
          <ac:chgData name="翟 锐" userId="fef11181f709266a" providerId="LiveId" clId="{9186E0CD-109D-47DE-8883-49F901FD74B3}" dt="2020-08-12T03:10:52.704" v="1578"/>
          <ac:spMkLst>
            <pc:docMk/>
            <pc:sldMk cId="2698599430" sldId="551"/>
            <ac:spMk id="4" creationId="{B380DB9A-6C1C-4962-B888-4B61B4734261}"/>
          </ac:spMkLst>
        </pc:spChg>
        <pc:spChg chg="del">
          <ac:chgData name="翟 锐" userId="fef11181f709266a" providerId="LiveId" clId="{9186E0CD-109D-47DE-8883-49F901FD74B3}" dt="2020-08-11T17:02:56.218" v="1320" actId="478"/>
          <ac:spMkLst>
            <pc:docMk/>
            <pc:sldMk cId="2698599430" sldId="551"/>
            <ac:spMk id="5" creationId="{7E34BA87-904A-45C5-90E6-1953BEB49875}"/>
          </ac:spMkLst>
        </pc:spChg>
        <pc:spChg chg="del">
          <ac:chgData name="翟 锐" userId="fef11181f709266a" providerId="LiveId" clId="{9186E0CD-109D-47DE-8883-49F901FD74B3}" dt="2020-08-11T17:02:57.839" v="1321" actId="478"/>
          <ac:spMkLst>
            <pc:docMk/>
            <pc:sldMk cId="2698599430" sldId="551"/>
            <ac:spMk id="6" creationId="{5F488491-9A01-464F-82F7-DC6FA59A5CF1}"/>
          </ac:spMkLst>
        </pc:spChg>
        <pc:spChg chg="add del mod">
          <ac:chgData name="翟 锐" userId="fef11181f709266a" providerId="LiveId" clId="{9186E0CD-109D-47DE-8883-49F901FD74B3}" dt="2020-08-12T03:05:56.711" v="1424" actId="478"/>
          <ac:spMkLst>
            <pc:docMk/>
            <pc:sldMk cId="2698599430" sldId="551"/>
            <ac:spMk id="7" creationId="{BBFDCC0E-CF4C-42E3-B9E4-930154E1D9B3}"/>
          </ac:spMkLst>
        </pc:spChg>
        <pc:spChg chg="del">
          <ac:chgData name="翟 锐" userId="fef11181f709266a" providerId="LiveId" clId="{9186E0CD-109D-47DE-8883-49F901FD74B3}" dt="2020-08-11T17:02:53.745" v="1319" actId="478"/>
          <ac:spMkLst>
            <pc:docMk/>
            <pc:sldMk cId="2698599430" sldId="551"/>
            <ac:spMk id="8" creationId="{5C3175BB-AED5-4753-A0CA-0F9E1E6D88EE}"/>
          </ac:spMkLst>
        </pc:spChg>
        <pc:spChg chg="add del">
          <ac:chgData name="翟 锐" userId="fef11181f709266a" providerId="LiveId" clId="{9186E0CD-109D-47DE-8883-49F901FD74B3}" dt="2020-08-12T03:10:54.030" v="1580"/>
          <ac:spMkLst>
            <pc:docMk/>
            <pc:sldMk cId="2698599430" sldId="551"/>
            <ac:spMk id="10" creationId="{429064F2-19EA-456F-8EA6-1EE65503EFB1}"/>
          </ac:spMkLst>
        </pc:spChg>
      </pc:sldChg>
      <pc:sldChg chg="new del">
        <pc:chgData name="翟 锐" userId="fef11181f709266a" providerId="LiveId" clId="{9186E0CD-109D-47DE-8883-49F901FD74B3}" dt="2020-08-12T03:10:07.368" v="1567" actId="47"/>
        <pc:sldMkLst>
          <pc:docMk/>
          <pc:sldMk cId="1187509460" sldId="552"/>
        </pc:sldMkLst>
      </pc:sldChg>
      <pc:sldChg chg="addSp delSp modSp add mod addAnim delAnim modAnim">
        <pc:chgData name="翟 锐" userId="fef11181f709266a" providerId="LiveId" clId="{9186E0CD-109D-47DE-8883-49F901FD74B3}" dt="2020-08-12T03:33:48.735" v="2579" actId="1076"/>
        <pc:sldMkLst>
          <pc:docMk/>
          <pc:sldMk cId="4057853856" sldId="552"/>
        </pc:sldMkLst>
        <pc:spChg chg="add del">
          <ac:chgData name="翟 锐" userId="fef11181f709266a" providerId="LiveId" clId="{9186E0CD-109D-47DE-8883-49F901FD74B3}" dt="2020-08-12T03:15:32.963" v="1806"/>
          <ac:spMkLst>
            <pc:docMk/>
            <pc:sldMk cId="4057853856" sldId="552"/>
            <ac:spMk id="2" creationId="{4C3C63B0-F2D8-498A-89F1-19226BD9B45B}"/>
          </ac:spMkLst>
        </pc:spChg>
        <pc:spChg chg="del">
          <ac:chgData name="翟 锐" userId="fef11181f709266a" providerId="LiveId" clId="{9186E0CD-109D-47DE-8883-49F901FD74B3}" dt="2020-08-12T03:12:07.896" v="1590" actId="478"/>
          <ac:spMkLst>
            <pc:docMk/>
            <pc:sldMk cId="4057853856" sldId="552"/>
            <ac:spMk id="3" creationId="{E7B1E7AC-41C9-4730-B250-19F6BFF1524A}"/>
          </ac:spMkLst>
        </pc:spChg>
        <pc:spChg chg="add mod">
          <ac:chgData name="翟 锐" userId="fef11181f709266a" providerId="LiveId" clId="{9186E0CD-109D-47DE-8883-49F901FD74B3}" dt="2020-08-12T03:33:48.735" v="2579" actId="1076"/>
          <ac:spMkLst>
            <pc:docMk/>
            <pc:sldMk cId="4057853856" sldId="552"/>
            <ac:spMk id="4" creationId="{97B310AD-FF3D-4686-A7E0-B3FEF148CCB9}"/>
          </ac:spMkLst>
        </pc:spChg>
        <pc:spChg chg="add mod">
          <ac:chgData name="翟 锐" userId="fef11181f709266a" providerId="LiveId" clId="{9186E0CD-109D-47DE-8883-49F901FD74B3}" dt="2020-08-12T03:18:54.081" v="1847" actId="164"/>
          <ac:spMkLst>
            <pc:docMk/>
            <pc:sldMk cId="4057853856" sldId="552"/>
            <ac:spMk id="5" creationId="{ADD5EE36-762B-4418-BC5E-C4CC7E579FFE}"/>
          </ac:spMkLst>
        </pc:spChg>
        <pc:spChg chg="add del mod">
          <ac:chgData name="翟 锐" userId="fef11181f709266a" providerId="LiveId" clId="{9186E0CD-109D-47DE-8883-49F901FD74B3}" dt="2020-08-12T03:16:56.866" v="1814" actId="478"/>
          <ac:spMkLst>
            <pc:docMk/>
            <pc:sldMk cId="4057853856" sldId="552"/>
            <ac:spMk id="6" creationId="{6C109422-B3F4-4C40-9F02-10FE6425DB35}"/>
          </ac:spMkLst>
        </pc:spChg>
        <pc:spChg chg="add mod">
          <ac:chgData name="翟 锐" userId="fef11181f709266a" providerId="LiveId" clId="{9186E0CD-109D-47DE-8883-49F901FD74B3}" dt="2020-08-12T03:18:54.081" v="1847" actId="164"/>
          <ac:spMkLst>
            <pc:docMk/>
            <pc:sldMk cId="4057853856" sldId="552"/>
            <ac:spMk id="7" creationId="{0F77B9A7-C4F8-42FF-9BAA-69A2C0C88382}"/>
          </ac:spMkLst>
        </pc:spChg>
        <pc:spChg chg="add del mod">
          <ac:chgData name="翟 锐" userId="fef11181f709266a" providerId="LiveId" clId="{9186E0CD-109D-47DE-8883-49F901FD74B3}" dt="2020-08-12T03:16:45.774" v="1811" actId="478"/>
          <ac:spMkLst>
            <pc:docMk/>
            <pc:sldMk cId="4057853856" sldId="552"/>
            <ac:spMk id="8" creationId="{8DBDFA32-731E-4A5A-A512-291C9579CA61}"/>
          </ac:spMkLst>
        </pc:spChg>
        <pc:spChg chg="add mod">
          <ac:chgData name="翟 锐" userId="fef11181f709266a" providerId="LiveId" clId="{9186E0CD-109D-47DE-8883-49F901FD74B3}" dt="2020-08-12T03:18:54.081" v="1847" actId="164"/>
          <ac:spMkLst>
            <pc:docMk/>
            <pc:sldMk cId="4057853856" sldId="552"/>
            <ac:spMk id="10" creationId="{75BFE876-6AC0-4B95-80DD-6017DC75920C}"/>
          </ac:spMkLst>
        </pc:spChg>
        <pc:spChg chg="add mod">
          <ac:chgData name="翟 锐" userId="fef11181f709266a" providerId="LiveId" clId="{9186E0CD-109D-47DE-8883-49F901FD74B3}" dt="2020-08-12T03:18:54.081" v="1847" actId="164"/>
          <ac:spMkLst>
            <pc:docMk/>
            <pc:sldMk cId="4057853856" sldId="552"/>
            <ac:spMk id="11" creationId="{3D1FBD4F-3224-4907-A1DF-E40046F52CEB}"/>
          </ac:spMkLst>
        </pc:spChg>
        <pc:spChg chg="add mod">
          <ac:chgData name="翟 锐" userId="fef11181f709266a" providerId="LiveId" clId="{9186E0CD-109D-47DE-8883-49F901FD74B3}" dt="2020-08-12T03:23:58.044" v="2032" actId="1076"/>
          <ac:spMkLst>
            <pc:docMk/>
            <pc:sldMk cId="4057853856" sldId="552"/>
            <ac:spMk id="23" creationId="{776E72F7-3EC7-493A-A138-D656D9301D10}"/>
          </ac:spMkLst>
        </pc:spChg>
        <pc:spChg chg="add mod">
          <ac:chgData name="翟 锐" userId="fef11181f709266a" providerId="LiveId" clId="{9186E0CD-109D-47DE-8883-49F901FD74B3}" dt="2020-08-12T03:24:00.977" v="2033" actId="1076"/>
          <ac:spMkLst>
            <pc:docMk/>
            <pc:sldMk cId="4057853856" sldId="552"/>
            <ac:spMk id="24" creationId="{F354ACFF-74F5-48F1-9893-81478564557B}"/>
          </ac:spMkLst>
        </pc:spChg>
        <pc:spChg chg="add del mod">
          <ac:chgData name="翟 锐" userId="fef11181f709266a" providerId="LiveId" clId="{9186E0CD-109D-47DE-8883-49F901FD74B3}" dt="2020-08-12T03:18:40.074" v="1845" actId="478"/>
          <ac:spMkLst>
            <pc:docMk/>
            <pc:sldMk cId="4057853856" sldId="552"/>
            <ac:spMk id="25" creationId="{BD427355-54ED-4A3A-8EC1-633131512E82}"/>
          </ac:spMkLst>
        </pc:spChg>
        <pc:spChg chg="add del mod">
          <ac:chgData name="翟 锐" userId="fef11181f709266a" providerId="LiveId" clId="{9186E0CD-109D-47DE-8883-49F901FD74B3}" dt="2020-08-12T03:18:40.074" v="1845" actId="478"/>
          <ac:spMkLst>
            <pc:docMk/>
            <pc:sldMk cId="4057853856" sldId="552"/>
            <ac:spMk id="26" creationId="{D7E49683-A1B1-42F5-8B32-4AC8E51FF776}"/>
          </ac:spMkLst>
        </pc:spChg>
        <pc:spChg chg="add del mod">
          <ac:chgData name="翟 锐" userId="fef11181f709266a" providerId="LiveId" clId="{9186E0CD-109D-47DE-8883-49F901FD74B3}" dt="2020-08-12T03:18:40.074" v="1845" actId="478"/>
          <ac:spMkLst>
            <pc:docMk/>
            <pc:sldMk cId="4057853856" sldId="552"/>
            <ac:spMk id="27" creationId="{23546A7A-3DAF-4033-A296-AFF89ABBC08E}"/>
          </ac:spMkLst>
        </pc:spChg>
        <pc:spChg chg="add del mod">
          <ac:chgData name="翟 锐" userId="fef11181f709266a" providerId="LiveId" clId="{9186E0CD-109D-47DE-8883-49F901FD74B3}" dt="2020-08-12T03:18:40.074" v="1845" actId="478"/>
          <ac:spMkLst>
            <pc:docMk/>
            <pc:sldMk cId="4057853856" sldId="552"/>
            <ac:spMk id="28" creationId="{62A52728-0A38-4E44-9597-64C277EF3DAD}"/>
          </ac:spMkLst>
        </pc:spChg>
        <pc:spChg chg="add mod">
          <ac:chgData name="翟 锐" userId="fef11181f709266a" providerId="LiveId" clId="{9186E0CD-109D-47DE-8883-49F901FD74B3}" dt="2020-08-12T03:22:16.202" v="1999" actId="164"/>
          <ac:spMkLst>
            <pc:docMk/>
            <pc:sldMk cId="4057853856" sldId="552"/>
            <ac:spMk id="32" creationId="{3CB3EFF4-8ACE-44C1-9940-EA9BA6760C81}"/>
          </ac:spMkLst>
        </pc:spChg>
        <pc:spChg chg="mod">
          <ac:chgData name="翟 锐" userId="fef11181f709266a" providerId="LiveId" clId="{9186E0CD-109D-47DE-8883-49F901FD74B3}" dt="2020-08-12T03:10:19.413" v="1571"/>
          <ac:spMkLst>
            <pc:docMk/>
            <pc:sldMk cId="4057853856" sldId="552"/>
            <ac:spMk id="35" creationId="{00000000-0000-0000-0000-000000000000}"/>
          </ac:spMkLst>
        </pc:spChg>
        <pc:spChg chg="mod">
          <ac:chgData name="翟 锐" userId="fef11181f709266a" providerId="LiveId" clId="{9186E0CD-109D-47DE-8883-49F901FD74B3}" dt="2020-08-12T03:24:48.223" v="2116" actId="20577"/>
          <ac:spMkLst>
            <pc:docMk/>
            <pc:sldMk cId="4057853856" sldId="552"/>
            <ac:spMk id="37" creationId="{64E756A6-DE35-46BD-89AD-D7D7929E6586}"/>
          </ac:spMkLst>
        </pc:spChg>
        <pc:spChg chg="mod">
          <ac:chgData name="翟 锐" userId="fef11181f709266a" providerId="LiveId" clId="{9186E0CD-109D-47DE-8883-49F901FD74B3}" dt="2020-08-12T03:24:51.148" v="2119" actId="20577"/>
          <ac:spMkLst>
            <pc:docMk/>
            <pc:sldMk cId="4057853856" sldId="552"/>
            <ac:spMk id="38" creationId="{1694AF57-961B-4BEF-BA67-4A189CBDBD19}"/>
          </ac:spMkLst>
        </pc:spChg>
        <pc:spChg chg="mod">
          <ac:chgData name="翟 锐" userId="fef11181f709266a" providerId="LiveId" clId="{9186E0CD-109D-47DE-8883-49F901FD74B3}" dt="2020-08-12T03:21:56.887" v="1996" actId="2711"/>
          <ac:spMkLst>
            <pc:docMk/>
            <pc:sldMk cId="4057853856" sldId="552"/>
            <ac:spMk id="39" creationId="{1913FD13-CCBF-4257-9D8B-2072047504B7}"/>
          </ac:spMkLst>
        </pc:spChg>
        <pc:spChg chg="mod">
          <ac:chgData name="翟 锐" userId="fef11181f709266a" providerId="LiveId" clId="{9186E0CD-109D-47DE-8883-49F901FD74B3}" dt="2020-08-12T03:21:56.887" v="1996" actId="2711"/>
          <ac:spMkLst>
            <pc:docMk/>
            <pc:sldMk cId="4057853856" sldId="552"/>
            <ac:spMk id="40" creationId="{70AF0528-6D92-4E30-8998-B66DA705D54C}"/>
          </ac:spMkLst>
        </pc:spChg>
        <pc:spChg chg="mod">
          <ac:chgData name="翟 锐" userId="fef11181f709266a" providerId="LiveId" clId="{9186E0CD-109D-47DE-8883-49F901FD74B3}" dt="2020-08-12T03:23:48.901" v="2031" actId="1076"/>
          <ac:spMkLst>
            <pc:docMk/>
            <pc:sldMk cId="4057853856" sldId="552"/>
            <ac:spMk id="49" creationId="{A03A41D6-4893-4521-8565-A3EC08A2DB2A}"/>
          </ac:spMkLst>
        </pc:spChg>
        <pc:spChg chg="mod">
          <ac:chgData name="翟 锐" userId="fef11181f709266a" providerId="LiveId" clId="{9186E0CD-109D-47DE-8883-49F901FD74B3}" dt="2020-08-12T03:23:44.806" v="2030" actId="1076"/>
          <ac:spMkLst>
            <pc:docMk/>
            <pc:sldMk cId="4057853856" sldId="552"/>
            <ac:spMk id="50" creationId="{EAA5DDCA-CA81-4E71-A72A-72F5A005F3F2}"/>
          </ac:spMkLst>
        </pc:spChg>
        <pc:spChg chg="mod">
          <ac:chgData name="翟 锐" userId="fef11181f709266a" providerId="LiveId" clId="{9186E0CD-109D-47DE-8883-49F901FD74B3}" dt="2020-08-12T03:22:29.509" v="2004" actId="20577"/>
          <ac:spMkLst>
            <pc:docMk/>
            <pc:sldMk cId="4057853856" sldId="552"/>
            <ac:spMk id="51" creationId="{A7FA0134-98FF-47A9-9158-2425D235D273}"/>
          </ac:spMkLst>
        </pc:spChg>
        <pc:spChg chg="mod">
          <ac:chgData name="翟 锐" userId="fef11181f709266a" providerId="LiveId" clId="{9186E0CD-109D-47DE-8883-49F901FD74B3}" dt="2020-08-12T03:24:55.287" v="2124" actId="20577"/>
          <ac:spMkLst>
            <pc:docMk/>
            <pc:sldMk cId="4057853856" sldId="552"/>
            <ac:spMk id="52" creationId="{243B03AD-39F7-4B8E-8E68-3261160D71B6}"/>
          </ac:spMkLst>
        </pc:spChg>
        <pc:spChg chg="mod">
          <ac:chgData name="翟 锐" userId="fef11181f709266a" providerId="LiveId" clId="{9186E0CD-109D-47DE-8883-49F901FD74B3}" dt="2020-08-12T03:24:59.270" v="2130" actId="20577"/>
          <ac:spMkLst>
            <pc:docMk/>
            <pc:sldMk cId="4057853856" sldId="552"/>
            <ac:spMk id="53" creationId="{20A8EB1E-A69B-45CF-AC3D-EE59D9C8C9C9}"/>
          </ac:spMkLst>
        </pc:spChg>
        <pc:spChg chg="mod">
          <ac:chgData name="翟 锐" userId="fef11181f709266a" providerId="LiveId" clId="{9186E0CD-109D-47DE-8883-49F901FD74B3}" dt="2020-08-12T03:22:19.748" v="2000"/>
          <ac:spMkLst>
            <pc:docMk/>
            <pc:sldMk cId="4057853856" sldId="552"/>
            <ac:spMk id="54" creationId="{0E1EB0E6-5E7A-46AC-9EDD-03CCC87A0230}"/>
          </ac:spMkLst>
        </pc:spChg>
        <pc:spChg chg="mod">
          <ac:chgData name="翟 锐" userId="fef11181f709266a" providerId="LiveId" clId="{9186E0CD-109D-47DE-8883-49F901FD74B3}" dt="2020-08-12T03:22:19.748" v="2000"/>
          <ac:spMkLst>
            <pc:docMk/>
            <pc:sldMk cId="4057853856" sldId="552"/>
            <ac:spMk id="55" creationId="{3712565E-7C56-48D6-9837-317F52FB2881}"/>
          </ac:spMkLst>
        </pc:spChg>
        <pc:spChg chg="add mod">
          <ac:chgData name="翟 锐" userId="fef11181f709266a" providerId="LiveId" clId="{9186E0CD-109D-47DE-8883-49F901FD74B3}" dt="2020-08-12T03:29:13.911" v="2473" actId="164"/>
          <ac:spMkLst>
            <pc:docMk/>
            <pc:sldMk cId="4057853856" sldId="552"/>
            <ac:spMk id="60" creationId="{C1145530-5424-49FA-AC97-FC8713152BBA}"/>
          </ac:spMkLst>
        </pc:spChg>
        <pc:spChg chg="add mod">
          <ac:chgData name="翟 锐" userId="fef11181f709266a" providerId="LiveId" clId="{9186E0CD-109D-47DE-8883-49F901FD74B3}" dt="2020-08-12T03:29:06.163" v="2471" actId="164"/>
          <ac:spMkLst>
            <pc:docMk/>
            <pc:sldMk cId="4057853856" sldId="552"/>
            <ac:spMk id="62" creationId="{CAD9EA94-51DD-4BC4-8410-2F4C24849E76}"/>
          </ac:spMkLst>
        </pc:spChg>
        <pc:spChg chg="add mod">
          <ac:chgData name="翟 锐" userId="fef11181f709266a" providerId="LiveId" clId="{9186E0CD-109D-47DE-8883-49F901FD74B3}" dt="2020-08-12T03:33:45.261" v="2578" actId="1076"/>
          <ac:spMkLst>
            <pc:docMk/>
            <pc:sldMk cId="4057853856" sldId="552"/>
            <ac:spMk id="65" creationId="{B9DE5641-7436-41BD-B302-62FCCAFD689B}"/>
          </ac:spMkLst>
        </pc:spChg>
        <pc:grpChg chg="add del mod">
          <ac:chgData name="翟 锐" userId="fef11181f709266a" providerId="LiveId" clId="{9186E0CD-109D-47DE-8883-49F901FD74B3}" dt="2020-08-12T03:25:55.407" v="2348" actId="478"/>
          <ac:grpSpMkLst>
            <pc:docMk/>
            <pc:sldMk cId="4057853856" sldId="552"/>
            <ac:grpSpMk id="22" creationId="{EE0C9B0C-60F3-4FB8-B92E-AF4E63C3A06B}"/>
          </ac:grpSpMkLst>
        </pc:grpChg>
        <pc:grpChg chg="add mod">
          <ac:chgData name="翟 锐" userId="fef11181f709266a" providerId="LiveId" clId="{9186E0CD-109D-47DE-8883-49F901FD74B3}" dt="2020-08-12T03:22:16.202" v="1999" actId="164"/>
          <ac:grpSpMkLst>
            <pc:docMk/>
            <pc:sldMk cId="4057853856" sldId="552"/>
            <ac:grpSpMk id="36" creationId="{8F81C30E-1DF4-49FD-8C84-4F869E9DA678}"/>
          </ac:grpSpMkLst>
        </pc:grpChg>
        <pc:grpChg chg="add mod">
          <ac:chgData name="翟 锐" userId="fef11181f709266a" providerId="LiveId" clId="{9186E0CD-109D-47DE-8883-49F901FD74B3}" dt="2020-08-12T03:29:13.911" v="2473" actId="164"/>
          <ac:grpSpMkLst>
            <pc:docMk/>
            <pc:sldMk cId="4057853856" sldId="552"/>
            <ac:grpSpMk id="46" creationId="{CD0D5B43-B11C-4DC2-9B8F-BF99E78C8C5F}"/>
          </ac:grpSpMkLst>
        </pc:grpChg>
        <pc:grpChg chg="add mod">
          <ac:chgData name="翟 锐" userId="fef11181f709266a" providerId="LiveId" clId="{9186E0CD-109D-47DE-8883-49F901FD74B3}" dt="2020-08-12T03:29:06.163" v="2471" actId="164"/>
          <ac:grpSpMkLst>
            <pc:docMk/>
            <pc:sldMk cId="4057853856" sldId="552"/>
            <ac:grpSpMk id="47" creationId="{216CC1E6-A7B9-4470-ADAB-0C97BE3559A1}"/>
          </ac:grpSpMkLst>
        </pc:grpChg>
        <pc:grpChg chg="mod">
          <ac:chgData name="翟 锐" userId="fef11181f709266a" providerId="LiveId" clId="{9186E0CD-109D-47DE-8883-49F901FD74B3}" dt="2020-08-12T03:22:19.748" v="2000"/>
          <ac:grpSpMkLst>
            <pc:docMk/>
            <pc:sldMk cId="4057853856" sldId="552"/>
            <ac:grpSpMk id="48" creationId="{E75B8D0F-9348-4142-BA40-FB2D1EED742B}"/>
          </ac:grpSpMkLst>
        </pc:grpChg>
        <pc:grpChg chg="add mod">
          <ac:chgData name="翟 锐" userId="fef11181f709266a" providerId="LiveId" clId="{9186E0CD-109D-47DE-8883-49F901FD74B3}" dt="2020-08-12T03:29:08.585" v="2472" actId="1076"/>
          <ac:grpSpMkLst>
            <pc:docMk/>
            <pc:sldMk cId="4057853856" sldId="552"/>
            <ac:grpSpMk id="66" creationId="{7DCBA655-590B-4F54-9E39-A727F7BEF953}"/>
          </ac:grpSpMkLst>
        </pc:grpChg>
        <pc:grpChg chg="add mod">
          <ac:chgData name="翟 锐" userId="fef11181f709266a" providerId="LiveId" clId="{9186E0CD-109D-47DE-8883-49F901FD74B3}" dt="2020-08-12T03:29:16.813" v="2474" actId="1076"/>
          <ac:grpSpMkLst>
            <pc:docMk/>
            <pc:sldMk cId="4057853856" sldId="552"/>
            <ac:grpSpMk id="67" creationId="{8C562CA2-AD0A-4C80-A333-143AF175D77F}"/>
          </ac:grpSpMkLst>
        </pc:grpChg>
        <pc:cxnChg chg="add mod">
          <ac:chgData name="翟 锐" userId="fef11181f709266a" providerId="LiveId" clId="{9186E0CD-109D-47DE-8883-49F901FD74B3}" dt="2020-08-12T03:25:55.407" v="2348" actId="478"/>
          <ac:cxnSpMkLst>
            <pc:docMk/>
            <pc:sldMk cId="4057853856" sldId="552"/>
            <ac:cxnSpMk id="15" creationId="{7FECCD82-C174-454F-998C-3E07E95B8962}"/>
          </ac:cxnSpMkLst>
        </pc:cxnChg>
        <pc:cxnChg chg="add mod">
          <ac:chgData name="翟 锐" userId="fef11181f709266a" providerId="LiveId" clId="{9186E0CD-109D-47DE-8883-49F901FD74B3}" dt="2020-08-12T03:25:55.407" v="2348" actId="478"/>
          <ac:cxnSpMkLst>
            <pc:docMk/>
            <pc:sldMk cId="4057853856" sldId="552"/>
            <ac:cxnSpMk id="18" creationId="{97AEC86C-338B-4CBA-A951-B47E4FE443F6}"/>
          </ac:cxnSpMkLst>
        </pc:cxnChg>
        <pc:cxnChg chg="add mod">
          <ac:chgData name="翟 锐" userId="fef11181f709266a" providerId="LiveId" clId="{9186E0CD-109D-47DE-8883-49F901FD74B3}" dt="2020-08-12T03:25:55.407" v="2348" actId="478"/>
          <ac:cxnSpMkLst>
            <pc:docMk/>
            <pc:sldMk cId="4057853856" sldId="552"/>
            <ac:cxnSpMk id="20" creationId="{3B2C9127-4073-45CA-BD09-29CFF92FC375}"/>
          </ac:cxnSpMkLst>
        </pc:cxnChg>
        <pc:cxnChg chg="add del mod">
          <ac:chgData name="翟 锐" userId="fef11181f709266a" providerId="LiveId" clId="{9186E0CD-109D-47DE-8883-49F901FD74B3}" dt="2020-08-12T03:18:40.074" v="1845" actId="478"/>
          <ac:cxnSpMkLst>
            <pc:docMk/>
            <pc:sldMk cId="4057853856" sldId="552"/>
            <ac:cxnSpMk id="29" creationId="{D6BED9F2-4BBB-45DD-8D09-263DF366E178}"/>
          </ac:cxnSpMkLst>
        </pc:cxnChg>
        <pc:cxnChg chg="add del mod">
          <ac:chgData name="翟 锐" userId="fef11181f709266a" providerId="LiveId" clId="{9186E0CD-109D-47DE-8883-49F901FD74B3}" dt="2020-08-12T03:18:40.074" v="1845" actId="478"/>
          <ac:cxnSpMkLst>
            <pc:docMk/>
            <pc:sldMk cId="4057853856" sldId="552"/>
            <ac:cxnSpMk id="30" creationId="{CB7CE003-52D8-430D-AFAA-2C7B7E05F9AB}"/>
          </ac:cxnSpMkLst>
        </pc:cxnChg>
        <pc:cxnChg chg="add del mod">
          <ac:chgData name="翟 锐" userId="fef11181f709266a" providerId="LiveId" clId="{9186E0CD-109D-47DE-8883-49F901FD74B3}" dt="2020-08-12T03:18:40.074" v="1845" actId="478"/>
          <ac:cxnSpMkLst>
            <pc:docMk/>
            <pc:sldMk cId="4057853856" sldId="552"/>
            <ac:cxnSpMk id="31" creationId="{493062AC-A818-4F07-AEA9-6F202A025DBA}"/>
          </ac:cxnSpMkLst>
        </pc:cxnChg>
        <pc:cxnChg chg="mod">
          <ac:chgData name="翟 锐" userId="fef11181f709266a" providerId="LiveId" clId="{9186E0CD-109D-47DE-8883-49F901FD74B3}" dt="2020-08-12T03:21:04.957" v="1982" actId="962"/>
          <ac:cxnSpMkLst>
            <pc:docMk/>
            <pc:sldMk cId="4057853856" sldId="552"/>
            <ac:cxnSpMk id="41" creationId="{74DB90BF-EBCE-49DE-B9E5-DD8200F9549F}"/>
          </ac:cxnSpMkLst>
        </pc:cxnChg>
        <pc:cxnChg chg="mod">
          <ac:chgData name="翟 锐" userId="fef11181f709266a" providerId="LiveId" clId="{9186E0CD-109D-47DE-8883-49F901FD74B3}" dt="2020-08-12T03:20:41.332" v="1979"/>
          <ac:cxnSpMkLst>
            <pc:docMk/>
            <pc:sldMk cId="4057853856" sldId="552"/>
            <ac:cxnSpMk id="42" creationId="{51226A56-457B-47D6-8508-E949657557C0}"/>
          </ac:cxnSpMkLst>
        </pc:cxnChg>
        <pc:cxnChg chg="mod">
          <ac:chgData name="翟 锐" userId="fef11181f709266a" providerId="LiveId" clId="{9186E0CD-109D-47DE-8883-49F901FD74B3}" dt="2020-08-12T03:20:41.332" v="1979"/>
          <ac:cxnSpMkLst>
            <pc:docMk/>
            <pc:sldMk cId="4057853856" sldId="552"/>
            <ac:cxnSpMk id="43" creationId="{C6C4AC16-5BC8-4CDE-9160-E91A486A17FE}"/>
          </ac:cxnSpMkLst>
        </pc:cxnChg>
        <pc:cxnChg chg="mod">
          <ac:chgData name="翟 锐" userId="fef11181f709266a" providerId="LiveId" clId="{9186E0CD-109D-47DE-8883-49F901FD74B3}" dt="2020-08-12T03:22:19.748" v="2000"/>
          <ac:cxnSpMkLst>
            <pc:docMk/>
            <pc:sldMk cId="4057853856" sldId="552"/>
            <ac:cxnSpMk id="56" creationId="{B126196A-9CCF-4736-A596-360D59BAD179}"/>
          </ac:cxnSpMkLst>
        </pc:cxnChg>
        <pc:cxnChg chg="mod">
          <ac:chgData name="翟 锐" userId="fef11181f709266a" providerId="LiveId" clId="{9186E0CD-109D-47DE-8883-49F901FD74B3}" dt="2020-08-12T03:23:41.589" v="2029" actId="14100"/>
          <ac:cxnSpMkLst>
            <pc:docMk/>
            <pc:sldMk cId="4057853856" sldId="552"/>
            <ac:cxnSpMk id="57" creationId="{3422CF53-E067-4827-96AB-82C8362865AF}"/>
          </ac:cxnSpMkLst>
        </pc:cxnChg>
        <pc:cxnChg chg="mod">
          <ac:chgData name="翟 锐" userId="fef11181f709266a" providerId="LiveId" clId="{9186E0CD-109D-47DE-8883-49F901FD74B3}" dt="2020-08-12T03:22:19.748" v="2000"/>
          <ac:cxnSpMkLst>
            <pc:docMk/>
            <pc:sldMk cId="4057853856" sldId="552"/>
            <ac:cxnSpMk id="58" creationId="{D8A52B64-7055-4861-AF64-BAD0924D8BC9}"/>
          </ac:cxnSpMkLst>
        </pc:cxnChg>
      </pc:sldChg>
      <pc:sldChg chg="modSp add mod modAnim">
        <pc:chgData name="翟 锐" userId="fef11181f709266a" providerId="LiveId" clId="{9186E0CD-109D-47DE-8883-49F901FD74B3}" dt="2020-08-12T03:28:35.498" v="2464" actId="20577"/>
        <pc:sldMkLst>
          <pc:docMk/>
          <pc:sldMk cId="75201204" sldId="553"/>
        </pc:sldMkLst>
        <pc:spChg chg="mod">
          <ac:chgData name="翟 锐" userId="fef11181f709266a" providerId="LiveId" clId="{9186E0CD-109D-47DE-8883-49F901FD74B3}" dt="2020-08-12T03:28:06.157" v="2425" actId="20577"/>
          <ac:spMkLst>
            <pc:docMk/>
            <pc:sldMk cId="75201204" sldId="553"/>
            <ac:spMk id="6" creationId="{12D631DF-3ED9-4C6B-9817-6C251BD453CE}"/>
          </ac:spMkLst>
        </pc:spChg>
        <pc:spChg chg="mod">
          <ac:chgData name="翟 锐" userId="fef11181f709266a" providerId="LiveId" clId="{9186E0CD-109D-47DE-8883-49F901FD74B3}" dt="2020-08-12T03:28:18.622" v="2445" actId="20577"/>
          <ac:spMkLst>
            <pc:docMk/>
            <pc:sldMk cId="75201204" sldId="553"/>
            <ac:spMk id="7" creationId="{8C4FE580-18DF-4EB2-B2ED-C00139D1D41F}"/>
          </ac:spMkLst>
        </pc:spChg>
        <pc:spChg chg="mod">
          <ac:chgData name="翟 锐" userId="fef11181f709266a" providerId="LiveId" clId="{9186E0CD-109D-47DE-8883-49F901FD74B3}" dt="2020-08-12T03:28:35.498" v="2464" actId="20577"/>
          <ac:spMkLst>
            <pc:docMk/>
            <pc:sldMk cId="75201204" sldId="553"/>
            <ac:spMk id="35" creationId="{00000000-0000-0000-0000-000000000000}"/>
          </ac:spMkLst>
        </pc:spChg>
      </pc:sldChg>
      <pc:sldChg chg="addSp delSp modSp add del mod addAnim delAnim modAnim">
        <pc:chgData name="翟 锐" userId="fef11181f709266a" providerId="LiveId" clId="{9186E0CD-109D-47DE-8883-49F901FD74B3}" dt="2020-08-12T03:43:20.232" v="2783"/>
        <pc:sldMkLst>
          <pc:docMk/>
          <pc:sldMk cId="2309812882" sldId="554"/>
        </pc:sldMkLst>
        <pc:spChg chg="add">
          <ac:chgData name="翟 锐" userId="fef11181f709266a" providerId="LiveId" clId="{9186E0CD-109D-47DE-8883-49F901FD74B3}" dt="2020-08-12T03:39:23.349" v="2751" actId="22"/>
          <ac:spMkLst>
            <pc:docMk/>
            <pc:sldMk cId="2309812882" sldId="554"/>
            <ac:spMk id="2" creationId="{3703C073-336E-4F59-ACE0-BDA81B438DD0}"/>
          </ac:spMkLst>
        </pc:spChg>
        <pc:spChg chg="add del">
          <ac:chgData name="翟 锐" userId="fef11181f709266a" providerId="LiveId" clId="{9186E0CD-109D-47DE-8883-49F901FD74B3}" dt="2020-08-12T03:38:57.696" v="2746" actId="478"/>
          <ac:spMkLst>
            <pc:docMk/>
            <pc:sldMk cId="2309812882" sldId="554"/>
            <ac:spMk id="6" creationId="{B68C979F-5215-4F49-B08D-00F83E44D1A2}"/>
          </ac:spMkLst>
        </pc:spChg>
        <pc:spChg chg="add del">
          <ac:chgData name="翟 锐" userId="fef11181f709266a" providerId="LiveId" clId="{9186E0CD-109D-47DE-8883-49F901FD74B3}" dt="2020-08-12T03:38:57.696" v="2746" actId="478"/>
          <ac:spMkLst>
            <pc:docMk/>
            <pc:sldMk cId="2309812882" sldId="554"/>
            <ac:spMk id="7" creationId="{1F480A2A-6C0A-476E-AB79-2917C392269E}"/>
          </ac:spMkLst>
        </pc:spChg>
        <pc:spChg chg="add del">
          <ac:chgData name="翟 锐" userId="fef11181f709266a" providerId="LiveId" clId="{9186E0CD-109D-47DE-8883-49F901FD74B3}" dt="2020-08-12T03:38:57.696" v="2746" actId="478"/>
          <ac:spMkLst>
            <pc:docMk/>
            <pc:sldMk cId="2309812882" sldId="554"/>
            <ac:spMk id="8" creationId="{FBEF0283-EE7B-4BBA-B4D2-DC5282CBDC61}"/>
          </ac:spMkLst>
        </pc:spChg>
        <pc:spChg chg="add mod">
          <ac:chgData name="翟 锐" userId="fef11181f709266a" providerId="LiveId" clId="{9186E0CD-109D-47DE-8883-49F901FD74B3}" dt="2020-08-12T03:39:30.100" v="2752" actId="1076"/>
          <ac:spMkLst>
            <pc:docMk/>
            <pc:sldMk cId="2309812882" sldId="554"/>
            <ac:spMk id="9" creationId="{9FC2F258-F34E-443C-A6EA-2729C80D7220}"/>
          </ac:spMkLst>
        </pc:spChg>
        <pc:spChg chg="add mod">
          <ac:chgData name="翟 锐" userId="fef11181f709266a" providerId="LiveId" clId="{9186E0CD-109D-47DE-8883-49F901FD74B3}" dt="2020-08-12T03:39:30.100" v="2752" actId="1076"/>
          <ac:spMkLst>
            <pc:docMk/>
            <pc:sldMk cId="2309812882" sldId="554"/>
            <ac:spMk id="10" creationId="{E00A2AB8-B299-4858-B647-8E93B56D2958}"/>
          </ac:spMkLst>
        </pc:spChg>
        <pc:spChg chg="add mod">
          <ac:chgData name="翟 锐" userId="fef11181f709266a" providerId="LiveId" clId="{9186E0CD-109D-47DE-8883-49F901FD74B3}" dt="2020-08-12T03:39:30.100" v="2752" actId="1076"/>
          <ac:spMkLst>
            <pc:docMk/>
            <pc:sldMk cId="2309812882" sldId="554"/>
            <ac:spMk id="11" creationId="{F3EDE739-6720-4B67-A66F-29710DAB5361}"/>
          </ac:spMkLst>
        </pc:spChg>
        <pc:spChg chg="add mod">
          <ac:chgData name="翟 锐" userId="fef11181f709266a" providerId="LiveId" clId="{9186E0CD-109D-47DE-8883-49F901FD74B3}" dt="2020-08-12T03:39:30.100" v="2752" actId="1076"/>
          <ac:spMkLst>
            <pc:docMk/>
            <pc:sldMk cId="2309812882" sldId="554"/>
            <ac:spMk id="12" creationId="{A2A7F328-320C-46AB-BD92-DEA7C1E33CF8}"/>
          </ac:spMkLst>
        </pc:spChg>
        <pc:spChg chg="add mod">
          <ac:chgData name="翟 锐" userId="fef11181f709266a" providerId="LiveId" clId="{9186E0CD-109D-47DE-8883-49F901FD74B3}" dt="2020-08-12T03:39:30.100" v="2752" actId="1076"/>
          <ac:spMkLst>
            <pc:docMk/>
            <pc:sldMk cId="2309812882" sldId="554"/>
            <ac:spMk id="13" creationId="{69B09C82-F0D9-4782-B12D-0DDF1F59D885}"/>
          </ac:spMkLst>
        </pc:spChg>
        <pc:spChg chg="add mod">
          <ac:chgData name="翟 锐" userId="fef11181f709266a" providerId="LiveId" clId="{9186E0CD-109D-47DE-8883-49F901FD74B3}" dt="2020-08-12T03:39:32.207" v="2753" actId="1076"/>
          <ac:spMkLst>
            <pc:docMk/>
            <pc:sldMk cId="2309812882" sldId="554"/>
            <ac:spMk id="14" creationId="{52849215-1773-4FB8-9999-E596D6C4CC45}"/>
          </ac:spMkLst>
        </pc:spChg>
        <pc:spChg chg="mod">
          <ac:chgData name="翟 锐" userId="fef11181f709266a" providerId="LiveId" clId="{9186E0CD-109D-47DE-8883-49F901FD74B3}" dt="2020-08-12T03:43:20.232" v="2783"/>
          <ac:spMkLst>
            <pc:docMk/>
            <pc:sldMk cId="2309812882" sldId="554"/>
            <ac:spMk id="35" creationId="{00000000-0000-0000-0000-000000000000}"/>
          </ac:spMkLst>
        </pc:spChg>
        <pc:cxnChg chg="add mod">
          <ac:chgData name="翟 锐" userId="fef11181f709266a" providerId="LiveId" clId="{9186E0CD-109D-47DE-8883-49F901FD74B3}" dt="2020-08-12T03:39:30.100" v="2752" actId="1076"/>
          <ac:cxnSpMkLst>
            <pc:docMk/>
            <pc:sldMk cId="2309812882" sldId="554"/>
            <ac:cxnSpMk id="15" creationId="{58E68725-BC5A-45BA-A9CB-C2E5B427F975}"/>
          </ac:cxnSpMkLst>
        </pc:cxnChg>
        <pc:cxnChg chg="add mod">
          <ac:chgData name="翟 锐" userId="fef11181f709266a" providerId="LiveId" clId="{9186E0CD-109D-47DE-8883-49F901FD74B3}" dt="2020-08-12T03:39:30.100" v="2752" actId="1076"/>
          <ac:cxnSpMkLst>
            <pc:docMk/>
            <pc:sldMk cId="2309812882" sldId="554"/>
            <ac:cxnSpMk id="16" creationId="{6A0A6C6D-C62C-42A9-86C4-AF2F26595261}"/>
          </ac:cxnSpMkLst>
        </pc:cxnChg>
        <pc:cxnChg chg="add del">
          <ac:chgData name="翟 锐" userId="fef11181f709266a" providerId="LiveId" clId="{9186E0CD-109D-47DE-8883-49F901FD74B3}" dt="2020-08-12T03:38:55.292" v="2745" actId="478"/>
          <ac:cxnSpMkLst>
            <pc:docMk/>
            <pc:sldMk cId="2309812882" sldId="554"/>
            <ac:cxnSpMk id="33" creationId="{00000000-0000-0000-0000-000000000000}"/>
          </ac:cxnSpMkLst>
        </pc:cxnChg>
      </pc:sldChg>
      <pc:sldChg chg="add del">
        <pc:chgData name="翟 锐" userId="fef11181f709266a" providerId="LiveId" clId="{9186E0CD-109D-47DE-8883-49F901FD74B3}" dt="2020-08-12T03:42:38.830" v="2779"/>
        <pc:sldMkLst>
          <pc:docMk/>
          <pc:sldMk cId="723649130" sldId="555"/>
        </pc:sldMkLst>
      </pc:sldChg>
      <pc:sldChg chg="addSp delSp modSp add del mod modAnim">
        <pc:chgData name="翟 锐" userId="fef11181f709266a" providerId="LiveId" clId="{9186E0CD-109D-47DE-8883-49F901FD74B3}" dt="2020-08-12T03:42:12.377" v="2775" actId="2696"/>
        <pc:sldMkLst>
          <pc:docMk/>
          <pc:sldMk cId="2384802814" sldId="555"/>
        </pc:sldMkLst>
        <pc:spChg chg="del">
          <ac:chgData name="翟 锐" userId="fef11181f709266a" providerId="LiveId" clId="{9186E0CD-109D-47DE-8883-49F901FD74B3}" dt="2020-08-12T03:41:52.769" v="2771" actId="478"/>
          <ac:spMkLst>
            <pc:docMk/>
            <pc:sldMk cId="2384802814" sldId="555"/>
            <ac:spMk id="8" creationId="{B9966E90-DCB1-45A5-AC53-E13C134C1324}"/>
          </ac:spMkLst>
        </pc:spChg>
        <pc:spChg chg="del">
          <ac:chgData name="翟 锐" userId="fef11181f709266a" providerId="LiveId" clId="{9186E0CD-109D-47DE-8883-49F901FD74B3}" dt="2020-08-12T03:41:52.769" v="2771" actId="478"/>
          <ac:spMkLst>
            <pc:docMk/>
            <pc:sldMk cId="2384802814" sldId="555"/>
            <ac:spMk id="9" creationId="{94F80E5C-5EB9-4133-AC17-07AEF773870C}"/>
          </ac:spMkLst>
        </pc:spChg>
        <pc:spChg chg="del">
          <ac:chgData name="翟 锐" userId="fef11181f709266a" providerId="LiveId" clId="{9186E0CD-109D-47DE-8883-49F901FD74B3}" dt="2020-08-12T03:41:52.769" v="2771" actId="478"/>
          <ac:spMkLst>
            <pc:docMk/>
            <pc:sldMk cId="2384802814" sldId="555"/>
            <ac:spMk id="10" creationId="{611A3FE5-2FB1-4CAD-B589-0B8FDCB9304B}"/>
          </ac:spMkLst>
        </pc:spChg>
        <pc:spChg chg="del">
          <ac:chgData name="翟 锐" userId="fef11181f709266a" providerId="LiveId" clId="{9186E0CD-109D-47DE-8883-49F901FD74B3}" dt="2020-08-12T03:41:52.769" v="2771" actId="478"/>
          <ac:spMkLst>
            <pc:docMk/>
            <pc:sldMk cId="2384802814" sldId="555"/>
            <ac:spMk id="11" creationId="{0874FFC6-E1C8-43DC-A9CC-F11F4F3D3CCF}"/>
          </ac:spMkLst>
        </pc:spChg>
        <pc:spChg chg="del">
          <ac:chgData name="翟 锐" userId="fef11181f709266a" providerId="LiveId" clId="{9186E0CD-109D-47DE-8883-49F901FD74B3}" dt="2020-08-12T03:41:52.769" v="2771" actId="478"/>
          <ac:spMkLst>
            <pc:docMk/>
            <pc:sldMk cId="2384802814" sldId="555"/>
            <ac:spMk id="12" creationId="{BCD1AE5C-4EF4-4279-BE21-01A4A1C67C6B}"/>
          </ac:spMkLst>
        </pc:spChg>
        <pc:spChg chg="del">
          <ac:chgData name="翟 锐" userId="fef11181f709266a" providerId="LiveId" clId="{9186E0CD-109D-47DE-8883-49F901FD74B3}" dt="2020-08-12T03:41:52.769" v="2771" actId="478"/>
          <ac:spMkLst>
            <pc:docMk/>
            <pc:sldMk cId="2384802814" sldId="555"/>
            <ac:spMk id="13" creationId="{47EC0052-FB41-4EE7-96FA-F317C98D5BF9}"/>
          </ac:spMkLst>
        </pc:spChg>
        <pc:spChg chg="add mod">
          <ac:chgData name="翟 锐" userId="fef11181f709266a" providerId="LiveId" clId="{9186E0CD-109D-47DE-8883-49F901FD74B3}" dt="2020-08-12T03:41:57.935" v="2773" actId="1076"/>
          <ac:spMkLst>
            <pc:docMk/>
            <pc:sldMk cId="2384802814" sldId="555"/>
            <ac:spMk id="16" creationId="{BFA505CB-70DD-421D-828C-E4D3723AAFCD}"/>
          </ac:spMkLst>
        </pc:spChg>
        <pc:spChg chg="add mod">
          <ac:chgData name="翟 锐" userId="fef11181f709266a" providerId="LiveId" clId="{9186E0CD-109D-47DE-8883-49F901FD74B3}" dt="2020-08-12T03:41:57.935" v="2773" actId="1076"/>
          <ac:spMkLst>
            <pc:docMk/>
            <pc:sldMk cId="2384802814" sldId="555"/>
            <ac:spMk id="17" creationId="{9671B5E4-3973-4590-AD69-17EFB40D1D91}"/>
          </ac:spMkLst>
        </pc:spChg>
        <pc:spChg chg="add mod">
          <ac:chgData name="翟 锐" userId="fef11181f709266a" providerId="LiveId" clId="{9186E0CD-109D-47DE-8883-49F901FD74B3}" dt="2020-08-12T03:41:57.935" v="2773" actId="1076"/>
          <ac:spMkLst>
            <pc:docMk/>
            <pc:sldMk cId="2384802814" sldId="555"/>
            <ac:spMk id="18" creationId="{D411205A-D070-419E-A5D5-5B50FDB68E6B}"/>
          </ac:spMkLst>
        </pc:spChg>
        <pc:spChg chg="add mod">
          <ac:chgData name="翟 锐" userId="fef11181f709266a" providerId="LiveId" clId="{9186E0CD-109D-47DE-8883-49F901FD74B3}" dt="2020-08-12T03:41:57.935" v="2773" actId="1076"/>
          <ac:spMkLst>
            <pc:docMk/>
            <pc:sldMk cId="2384802814" sldId="555"/>
            <ac:spMk id="19" creationId="{F8C49BEB-6863-44DE-8A56-F4F9459DF0F9}"/>
          </ac:spMkLst>
        </pc:spChg>
        <pc:spChg chg="add mod">
          <ac:chgData name="翟 锐" userId="fef11181f709266a" providerId="LiveId" clId="{9186E0CD-109D-47DE-8883-49F901FD74B3}" dt="2020-08-12T03:41:57.935" v="2773" actId="1076"/>
          <ac:spMkLst>
            <pc:docMk/>
            <pc:sldMk cId="2384802814" sldId="555"/>
            <ac:spMk id="20" creationId="{3F405EF0-21DE-4B31-B401-E722495BFC15}"/>
          </ac:spMkLst>
        </pc:spChg>
        <pc:spChg chg="add mod">
          <ac:chgData name="翟 锐" userId="fef11181f709266a" providerId="LiveId" clId="{9186E0CD-109D-47DE-8883-49F901FD74B3}" dt="2020-08-12T03:41:57.935" v="2773" actId="1076"/>
          <ac:spMkLst>
            <pc:docMk/>
            <pc:sldMk cId="2384802814" sldId="555"/>
            <ac:spMk id="23" creationId="{7EF5A79B-1FD3-485C-AF69-82D34C526541}"/>
          </ac:spMkLst>
        </pc:spChg>
        <pc:spChg chg="add mod">
          <ac:chgData name="翟 锐" userId="fef11181f709266a" providerId="LiveId" clId="{9186E0CD-109D-47DE-8883-49F901FD74B3}" dt="2020-08-12T03:41:57.935" v="2773" actId="1076"/>
          <ac:spMkLst>
            <pc:docMk/>
            <pc:sldMk cId="2384802814" sldId="555"/>
            <ac:spMk id="24" creationId="{8EE21EC9-A4B7-4967-9742-F9DC1C4AECAA}"/>
          </ac:spMkLst>
        </pc:spChg>
        <pc:spChg chg="mod">
          <ac:chgData name="翟 锐" userId="fef11181f709266a" providerId="LiveId" clId="{9186E0CD-109D-47DE-8883-49F901FD74B3}" dt="2020-08-12T03:41:13.531" v="2769" actId="20577"/>
          <ac:spMkLst>
            <pc:docMk/>
            <pc:sldMk cId="2384802814" sldId="555"/>
            <ac:spMk id="35" creationId="{00000000-0000-0000-0000-000000000000}"/>
          </ac:spMkLst>
        </pc:spChg>
        <pc:cxnChg chg="del mod">
          <ac:chgData name="翟 锐" userId="fef11181f709266a" providerId="LiveId" clId="{9186E0CD-109D-47DE-8883-49F901FD74B3}" dt="2020-08-12T03:41:52.769" v="2771" actId="478"/>
          <ac:cxnSpMkLst>
            <pc:docMk/>
            <pc:sldMk cId="2384802814" sldId="555"/>
            <ac:cxnSpMk id="14" creationId="{7AD93645-58EE-4513-9EE1-15867E854D2D}"/>
          </ac:cxnSpMkLst>
        </pc:cxnChg>
        <pc:cxnChg chg="del mod">
          <ac:chgData name="翟 锐" userId="fef11181f709266a" providerId="LiveId" clId="{9186E0CD-109D-47DE-8883-49F901FD74B3}" dt="2020-08-12T03:41:52.769" v="2771" actId="478"/>
          <ac:cxnSpMkLst>
            <pc:docMk/>
            <pc:sldMk cId="2384802814" sldId="555"/>
            <ac:cxnSpMk id="15" creationId="{27519793-2C99-46A8-8EA3-9A419AE25087}"/>
          </ac:cxnSpMkLst>
        </pc:cxnChg>
        <pc:cxnChg chg="add mod">
          <ac:chgData name="翟 锐" userId="fef11181f709266a" providerId="LiveId" clId="{9186E0CD-109D-47DE-8883-49F901FD74B3}" dt="2020-08-12T03:41:57.935" v="2773" actId="1076"/>
          <ac:cxnSpMkLst>
            <pc:docMk/>
            <pc:sldMk cId="2384802814" sldId="555"/>
            <ac:cxnSpMk id="21" creationId="{998FF890-5D8E-443D-BD53-59F76C03181C}"/>
          </ac:cxnSpMkLst>
        </pc:cxnChg>
        <pc:cxnChg chg="add mod">
          <ac:chgData name="翟 锐" userId="fef11181f709266a" providerId="LiveId" clId="{9186E0CD-109D-47DE-8883-49F901FD74B3}" dt="2020-08-12T03:41:57.935" v="2773" actId="1076"/>
          <ac:cxnSpMkLst>
            <pc:docMk/>
            <pc:sldMk cId="2384802814" sldId="555"/>
            <ac:cxnSpMk id="22" creationId="{40DFFCCE-40F8-41F5-BBB6-8111C73D069A}"/>
          </ac:cxnSpMkLst>
        </pc:cxnChg>
      </pc:sldChg>
      <pc:sldChg chg="modSp add">
        <pc:chgData name="翟 锐" userId="fef11181f709266a" providerId="LiveId" clId="{9186E0CD-109D-47DE-8883-49F901FD74B3}" dt="2020-08-12T03:44:13.823" v="2808" actId="20577"/>
        <pc:sldMkLst>
          <pc:docMk/>
          <pc:sldMk cId="3563826412" sldId="555"/>
        </pc:sldMkLst>
        <pc:spChg chg="mod">
          <ac:chgData name="翟 锐" userId="fef11181f709266a" providerId="LiveId" clId="{9186E0CD-109D-47DE-8883-49F901FD74B3}" dt="2020-08-12T03:44:13.823" v="2808" actId="20577"/>
          <ac:spMkLst>
            <pc:docMk/>
            <pc:sldMk cId="3563826412" sldId="555"/>
            <ac:spMk id="18" creationId="{D411205A-D070-419E-A5D5-5B50FDB68E6B}"/>
          </ac:spMkLst>
        </pc:spChg>
        <pc:spChg chg="mod">
          <ac:chgData name="翟 锐" userId="fef11181f709266a" providerId="LiveId" clId="{9186E0CD-109D-47DE-8883-49F901FD74B3}" dt="2020-08-12T03:43:40.412" v="2798"/>
          <ac:spMkLst>
            <pc:docMk/>
            <pc:sldMk cId="3563826412" sldId="555"/>
            <ac:spMk id="35" creationId="{00000000-0000-0000-0000-000000000000}"/>
          </ac:spMkLst>
        </pc:spChg>
      </pc:sldChg>
      <pc:sldChg chg="delSp modSp add del mod">
        <pc:chgData name="翟 锐" userId="fef11181f709266a" providerId="LiveId" clId="{9186E0CD-109D-47DE-8883-49F901FD74B3}" dt="2020-08-12T03:48:05.094" v="3104" actId="47"/>
        <pc:sldMkLst>
          <pc:docMk/>
          <pc:sldMk cId="1492243033" sldId="556"/>
        </pc:sldMkLst>
        <pc:spChg chg="del mod">
          <ac:chgData name="翟 锐" userId="fef11181f709266a" providerId="LiveId" clId="{9186E0CD-109D-47DE-8883-49F901FD74B3}" dt="2020-08-12T03:47:38.835" v="3087"/>
          <ac:spMkLst>
            <pc:docMk/>
            <pc:sldMk cId="1492243033" sldId="556"/>
            <ac:spMk id="2" creationId="{3703C073-336E-4F59-ACE0-BDA81B438DD0}"/>
          </ac:spMkLst>
        </pc:spChg>
      </pc:sldChg>
      <pc:sldChg chg="modSp add del mod">
        <pc:chgData name="翟 锐" userId="fef11181f709266a" providerId="LiveId" clId="{9186E0CD-109D-47DE-8883-49F901FD74B3}" dt="2020-08-12T03:47:18.815" v="3083" actId="2696"/>
        <pc:sldMkLst>
          <pc:docMk/>
          <pc:sldMk cId="4256149976" sldId="556"/>
        </pc:sldMkLst>
        <pc:spChg chg="mod">
          <ac:chgData name="翟 锐" userId="fef11181f709266a" providerId="LiveId" clId="{9186E0CD-109D-47DE-8883-49F901FD74B3}" dt="2020-08-12T03:47:04.847" v="3082" actId="20577"/>
          <ac:spMkLst>
            <pc:docMk/>
            <pc:sldMk cId="4256149976" sldId="556"/>
            <ac:spMk id="2" creationId="{3703C073-336E-4F59-ACE0-BDA81B438DD0}"/>
          </ac:spMkLst>
        </pc:spChg>
        <pc:spChg chg="mod">
          <ac:chgData name="翟 锐" userId="fef11181f709266a" providerId="LiveId" clId="{9186E0CD-109D-47DE-8883-49F901FD74B3}" dt="2020-08-12T03:45:26.680" v="2844"/>
          <ac:spMkLst>
            <pc:docMk/>
            <pc:sldMk cId="4256149976" sldId="556"/>
            <ac:spMk id="35" creationId="{00000000-0000-0000-0000-000000000000}"/>
          </ac:spMkLst>
        </pc:spChg>
      </pc:sldChg>
    </pc:docChg>
  </pc:docChgLst>
  <pc:docChgLst>
    <pc:chgData name="翟 锐" userId="fef11181f709266a" providerId="LiveId" clId="{F8314550-3E91-4058-9DA4-E29D56EDBFDA}"/>
    <pc:docChg chg="modSld">
      <pc:chgData name="翟 锐" userId="fef11181f709266a" providerId="LiveId" clId="{F8314550-3E91-4058-9DA4-E29D56EDBFDA}" dt="2022-09-19T12:35:02.633" v="7" actId="6549"/>
      <pc:docMkLst>
        <pc:docMk/>
      </pc:docMkLst>
      <pc:sldChg chg="modSp mod">
        <pc:chgData name="翟 锐" userId="fef11181f709266a" providerId="LiveId" clId="{F8314550-3E91-4058-9DA4-E29D56EDBFDA}" dt="2022-09-19T12:13:20.007" v="0" actId="1036"/>
        <pc:sldMkLst>
          <pc:docMk/>
          <pc:sldMk cId="1382316081" sldId="615"/>
        </pc:sldMkLst>
        <pc:picChg chg="mod">
          <ac:chgData name="翟 锐" userId="fef11181f709266a" providerId="LiveId" clId="{F8314550-3E91-4058-9DA4-E29D56EDBFDA}" dt="2022-09-19T12:13:20.007" v="0" actId="1036"/>
          <ac:picMkLst>
            <pc:docMk/>
            <pc:sldMk cId="1382316081" sldId="615"/>
            <ac:picMk id="3" creationId="{4513675E-3A4A-4165-88B5-A971D0D6F4F6}"/>
          </ac:picMkLst>
        </pc:picChg>
      </pc:sldChg>
      <pc:sldChg chg="modSp mod">
        <pc:chgData name="翟 锐" userId="fef11181f709266a" providerId="LiveId" clId="{F8314550-3E91-4058-9DA4-E29D56EDBFDA}" dt="2022-09-19T12:25:00.276" v="2" actId="113"/>
        <pc:sldMkLst>
          <pc:docMk/>
          <pc:sldMk cId="1632195621" sldId="633"/>
        </pc:sldMkLst>
        <pc:spChg chg="mod">
          <ac:chgData name="翟 锐" userId="fef11181f709266a" providerId="LiveId" clId="{F8314550-3E91-4058-9DA4-E29D56EDBFDA}" dt="2022-09-19T12:25:00.276" v="2" actId="113"/>
          <ac:spMkLst>
            <pc:docMk/>
            <pc:sldMk cId="1632195621" sldId="633"/>
            <ac:spMk id="2" creationId="{1A343DEC-CFF6-41F5-B87C-0DFC08C67B76}"/>
          </ac:spMkLst>
        </pc:spChg>
      </pc:sldChg>
      <pc:sldChg chg="modSp mod">
        <pc:chgData name="翟 锐" userId="fef11181f709266a" providerId="LiveId" clId="{F8314550-3E91-4058-9DA4-E29D56EDBFDA}" dt="2022-09-19T12:26:28.741" v="3" actId="1076"/>
        <pc:sldMkLst>
          <pc:docMk/>
          <pc:sldMk cId="364815988" sldId="637"/>
        </pc:sldMkLst>
        <pc:spChg chg="mod">
          <ac:chgData name="翟 锐" userId="fef11181f709266a" providerId="LiveId" clId="{F8314550-3E91-4058-9DA4-E29D56EDBFDA}" dt="2022-09-19T12:26:28.741" v="3" actId="1076"/>
          <ac:spMkLst>
            <pc:docMk/>
            <pc:sldMk cId="364815988" sldId="637"/>
            <ac:spMk id="2" creationId="{1A343DEC-CFF6-41F5-B87C-0DFC08C67B76}"/>
          </ac:spMkLst>
        </pc:spChg>
      </pc:sldChg>
      <pc:sldChg chg="modSp">
        <pc:chgData name="翟 锐" userId="fef11181f709266a" providerId="LiveId" clId="{F8314550-3E91-4058-9DA4-E29D56EDBFDA}" dt="2022-09-19T12:33:52.374" v="6" actId="1076"/>
        <pc:sldMkLst>
          <pc:docMk/>
          <pc:sldMk cId="1608156605" sldId="651"/>
        </pc:sldMkLst>
        <pc:spChg chg="mod">
          <ac:chgData name="翟 锐" userId="fef11181f709266a" providerId="LiveId" clId="{F8314550-3E91-4058-9DA4-E29D56EDBFDA}" dt="2022-09-19T12:33:52.374" v="6" actId="1076"/>
          <ac:spMkLst>
            <pc:docMk/>
            <pc:sldMk cId="1608156605" sldId="651"/>
            <ac:spMk id="6" creationId="{9698088A-F83D-4566-9AFD-0E9167CA4B05}"/>
          </ac:spMkLst>
        </pc:spChg>
        <pc:spChg chg="mod">
          <ac:chgData name="翟 锐" userId="fef11181f709266a" providerId="LiveId" clId="{F8314550-3E91-4058-9DA4-E29D56EDBFDA}" dt="2022-09-19T12:33:52.374" v="6" actId="1076"/>
          <ac:spMkLst>
            <pc:docMk/>
            <pc:sldMk cId="1608156605" sldId="651"/>
            <ac:spMk id="7" creationId="{20BFF2E6-2B01-4BBD-ACDA-C5F19F7B2FE2}"/>
          </ac:spMkLst>
        </pc:spChg>
        <pc:spChg chg="mod">
          <ac:chgData name="翟 锐" userId="fef11181f709266a" providerId="LiveId" clId="{F8314550-3E91-4058-9DA4-E29D56EDBFDA}" dt="2022-09-19T12:33:52.374" v="6" actId="1076"/>
          <ac:spMkLst>
            <pc:docMk/>
            <pc:sldMk cId="1608156605" sldId="651"/>
            <ac:spMk id="8" creationId="{CFC17D6F-8F45-4604-9D2F-95210EAE526D}"/>
          </ac:spMkLst>
        </pc:spChg>
        <pc:spChg chg="mod">
          <ac:chgData name="翟 锐" userId="fef11181f709266a" providerId="LiveId" clId="{F8314550-3E91-4058-9DA4-E29D56EDBFDA}" dt="2022-09-19T12:33:52.374" v="6" actId="1076"/>
          <ac:spMkLst>
            <pc:docMk/>
            <pc:sldMk cId="1608156605" sldId="651"/>
            <ac:spMk id="9" creationId="{087144BF-A7F7-4E7D-A4AF-CC882F5A2B96}"/>
          </ac:spMkLst>
        </pc:spChg>
        <pc:spChg chg="mod">
          <ac:chgData name="翟 锐" userId="fef11181f709266a" providerId="LiveId" clId="{F8314550-3E91-4058-9DA4-E29D56EDBFDA}" dt="2022-09-19T12:33:52.374" v="6" actId="1076"/>
          <ac:spMkLst>
            <pc:docMk/>
            <pc:sldMk cId="1608156605" sldId="651"/>
            <ac:spMk id="10" creationId="{8802EC3E-6B2F-4164-BECE-62502036DB12}"/>
          </ac:spMkLst>
        </pc:spChg>
        <pc:spChg chg="mod">
          <ac:chgData name="翟 锐" userId="fef11181f709266a" providerId="LiveId" clId="{F8314550-3E91-4058-9DA4-E29D56EDBFDA}" dt="2022-09-19T12:33:52.374" v="6" actId="1076"/>
          <ac:spMkLst>
            <pc:docMk/>
            <pc:sldMk cId="1608156605" sldId="651"/>
            <ac:spMk id="11" creationId="{8A709AE1-580C-47EE-BB25-CE047CB09B2A}"/>
          </ac:spMkLst>
        </pc:spChg>
        <pc:spChg chg="mod">
          <ac:chgData name="翟 锐" userId="fef11181f709266a" providerId="LiveId" clId="{F8314550-3E91-4058-9DA4-E29D56EDBFDA}" dt="2022-09-19T12:33:52.374" v="6" actId="1076"/>
          <ac:spMkLst>
            <pc:docMk/>
            <pc:sldMk cId="1608156605" sldId="651"/>
            <ac:spMk id="12" creationId="{70DD1B9D-081A-46E1-802F-33FB7F9D3205}"/>
          </ac:spMkLst>
        </pc:spChg>
        <pc:spChg chg="mod">
          <ac:chgData name="翟 锐" userId="fef11181f709266a" providerId="LiveId" clId="{F8314550-3E91-4058-9DA4-E29D56EDBFDA}" dt="2022-09-19T12:33:52.374" v="6" actId="1076"/>
          <ac:spMkLst>
            <pc:docMk/>
            <pc:sldMk cId="1608156605" sldId="651"/>
            <ac:spMk id="13" creationId="{AE380602-5C89-45D3-8A1B-05B349085ACE}"/>
          </ac:spMkLst>
        </pc:spChg>
        <pc:spChg chg="mod">
          <ac:chgData name="翟 锐" userId="fef11181f709266a" providerId="LiveId" clId="{F8314550-3E91-4058-9DA4-E29D56EDBFDA}" dt="2022-09-19T12:33:52.374" v="6" actId="1076"/>
          <ac:spMkLst>
            <pc:docMk/>
            <pc:sldMk cId="1608156605" sldId="651"/>
            <ac:spMk id="14" creationId="{CC949237-3931-4C45-9D11-2F4067B6EAB5}"/>
          </ac:spMkLst>
        </pc:spChg>
        <pc:spChg chg="mod">
          <ac:chgData name="翟 锐" userId="fef11181f709266a" providerId="LiveId" clId="{F8314550-3E91-4058-9DA4-E29D56EDBFDA}" dt="2022-09-19T12:33:52.374" v="6" actId="1076"/>
          <ac:spMkLst>
            <pc:docMk/>
            <pc:sldMk cId="1608156605" sldId="651"/>
            <ac:spMk id="15" creationId="{138CD6CC-5717-4E5B-B368-A03E458ECACD}"/>
          </ac:spMkLst>
        </pc:spChg>
        <pc:spChg chg="mod">
          <ac:chgData name="翟 锐" userId="fef11181f709266a" providerId="LiveId" clId="{F8314550-3E91-4058-9DA4-E29D56EDBFDA}" dt="2022-09-19T12:33:52.374" v="6" actId="1076"/>
          <ac:spMkLst>
            <pc:docMk/>
            <pc:sldMk cId="1608156605" sldId="651"/>
            <ac:spMk id="16" creationId="{6FDA478E-778D-4784-A7AD-D3A3077B86B8}"/>
          </ac:spMkLst>
        </pc:spChg>
        <pc:spChg chg="mod">
          <ac:chgData name="翟 锐" userId="fef11181f709266a" providerId="LiveId" clId="{F8314550-3E91-4058-9DA4-E29D56EDBFDA}" dt="2022-09-19T12:33:52.374" v="6" actId="1076"/>
          <ac:spMkLst>
            <pc:docMk/>
            <pc:sldMk cId="1608156605" sldId="651"/>
            <ac:spMk id="17" creationId="{0ED9FFB6-CEB4-47F9-9875-BC64BA0F4900}"/>
          </ac:spMkLst>
        </pc:spChg>
        <pc:spChg chg="mod">
          <ac:chgData name="翟 锐" userId="fef11181f709266a" providerId="LiveId" clId="{F8314550-3E91-4058-9DA4-E29D56EDBFDA}" dt="2022-09-19T12:33:52.374" v="6" actId="1076"/>
          <ac:spMkLst>
            <pc:docMk/>
            <pc:sldMk cId="1608156605" sldId="651"/>
            <ac:spMk id="18" creationId="{D9D48B37-F7C4-4455-BB29-45815BDB1B05}"/>
          </ac:spMkLst>
        </pc:spChg>
        <pc:spChg chg="mod">
          <ac:chgData name="翟 锐" userId="fef11181f709266a" providerId="LiveId" clId="{F8314550-3E91-4058-9DA4-E29D56EDBFDA}" dt="2022-09-19T12:33:52.374" v="6" actId="1076"/>
          <ac:spMkLst>
            <pc:docMk/>
            <pc:sldMk cId="1608156605" sldId="651"/>
            <ac:spMk id="19" creationId="{9F2823FF-0B31-4F25-8B02-BE479FD2E0A7}"/>
          </ac:spMkLst>
        </pc:spChg>
        <pc:spChg chg="mod">
          <ac:chgData name="翟 锐" userId="fef11181f709266a" providerId="LiveId" clId="{F8314550-3E91-4058-9DA4-E29D56EDBFDA}" dt="2022-09-19T12:33:52.374" v="6" actId="1076"/>
          <ac:spMkLst>
            <pc:docMk/>
            <pc:sldMk cId="1608156605" sldId="651"/>
            <ac:spMk id="20" creationId="{57A1D1CC-B168-4EB7-BE1F-0C7E7638B550}"/>
          </ac:spMkLst>
        </pc:spChg>
        <pc:spChg chg="mod">
          <ac:chgData name="翟 锐" userId="fef11181f709266a" providerId="LiveId" clId="{F8314550-3E91-4058-9DA4-E29D56EDBFDA}" dt="2022-09-19T12:33:52.374" v="6" actId="1076"/>
          <ac:spMkLst>
            <pc:docMk/>
            <pc:sldMk cId="1608156605" sldId="651"/>
            <ac:spMk id="21" creationId="{8EC352C4-E693-4C44-93A3-DC7169669D19}"/>
          </ac:spMkLst>
        </pc:spChg>
        <pc:spChg chg="mod">
          <ac:chgData name="翟 锐" userId="fef11181f709266a" providerId="LiveId" clId="{F8314550-3E91-4058-9DA4-E29D56EDBFDA}" dt="2022-09-19T12:33:52.374" v="6" actId="1076"/>
          <ac:spMkLst>
            <pc:docMk/>
            <pc:sldMk cId="1608156605" sldId="651"/>
            <ac:spMk id="22" creationId="{95124D90-B4BB-40F1-AB9B-29C1C97F0895}"/>
          </ac:spMkLst>
        </pc:spChg>
        <pc:spChg chg="mod">
          <ac:chgData name="翟 锐" userId="fef11181f709266a" providerId="LiveId" clId="{F8314550-3E91-4058-9DA4-E29D56EDBFDA}" dt="2022-09-19T12:33:52.374" v="6" actId="1076"/>
          <ac:spMkLst>
            <pc:docMk/>
            <pc:sldMk cId="1608156605" sldId="651"/>
            <ac:spMk id="23" creationId="{63B63CD1-C4CE-49D5-93D6-4E553D55C9D0}"/>
          </ac:spMkLst>
        </pc:spChg>
        <pc:spChg chg="mod">
          <ac:chgData name="翟 锐" userId="fef11181f709266a" providerId="LiveId" clId="{F8314550-3E91-4058-9DA4-E29D56EDBFDA}" dt="2022-09-19T12:33:52.374" v="6" actId="1076"/>
          <ac:spMkLst>
            <pc:docMk/>
            <pc:sldMk cId="1608156605" sldId="651"/>
            <ac:spMk id="24" creationId="{CE71E2ED-B493-4250-84EC-CBB3B294DD33}"/>
          </ac:spMkLst>
        </pc:spChg>
        <pc:spChg chg="mod">
          <ac:chgData name="翟 锐" userId="fef11181f709266a" providerId="LiveId" clId="{F8314550-3E91-4058-9DA4-E29D56EDBFDA}" dt="2022-09-19T12:33:52.374" v="6" actId="1076"/>
          <ac:spMkLst>
            <pc:docMk/>
            <pc:sldMk cId="1608156605" sldId="651"/>
            <ac:spMk id="25" creationId="{1396C08E-9117-48B8-8CAD-62464977F253}"/>
          </ac:spMkLst>
        </pc:spChg>
        <pc:spChg chg="mod">
          <ac:chgData name="翟 锐" userId="fef11181f709266a" providerId="LiveId" clId="{F8314550-3E91-4058-9DA4-E29D56EDBFDA}" dt="2022-09-19T12:33:52.374" v="6" actId="1076"/>
          <ac:spMkLst>
            <pc:docMk/>
            <pc:sldMk cId="1608156605" sldId="651"/>
            <ac:spMk id="26" creationId="{A6391CE5-E65B-4A3E-895C-2F4C3E0B650E}"/>
          </ac:spMkLst>
        </pc:spChg>
        <pc:spChg chg="mod">
          <ac:chgData name="翟 锐" userId="fef11181f709266a" providerId="LiveId" clId="{F8314550-3E91-4058-9DA4-E29D56EDBFDA}" dt="2022-09-19T12:33:52.374" v="6" actId="1076"/>
          <ac:spMkLst>
            <pc:docMk/>
            <pc:sldMk cId="1608156605" sldId="651"/>
            <ac:spMk id="27" creationId="{8B30BA4E-ECC8-431D-95F8-A2ACE8FEB931}"/>
          </ac:spMkLst>
        </pc:spChg>
        <pc:spChg chg="mod">
          <ac:chgData name="翟 锐" userId="fef11181f709266a" providerId="LiveId" clId="{F8314550-3E91-4058-9DA4-E29D56EDBFDA}" dt="2022-09-19T12:33:52.374" v="6" actId="1076"/>
          <ac:spMkLst>
            <pc:docMk/>
            <pc:sldMk cId="1608156605" sldId="651"/>
            <ac:spMk id="28" creationId="{BCBF28E0-3DDB-475E-AEE8-54F3749DD47D}"/>
          </ac:spMkLst>
        </pc:spChg>
        <pc:spChg chg="mod">
          <ac:chgData name="翟 锐" userId="fef11181f709266a" providerId="LiveId" clId="{F8314550-3E91-4058-9DA4-E29D56EDBFDA}" dt="2022-09-19T12:33:52.374" v="6" actId="1076"/>
          <ac:spMkLst>
            <pc:docMk/>
            <pc:sldMk cId="1608156605" sldId="651"/>
            <ac:spMk id="29" creationId="{9D106730-A645-405D-9F68-605F027D468F}"/>
          </ac:spMkLst>
        </pc:spChg>
        <pc:spChg chg="mod">
          <ac:chgData name="翟 锐" userId="fef11181f709266a" providerId="LiveId" clId="{F8314550-3E91-4058-9DA4-E29D56EDBFDA}" dt="2022-09-19T12:33:52.374" v="6" actId="1076"/>
          <ac:spMkLst>
            <pc:docMk/>
            <pc:sldMk cId="1608156605" sldId="651"/>
            <ac:spMk id="30" creationId="{A884E584-0337-46B7-85D1-BC707DC35EA6}"/>
          </ac:spMkLst>
        </pc:spChg>
        <pc:spChg chg="mod">
          <ac:chgData name="翟 锐" userId="fef11181f709266a" providerId="LiveId" clId="{F8314550-3E91-4058-9DA4-E29D56EDBFDA}" dt="2022-09-19T12:33:52.374" v="6" actId="1076"/>
          <ac:spMkLst>
            <pc:docMk/>
            <pc:sldMk cId="1608156605" sldId="651"/>
            <ac:spMk id="31" creationId="{1FE03FFA-71F8-4810-9437-EA734949EF95}"/>
          </ac:spMkLst>
        </pc:spChg>
        <pc:spChg chg="mod">
          <ac:chgData name="翟 锐" userId="fef11181f709266a" providerId="LiveId" clId="{F8314550-3E91-4058-9DA4-E29D56EDBFDA}" dt="2022-09-19T12:33:52.374" v="6" actId="1076"/>
          <ac:spMkLst>
            <pc:docMk/>
            <pc:sldMk cId="1608156605" sldId="651"/>
            <ac:spMk id="32" creationId="{C8D3C869-4D8B-4C22-A662-4EBF2EACA865}"/>
          </ac:spMkLst>
        </pc:spChg>
        <pc:spChg chg="mod">
          <ac:chgData name="翟 锐" userId="fef11181f709266a" providerId="LiveId" clId="{F8314550-3E91-4058-9DA4-E29D56EDBFDA}" dt="2022-09-19T12:33:52.374" v="6" actId="1076"/>
          <ac:spMkLst>
            <pc:docMk/>
            <pc:sldMk cId="1608156605" sldId="651"/>
            <ac:spMk id="36" creationId="{B3FFBD69-F59B-447F-A088-6A38CD60B6C0}"/>
          </ac:spMkLst>
        </pc:spChg>
        <pc:spChg chg="mod">
          <ac:chgData name="翟 锐" userId="fef11181f709266a" providerId="LiveId" clId="{F8314550-3E91-4058-9DA4-E29D56EDBFDA}" dt="2022-09-19T12:33:52.374" v="6" actId="1076"/>
          <ac:spMkLst>
            <pc:docMk/>
            <pc:sldMk cId="1608156605" sldId="651"/>
            <ac:spMk id="37" creationId="{DBE09F2D-E9F6-4CF7-87AE-ECFF49FC4825}"/>
          </ac:spMkLst>
        </pc:spChg>
        <pc:spChg chg="mod">
          <ac:chgData name="翟 锐" userId="fef11181f709266a" providerId="LiveId" clId="{F8314550-3E91-4058-9DA4-E29D56EDBFDA}" dt="2022-09-19T12:33:52.374" v="6" actId="1076"/>
          <ac:spMkLst>
            <pc:docMk/>
            <pc:sldMk cId="1608156605" sldId="651"/>
            <ac:spMk id="38" creationId="{263E6716-1A88-453A-832D-9CBBF4D85120}"/>
          </ac:spMkLst>
        </pc:spChg>
        <pc:spChg chg="mod">
          <ac:chgData name="翟 锐" userId="fef11181f709266a" providerId="LiveId" clId="{F8314550-3E91-4058-9DA4-E29D56EDBFDA}" dt="2022-09-19T12:33:52.374" v="6" actId="1076"/>
          <ac:spMkLst>
            <pc:docMk/>
            <pc:sldMk cId="1608156605" sldId="651"/>
            <ac:spMk id="39" creationId="{68580A50-BD37-4839-B5D8-4B178318ED02}"/>
          </ac:spMkLst>
        </pc:spChg>
        <pc:grpChg chg="mod">
          <ac:chgData name="翟 锐" userId="fef11181f709266a" providerId="LiveId" clId="{F8314550-3E91-4058-9DA4-E29D56EDBFDA}" dt="2022-09-19T12:33:52.374" v="6" actId="1076"/>
          <ac:grpSpMkLst>
            <pc:docMk/>
            <pc:sldMk cId="1608156605" sldId="651"/>
            <ac:grpSpMk id="3" creationId="{6563EB65-19D8-4F0A-BDA6-A2F1113BC3E3}"/>
          </ac:grpSpMkLst>
        </pc:grpChg>
      </pc:sldChg>
      <pc:sldChg chg="modSp mod">
        <pc:chgData name="翟 锐" userId="fef11181f709266a" providerId="LiveId" clId="{F8314550-3E91-4058-9DA4-E29D56EDBFDA}" dt="2022-09-19T12:35:02.633" v="7" actId="6549"/>
        <pc:sldMkLst>
          <pc:docMk/>
          <pc:sldMk cId="3026258030" sldId="655"/>
        </pc:sldMkLst>
        <pc:spChg chg="mod">
          <ac:chgData name="翟 锐" userId="fef11181f709266a" providerId="LiveId" clId="{F8314550-3E91-4058-9DA4-E29D56EDBFDA}" dt="2022-09-19T12:35:02.633" v="7" actId="6549"/>
          <ac:spMkLst>
            <pc:docMk/>
            <pc:sldMk cId="3026258030" sldId="655"/>
            <ac:spMk id="5" creationId="{AE4997B2-3A7A-4D7A-8968-EC5A8DB12E3F}"/>
          </ac:spMkLst>
        </pc:spChg>
      </pc:sldChg>
      <pc:sldChg chg="modSp mod">
        <pc:chgData name="翟 锐" userId="fef11181f709266a" providerId="LiveId" clId="{F8314550-3E91-4058-9DA4-E29D56EDBFDA}" dt="2022-09-19T12:32:29.891" v="5" actId="113"/>
        <pc:sldMkLst>
          <pc:docMk/>
          <pc:sldMk cId="973801450" sldId="717"/>
        </pc:sldMkLst>
        <pc:spChg chg="mod">
          <ac:chgData name="翟 锐" userId="fef11181f709266a" providerId="LiveId" clId="{F8314550-3E91-4058-9DA4-E29D56EDBFDA}" dt="2022-09-19T12:32:29.891" v="5" actId="113"/>
          <ac:spMkLst>
            <pc:docMk/>
            <pc:sldMk cId="973801450" sldId="717"/>
            <ac:spMk id="2" creationId="{1A343DEC-CFF6-41F5-B87C-0DFC08C67B76}"/>
          </ac:spMkLst>
        </pc:spChg>
      </pc:sldChg>
    </pc:docChg>
  </pc:docChgLst>
  <pc:docChgLst>
    <pc:chgData name="翟 锐" userId="fef11181f709266a" providerId="LiveId" clId="{9048136E-0BB1-40AF-9597-3F4A917D8607}"/>
    <pc:docChg chg="modSld sldOrd">
      <pc:chgData name="翟 锐" userId="fef11181f709266a" providerId="LiveId" clId="{9048136E-0BB1-40AF-9597-3F4A917D8607}" dt="2022-08-29T11:32:00.457" v="181" actId="6549"/>
      <pc:docMkLst>
        <pc:docMk/>
      </pc:docMkLst>
      <pc:sldChg chg="modSp mod">
        <pc:chgData name="翟 锐" userId="fef11181f709266a" providerId="LiveId" clId="{9048136E-0BB1-40AF-9597-3F4A917D8607}" dt="2022-08-29T11:32:00.457" v="181" actId="6549"/>
        <pc:sldMkLst>
          <pc:docMk/>
          <pc:sldMk cId="3721661227" sldId="566"/>
        </pc:sldMkLst>
        <pc:spChg chg="mod">
          <ac:chgData name="翟 锐" userId="fef11181f709266a" providerId="LiveId" clId="{9048136E-0BB1-40AF-9597-3F4A917D8607}" dt="2022-08-29T11:32:00.457" v="181" actId="6549"/>
          <ac:spMkLst>
            <pc:docMk/>
            <pc:sldMk cId="3721661227" sldId="566"/>
            <ac:spMk id="2" creationId="{1A343DEC-CFF6-41F5-B87C-0DFC08C67B76}"/>
          </ac:spMkLst>
        </pc:spChg>
      </pc:sldChg>
      <pc:sldChg chg="modSp">
        <pc:chgData name="翟 锐" userId="fef11181f709266a" providerId="LiveId" clId="{9048136E-0BB1-40AF-9597-3F4A917D8607}" dt="2022-08-28T12:59:41.417" v="26" actId="20577"/>
        <pc:sldMkLst>
          <pc:docMk/>
          <pc:sldMk cId="2383899194" sldId="568"/>
        </pc:sldMkLst>
        <pc:spChg chg="mod">
          <ac:chgData name="翟 锐" userId="fef11181f709266a" providerId="LiveId" clId="{9048136E-0BB1-40AF-9597-3F4A917D8607}" dt="2022-08-28T12:59:41.417" v="26" actId="20577"/>
          <ac:spMkLst>
            <pc:docMk/>
            <pc:sldMk cId="2383899194" sldId="568"/>
            <ac:spMk id="35" creationId="{00000000-0000-0000-0000-000000000000}"/>
          </ac:spMkLst>
        </pc:spChg>
      </pc:sldChg>
      <pc:sldChg chg="modSp mod">
        <pc:chgData name="翟 锐" userId="fef11181f709266a" providerId="LiveId" clId="{9048136E-0BB1-40AF-9597-3F4A917D8607}" dt="2022-08-28T13:08:15.519" v="176" actId="1076"/>
        <pc:sldMkLst>
          <pc:docMk/>
          <pc:sldMk cId="1440985517" sldId="603"/>
        </pc:sldMkLst>
        <pc:spChg chg="mod">
          <ac:chgData name="翟 锐" userId="fef11181f709266a" providerId="LiveId" clId="{9048136E-0BB1-40AF-9597-3F4A917D8607}" dt="2022-08-28T13:08:15.519" v="176" actId="1076"/>
          <ac:spMkLst>
            <pc:docMk/>
            <pc:sldMk cId="1440985517" sldId="603"/>
            <ac:spMk id="9" creationId="{F2F000C4-A5F3-4FC3-AFF7-D0D6C6EB3026}"/>
          </ac:spMkLst>
        </pc:spChg>
        <pc:spChg chg="mod">
          <ac:chgData name="翟 锐" userId="fef11181f709266a" providerId="LiveId" clId="{9048136E-0BB1-40AF-9597-3F4A917D8607}" dt="2022-08-28T13:08:05.577" v="175" actId="20577"/>
          <ac:spMkLst>
            <pc:docMk/>
            <pc:sldMk cId="1440985517" sldId="603"/>
            <ac:spMk id="35" creationId="{00000000-0000-0000-0000-000000000000}"/>
          </ac:spMkLst>
        </pc:spChg>
      </pc:sldChg>
      <pc:sldChg chg="modSp ord">
        <pc:chgData name="翟 锐" userId="fef11181f709266a" providerId="LiveId" clId="{9048136E-0BB1-40AF-9597-3F4A917D8607}" dt="2022-08-28T13:01:14.507" v="78" actId="20577"/>
        <pc:sldMkLst>
          <pc:docMk/>
          <pc:sldMk cId="3186085593" sldId="662"/>
        </pc:sldMkLst>
        <pc:spChg chg="mod">
          <ac:chgData name="翟 锐" userId="fef11181f709266a" providerId="LiveId" clId="{9048136E-0BB1-40AF-9597-3F4A917D8607}" dt="2022-08-28T13:01:14.507" v="78" actId="20577"/>
          <ac:spMkLst>
            <pc:docMk/>
            <pc:sldMk cId="3186085593" sldId="662"/>
            <ac:spMk id="35" creationId="{00000000-0000-0000-0000-000000000000}"/>
          </ac:spMkLst>
        </pc:spChg>
      </pc:sldChg>
      <pc:sldChg chg="addSp delSp modSp">
        <pc:chgData name="翟 锐" userId="fef11181f709266a" providerId="LiveId" clId="{9048136E-0BB1-40AF-9597-3F4A917D8607}" dt="2022-08-28T12:54:37.268" v="11" actId="1076"/>
        <pc:sldMkLst>
          <pc:docMk/>
          <pc:sldMk cId="1280055722" sldId="674"/>
        </pc:sldMkLst>
        <pc:spChg chg="mod">
          <ac:chgData name="翟 锐" userId="fef11181f709266a" providerId="LiveId" clId="{9048136E-0BB1-40AF-9597-3F4A917D8607}" dt="2022-08-28T12:54:22.750" v="4" actId="1076"/>
          <ac:spMkLst>
            <pc:docMk/>
            <pc:sldMk cId="1280055722" sldId="674"/>
            <ac:spMk id="2" creationId="{1A343DEC-CFF6-41F5-B87C-0DFC08C67B76}"/>
          </ac:spMkLst>
        </pc:spChg>
        <pc:picChg chg="add mod">
          <ac:chgData name="翟 锐" userId="fef11181f709266a" providerId="LiveId" clId="{9048136E-0BB1-40AF-9597-3F4A917D8607}" dt="2022-08-28T12:54:34.832" v="10" actId="1076"/>
          <ac:picMkLst>
            <pc:docMk/>
            <pc:sldMk cId="1280055722" sldId="674"/>
            <ac:picMk id="3" creationId="{E584D44C-93AD-4744-3A22-E900E06CCC0F}"/>
          </ac:picMkLst>
        </pc:picChg>
        <pc:picChg chg="add del mod">
          <ac:chgData name="翟 锐" userId="fef11181f709266a" providerId="LiveId" clId="{9048136E-0BB1-40AF-9597-3F4A917D8607}" dt="2022-08-28T12:54:23.903" v="5"/>
          <ac:picMkLst>
            <pc:docMk/>
            <pc:sldMk cId="1280055722" sldId="674"/>
            <ac:picMk id="1026" creationId="{11A2C555-B6A8-C584-444F-CEB06826FDD3}"/>
          </ac:picMkLst>
        </pc:picChg>
        <pc:picChg chg="mod">
          <ac:chgData name="翟 锐" userId="fef11181f709266a" providerId="LiveId" clId="{9048136E-0BB1-40AF-9597-3F4A917D8607}" dt="2022-08-28T12:54:19.351" v="1" actId="1076"/>
          <ac:picMkLst>
            <pc:docMk/>
            <pc:sldMk cId="1280055722" sldId="674"/>
            <ac:picMk id="1028" creationId="{461C35FD-DD9C-450B-AF61-044A2E5B4906}"/>
          </ac:picMkLst>
        </pc:picChg>
        <pc:picChg chg="mod">
          <ac:chgData name="翟 锐" userId="fef11181f709266a" providerId="LiveId" clId="{9048136E-0BB1-40AF-9597-3F4A917D8607}" dt="2022-08-28T12:54:37.268" v="11" actId="1076"/>
          <ac:picMkLst>
            <pc:docMk/>
            <pc:sldMk cId="1280055722" sldId="674"/>
            <ac:picMk id="2052" creationId="{F9A7E211-662B-4E1D-A0B0-266BB11F5187}"/>
          </ac:picMkLst>
        </pc:picChg>
      </pc:sldChg>
      <pc:sldChg chg="modSp">
        <pc:chgData name="翟 锐" userId="fef11181f709266a" providerId="LiveId" clId="{9048136E-0BB1-40AF-9597-3F4A917D8607}" dt="2022-08-28T12:57:45.362" v="12" actId="1076"/>
        <pc:sldMkLst>
          <pc:docMk/>
          <pc:sldMk cId="3479145447" sldId="676"/>
        </pc:sldMkLst>
        <pc:picChg chg="mod">
          <ac:chgData name="翟 锐" userId="fef11181f709266a" providerId="LiveId" clId="{9048136E-0BB1-40AF-9597-3F4A917D8607}" dt="2022-08-28T12:57:45.362" v="12" actId="1076"/>
          <ac:picMkLst>
            <pc:docMk/>
            <pc:sldMk cId="3479145447" sldId="676"/>
            <ac:picMk id="3074" creationId="{471082EA-1942-478F-899B-91B76AD3286B}"/>
          </ac:picMkLst>
        </pc:picChg>
      </pc:sldChg>
      <pc:sldChg chg="modSp mod modAnim">
        <pc:chgData name="翟 锐" userId="fef11181f709266a" providerId="LiveId" clId="{9048136E-0BB1-40AF-9597-3F4A917D8607}" dt="2022-08-29T01:35:44.760" v="177" actId="1076"/>
        <pc:sldMkLst>
          <pc:docMk/>
          <pc:sldMk cId="1531944380" sldId="681"/>
        </pc:sldMkLst>
        <pc:spChg chg="mod">
          <ac:chgData name="翟 锐" userId="fef11181f709266a" providerId="LiveId" clId="{9048136E-0BB1-40AF-9597-3F4A917D8607}" dt="2022-08-29T01:35:44.760" v="177" actId="1076"/>
          <ac:spMkLst>
            <pc:docMk/>
            <pc:sldMk cId="1531944380" sldId="681"/>
            <ac:spMk id="2" creationId="{1A343DEC-CFF6-41F5-B87C-0DFC08C67B76}"/>
          </ac:spMkLst>
        </pc:spChg>
      </pc:sldChg>
      <pc:sldChg chg="modSp">
        <pc:chgData name="翟 锐" userId="fef11181f709266a" providerId="LiveId" clId="{9048136E-0BB1-40AF-9597-3F4A917D8607}" dt="2022-08-28T13:02:47.466" v="83" actId="20577"/>
        <pc:sldMkLst>
          <pc:docMk/>
          <pc:sldMk cId="3686664628" sldId="684"/>
        </pc:sldMkLst>
        <pc:spChg chg="mod">
          <ac:chgData name="翟 锐" userId="fef11181f709266a" providerId="LiveId" clId="{9048136E-0BB1-40AF-9597-3F4A917D8607}" dt="2022-08-28T13:02:47.466" v="83" actId="20577"/>
          <ac:spMkLst>
            <pc:docMk/>
            <pc:sldMk cId="3686664628" sldId="684"/>
            <ac:spMk id="35" creationId="{00000000-0000-0000-0000-000000000000}"/>
          </ac:spMkLst>
        </pc:spChg>
      </pc:sldChg>
    </pc:docChg>
  </pc:docChgLst>
  <pc:docChgLst>
    <pc:chgData name="翟 锐" userId="fef11181f709266a" providerId="LiveId" clId="{C0002306-8AAE-445D-8BB2-3FFD8060546B}"/>
    <pc:docChg chg="undo custSel addSld modSld">
      <pc:chgData name="翟 锐" userId="fef11181f709266a" providerId="LiveId" clId="{C0002306-8AAE-445D-8BB2-3FFD8060546B}" dt="2020-09-24T02:56:13.672" v="260" actId="6549"/>
      <pc:docMkLst>
        <pc:docMk/>
      </pc:docMkLst>
      <pc:sldChg chg="modSp mod">
        <pc:chgData name="翟 锐" userId="fef11181f709266a" providerId="LiveId" clId="{C0002306-8AAE-445D-8BB2-3FFD8060546B}" dt="2020-09-24T02:55:21.312" v="258" actId="20577"/>
        <pc:sldMkLst>
          <pc:docMk/>
          <pc:sldMk cId="2142524837" sldId="602"/>
        </pc:sldMkLst>
        <pc:spChg chg="mod">
          <ac:chgData name="翟 锐" userId="fef11181f709266a" providerId="LiveId" clId="{C0002306-8AAE-445D-8BB2-3FFD8060546B}" dt="2020-09-24T02:55:21.312" v="258" actId="20577"/>
          <ac:spMkLst>
            <pc:docMk/>
            <pc:sldMk cId="2142524837" sldId="602"/>
            <ac:spMk id="2" creationId="{1A343DEC-CFF6-41F5-B87C-0DFC08C67B76}"/>
          </ac:spMkLst>
        </pc:spChg>
      </pc:sldChg>
      <pc:sldChg chg="modSp mod">
        <pc:chgData name="翟 锐" userId="fef11181f709266a" providerId="LiveId" clId="{C0002306-8AAE-445D-8BB2-3FFD8060546B}" dt="2020-09-24T02:56:13.672" v="260" actId="6549"/>
        <pc:sldMkLst>
          <pc:docMk/>
          <pc:sldMk cId="2933535704" sldId="607"/>
        </pc:sldMkLst>
        <pc:spChg chg="mod">
          <ac:chgData name="翟 锐" userId="fef11181f709266a" providerId="LiveId" clId="{C0002306-8AAE-445D-8BB2-3FFD8060546B}" dt="2020-09-24T02:56:13.672" v="260" actId="6549"/>
          <ac:spMkLst>
            <pc:docMk/>
            <pc:sldMk cId="2933535704" sldId="607"/>
            <ac:spMk id="2" creationId="{1A343DEC-CFF6-41F5-B87C-0DFC08C67B76}"/>
          </ac:spMkLst>
        </pc:spChg>
      </pc:sldChg>
      <pc:sldChg chg="modSp add mod modAnim">
        <pc:chgData name="翟 锐" userId="fef11181f709266a" providerId="LiveId" clId="{C0002306-8AAE-445D-8BB2-3FFD8060546B}" dt="2020-09-24T02:40:27.006" v="228"/>
        <pc:sldMkLst>
          <pc:docMk/>
          <pc:sldMk cId="2282940426" sldId="660"/>
        </pc:sldMkLst>
        <pc:spChg chg="mod">
          <ac:chgData name="翟 锐" userId="fef11181f709266a" providerId="LiveId" clId="{C0002306-8AAE-445D-8BB2-3FFD8060546B}" dt="2020-09-24T02:39:28.915" v="218" actId="12"/>
          <ac:spMkLst>
            <pc:docMk/>
            <pc:sldMk cId="2282940426" sldId="660"/>
            <ac:spMk id="2" creationId="{1A343DEC-CFF6-41F5-B87C-0DFC08C67B76}"/>
          </ac:spMkLst>
        </pc:spChg>
      </pc:sldChg>
      <pc:sldChg chg="modSp add mod">
        <pc:chgData name="翟 锐" userId="fef11181f709266a" providerId="LiveId" clId="{C0002306-8AAE-445D-8BB2-3FFD8060546B}" dt="2020-09-24T02:55:34.202" v="259" actId="6549"/>
        <pc:sldMkLst>
          <pc:docMk/>
          <pc:sldMk cId="2870330272" sldId="661"/>
        </pc:sldMkLst>
        <pc:spChg chg="mod">
          <ac:chgData name="翟 锐" userId="fef11181f709266a" providerId="LiveId" clId="{C0002306-8AAE-445D-8BB2-3FFD8060546B}" dt="2020-09-24T02:55:34.202" v="259" actId="6549"/>
          <ac:spMkLst>
            <pc:docMk/>
            <pc:sldMk cId="2870330272" sldId="661"/>
            <ac:spMk id="2" creationId="{1A343DEC-CFF6-41F5-B87C-0DFC08C67B76}"/>
          </ac:spMkLst>
        </pc:spChg>
      </pc:sldChg>
    </pc:docChg>
  </pc:docChgLst>
  <pc:docChgLst>
    <pc:chgData name="翟 锐" userId="fef11181f709266a" providerId="LiveId" clId="{0214D428-B43D-48B8-A415-106375A7F957}"/>
    <pc:docChg chg="undo custSel addSld delSld modSld">
      <pc:chgData name="翟 锐" userId="fef11181f709266a" providerId="LiveId" clId="{0214D428-B43D-48B8-A415-106375A7F957}" dt="2020-09-04T09:26:59.411" v="689" actId="11529"/>
      <pc:docMkLst>
        <pc:docMk/>
      </pc:docMkLst>
      <pc:sldChg chg="add del">
        <pc:chgData name="翟 锐" userId="fef11181f709266a" providerId="LiveId" clId="{0214D428-B43D-48B8-A415-106375A7F957}" dt="2020-09-04T08:50:18.169" v="83"/>
        <pc:sldMkLst>
          <pc:docMk/>
          <pc:sldMk cId="0" sldId="325"/>
        </pc:sldMkLst>
      </pc:sldChg>
      <pc:sldChg chg="add del">
        <pc:chgData name="翟 锐" userId="fef11181f709266a" providerId="LiveId" clId="{0214D428-B43D-48B8-A415-106375A7F957}" dt="2020-09-04T08:58:04.885" v="191" actId="47"/>
        <pc:sldMkLst>
          <pc:docMk/>
          <pc:sldMk cId="0" sldId="347"/>
        </pc:sldMkLst>
      </pc:sldChg>
      <pc:sldChg chg="modSp mod">
        <pc:chgData name="翟 锐" userId="fef11181f709266a" providerId="LiveId" clId="{0214D428-B43D-48B8-A415-106375A7F957}" dt="2020-09-04T09:19:00.894" v="315" actId="14100"/>
        <pc:sldMkLst>
          <pc:docMk/>
          <pc:sldMk cId="2981006032" sldId="556"/>
        </pc:sldMkLst>
        <pc:spChg chg="mod">
          <ac:chgData name="翟 锐" userId="fef11181f709266a" providerId="LiveId" clId="{0214D428-B43D-48B8-A415-106375A7F957}" dt="2020-09-04T09:19:00.894" v="315" actId="14100"/>
          <ac:spMkLst>
            <pc:docMk/>
            <pc:sldMk cId="2981006032" sldId="556"/>
            <ac:spMk id="2" creationId="{1A343DEC-CFF6-41F5-B87C-0DFC08C67B76}"/>
          </ac:spMkLst>
        </pc:spChg>
      </pc:sldChg>
      <pc:sldChg chg="modSp mod">
        <pc:chgData name="翟 锐" userId="fef11181f709266a" providerId="LiveId" clId="{0214D428-B43D-48B8-A415-106375A7F957}" dt="2020-09-04T09:18:21.002" v="309" actId="1076"/>
        <pc:sldMkLst>
          <pc:docMk/>
          <pc:sldMk cId="40839046" sldId="560"/>
        </pc:sldMkLst>
        <pc:spChg chg="mod">
          <ac:chgData name="翟 锐" userId="fef11181f709266a" providerId="LiveId" clId="{0214D428-B43D-48B8-A415-106375A7F957}" dt="2020-09-04T09:18:21.002" v="309" actId="1076"/>
          <ac:spMkLst>
            <pc:docMk/>
            <pc:sldMk cId="40839046" sldId="560"/>
            <ac:spMk id="2" creationId="{1A343DEC-CFF6-41F5-B87C-0DFC08C67B76}"/>
          </ac:spMkLst>
        </pc:spChg>
      </pc:sldChg>
      <pc:sldChg chg="modSp mod">
        <pc:chgData name="翟 锐" userId="fef11181f709266a" providerId="LiveId" clId="{0214D428-B43D-48B8-A415-106375A7F957}" dt="2020-09-04T06:22:37.012" v="21" actId="12"/>
        <pc:sldMkLst>
          <pc:docMk/>
          <pc:sldMk cId="3051887953" sldId="563"/>
        </pc:sldMkLst>
        <pc:spChg chg="mod">
          <ac:chgData name="翟 锐" userId="fef11181f709266a" providerId="LiveId" clId="{0214D428-B43D-48B8-A415-106375A7F957}" dt="2020-09-04T06:22:37.012" v="21" actId="12"/>
          <ac:spMkLst>
            <pc:docMk/>
            <pc:sldMk cId="3051887953" sldId="563"/>
            <ac:spMk id="2" creationId="{1A343DEC-CFF6-41F5-B87C-0DFC08C67B76}"/>
          </ac:spMkLst>
        </pc:spChg>
      </pc:sldChg>
      <pc:sldChg chg="modSp mod">
        <pc:chgData name="翟 锐" userId="fef11181f709266a" providerId="LiveId" clId="{0214D428-B43D-48B8-A415-106375A7F957}" dt="2020-09-04T06:22:58.568" v="25" actId="15"/>
        <pc:sldMkLst>
          <pc:docMk/>
          <pc:sldMk cId="3404202409" sldId="564"/>
        </pc:sldMkLst>
        <pc:spChg chg="mod">
          <ac:chgData name="翟 锐" userId="fef11181f709266a" providerId="LiveId" clId="{0214D428-B43D-48B8-A415-106375A7F957}" dt="2020-09-04T06:22:58.568" v="25" actId="15"/>
          <ac:spMkLst>
            <pc:docMk/>
            <pc:sldMk cId="3404202409" sldId="564"/>
            <ac:spMk id="2" creationId="{1A343DEC-CFF6-41F5-B87C-0DFC08C67B76}"/>
          </ac:spMkLst>
        </pc:spChg>
      </pc:sldChg>
      <pc:sldChg chg="modSp mod">
        <pc:chgData name="翟 锐" userId="fef11181f709266a" providerId="LiveId" clId="{0214D428-B43D-48B8-A415-106375A7F957}" dt="2020-09-04T06:23:27.938" v="34" actId="6549"/>
        <pc:sldMkLst>
          <pc:docMk/>
          <pc:sldMk cId="146979102" sldId="565"/>
        </pc:sldMkLst>
        <pc:spChg chg="mod">
          <ac:chgData name="翟 锐" userId="fef11181f709266a" providerId="LiveId" clId="{0214D428-B43D-48B8-A415-106375A7F957}" dt="2020-09-04T06:23:27.938" v="34" actId="6549"/>
          <ac:spMkLst>
            <pc:docMk/>
            <pc:sldMk cId="146979102" sldId="565"/>
            <ac:spMk id="2" creationId="{1A343DEC-CFF6-41F5-B87C-0DFC08C67B76}"/>
          </ac:spMkLst>
        </pc:spChg>
        <pc:picChg chg="mod">
          <ac:chgData name="翟 锐" userId="fef11181f709266a" providerId="LiveId" clId="{0214D428-B43D-48B8-A415-106375A7F957}" dt="2020-09-04T06:23:12.383" v="26" actId="1076"/>
          <ac:picMkLst>
            <pc:docMk/>
            <pc:sldMk cId="146979102" sldId="565"/>
            <ac:picMk id="6" creationId="{CEC16A83-D065-4F47-95B4-63FF26FFD825}"/>
          </ac:picMkLst>
        </pc:picChg>
      </pc:sldChg>
      <pc:sldChg chg="modSp mod">
        <pc:chgData name="翟 锐" userId="fef11181f709266a" providerId="LiveId" clId="{0214D428-B43D-48B8-A415-106375A7F957}" dt="2020-09-04T09:18:13.031" v="306" actId="12"/>
        <pc:sldMkLst>
          <pc:docMk/>
          <pc:sldMk cId="727514361" sldId="566"/>
        </pc:sldMkLst>
        <pc:spChg chg="mod">
          <ac:chgData name="翟 锐" userId="fef11181f709266a" providerId="LiveId" clId="{0214D428-B43D-48B8-A415-106375A7F957}" dt="2020-09-04T09:18:13.031" v="306" actId="12"/>
          <ac:spMkLst>
            <pc:docMk/>
            <pc:sldMk cId="727514361" sldId="566"/>
            <ac:spMk id="2" creationId="{1A343DEC-CFF6-41F5-B87C-0DFC08C67B76}"/>
          </ac:spMkLst>
        </pc:spChg>
      </pc:sldChg>
      <pc:sldChg chg="modSp mod">
        <pc:chgData name="翟 锐" userId="fef11181f709266a" providerId="LiveId" clId="{0214D428-B43D-48B8-A415-106375A7F957}" dt="2020-09-04T06:21:42.030" v="13" actId="12"/>
        <pc:sldMkLst>
          <pc:docMk/>
          <pc:sldMk cId="1385814803" sldId="568"/>
        </pc:sldMkLst>
        <pc:spChg chg="mod">
          <ac:chgData name="翟 锐" userId="fef11181f709266a" providerId="LiveId" clId="{0214D428-B43D-48B8-A415-106375A7F957}" dt="2020-09-04T06:21:42.030" v="13" actId="12"/>
          <ac:spMkLst>
            <pc:docMk/>
            <pc:sldMk cId="1385814803" sldId="568"/>
            <ac:spMk id="2" creationId="{1A343DEC-CFF6-41F5-B87C-0DFC08C67B76}"/>
          </ac:spMkLst>
        </pc:spChg>
      </pc:sldChg>
      <pc:sldChg chg="modSp mod">
        <pc:chgData name="翟 锐" userId="fef11181f709266a" providerId="LiveId" clId="{0214D428-B43D-48B8-A415-106375A7F957}" dt="2020-09-04T06:23:39.038" v="36" actId="12"/>
        <pc:sldMkLst>
          <pc:docMk/>
          <pc:sldMk cId="1248462053" sldId="570"/>
        </pc:sldMkLst>
        <pc:spChg chg="mod">
          <ac:chgData name="翟 锐" userId="fef11181f709266a" providerId="LiveId" clId="{0214D428-B43D-48B8-A415-106375A7F957}" dt="2020-09-04T06:23:39.038" v="36" actId="12"/>
          <ac:spMkLst>
            <pc:docMk/>
            <pc:sldMk cId="1248462053" sldId="570"/>
            <ac:spMk id="2" creationId="{1A343DEC-CFF6-41F5-B87C-0DFC08C67B76}"/>
          </ac:spMkLst>
        </pc:spChg>
      </pc:sldChg>
      <pc:sldChg chg="modSp del mod">
        <pc:chgData name="翟 锐" userId="fef11181f709266a" providerId="LiveId" clId="{0214D428-B43D-48B8-A415-106375A7F957}" dt="2020-09-04T06:26:09.573" v="56" actId="2696"/>
        <pc:sldMkLst>
          <pc:docMk/>
          <pc:sldMk cId="3203680886" sldId="571"/>
        </pc:sldMkLst>
        <pc:picChg chg="mod">
          <ac:chgData name="翟 锐" userId="fef11181f709266a" providerId="LiveId" clId="{0214D428-B43D-48B8-A415-106375A7F957}" dt="2020-09-04T06:26:05.465" v="55" actId="1076"/>
          <ac:picMkLst>
            <pc:docMk/>
            <pc:sldMk cId="3203680886" sldId="571"/>
            <ac:picMk id="4" creationId="{05F69294-5C7E-47CA-AF72-F2B1779893E8}"/>
          </ac:picMkLst>
        </pc:picChg>
      </pc:sldChg>
      <pc:sldChg chg="add">
        <pc:chgData name="翟 锐" userId="fef11181f709266a" providerId="LiveId" clId="{0214D428-B43D-48B8-A415-106375A7F957}" dt="2020-09-04T06:26:18.700" v="57"/>
        <pc:sldMkLst>
          <pc:docMk/>
          <pc:sldMk cId="4135861373" sldId="571"/>
        </pc:sldMkLst>
      </pc:sldChg>
      <pc:sldChg chg="modSp mod">
        <pc:chgData name="翟 锐" userId="fef11181f709266a" providerId="LiveId" clId="{0214D428-B43D-48B8-A415-106375A7F957}" dt="2020-09-04T06:23:49.658" v="38" actId="12"/>
        <pc:sldMkLst>
          <pc:docMk/>
          <pc:sldMk cId="1120019373" sldId="572"/>
        </pc:sldMkLst>
        <pc:spChg chg="mod">
          <ac:chgData name="翟 锐" userId="fef11181f709266a" providerId="LiveId" clId="{0214D428-B43D-48B8-A415-106375A7F957}" dt="2020-09-04T06:23:49.658" v="38" actId="12"/>
          <ac:spMkLst>
            <pc:docMk/>
            <pc:sldMk cId="1120019373" sldId="572"/>
            <ac:spMk id="2" creationId="{1A343DEC-CFF6-41F5-B87C-0DFC08C67B76}"/>
          </ac:spMkLst>
        </pc:spChg>
      </pc:sldChg>
      <pc:sldChg chg="modSp mod">
        <pc:chgData name="翟 锐" userId="fef11181f709266a" providerId="LiveId" clId="{0214D428-B43D-48B8-A415-106375A7F957}" dt="2020-09-04T06:26:58.141" v="59" actId="12"/>
        <pc:sldMkLst>
          <pc:docMk/>
          <pc:sldMk cId="757202342" sldId="573"/>
        </pc:sldMkLst>
        <pc:spChg chg="mod">
          <ac:chgData name="翟 锐" userId="fef11181f709266a" providerId="LiveId" clId="{0214D428-B43D-48B8-A415-106375A7F957}" dt="2020-09-04T06:26:58.141" v="59" actId="12"/>
          <ac:spMkLst>
            <pc:docMk/>
            <pc:sldMk cId="757202342" sldId="573"/>
            <ac:spMk id="2" creationId="{1A343DEC-CFF6-41F5-B87C-0DFC08C67B76}"/>
          </ac:spMkLst>
        </pc:spChg>
      </pc:sldChg>
      <pc:sldChg chg="modSp mod">
        <pc:chgData name="翟 锐" userId="fef11181f709266a" providerId="LiveId" clId="{0214D428-B43D-48B8-A415-106375A7F957}" dt="2020-09-04T06:27:03.825" v="61" actId="12"/>
        <pc:sldMkLst>
          <pc:docMk/>
          <pc:sldMk cId="3813965798" sldId="574"/>
        </pc:sldMkLst>
        <pc:spChg chg="mod">
          <ac:chgData name="翟 锐" userId="fef11181f709266a" providerId="LiveId" clId="{0214D428-B43D-48B8-A415-106375A7F957}" dt="2020-09-04T06:27:03.825" v="61" actId="12"/>
          <ac:spMkLst>
            <pc:docMk/>
            <pc:sldMk cId="3813965798" sldId="574"/>
            <ac:spMk id="2" creationId="{1A343DEC-CFF6-41F5-B87C-0DFC08C67B76}"/>
          </ac:spMkLst>
        </pc:spChg>
      </pc:sldChg>
      <pc:sldChg chg="modSp mod">
        <pc:chgData name="翟 锐" userId="fef11181f709266a" providerId="LiveId" clId="{0214D428-B43D-48B8-A415-106375A7F957}" dt="2020-09-04T06:26:54.703" v="58" actId="12"/>
        <pc:sldMkLst>
          <pc:docMk/>
          <pc:sldMk cId="779357039" sldId="580"/>
        </pc:sldMkLst>
        <pc:spChg chg="mod">
          <ac:chgData name="翟 锐" userId="fef11181f709266a" providerId="LiveId" clId="{0214D428-B43D-48B8-A415-106375A7F957}" dt="2020-09-04T06:26:54.703" v="58" actId="12"/>
          <ac:spMkLst>
            <pc:docMk/>
            <pc:sldMk cId="779357039" sldId="580"/>
            <ac:spMk id="2" creationId="{1A343DEC-CFF6-41F5-B87C-0DFC08C67B76}"/>
          </ac:spMkLst>
        </pc:spChg>
      </pc:sldChg>
      <pc:sldChg chg="modSp mod">
        <pc:chgData name="翟 锐" userId="fef11181f709266a" providerId="LiveId" clId="{0214D428-B43D-48B8-A415-106375A7F957}" dt="2020-09-04T06:19:01.201" v="12" actId="15"/>
        <pc:sldMkLst>
          <pc:docMk/>
          <pc:sldMk cId="2748688468" sldId="586"/>
        </pc:sldMkLst>
        <pc:spChg chg="mod">
          <ac:chgData name="翟 锐" userId="fef11181f709266a" providerId="LiveId" clId="{0214D428-B43D-48B8-A415-106375A7F957}" dt="2020-09-04T06:19:01.201" v="12" actId="15"/>
          <ac:spMkLst>
            <pc:docMk/>
            <pc:sldMk cId="2748688468" sldId="586"/>
            <ac:spMk id="2" creationId="{1A343DEC-CFF6-41F5-B87C-0DFC08C67B76}"/>
          </ac:spMkLst>
        </pc:spChg>
      </pc:sldChg>
      <pc:sldChg chg="modSp">
        <pc:chgData name="翟 锐" userId="fef11181f709266a" providerId="LiveId" clId="{0214D428-B43D-48B8-A415-106375A7F957}" dt="2020-09-04T08:48:35.732" v="77"/>
        <pc:sldMkLst>
          <pc:docMk/>
          <pc:sldMk cId="4205128277" sldId="587"/>
        </pc:sldMkLst>
        <pc:spChg chg="mod">
          <ac:chgData name="翟 锐" userId="fef11181f709266a" providerId="LiveId" clId="{0214D428-B43D-48B8-A415-106375A7F957}" dt="2020-09-04T08:48:35.732" v="77"/>
          <ac:spMkLst>
            <pc:docMk/>
            <pc:sldMk cId="4205128277" sldId="587"/>
            <ac:spMk id="35" creationId="{00000000-0000-0000-0000-000000000000}"/>
          </ac:spMkLst>
        </pc:spChg>
      </pc:sldChg>
      <pc:sldChg chg="modSp modAnim">
        <pc:chgData name="翟 锐" userId="fef11181f709266a" providerId="LiveId" clId="{0214D428-B43D-48B8-A415-106375A7F957}" dt="2020-09-04T08:49:27.907" v="81"/>
        <pc:sldMkLst>
          <pc:docMk/>
          <pc:sldMk cId="850308225" sldId="588"/>
        </pc:sldMkLst>
        <pc:spChg chg="mod">
          <ac:chgData name="翟 锐" userId="fef11181f709266a" providerId="LiveId" clId="{0214D428-B43D-48B8-A415-106375A7F957}" dt="2020-09-04T08:49:27.907" v="81"/>
          <ac:spMkLst>
            <pc:docMk/>
            <pc:sldMk cId="850308225" sldId="588"/>
            <ac:spMk id="35" creationId="{00000000-0000-0000-0000-000000000000}"/>
          </ac:spMkLst>
        </pc:spChg>
      </pc:sldChg>
      <pc:sldChg chg="modSp mod modAnim">
        <pc:chgData name="翟 锐" userId="fef11181f709266a" providerId="LiveId" clId="{0214D428-B43D-48B8-A415-106375A7F957}" dt="2020-09-04T09:01:11.284" v="283" actId="20577"/>
        <pc:sldMkLst>
          <pc:docMk/>
          <pc:sldMk cId="1817544442" sldId="589"/>
        </pc:sldMkLst>
        <pc:spChg chg="mod">
          <ac:chgData name="翟 锐" userId="fef11181f709266a" providerId="LiveId" clId="{0214D428-B43D-48B8-A415-106375A7F957}" dt="2020-09-04T06:27:56.364" v="62" actId="12"/>
          <ac:spMkLst>
            <pc:docMk/>
            <pc:sldMk cId="1817544442" sldId="589"/>
            <ac:spMk id="2" creationId="{1A343DEC-CFF6-41F5-B87C-0DFC08C67B76}"/>
          </ac:spMkLst>
        </pc:spChg>
        <pc:spChg chg="mod">
          <ac:chgData name="翟 锐" userId="fef11181f709266a" providerId="LiveId" clId="{0214D428-B43D-48B8-A415-106375A7F957}" dt="2020-09-04T09:01:11.284" v="283" actId="20577"/>
          <ac:spMkLst>
            <pc:docMk/>
            <pc:sldMk cId="1817544442" sldId="589"/>
            <ac:spMk id="35" creationId="{00000000-0000-0000-0000-000000000000}"/>
          </ac:spMkLst>
        </pc:spChg>
      </pc:sldChg>
      <pc:sldChg chg="modSp mod">
        <pc:chgData name="翟 锐" userId="fef11181f709266a" providerId="LiveId" clId="{0214D428-B43D-48B8-A415-106375A7F957}" dt="2020-09-04T09:02:45.444" v="305" actId="15"/>
        <pc:sldMkLst>
          <pc:docMk/>
          <pc:sldMk cId="685558447" sldId="590"/>
        </pc:sldMkLst>
        <pc:spChg chg="mod">
          <ac:chgData name="翟 锐" userId="fef11181f709266a" providerId="LiveId" clId="{0214D428-B43D-48B8-A415-106375A7F957}" dt="2020-09-04T09:02:45.444" v="305" actId="15"/>
          <ac:spMkLst>
            <pc:docMk/>
            <pc:sldMk cId="685558447" sldId="590"/>
            <ac:spMk id="2" creationId="{1A343DEC-CFF6-41F5-B87C-0DFC08C67B76}"/>
          </ac:spMkLst>
        </pc:spChg>
      </pc:sldChg>
      <pc:sldChg chg="modSp">
        <pc:chgData name="翟 锐" userId="fef11181f709266a" providerId="LiveId" clId="{0214D428-B43D-48B8-A415-106375A7F957}" dt="2020-09-04T08:48:32.273" v="76"/>
        <pc:sldMkLst>
          <pc:docMk/>
          <pc:sldMk cId="2843123516" sldId="593"/>
        </pc:sldMkLst>
        <pc:spChg chg="mod">
          <ac:chgData name="翟 锐" userId="fef11181f709266a" providerId="LiveId" clId="{0214D428-B43D-48B8-A415-106375A7F957}" dt="2020-09-04T08:48:32.273" v="76"/>
          <ac:spMkLst>
            <pc:docMk/>
            <pc:sldMk cId="2843123516" sldId="593"/>
            <ac:spMk id="35" creationId="{00000000-0000-0000-0000-000000000000}"/>
          </ac:spMkLst>
        </pc:spChg>
      </pc:sldChg>
      <pc:sldChg chg="modSp mod modNotesTx">
        <pc:chgData name="翟 锐" userId="fef11181f709266a" providerId="LiveId" clId="{0214D428-B43D-48B8-A415-106375A7F957}" dt="2020-09-04T08:58:28.292" v="202" actId="20577"/>
        <pc:sldMkLst>
          <pc:docMk/>
          <pc:sldMk cId="363145086" sldId="595"/>
        </pc:sldMkLst>
        <pc:spChg chg="mod">
          <ac:chgData name="翟 锐" userId="fef11181f709266a" providerId="LiveId" clId="{0214D428-B43D-48B8-A415-106375A7F957}" dt="2020-09-04T08:55:02.797" v="133"/>
          <ac:spMkLst>
            <pc:docMk/>
            <pc:sldMk cId="363145086" sldId="595"/>
            <ac:spMk id="2" creationId="{1A343DEC-CFF6-41F5-B87C-0DFC08C67B76}"/>
          </ac:spMkLst>
        </pc:spChg>
      </pc:sldChg>
      <pc:sldChg chg="del">
        <pc:chgData name="翟 锐" userId="fef11181f709266a" providerId="LiveId" clId="{0214D428-B43D-48B8-A415-106375A7F957}" dt="2020-09-04T08:55:18.999" v="134" actId="47"/>
        <pc:sldMkLst>
          <pc:docMk/>
          <pc:sldMk cId="3722139504" sldId="596"/>
        </pc:sldMkLst>
      </pc:sldChg>
      <pc:sldChg chg="modSp mod">
        <pc:chgData name="翟 锐" userId="fef11181f709266a" providerId="LiveId" clId="{0214D428-B43D-48B8-A415-106375A7F957}" dt="2020-09-04T06:25:26.823" v="53" actId="20577"/>
        <pc:sldMkLst>
          <pc:docMk/>
          <pc:sldMk cId="3459061754" sldId="604"/>
        </pc:sldMkLst>
        <pc:spChg chg="mod">
          <ac:chgData name="翟 锐" userId="fef11181f709266a" providerId="LiveId" clId="{0214D428-B43D-48B8-A415-106375A7F957}" dt="2020-09-04T06:25:26.823" v="53" actId="20577"/>
          <ac:spMkLst>
            <pc:docMk/>
            <pc:sldMk cId="3459061754" sldId="604"/>
            <ac:spMk id="2" creationId="{1A343DEC-CFF6-41F5-B87C-0DFC08C67B76}"/>
          </ac:spMkLst>
        </pc:spChg>
      </pc:sldChg>
      <pc:sldChg chg="modSp mod">
        <pc:chgData name="翟 锐" userId="fef11181f709266a" providerId="LiveId" clId="{0214D428-B43D-48B8-A415-106375A7F957}" dt="2020-09-04T09:18:16.730" v="307" actId="12"/>
        <pc:sldMkLst>
          <pc:docMk/>
          <pc:sldMk cId="1397344220" sldId="613"/>
        </pc:sldMkLst>
        <pc:spChg chg="mod">
          <ac:chgData name="翟 锐" userId="fef11181f709266a" providerId="LiveId" clId="{0214D428-B43D-48B8-A415-106375A7F957}" dt="2020-09-04T09:18:16.730" v="307" actId="12"/>
          <ac:spMkLst>
            <pc:docMk/>
            <pc:sldMk cId="1397344220" sldId="613"/>
            <ac:spMk id="2" creationId="{1A343DEC-CFF6-41F5-B87C-0DFC08C67B76}"/>
          </ac:spMkLst>
        </pc:spChg>
      </pc:sldChg>
      <pc:sldChg chg="modSp add mod">
        <pc:chgData name="翟 锐" userId="fef11181f709266a" providerId="LiveId" clId="{0214D428-B43D-48B8-A415-106375A7F957}" dt="2020-09-04T06:18:41.347" v="8"/>
        <pc:sldMkLst>
          <pc:docMk/>
          <pc:sldMk cId="2382010412" sldId="614"/>
        </pc:sldMkLst>
        <pc:spChg chg="mod">
          <ac:chgData name="翟 锐" userId="fef11181f709266a" providerId="LiveId" clId="{0214D428-B43D-48B8-A415-106375A7F957}" dt="2020-09-04T06:18:34.427" v="5" actId="6549"/>
          <ac:spMkLst>
            <pc:docMk/>
            <pc:sldMk cId="2382010412" sldId="614"/>
            <ac:spMk id="2" creationId="{1A343DEC-CFF6-41F5-B87C-0DFC08C67B76}"/>
          </ac:spMkLst>
        </pc:spChg>
        <pc:spChg chg="mod">
          <ac:chgData name="翟 锐" userId="fef11181f709266a" providerId="LiveId" clId="{0214D428-B43D-48B8-A415-106375A7F957}" dt="2020-09-04T06:18:41.347" v="8"/>
          <ac:spMkLst>
            <pc:docMk/>
            <pc:sldMk cId="2382010412" sldId="614"/>
            <ac:spMk id="35" creationId="{00000000-0000-0000-0000-000000000000}"/>
          </ac:spMkLst>
        </pc:spChg>
      </pc:sldChg>
      <pc:sldChg chg="addSp delSp modSp add mod">
        <pc:chgData name="翟 锐" userId="fef11181f709266a" providerId="LiveId" clId="{0214D428-B43D-48B8-A415-106375A7F957}" dt="2020-09-04T06:29:29.305" v="73" actId="1076"/>
        <pc:sldMkLst>
          <pc:docMk/>
          <pc:sldMk cId="2504951130" sldId="615"/>
        </pc:sldMkLst>
        <pc:spChg chg="del mod">
          <ac:chgData name="翟 锐" userId="fef11181f709266a" providerId="LiveId" clId="{0214D428-B43D-48B8-A415-106375A7F957}" dt="2020-09-04T06:29:21.083" v="70"/>
          <ac:spMkLst>
            <pc:docMk/>
            <pc:sldMk cId="2504951130" sldId="615"/>
            <ac:spMk id="2" creationId="{1A343DEC-CFF6-41F5-B87C-0DFC08C67B76}"/>
          </ac:spMkLst>
        </pc:spChg>
        <pc:spChg chg="mod">
          <ac:chgData name="翟 锐" userId="fef11181f709266a" providerId="LiveId" clId="{0214D428-B43D-48B8-A415-106375A7F957}" dt="2020-09-04T06:28:59.856" v="67"/>
          <ac:spMkLst>
            <pc:docMk/>
            <pc:sldMk cId="2504951130" sldId="615"/>
            <ac:spMk id="35" creationId="{00000000-0000-0000-0000-000000000000}"/>
          </ac:spMkLst>
        </pc:spChg>
        <pc:picChg chg="add mod">
          <ac:chgData name="翟 锐" userId="fef11181f709266a" providerId="LiveId" clId="{0214D428-B43D-48B8-A415-106375A7F957}" dt="2020-09-04T06:29:29.305" v="73" actId="1076"/>
          <ac:picMkLst>
            <pc:docMk/>
            <pc:sldMk cId="2504951130" sldId="615"/>
            <ac:picMk id="3" creationId="{4513675E-3A4A-4165-88B5-A971D0D6F4F6}"/>
          </ac:picMkLst>
        </pc:picChg>
      </pc:sldChg>
      <pc:sldChg chg="modSp add del mod">
        <pc:chgData name="翟 锐" userId="fef11181f709266a" providerId="LiveId" clId="{0214D428-B43D-48B8-A415-106375A7F957}" dt="2020-09-04T06:25:58.346" v="54" actId="47"/>
        <pc:sldMkLst>
          <pc:docMk/>
          <pc:sldMk cId="4072450728" sldId="615"/>
        </pc:sldMkLst>
        <pc:spChg chg="mod">
          <ac:chgData name="翟 锐" userId="fef11181f709266a" providerId="LiveId" clId="{0214D428-B43D-48B8-A415-106375A7F957}" dt="2020-09-04T06:24:56.992" v="49" actId="6549"/>
          <ac:spMkLst>
            <pc:docMk/>
            <pc:sldMk cId="4072450728" sldId="615"/>
            <ac:spMk id="2" creationId="{1A343DEC-CFF6-41F5-B87C-0DFC08C67B76}"/>
          </ac:spMkLst>
        </pc:spChg>
      </pc:sldChg>
      <pc:sldChg chg="modSp add mod modNotesTx">
        <pc:chgData name="翟 锐" userId="fef11181f709266a" providerId="LiveId" clId="{0214D428-B43D-48B8-A415-106375A7F957}" dt="2020-09-04T08:59:56.294" v="249" actId="20577"/>
        <pc:sldMkLst>
          <pc:docMk/>
          <pc:sldMk cId="3373164738" sldId="616"/>
        </pc:sldMkLst>
        <pc:spChg chg="mod">
          <ac:chgData name="翟 锐" userId="fef11181f709266a" providerId="LiveId" clId="{0214D428-B43D-48B8-A415-106375A7F957}" dt="2020-09-04T08:59:52.916" v="248" actId="20577"/>
          <ac:spMkLst>
            <pc:docMk/>
            <pc:sldMk cId="3373164738" sldId="616"/>
            <ac:spMk id="2" creationId="{1A343DEC-CFF6-41F5-B87C-0DFC08C67B76}"/>
          </ac:spMkLst>
        </pc:spChg>
        <pc:spChg chg="mod">
          <ac:chgData name="翟 锐" userId="fef11181f709266a" providerId="LiveId" clId="{0214D428-B43D-48B8-A415-106375A7F957}" dt="2020-09-04T08:59:03.918" v="227"/>
          <ac:spMkLst>
            <pc:docMk/>
            <pc:sldMk cId="3373164738" sldId="616"/>
            <ac:spMk id="35" creationId="{00000000-0000-0000-0000-000000000000}"/>
          </ac:spMkLst>
        </pc:spChg>
      </pc:sldChg>
      <pc:sldChg chg="modSp add mod">
        <pc:chgData name="翟 锐" userId="fef11181f709266a" providerId="LiveId" clId="{0214D428-B43D-48B8-A415-106375A7F957}" dt="2020-09-04T09:01:46.075" v="300" actId="6549"/>
        <pc:sldMkLst>
          <pc:docMk/>
          <pc:sldMk cId="689349942" sldId="617"/>
        </pc:sldMkLst>
        <pc:spChg chg="mod">
          <ac:chgData name="翟 锐" userId="fef11181f709266a" providerId="LiveId" clId="{0214D428-B43D-48B8-A415-106375A7F957}" dt="2020-09-04T08:55:46.986" v="146" actId="15"/>
          <ac:spMkLst>
            <pc:docMk/>
            <pc:sldMk cId="689349942" sldId="617"/>
            <ac:spMk id="2" creationId="{1A343DEC-CFF6-41F5-B87C-0DFC08C67B76}"/>
          </ac:spMkLst>
        </pc:spChg>
        <pc:spChg chg="mod">
          <ac:chgData name="翟 锐" userId="fef11181f709266a" providerId="LiveId" clId="{0214D428-B43D-48B8-A415-106375A7F957}" dt="2020-09-04T09:01:46.075" v="300" actId="6549"/>
          <ac:spMkLst>
            <pc:docMk/>
            <pc:sldMk cId="689349942" sldId="617"/>
            <ac:spMk id="35" creationId="{00000000-0000-0000-0000-000000000000}"/>
          </ac:spMkLst>
        </pc:spChg>
      </pc:sldChg>
      <pc:sldChg chg="modSp add del mod">
        <pc:chgData name="翟 锐" userId="fef11181f709266a" providerId="LiveId" clId="{0214D428-B43D-48B8-A415-106375A7F957}" dt="2020-09-04T08:54:52.110" v="130" actId="47"/>
        <pc:sldMkLst>
          <pc:docMk/>
          <pc:sldMk cId="2744765377" sldId="617"/>
        </pc:sldMkLst>
        <pc:spChg chg="mod">
          <ac:chgData name="翟 锐" userId="fef11181f709266a" providerId="LiveId" clId="{0214D428-B43D-48B8-A415-106375A7F957}" dt="2020-09-04T08:54:43.896" v="129" actId="6549"/>
          <ac:spMkLst>
            <pc:docMk/>
            <pc:sldMk cId="2744765377" sldId="617"/>
            <ac:spMk id="2" creationId="{1A343DEC-CFF6-41F5-B87C-0DFC08C67B76}"/>
          </ac:spMkLst>
        </pc:spChg>
      </pc:sldChg>
      <pc:sldChg chg="modSp add mod modAnim">
        <pc:chgData name="翟 锐" userId="fef11181f709266a" providerId="LiveId" clId="{0214D428-B43D-48B8-A415-106375A7F957}" dt="2020-09-04T08:57:02.450" v="154" actId="6549"/>
        <pc:sldMkLst>
          <pc:docMk/>
          <pc:sldMk cId="3671413414" sldId="618"/>
        </pc:sldMkLst>
        <pc:spChg chg="mod">
          <ac:chgData name="翟 锐" userId="fef11181f709266a" providerId="LiveId" clId="{0214D428-B43D-48B8-A415-106375A7F957}" dt="2020-09-04T08:57:02.450" v="154" actId="6549"/>
          <ac:spMkLst>
            <pc:docMk/>
            <pc:sldMk cId="3671413414" sldId="618"/>
            <ac:spMk id="2" creationId="{1A343DEC-CFF6-41F5-B87C-0DFC08C67B76}"/>
          </ac:spMkLst>
        </pc:spChg>
        <pc:spChg chg="mod">
          <ac:chgData name="翟 锐" userId="fef11181f709266a" providerId="LiveId" clId="{0214D428-B43D-48B8-A415-106375A7F957}" dt="2020-09-04T08:56:56.221" v="153"/>
          <ac:spMkLst>
            <pc:docMk/>
            <pc:sldMk cId="3671413414" sldId="618"/>
            <ac:spMk id="35" creationId="{00000000-0000-0000-0000-000000000000}"/>
          </ac:spMkLst>
        </pc:spChg>
      </pc:sldChg>
      <pc:sldChg chg="addSp delSp modSp add mod">
        <pc:chgData name="翟 锐" userId="fef11181f709266a" providerId="LiveId" clId="{0214D428-B43D-48B8-A415-106375A7F957}" dt="2020-09-04T08:57:46.335" v="190" actId="1076"/>
        <pc:sldMkLst>
          <pc:docMk/>
          <pc:sldMk cId="2461395264" sldId="619"/>
        </pc:sldMkLst>
        <pc:spChg chg="del">
          <ac:chgData name="翟 锐" userId="fef11181f709266a" providerId="LiveId" clId="{0214D428-B43D-48B8-A415-106375A7F957}" dt="2020-09-04T08:57:24.764" v="157" actId="478"/>
          <ac:spMkLst>
            <pc:docMk/>
            <pc:sldMk cId="2461395264" sldId="619"/>
            <ac:spMk id="2" creationId="{1A343DEC-CFF6-41F5-B87C-0DFC08C67B76}"/>
          </ac:spMkLst>
        </pc:spChg>
        <pc:spChg chg="mod">
          <ac:chgData name="翟 锐" userId="fef11181f709266a" providerId="LiveId" clId="{0214D428-B43D-48B8-A415-106375A7F957}" dt="2020-09-04T08:57:29.741" v="185"/>
          <ac:spMkLst>
            <pc:docMk/>
            <pc:sldMk cId="2461395264" sldId="619"/>
            <ac:spMk id="35" creationId="{00000000-0000-0000-0000-000000000000}"/>
          </ac:spMkLst>
        </pc:spChg>
        <pc:picChg chg="add mod">
          <ac:chgData name="翟 锐" userId="fef11181f709266a" providerId="LiveId" clId="{0214D428-B43D-48B8-A415-106375A7F957}" dt="2020-09-04T08:57:46.335" v="190" actId="1076"/>
          <ac:picMkLst>
            <pc:docMk/>
            <pc:sldMk cId="2461395264" sldId="619"/>
            <ac:picMk id="3" creationId="{D14B6356-0D00-4DA1-A210-FD75F18A9D58}"/>
          </ac:picMkLst>
        </pc:picChg>
      </pc:sldChg>
      <pc:sldChg chg="modSp add mod">
        <pc:chgData name="翟 锐" userId="fef11181f709266a" providerId="LiveId" clId="{0214D428-B43D-48B8-A415-106375A7F957}" dt="2020-09-04T08:59:23.533" v="244" actId="20577"/>
        <pc:sldMkLst>
          <pc:docMk/>
          <pc:sldMk cId="3575552719" sldId="620"/>
        </pc:sldMkLst>
        <pc:spChg chg="mod">
          <ac:chgData name="翟 锐" userId="fef11181f709266a" providerId="LiveId" clId="{0214D428-B43D-48B8-A415-106375A7F957}" dt="2020-09-04T08:59:18.046" v="231" actId="6549"/>
          <ac:spMkLst>
            <pc:docMk/>
            <pc:sldMk cId="3575552719" sldId="620"/>
            <ac:spMk id="2" creationId="{1A343DEC-CFF6-41F5-B87C-0DFC08C67B76}"/>
          </ac:spMkLst>
        </pc:spChg>
        <pc:spChg chg="mod">
          <ac:chgData name="翟 锐" userId="fef11181f709266a" providerId="LiveId" clId="{0214D428-B43D-48B8-A415-106375A7F957}" dt="2020-09-04T08:59:23.533" v="244" actId="20577"/>
          <ac:spMkLst>
            <pc:docMk/>
            <pc:sldMk cId="3575552719" sldId="620"/>
            <ac:spMk id="35" creationId="{00000000-0000-0000-0000-000000000000}"/>
          </ac:spMkLst>
        </pc:spChg>
      </pc:sldChg>
      <pc:sldChg chg="modSp add mod">
        <pc:chgData name="翟 锐" userId="fef11181f709266a" providerId="LiveId" clId="{0214D428-B43D-48B8-A415-106375A7F957}" dt="2020-09-04T09:02:27.231" v="301" actId="404"/>
        <pc:sldMkLst>
          <pc:docMk/>
          <pc:sldMk cId="3989040699" sldId="621"/>
        </pc:sldMkLst>
        <pc:spChg chg="mod">
          <ac:chgData name="翟 锐" userId="fef11181f709266a" providerId="LiveId" clId="{0214D428-B43D-48B8-A415-106375A7F957}" dt="2020-09-04T09:02:27.231" v="301" actId="404"/>
          <ac:spMkLst>
            <pc:docMk/>
            <pc:sldMk cId="3989040699" sldId="621"/>
            <ac:spMk id="2" creationId="{1A343DEC-CFF6-41F5-B87C-0DFC08C67B76}"/>
          </ac:spMkLst>
        </pc:spChg>
        <pc:spChg chg="mod">
          <ac:chgData name="翟 锐" userId="fef11181f709266a" providerId="LiveId" clId="{0214D428-B43D-48B8-A415-106375A7F957}" dt="2020-09-04T09:00:40.312" v="275"/>
          <ac:spMkLst>
            <pc:docMk/>
            <pc:sldMk cId="3989040699" sldId="621"/>
            <ac:spMk id="35" creationId="{00000000-0000-0000-0000-000000000000}"/>
          </ac:spMkLst>
        </pc:spChg>
      </pc:sldChg>
      <pc:sldChg chg="new del">
        <pc:chgData name="翟 锐" userId="fef11181f709266a" providerId="LiveId" clId="{0214D428-B43D-48B8-A415-106375A7F957}" dt="2020-09-04T09:19:05.311" v="317" actId="680"/>
        <pc:sldMkLst>
          <pc:docMk/>
          <pc:sldMk cId="2615486989" sldId="622"/>
        </pc:sldMkLst>
      </pc:sldChg>
      <pc:sldChg chg="addSp delSp modSp add mod">
        <pc:chgData name="翟 锐" userId="fef11181f709266a" providerId="LiveId" clId="{0214D428-B43D-48B8-A415-106375A7F957}" dt="2020-09-04T09:26:59.411" v="689" actId="11529"/>
        <pc:sldMkLst>
          <pc:docMk/>
          <pc:sldMk cId="2773477050" sldId="622"/>
        </pc:sldMkLst>
        <pc:spChg chg="mod">
          <ac:chgData name="翟 锐" userId="fef11181f709266a" providerId="LiveId" clId="{0214D428-B43D-48B8-A415-106375A7F957}" dt="2020-09-04T09:26:02.334" v="665" actId="6549"/>
          <ac:spMkLst>
            <pc:docMk/>
            <pc:sldMk cId="2773477050" sldId="622"/>
            <ac:spMk id="2" creationId="{1A343DEC-CFF6-41F5-B87C-0DFC08C67B76}"/>
          </ac:spMkLst>
        </pc:spChg>
        <pc:spChg chg="add del mod">
          <ac:chgData name="翟 锐" userId="fef11181f709266a" providerId="LiveId" clId="{0214D428-B43D-48B8-A415-106375A7F957}" dt="2020-09-04T09:23:33.196" v="613" actId="478"/>
          <ac:spMkLst>
            <pc:docMk/>
            <pc:sldMk cId="2773477050" sldId="622"/>
            <ac:spMk id="6" creationId="{E7F2375E-3979-482C-9680-C0B64A074F3E}"/>
          </ac:spMkLst>
        </pc:spChg>
        <pc:spChg chg="add del mod">
          <ac:chgData name="翟 锐" userId="fef11181f709266a" providerId="LiveId" clId="{0214D428-B43D-48B8-A415-106375A7F957}" dt="2020-09-04T09:23:31.267" v="611" actId="478"/>
          <ac:spMkLst>
            <pc:docMk/>
            <pc:sldMk cId="2773477050" sldId="622"/>
            <ac:spMk id="7" creationId="{7AAEEF77-F61A-4E61-8C76-7EA4E74FAE02}"/>
          </ac:spMkLst>
        </pc:spChg>
        <pc:spChg chg="add del mod">
          <ac:chgData name="翟 锐" userId="fef11181f709266a" providerId="LiveId" clId="{0214D428-B43D-48B8-A415-106375A7F957}" dt="2020-09-04T09:25:37.911" v="656" actId="478"/>
          <ac:spMkLst>
            <pc:docMk/>
            <pc:sldMk cId="2773477050" sldId="622"/>
            <ac:spMk id="8" creationId="{95A157F9-ADFB-4E6A-A62C-0757BB9F01E8}"/>
          </ac:spMkLst>
        </pc:spChg>
        <pc:spChg chg="add del mod">
          <ac:chgData name="翟 锐" userId="fef11181f709266a" providerId="LiveId" clId="{0214D428-B43D-48B8-A415-106375A7F957}" dt="2020-09-04T09:25:37.173" v="655" actId="478"/>
          <ac:spMkLst>
            <pc:docMk/>
            <pc:sldMk cId="2773477050" sldId="622"/>
            <ac:spMk id="9" creationId="{64687A18-CEEA-44FF-AF3F-B08A5B23F92E}"/>
          </ac:spMkLst>
        </pc:spChg>
        <pc:spChg chg="add del mod">
          <ac:chgData name="翟 锐" userId="fef11181f709266a" providerId="LiveId" clId="{0214D428-B43D-48B8-A415-106375A7F957}" dt="2020-09-04T09:25:54.804" v="663" actId="478"/>
          <ac:spMkLst>
            <pc:docMk/>
            <pc:sldMk cId="2773477050" sldId="622"/>
            <ac:spMk id="11" creationId="{DD425894-C1FE-4329-BE9F-DB0D24B5052A}"/>
          </ac:spMkLst>
        </pc:spChg>
        <pc:spChg chg="add mod">
          <ac:chgData name="翟 锐" userId="fef11181f709266a" providerId="LiveId" clId="{0214D428-B43D-48B8-A415-106375A7F957}" dt="2020-09-04T09:26:38.098" v="670" actId="1076"/>
          <ac:spMkLst>
            <pc:docMk/>
            <pc:sldMk cId="2773477050" sldId="622"/>
            <ac:spMk id="13" creationId="{E4994335-AA39-4752-8CFD-A96B51899648}"/>
          </ac:spMkLst>
        </pc:spChg>
        <pc:spChg chg="add del mod">
          <ac:chgData name="翟 锐" userId="fef11181f709266a" providerId="LiveId" clId="{0214D428-B43D-48B8-A415-106375A7F957}" dt="2020-09-04T09:25:38.969" v="657" actId="478"/>
          <ac:spMkLst>
            <pc:docMk/>
            <pc:sldMk cId="2773477050" sldId="622"/>
            <ac:spMk id="15" creationId="{224B9B61-7D3D-4792-B50B-F52F74C7639B}"/>
          </ac:spMkLst>
        </pc:spChg>
        <pc:spChg chg="add mod">
          <ac:chgData name="翟 锐" userId="fef11181f709266a" providerId="LiveId" clId="{0214D428-B43D-48B8-A415-106375A7F957}" dt="2020-09-04T09:26:38.098" v="670" actId="1076"/>
          <ac:spMkLst>
            <pc:docMk/>
            <pc:sldMk cId="2773477050" sldId="622"/>
            <ac:spMk id="17" creationId="{819086CB-0C63-4563-95C0-0C55043E3D08}"/>
          </ac:spMkLst>
        </pc:spChg>
        <pc:spChg chg="add mod">
          <ac:chgData name="翟 锐" userId="fef11181f709266a" providerId="LiveId" clId="{0214D428-B43D-48B8-A415-106375A7F957}" dt="2020-09-04T09:26:38.098" v="670" actId="1076"/>
          <ac:spMkLst>
            <pc:docMk/>
            <pc:sldMk cId="2773477050" sldId="622"/>
            <ac:spMk id="19" creationId="{6721E054-506A-4B18-8AA2-4F66D34C8149}"/>
          </ac:spMkLst>
        </pc:spChg>
        <pc:spChg chg="add mod">
          <ac:chgData name="翟 锐" userId="fef11181f709266a" providerId="LiveId" clId="{0214D428-B43D-48B8-A415-106375A7F957}" dt="2020-09-04T09:26:38.098" v="670" actId="1076"/>
          <ac:spMkLst>
            <pc:docMk/>
            <pc:sldMk cId="2773477050" sldId="622"/>
            <ac:spMk id="21" creationId="{27D7FD0A-A32A-46B4-8974-19054E93102A}"/>
          </ac:spMkLst>
        </pc:spChg>
        <pc:spChg chg="add mod">
          <ac:chgData name="翟 锐" userId="fef11181f709266a" providerId="LiveId" clId="{0214D428-B43D-48B8-A415-106375A7F957}" dt="2020-09-04T09:26:38.098" v="670" actId="1076"/>
          <ac:spMkLst>
            <pc:docMk/>
            <pc:sldMk cId="2773477050" sldId="622"/>
            <ac:spMk id="23" creationId="{83F9C811-0015-4A5F-BE5B-EB62C3EC59B4}"/>
          </ac:spMkLst>
        </pc:spChg>
        <pc:spChg chg="add mod">
          <ac:chgData name="翟 锐" userId="fef11181f709266a" providerId="LiveId" clId="{0214D428-B43D-48B8-A415-106375A7F957}" dt="2020-09-04T09:26:51.252" v="688"/>
          <ac:spMkLst>
            <pc:docMk/>
            <pc:sldMk cId="2773477050" sldId="622"/>
            <ac:spMk id="25" creationId="{3CCFFB08-24CF-4719-AA6F-90BDD79775F2}"/>
          </ac:spMkLst>
        </pc:spChg>
        <pc:graphicFrameChg chg="add del mod modGraphic">
          <ac:chgData name="翟 锐" userId="fef11181f709266a" providerId="LiveId" clId="{0214D428-B43D-48B8-A415-106375A7F957}" dt="2020-09-04T09:24:25.647" v="632" actId="478"/>
          <ac:graphicFrameMkLst>
            <pc:docMk/>
            <pc:sldMk cId="2773477050" sldId="622"/>
            <ac:graphicFrameMk id="3" creationId="{6A517BA5-7D54-4413-97DE-490EC0F1A027}"/>
          </ac:graphicFrameMkLst>
        </pc:graphicFrameChg>
        <pc:cxnChg chg="add">
          <ac:chgData name="翟 锐" userId="fef11181f709266a" providerId="LiveId" clId="{0214D428-B43D-48B8-A415-106375A7F957}" dt="2020-09-04T09:26:59.411" v="689" actId="11529"/>
          <ac:cxnSpMkLst>
            <pc:docMk/>
            <pc:sldMk cId="2773477050" sldId="622"/>
            <ac:cxnSpMk id="29" creationId="{30AD0D39-DF4C-4C24-A7A0-BB7DD8745745}"/>
          </ac:cxnSpMkLst>
        </pc:cxnChg>
      </pc:sldChg>
    </pc:docChg>
  </pc:docChgLst>
  <pc:docChgLst>
    <pc:chgData name="翟 锐" userId="fef11181f709266a" providerId="LiveId" clId="{8FDC87A0-9DE2-486C-952D-B205F2BECC7A}"/>
    <pc:docChg chg="undo custSel addSld modSld sldOrd">
      <pc:chgData name="翟 锐" userId="fef11181f709266a" providerId="LiveId" clId="{8FDC87A0-9DE2-486C-952D-B205F2BECC7A}" dt="2022-11-29T01:27:04.026" v="464" actId="20577"/>
      <pc:docMkLst>
        <pc:docMk/>
      </pc:docMkLst>
      <pc:sldChg chg="modSp mod">
        <pc:chgData name="翟 锐" userId="fef11181f709266a" providerId="LiveId" clId="{8FDC87A0-9DE2-486C-952D-B205F2BECC7A}" dt="2022-11-11T05:12:32.568" v="1" actId="20577"/>
        <pc:sldMkLst>
          <pc:docMk/>
          <pc:sldMk cId="1981665619" sldId="567"/>
        </pc:sldMkLst>
        <pc:spChg chg="mod">
          <ac:chgData name="翟 锐" userId="fef11181f709266a" providerId="LiveId" clId="{8FDC87A0-9DE2-486C-952D-B205F2BECC7A}" dt="2022-11-11T05:12:32.568" v="1" actId="20577"/>
          <ac:spMkLst>
            <pc:docMk/>
            <pc:sldMk cId="1981665619" sldId="567"/>
            <ac:spMk id="2" creationId="{1A343DEC-CFF6-41F5-B87C-0DFC08C67B76}"/>
          </ac:spMkLst>
        </pc:spChg>
      </pc:sldChg>
      <pc:sldChg chg="modSp mod">
        <pc:chgData name="翟 锐" userId="fef11181f709266a" providerId="LiveId" clId="{8FDC87A0-9DE2-486C-952D-B205F2BECC7A}" dt="2022-11-29T01:01:35.002" v="176" actId="20577"/>
        <pc:sldMkLst>
          <pc:docMk/>
          <pc:sldMk cId="2843123516" sldId="593"/>
        </pc:sldMkLst>
        <pc:spChg chg="mod">
          <ac:chgData name="翟 锐" userId="fef11181f709266a" providerId="LiveId" clId="{8FDC87A0-9DE2-486C-952D-B205F2BECC7A}" dt="2022-11-29T01:01:35.002" v="176" actId="20577"/>
          <ac:spMkLst>
            <pc:docMk/>
            <pc:sldMk cId="2843123516" sldId="593"/>
            <ac:spMk id="2" creationId="{1A343DEC-CFF6-41F5-B87C-0DFC08C67B76}"/>
          </ac:spMkLst>
        </pc:spChg>
      </pc:sldChg>
      <pc:sldChg chg="addSp delSp modSp add mod">
        <pc:chgData name="翟 锐" userId="fef11181f709266a" providerId="LiveId" clId="{8FDC87A0-9DE2-486C-952D-B205F2BECC7A}" dt="2022-11-29T01:07:04.037" v="245" actId="1076"/>
        <pc:sldMkLst>
          <pc:docMk/>
          <pc:sldMk cId="957630380" sldId="719"/>
        </pc:sldMkLst>
        <pc:spChg chg="mod">
          <ac:chgData name="翟 锐" userId="fef11181f709266a" providerId="LiveId" clId="{8FDC87A0-9DE2-486C-952D-B205F2BECC7A}" dt="2022-11-29T01:06:00.170" v="228" actId="14100"/>
          <ac:spMkLst>
            <pc:docMk/>
            <pc:sldMk cId="957630380" sldId="719"/>
            <ac:spMk id="2" creationId="{1A343DEC-CFF6-41F5-B87C-0DFC08C67B76}"/>
          </ac:spMkLst>
        </pc:spChg>
        <pc:picChg chg="add del mod">
          <ac:chgData name="翟 锐" userId="fef11181f709266a" providerId="LiveId" clId="{8FDC87A0-9DE2-486C-952D-B205F2BECC7A}" dt="2022-11-29T01:03:16.411" v="183"/>
          <ac:picMkLst>
            <pc:docMk/>
            <pc:sldMk cId="957630380" sldId="719"/>
            <ac:picMk id="1026" creationId="{4D45A510-ED46-6D2F-CF7B-9C8697999C26}"/>
          </ac:picMkLst>
        </pc:picChg>
        <pc:picChg chg="add mod">
          <ac:chgData name="翟 锐" userId="fef11181f709266a" providerId="LiveId" clId="{8FDC87A0-9DE2-486C-952D-B205F2BECC7A}" dt="2022-11-29T01:07:02.388" v="244" actId="1076"/>
          <ac:picMkLst>
            <pc:docMk/>
            <pc:sldMk cId="957630380" sldId="719"/>
            <ac:picMk id="1028" creationId="{BDB2B7C8-8B1B-E6C6-241F-887A94D952B9}"/>
          </ac:picMkLst>
        </pc:picChg>
        <pc:picChg chg="add del">
          <ac:chgData name="翟 锐" userId="fef11181f709266a" providerId="LiveId" clId="{8FDC87A0-9DE2-486C-952D-B205F2BECC7A}" dt="2022-11-29T01:04:07.915" v="200"/>
          <ac:picMkLst>
            <pc:docMk/>
            <pc:sldMk cId="957630380" sldId="719"/>
            <ac:picMk id="1030" creationId="{97D89904-2DB0-E06B-B9C5-E7784381B642}"/>
          </ac:picMkLst>
        </pc:picChg>
        <pc:picChg chg="add mod">
          <ac:chgData name="翟 锐" userId="fef11181f709266a" providerId="LiveId" clId="{8FDC87A0-9DE2-486C-952D-B205F2BECC7A}" dt="2022-11-29T01:07:04.037" v="245" actId="1076"/>
          <ac:picMkLst>
            <pc:docMk/>
            <pc:sldMk cId="957630380" sldId="719"/>
            <ac:picMk id="1032" creationId="{D3AB3850-AD52-02F2-6C2A-8D63BB2F24E0}"/>
          </ac:picMkLst>
        </pc:picChg>
        <pc:picChg chg="add mod">
          <ac:chgData name="翟 锐" userId="fef11181f709266a" providerId="LiveId" clId="{8FDC87A0-9DE2-486C-952D-B205F2BECC7A}" dt="2022-11-29T01:06:54.136" v="241" actId="1076"/>
          <ac:picMkLst>
            <pc:docMk/>
            <pc:sldMk cId="957630380" sldId="719"/>
            <ac:picMk id="1034" creationId="{AB331B4E-2242-2221-3787-D67E339BC1DC}"/>
          </ac:picMkLst>
        </pc:picChg>
        <pc:picChg chg="add del mod">
          <ac:chgData name="翟 锐" userId="fef11181f709266a" providerId="LiveId" clId="{8FDC87A0-9DE2-486C-952D-B205F2BECC7A}" dt="2022-11-29T01:06:01.083" v="229"/>
          <ac:picMkLst>
            <pc:docMk/>
            <pc:sldMk cId="957630380" sldId="719"/>
            <ac:picMk id="1036" creationId="{98926322-076B-2BDC-8F80-7780138526F4}"/>
          </ac:picMkLst>
        </pc:picChg>
        <pc:picChg chg="add mod">
          <ac:chgData name="翟 锐" userId="fef11181f709266a" providerId="LiveId" clId="{8FDC87A0-9DE2-486C-952D-B205F2BECC7A}" dt="2022-11-29T01:06:48.286" v="239" actId="1076"/>
          <ac:picMkLst>
            <pc:docMk/>
            <pc:sldMk cId="957630380" sldId="719"/>
            <ac:picMk id="1038" creationId="{9D344D63-5B32-CE29-FF30-D144FE98D822}"/>
          </ac:picMkLst>
        </pc:picChg>
        <pc:picChg chg="add mod">
          <ac:chgData name="翟 锐" userId="fef11181f709266a" providerId="LiveId" clId="{8FDC87A0-9DE2-486C-952D-B205F2BECC7A}" dt="2022-11-29T01:06:49.982" v="240" actId="1076"/>
          <ac:picMkLst>
            <pc:docMk/>
            <pc:sldMk cId="957630380" sldId="719"/>
            <ac:picMk id="1040" creationId="{62A143EF-5B6F-6C70-184D-032695F827C9}"/>
          </ac:picMkLst>
        </pc:picChg>
      </pc:sldChg>
      <pc:sldChg chg="delSp modSp add mod">
        <pc:chgData name="翟 锐" userId="fef11181f709266a" providerId="LiveId" clId="{8FDC87A0-9DE2-486C-952D-B205F2BECC7A}" dt="2022-11-29T01:15:15.531" v="427" actId="6549"/>
        <pc:sldMkLst>
          <pc:docMk/>
          <pc:sldMk cId="3390221272" sldId="720"/>
        </pc:sldMkLst>
        <pc:spChg chg="mod">
          <ac:chgData name="翟 锐" userId="fef11181f709266a" providerId="LiveId" clId="{8FDC87A0-9DE2-486C-952D-B205F2BECC7A}" dt="2022-11-29T01:15:15.531" v="427" actId="6549"/>
          <ac:spMkLst>
            <pc:docMk/>
            <pc:sldMk cId="3390221272" sldId="720"/>
            <ac:spMk id="2" creationId="{1A343DEC-CFF6-41F5-B87C-0DFC08C67B76}"/>
          </ac:spMkLst>
        </pc:spChg>
        <pc:picChg chg="del mod">
          <ac:chgData name="翟 锐" userId="fef11181f709266a" providerId="LiveId" clId="{8FDC87A0-9DE2-486C-952D-B205F2BECC7A}" dt="2022-11-29T01:08:42.475" v="246" actId="478"/>
          <ac:picMkLst>
            <pc:docMk/>
            <pc:sldMk cId="3390221272" sldId="720"/>
            <ac:picMk id="1028" creationId="{BDB2B7C8-8B1B-E6C6-241F-887A94D952B9}"/>
          </ac:picMkLst>
        </pc:picChg>
        <pc:picChg chg="del mod">
          <ac:chgData name="翟 锐" userId="fef11181f709266a" providerId="LiveId" clId="{8FDC87A0-9DE2-486C-952D-B205F2BECC7A}" dt="2022-11-29T01:08:43.083" v="247" actId="478"/>
          <ac:picMkLst>
            <pc:docMk/>
            <pc:sldMk cId="3390221272" sldId="720"/>
            <ac:picMk id="1032" creationId="{D3AB3850-AD52-02F2-6C2A-8D63BB2F24E0}"/>
          </ac:picMkLst>
        </pc:picChg>
      </pc:sldChg>
      <pc:sldChg chg="addSp delSp modSp add mod ord">
        <pc:chgData name="翟 锐" userId="fef11181f709266a" providerId="LiveId" clId="{8FDC87A0-9DE2-486C-952D-B205F2BECC7A}" dt="2022-11-29T01:14:39.278" v="425" actId="20577"/>
        <pc:sldMkLst>
          <pc:docMk/>
          <pc:sldMk cId="3250170793" sldId="721"/>
        </pc:sldMkLst>
        <pc:spChg chg="mod">
          <ac:chgData name="翟 锐" userId="fef11181f709266a" providerId="LiveId" clId="{8FDC87A0-9DE2-486C-952D-B205F2BECC7A}" dt="2022-11-29T01:14:39.278" v="425" actId="20577"/>
          <ac:spMkLst>
            <pc:docMk/>
            <pc:sldMk cId="3250170793" sldId="721"/>
            <ac:spMk id="2" creationId="{1A343DEC-CFF6-41F5-B87C-0DFC08C67B76}"/>
          </ac:spMkLst>
        </pc:spChg>
        <pc:spChg chg="add del mod">
          <ac:chgData name="翟 锐" userId="fef11181f709266a" providerId="LiveId" clId="{8FDC87A0-9DE2-486C-952D-B205F2BECC7A}" dt="2022-11-29T01:12:07.995" v="385"/>
          <ac:spMkLst>
            <pc:docMk/>
            <pc:sldMk cId="3250170793" sldId="721"/>
            <ac:spMk id="3" creationId="{AC214D45-8D97-A8E2-9DA5-DCD995089939}"/>
          </ac:spMkLst>
        </pc:spChg>
        <pc:spChg chg="add del">
          <ac:chgData name="翟 锐" userId="fef11181f709266a" providerId="LiveId" clId="{8FDC87A0-9DE2-486C-952D-B205F2BECC7A}" dt="2022-11-29T01:12:13.398" v="389"/>
          <ac:spMkLst>
            <pc:docMk/>
            <pc:sldMk cId="3250170793" sldId="721"/>
            <ac:spMk id="4" creationId="{C5FCCA15-9172-2741-A32D-969F30415DC9}"/>
          </ac:spMkLst>
        </pc:spChg>
        <pc:spChg chg="add del">
          <ac:chgData name="翟 锐" userId="fef11181f709266a" providerId="LiveId" clId="{8FDC87A0-9DE2-486C-952D-B205F2BECC7A}" dt="2022-11-29T01:12:21.268" v="399"/>
          <ac:spMkLst>
            <pc:docMk/>
            <pc:sldMk cId="3250170793" sldId="721"/>
            <ac:spMk id="6" creationId="{0EBF3988-A514-2842-9946-B3893466E4F6}"/>
          </ac:spMkLst>
        </pc:spChg>
        <pc:spChg chg="add del mod">
          <ac:chgData name="翟 锐" userId="fef11181f709266a" providerId="LiveId" clId="{8FDC87A0-9DE2-486C-952D-B205F2BECC7A}" dt="2022-11-29T01:12:25.436" v="403"/>
          <ac:spMkLst>
            <pc:docMk/>
            <pc:sldMk cId="3250170793" sldId="721"/>
            <ac:spMk id="7" creationId="{A4E34FC4-0CFB-B87C-E2AF-549BF9F92C84}"/>
          </ac:spMkLst>
        </pc:spChg>
        <pc:picChg chg="add del">
          <ac:chgData name="翟 锐" userId="fef11181f709266a" providerId="LiveId" clId="{8FDC87A0-9DE2-486C-952D-B205F2BECC7A}" dt="2022-11-29T01:12:15.722" v="391"/>
          <ac:picMkLst>
            <pc:docMk/>
            <pc:sldMk cId="3250170793" sldId="721"/>
            <ac:picMk id="5" creationId="{8938D913-81F3-3A49-A207-3A02D2B2DC6D}"/>
          </ac:picMkLst>
        </pc:picChg>
        <pc:picChg chg="add mod">
          <ac:chgData name="翟 锐" userId="fef11181f709266a" providerId="LiveId" clId="{8FDC87A0-9DE2-486C-952D-B205F2BECC7A}" dt="2022-11-29T01:13:24.964" v="415" actId="14100"/>
          <ac:picMkLst>
            <pc:docMk/>
            <pc:sldMk cId="3250170793" sldId="721"/>
            <ac:picMk id="9" creationId="{D124F707-0822-79F6-CB42-2996BF933A4C}"/>
          </ac:picMkLst>
        </pc:picChg>
        <pc:picChg chg="add del mod">
          <ac:chgData name="翟 锐" userId="fef11181f709266a" providerId="LiveId" clId="{8FDC87A0-9DE2-486C-952D-B205F2BECC7A}" dt="2022-11-29T01:10:23.130" v="308"/>
          <ac:picMkLst>
            <pc:docMk/>
            <pc:sldMk cId="3250170793" sldId="721"/>
            <ac:picMk id="3074" creationId="{40E5992A-3BE0-D58B-B624-F8A5C2870811}"/>
          </ac:picMkLst>
        </pc:picChg>
        <pc:picChg chg="add del mod">
          <ac:chgData name="翟 锐" userId="fef11181f709266a" providerId="LiveId" clId="{8FDC87A0-9DE2-486C-952D-B205F2BECC7A}" dt="2022-11-29T01:11:59.209" v="381" actId="478"/>
          <ac:picMkLst>
            <pc:docMk/>
            <pc:sldMk cId="3250170793" sldId="721"/>
            <ac:picMk id="3076" creationId="{A0D5F939-48F2-4F85-7765-C3B5422A0775}"/>
          </ac:picMkLst>
        </pc:picChg>
        <pc:picChg chg="add del mod">
          <ac:chgData name="翟 锐" userId="fef11181f709266a" providerId="LiveId" clId="{8FDC87A0-9DE2-486C-952D-B205F2BECC7A}" dt="2022-11-29T01:13:02.937" v="407" actId="478"/>
          <ac:picMkLst>
            <pc:docMk/>
            <pc:sldMk cId="3250170793" sldId="721"/>
            <ac:picMk id="3086" creationId="{C5909791-EC6D-7BF5-4709-99E06F9085FC}"/>
          </ac:picMkLst>
        </pc:picChg>
      </pc:sldChg>
      <pc:sldChg chg="modSp add mod">
        <pc:chgData name="翟 锐" userId="fef11181f709266a" providerId="LiveId" clId="{8FDC87A0-9DE2-486C-952D-B205F2BECC7A}" dt="2022-11-29T01:27:04.026" v="464" actId="20577"/>
        <pc:sldMkLst>
          <pc:docMk/>
          <pc:sldMk cId="4231743910" sldId="722"/>
        </pc:sldMkLst>
        <pc:spChg chg="mod">
          <ac:chgData name="翟 锐" userId="fef11181f709266a" providerId="LiveId" clId="{8FDC87A0-9DE2-486C-952D-B205F2BECC7A}" dt="2022-11-29T01:27:04.026" v="464" actId="20577"/>
          <ac:spMkLst>
            <pc:docMk/>
            <pc:sldMk cId="4231743910" sldId="722"/>
            <ac:spMk id="2" creationId="{1A343DEC-CFF6-41F5-B87C-0DFC08C67B76}"/>
          </ac:spMkLst>
        </pc:spChg>
      </pc:sldChg>
    </pc:docChg>
  </pc:docChgLst>
  <pc:docChgLst>
    <pc:chgData name="翟 锐" userId="fef11181f709266a" providerId="LiveId" clId="{556F5767-AF7C-48E6-A677-1B479BF16A54}"/>
    <pc:docChg chg="undo custSel addSld delSld modSld">
      <pc:chgData name="翟 锐" userId="fef11181f709266a" providerId="LiveId" clId="{556F5767-AF7C-48E6-A677-1B479BF16A54}" dt="2022-09-05T12:27:33.556" v="591" actId="1076"/>
      <pc:docMkLst>
        <pc:docMk/>
      </pc:docMkLst>
      <pc:sldChg chg="modSp mod">
        <pc:chgData name="翟 锐" userId="fef11181f709266a" providerId="LiveId" clId="{556F5767-AF7C-48E6-A677-1B479BF16A54}" dt="2022-09-05T12:11:06.520" v="578" actId="20577"/>
        <pc:sldMkLst>
          <pc:docMk/>
          <pc:sldMk cId="994157519" sldId="563"/>
        </pc:sldMkLst>
        <pc:spChg chg="mod">
          <ac:chgData name="翟 锐" userId="fef11181f709266a" providerId="LiveId" clId="{556F5767-AF7C-48E6-A677-1B479BF16A54}" dt="2022-09-05T12:11:06.520" v="578" actId="20577"/>
          <ac:spMkLst>
            <pc:docMk/>
            <pc:sldMk cId="994157519" sldId="563"/>
            <ac:spMk id="2" creationId="{1A343DEC-CFF6-41F5-B87C-0DFC08C67B76}"/>
          </ac:spMkLst>
        </pc:spChg>
      </pc:sldChg>
      <pc:sldChg chg="modSp mod">
        <pc:chgData name="翟 锐" userId="fef11181f709266a" providerId="LiveId" clId="{556F5767-AF7C-48E6-A677-1B479BF16A54}" dt="2022-09-05T12:14:36.734" v="588" actId="1035"/>
        <pc:sldMkLst>
          <pc:docMk/>
          <pc:sldMk cId="479663962" sldId="564"/>
        </pc:sldMkLst>
        <pc:spChg chg="mod">
          <ac:chgData name="翟 锐" userId="fef11181f709266a" providerId="LiveId" clId="{556F5767-AF7C-48E6-A677-1B479BF16A54}" dt="2022-09-05T12:14:36.734" v="588" actId="1035"/>
          <ac:spMkLst>
            <pc:docMk/>
            <pc:sldMk cId="479663962" sldId="564"/>
            <ac:spMk id="2" creationId="{1A343DEC-CFF6-41F5-B87C-0DFC08C67B76}"/>
          </ac:spMkLst>
        </pc:spChg>
      </pc:sldChg>
      <pc:sldChg chg="modSp mod">
        <pc:chgData name="翟 锐" userId="fef11181f709266a" providerId="LiveId" clId="{556F5767-AF7C-48E6-A677-1B479BF16A54}" dt="2022-09-05T12:16:56.070" v="589" actId="1076"/>
        <pc:sldMkLst>
          <pc:docMk/>
          <pc:sldMk cId="2983539644" sldId="565"/>
        </pc:sldMkLst>
        <pc:picChg chg="mod">
          <ac:chgData name="翟 锐" userId="fef11181f709266a" providerId="LiveId" clId="{556F5767-AF7C-48E6-A677-1B479BF16A54}" dt="2022-09-05T12:16:56.070" v="589" actId="1076"/>
          <ac:picMkLst>
            <pc:docMk/>
            <pc:sldMk cId="2983539644" sldId="565"/>
            <ac:picMk id="6" creationId="{CEC16A83-D065-4F47-95B4-63FF26FFD825}"/>
          </ac:picMkLst>
        </pc:picChg>
      </pc:sldChg>
      <pc:sldChg chg="modSp mod">
        <pc:chgData name="翟 锐" userId="fef11181f709266a" providerId="LiveId" clId="{556F5767-AF7C-48E6-A677-1B479BF16A54}" dt="2022-09-05T12:19:53.646" v="590" actId="14100"/>
        <pc:sldMkLst>
          <pc:docMk/>
          <pc:sldMk cId="1291428999" sldId="570"/>
        </pc:sldMkLst>
        <pc:spChg chg="mod">
          <ac:chgData name="翟 锐" userId="fef11181f709266a" providerId="LiveId" clId="{556F5767-AF7C-48E6-A677-1B479BF16A54}" dt="2022-09-05T12:19:53.646" v="590" actId="14100"/>
          <ac:spMkLst>
            <pc:docMk/>
            <pc:sldMk cId="1291428999" sldId="570"/>
            <ac:spMk id="2" creationId="{1A343DEC-CFF6-41F5-B87C-0DFC08C67B76}"/>
          </ac:spMkLst>
        </pc:spChg>
      </pc:sldChg>
      <pc:sldChg chg="modSp mod">
        <pc:chgData name="翟 锐" userId="fef11181f709266a" providerId="LiveId" clId="{556F5767-AF7C-48E6-A677-1B479BF16A54}" dt="2022-09-04T14:29:33.596" v="0" actId="1076"/>
        <pc:sldMkLst>
          <pc:docMk/>
          <pc:sldMk cId="989772178" sldId="571"/>
        </pc:sldMkLst>
        <pc:picChg chg="mod">
          <ac:chgData name="翟 锐" userId="fef11181f709266a" providerId="LiveId" clId="{556F5767-AF7C-48E6-A677-1B479BF16A54}" dt="2022-09-04T14:29:33.596" v="0" actId="1076"/>
          <ac:picMkLst>
            <pc:docMk/>
            <pc:sldMk cId="989772178" sldId="571"/>
            <ac:picMk id="4" creationId="{05F69294-5C7E-47CA-AF72-F2B1779893E8}"/>
          </ac:picMkLst>
        </pc:picChg>
      </pc:sldChg>
      <pc:sldChg chg="modSp mod">
        <pc:chgData name="翟 锐" userId="fef11181f709266a" providerId="LiveId" clId="{556F5767-AF7C-48E6-A677-1B479BF16A54}" dt="2022-09-05T03:17:30.940" v="577" actId="1035"/>
        <pc:sldMkLst>
          <pc:docMk/>
          <pc:sldMk cId="2678410114" sldId="578"/>
        </pc:sldMkLst>
        <pc:spChg chg="mod">
          <ac:chgData name="翟 锐" userId="fef11181f709266a" providerId="LiveId" clId="{556F5767-AF7C-48E6-A677-1B479BF16A54}" dt="2022-09-05T03:17:30.940" v="577" actId="1035"/>
          <ac:spMkLst>
            <pc:docMk/>
            <pc:sldMk cId="2678410114" sldId="578"/>
            <ac:spMk id="2" creationId="{1A343DEC-CFF6-41F5-B87C-0DFC08C67B76}"/>
          </ac:spMkLst>
        </pc:spChg>
      </pc:sldChg>
      <pc:sldChg chg="modSp">
        <pc:chgData name="翟 锐" userId="fef11181f709266a" providerId="LiveId" clId="{556F5767-AF7C-48E6-A677-1B479BF16A54}" dt="2022-09-05T01:10:35.613" v="49" actId="20578"/>
        <pc:sldMkLst>
          <pc:docMk/>
          <pc:sldMk cId="3707126929" sldId="580"/>
        </pc:sldMkLst>
        <pc:spChg chg="mod">
          <ac:chgData name="翟 锐" userId="fef11181f709266a" providerId="LiveId" clId="{556F5767-AF7C-48E6-A677-1B479BF16A54}" dt="2022-09-05T01:10:35.613" v="49" actId="20578"/>
          <ac:spMkLst>
            <pc:docMk/>
            <pc:sldMk cId="3707126929" sldId="580"/>
            <ac:spMk id="2" creationId="{1A343DEC-CFF6-41F5-B87C-0DFC08C67B76}"/>
          </ac:spMkLst>
        </pc:spChg>
      </pc:sldChg>
      <pc:sldChg chg="modSp mod">
        <pc:chgData name="翟 锐" userId="fef11181f709266a" providerId="LiveId" clId="{556F5767-AF7C-48E6-A677-1B479BF16A54}" dt="2022-09-05T00:21:37.395" v="4" actId="1076"/>
        <pc:sldMkLst>
          <pc:docMk/>
          <pc:sldMk cId="4254554737" sldId="671"/>
        </pc:sldMkLst>
        <pc:spChg chg="mod">
          <ac:chgData name="翟 锐" userId="fef11181f709266a" providerId="LiveId" clId="{556F5767-AF7C-48E6-A677-1B479BF16A54}" dt="2022-09-05T00:21:05.166" v="1" actId="14100"/>
          <ac:spMkLst>
            <pc:docMk/>
            <pc:sldMk cId="4254554737" sldId="671"/>
            <ac:spMk id="17" creationId="{D6CD8884-9248-44D1-B205-38F8454F3FA7}"/>
          </ac:spMkLst>
        </pc:spChg>
        <pc:spChg chg="mod">
          <ac:chgData name="翟 锐" userId="fef11181f709266a" providerId="LiveId" clId="{556F5767-AF7C-48E6-A677-1B479BF16A54}" dt="2022-09-05T00:21:37.395" v="4" actId="1076"/>
          <ac:spMkLst>
            <pc:docMk/>
            <pc:sldMk cId="4254554737" sldId="671"/>
            <ac:spMk id="19" creationId="{5E0C5EBC-8523-4ACF-BAA2-BAED5DD6CEAD}"/>
          </ac:spMkLst>
        </pc:spChg>
        <pc:spChg chg="mod">
          <ac:chgData name="翟 锐" userId="fef11181f709266a" providerId="LiveId" clId="{556F5767-AF7C-48E6-A677-1B479BF16A54}" dt="2022-09-05T00:21:31.694" v="2" actId="1076"/>
          <ac:spMkLst>
            <pc:docMk/>
            <pc:sldMk cId="4254554737" sldId="671"/>
            <ac:spMk id="27" creationId="{5C65BC59-3C9C-4B76-948A-653D00CFE260}"/>
          </ac:spMkLst>
        </pc:spChg>
      </pc:sldChg>
      <pc:sldChg chg="modSp">
        <pc:chgData name="翟 锐" userId="fef11181f709266a" providerId="LiveId" clId="{556F5767-AF7C-48E6-A677-1B479BF16A54}" dt="2022-09-05T00:56:49.320" v="48" actId="20577"/>
        <pc:sldMkLst>
          <pc:docMk/>
          <pc:sldMk cId="2152080591" sldId="688"/>
        </pc:sldMkLst>
        <pc:spChg chg="mod">
          <ac:chgData name="翟 锐" userId="fef11181f709266a" providerId="LiveId" clId="{556F5767-AF7C-48E6-A677-1B479BF16A54}" dt="2022-09-05T00:56:49.320" v="48" actId="20577"/>
          <ac:spMkLst>
            <pc:docMk/>
            <pc:sldMk cId="2152080591" sldId="688"/>
            <ac:spMk id="35" creationId="{00000000-0000-0000-0000-000000000000}"/>
          </ac:spMkLst>
        </pc:spChg>
      </pc:sldChg>
      <pc:sldChg chg="modSp add mod modAnim">
        <pc:chgData name="翟 锐" userId="fef11181f709266a" providerId="LiveId" clId="{556F5767-AF7C-48E6-A677-1B479BF16A54}" dt="2022-09-05T12:27:33.556" v="591" actId="1076"/>
        <pc:sldMkLst>
          <pc:docMk/>
          <pc:sldMk cId="821560448" sldId="718"/>
        </pc:sldMkLst>
        <pc:spChg chg="mod">
          <ac:chgData name="翟 锐" userId="fef11181f709266a" providerId="LiveId" clId="{556F5767-AF7C-48E6-A677-1B479BF16A54}" dt="2022-09-05T12:27:33.556" v="591" actId="1076"/>
          <ac:spMkLst>
            <pc:docMk/>
            <pc:sldMk cId="821560448" sldId="718"/>
            <ac:spMk id="2" creationId="{1A343DEC-CFF6-41F5-B87C-0DFC08C67B76}"/>
          </ac:spMkLst>
        </pc:spChg>
        <pc:spChg chg="mod">
          <ac:chgData name="翟 锐" userId="fef11181f709266a" providerId="LiveId" clId="{556F5767-AF7C-48E6-A677-1B479BF16A54}" dt="2022-09-05T01:27:29.899" v="566" actId="20577"/>
          <ac:spMkLst>
            <pc:docMk/>
            <pc:sldMk cId="821560448" sldId="718"/>
            <ac:spMk id="35" creationId="{00000000-0000-0000-0000-000000000000}"/>
          </ac:spMkLst>
        </pc:spChg>
      </pc:sldChg>
      <pc:sldChg chg="new del">
        <pc:chgData name="翟 锐" userId="fef11181f709266a" providerId="LiveId" clId="{556F5767-AF7C-48E6-A677-1B479BF16A54}" dt="2022-09-05T01:24:06.214" v="51" actId="680"/>
        <pc:sldMkLst>
          <pc:docMk/>
          <pc:sldMk cId="2574746266" sldId="718"/>
        </pc:sldMkLst>
      </pc:sldChg>
    </pc:docChg>
  </pc:docChgLst>
  <pc:docChgLst>
    <pc:chgData name="翟 锐" userId="fef11181f709266a" providerId="LiveId" clId="{DD44E862-836C-4462-9A8B-2BD5E133913E}"/>
    <pc:docChg chg="undo custSel addSld modSld">
      <pc:chgData name="翟 锐" userId="fef11181f709266a" providerId="LiveId" clId="{DD44E862-836C-4462-9A8B-2BD5E133913E}" dt="2021-04-28T02:41:28.217" v="91" actId="20577"/>
      <pc:docMkLst>
        <pc:docMk/>
      </pc:docMkLst>
      <pc:sldChg chg="addSp delSp modSp mod addAnim delAnim modAnim modNotesTx">
        <pc:chgData name="翟 锐" userId="fef11181f709266a" providerId="LiveId" clId="{DD44E862-836C-4462-9A8B-2BD5E133913E}" dt="2021-04-28T02:40:02.579" v="85" actId="1076"/>
        <pc:sldMkLst>
          <pc:docMk/>
          <pc:sldMk cId="0" sldId="301"/>
        </pc:sldMkLst>
        <pc:spChg chg="add del mod">
          <ac:chgData name="翟 锐" userId="fef11181f709266a" providerId="LiveId" clId="{DD44E862-836C-4462-9A8B-2BD5E133913E}" dt="2021-04-28T02:40:02.579" v="85" actId="1076"/>
          <ac:spMkLst>
            <pc:docMk/>
            <pc:sldMk cId="0" sldId="301"/>
            <ac:spMk id="9" creationId="{00000000-0000-0000-0000-000000000000}"/>
          </ac:spMkLst>
        </pc:spChg>
        <pc:spChg chg="del mod">
          <ac:chgData name="翟 锐" userId="fef11181f709266a" providerId="LiveId" clId="{DD44E862-836C-4462-9A8B-2BD5E133913E}" dt="2020-10-25T07:01:29.417" v="38"/>
          <ac:spMkLst>
            <pc:docMk/>
            <pc:sldMk cId="0" sldId="301"/>
            <ac:spMk id="14" creationId="{00000000-0000-0000-0000-000000000000}"/>
          </ac:spMkLst>
        </pc:spChg>
        <pc:spChg chg="add mod">
          <ac:chgData name="翟 锐" userId="fef11181f709266a" providerId="LiveId" clId="{DD44E862-836C-4462-9A8B-2BD5E133913E}" dt="2020-10-25T07:01:12.001" v="9"/>
          <ac:spMkLst>
            <pc:docMk/>
            <pc:sldMk cId="0" sldId="301"/>
            <ac:spMk id="48" creationId="{B8B4E996-F280-4BEC-BCB8-93EA6CF8F961}"/>
          </ac:spMkLst>
        </pc:spChg>
        <pc:spChg chg="add mod">
          <ac:chgData name="翟 锐" userId="fef11181f709266a" providerId="LiveId" clId="{DD44E862-836C-4462-9A8B-2BD5E133913E}" dt="2021-04-28T02:39:14.555" v="76" actId="1076"/>
          <ac:spMkLst>
            <pc:docMk/>
            <pc:sldMk cId="0" sldId="301"/>
            <ac:spMk id="49" creationId="{B8B4E996-F280-4BEC-BCB8-93EA6CF8F961}"/>
          </ac:spMkLst>
        </pc:spChg>
        <pc:spChg chg="mod">
          <ac:chgData name="翟 锐" userId="fef11181f709266a" providerId="LiveId" clId="{DD44E862-836C-4462-9A8B-2BD5E133913E}" dt="2021-04-28T02:39:35.478" v="81" actId="1037"/>
          <ac:spMkLst>
            <pc:docMk/>
            <pc:sldMk cId="0" sldId="301"/>
            <ac:spMk id="68" creationId="{00000000-0000-0000-0000-000000000000}"/>
          </ac:spMkLst>
        </pc:spChg>
        <pc:spChg chg="mod">
          <ac:chgData name="翟 锐" userId="fef11181f709266a" providerId="LiveId" clId="{DD44E862-836C-4462-9A8B-2BD5E133913E}" dt="2021-04-28T02:39:54.238" v="82" actId="164"/>
          <ac:spMkLst>
            <pc:docMk/>
            <pc:sldMk cId="0" sldId="301"/>
            <ac:spMk id="69" creationId="{00000000-0000-0000-0000-000000000000}"/>
          </ac:spMkLst>
        </pc:spChg>
        <pc:spChg chg="mod">
          <ac:chgData name="翟 锐" userId="fef11181f709266a" providerId="LiveId" clId="{DD44E862-836C-4462-9A8B-2BD5E133913E}" dt="2021-04-28T02:39:54.238" v="82" actId="164"/>
          <ac:spMkLst>
            <pc:docMk/>
            <pc:sldMk cId="0" sldId="301"/>
            <ac:spMk id="70" creationId="{00000000-0000-0000-0000-000000000000}"/>
          </ac:spMkLst>
        </pc:spChg>
        <pc:grpChg chg="add mod">
          <ac:chgData name="翟 锐" userId="fef11181f709266a" providerId="LiveId" clId="{DD44E862-836C-4462-9A8B-2BD5E133913E}" dt="2021-04-28T02:39:58.917" v="83" actId="1076"/>
          <ac:grpSpMkLst>
            <pc:docMk/>
            <pc:sldMk cId="0" sldId="301"/>
            <ac:grpSpMk id="2" creationId="{5844D809-98BF-442F-B1E2-7FECA95FF453}"/>
          </ac:grpSpMkLst>
        </pc:grpChg>
        <pc:grpChg chg="mod">
          <ac:chgData name="翟 锐" userId="fef11181f709266a" providerId="LiveId" clId="{DD44E862-836C-4462-9A8B-2BD5E133913E}" dt="2021-04-28T02:39:54.238" v="82" actId="164"/>
          <ac:grpSpMkLst>
            <pc:docMk/>
            <pc:sldMk cId="0" sldId="301"/>
            <ac:grpSpMk id="66" creationId="{00000000-0000-0000-0000-000000000000}"/>
          </ac:grpSpMkLst>
        </pc:grpChg>
      </pc:sldChg>
      <pc:sldChg chg="modSp mod">
        <pc:chgData name="翟 锐" userId="fef11181f709266a" providerId="LiveId" clId="{DD44E862-836C-4462-9A8B-2BD5E133913E}" dt="2021-04-28T02:41:20.533" v="88" actId="20577"/>
        <pc:sldMkLst>
          <pc:docMk/>
          <pc:sldMk cId="715867822" sldId="605"/>
        </pc:sldMkLst>
        <pc:spChg chg="mod">
          <ac:chgData name="翟 锐" userId="fef11181f709266a" providerId="LiveId" clId="{DD44E862-836C-4462-9A8B-2BD5E133913E}" dt="2021-04-28T02:41:20.533" v="88" actId="20577"/>
          <ac:spMkLst>
            <pc:docMk/>
            <pc:sldMk cId="715867822" sldId="605"/>
            <ac:spMk id="2" creationId="{1A343DEC-CFF6-41F5-B87C-0DFC08C67B76}"/>
          </ac:spMkLst>
        </pc:spChg>
      </pc:sldChg>
      <pc:sldChg chg="modSp mod">
        <pc:chgData name="翟 锐" userId="fef11181f709266a" providerId="LiveId" clId="{DD44E862-836C-4462-9A8B-2BD5E133913E}" dt="2021-04-28T02:41:25.403" v="90" actId="20577"/>
        <pc:sldMkLst>
          <pc:docMk/>
          <pc:sldMk cId="419261417" sldId="606"/>
        </pc:sldMkLst>
        <pc:spChg chg="mod">
          <ac:chgData name="翟 锐" userId="fef11181f709266a" providerId="LiveId" clId="{DD44E862-836C-4462-9A8B-2BD5E133913E}" dt="2021-04-28T02:41:25.403" v="90" actId="20577"/>
          <ac:spMkLst>
            <pc:docMk/>
            <pc:sldMk cId="419261417" sldId="606"/>
            <ac:spMk id="2" creationId="{1A343DEC-CFF6-41F5-B87C-0DFC08C67B76}"/>
          </ac:spMkLst>
        </pc:spChg>
      </pc:sldChg>
      <pc:sldChg chg="modSp mod">
        <pc:chgData name="翟 锐" userId="fef11181f709266a" providerId="LiveId" clId="{DD44E862-836C-4462-9A8B-2BD5E133913E}" dt="2021-04-28T02:41:23.573" v="89" actId="20577"/>
        <pc:sldMkLst>
          <pc:docMk/>
          <pc:sldMk cId="2933535704" sldId="607"/>
        </pc:sldMkLst>
        <pc:spChg chg="mod">
          <ac:chgData name="翟 锐" userId="fef11181f709266a" providerId="LiveId" clId="{DD44E862-836C-4462-9A8B-2BD5E133913E}" dt="2021-04-28T02:41:23.573" v="89" actId="20577"/>
          <ac:spMkLst>
            <pc:docMk/>
            <pc:sldMk cId="2933535704" sldId="607"/>
            <ac:spMk id="2" creationId="{1A343DEC-CFF6-41F5-B87C-0DFC08C67B76}"/>
          </ac:spMkLst>
        </pc:spChg>
      </pc:sldChg>
      <pc:sldChg chg="modSp mod">
        <pc:chgData name="翟 锐" userId="fef11181f709266a" providerId="LiveId" clId="{DD44E862-836C-4462-9A8B-2BD5E133913E}" dt="2021-04-28T02:41:28.217" v="91" actId="20577"/>
        <pc:sldMkLst>
          <pc:docMk/>
          <pc:sldMk cId="2083321002" sldId="608"/>
        </pc:sldMkLst>
        <pc:spChg chg="mod">
          <ac:chgData name="翟 锐" userId="fef11181f709266a" providerId="LiveId" clId="{DD44E862-836C-4462-9A8B-2BD5E133913E}" dt="2021-04-28T02:41:28.217" v="91" actId="20577"/>
          <ac:spMkLst>
            <pc:docMk/>
            <pc:sldMk cId="2083321002" sldId="608"/>
            <ac:spMk id="2" creationId="{1A343DEC-CFF6-41F5-B87C-0DFC08C67B76}"/>
          </ac:spMkLst>
        </pc:spChg>
      </pc:sldChg>
      <pc:sldChg chg="modSp mod">
        <pc:chgData name="翟 锐" userId="fef11181f709266a" providerId="LiveId" clId="{DD44E862-836C-4462-9A8B-2BD5E133913E}" dt="2021-04-28T02:40:41.368" v="87" actId="1076"/>
        <pc:sldMkLst>
          <pc:docMk/>
          <pc:sldMk cId="1397344220" sldId="613"/>
        </pc:sldMkLst>
        <pc:spChg chg="mod">
          <ac:chgData name="翟 锐" userId="fef11181f709266a" providerId="LiveId" clId="{DD44E862-836C-4462-9A8B-2BD5E133913E}" dt="2021-04-28T02:40:41.368" v="87" actId="1076"/>
          <ac:spMkLst>
            <pc:docMk/>
            <pc:sldMk cId="1397344220" sldId="613"/>
            <ac:spMk id="2" creationId="{1A343DEC-CFF6-41F5-B87C-0DFC08C67B76}"/>
          </ac:spMkLst>
        </pc:spChg>
      </pc:sldChg>
      <pc:sldChg chg="modSp">
        <pc:chgData name="翟 锐" userId="fef11181f709266a" providerId="LiveId" clId="{DD44E862-836C-4462-9A8B-2BD5E133913E}" dt="2020-12-06T07:16:37.866" v="64" actId="1076"/>
        <pc:sldMkLst>
          <pc:docMk/>
          <pc:sldMk cId="2461395264" sldId="619"/>
        </pc:sldMkLst>
        <pc:picChg chg="mod">
          <ac:chgData name="翟 锐" userId="fef11181f709266a" providerId="LiveId" clId="{DD44E862-836C-4462-9A8B-2BD5E133913E}" dt="2020-12-06T07:16:37.866" v="64" actId="1076"/>
          <ac:picMkLst>
            <pc:docMk/>
            <pc:sldMk cId="2461395264" sldId="619"/>
            <ac:picMk id="3" creationId="{D14B6356-0D00-4DA1-A210-FD75F18A9D58}"/>
          </ac:picMkLst>
        </pc:picChg>
      </pc:sldChg>
      <pc:sldChg chg="modSp">
        <pc:chgData name="翟 锐" userId="fef11181f709266a" providerId="LiveId" clId="{DD44E862-836C-4462-9A8B-2BD5E133913E}" dt="2021-04-28T02:37:51.683" v="70" actId="14100"/>
        <pc:sldMkLst>
          <pc:docMk/>
          <pc:sldMk cId="1608156605" sldId="651"/>
        </pc:sldMkLst>
        <pc:spChg chg="mod">
          <ac:chgData name="翟 锐" userId="fef11181f709266a" providerId="LiveId" clId="{DD44E862-836C-4462-9A8B-2BD5E133913E}" dt="2021-04-28T02:37:51.683" v="70" actId="14100"/>
          <ac:spMkLst>
            <pc:docMk/>
            <pc:sldMk cId="1608156605" sldId="651"/>
            <ac:spMk id="6" creationId="{9698088A-F83D-4566-9AFD-0E9167CA4B05}"/>
          </ac:spMkLst>
        </pc:spChg>
        <pc:spChg chg="mod">
          <ac:chgData name="翟 锐" userId="fef11181f709266a" providerId="LiveId" clId="{DD44E862-836C-4462-9A8B-2BD5E133913E}" dt="2021-04-28T02:37:51.683" v="70" actId="14100"/>
          <ac:spMkLst>
            <pc:docMk/>
            <pc:sldMk cId="1608156605" sldId="651"/>
            <ac:spMk id="7" creationId="{20BFF2E6-2B01-4BBD-ACDA-C5F19F7B2FE2}"/>
          </ac:spMkLst>
        </pc:spChg>
        <pc:spChg chg="mod">
          <ac:chgData name="翟 锐" userId="fef11181f709266a" providerId="LiveId" clId="{DD44E862-836C-4462-9A8B-2BD5E133913E}" dt="2021-04-28T02:37:51.683" v="70" actId="14100"/>
          <ac:spMkLst>
            <pc:docMk/>
            <pc:sldMk cId="1608156605" sldId="651"/>
            <ac:spMk id="8" creationId="{CFC17D6F-8F45-4604-9D2F-95210EAE526D}"/>
          </ac:spMkLst>
        </pc:spChg>
        <pc:spChg chg="mod">
          <ac:chgData name="翟 锐" userId="fef11181f709266a" providerId="LiveId" clId="{DD44E862-836C-4462-9A8B-2BD5E133913E}" dt="2021-04-28T02:37:51.683" v="70" actId="14100"/>
          <ac:spMkLst>
            <pc:docMk/>
            <pc:sldMk cId="1608156605" sldId="651"/>
            <ac:spMk id="9" creationId="{087144BF-A7F7-4E7D-A4AF-CC882F5A2B96}"/>
          </ac:spMkLst>
        </pc:spChg>
        <pc:spChg chg="mod">
          <ac:chgData name="翟 锐" userId="fef11181f709266a" providerId="LiveId" clId="{DD44E862-836C-4462-9A8B-2BD5E133913E}" dt="2021-04-28T02:37:51.683" v="70" actId="14100"/>
          <ac:spMkLst>
            <pc:docMk/>
            <pc:sldMk cId="1608156605" sldId="651"/>
            <ac:spMk id="10" creationId="{8802EC3E-6B2F-4164-BECE-62502036DB12}"/>
          </ac:spMkLst>
        </pc:spChg>
        <pc:spChg chg="mod">
          <ac:chgData name="翟 锐" userId="fef11181f709266a" providerId="LiveId" clId="{DD44E862-836C-4462-9A8B-2BD5E133913E}" dt="2021-04-28T02:37:51.683" v="70" actId="14100"/>
          <ac:spMkLst>
            <pc:docMk/>
            <pc:sldMk cId="1608156605" sldId="651"/>
            <ac:spMk id="11" creationId="{8A709AE1-580C-47EE-BB25-CE047CB09B2A}"/>
          </ac:spMkLst>
        </pc:spChg>
        <pc:spChg chg="mod">
          <ac:chgData name="翟 锐" userId="fef11181f709266a" providerId="LiveId" clId="{DD44E862-836C-4462-9A8B-2BD5E133913E}" dt="2021-04-28T02:37:51.683" v="70" actId="14100"/>
          <ac:spMkLst>
            <pc:docMk/>
            <pc:sldMk cId="1608156605" sldId="651"/>
            <ac:spMk id="12" creationId="{70DD1B9D-081A-46E1-802F-33FB7F9D3205}"/>
          </ac:spMkLst>
        </pc:spChg>
        <pc:spChg chg="mod">
          <ac:chgData name="翟 锐" userId="fef11181f709266a" providerId="LiveId" clId="{DD44E862-836C-4462-9A8B-2BD5E133913E}" dt="2021-04-28T02:37:51.683" v="70" actId="14100"/>
          <ac:spMkLst>
            <pc:docMk/>
            <pc:sldMk cId="1608156605" sldId="651"/>
            <ac:spMk id="13" creationId="{AE380602-5C89-45D3-8A1B-05B349085ACE}"/>
          </ac:spMkLst>
        </pc:spChg>
        <pc:spChg chg="mod">
          <ac:chgData name="翟 锐" userId="fef11181f709266a" providerId="LiveId" clId="{DD44E862-836C-4462-9A8B-2BD5E133913E}" dt="2021-04-28T02:37:51.683" v="70" actId="14100"/>
          <ac:spMkLst>
            <pc:docMk/>
            <pc:sldMk cId="1608156605" sldId="651"/>
            <ac:spMk id="14" creationId="{CC949237-3931-4C45-9D11-2F4067B6EAB5}"/>
          </ac:spMkLst>
        </pc:spChg>
        <pc:spChg chg="mod">
          <ac:chgData name="翟 锐" userId="fef11181f709266a" providerId="LiveId" clId="{DD44E862-836C-4462-9A8B-2BD5E133913E}" dt="2021-04-28T02:37:51.683" v="70" actId="14100"/>
          <ac:spMkLst>
            <pc:docMk/>
            <pc:sldMk cId="1608156605" sldId="651"/>
            <ac:spMk id="15" creationId="{138CD6CC-5717-4E5B-B368-A03E458ECACD}"/>
          </ac:spMkLst>
        </pc:spChg>
        <pc:spChg chg="mod">
          <ac:chgData name="翟 锐" userId="fef11181f709266a" providerId="LiveId" clId="{DD44E862-836C-4462-9A8B-2BD5E133913E}" dt="2021-04-28T02:37:51.683" v="70" actId="14100"/>
          <ac:spMkLst>
            <pc:docMk/>
            <pc:sldMk cId="1608156605" sldId="651"/>
            <ac:spMk id="16" creationId="{6FDA478E-778D-4784-A7AD-D3A3077B86B8}"/>
          </ac:spMkLst>
        </pc:spChg>
        <pc:spChg chg="mod">
          <ac:chgData name="翟 锐" userId="fef11181f709266a" providerId="LiveId" clId="{DD44E862-836C-4462-9A8B-2BD5E133913E}" dt="2021-04-28T02:37:51.683" v="70" actId="14100"/>
          <ac:spMkLst>
            <pc:docMk/>
            <pc:sldMk cId="1608156605" sldId="651"/>
            <ac:spMk id="17" creationId="{0ED9FFB6-CEB4-47F9-9875-BC64BA0F4900}"/>
          </ac:spMkLst>
        </pc:spChg>
        <pc:spChg chg="mod">
          <ac:chgData name="翟 锐" userId="fef11181f709266a" providerId="LiveId" clId="{DD44E862-836C-4462-9A8B-2BD5E133913E}" dt="2021-04-28T02:37:51.683" v="70" actId="14100"/>
          <ac:spMkLst>
            <pc:docMk/>
            <pc:sldMk cId="1608156605" sldId="651"/>
            <ac:spMk id="18" creationId="{D9D48B37-F7C4-4455-BB29-45815BDB1B05}"/>
          </ac:spMkLst>
        </pc:spChg>
        <pc:spChg chg="mod">
          <ac:chgData name="翟 锐" userId="fef11181f709266a" providerId="LiveId" clId="{DD44E862-836C-4462-9A8B-2BD5E133913E}" dt="2021-04-28T02:37:51.683" v="70" actId="14100"/>
          <ac:spMkLst>
            <pc:docMk/>
            <pc:sldMk cId="1608156605" sldId="651"/>
            <ac:spMk id="19" creationId="{9F2823FF-0B31-4F25-8B02-BE479FD2E0A7}"/>
          </ac:spMkLst>
        </pc:spChg>
        <pc:spChg chg="mod">
          <ac:chgData name="翟 锐" userId="fef11181f709266a" providerId="LiveId" clId="{DD44E862-836C-4462-9A8B-2BD5E133913E}" dt="2021-04-28T02:37:51.683" v="70" actId="14100"/>
          <ac:spMkLst>
            <pc:docMk/>
            <pc:sldMk cId="1608156605" sldId="651"/>
            <ac:spMk id="20" creationId="{57A1D1CC-B168-4EB7-BE1F-0C7E7638B550}"/>
          </ac:spMkLst>
        </pc:spChg>
        <pc:spChg chg="mod">
          <ac:chgData name="翟 锐" userId="fef11181f709266a" providerId="LiveId" clId="{DD44E862-836C-4462-9A8B-2BD5E133913E}" dt="2021-04-28T02:37:51.683" v="70" actId="14100"/>
          <ac:spMkLst>
            <pc:docMk/>
            <pc:sldMk cId="1608156605" sldId="651"/>
            <ac:spMk id="21" creationId="{8EC352C4-E693-4C44-93A3-DC7169669D19}"/>
          </ac:spMkLst>
        </pc:spChg>
        <pc:spChg chg="mod">
          <ac:chgData name="翟 锐" userId="fef11181f709266a" providerId="LiveId" clId="{DD44E862-836C-4462-9A8B-2BD5E133913E}" dt="2021-04-28T02:37:51.683" v="70" actId="14100"/>
          <ac:spMkLst>
            <pc:docMk/>
            <pc:sldMk cId="1608156605" sldId="651"/>
            <ac:spMk id="22" creationId="{95124D90-B4BB-40F1-AB9B-29C1C97F0895}"/>
          </ac:spMkLst>
        </pc:spChg>
        <pc:spChg chg="mod">
          <ac:chgData name="翟 锐" userId="fef11181f709266a" providerId="LiveId" clId="{DD44E862-836C-4462-9A8B-2BD5E133913E}" dt="2021-04-28T02:37:51.683" v="70" actId="14100"/>
          <ac:spMkLst>
            <pc:docMk/>
            <pc:sldMk cId="1608156605" sldId="651"/>
            <ac:spMk id="23" creationId="{63B63CD1-C4CE-49D5-93D6-4E553D55C9D0}"/>
          </ac:spMkLst>
        </pc:spChg>
        <pc:spChg chg="mod">
          <ac:chgData name="翟 锐" userId="fef11181f709266a" providerId="LiveId" clId="{DD44E862-836C-4462-9A8B-2BD5E133913E}" dt="2021-04-28T02:37:51.683" v="70" actId="14100"/>
          <ac:spMkLst>
            <pc:docMk/>
            <pc:sldMk cId="1608156605" sldId="651"/>
            <ac:spMk id="24" creationId="{CE71E2ED-B493-4250-84EC-CBB3B294DD33}"/>
          </ac:spMkLst>
        </pc:spChg>
        <pc:spChg chg="mod">
          <ac:chgData name="翟 锐" userId="fef11181f709266a" providerId="LiveId" clId="{DD44E862-836C-4462-9A8B-2BD5E133913E}" dt="2021-04-28T02:37:51.683" v="70" actId="14100"/>
          <ac:spMkLst>
            <pc:docMk/>
            <pc:sldMk cId="1608156605" sldId="651"/>
            <ac:spMk id="25" creationId="{1396C08E-9117-48B8-8CAD-62464977F253}"/>
          </ac:spMkLst>
        </pc:spChg>
        <pc:spChg chg="mod">
          <ac:chgData name="翟 锐" userId="fef11181f709266a" providerId="LiveId" clId="{DD44E862-836C-4462-9A8B-2BD5E133913E}" dt="2021-04-28T02:37:51.683" v="70" actId="14100"/>
          <ac:spMkLst>
            <pc:docMk/>
            <pc:sldMk cId="1608156605" sldId="651"/>
            <ac:spMk id="26" creationId="{A6391CE5-E65B-4A3E-895C-2F4C3E0B650E}"/>
          </ac:spMkLst>
        </pc:spChg>
        <pc:spChg chg="mod">
          <ac:chgData name="翟 锐" userId="fef11181f709266a" providerId="LiveId" clId="{DD44E862-836C-4462-9A8B-2BD5E133913E}" dt="2021-04-28T02:37:51.683" v="70" actId="14100"/>
          <ac:spMkLst>
            <pc:docMk/>
            <pc:sldMk cId="1608156605" sldId="651"/>
            <ac:spMk id="27" creationId="{8B30BA4E-ECC8-431D-95F8-A2ACE8FEB931}"/>
          </ac:spMkLst>
        </pc:spChg>
        <pc:spChg chg="mod">
          <ac:chgData name="翟 锐" userId="fef11181f709266a" providerId="LiveId" clId="{DD44E862-836C-4462-9A8B-2BD5E133913E}" dt="2021-04-28T02:37:51.683" v="70" actId="14100"/>
          <ac:spMkLst>
            <pc:docMk/>
            <pc:sldMk cId="1608156605" sldId="651"/>
            <ac:spMk id="28" creationId="{BCBF28E0-3DDB-475E-AEE8-54F3749DD47D}"/>
          </ac:spMkLst>
        </pc:spChg>
        <pc:spChg chg="mod">
          <ac:chgData name="翟 锐" userId="fef11181f709266a" providerId="LiveId" clId="{DD44E862-836C-4462-9A8B-2BD5E133913E}" dt="2021-04-28T02:37:51.683" v="70" actId="14100"/>
          <ac:spMkLst>
            <pc:docMk/>
            <pc:sldMk cId="1608156605" sldId="651"/>
            <ac:spMk id="29" creationId="{9D106730-A645-405D-9F68-605F027D468F}"/>
          </ac:spMkLst>
        </pc:spChg>
        <pc:spChg chg="mod">
          <ac:chgData name="翟 锐" userId="fef11181f709266a" providerId="LiveId" clId="{DD44E862-836C-4462-9A8B-2BD5E133913E}" dt="2021-04-28T02:37:51.683" v="70" actId="14100"/>
          <ac:spMkLst>
            <pc:docMk/>
            <pc:sldMk cId="1608156605" sldId="651"/>
            <ac:spMk id="30" creationId="{A884E584-0337-46B7-85D1-BC707DC35EA6}"/>
          </ac:spMkLst>
        </pc:spChg>
        <pc:spChg chg="mod">
          <ac:chgData name="翟 锐" userId="fef11181f709266a" providerId="LiveId" clId="{DD44E862-836C-4462-9A8B-2BD5E133913E}" dt="2021-04-28T02:37:51.683" v="70" actId="14100"/>
          <ac:spMkLst>
            <pc:docMk/>
            <pc:sldMk cId="1608156605" sldId="651"/>
            <ac:spMk id="31" creationId="{1FE03FFA-71F8-4810-9437-EA734949EF95}"/>
          </ac:spMkLst>
        </pc:spChg>
        <pc:spChg chg="mod">
          <ac:chgData name="翟 锐" userId="fef11181f709266a" providerId="LiveId" clId="{DD44E862-836C-4462-9A8B-2BD5E133913E}" dt="2021-04-28T02:37:51.683" v="70" actId="14100"/>
          <ac:spMkLst>
            <pc:docMk/>
            <pc:sldMk cId="1608156605" sldId="651"/>
            <ac:spMk id="32" creationId="{C8D3C869-4D8B-4C22-A662-4EBF2EACA865}"/>
          </ac:spMkLst>
        </pc:spChg>
        <pc:spChg chg="mod">
          <ac:chgData name="翟 锐" userId="fef11181f709266a" providerId="LiveId" clId="{DD44E862-836C-4462-9A8B-2BD5E133913E}" dt="2021-04-28T02:37:51.683" v="70" actId="14100"/>
          <ac:spMkLst>
            <pc:docMk/>
            <pc:sldMk cId="1608156605" sldId="651"/>
            <ac:spMk id="36" creationId="{B3FFBD69-F59B-447F-A088-6A38CD60B6C0}"/>
          </ac:spMkLst>
        </pc:spChg>
        <pc:spChg chg="mod">
          <ac:chgData name="翟 锐" userId="fef11181f709266a" providerId="LiveId" clId="{DD44E862-836C-4462-9A8B-2BD5E133913E}" dt="2021-04-28T02:37:51.683" v="70" actId="14100"/>
          <ac:spMkLst>
            <pc:docMk/>
            <pc:sldMk cId="1608156605" sldId="651"/>
            <ac:spMk id="37" creationId="{DBE09F2D-E9F6-4CF7-87AE-ECFF49FC4825}"/>
          </ac:spMkLst>
        </pc:spChg>
        <pc:spChg chg="mod">
          <ac:chgData name="翟 锐" userId="fef11181f709266a" providerId="LiveId" clId="{DD44E862-836C-4462-9A8B-2BD5E133913E}" dt="2021-04-28T02:37:51.683" v="70" actId="14100"/>
          <ac:spMkLst>
            <pc:docMk/>
            <pc:sldMk cId="1608156605" sldId="651"/>
            <ac:spMk id="38" creationId="{263E6716-1A88-453A-832D-9CBBF4D85120}"/>
          </ac:spMkLst>
        </pc:spChg>
        <pc:spChg chg="mod">
          <ac:chgData name="翟 锐" userId="fef11181f709266a" providerId="LiveId" clId="{DD44E862-836C-4462-9A8B-2BD5E133913E}" dt="2021-04-28T02:37:51.683" v="70" actId="14100"/>
          <ac:spMkLst>
            <pc:docMk/>
            <pc:sldMk cId="1608156605" sldId="651"/>
            <ac:spMk id="39" creationId="{68580A50-BD37-4839-B5D8-4B178318ED02}"/>
          </ac:spMkLst>
        </pc:spChg>
        <pc:grpChg chg="mod">
          <ac:chgData name="翟 锐" userId="fef11181f709266a" providerId="LiveId" clId="{DD44E862-836C-4462-9A8B-2BD5E133913E}" dt="2021-04-28T02:37:51.683" v="70" actId="14100"/>
          <ac:grpSpMkLst>
            <pc:docMk/>
            <pc:sldMk cId="1608156605" sldId="651"/>
            <ac:grpSpMk id="3" creationId="{6563EB65-19D8-4F0A-BDA6-A2F1113BC3E3}"/>
          </ac:grpSpMkLst>
        </pc:grpChg>
      </pc:sldChg>
      <pc:sldChg chg="modSp mod">
        <pc:chgData name="翟 锐" userId="fef11181f709266a" providerId="LiveId" clId="{DD44E862-836C-4462-9A8B-2BD5E133913E}" dt="2020-12-06T07:16:26.478" v="62" actId="15"/>
        <pc:sldMkLst>
          <pc:docMk/>
          <pc:sldMk cId="4096460358" sldId="670"/>
        </pc:sldMkLst>
        <pc:spChg chg="mod">
          <ac:chgData name="翟 锐" userId="fef11181f709266a" providerId="LiveId" clId="{DD44E862-836C-4462-9A8B-2BD5E133913E}" dt="2020-12-06T07:16:26.478" v="62" actId="15"/>
          <ac:spMkLst>
            <pc:docMk/>
            <pc:sldMk cId="4096460358" sldId="670"/>
            <ac:spMk id="2" creationId="{1A343DEC-CFF6-41F5-B87C-0DFC08C67B76}"/>
          </ac:spMkLst>
        </pc:spChg>
      </pc:sldChg>
      <pc:sldChg chg="addSp delSp modSp new mod modAnim">
        <pc:chgData name="翟 锐" userId="fef11181f709266a" providerId="LiveId" clId="{DD44E862-836C-4462-9A8B-2BD5E133913E}" dt="2021-04-28T02:38:26.976" v="75" actId="2711"/>
        <pc:sldMkLst>
          <pc:docMk/>
          <pc:sldMk cId="1730220147" sldId="671"/>
        </pc:sldMkLst>
        <pc:spChg chg="add mod">
          <ac:chgData name="翟 锐" userId="fef11181f709266a" providerId="LiveId" clId="{DD44E862-836C-4462-9A8B-2BD5E133913E}" dt="2020-10-25T07:06:21.095" v="40"/>
          <ac:spMkLst>
            <pc:docMk/>
            <pc:sldMk cId="1730220147" sldId="671"/>
            <ac:spMk id="3" creationId="{4AF3E39B-7D9D-4B01-882F-12AED4DCE306}"/>
          </ac:spMkLst>
        </pc:spChg>
        <pc:spChg chg="add mod">
          <ac:chgData name="翟 锐" userId="fef11181f709266a" providerId="LiveId" clId="{DD44E862-836C-4462-9A8B-2BD5E133913E}" dt="2020-10-25T07:06:38.273" v="46" actId="20577"/>
          <ac:spMkLst>
            <pc:docMk/>
            <pc:sldMk cId="1730220147" sldId="671"/>
            <ac:spMk id="4" creationId="{8FD841E6-5629-4F0B-B8A4-1C6918B71561}"/>
          </ac:spMkLst>
        </pc:spChg>
        <pc:spChg chg="add del mod">
          <ac:chgData name="翟 锐" userId="fef11181f709266a" providerId="LiveId" clId="{DD44E862-836C-4462-9A8B-2BD5E133913E}" dt="2020-10-25T07:06:40.537" v="47" actId="478"/>
          <ac:spMkLst>
            <pc:docMk/>
            <pc:sldMk cId="1730220147" sldId="671"/>
            <ac:spMk id="5" creationId="{9D0DBC6E-38A8-4A8E-9657-7F40C848A91F}"/>
          </ac:spMkLst>
        </pc:spChg>
        <pc:spChg chg="add del mod">
          <ac:chgData name="翟 锐" userId="fef11181f709266a" providerId="LiveId" clId="{DD44E862-836C-4462-9A8B-2BD5E133913E}" dt="2020-10-25T07:06:29.331" v="42"/>
          <ac:spMkLst>
            <pc:docMk/>
            <pc:sldMk cId="1730220147" sldId="671"/>
            <ac:spMk id="7" creationId="{C94F6913-2F30-4C4A-A72F-65968E403924}"/>
          </ac:spMkLst>
        </pc:spChg>
        <pc:spChg chg="add del mod">
          <ac:chgData name="翟 锐" userId="fef11181f709266a" providerId="LiveId" clId="{DD44E862-836C-4462-9A8B-2BD5E133913E}" dt="2020-10-25T07:06:29.331" v="42"/>
          <ac:spMkLst>
            <pc:docMk/>
            <pc:sldMk cId="1730220147" sldId="671"/>
            <ac:spMk id="8" creationId="{B0CE876F-0477-4617-98C8-EF0175AC7C2D}"/>
          </ac:spMkLst>
        </pc:spChg>
        <pc:spChg chg="add del mod">
          <ac:chgData name="翟 锐" userId="fef11181f709266a" providerId="LiveId" clId="{DD44E862-836C-4462-9A8B-2BD5E133913E}" dt="2020-10-25T07:06:29.331" v="42"/>
          <ac:spMkLst>
            <pc:docMk/>
            <pc:sldMk cId="1730220147" sldId="671"/>
            <ac:spMk id="9" creationId="{EE0C4593-238C-4FD5-A83E-F864D23A1C3A}"/>
          </ac:spMkLst>
        </pc:spChg>
        <pc:spChg chg="add mod">
          <ac:chgData name="翟 锐" userId="fef11181f709266a" providerId="LiveId" clId="{DD44E862-836C-4462-9A8B-2BD5E133913E}" dt="2020-10-25T07:06:52.547" v="49" actId="1076"/>
          <ac:spMkLst>
            <pc:docMk/>
            <pc:sldMk cId="1730220147" sldId="671"/>
            <ac:spMk id="11" creationId="{DEC180C3-B97B-4235-8C24-4905104507AD}"/>
          </ac:spMkLst>
        </pc:spChg>
        <pc:spChg chg="add mod">
          <ac:chgData name="翟 锐" userId="fef11181f709266a" providerId="LiveId" clId="{DD44E862-836C-4462-9A8B-2BD5E133913E}" dt="2020-10-25T07:06:52.547" v="49" actId="1076"/>
          <ac:spMkLst>
            <pc:docMk/>
            <pc:sldMk cId="1730220147" sldId="671"/>
            <ac:spMk id="13" creationId="{CB8505FD-5AC6-49AD-BDF3-C93A984E3136}"/>
          </ac:spMkLst>
        </pc:spChg>
        <pc:spChg chg="add mod">
          <ac:chgData name="翟 锐" userId="fef11181f709266a" providerId="LiveId" clId="{DD44E862-836C-4462-9A8B-2BD5E133913E}" dt="2020-10-25T07:06:52.547" v="49" actId="1076"/>
          <ac:spMkLst>
            <pc:docMk/>
            <pc:sldMk cId="1730220147" sldId="671"/>
            <ac:spMk id="15" creationId="{C63F0BF9-3BB9-4D38-8AB1-CFFFE8F48AD0}"/>
          </ac:spMkLst>
        </pc:spChg>
        <pc:spChg chg="add mod">
          <ac:chgData name="翟 锐" userId="fef11181f709266a" providerId="LiveId" clId="{DD44E862-836C-4462-9A8B-2BD5E133913E}" dt="2021-04-28T02:38:09.337" v="71" actId="14100"/>
          <ac:spMkLst>
            <pc:docMk/>
            <pc:sldMk cId="1730220147" sldId="671"/>
            <ac:spMk id="17" creationId="{D6CD8884-9248-44D1-B205-38F8454F3FA7}"/>
          </ac:spMkLst>
        </pc:spChg>
        <pc:spChg chg="add mod">
          <ac:chgData name="翟 锐" userId="fef11181f709266a" providerId="LiveId" clId="{DD44E862-836C-4462-9A8B-2BD5E133913E}" dt="2020-10-25T07:06:52.547" v="49" actId="1076"/>
          <ac:spMkLst>
            <pc:docMk/>
            <pc:sldMk cId="1730220147" sldId="671"/>
            <ac:spMk id="19" creationId="{5E0C5EBC-8523-4ACF-BAA2-BAED5DD6CEAD}"/>
          </ac:spMkLst>
        </pc:spChg>
        <pc:spChg chg="add mod">
          <ac:chgData name="翟 锐" userId="fef11181f709266a" providerId="LiveId" clId="{DD44E862-836C-4462-9A8B-2BD5E133913E}" dt="2020-10-25T07:06:52.547" v="49" actId="1076"/>
          <ac:spMkLst>
            <pc:docMk/>
            <pc:sldMk cId="1730220147" sldId="671"/>
            <ac:spMk id="21" creationId="{667E2998-9506-42EB-98D1-C94B8C967937}"/>
          </ac:spMkLst>
        </pc:spChg>
        <pc:spChg chg="add mod">
          <ac:chgData name="翟 锐" userId="fef11181f709266a" providerId="LiveId" clId="{DD44E862-836C-4462-9A8B-2BD5E133913E}" dt="2020-10-25T07:09:47.620" v="61" actId="14100"/>
          <ac:spMkLst>
            <pc:docMk/>
            <pc:sldMk cId="1730220147" sldId="671"/>
            <ac:spMk id="23" creationId="{343602CB-FF9C-4BC5-8AB1-62FE6E32772F}"/>
          </ac:spMkLst>
        </pc:spChg>
        <pc:spChg chg="add mod">
          <ac:chgData name="翟 锐" userId="fef11181f709266a" providerId="LiveId" clId="{DD44E862-836C-4462-9A8B-2BD5E133913E}" dt="2020-10-25T07:06:52.547" v="49" actId="1076"/>
          <ac:spMkLst>
            <pc:docMk/>
            <pc:sldMk cId="1730220147" sldId="671"/>
            <ac:spMk id="25" creationId="{967E17DA-8579-48D6-B252-F40C4FE4D548}"/>
          </ac:spMkLst>
        </pc:spChg>
        <pc:spChg chg="add mod">
          <ac:chgData name="翟 锐" userId="fef11181f709266a" providerId="LiveId" clId="{DD44E862-836C-4462-9A8B-2BD5E133913E}" dt="2020-10-25T07:06:52.547" v="49" actId="1076"/>
          <ac:spMkLst>
            <pc:docMk/>
            <pc:sldMk cId="1730220147" sldId="671"/>
            <ac:spMk id="27" creationId="{5C65BC59-3C9C-4B76-948A-653D00CFE260}"/>
          </ac:spMkLst>
        </pc:spChg>
        <pc:spChg chg="add mod">
          <ac:chgData name="翟 锐" userId="fef11181f709266a" providerId="LiveId" clId="{DD44E862-836C-4462-9A8B-2BD5E133913E}" dt="2021-04-28T02:38:26.976" v="75" actId="2711"/>
          <ac:spMkLst>
            <pc:docMk/>
            <pc:sldMk cId="1730220147" sldId="671"/>
            <ac:spMk id="28" creationId="{3CD03E1F-F3E2-4572-862A-260FE4605459}"/>
          </ac:spMkLst>
        </pc:spChg>
        <pc:cxnChg chg="add mod">
          <ac:chgData name="翟 锐" userId="fef11181f709266a" providerId="LiveId" clId="{DD44E862-836C-4462-9A8B-2BD5E133913E}" dt="2020-10-25T07:06:21.095" v="40"/>
          <ac:cxnSpMkLst>
            <pc:docMk/>
            <pc:sldMk cId="1730220147" sldId="671"/>
            <ac:cxnSpMk id="2" creationId="{D625FB8D-F196-46A1-B538-CE806BA0CEEF}"/>
          </ac:cxnSpMkLst>
        </pc:cxnChg>
        <pc:cxnChg chg="add del mod">
          <ac:chgData name="翟 锐" userId="fef11181f709266a" providerId="LiveId" clId="{DD44E862-836C-4462-9A8B-2BD5E133913E}" dt="2020-10-25T07:06:29.331" v="42"/>
          <ac:cxnSpMkLst>
            <pc:docMk/>
            <pc:sldMk cId="1730220147" sldId="671"/>
            <ac:cxnSpMk id="6" creationId="{E74F1F33-208C-4A73-84A4-6E2C885BBB87}"/>
          </ac:cxnSpMkLst>
        </pc:cxnChg>
      </pc:sldChg>
    </pc:docChg>
  </pc:docChgLst>
  <pc:docChgLst>
    <pc:chgData name="翟 锐" userId="fef11181f709266a" providerId="LiveId" clId="{ED0DE260-B29B-4153-816C-4D359BA5F45B}"/>
    <pc:docChg chg="modSld">
      <pc:chgData name="翟 锐" userId="fef11181f709266a" providerId="LiveId" clId="{ED0DE260-B29B-4153-816C-4D359BA5F45B}" dt="2021-12-12T13:20:09.758" v="4" actId="1076"/>
      <pc:docMkLst>
        <pc:docMk/>
      </pc:docMkLst>
      <pc:sldChg chg="modSp mod">
        <pc:chgData name="翟 锐" userId="fef11181f709266a" providerId="LiveId" clId="{ED0DE260-B29B-4153-816C-4D359BA5F45B}" dt="2021-12-12T13:20:05.185" v="3" actId="1076"/>
        <pc:sldMkLst>
          <pc:docMk/>
          <pc:sldMk cId="1834768925" sldId="714"/>
        </pc:sldMkLst>
        <pc:spChg chg="mod">
          <ac:chgData name="翟 锐" userId="fef11181f709266a" providerId="LiveId" clId="{ED0DE260-B29B-4153-816C-4D359BA5F45B}" dt="2021-12-12T13:20:03.968" v="2" actId="1076"/>
          <ac:spMkLst>
            <pc:docMk/>
            <pc:sldMk cId="1834768925" sldId="714"/>
            <ac:spMk id="2" creationId="{1A343DEC-CFF6-41F5-B87C-0DFC08C67B76}"/>
          </ac:spMkLst>
        </pc:spChg>
        <pc:picChg chg="mod">
          <ac:chgData name="翟 锐" userId="fef11181f709266a" providerId="LiveId" clId="{ED0DE260-B29B-4153-816C-4D359BA5F45B}" dt="2021-12-12T13:20:05.185" v="3" actId="1076"/>
          <ac:picMkLst>
            <pc:docMk/>
            <pc:sldMk cId="1834768925" sldId="714"/>
            <ac:picMk id="8" creationId="{AC327020-6B3A-4CBC-B91B-7DAA927132A7}"/>
          </ac:picMkLst>
        </pc:picChg>
      </pc:sldChg>
      <pc:sldChg chg="modSp mod">
        <pc:chgData name="翟 锐" userId="fef11181f709266a" providerId="LiveId" clId="{ED0DE260-B29B-4153-816C-4D359BA5F45B}" dt="2021-12-12T13:20:09.758" v="4" actId="1076"/>
        <pc:sldMkLst>
          <pc:docMk/>
          <pc:sldMk cId="1345214664" sldId="715"/>
        </pc:sldMkLst>
        <pc:spChg chg="mod">
          <ac:chgData name="翟 锐" userId="fef11181f709266a" providerId="LiveId" clId="{ED0DE260-B29B-4153-816C-4D359BA5F45B}" dt="2021-12-12T13:19:58.723" v="0" actId="1076"/>
          <ac:spMkLst>
            <pc:docMk/>
            <pc:sldMk cId="1345214664" sldId="715"/>
            <ac:spMk id="2" creationId="{1A343DEC-CFF6-41F5-B87C-0DFC08C67B76}"/>
          </ac:spMkLst>
        </pc:spChg>
        <pc:picChg chg="mod">
          <ac:chgData name="翟 锐" userId="fef11181f709266a" providerId="LiveId" clId="{ED0DE260-B29B-4153-816C-4D359BA5F45B}" dt="2021-12-12T13:20:09.758" v="4" actId="1076"/>
          <ac:picMkLst>
            <pc:docMk/>
            <pc:sldMk cId="1345214664" sldId="715"/>
            <ac:picMk id="4" creationId="{3D3BC6FE-E190-4615-9D01-3C960EC66F80}"/>
          </ac:picMkLst>
        </pc:picChg>
      </pc:sldChg>
    </pc:docChg>
  </pc:docChgLst>
  <pc:docChgLst>
    <pc:chgData name="翟 锐" userId="fef11181f709266a" providerId="LiveId" clId="{10275908-82CB-4111-8AC1-0D131A21EACA}"/>
    <pc:docChg chg="undo redo custSel addSld delSld modSld sldOrd">
      <pc:chgData name="翟 锐" userId="fef11181f709266a" providerId="LiveId" clId="{10275908-82CB-4111-8AC1-0D131A21EACA}" dt="2020-08-12T15:57:51.155" v="1446" actId="12"/>
      <pc:docMkLst>
        <pc:docMk/>
      </pc:docMkLst>
      <pc:sldChg chg="modSp add del mod">
        <pc:chgData name="翟 锐" userId="fef11181f709266a" providerId="LiveId" clId="{10275908-82CB-4111-8AC1-0D131A21EACA}" dt="2020-08-12T06:01:23.417" v="23"/>
        <pc:sldMkLst>
          <pc:docMk/>
          <pc:sldMk cId="0" sldId="256"/>
        </pc:sldMkLst>
        <pc:spChg chg="mod">
          <ac:chgData name="翟 锐" userId="fef11181f709266a" providerId="LiveId" clId="{10275908-82CB-4111-8AC1-0D131A21EACA}" dt="2020-08-12T06:01:23.417" v="23"/>
          <ac:spMkLst>
            <pc:docMk/>
            <pc:sldMk cId="0" sldId="256"/>
            <ac:spMk id="2055" creationId="{14A68A61-CC6E-40FC-87F9-39638A4ECB40}"/>
          </ac:spMkLst>
        </pc:spChg>
      </pc:sldChg>
      <pc:sldChg chg="del">
        <pc:chgData name="翟 锐" userId="fef11181f709266a" providerId="LiveId" clId="{10275908-82CB-4111-8AC1-0D131A21EACA}" dt="2020-08-12T06:07:21.227" v="24" actId="47"/>
        <pc:sldMkLst>
          <pc:docMk/>
          <pc:sldMk cId="0" sldId="257"/>
        </pc:sldMkLst>
      </pc:sldChg>
      <pc:sldChg chg="add del">
        <pc:chgData name="翟 锐" userId="fef11181f709266a" providerId="LiveId" clId="{10275908-82CB-4111-8AC1-0D131A21EACA}" dt="2020-08-12T06:01:23.417" v="23"/>
        <pc:sldMkLst>
          <pc:docMk/>
          <pc:sldMk cId="0" sldId="259"/>
        </pc:sldMkLst>
      </pc:sldChg>
      <pc:sldChg chg="add del modTransition">
        <pc:chgData name="翟 锐" userId="fef11181f709266a" providerId="LiveId" clId="{10275908-82CB-4111-8AC1-0D131A21EACA}" dt="2020-08-12T06:01:23.417" v="23"/>
        <pc:sldMkLst>
          <pc:docMk/>
          <pc:sldMk cId="0" sldId="276"/>
        </pc:sldMkLst>
      </pc:sldChg>
      <pc:sldChg chg="add del">
        <pc:chgData name="翟 锐" userId="fef11181f709266a" providerId="LiveId" clId="{10275908-82CB-4111-8AC1-0D131A21EACA}" dt="2020-08-12T06:01:23.417" v="23"/>
        <pc:sldMkLst>
          <pc:docMk/>
          <pc:sldMk cId="0" sldId="277"/>
        </pc:sldMkLst>
      </pc:sldChg>
      <pc:sldChg chg="del">
        <pc:chgData name="翟 锐" userId="fef11181f709266a" providerId="LiveId" clId="{10275908-82CB-4111-8AC1-0D131A21EACA}" dt="2020-08-12T13:18:01.648" v="741" actId="47"/>
        <pc:sldMkLst>
          <pc:docMk/>
          <pc:sldMk cId="0" sldId="290"/>
        </pc:sldMkLst>
      </pc:sldChg>
      <pc:sldChg chg="delSp modSp mod delAnim modNotesTx">
        <pc:chgData name="翟 锐" userId="fef11181f709266a" providerId="LiveId" clId="{10275908-82CB-4111-8AC1-0D131A21EACA}" dt="2020-08-12T13:47:07.808" v="919"/>
        <pc:sldMkLst>
          <pc:docMk/>
          <pc:sldMk cId="0" sldId="301"/>
        </pc:sldMkLst>
        <pc:spChg chg="mod">
          <ac:chgData name="翟 锐" userId="fef11181f709266a" providerId="LiveId" clId="{10275908-82CB-4111-8AC1-0D131A21EACA}" dt="2020-08-12T06:07:55.545" v="61" actId="6549"/>
          <ac:spMkLst>
            <pc:docMk/>
            <pc:sldMk cId="0" sldId="301"/>
            <ac:spMk id="10" creationId="{00000000-0000-0000-0000-000000000000}"/>
          </ac:spMkLst>
        </pc:spChg>
        <pc:picChg chg="del">
          <ac:chgData name="翟 锐" userId="fef11181f709266a" providerId="LiveId" clId="{10275908-82CB-4111-8AC1-0D131A21EACA}" dt="2020-08-12T05:58:00.891" v="0" actId="478"/>
          <ac:picMkLst>
            <pc:docMk/>
            <pc:sldMk cId="0" sldId="301"/>
            <ac:picMk id="2" creationId="{42CEE4C9-462F-43D7-9DCA-CAE8D3EDD5D3}"/>
          </ac:picMkLst>
        </pc:picChg>
      </pc:sldChg>
      <pc:sldChg chg="add del">
        <pc:chgData name="翟 锐" userId="fef11181f709266a" providerId="LiveId" clId="{10275908-82CB-4111-8AC1-0D131A21EACA}" dt="2020-08-12T06:01:23.417" v="23"/>
        <pc:sldMkLst>
          <pc:docMk/>
          <pc:sldMk cId="0" sldId="306"/>
        </pc:sldMkLst>
      </pc:sldChg>
      <pc:sldChg chg="add del">
        <pc:chgData name="翟 锐" userId="fef11181f709266a" providerId="LiveId" clId="{10275908-82CB-4111-8AC1-0D131A21EACA}" dt="2020-08-12T06:01:23.417" v="23"/>
        <pc:sldMkLst>
          <pc:docMk/>
          <pc:sldMk cId="0" sldId="308"/>
        </pc:sldMkLst>
      </pc:sldChg>
      <pc:sldChg chg="add del">
        <pc:chgData name="翟 锐" userId="fef11181f709266a" providerId="LiveId" clId="{10275908-82CB-4111-8AC1-0D131A21EACA}" dt="2020-08-12T06:01:23.417" v="23"/>
        <pc:sldMkLst>
          <pc:docMk/>
          <pc:sldMk cId="0" sldId="315"/>
        </pc:sldMkLst>
      </pc:sldChg>
      <pc:sldChg chg="add del">
        <pc:chgData name="翟 锐" userId="fef11181f709266a" providerId="LiveId" clId="{10275908-82CB-4111-8AC1-0D131A21EACA}" dt="2020-08-12T06:01:23.417" v="23"/>
        <pc:sldMkLst>
          <pc:docMk/>
          <pc:sldMk cId="0" sldId="323"/>
        </pc:sldMkLst>
      </pc:sldChg>
      <pc:sldChg chg="add del modTransition">
        <pc:chgData name="翟 锐" userId="fef11181f709266a" providerId="LiveId" clId="{10275908-82CB-4111-8AC1-0D131A21EACA}" dt="2020-08-12T06:01:23.417" v="23"/>
        <pc:sldMkLst>
          <pc:docMk/>
          <pc:sldMk cId="0" sldId="324"/>
        </pc:sldMkLst>
      </pc:sldChg>
      <pc:sldChg chg="add del">
        <pc:chgData name="翟 锐" userId="fef11181f709266a" providerId="LiveId" clId="{10275908-82CB-4111-8AC1-0D131A21EACA}" dt="2020-08-12T06:01:23.417" v="23"/>
        <pc:sldMkLst>
          <pc:docMk/>
          <pc:sldMk cId="0" sldId="325"/>
        </pc:sldMkLst>
      </pc:sldChg>
      <pc:sldChg chg="add del">
        <pc:chgData name="翟 锐" userId="fef11181f709266a" providerId="LiveId" clId="{10275908-82CB-4111-8AC1-0D131A21EACA}" dt="2020-08-12T06:01:23.417" v="23"/>
        <pc:sldMkLst>
          <pc:docMk/>
          <pc:sldMk cId="0" sldId="326"/>
        </pc:sldMkLst>
      </pc:sldChg>
      <pc:sldChg chg="add del">
        <pc:chgData name="翟 锐" userId="fef11181f709266a" providerId="LiveId" clId="{10275908-82CB-4111-8AC1-0D131A21EACA}" dt="2020-08-12T06:01:23.417" v="23"/>
        <pc:sldMkLst>
          <pc:docMk/>
          <pc:sldMk cId="0" sldId="327"/>
        </pc:sldMkLst>
      </pc:sldChg>
      <pc:sldChg chg="add del">
        <pc:chgData name="翟 锐" userId="fef11181f709266a" providerId="LiveId" clId="{10275908-82CB-4111-8AC1-0D131A21EACA}" dt="2020-08-12T06:01:23.417" v="23"/>
        <pc:sldMkLst>
          <pc:docMk/>
          <pc:sldMk cId="0" sldId="328"/>
        </pc:sldMkLst>
      </pc:sldChg>
      <pc:sldChg chg="add del">
        <pc:chgData name="翟 锐" userId="fef11181f709266a" providerId="LiveId" clId="{10275908-82CB-4111-8AC1-0D131A21EACA}" dt="2020-08-12T06:01:23.417" v="23"/>
        <pc:sldMkLst>
          <pc:docMk/>
          <pc:sldMk cId="0" sldId="330"/>
        </pc:sldMkLst>
      </pc:sldChg>
      <pc:sldChg chg="add del">
        <pc:chgData name="翟 锐" userId="fef11181f709266a" providerId="LiveId" clId="{10275908-82CB-4111-8AC1-0D131A21EACA}" dt="2020-08-12T06:01:23.417" v="23"/>
        <pc:sldMkLst>
          <pc:docMk/>
          <pc:sldMk cId="0" sldId="331"/>
        </pc:sldMkLst>
      </pc:sldChg>
      <pc:sldChg chg="add del">
        <pc:chgData name="翟 锐" userId="fef11181f709266a" providerId="LiveId" clId="{10275908-82CB-4111-8AC1-0D131A21EACA}" dt="2020-08-12T06:01:23.417" v="23"/>
        <pc:sldMkLst>
          <pc:docMk/>
          <pc:sldMk cId="0" sldId="332"/>
        </pc:sldMkLst>
      </pc:sldChg>
      <pc:sldChg chg="add del">
        <pc:chgData name="翟 锐" userId="fef11181f709266a" providerId="LiveId" clId="{10275908-82CB-4111-8AC1-0D131A21EACA}" dt="2020-08-12T06:01:23.417" v="23"/>
        <pc:sldMkLst>
          <pc:docMk/>
          <pc:sldMk cId="0" sldId="335"/>
        </pc:sldMkLst>
      </pc:sldChg>
      <pc:sldChg chg="add del">
        <pc:chgData name="翟 锐" userId="fef11181f709266a" providerId="LiveId" clId="{10275908-82CB-4111-8AC1-0D131A21EACA}" dt="2020-08-12T06:01:23.417" v="23"/>
        <pc:sldMkLst>
          <pc:docMk/>
          <pc:sldMk cId="0" sldId="336"/>
        </pc:sldMkLst>
      </pc:sldChg>
      <pc:sldChg chg="add del">
        <pc:chgData name="翟 锐" userId="fef11181f709266a" providerId="LiveId" clId="{10275908-82CB-4111-8AC1-0D131A21EACA}" dt="2020-08-12T06:01:23.417" v="23"/>
        <pc:sldMkLst>
          <pc:docMk/>
          <pc:sldMk cId="0" sldId="337"/>
        </pc:sldMkLst>
      </pc:sldChg>
      <pc:sldChg chg="add del">
        <pc:chgData name="翟 锐" userId="fef11181f709266a" providerId="LiveId" clId="{10275908-82CB-4111-8AC1-0D131A21EACA}" dt="2020-08-12T06:01:23.417" v="23"/>
        <pc:sldMkLst>
          <pc:docMk/>
          <pc:sldMk cId="0" sldId="338"/>
        </pc:sldMkLst>
      </pc:sldChg>
      <pc:sldChg chg="add del">
        <pc:chgData name="翟 锐" userId="fef11181f709266a" providerId="LiveId" clId="{10275908-82CB-4111-8AC1-0D131A21EACA}" dt="2020-08-12T06:01:23.417" v="23"/>
        <pc:sldMkLst>
          <pc:docMk/>
          <pc:sldMk cId="0" sldId="339"/>
        </pc:sldMkLst>
      </pc:sldChg>
      <pc:sldChg chg="add del">
        <pc:chgData name="翟 锐" userId="fef11181f709266a" providerId="LiveId" clId="{10275908-82CB-4111-8AC1-0D131A21EACA}" dt="2020-08-12T06:01:23.417" v="23"/>
        <pc:sldMkLst>
          <pc:docMk/>
          <pc:sldMk cId="0" sldId="340"/>
        </pc:sldMkLst>
      </pc:sldChg>
      <pc:sldChg chg="add del">
        <pc:chgData name="翟 锐" userId="fef11181f709266a" providerId="LiveId" clId="{10275908-82CB-4111-8AC1-0D131A21EACA}" dt="2020-08-12T06:01:23.417" v="23"/>
        <pc:sldMkLst>
          <pc:docMk/>
          <pc:sldMk cId="0" sldId="341"/>
        </pc:sldMkLst>
      </pc:sldChg>
      <pc:sldChg chg="add del">
        <pc:chgData name="翟 锐" userId="fef11181f709266a" providerId="LiveId" clId="{10275908-82CB-4111-8AC1-0D131A21EACA}" dt="2020-08-12T06:01:23.417" v="23"/>
        <pc:sldMkLst>
          <pc:docMk/>
          <pc:sldMk cId="0" sldId="342"/>
        </pc:sldMkLst>
      </pc:sldChg>
      <pc:sldChg chg="add del">
        <pc:chgData name="翟 锐" userId="fef11181f709266a" providerId="LiveId" clId="{10275908-82CB-4111-8AC1-0D131A21EACA}" dt="2020-08-12T06:01:23.417" v="23"/>
        <pc:sldMkLst>
          <pc:docMk/>
          <pc:sldMk cId="0" sldId="343"/>
        </pc:sldMkLst>
      </pc:sldChg>
      <pc:sldChg chg="addSp delSp modSp add del mod modTransition">
        <pc:chgData name="翟 锐" userId="fef11181f709266a" providerId="LiveId" clId="{10275908-82CB-4111-8AC1-0D131A21EACA}" dt="2020-08-12T14:37:18.491" v="941" actId="47"/>
        <pc:sldMkLst>
          <pc:docMk/>
          <pc:sldMk cId="0" sldId="345"/>
        </pc:sldMkLst>
        <pc:spChg chg="del">
          <ac:chgData name="翟 锐" userId="fef11181f709266a" providerId="LiveId" clId="{10275908-82CB-4111-8AC1-0D131A21EACA}" dt="2020-08-12T14:36:54.407" v="935" actId="478"/>
          <ac:spMkLst>
            <pc:docMk/>
            <pc:sldMk cId="0" sldId="345"/>
            <ac:spMk id="26" creationId="{6C8412D6-967F-4E80-913B-6DCDEEA97C80}"/>
          </ac:spMkLst>
        </pc:spChg>
        <pc:spChg chg="del">
          <ac:chgData name="翟 锐" userId="fef11181f709266a" providerId="LiveId" clId="{10275908-82CB-4111-8AC1-0D131A21EACA}" dt="2020-08-12T14:36:55.329" v="936" actId="478"/>
          <ac:spMkLst>
            <pc:docMk/>
            <pc:sldMk cId="0" sldId="345"/>
            <ac:spMk id="27" creationId="{8C6D2B26-7A69-4EEF-A845-C6E5CF88389F}"/>
          </ac:spMkLst>
        </pc:spChg>
        <pc:spChg chg="mod">
          <ac:chgData name="翟 锐" userId="fef11181f709266a" providerId="LiveId" clId="{10275908-82CB-4111-8AC1-0D131A21EACA}" dt="2020-08-12T14:37:02.020" v="937" actId="164"/>
          <ac:spMkLst>
            <pc:docMk/>
            <pc:sldMk cId="0" sldId="345"/>
            <ac:spMk id="24580" creationId="{71A1A34A-2DC6-4625-852F-EDD1D0E03C6A}"/>
          </ac:spMkLst>
        </pc:spChg>
        <pc:spChg chg="mod">
          <ac:chgData name="翟 锐" userId="fef11181f709266a" providerId="LiveId" clId="{10275908-82CB-4111-8AC1-0D131A21EACA}" dt="2020-08-12T14:37:02.020" v="937" actId="164"/>
          <ac:spMkLst>
            <pc:docMk/>
            <pc:sldMk cId="0" sldId="345"/>
            <ac:spMk id="24581" creationId="{5A8EB96D-D6C7-476D-9110-831F866E6BD3}"/>
          </ac:spMkLst>
        </pc:spChg>
        <pc:spChg chg="mod">
          <ac:chgData name="翟 锐" userId="fef11181f709266a" providerId="LiveId" clId="{10275908-82CB-4111-8AC1-0D131A21EACA}" dt="2020-08-12T14:37:02.020" v="937" actId="164"/>
          <ac:spMkLst>
            <pc:docMk/>
            <pc:sldMk cId="0" sldId="345"/>
            <ac:spMk id="24582" creationId="{0E10FA7D-285E-442F-8B68-51DE13393E1A}"/>
          </ac:spMkLst>
        </pc:spChg>
        <pc:spChg chg="mod">
          <ac:chgData name="翟 锐" userId="fef11181f709266a" providerId="LiveId" clId="{10275908-82CB-4111-8AC1-0D131A21EACA}" dt="2020-08-12T14:37:02.020" v="937" actId="164"/>
          <ac:spMkLst>
            <pc:docMk/>
            <pc:sldMk cId="0" sldId="345"/>
            <ac:spMk id="24583" creationId="{C8714C58-E047-40D1-AB06-137E8EB52F3E}"/>
          </ac:spMkLst>
        </pc:spChg>
        <pc:spChg chg="mod">
          <ac:chgData name="翟 锐" userId="fef11181f709266a" providerId="LiveId" clId="{10275908-82CB-4111-8AC1-0D131A21EACA}" dt="2020-08-12T14:37:02.020" v="937" actId="164"/>
          <ac:spMkLst>
            <pc:docMk/>
            <pc:sldMk cId="0" sldId="345"/>
            <ac:spMk id="24584" creationId="{F202F5A6-DAD9-4FB4-A89C-77EBD9367ECD}"/>
          </ac:spMkLst>
        </pc:spChg>
        <pc:spChg chg="mod">
          <ac:chgData name="翟 锐" userId="fef11181f709266a" providerId="LiveId" clId="{10275908-82CB-4111-8AC1-0D131A21EACA}" dt="2020-08-12T14:37:02.020" v="937" actId="164"/>
          <ac:spMkLst>
            <pc:docMk/>
            <pc:sldMk cId="0" sldId="345"/>
            <ac:spMk id="24585" creationId="{BECC6DD6-2C1B-4ABE-89A7-867DECA6AA94}"/>
          </ac:spMkLst>
        </pc:spChg>
        <pc:spChg chg="mod">
          <ac:chgData name="翟 锐" userId="fef11181f709266a" providerId="LiveId" clId="{10275908-82CB-4111-8AC1-0D131A21EACA}" dt="2020-08-12T14:37:02.020" v="937" actId="164"/>
          <ac:spMkLst>
            <pc:docMk/>
            <pc:sldMk cId="0" sldId="345"/>
            <ac:spMk id="24586" creationId="{6306FBF9-A764-46BD-BD8E-1978216F5A88}"/>
          </ac:spMkLst>
        </pc:spChg>
        <pc:spChg chg="mod">
          <ac:chgData name="翟 锐" userId="fef11181f709266a" providerId="LiveId" clId="{10275908-82CB-4111-8AC1-0D131A21EACA}" dt="2020-08-12T14:37:02.020" v="937" actId="164"/>
          <ac:spMkLst>
            <pc:docMk/>
            <pc:sldMk cId="0" sldId="345"/>
            <ac:spMk id="24587" creationId="{5449659D-4698-457A-B316-676352941194}"/>
          </ac:spMkLst>
        </pc:spChg>
        <pc:spChg chg="mod">
          <ac:chgData name="翟 锐" userId="fef11181f709266a" providerId="LiveId" clId="{10275908-82CB-4111-8AC1-0D131A21EACA}" dt="2020-08-12T14:37:02.020" v="937" actId="164"/>
          <ac:spMkLst>
            <pc:docMk/>
            <pc:sldMk cId="0" sldId="345"/>
            <ac:spMk id="24588" creationId="{D1DBCBD2-5D63-4D46-B200-C43D578E1DC3}"/>
          </ac:spMkLst>
        </pc:spChg>
        <pc:spChg chg="mod">
          <ac:chgData name="翟 锐" userId="fef11181f709266a" providerId="LiveId" clId="{10275908-82CB-4111-8AC1-0D131A21EACA}" dt="2020-08-12T14:37:02.020" v="937" actId="164"/>
          <ac:spMkLst>
            <pc:docMk/>
            <pc:sldMk cId="0" sldId="345"/>
            <ac:spMk id="24589" creationId="{31FA6ECA-418C-4139-AA10-3AD0D2900D0E}"/>
          </ac:spMkLst>
        </pc:spChg>
        <pc:spChg chg="mod">
          <ac:chgData name="翟 锐" userId="fef11181f709266a" providerId="LiveId" clId="{10275908-82CB-4111-8AC1-0D131A21EACA}" dt="2020-08-12T14:37:02.020" v="937" actId="164"/>
          <ac:spMkLst>
            <pc:docMk/>
            <pc:sldMk cId="0" sldId="345"/>
            <ac:spMk id="24590" creationId="{BD0884B9-89D5-460F-B70B-A9804F743105}"/>
          </ac:spMkLst>
        </pc:spChg>
        <pc:spChg chg="mod">
          <ac:chgData name="翟 锐" userId="fef11181f709266a" providerId="LiveId" clId="{10275908-82CB-4111-8AC1-0D131A21EACA}" dt="2020-08-12T14:37:02.020" v="937" actId="164"/>
          <ac:spMkLst>
            <pc:docMk/>
            <pc:sldMk cId="0" sldId="345"/>
            <ac:spMk id="24591" creationId="{A68DA5F6-95AD-4412-815F-97D8073931BA}"/>
          </ac:spMkLst>
        </pc:spChg>
        <pc:spChg chg="mod">
          <ac:chgData name="翟 锐" userId="fef11181f709266a" providerId="LiveId" clId="{10275908-82CB-4111-8AC1-0D131A21EACA}" dt="2020-08-12T14:37:02.020" v="937" actId="164"/>
          <ac:spMkLst>
            <pc:docMk/>
            <pc:sldMk cId="0" sldId="345"/>
            <ac:spMk id="24592" creationId="{8C68C35F-73FC-44F3-8458-5F13745A3CB1}"/>
          </ac:spMkLst>
        </pc:spChg>
        <pc:spChg chg="mod">
          <ac:chgData name="翟 锐" userId="fef11181f709266a" providerId="LiveId" clId="{10275908-82CB-4111-8AC1-0D131A21EACA}" dt="2020-08-12T14:37:02.020" v="937" actId="164"/>
          <ac:spMkLst>
            <pc:docMk/>
            <pc:sldMk cId="0" sldId="345"/>
            <ac:spMk id="24593" creationId="{FDBF368C-565F-4FDC-9AF0-D0FE25184F26}"/>
          </ac:spMkLst>
        </pc:spChg>
        <pc:spChg chg="mod">
          <ac:chgData name="翟 锐" userId="fef11181f709266a" providerId="LiveId" clId="{10275908-82CB-4111-8AC1-0D131A21EACA}" dt="2020-08-12T14:37:02.020" v="937" actId="164"/>
          <ac:spMkLst>
            <pc:docMk/>
            <pc:sldMk cId="0" sldId="345"/>
            <ac:spMk id="24594" creationId="{77910994-CAEE-478E-9A57-6DBD0E5B9657}"/>
          </ac:spMkLst>
        </pc:spChg>
        <pc:spChg chg="mod">
          <ac:chgData name="翟 锐" userId="fef11181f709266a" providerId="LiveId" clId="{10275908-82CB-4111-8AC1-0D131A21EACA}" dt="2020-08-12T14:37:02.020" v="937" actId="164"/>
          <ac:spMkLst>
            <pc:docMk/>
            <pc:sldMk cId="0" sldId="345"/>
            <ac:spMk id="24595" creationId="{A003BD6A-7AC8-4DEE-8BF1-476A7FDD6422}"/>
          </ac:spMkLst>
        </pc:spChg>
        <pc:spChg chg="mod">
          <ac:chgData name="翟 锐" userId="fef11181f709266a" providerId="LiveId" clId="{10275908-82CB-4111-8AC1-0D131A21EACA}" dt="2020-08-12T14:37:02.020" v="937" actId="164"/>
          <ac:spMkLst>
            <pc:docMk/>
            <pc:sldMk cId="0" sldId="345"/>
            <ac:spMk id="24596" creationId="{32D2BAE1-5727-4EB7-B040-D7CE0C87EF88}"/>
          </ac:spMkLst>
        </pc:spChg>
        <pc:spChg chg="mod">
          <ac:chgData name="翟 锐" userId="fef11181f709266a" providerId="LiveId" clId="{10275908-82CB-4111-8AC1-0D131A21EACA}" dt="2020-08-12T14:37:02.020" v="937" actId="164"/>
          <ac:spMkLst>
            <pc:docMk/>
            <pc:sldMk cId="0" sldId="345"/>
            <ac:spMk id="24597" creationId="{EE4E98CC-9A74-462B-8CFD-C8C97329E1C4}"/>
          </ac:spMkLst>
        </pc:spChg>
        <pc:spChg chg="mod">
          <ac:chgData name="翟 锐" userId="fef11181f709266a" providerId="LiveId" clId="{10275908-82CB-4111-8AC1-0D131A21EACA}" dt="2020-08-12T14:37:02.020" v="937" actId="164"/>
          <ac:spMkLst>
            <pc:docMk/>
            <pc:sldMk cId="0" sldId="345"/>
            <ac:spMk id="24598" creationId="{BC53754F-FB4E-4611-BBC1-7EE60285F2D4}"/>
          </ac:spMkLst>
        </pc:spChg>
        <pc:spChg chg="mod">
          <ac:chgData name="翟 锐" userId="fef11181f709266a" providerId="LiveId" clId="{10275908-82CB-4111-8AC1-0D131A21EACA}" dt="2020-08-12T14:37:02.020" v="937" actId="164"/>
          <ac:spMkLst>
            <pc:docMk/>
            <pc:sldMk cId="0" sldId="345"/>
            <ac:spMk id="24599" creationId="{A518F7AE-7173-4035-9AAC-B555790C46B9}"/>
          </ac:spMkLst>
        </pc:spChg>
        <pc:spChg chg="mod">
          <ac:chgData name="翟 锐" userId="fef11181f709266a" providerId="LiveId" clId="{10275908-82CB-4111-8AC1-0D131A21EACA}" dt="2020-08-12T14:37:02.020" v="937" actId="164"/>
          <ac:spMkLst>
            <pc:docMk/>
            <pc:sldMk cId="0" sldId="345"/>
            <ac:spMk id="24600" creationId="{B9F3699C-B32C-46BD-8E58-87DEE52D4F7A}"/>
          </ac:spMkLst>
        </pc:spChg>
        <pc:spChg chg="mod">
          <ac:chgData name="翟 锐" userId="fef11181f709266a" providerId="LiveId" clId="{10275908-82CB-4111-8AC1-0D131A21EACA}" dt="2020-08-12T14:37:02.020" v="937" actId="164"/>
          <ac:spMkLst>
            <pc:docMk/>
            <pc:sldMk cId="0" sldId="345"/>
            <ac:spMk id="24601" creationId="{2EFDC7C3-5123-4EAD-8394-0C3A6ABAF069}"/>
          </ac:spMkLst>
        </pc:spChg>
        <pc:spChg chg="mod">
          <ac:chgData name="翟 锐" userId="fef11181f709266a" providerId="LiveId" clId="{10275908-82CB-4111-8AC1-0D131A21EACA}" dt="2020-08-12T14:37:02.020" v="937" actId="164"/>
          <ac:spMkLst>
            <pc:docMk/>
            <pc:sldMk cId="0" sldId="345"/>
            <ac:spMk id="24602" creationId="{F2FD77E3-17A4-4D54-842C-3FEB2C909026}"/>
          </ac:spMkLst>
        </pc:spChg>
        <pc:spChg chg="mod">
          <ac:chgData name="翟 锐" userId="fef11181f709266a" providerId="LiveId" clId="{10275908-82CB-4111-8AC1-0D131A21EACA}" dt="2020-08-12T14:37:02.020" v="937" actId="164"/>
          <ac:spMkLst>
            <pc:docMk/>
            <pc:sldMk cId="0" sldId="345"/>
            <ac:spMk id="24603" creationId="{E413130E-7CDD-449D-8305-D46485D64C5D}"/>
          </ac:spMkLst>
        </pc:spChg>
        <pc:grpChg chg="add del mod">
          <ac:chgData name="翟 锐" userId="fef11181f709266a" providerId="LiveId" clId="{10275908-82CB-4111-8AC1-0D131A21EACA}" dt="2020-08-12T14:37:03.973" v="938" actId="21"/>
          <ac:grpSpMkLst>
            <pc:docMk/>
            <pc:sldMk cId="0" sldId="345"/>
            <ac:grpSpMk id="2" creationId="{7895CDB9-B430-4853-A719-D46D4E50A9DF}"/>
          </ac:grpSpMkLst>
        </pc:grpChg>
      </pc:sldChg>
      <pc:sldChg chg="add del">
        <pc:chgData name="翟 锐" userId="fef11181f709266a" providerId="LiveId" clId="{10275908-82CB-4111-8AC1-0D131A21EACA}" dt="2020-08-12T06:01:23.417" v="23"/>
        <pc:sldMkLst>
          <pc:docMk/>
          <pc:sldMk cId="0" sldId="346"/>
        </pc:sldMkLst>
      </pc:sldChg>
      <pc:sldChg chg="add del">
        <pc:chgData name="翟 锐" userId="fef11181f709266a" providerId="LiveId" clId="{10275908-82CB-4111-8AC1-0D131A21EACA}" dt="2020-08-12T06:01:23.417" v="23"/>
        <pc:sldMkLst>
          <pc:docMk/>
          <pc:sldMk cId="0" sldId="347"/>
        </pc:sldMkLst>
      </pc:sldChg>
      <pc:sldChg chg="add del">
        <pc:chgData name="翟 锐" userId="fef11181f709266a" providerId="LiveId" clId="{10275908-82CB-4111-8AC1-0D131A21EACA}" dt="2020-08-12T06:01:23.417" v="23"/>
        <pc:sldMkLst>
          <pc:docMk/>
          <pc:sldMk cId="2548502572" sldId="348"/>
        </pc:sldMkLst>
      </pc:sldChg>
      <pc:sldChg chg="add del">
        <pc:chgData name="翟 锐" userId="fef11181f709266a" providerId="LiveId" clId="{10275908-82CB-4111-8AC1-0D131A21EACA}" dt="2020-08-12T06:01:23.417" v="23"/>
        <pc:sldMkLst>
          <pc:docMk/>
          <pc:sldMk cId="0" sldId="349"/>
        </pc:sldMkLst>
      </pc:sldChg>
      <pc:sldChg chg="modSp add del mod">
        <pc:chgData name="翟 锐" userId="fef11181f709266a" providerId="LiveId" clId="{10275908-82CB-4111-8AC1-0D131A21EACA}" dt="2020-08-12T06:01:23.417" v="23"/>
        <pc:sldMkLst>
          <pc:docMk/>
          <pc:sldMk cId="0" sldId="350"/>
        </pc:sldMkLst>
        <pc:spChg chg="mod">
          <ac:chgData name="翟 锐" userId="fef11181f709266a" providerId="LiveId" clId="{10275908-82CB-4111-8AC1-0D131A21EACA}" dt="2020-08-12T06:01:23.417" v="23"/>
          <ac:spMkLst>
            <pc:docMk/>
            <pc:sldMk cId="0" sldId="350"/>
            <ac:spMk id="240642" creationId="{A4ACFBA2-BE4F-40CF-99B1-09469BFCCB39}"/>
          </ac:spMkLst>
        </pc:spChg>
        <pc:spChg chg="mod">
          <ac:chgData name="翟 锐" userId="fef11181f709266a" providerId="LiveId" clId="{10275908-82CB-4111-8AC1-0D131A21EACA}" dt="2020-08-12T06:01:23.417" v="23"/>
          <ac:spMkLst>
            <pc:docMk/>
            <pc:sldMk cId="0" sldId="350"/>
            <ac:spMk id="240643" creationId="{7466FE5C-4E8B-4A3A-B2C1-FF5A4178BAD9}"/>
          </ac:spMkLst>
        </pc:spChg>
      </pc:sldChg>
      <pc:sldChg chg="add del modTransition">
        <pc:chgData name="翟 锐" userId="fef11181f709266a" providerId="LiveId" clId="{10275908-82CB-4111-8AC1-0D131A21EACA}" dt="2020-08-12T06:01:23.417" v="23"/>
        <pc:sldMkLst>
          <pc:docMk/>
          <pc:sldMk cId="0" sldId="351"/>
        </pc:sldMkLst>
      </pc:sldChg>
      <pc:sldChg chg="add del">
        <pc:chgData name="翟 锐" userId="fef11181f709266a" providerId="LiveId" clId="{10275908-82CB-4111-8AC1-0D131A21EACA}" dt="2020-08-12T06:01:23.417" v="23"/>
        <pc:sldMkLst>
          <pc:docMk/>
          <pc:sldMk cId="0" sldId="353"/>
        </pc:sldMkLst>
      </pc:sldChg>
      <pc:sldChg chg="add del">
        <pc:chgData name="翟 锐" userId="fef11181f709266a" providerId="LiveId" clId="{10275908-82CB-4111-8AC1-0D131A21EACA}" dt="2020-08-12T06:01:23.417" v="23"/>
        <pc:sldMkLst>
          <pc:docMk/>
          <pc:sldMk cId="0" sldId="354"/>
        </pc:sldMkLst>
      </pc:sldChg>
      <pc:sldChg chg="add del modTransition">
        <pc:chgData name="翟 锐" userId="fef11181f709266a" providerId="LiveId" clId="{10275908-82CB-4111-8AC1-0D131A21EACA}" dt="2020-08-12T06:01:23.417" v="23"/>
        <pc:sldMkLst>
          <pc:docMk/>
          <pc:sldMk cId="0" sldId="355"/>
        </pc:sldMkLst>
      </pc:sldChg>
      <pc:sldChg chg="add del">
        <pc:chgData name="翟 锐" userId="fef11181f709266a" providerId="LiveId" clId="{10275908-82CB-4111-8AC1-0D131A21EACA}" dt="2020-08-12T06:01:23.417" v="23"/>
        <pc:sldMkLst>
          <pc:docMk/>
          <pc:sldMk cId="0" sldId="356"/>
        </pc:sldMkLst>
      </pc:sldChg>
      <pc:sldChg chg="add del">
        <pc:chgData name="翟 锐" userId="fef11181f709266a" providerId="LiveId" clId="{10275908-82CB-4111-8AC1-0D131A21EACA}" dt="2020-08-12T06:01:23.417" v="23"/>
        <pc:sldMkLst>
          <pc:docMk/>
          <pc:sldMk cId="0" sldId="357"/>
        </pc:sldMkLst>
      </pc:sldChg>
      <pc:sldChg chg="modSp add del mod">
        <pc:chgData name="翟 锐" userId="fef11181f709266a" providerId="LiveId" clId="{10275908-82CB-4111-8AC1-0D131A21EACA}" dt="2020-08-12T06:01:23.417" v="23"/>
        <pc:sldMkLst>
          <pc:docMk/>
          <pc:sldMk cId="0" sldId="358"/>
        </pc:sldMkLst>
        <pc:spChg chg="mod">
          <ac:chgData name="翟 锐" userId="fef11181f709266a" providerId="LiveId" clId="{10275908-82CB-4111-8AC1-0D131A21EACA}" dt="2020-08-12T06:01:23.417" v="23"/>
          <ac:spMkLst>
            <pc:docMk/>
            <pc:sldMk cId="0" sldId="358"/>
            <ac:spMk id="252930" creationId="{288BAEF4-D827-4BC0-AFD8-FA6F36647EEE}"/>
          </ac:spMkLst>
        </pc:spChg>
      </pc:sldChg>
      <pc:sldChg chg="modSp add del mod modTransition">
        <pc:chgData name="翟 锐" userId="fef11181f709266a" providerId="LiveId" clId="{10275908-82CB-4111-8AC1-0D131A21EACA}" dt="2020-08-12T06:01:23.417" v="23"/>
        <pc:sldMkLst>
          <pc:docMk/>
          <pc:sldMk cId="0" sldId="359"/>
        </pc:sldMkLst>
        <pc:spChg chg="mod">
          <ac:chgData name="翟 锐" userId="fef11181f709266a" providerId="LiveId" clId="{10275908-82CB-4111-8AC1-0D131A21EACA}" dt="2020-08-12T06:01:23.417" v="23"/>
          <ac:spMkLst>
            <pc:docMk/>
            <pc:sldMk cId="0" sldId="359"/>
            <ac:spMk id="257026" creationId="{46A7FD29-FB43-4DE6-ABAB-A2C0172B6B97}"/>
          </ac:spMkLst>
        </pc:spChg>
      </pc:sldChg>
      <pc:sldChg chg="modSp add del mod modTransition">
        <pc:chgData name="翟 锐" userId="fef11181f709266a" providerId="LiveId" clId="{10275908-82CB-4111-8AC1-0D131A21EACA}" dt="2020-08-12T06:01:23.417" v="23"/>
        <pc:sldMkLst>
          <pc:docMk/>
          <pc:sldMk cId="0" sldId="360"/>
        </pc:sldMkLst>
        <pc:spChg chg="mod">
          <ac:chgData name="翟 锐" userId="fef11181f709266a" providerId="LiveId" clId="{10275908-82CB-4111-8AC1-0D131A21EACA}" dt="2020-08-12T06:01:23.417" v="23"/>
          <ac:spMkLst>
            <pc:docMk/>
            <pc:sldMk cId="0" sldId="360"/>
            <ac:spMk id="258050" creationId="{A6F1DD9B-9100-4198-8B45-E4205292FA8B}"/>
          </ac:spMkLst>
        </pc:spChg>
      </pc:sldChg>
      <pc:sldChg chg="modSp add del mod modTransition">
        <pc:chgData name="翟 锐" userId="fef11181f709266a" providerId="LiveId" clId="{10275908-82CB-4111-8AC1-0D131A21EACA}" dt="2020-08-12T06:01:23.417" v="23"/>
        <pc:sldMkLst>
          <pc:docMk/>
          <pc:sldMk cId="0" sldId="361"/>
        </pc:sldMkLst>
        <pc:spChg chg="mod">
          <ac:chgData name="翟 锐" userId="fef11181f709266a" providerId="LiveId" clId="{10275908-82CB-4111-8AC1-0D131A21EACA}" dt="2020-08-12T06:01:23.417" v="23"/>
          <ac:spMkLst>
            <pc:docMk/>
            <pc:sldMk cId="0" sldId="361"/>
            <ac:spMk id="261122" creationId="{EAA8884A-5E58-44DD-A198-62FA83170C20}"/>
          </ac:spMkLst>
        </pc:spChg>
      </pc:sldChg>
      <pc:sldChg chg="modSp add del mod modTransition">
        <pc:chgData name="翟 锐" userId="fef11181f709266a" providerId="LiveId" clId="{10275908-82CB-4111-8AC1-0D131A21EACA}" dt="2020-08-12T06:01:23.417" v="23"/>
        <pc:sldMkLst>
          <pc:docMk/>
          <pc:sldMk cId="0" sldId="362"/>
        </pc:sldMkLst>
        <pc:spChg chg="mod">
          <ac:chgData name="翟 锐" userId="fef11181f709266a" providerId="LiveId" clId="{10275908-82CB-4111-8AC1-0D131A21EACA}" dt="2020-08-12T06:01:23.417" v="23"/>
          <ac:spMkLst>
            <pc:docMk/>
            <pc:sldMk cId="0" sldId="362"/>
            <ac:spMk id="263170" creationId="{45ED5C97-F1BE-43D9-BB7D-9C980A712F58}"/>
          </ac:spMkLst>
        </pc:spChg>
      </pc:sldChg>
      <pc:sldChg chg="modSp add del mod modTransition">
        <pc:chgData name="翟 锐" userId="fef11181f709266a" providerId="LiveId" clId="{10275908-82CB-4111-8AC1-0D131A21EACA}" dt="2020-08-12T06:01:23.417" v="23"/>
        <pc:sldMkLst>
          <pc:docMk/>
          <pc:sldMk cId="0" sldId="363"/>
        </pc:sldMkLst>
        <pc:spChg chg="mod">
          <ac:chgData name="翟 锐" userId="fef11181f709266a" providerId="LiveId" clId="{10275908-82CB-4111-8AC1-0D131A21EACA}" dt="2020-08-12T06:01:23.417" v="23"/>
          <ac:spMkLst>
            <pc:docMk/>
            <pc:sldMk cId="0" sldId="363"/>
            <ac:spMk id="266242" creationId="{7154BDB5-BCA5-49B9-B747-2D9B13905F06}"/>
          </ac:spMkLst>
        </pc:spChg>
      </pc:sldChg>
      <pc:sldChg chg="modSp add del mod modTransition">
        <pc:chgData name="翟 锐" userId="fef11181f709266a" providerId="LiveId" clId="{10275908-82CB-4111-8AC1-0D131A21EACA}" dt="2020-08-12T06:01:23.417" v="23"/>
        <pc:sldMkLst>
          <pc:docMk/>
          <pc:sldMk cId="0" sldId="364"/>
        </pc:sldMkLst>
        <pc:spChg chg="mod">
          <ac:chgData name="翟 锐" userId="fef11181f709266a" providerId="LiveId" clId="{10275908-82CB-4111-8AC1-0D131A21EACA}" dt="2020-08-12T06:01:23.417" v="23"/>
          <ac:spMkLst>
            <pc:docMk/>
            <pc:sldMk cId="0" sldId="364"/>
            <ac:spMk id="269314" creationId="{9E95D430-0217-4662-A767-30F4F3310339}"/>
          </ac:spMkLst>
        </pc:spChg>
        <pc:spChg chg="mod">
          <ac:chgData name="翟 锐" userId="fef11181f709266a" providerId="LiveId" clId="{10275908-82CB-4111-8AC1-0D131A21EACA}" dt="2020-08-12T06:01:23.417" v="23"/>
          <ac:spMkLst>
            <pc:docMk/>
            <pc:sldMk cId="0" sldId="364"/>
            <ac:spMk id="269315" creationId="{852682F0-7795-4A08-96E3-8E0F97D09871}"/>
          </ac:spMkLst>
        </pc:spChg>
      </pc:sldChg>
      <pc:sldChg chg="modSp add del mod modTransition">
        <pc:chgData name="翟 锐" userId="fef11181f709266a" providerId="LiveId" clId="{10275908-82CB-4111-8AC1-0D131A21EACA}" dt="2020-08-12T06:01:23.417" v="23"/>
        <pc:sldMkLst>
          <pc:docMk/>
          <pc:sldMk cId="0" sldId="365"/>
        </pc:sldMkLst>
        <pc:spChg chg="mod">
          <ac:chgData name="翟 锐" userId="fef11181f709266a" providerId="LiveId" clId="{10275908-82CB-4111-8AC1-0D131A21EACA}" dt="2020-08-12T06:01:23.417" v="23"/>
          <ac:spMkLst>
            <pc:docMk/>
            <pc:sldMk cId="0" sldId="365"/>
            <ac:spMk id="271362" creationId="{A6170C11-4C95-410A-8EA8-C523B804AD94}"/>
          </ac:spMkLst>
        </pc:spChg>
        <pc:spChg chg="mod">
          <ac:chgData name="翟 锐" userId="fef11181f709266a" providerId="LiveId" clId="{10275908-82CB-4111-8AC1-0D131A21EACA}" dt="2020-08-12T06:01:23.417" v="23"/>
          <ac:spMkLst>
            <pc:docMk/>
            <pc:sldMk cId="0" sldId="365"/>
            <ac:spMk id="271363" creationId="{7857D23C-7AB9-4212-99BD-2E215FBAF8A2}"/>
          </ac:spMkLst>
        </pc:spChg>
      </pc:sldChg>
      <pc:sldChg chg="modSp add del mod modTransition">
        <pc:chgData name="翟 锐" userId="fef11181f709266a" providerId="LiveId" clId="{10275908-82CB-4111-8AC1-0D131A21EACA}" dt="2020-08-12T06:01:23.417" v="23"/>
        <pc:sldMkLst>
          <pc:docMk/>
          <pc:sldMk cId="0" sldId="366"/>
        </pc:sldMkLst>
        <pc:spChg chg="mod">
          <ac:chgData name="翟 锐" userId="fef11181f709266a" providerId="LiveId" clId="{10275908-82CB-4111-8AC1-0D131A21EACA}" dt="2020-08-12T06:01:23.417" v="23"/>
          <ac:spMkLst>
            <pc:docMk/>
            <pc:sldMk cId="0" sldId="366"/>
            <ac:spMk id="273410" creationId="{B3F08A29-147F-4EA8-A01A-3025A8A6CA28}"/>
          </ac:spMkLst>
        </pc:spChg>
      </pc:sldChg>
      <pc:sldChg chg="modSp add del mod modTransition">
        <pc:chgData name="翟 锐" userId="fef11181f709266a" providerId="LiveId" clId="{10275908-82CB-4111-8AC1-0D131A21EACA}" dt="2020-08-12T06:01:23.417" v="23"/>
        <pc:sldMkLst>
          <pc:docMk/>
          <pc:sldMk cId="0" sldId="367"/>
        </pc:sldMkLst>
        <pc:spChg chg="mod">
          <ac:chgData name="翟 锐" userId="fef11181f709266a" providerId="LiveId" clId="{10275908-82CB-4111-8AC1-0D131A21EACA}" dt="2020-08-12T06:01:23.417" v="23"/>
          <ac:spMkLst>
            <pc:docMk/>
            <pc:sldMk cId="0" sldId="367"/>
            <ac:spMk id="275459" creationId="{F7A8F4B8-C278-4A33-92A3-D16D513240F8}"/>
          </ac:spMkLst>
        </pc:spChg>
      </pc:sldChg>
      <pc:sldChg chg="add del modTransition">
        <pc:chgData name="翟 锐" userId="fef11181f709266a" providerId="LiveId" clId="{10275908-82CB-4111-8AC1-0D131A21EACA}" dt="2020-08-12T06:01:23.417" v="23"/>
        <pc:sldMkLst>
          <pc:docMk/>
          <pc:sldMk cId="0" sldId="368"/>
        </pc:sldMkLst>
      </pc:sldChg>
      <pc:sldChg chg="add del">
        <pc:chgData name="翟 锐" userId="fef11181f709266a" providerId="LiveId" clId="{10275908-82CB-4111-8AC1-0D131A21EACA}" dt="2020-08-12T06:01:23.417" v="23"/>
        <pc:sldMkLst>
          <pc:docMk/>
          <pc:sldMk cId="0" sldId="369"/>
        </pc:sldMkLst>
      </pc:sldChg>
      <pc:sldChg chg="add del">
        <pc:chgData name="翟 锐" userId="fef11181f709266a" providerId="LiveId" clId="{10275908-82CB-4111-8AC1-0D131A21EACA}" dt="2020-08-12T06:01:23.417" v="23"/>
        <pc:sldMkLst>
          <pc:docMk/>
          <pc:sldMk cId="0" sldId="370"/>
        </pc:sldMkLst>
      </pc:sldChg>
      <pc:sldChg chg="modSp add del mod modTransition">
        <pc:chgData name="翟 锐" userId="fef11181f709266a" providerId="LiveId" clId="{10275908-82CB-4111-8AC1-0D131A21EACA}" dt="2020-08-12T06:01:23.417" v="23"/>
        <pc:sldMkLst>
          <pc:docMk/>
          <pc:sldMk cId="0" sldId="371"/>
        </pc:sldMkLst>
        <pc:spChg chg="mod">
          <ac:chgData name="翟 锐" userId="fef11181f709266a" providerId="LiveId" clId="{10275908-82CB-4111-8AC1-0D131A21EACA}" dt="2020-08-12T06:01:23.417" v="23"/>
          <ac:spMkLst>
            <pc:docMk/>
            <pc:sldMk cId="0" sldId="371"/>
            <ac:spMk id="282627" creationId="{0B5B1F17-0BAC-46B9-A8C5-FBDDF4BEE53F}"/>
          </ac:spMkLst>
        </pc:spChg>
      </pc:sldChg>
      <pc:sldChg chg="modSp add del mod modTransition">
        <pc:chgData name="翟 锐" userId="fef11181f709266a" providerId="LiveId" clId="{10275908-82CB-4111-8AC1-0D131A21EACA}" dt="2020-08-12T06:01:23.417" v="23"/>
        <pc:sldMkLst>
          <pc:docMk/>
          <pc:sldMk cId="0" sldId="372"/>
        </pc:sldMkLst>
        <pc:spChg chg="mod">
          <ac:chgData name="翟 锐" userId="fef11181f709266a" providerId="LiveId" clId="{10275908-82CB-4111-8AC1-0D131A21EACA}" dt="2020-08-12T06:01:23.417" v="23"/>
          <ac:spMkLst>
            <pc:docMk/>
            <pc:sldMk cId="0" sldId="372"/>
            <ac:spMk id="283650" creationId="{1EE0A14C-52D0-43EB-A52B-8B60CCE6D406}"/>
          </ac:spMkLst>
        </pc:spChg>
      </pc:sldChg>
      <pc:sldChg chg="add del modTransition">
        <pc:chgData name="翟 锐" userId="fef11181f709266a" providerId="LiveId" clId="{10275908-82CB-4111-8AC1-0D131A21EACA}" dt="2020-08-12T06:01:23.417" v="23"/>
        <pc:sldMkLst>
          <pc:docMk/>
          <pc:sldMk cId="0" sldId="373"/>
        </pc:sldMkLst>
      </pc:sldChg>
      <pc:sldChg chg="add del">
        <pc:chgData name="翟 锐" userId="fef11181f709266a" providerId="LiveId" clId="{10275908-82CB-4111-8AC1-0D131A21EACA}" dt="2020-08-12T06:01:23.417" v="23"/>
        <pc:sldMkLst>
          <pc:docMk/>
          <pc:sldMk cId="0" sldId="374"/>
        </pc:sldMkLst>
      </pc:sldChg>
      <pc:sldChg chg="modSp add del mod">
        <pc:chgData name="翟 锐" userId="fef11181f709266a" providerId="LiveId" clId="{10275908-82CB-4111-8AC1-0D131A21EACA}" dt="2020-08-12T06:01:23.417" v="23"/>
        <pc:sldMkLst>
          <pc:docMk/>
          <pc:sldMk cId="0" sldId="375"/>
        </pc:sldMkLst>
        <pc:spChg chg="mod">
          <ac:chgData name="翟 锐" userId="fef11181f709266a" providerId="LiveId" clId="{10275908-82CB-4111-8AC1-0D131A21EACA}" dt="2020-08-12T06:01:23.417" v="23"/>
          <ac:spMkLst>
            <pc:docMk/>
            <pc:sldMk cId="0" sldId="375"/>
            <ac:spMk id="288770" creationId="{275A5B26-173E-49E3-B0BD-888DB34F0551}"/>
          </ac:spMkLst>
        </pc:spChg>
        <pc:spChg chg="mod">
          <ac:chgData name="翟 锐" userId="fef11181f709266a" providerId="LiveId" clId="{10275908-82CB-4111-8AC1-0D131A21EACA}" dt="2020-08-12T06:01:23.417" v="23"/>
          <ac:spMkLst>
            <pc:docMk/>
            <pc:sldMk cId="0" sldId="375"/>
            <ac:spMk id="288771" creationId="{FB2BEC54-415D-4C81-8614-2BAE86FB4EE1}"/>
          </ac:spMkLst>
        </pc:spChg>
      </pc:sldChg>
      <pc:sldChg chg="add del modTransition">
        <pc:chgData name="翟 锐" userId="fef11181f709266a" providerId="LiveId" clId="{10275908-82CB-4111-8AC1-0D131A21EACA}" dt="2020-08-12T06:01:23.417" v="23"/>
        <pc:sldMkLst>
          <pc:docMk/>
          <pc:sldMk cId="0" sldId="376"/>
        </pc:sldMkLst>
      </pc:sldChg>
      <pc:sldChg chg="add del">
        <pc:chgData name="翟 锐" userId="fef11181f709266a" providerId="LiveId" clId="{10275908-82CB-4111-8AC1-0D131A21EACA}" dt="2020-08-12T06:01:23.417" v="23"/>
        <pc:sldMkLst>
          <pc:docMk/>
          <pc:sldMk cId="0" sldId="377"/>
        </pc:sldMkLst>
      </pc:sldChg>
      <pc:sldChg chg="add del modTransition">
        <pc:chgData name="翟 锐" userId="fef11181f709266a" providerId="LiveId" clId="{10275908-82CB-4111-8AC1-0D131A21EACA}" dt="2020-08-12T06:01:23.417" v="23"/>
        <pc:sldMkLst>
          <pc:docMk/>
          <pc:sldMk cId="0" sldId="378"/>
        </pc:sldMkLst>
      </pc:sldChg>
      <pc:sldChg chg="modSp add del mod modTransition">
        <pc:chgData name="翟 锐" userId="fef11181f709266a" providerId="LiveId" clId="{10275908-82CB-4111-8AC1-0D131A21EACA}" dt="2020-08-12T06:01:23.417" v="23"/>
        <pc:sldMkLst>
          <pc:docMk/>
          <pc:sldMk cId="0" sldId="379"/>
        </pc:sldMkLst>
        <pc:spChg chg="mod">
          <ac:chgData name="翟 锐" userId="fef11181f709266a" providerId="LiveId" clId="{10275908-82CB-4111-8AC1-0D131A21EACA}" dt="2020-08-12T06:01:23.417" v="23"/>
          <ac:spMkLst>
            <pc:docMk/>
            <pc:sldMk cId="0" sldId="379"/>
            <ac:spMk id="295938" creationId="{B8ABC22F-8023-431C-8573-4795526B8BA3}"/>
          </ac:spMkLst>
        </pc:spChg>
      </pc:sldChg>
      <pc:sldChg chg="add del modTransition">
        <pc:chgData name="翟 锐" userId="fef11181f709266a" providerId="LiveId" clId="{10275908-82CB-4111-8AC1-0D131A21EACA}" dt="2020-08-12T06:01:23.417" v="23"/>
        <pc:sldMkLst>
          <pc:docMk/>
          <pc:sldMk cId="0" sldId="380"/>
        </pc:sldMkLst>
      </pc:sldChg>
      <pc:sldChg chg="add del modTransition">
        <pc:chgData name="翟 锐" userId="fef11181f709266a" providerId="LiveId" clId="{10275908-82CB-4111-8AC1-0D131A21EACA}" dt="2020-08-12T06:01:23.417" v="23"/>
        <pc:sldMkLst>
          <pc:docMk/>
          <pc:sldMk cId="0" sldId="381"/>
        </pc:sldMkLst>
      </pc:sldChg>
      <pc:sldChg chg="add del modTransition">
        <pc:chgData name="翟 锐" userId="fef11181f709266a" providerId="LiveId" clId="{10275908-82CB-4111-8AC1-0D131A21EACA}" dt="2020-08-12T06:01:23.417" v="23"/>
        <pc:sldMkLst>
          <pc:docMk/>
          <pc:sldMk cId="0" sldId="382"/>
        </pc:sldMkLst>
      </pc:sldChg>
      <pc:sldChg chg="add del modTransition">
        <pc:chgData name="翟 锐" userId="fef11181f709266a" providerId="LiveId" clId="{10275908-82CB-4111-8AC1-0D131A21EACA}" dt="2020-08-12T06:01:23.417" v="23"/>
        <pc:sldMkLst>
          <pc:docMk/>
          <pc:sldMk cId="0" sldId="383"/>
        </pc:sldMkLst>
      </pc:sldChg>
      <pc:sldChg chg="add del modTransition">
        <pc:chgData name="翟 锐" userId="fef11181f709266a" providerId="LiveId" clId="{10275908-82CB-4111-8AC1-0D131A21EACA}" dt="2020-08-12T06:01:23.417" v="23"/>
        <pc:sldMkLst>
          <pc:docMk/>
          <pc:sldMk cId="0" sldId="384"/>
        </pc:sldMkLst>
      </pc:sldChg>
      <pc:sldChg chg="del">
        <pc:chgData name="翟 锐" userId="fef11181f709266a" providerId="LiveId" clId="{10275908-82CB-4111-8AC1-0D131A21EACA}" dt="2020-08-12T13:17:33.204" v="737" actId="47"/>
        <pc:sldMkLst>
          <pc:docMk/>
          <pc:sldMk cId="3418838990" sldId="454"/>
        </pc:sldMkLst>
      </pc:sldChg>
      <pc:sldChg chg="del">
        <pc:chgData name="翟 锐" userId="fef11181f709266a" providerId="LiveId" clId="{10275908-82CB-4111-8AC1-0D131A21EACA}" dt="2020-08-12T13:17:33.204" v="737" actId="47"/>
        <pc:sldMkLst>
          <pc:docMk/>
          <pc:sldMk cId="4285362779" sldId="474"/>
        </pc:sldMkLst>
      </pc:sldChg>
      <pc:sldChg chg="del">
        <pc:chgData name="翟 锐" userId="fef11181f709266a" providerId="LiveId" clId="{10275908-82CB-4111-8AC1-0D131A21EACA}" dt="2020-08-12T06:07:22.405" v="25" actId="47"/>
        <pc:sldMkLst>
          <pc:docMk/>
          <pc:sldMk cId="2435764834" sldId="512"/>
        </pc:sldMkLst>
      </pc:sldChg>
      <pc:sldChg chg="modSp del modAnim">
        <pc:chgData name="翟 锐" userId="fef11181f709266a" providerId="LiveId" clId="{10275908-82CB-4111-8AC1-0D131A21EACA}" dt="2020-08-12T13:17:33.204" v="737" actId="47"/>
        <pc:sldMkLst>
          <pc:docMk/>
          <pc:sldMk cId="2113831009" sldId="514"/>
        </pc:sldMkLst>
        <pc:spChg chg="mod">
          <ac:chgData name="翟 锐" userId="fef11181f709266a" providerId="LiveId" clId="{10275908-82CB-4111-8AC1-0D131A21EACA}" dt="2020-08-12T06:21:51.857" v="243"/>
          <ac:spMkLst>
            <pc:docMk/>
            <pc:sldMk cId="2113831009" sldId="514"/>
            <ac:spMk id="15" creationId="{00000000-0000-0000-0000-000000000000}"/>
          </ac:spMkLst>
        </pc:spChg>
        <pc:spChg chg="mod">
          <ac:chgData name="翟 锐" userId="fef11181f709266a" providerId="LiveId" clId="{10275908-82CB-4111-8AC1-0D131A21EACA}" dt="2020-08-12T06:21:59.120" v="249"/>
          <ac:spMkLst>
            <pc:docMk/>
            <pc:sldMk cId="2113831009" sldId="514"/>
            <ac:spMk id="16" creationId="{00000000-0000-0000-0000-000000000000}"/>
          </ac:spMkLst>
        </pc:spChg>
        <pc:spChg chg="mod">
          <ac:chgData name="翟 锐" userId="fef11181f709266a" providerId="LiveId" clId="{10275908-82CB-4111-8AC1-0D131A21EACA}" dt="2020-08-12T06:22:02.112" v="252"/>
          <ac:spMkLst>
            <pc:docMk/>
            <pc:sldMk cId="2113831009" sldId="514"/>
            <ac:spMk id="17" creationId="{00000000-0000-0000-0000-000000000000}"/>
          </ac:spMkLst>
        </pc:spChg>
        <pc:spChg chg="mod">
          <ac:chgData name="翟 锐" userId="fef11181f709266a" providerId="LiveId" clId="{10275908-82CB-4111-8AC1-0D131A21EACA}" dt="2020-08-12T06:22:04.430" v="255"/>
          <ac:spMkLst>
            <pc:docMk/>
            <pc:sldMk cId="2113831009" sldId="514"/>
            <ac:spMk id="18" creationId="{00000000-0000-0000-0000-000000000000}"/>
          </ac:spMkLst>
        </pc:spChg>
        <pc:spChg chg="mod">
          <ac:chgData name="翟 锐" userId="fef11181f709266a" providerId="LiveId" clId="{10275908-82CB-4111-8AC1-0D131A21EACA}" dt="2020-08-12T06:21:55.813" v="246"/>
          <ac:spMkLst>
            <pc:docMk/>
            <pc:sldMk cId="2113831009" sldId="514"/>
            <ac:spMk id="28" creationId="{00000000-0000-0000-0000-000000000000}"/>
          </ac:spMkLst>
        </pc:spChg>
      </pc:sldChg>
      <pc:sldChg chg="del">
        <pc:chgData name="翟 锐" userId="fef11181f709266a" providerId="LiveId" clId="{10275908-82CB-4111-8AC1-0D131A21EACA}" dt="2020-08-12T13:17:33.204" v="737" actId="47"/>
        <pc:sldMkLst>
          <pc:docMk/>
          <pc:sldMk cId="3977796518" sldId="515"/>
        </pc:sldMkLst>
      </pc:sldChg>
      <pc:sldChg chg="modSp">
        <pc:chgData name="翟 锐" userId="fef11181f709266a" providerId="LiveId" clId="{10275908-82CB-4111-8AC1-0D131A21EACA}" dt="2020-08-12T13:20:31.852" v="781"/>
        <pc:sldMkLst>
          <pc:docMk/>
          <pc:sldMk cId="126446515" sldId="521"/>
        </pc:sldMkLst>
        <pc:spChg chg="mod">
          <ac:chgData name="翟 锐" userId="fef11181f709266a" providerId="LiveId" clId="{10275908-82CB-4111-8AC1-0D131A21EACA}" dt="2020-08-12T13:20:31.852" v="781"/>
          <ac:spMkLst>
            <pc:docMk/>
            <pc:sldMk cId="126446515" sldId="521"/>
            <ac:spMk id="2" creationId="{00000000-0000-0000-0000-000000000000}"/>
          </ac:spMkLst>
        </pc:spChg>
      </pc:sldChg>
      <pc:sldChg chg="del">
        <pc:chgData name="翟 锐" userId="fef11181f709266a" providerId="LiveId" clId="{10275908-82CB-4111-8AC1-0D131A21EACA}" dt="2020-08-12T13:18:02.889" v="742" actId="47"/>
        <pc:sldMkLst>
          <pc:docMk/>
          <pc:sldMk cId="2564856266" sldId="523"/>
        </pc:sldMkLst>
      </pc:sldChg>
      <pc:sldChg chg="del">
        <pc:chgData name="翟 锐" userId="fef11181f709266a" providerId="LiveId" clId="{10275908-82CB-4111-8AC1-0D131A21EACA}" dt="2020-08-12T13:17:33.204" v="737" actId="47"/>
        <pc:sldMkLst>
          <pc:docMk/>
          <pc:sldMk cId="3798856873" sldId="524"/>
        </pc:sldMkLst>
      </pc:sldChg>
      <pc:sldChg chg="del">
        <pc:chgData name="翟 锐" userId="fef11181f709266a" providerId="LiveId" clId="{10275908-82CB-4111-8AC1-0D131A21EACA}" dt="2020-08-12T13:17:33.204" v="737" actId="47"/>
        <pc:sldMkLst>
          <pc:docMk/>
          <pc:sldMk cId="1863681333" sldId="525"/>
        </pc:sldMkLst>
      </pc:sldChg>
      <pc:sldChg chg="del">
        <pc:chgData name="翟 锐" userId="fef11181f709266a" providerId="LiveId" clId="{10275908-82CB-4111-8AC1-0D131A21EACA}" dt="2020-08-12T13:17:33.204" v="737" actId="47"/>
        <pc:sldMkLst>
          <pc:docMk/>
          <pc:sldMk cId="213587464" sldId="526"/>
        </pc:sldMkLst>
      </pc:sldChg>
      <pc:sldChg chg="del">
        <pc:chgData name="翟 锐" userId="fef11181f709266a" providerId="LiveId" clId="{10275908-82CB-4111-8AC1-0D131A21EACA}" dt="2020-08-12T13:17:33.204" v="737" actId="47"/>
        <pc:sldMkLst>
          <pc:docMk/>
          <pc:sldMk cId="3377042063" sldId="527"/>
        </pc:sldMkLst>
      </pc:sldChg>
      <pc:sldChg chg="del">
        <pc:chgData name="翟 锐" userId="fef11181f709266a" providerId="LiveId" clId="{10275908-82CB-4111-8AC1-0D131A21EACA}" dt="2020-08-12T13:17:33.204" v="737" actId="47"/>
        <pc:sldMkLst>
          <pc:docMk/>
          <pc:sldMk cId="2247187880" sldId="528"/>
        </pc:sldMkLst>
      </pc:sldChg>
      <pc:sldChg chg="del">
        <pc:chgData name="翟 锐" userId="fef11181f709266a" providerId="LiveId" clId="{10275908-82CB-4111-8AC1-0D131A21EACA}" dt="2020-08-12T13:17:33.204" v="737" actId="47"/>
        <pc:sldMkLst>
          <pc:docMk/>
          <pc:sldMk cId="2327867712" sldId="529"/>
        </pc:sldMkLst>
      </pc:sldChg>
      <pc:sldChg chg="del">
        <pc:chgData name="翟 锐" userId="fef11181f709266a" providerId="LiveId" clId="{10275908-82CB-4111-8AC1-0D131A21EACA}" dt="2020-08-12T13:17:33.204" v="737" actId="47"/>
        <pc:sldMkLst>
          <pc:docMk/>
          <pc:sldMk cId="1634610131" sldId="531"/>
        </pc:sldMkLst>
      </pc:sldChg>
      <pc:sldChg chg="del">
        <pc:chgData name="翟 锐" userId="fef11181f709266a" providerId="LiveId" clId="{10275908-82CB-4111-8AC1-0D131A21EACA}" dt="2020-08-12T13:17:33.204" v="737" actId="47"/>
        <pc:sldMkLst>
          <pc:docMk/>
          <pc:sldMk cId="3864182188" sldId="533"/>
        </pc:sldMkLst>
      </pc:sldChg>
      <pc:sldChg chg="del">
        <pc:chgData name="翟 锐" userId="fef11181f709266a" providerId="LiveId" clId="{10275908-82CB-4111-8AC1-0D131A21EACA}" dt="2020-08-12T13:17:33.204" v="737" actId="47"/>
        <pc:sldMkLst>
          <pc:docMk/>
          <pc:sldMk cId="3907438085" sldId="534"/>
        </pc:sldMkLst>
      </pc:sldChg>
      <pc:sldChg chg="del">
        <pc:chgData name="翟 锐" userId="fef11181f709266a" providerId="LiveId" clId="{10275908-82CB-4111-8AC1-0D131A21EACA}" dt="2020-08-12T13:17:33.204" v="737" actId="47"/>
        <pc:sldMkLst>
          <pc:docMk/>
          <pc:sldMk cId="3785464556" sldId="535"/>
        </pc:sldMkLst>
      </pc:sldChg>
      <pc:sldChg chg="del">
        <pc:chgData name="翟 锐" userId="fef11181f709266a" providerId="LiveId" clId="{10275908-82CB-4111-8AC1-0D131A21EACA}" dt="2020-08-12T13:17:33.204" v="737" actId="47"/>
        <pc:sldMkLst>
          <pc:docMk/>
          <pc:sldMk cId="206735584" sldId="536"/>
        </pc:sldMkLst>
      </pc:sldChg>
      <pc:sldChg chg="del">
        <pc:chgData name="翟 锐" userId="fef11181f709266a" providerId="LiveId" clId="{10275908-82CB-4111-8AC1-0D131A21EACA}" dt="2020-08-12T13:17:33.204" v="737" actId="47"/>
        <pc:sldMkLst>
          <pc:docMk/>
          <pc:sldMk cId="2309830086" sldId="537"/>
        </pc:sldMkLst>
      </pc:sldChg>
      <pc:sldChg chg="del">
        <pc:chgData name="翟 锐" userId="fef11181f709266a" providerId="LiveId" clId="{10275908-82CB-4111-8AC1-0D131A21EACA}" dt="2020-08-12T13:17:33.204" v="737" actId="47"/>
        <pc:sldMkLst>
          <pc:docMk/>
          <pc:sldMk cId="876786150" sldId="538"/>
        </pc:sldMkLst>
      </pc:sldChg>
      <pc:sldChg chg="del">
        <pc:chgData name="翟 锐" userId="fef11181f709266a" providerId="LiveId" clId="{10275908-82CB-4111-8AC1-0D131A21EACA}" dt="2020-08-12T13:17:33.204" v="737" actId="47"/>
        <pc:sldMkLst>
          <pc:docMk/>
          <pc:sldMk cId="3866439698" sldId="540"/>
        </pc:sldMkLst>
      </pc:sldChg>
      <pc:sldChg chg="del">
        <pc:chgData name="翟 锐" userId="fef11181f709266a" providerId="LiveId" clId="{10275908-82CB-4111-8AC1-0D131A21EACA}" dt="2020-08-12T13:17:33.204" v="737" actId="47"/>
        <pc:sldMkLst>
          <pc:docMk/>
          <pc:sldMk cId="2187263885" sldId="541"/>
        </pc:sldMkLst>
      </pc:sldChg>
      <pc:sldChg chg="del">
        <pc:chgData name="翟 锐" userId="fef11181f709266a" providerId="LiveId" clId="{10275908-82CB-4111-8AC1-0D131A21EACA}" dt="2020-08-12T13:17:33.204" v="737" actId="47"/>
        <pc:sldMkLst>
          <pc:docMk/>
          <pc:sldMk cId="4268977075" sldId="542"/>
        </pc:sldMkLst>
      </pc:sldChg>
      <pc:sldChg chg="del">
        <pc:chgData name="翟 锐" userId="fef11181f709266a" providerId="LiveId" clId="{10275908-82CB-4111-8AC1-0D131A21EACA}" dt="2020-08-12T13:17:33.204" v="737" actId="47"/>
        <pc:sldMkLst>
          <pc:docMk/>
          <pc:sldMk cId="3066006978" sldId="543"/>
        </pc:sldMkLst>
      </pc:sldChg>
      <pc:sldChg chg="del">
        <pc:chgData name="翟 锐" userId="fef11181f709266a" providerId="LiveId" clId="{10275908-82CB-4111-8AC1-0D131A21EACA}" dt="2020-08-12T13:17:33.204" v="737" actId="47"/>
        <pc:sldMkLst>
          <pc:docMk/>
          <pc:sldMk cId="2121332260" sldId="544"/>
        </pc:sldMkLst>
      </pc:sldChg>
      <pc:sldChg chg="del">
        <pc:chgData name="翟 锐" userId="fef11181f709266a" providerId="LiveId" clId="{10275908-82CB-4111-8AC1-0D131A21EACA}" dt="2020-08-12T13:17:33.204" v="737" actId="47"/>
        <pc:sldMkLst>
          <pc:docMk/>
          <pc:sldMk cId="3001398310" sldId="545"/>
        </pc:sldMkLst>
      </pc:sldChg>
      <pc:sldChg chg="del">
        <pc:chgData name="翟 锐" userId="fef11181f709266a" providerId="LiveId" clId="{10275908-82CB-4111-8AC1-0D131A21EACA}" dt="2020-08-12T13:17:33.204" v="737" actId="47"/>
        <pc:sldMkLst>
          <pc:docMk/>
          <pc:sldMk cId="1302138740" sldId="546"/>
        </pc:sldMkLst>
      </pc:sldChg>
      <pc:sldChg chg="del">
        <pc:chgData name="翟 锐" userId="fef11181f709266a" providerId="LiveId" clId="{10275908-82CB-4111-8AC1-0D131A21EACA}" dt="2020-08-12T13:17:33.204" v="737" actId="47"/>
        <pc:sldMkLst>
          <pc:docMk/>
          <pc:sldMk cId="1402210149" sldId="547"/>
        </pc:sldMkLst>
      </pc:sldChg>
      <pc:sldChg chg="del">
        <pc:chgData name="翟 锐" userId="fef11181f709266a" providerId="LiveId" clId="{10275908-82CB-4111-8AC1-0D131A21EACA}" dt="2020-08-12T13:17:33.204" v="737" actId="47"/>
        <pc:sldMkLst>
          <pc:docMk/>
          <pc:sldMk cId="1131462340" sldId="548"/>
        </pc:sldMkLst>
      </pc:sldChg>
      <pc:sldChg chg="del">
        <pc:chgData name="翟 锐" userId="fef11181f709266a" providerId="LiveId" clId="{10275908-82CB-4111-8AC1-0D131A21EACA}" dt="2020-08-12T13:17:33.204" v="737" actId="47"/>
        <pc:sldMkLst>
          <pc:docMk/>
          <pc:sldMk cId="2698599430" sldId="551"/>
        </pc:sldMkLst>
      </pc:sldChg>
      <pc:sldChg chg="del">
        <pc:chgData name="翟 锐" userId="fef11181f709266a" providerId="LiveId" clId="{10275908-82CB-4111-8AC1-0D131A21EACA}" dt="2020-08-12T13:17:33.204" v="737" actId="47"/>
        <pc:sldMkLst>
          <pc:docMk/>
          <pc:sldMk cId="4057853856" sldId="552"/>
        </pc:sldMkLst>
      </pc:sldChg>
      <pc:sldChg chg="del">
        <pc:chgData name="翟 锐" userId="fef11181f709266a" providerId="LiveId" clId="{10275908-82CB-4111-8AC1-0D131A21EACA}" dt="2020-08-12T13:17:33.204" v="737" actId="47"/>
        <pc:sldMkLst>
          <pc:docMk/>
          <pc:sldMk cId="75201204" sldId="553"/>
        </pc:sldMkLst>
      </pc:sldChg>
      <pc:sldChg chg="del">
        <pc:chgData name="翟 锐" userId="fef11181f709266a" providerId="LiveId" clId="{10275908-82CB-4111-8AC1-0D131A21EACA}" dt="2020-08-12T13:17:33.204" v="737" actId="47"/>
        <pc:sldMkLst>
          <pc:docMk/>
          <pc:sldMk cId="2309812882" sldId="554"/>
        </pc:sldMkLst>
      </pc:sldChg>
      <pc:sldChg chg="del">
        <pc:chgData name="翟 锐" userId="fef11181f709266a" providerId="LiveId" clId="{10275908-82CB-4111-8AC1-0D131A21EACA}" dt="2020-08-12T13:17:33.204" v="737" actId="47"/>
        <pc:sldMkLst>
          <pc:docMk/>
          <pc:sldMk cId="3563826412" sldId="555"/>
        </pc:sldMkLst>
      </pc:sldChg>
      <pc:sldChg chg="addSp delSp modSp add mod">
        <pc:chgData name="翟 锐" userId="fef11181f709266a" providerId="LiveId" clId="{10275908-82CB-4111-8AC1-0D131A21EACA}" dt="2020-08-12T14:56:43.267" v="1123" actId="113"/>
        <pc:sldMkLst>
          <pc:docMk/>
          <pc:sldMk cId="2981006032" sldId="556"/>
        </pc:sldMkLst>
        <pc:spChg chg="add mod">
          <ac:chgData name="翟 锐" userId="fef11181f709266a" providerId="LiveId" clId="{10275908-82CB-4111-8AC1-0D131A21EACA}" dt="2020-08-12T14:56:43.267" v="1123" actId="113"/>
          <ac:spMkLst>
            <pc:docMk/>
            <pc:sldMk cId="2981006032" sldId="556"/>
            <ac:spMk id="2" creationId="{1A343DEC-CFF6-41F5-B87C-0DFC08C67B76}"/>
          </ac:spMkLst>
        </pc:spChg>
        <pc:spChg chg="add del mod">
          <ac:chgData name="翟 锐" userId="fef11181f709266a" providerId="LiveId" clId="{10275908-82CB-4111-8AC1-0D131A21EACA}" dt="2020-08-12T06:25:17.324" v="304" actId="478"/>
          <ac:spMkLst>
            <pc:docMk/>
            <pc:sldMk cId="2981006032" sldId="556"/>
            <ac:spMk id="7" creationId="{9F035EA1-160F-4A82-91BD-27E3C6150435}"/>
          </ac:spMkLst>
        </pc:spChg>
        <pc:spChg chg="mod">
          <ac:chgData name="翟 锐" userId="fef11181f709266a" providerId="LiveId" clId="{10275908-82CB-4111-8AC1-0D131A21EACA}" dt="2020-08-12T06:08:14.627" v="95"/>
          <ac:spMkLst>
            <pc:docMk/>
            <pc:sldMk cId="2981006032" sldId="556"/>
            <ac:spMk id="35" creationId="{00000000-0000-0000-0000-000000000000}"/>
          </ac:spMkLst>
        </pc:spChg>
        <pc:grpChg chg="del">
          <ac:chgData name="翟 锐" userId="fef11181f709266a" providerId="LiveId" clId="{10275908-82CB-4111-8AC1-0D131A21EACA}" dt="2020-08-12T06:08:29.270" v="96" actId="478"/>
          <ac:grpSpMkLst>
            <pc:docMk/>
            <pc:sldMk cId="2981006032" sldId="556"/>
            <ac:grpSpMk id="14" creationId="{558E8959-AC0F-4CE1-8976-5871DE6269FA}"/>
          </ac:grpSpMkLst>
        </pc:grpChg>
        <pc:cxnChg chg="mod">
          <ac:chgData name="翟 锐" userId="fef11181f709266a" providerId="LiveId" clId="{10275908-82CB-4111-8AC1-0D131A21EACA}" dt="2020-08-12T06:08:29.270" v="96" actId="478"/>
          <ac:cxnSpMkLst>
            <pc:docMk/>
            <pc:sldMk cId="2981006032" sldId="556"/>
            <ac:cxnSpMk id="18" creationId="{6E124403-DBE0-4CDF-86CA-0FC3AFD1DA30}"/>
          </ac:cxnSpMkLst>
        </pc:cxnChg>
        <pc:cxnChg chg="mod">
          <ac:chgData name="翟 锐" userId="fef11181f709266a" providerId="LiveId" clId="{10275908-82CB-4111-8AC1-0D131A21EACA}" dt="2020-08-12T06:08:29.270" v="96" actId="478"/>
          <ac:cxnSpMkLst>
            <pc:docMk/>
            <pc:sldMk cId="2981006032" sldId="556"/>
            <ac:cxnSpMk id="19" creationId="{27C8ADA0-7DFC-486A-BE74-AAD0C58753C9}"/>
          </ac:cxnSpMkLst>
        </pc:cxnChg>
        <pc:cxnChg chg="mod">
          <ac:chgData name="翟 锐" userId="fef11181f709266a" providerId="LiveId" clId="{10275908-82CB-4111-8AC1-0D131A21EACA}" dt="2020-08-12T06:08:29.270" v="96" actId="478"/>
          <ac:cxnSpMkLst>
            <pc:docMk/>
            <pc:sldMk cId="2981006032" sldId="556"/>
            <ac:cxnSpMk id="21" creationId="{F3B89A50-462D-43A6-919B-FD134E0EBD82}"/>
          </ac:cxnSpMkLst>
        </pc:cxnChg>
      </pc:sldChg>
      <pc:sldChg chg="add del">
        <pc:chgData name="翟 锐" userId="fef11181f709266a" providerId="LiveId" clId="{10275908-82CB-4111-8AC1-0D131A21EACA}" dt="2020-08-12T06:22:40.551" v="262" actId="47"/>
        <pc:sldMkLst>
          <pc:docMk/>
          <pc:sldMk cId="4218050269" sldId="557"/>
        </pc:sldMkLst>
      </pc:sldChg>
      <pc:sldChg chg="modSp add">
        <pc:chgData name="翟 锐" userId="fef11181f709266a" providerId="LiveId" clId="{10275908-82CB-4111-8AC1-0D131A21EACA}" dt="2020-08-12T06:22:32.373" v="261" actId="207"/>
        <pc:sldMkLst>
          <pc:docMk/>
          <pc:sldMk cId="4115886382" sldId="558"/>
        </pc:sldMkLst>
        <pc:spChg chg="mod">
          <ac:chgData name="翟 锐" userId="fef11181f709266a" providerId="LiveId" clId="{10275908-82CB-4111-8AC1-0D131A21EACA}" dt="2020-08-12T06:22:32.373" v="261" actId="207"/>
          <ac:spMkLst>
            <pc:docMk/>
            <pc:sldMk cId="4115886382" sldId="558"/>
            <ac:spMk id="15" creationId="{00000000-0000-0000-0000-000000000000}"/>
          </ac:spMkLst>
        </pc:spChg>
        <pc:spChg chg="mod">
          <ac:chgData name="翟 锐" userId="fef11181f709266a" providerId="LiveId" clId="{10275908-82CB-4111-8AC1-0D131A21EACA}" dt="2020-08-12T06:22:28.622" v="260" actId="108"/>
          <ac:spMkLst>
            <pc:docMk/>
            <pc:sldMk cId="4115886382" sldId="558"/>
            <ac:spMk id="16" creationId="{00000000-0000-0000-0000-000000000000}"/>
          </ac:spMkLst>
        </pc:spChg>
      </pc:sldChg>
      <pc:sldChg chg="modSp add">
        <pc:chgData name="翟 锐" userId="fef11181f709266a" providerId="LiveId" clId="{10275908-82CB-4111-8AC1-0D131A21EACA}" dt="2020-08-12T06:22:45.506" v="264" actId="207"/>
        <pc:sldMkLst>
          <pc:docMk/>
          <pc:sldMk cId="3827089109" sldId="559"/>
        </pc:sldMkLst>
        <pc:spChg chg="mod">
          <ac:chgData name="翟 锐" userId="fef11181f709266a" providerId="LiveId" clId="{10275908-82CB-4111-8AC1-0D131A21EACA}" dt="2020-08-12T06:22:45.506" v="264" actId="207"/>
          <ac:spMkLst>
            <pc:docMk/>
            <pc:sldMk cId="3827089109" sldId="559"/>
            <ac:spMk id="15" creationId="{00000000-0000-0000-0000-000000000000}"/>
          </ac:spMkLst>
        </pc:spChg>
      </pc:sldChg>
      <pc:sldChg chg="modSp add mod">
        <pc:chgData name="翟 锐" userId="fef11181f709266a" providerId="LiveId" clId="{10275908-82CB-4111-8AC1-0D131A21EACA}" dt="2020-08-12T14:33:49.032" v="931" actId="113"/>
        <pc:sldMkLst>
          <pc:docMk/>
          <pc:sldMk cId="40839046" sldId="560"/>
        </pc:sldMkLst>
        <pc:spChg chg="mod">
          <ac:chgData name="翟 锐" userId="fef11181f709266a" providerId="LiveId" clId="{10275908-82CB-4111-8AC1-0D131A21EACA}" dt="2020-08-12T14:33:49.032" v="931" actId="113"/>
          <ac:spMkLst>
            <pc:docMk/>
            <pc:sldMk cId="40839046" sldId="560"/>
            <ac:spMk id="2" creationId="{1A343DEC-CFF6-41F5-B87C-0DFC08C67B76}"/>
          </ac:spMkLst>
        </pc:spChg>
      </pc:sldChg>
      <pc:sldChg chg="modSp add">
        <pc:chgData name="翟 锐" userId="fef11181f709266a" providerId="LiveId" clId="{10275908-82CB-4111-8AC1-0D131A21EACA}" dt="2020-08-12T06:26:57.275" v="327" actId="108"/>
        <pc:sldMkLst>
          <pc:docMk/>
          <pc:sldMk cId="4092072796" sldId="561"/>
        </pc:sldMkLst>
        <pc:spChg chg="mod">
          <ac:chgData name="翟 锐" userId="fef11181f709266a" providerId="LiveId" clId="{10275908-82CB-4111-8AC1-0D131A21EACA}" dt="2020-08-12T06:26:57.275" v="327" actId="108"/>
          <ac:spMkLst>
            <pc:docMk/>
            <pc:sldMk cId="4092072796" sldId="561"/>
            <ac:spMk id="15" creationId="{00000000-0000-0000-0000-000000000000}"/>
          </ac:spMkLst>
        </pc:spChg>
        <pc:spChg chg="mod">
          <ac:chgData name="翟 锐" userId="fef11181f709266a" providerId="LiveId" clId="{10275908-82CB-4111-8AC1-0D131A21EACA}" dt="2020-08-12T06:26:53.345" v="324" actId="207"/>
          <ac:spMkLst>
            <pc:docMk/>
            <pc:sldMk cId="4092072796" sldId="561"/>
            <ac:spMk id="28" creationId="{00000000-0000-0000-0000-000000000000}"/>
          </ac:spMkLst>
        </pc:spChg>
      </pc:sldChg>
      <pc:sldChg chg="modSp add mod">
        <pc:chgData name="翟 锐" userId="fef11181f709266a" providerId="LiveId" clId="{10275908-82CB-4111-8AC1-0D131A21EACA}" dt="2020-08-12T13:23:25.987" v="806" actId="108"/>
        <pc:sldMkLst>
          <pc:docMk/>
          <pc:sldMk cId="634261918" sldId="562"/>
        </pc:sldMkLst>
        <pc:spChg chg="mod">
          <ac:chgData name="翟 锐" userId="fef11181f709266a" providerId="LiveId" clId="{10275908-82CB-4111-8AC1-0D131A21EACA}" dt="2020-08-12T13:23:25.987" v="806" actId="108"/>
          <ac:spMkLst>
            <pc:docMk/>
            <pc:sldMk cId="634261918" sldId="562"/>
            <ac:spMk id="2" creationId="{1A343DEC-CFF6-41F5-B87C-0DFC08C67B76}"/>
          </ac:spMkLst>
        </pc:spChg>
        <pc:spChg chg="mod">
          <ac:chgData name="翟 锐" userId="fef11181f709266a" providerId="LiveId" clId="{10275908-82CB-4111-8AC1-0D131A21EACA}" dt="2020-08-12T13:20:03.570" v="772"/>
          <ac:spMkLst>
            <pc:docMk/>
            <pc:sldMk cId="634261918" sldId="562"/>
            <ac:spMk id="35" creationId="{00000000-0000-0000-0000-000000000000}"/>
          </ac:spMkLst>
        </pc:spChg>
      </pc:sldChg>
      <pc:sldChg chg="modSp add mod">
        <pc:chgData name="翟 锐" userId="fef11181f709266a" providerId="LiveId" clId="{10275908-82CB-4111-8AC1-0D131A21EACA}" dt="2020-08-12T13:23:34.933" v="809" actId="108"/>
        <pc:sldMkLst>
          <pc:docMk/>
          <pc:sldMk cId="3051887953" sldId="563"/>
        </pc:sldMkLst>
        <pc:spChg chg="mod">
          <ac:chgData name="翟 锐" userId="fef11181f709266a" providerId="LiveId" clId="{10275908-82CB-4111-8AC1-0D131A21EACA}" dt="2020-08-12T13:23:34.933" v="809" actId="108"/>
          <ac:spMkLst>
            <pc:docMk/>
            <pc:sldMk cId="3051887953" sldId="563"/>
            <ac:spMk id="2" creationId="{1A343DEC-CFF6-41F5-B87C-0DFC08C67B76}"/>
          </ac:spMkLst>
        </pc:spChg>
        <pc:spChg chg="mod">
          <ac:chgData name="翟 锐" userId="fef11181f709266a" providerId="LiveId" clId="{10275908-82CB-4111-8AC1-0D131A21EACA}" dt="2020-08-12T13:09:57.455" v="526"/>
          <ac:spMkLst>
            <pc:docMk/>
            <pc:sldMk cId="3051887953" sldId="563"/>
            <ac:spMk id="35" creationId="{00000000-0000-0000-0000-000000000000}"/>
          </ac:spMkLst>
        </pc:spChg>
      </pc:sldChg>
      <pc:sldChg chg="modSp add mod">
        <pc:chgData name="翟 锐" userId="fef11181f709266a" providerId="LiveId" clId="{10275908-82CB-4111-8AC1-0D131A21EACA}" dt="2020-08-12T13:23:37.609" v="810" actId="108"/>
        <pc:sldMkLst>
          <pc:docMk/>
          <pc:sldMk cId="3404202409" sldId="564"/>
        </pc:sldMkLst>
        <pc:spChg chg="mod">
          <ac:chgData name="翟 锐" userId="fef11181f709266a" providerId="LiveId" clId="{10275908-82CB-4111-8AC1-0D131A21EACA}" dt="2020-08-12T13:23:37.609" v="810" actId="108"/>
          <ac:spMkLst>
            <pc:docMk/>
            <pc:sldMk cId="3404202409" sldId="564"/>
            <ac:spMk id="2" creationId="{1A343DEC-CFF6-41F5-B87C-0DFC08C67B76}"/>
          </ac:spMkLst>
        </pc:spChg>
        <pc:spChg chg="mod">
          <ac:chgData name="翟 锐" userId="fef11181f709266a" providerId="LiveId" clId="{10275908-82CB-4111-8AC1-0D131A21EACA}" dt="2020-08-12T13:12:12.711" v="569"/>
          <ac:spMkLst>
            <pc:docMk/>
            <pc:sldMk cId="3404202409" sldId="564"/>
            <ac:spMk id="35" creationId="{00000000-0000-0000-0000-000000000000}"/>
          </ac:spMkLst>
        </pc:spChg>
      </pc:sldChg>
      <pc:sldChg chg="addSp modSp add mod">
        <pc:chgData name="翟 锐" userId="fef11181f709266a" providerId="LiveId" clId="{10275908-82CB-4111-8AC1-0D131A21EACA}" dt="2020-08-12T13:26:27.095" v="837" actId="1076"/>
        <pc:sldMkLst>
          <pc:docMk/>
          <pc:sldMk cId="146979102" sldId="565"/>
        </pc:sldMkLst>
        <pc:spChg chg="mod">
          <ac:chgData name="翟 锐" userId="fef11181f709266a" providerId="LiveId" clId="{10275908-82CB-4111-8AC1-0D131A21EACA}" dt="2020-08-12T13:23:40.180" v="811" actId="108"/>
          <ac:spMkLst>
            <pc:docMk/>
            <pc:sldMk cId="146979102" sldId="565"/>
            <ac:spMk id="2" creationId="{1A343DEC-CFF6-41F5-B87C-0DFC08C67B76}"/>
          </ac:spMkLst>
        </pc:spChg>
        <pc:spChg chg="mod">
          <ac:chgData name="翟 锐" userId="fef11181f709266a" providerId="LiveId" clId="{10275908-82CB-4111-8AC1-0D131A21EACA}" dt="2020-08-12T13:12:24.793" v="606"/>
          <ac:spMkLst>
            <pc:docMk/>
            <pc:sldMk cId="146979102" sldId="565"/>
            <ac:spMk id="35" creationId="{00000000-0000-0000-0000-000000000000}"/>
          </ac:spMkLst>
        </pc:spChg>
        <pc:picChg chg="add mod">
          <ac:chgData name="翟 锐" userId="fef11181f709266a" providerId="LiveId" clId="{10275908-82CB-4111-8AC1-0D131A21EACA}" dt="2020-08-12T13:26:27.095" v="837" actId="1076"/>
          <ac:picMkLst>
            <pc:docMk/>
            <pc:sldMk cId="146979102" sldId="565"/>
            <ac:picMk id="6" creationId="{CEC16A83-D065-4F47-95B4-63FF26FFD825}"/>
          </ac:picMkLst>
        </pc:picChg>
      </pc:sldChg>
      <pc:sldChg chg="modSp add mod">
        <pc:chgData name="翟 锐" userId="fef11181f709266a" providerId="LiveId" clId="{10275908-82CB-4111-8AC1-0D131A21EACA}" dt="2020-08-12T15:48:18.221" v="1398"/>
        <pc:sldMkLst>
          <pc:docMk/>
          <pc:sldMk cId="727514361" sldId="566"/>
        </pc:sldMkLst>
        <pc:spChg chg="mod">
          <ac:chgData name="翟 锐" userId="fef11181f709266a" providerId="LiveId" clId="{10275908-82CB-4111-8AC1-0D131A21EACA}" dt="2020-08-12T13:21:40.888" v="786"/>
          <ac:spMkLst>
            <pc:docMk/>
            <pc:sldMk cId="727514361" sldId="566"/>
            <ac:spMk id="2" creationId="{1A343DEC-CFF6-41F5-B87C-0DFC08C67B76}"/>
          </ac:spMkLst>
        </pc:spChg>
        <pc:spChg chg="mod">
          <ac:chgData name="翟 锐" userId="fef11181f709266a" providerId="LiveId" clId="{10275908-82CB-4111-8AC1-0D131A21EACA}" dt="2020-08-12T15:48:18.221" v="1398"/>
          <ac:spMkLst>
            <pc:docMk/>
            <pc:sldMk cId="727514361" sldId="566"/>
            <ac:spMk id="35" creationId="{00000000-0000-0000-0000-000000000000}"/>
          </ac:spMkLst>
        </pc:spChg>
      </pc:sldChg>
      <pc:sldChg chg="new del">
        <pc:chgData name="翟 锐" userId="fef11181f709266a" providerId="LiveId" clId="{10275908-82CB-4111-8AC1-0D131A21EACA}" dt="2020-08-12T09:25:26.776" v="365" actId="680"/>
        <pc:sldMkLst>
          <pc:docMk/>
          <pc:sldMk cId="206580416" sldId="567"/>
        </pc:sldMkLst>
      </pc:sldChg>
      <pc:sldChg chg="modSp add mod">
        <pc:chgData name="翟 锐" userId="fef11181f709266a" providerId="LiveId" clId="{10275908-82CB-4111-8AC1-0D131A21EACA}" dt="2020-08-12T15:48:52.353" v="1403" actId="113"/>
        <pc:sldMkLst>
          <pc:docMk/>
          <pc:sldMk cId="2335307117" sldId="567"/>
        </pc:sldMkLst>
        <pc:spChg chg="mod">
          <ac:chgData name="翟 锐" userId="fef11181f709266a" providerId="LiveId" clId="{10275908-82CB-4111-8AC1-0D131A21EACA}" dt="2020-08-12T15:48:52.353" v="1403" actId="113"/>
          <ac:spMkLst>
            <pc:docMk/>
            <pc:sldMk cId="2335307117" sldId="567"/>
            <ac:spMk id="2" creationId="{1A343DEC-CFF6-41F5-B87C-0DFC08C67B76}"/>
          </ac:spMkLst>
        </pc:spChg>
        <pc:spChg chg="mod">
          <ac:chgData name="翟 锐" userId="fef11181f709266a" providerId="LiveId" clId="{10275908-82CB-4111-8AC1-0D131A21EACA}" dt="2020-08-12T15:47:47.013" v="1385"/>
          <ac:spMkLst>
            <pc:docMk/>
            <pc:sldMk cId="2335307117" sldId="567"/>
            <ac:spMk id="35" creationId="{00000000-0000-0000-0000-000000000000}"/>
          </ac:spMkLst>
        </pc:spChg>
      </pc:sldChg>
      <pc:sldChg chg="new del">
        <pc:chgData name="翟 锐" userId="fef11181f709266a" providerId="LiveId" clId="{10275908-82CB-4111-8AC1-0D131A21EACA}" dt="2020-08-12T13:08:46.051" v="515" actId="680"/>
        <pc:sldMkLst>
          <pc:docMk/>
          <pc:sldMk cId="1028485626" sldId="568"/>
        </pc:sldMkLst>
      </pc:sldChg>
      <pc:sldChg chg="modSp add mod">
        <pc:chgData name="翟 锐" userId="fef11181f709266a" providerId="LiveId" clId="{10275908-82CB-4111-8AC1-0D131A21EACA}" dt="2020-08-12T13:23:28.973" v="807" actId="108"/>
        <pc:sldMkLst>
          <pc:docMk/>
          <pc:sldMk cId="1385814803" sldId="568"/>
        </pc:sldMkLst>
        <pc:spChg chg="mod">
          <ac:chgData name="翟 锐" userId="fef11181f709266a" providerId="LiveId" clId="{10275908-82CB-4111-8AC1-0D131A21EACA}" dt="2020-08-12T13:23:28.973" v="807" actId="108"/>
          <ac:spMkLst>
            <pc:docMk/>
            <pc:sldMk cId="1385814803" sldId="568"/>
            <ac:spMk id="2" creationId="{1A343DEC-CFF6-41F5-B87C-0DFC08C67B76}"/>
          </ac:spMkLst>
        </pc:spChg>
        <pc:spChg chg="mod">
          <ac:chgData name="翟 锐" userId="fef11181f709266a" providerId="LiveId" clId="{10275908-82CB-4111-8AC1-0D131A21EACA}" dt="2020-08-12T13:20:06.898" v="779"/>
          <ac:spMkLst>
            <pc:docMk/>
            <pc:sldMk cId="1385814803" sldId="568"/>
            <ac:spMk id="35" creationId="{00000000-0000-0000-0000-000000000000}"/>
          </ac:spMkLst>
        </pc:spChg>
      </pc:sldChg>
      <pc:sldChg chg="new del">
        <pc:chgData name="翟 锐" userId="fef11181f709266a" providerId="LiveId" clId="{10275908-82CB-4111-8AC1-0D131A21EACA}" dt="2020-08-12T09:26:24.738" v="374" actId="47"/>
        <pc:sldMkLst>
          <pc:docMk/>
          <pc:sldMk cId="4225585888" sldId="568"/>
        </pc:sldMkLst>
      </pc:sldChg>
      <pc:sldChg chg="new del">
        <pc:chgData name="翟 锐" userId="fef11181f709266a" providerId="LiveId" clId="{10275908-82CB-4111-8AC1-0D131A21EACA}" dt="2020-08-12T13:10:37.629" v="546" actId="680"/>
        <pc:sldMkLst>
          <pc:docMk/>
          <pc:sldMk cId="3123875024" sldId="569"/>
        </pc:sldMkLst>
      </pc:sldChg>
      <pc:sldChg chg="addSp modSp add mod">
        <pc:chgData name="翟 锐" userId="fef11181f709266a" providerId="LiveId" clId="{10275908-82CB-4111-8AC1-0D131A21EACA}" dt="2020-08-12T13:26:31.047" v="838" actId="1076"/>
        <pc:sldMkLst>
          <pc:docMk/>
          <pc:sldMk cId="4047933167" sldId="569"/>
        </pc:sldMkLst>
        <pc:spChg chg="mod">
          <ac:chgData name="翟 锐" userId="fef11181f709266a" providerId="LiveId" clId="{10275908-82CB-4111-8AC1-0D131A21EACA}" dt="2020-08-12T13:23:43.951" v="813" actId="108"/>
          <ac:spMkLst>
            <pc:docMk/>
            <pc:sldMk cId="4047933167" sldId="569"/>
            <ac:spMk id="2" creationId="{1A343DEC-CFF6-41F5-B87C-0DFC08C67B76}"/>
          </ac:spMkLst>
        </pc:spChg>
        <pc:spChg chg="mod">
          <ac:chgData name="翟 锐" userId="fef11181f709266a" providerId="LiveId" clId="{10275908-82CB-4111-8AC1-0D131A21EACA}" dt="2020-08-12T13:20:17.924" v="780"/>
          <ac:spMkLst>
            <pc:docMk/>
            <pc:sldMk cId="4047933167" sldId="569"/>
            <ac:spMk id="35" creationId="{00000000-0000-0000-0000-000000000000}"/>
          </ac:spMkLst>
        </pc:spChg>
        <pc:picChg chg="add mod">
          <ac:chgData name="翟 锐" userId="fef11181f709266a" providerId="LiveId" clId="{10275908-82CB-4111-8AC1-0D131A21EACA}" dt="2020-08-12T13:26:31.047" v="838" actId="1076"/>
          <ac:picMkLst>
            <pc:docMk/>
            <pc:sldMk cId="4047933167" sldId="569"/>
            <ac:picMk id="6" creationId="{1E7935DF-D7B7-4F76-A56E-2E87D67F1A2D}"/>
          </ac:picMkLst>
        </pc:picChg>
      </pc:sldChg>
      <pc:sldChg chg="modSp add mod modAnim">
        <pc:chgData name="翟 锐" userId="fef11181f709266a" providerId="LiveId" clId="{10275908-82CB-4111-8AC1-0D131A21EACA}" dt="2020-08-12T13:23:46.658" v="815" actId="108"/>
        <pc:sldMkLst>
          <pc:docMk/>
          <pc:sldMk cId="1248462053" sldId="570"/>
        </pc:sldMkLst>
        <pc:spChg chg="mod">
          <ac:chgData name="翟 锐" userId="fef11181f709266a" providerId="LiveId" clId="{10275908-82CB-4111-8AC1-0D131A21EACA}" dt="2020-08-12T13:23:46.658" v="815" actId="108"/>
          <ac:spMkLst>
            <pc:docMk/>
            <pc:sldMk cId="1248462053" sldId="570"/>
            <ac:spMk id="2" creationId="{1A343DEC-CFF6-41F5-B87C-0DFC08C67B76}"/>
          </ac:spMkLst>
        </pc:spChg>
        <pc:spChg chg="mod">
          <ac:chgData name="翟 锐" userId="fef11181f709266a" providerId="LiveId" clId="{10275908-82CB-4111-8AC1-0D131A21EACA}" dt="2020-08-12T13:15:26.146" v="686"/>
          <ac:spMkLst>
            <pc:docMk/>
            <pc:sldMk cId="1248462053" sldId="570"/>
            <ac:spMk id="35" creationId="{00000000-0000-0000-0000-000000000000}"/>
          </ac:spMkLst>
        </pc:spChg>
      </pc:sldChg>
      <pc:sldChg chg="addSp delSp modSp add mod ord">
        <pc:chgData name="翟 锐" userId="fef11181f709266a" providerId="LiveId" clId="{10275908-82CB-4111-8AC1-0D131A21EACA}" dt="2020-08-12T15:21:22.179" v="1188" actId="1076"/>
        <pc:sldMkLst>
          <pc:docMk/>
          <pc:sldMk cId="3203680886" sldId="571"/>
        </pc:sldMkLst>
        <pc:spChg chg="del mod">
          <ac:chgData name="翟 锐" userId="fef11181f709266a" providerId="LiveId" clId="{10275908-82CB-4111-8AC1-0D131A21EACA}" dt="2020-08-12T15:16:21.748" v="1186" actId="478"/>
          <ac:spMkLst>
            <pc:docMk/>
            <pc:sldMk cId="3203680886" sldId="571"/>
            <ac:spMk id="2" creationId="{1A343DEC-CFF6-41F5-B87C-0DFC08C67B76}"/>
          </ac:spMkLst>
        </pc:spChg>
        <pc:spChg chg="add del">
          <ac:chgData name="翟 锐" userId="fef11181f709266a" providerId="LiveId" clId="{10275908-82CB-4111-8AC1-0D131A21EACA}" dt="2020-08-12T13:16:51.485" v="726" actId="22"/>
          <ac:spMkLst>
            <pc:docMk/>
            <pc:sldMk cId="3203680886" sldId="571"/>
            <ac:spMk id="7" creationId="{650577CC-8995-4C04-8910-0B2C3B8AB1A2}"/>
          </ac:spMkLst>
        </pc:spChg>
        <pc:spChg chg="mod">
          <ac:chgData name="翟 锐" userId="fef11181f709266a" providerId="LiveId" clId="{10275908-82CB-4111-8AC1-0D131A21EACA}" dt="2020-08-12T13:16:12.838" v="710"/>
          <ac:spMkLst>
            <pc:docMk/>
            <pc:sldMk cId="3203680886" sldId="571"/>
            <ac:spMk id="35" creationId="{00000000-0000-0000-0000-000000000000}"/>
          </ac:spMkLst>
        </pc:spChg>
        <pc:picChg chg="add mod">
          <ac:chgData name="翟 锐" userId="fef11181f709266a" providerId="LiveId" clId="{10275908-82CB-4111-8AC1-0D131A21EACA}" dt="2020-08-12T15:21:22.179" v="1188" actId="1076"/>
          <ac:picMkLst>
            <pc:docMk/>
            <pc:sldMk cId="3203680886" sldId="571"/>
            <ac:picMk id="4" creationId="{05F69294-5C7E-47CA-AF72-F2B1779893E8}"/>
          </ac:picMkLst>
        </pc:picChg>
      </pc:sldChg>
      <pc:sldChg chg="new del">
        <pc:chgData name="翟 锐" userId="fef11181f709266a" providerId="LiveId" clId="{10275908-82CB-4111-8AC1-0D131A21EACA}" dt="2020-08-12T13:15:12.001" v="679" actId="47"/>
        <pc:sldMkLst>
          <pc:docMk/>
          <pc:sldMk cId="529314934" sldId="572"/>
        </pc:sldMkLst>
      </pc:sldChg>
      <pc:sldChg chg="modSp add mod">
        <pc:chgData name="翟 锐" userId="fef11181f709266a" providerId="LiveId" clId="{10275908-82CB-4111-8AC1-0D131A21EACA}" dt="2020-08-12T13:23:56.407" v="817" actId="108"/>
        <pc:sldMkLst>
          <pc:docMk/>
          <pc:sldMk cId="1120019373" sldId="572"/>
        </pc:sldMkLst>
        <pc:spChg chg="mod">
          <ac:chgData name="翟 锐" userId="fef11181f709266a" providerId="LiveId" clId="{10275908-82CB-4111-8AC1-0D131A21EACA}" dt="2020-08-12T13:23:56.407" v="817" actId="108"/>
          <ac:spMkLst>
            <pc:docMk/>
            <pc:sldMk cId="1120019373" sldId="572"/>
            <ac:spMk id="2" creationId="{1A343DEC-CFF6-41F5-B87C-0DFC08C67B76}"/>
          </ac:spMkLst>
        </pc:spChg>
      </pc:sldChg>
      <pc:sldChg chg="new del">
        <pc:chgData name="翟 锐" userId="fef11181f709266a" providerId="LiveId" clId="{10275908-82CB-4111-8AC1-0D131A21EACA}" dt="2020-08-12T13:13:44.315" v="656" actId="47"/>
        <pc:sldMkLst>
          <pc:docMk/>
          <pc:sldMk cId="3920800367" sldId="572"/>
        </pc:sldMkLst>
      </pc:sldChg>
      <pc:sldChg chg="modSp add mod">
        <pc:chgData name="翟 锐" userId="fef11181f709266a" providerId="LiveId" clId="{10275908-82CB-4111-8AC1-0D131A21EACA}" dt="2020-08-12T13:24:05.823" v="821" actId="108"/>
        <pc:sldMkLst>
          <pc:docMk/>
          <pc:sldMk cId="757202342" sldId="573"/>
        </pc:sldMkLst>
        <pc:spChg chg="mod">
          <ac:chgData name="翟 锐" userId="fef11181f709266a" providerId="LiveId" clId="{10275908-82CB-4111-8AC1-0D131A21EACA}" dt="2020-08-12T13:24:05.823" v="821" actId="108"/>
          <ac:spMkLst>
            <pc:docMk/>
            <pc:sldMk cId="757202342" sldId="573"/>
            <ac:spMk id="2" creationId="{1A343DEC-CFF6-41F5-B87C-0DFC08C67B76}"/>
          </ac:spMkLst>
        </pc:spChg>
        <pc:spChg chg="mod">
          <ac:chgData name="翟 锐" userId="fef11181f709266a" providerId="LiveId" clId="{10275908-82CB-4111-8AC1-0D131A21EACA}" dt="2020-08-12T13:17:11.800" v="735"/>
          <ac:spMkLst>
            <pc:docMk/>
            <pc:sldMk cId="757202342" sldId="573"/>
            <ac:spMk id="35" creationId="{00000000-0000-0000-0000-000000000000}"/>
          </ac:spMkLst>
        </pc:spChg>
      </pc:sldChg>
      <pc:sldChg chg="modSp add mod">
        <pc:chgData name="翟 锐" userId="fef11181f709266a" providerId="LiveId" clId="{10275908-82CB-4111-8AC1-0D131A21EACA}" dt="2020-08-12T13:26:02.039" v="836" actId="20577"/>
        <pc:sldMkLst>
          <pc:docMk/>
          <pc:sldMk cId="3813965798" sldId="574"/>
        </pc:sldMkLst>
        <pc:spChg chg="mod">
          <ac:chgData name="翟 锐" userId="fef11181f709266a" providerId="LiveId" clId="{10275908-82CB-4111-8AC1-0D131A21EACA}" dt="2020-08-12T13:26:02.039" v="836" actId="20577"/>
          <ac:spMkLst>
            <pc:docMk/>
            <pc:sldMk cId="3813965798" sldId="574"/>
            <ac:spMk id="2" creationId="{1A343DEC-CFF6-41F5-B87C-0DFC08C67B76}"/>
          </ac:spMkLst>
        </pc:spChg>
      </pc:sldChg>
      <pc:sldChg chg="modSp add mod">
        <pc:chgData name="翟 锐" userId="fef11181f709266a" providerId="LiveId" clId="{10275908-82CB-4111-8AC1-0D131A21EACA}" dt="2020-08-12T13:24:11.183" v="823" actId="108"/>
        <pc:sldMkLst>
          <pc:docMk/>
          <pc:sldMk cId="2437343248" sldId="575"/>
        </pc:sldMkLst>
        <pc:spChg chg="mod">
          <ac:chgData name="翟 锐" userId="fef11181f709266a" providerId="LiveId" clId="{10275908-82CB-4111-8AC1-0D131A21EACA}" dt="2020-08-12T13:24:11.183" v="823" actId="108"/>
          <ac:spMkLst>
            <pc:docMk/>
            <pc:sldMk cId="2437343248" sldId="575"/>
            <ac:spMk id="2" creationId="{1A343DEC-CFF6-41F5-B87C-0DFC08C67B76}"/>
          </ac:spMkLst>
        </pc:spChg>
      </pc:sldChg>
      <pc:sldChg chg="modSp add mod">
        <pc:chgData name="翟 锐" userId="fef11181f709266a" providerId="LiveId" clId="{10275908-82CB-4111-8AC1-0D131A21EACA}" dt="2020-08-12T13:24:13.747" v="824" actId="108"/>
        <pc:sldMkLst>
          <pc:docMk/>
          <pc:sldMk cId="2216433463" sldId="576"/>
        </pc:sldMkLst>
        <pc:spChg chg="mod">
          <ac:chgData name="翟 锐" userId="fef11181f709266a" providerId="LiveId" clId="{10275908-82CB-4111-8AC1-0D131A21EACA}" dt="2020-08-12T13:24:13.747" v="824" actId="108"/>
          <ac:spMkLst>
            <pc:docMk/>
            <pc:sldMk cId="2216433463" sldId="576"/>
            <ac:spMk id="2" creationId="{1A343DEC-CFF6-41F5-B87C-0DFC08C67B76}"/>
          </ac:spMkLst>
        </pc:spChg>
      </pc:sldChg>
      <pc:sldChg chg="modSp add mod">
        <pc:chgData name="翟 锐" userId="fef11181f709266a" providerId="LiveId" clId="{10275908-82CB-4111-8AC1-0D131A21EACA}" dt="2020-08-12T13:24:16.404" v="825" actId="108"/>
        <pc:sldMkLst>
          <pc:docMk/>
          <pc:sldMk cId="1412906642" sldId="577"/>
        </pc:sldMkLst>
        <pc:spChg chg="mod">
          <ac:chgData name="翟 锐" userId="fef11181f709266a" providerId="LiveId" clId="{10275908-82CB-4111-8AC1-0D131A21EACA}" dt="2020-08-12T13:24:16.404" v="825" actId="108"/>
          <ac:spMkLst>
            <pc:docMk/>
            <pc:sldMk cId="1412906642" sldId="577"/>
            <ac:spMk id="2" creationId="{1A343DEC-CFF6-41F5-B87C-0DFC08C67B76}"/>
          </ac:spMkLst>
        </pc:spChg>
      </pc:sldChg>
      <pc:sldChg chg="modSp add mod">
        <pc:chgData name="翟 锐" userId="fef11181f709266a" providerId="LiveId" clId="{10275908-82CB-4111-8AC1-0D131A21EACA}" dt="2020-08-12T13:24:19.098" v="827" actId="108"/>
        <pc:sldMkLst>
          <pc:docMk/>
          <pc:sldMk cId="1727444032" sldId="578"/>
        </pc:sldMkLst>
        <pc:spChg chg="mod">
          <ac:chgData name="翟 锐" userId="fef11181f709266a" providerId="LiveId" clId="{10275908-82CB-4111-8AC1-0D131A21EACA}" dt="2020-08-12T13:24:19.098" v="827" actId="108"/>
          <ac:spMkLst>
            <pc:docMk/>
            <pc:sldMk cId="1727444032" sldId="578"/>
            <ac:spMk id="2" creationId="{1A343DEC-CFF6-41F5-B87C-0DFC08C67B76}"/>
          </ac:spMkLst>
        </pc:spChg>
      </pc:sldChg>
      <pc:sldChg chg="modSp add del mod">
        <pc:chgData name="翟 锐" userId="fef11181f709266a" providerId="LiveId" clId="{10275908-82CB-4111-8AC1-0D131A21EACA}" dt="2020-08-12T13:24:27.632" v="829" actId="47"/>
        <pc:sldMkLst>
          <pc:docMk/>
          <pc:sldMk cId="1814820390" sldId="579"/>
        </pc:sldMkLst>
        <pc:spChg chg="mod">
          <ac:chgData name="翟 锐" userId="fef11181f709266a" providerId="LiveId" clId="{10275908-82CB-4111-8AC1-0D131A21EACA}" dt="2020-08-12T13:24:21.713" v="828" actId="108"/>
          <ac:spMkLst>
            <pc:docMk/>
            <pc:sldMk cId="1814820390" sldId="579"/>
            <ac:spMk id="2" creationId="{1A343DEC-CFF6-41F5-B87C-0DFC08C67B76}"/>
          </ac:spMkLst>
        </pc:spChg>
      </pc:sldChg>
      <pc:sldChg chg="modSp add mod">
        <pc:chgData name="翟 锐" userId="fef11181f709266a" providerId="LiveId" clId="{10275908-82CB-4111-8AC1-0D131A21EACA}" dt="2020-08-12T13:25:58.553" v="833" actId="6549"/>
        <pc:sldMkLst>
          <pc:docMk/>
          <pc:sldMk cId="3171092185" sldId="579"/>
        </pc:sldMkLst>
        <pc:spChg chg="mod">
          <ac:chgData name="翟 锐" userId="fef11181f709266a" providerId="LiveId" clId="{10275908-82CB-4111-8AC1-0D131A21EACA}" dt="2020-08-12T13:25:58.553" v="833" actId="6549"/>
          <ac:spMkLst>
            <pc:docMk/>
            <pc:sldMk cId="3171092185" sldId="579"/>
            <ac:spMk id="2" creationId="{1A343DEC-CFF6-41F5-B87C-0DFC08C67B76}"/>
          </ac:spMkLst>
        </pc:spChg>
      </pc:sldChg>
      <pc:sldChg chg="modSp add mod">
        <pc:chgData name="翟 锐" userId="fef11181f709266a" providerId="LiveId" clId="{10275908-82CB-4111-8AC1-0D131A21EACA}" dt="2020-08-12T13:26:51.088" v="840" actId="6549"/>
        <pc:sldMkLst>
          <pc:docMk/>
          <pc:sldMk cId="779357039" sldId="580"/>
        </pc:sldMkLst>
        <pc:spChg chg="mod">
          <ac:chgData name="翟 锐" userId="fef11181f709266a" providerId="LiveId" clId="{10275908-82CB-4111-8AC1-0D131A21EACA}" dt="2020-08-12T13:26:51.088" v="840" actId="6549"/>
          <ac:spMkLst>
            <pc:docMk/>
            <pc:sldMk cId="779357039" sldId="580"/>
            <ac:spMk id="2" creationId="{1A343DEC-CFF6-41F5-B87C-0DFC08C67B76}"/>
          </ac:spMkLst>
        </pc:spChg>
      </pc:sldChg>
      <pc:sldChg chg="new del">
        <pc:chgData name="翟 锐" userId="fef11181f709266a" providerId="LiveId" clId="{10275908-82CB-4111-8AC1-0D131A21EACA}" dt="2020-08-12T13:22:43.997" v="796" actId="680"/>
        <pc:sldMkLst>
          <pc:docMk/>
          <pc:sldMk cId="1005647335" sldId="580"/>
        </pc:sldMkLst>
      </pc:sldChg>
      <pc:sldChg chg="modSp add del mod">
        <pc:chgData name="翟 锐" userId="fef11181f709266a" providerId="LiveId" clId="{10275908-82CB-4111-8AC1-0D131A21EACA}" dt="2020-08-12T13:23:01.211" v="801" actId="47"/>
        <pc:sldMkLst>
          <pc:docMk/>
          <pc:sldMk cId="4144684125" sldId="580"/>
        </pc:sldMkLst>
        <pc:spChg chg="mod">
          <ac:chgData name="翟 锐" userId="fef11181f709266a" providerId="LiveId" clId="{10275908-82CB-4111-8AC1-0D131A21EACA}" dt="2020-08-12T13:22:55.585" v="800"/>
          <ac:spMkLst>
            <pc:docMk/>
            <pc:sldMk cId="4144684125" sldId="580"/>
            <ac:spMk id="2" creationId="{1A343DEC-CFF6-41F5-B87C-0DFC08C67B76}"/>
          </ac:spMkLst>
        </pc:spChg>
      </pc:sldChg>
      <pc:sldChg chg="add del">
        <pc:chgData name="翟 锐" userId="fef11181f709266a" providerId="LiveId" clId="{10275908-82CB-4111-8AC1-0D131A21EACA}" dt="2020-08-12T15:48:37.966" v="1399" actId="47"/>
        <pc:sldMkLst>
          <pc:docMk/>
          <pc:sldMk cId="3998745401" sldId="581"/>
        </pc:sldMkLst>
      </pc:sldChg>
      <pc:sldChg chg="modSp add mod modAnim">
        <pc:chgData name="翟 锐" userId="fef11181f709266a" providerId="LiveId" clId="{10275908-82CB-4111-8AC1-0D131A21EACA}" dt="2020-08-12T13:38:44.833" v="889" actId="6549"/>
        <pc:sldMkLst>
          <pc:docMk/>
          <pc:sldMk cId="261589731" sldId="582"/>
        </pc:sldMkLst>
        <pc:spChg chg="mod">
          <ac:chgData name="翟 锐" userId="fef11181f709266a" providerId="LiveId" clId="{10275908-82CB-4111-8AC1-0D131A21EACA}" dt="2020-08-12T13:38:44.833" v="889" actId="6549"/>
          <ac:spMkLst>
            <pc:docMk/>
            <pc:sldMk cId="261589731" sldId="582"/>
            <ac:spMk id="2" creationId="{1A343DEC-CFF6-41F5-B87C-0DFC08C67B76}"/>
          </ac:spMkLst>
        </pc:spChg>
        <pc:spChg chg="mod">
          <ac:chgData name="翟 锐" userId="fef11181f709266a" providerId="LiveId" clId="{10275908-82CB-4111-8AC1-0D131A21EACA}" dt="2020-08-12T13:38:25.440" v="883"/>
          <ac:spMkLst>
            <pc:docMk/>
            <pc:sldMk cId="261589731" sldId="582"/>
            <ac:spMk id="35" creationId="{00000000-0000-0000-0000-000000000000}"/>
          </ac:spMkLst>
        </pc:spChg>
      </pc:sldChg>
      <pc:sldChg chg="modSp add mod ord">
        <pc:chgData name="翟 锐" userId="fef11181f709266a" providerId="LiveId" clId="{10275908-82CB-4111-8AC1-0D131A21EACA}" dt="2020-08-12T13:44:32.437" v="918"/>
        <pc:sldMkLst>
          <pc:docMk/>
          <pc:sldMk cId="1594480700" sldId="583"/>
        </pc:sldMkLst>
        <pc:spChg chg="mod">
          <ac:chgData name="翟 锐" userId="fef11181f709266a" providerId="LiveId" clId="{10275908-82CB-4111-8AC1-0D131A21EACA}" dt="2020-08-12T13:44:32.437" v="918"/>
          <ac:spMkLst>
            <pc:docMk/>
            <pc:sldMk cId="1594480700" sldId="583"/>
            <ac:spMk id="2" creationId="{1A343DEC-CFF6-41F5-B87C-0DFC08C67B76}"/>
          </ac:spMkLst>
        </pc:spChg>
      </pc:sldChg>
      <pc:sldChg chg="modSp add mod">
        <pc:chgData name="翟 锐" userId="fef11181f709266a" providerId="LiveId" clId="{10275908-82CB-4111-8AC1-0D131A21EACA}" dt="2020-08-12T13:39:06.006" v="900" actId="6549"/>
        <pc:sldMkLst>
          <pc:docMk/>
          <pc:sldMk cId="3771257398" sldId="584"/>
        </pc:sldMkLst>
        <pc:spChg chg="mod">
          <ac:chgData name="翟 锐" userId="fef11181f709266a" providerId="LiveId" clId="{10275908-82CB-4111-8AC1-0D131A21EACA}" dt="2020-08-12T13:39:06.006" v="900" actId="6549"/>
          <ac:spMkLst>
            <pc:docMk/>
            <pc:sldMk cId="3771257398" sldId="584"/>
            <ac:spMk id="2" creationId="{1A343DEC-CFF6-41F5-B87C-0DFC08C67B76}"/>
          </ac:spMkLst>
        </pc:spChg>
      </pc:sldChg>
      <pc:sldChg chg="modSp add mod">
        <pc:chgData name="翟 锐" userId="fef11181f709266a" providerId="LiveId" clId="{10275908-82CB-4111-8AC1-0D131A21EACA}" dt="2020-08-12T13:39:29.293" v="906" actId="6549"/>
        <pc:sldMkLst>
          <pc:docMk/>
          <pc:sldMk cId="2817423939" sldId="585"/>
        </pc:sldMkLst>
        <pc:spChg chg="mod">
          <ac:chgData name="翟 锐" userId="fef11181f709266a" providerId="LiveId" clId="{10275908-82CB-4111-8AC1-0D131A21EACA}" dt="2020-08-12T13:39:29.293" v="906" actId="6549"/>
          <ac:spMkLst>
            <pc:docMk/>
            <pc:sldMk cId="2817423939" sldId="585"/>
            <ac:spMk id="2" creationId="{1A343DEC-CFF6-41F5-B87C-0DFC08C67B76}"/>
          </ac:spMkLst>
        </pc:spChg>
      </pc:sldChg>
      <pc:sldChg chg="modSp add mod">
        <pc:chgData name="翟 锐" userId="fef11181f709266a" providerId="LiveId" clId="{10275908-82CB-4111-8AC1-0D131A21EACA}" dt="2020-08-12T13:54:26.979" v="921" actId="20577"/>
        <pc:sldMkLst>
          <pc:docMk/>
          <pc:sldMk cId="2748688468" sldId="586"/>
        </pc:sldMkLst>
        <pc:spChg chg="mod">
          <ac:chgData name="翟 锐" userId="fef11181f709266a" providerId="LiveId" clId="{10275908-82CB-4111-8AC1-0D131A21EACA}" dt="2020-08-12T13:54:26.979" v="921" actId="20577"/>
          <ac:spMkLst>
            <pc:docMk/>
            <pc:sldMk cId="2748688468" sldId="586"/>
            <ac:spMk id="2" creationId="{1A343DEC-CFF6-41F5-B87C-0DFC08C67B76}"/>
          </ac:spMkLst>
        </pc:spChg>
      </pc:sldChg>
      <pc:sldChg chg="addSp delSp modSp add mod ord">
        <pc:chgData name="翟 锐" userId="fef11181f709266a" providerId="LiveId" clId="{10275908-82CB-4111-8AC1-0D131A21EACA}" dt="2020-08-12T14:46:41.545" v="1053" actId="478"/>
        <pc:sldMkLst>
          <pc:docMk/>
          <pc:sldMk cId="4205128277" sldId="587"/>
        </pc:sldMkLst>
        <pc:spChg chg="del mod">
          <ac:chgData name="翟 锐" userId="fef11181f709266a" providerId="LiveId" clId="{10275908-82CB-4111-8AC1-0D131A21EACA}" dt="2020-08-12T14:46:41.545" v="1053" actId="478"/>
          <ac:spMkLst>
            <pc:docMk/>
            <pc:sldMk cId="4205128277" sldId="587"/>
            <ac:spMk id="2" creationId="{1A343DEC-CFF6-41F5-B87C-0DFC08C67B76}"/>
          </ac:spMkLst>
        </pc:spChg>
        <pc:spChg chg="mod">
          <ac:chgData name="翟 锐" userId="fef11181f709266a" providerId="LiveId" clId="{10275908-82CB-4111-8AC1-0D131A21EACA}" dt="2020-08-12T14:46:39.104" v="1052" actId="1076"/>
          <ac:spMkLst>
            <pc:docMk/>
            <pc:sldMk cId="4205128277" sldId="587"/>
            <ac:spMk id="7" creationId="{597CF2EA-6107-4614-9E4B-ACE3BC6CC88B}"/>
          </ac:spMkLst>
        </pc:spChg>
        <pc:spChg chg="mod">
          <ac:chgData name="翟 锐" userId="fef11181f709266a" providerId="LiveId" clId="{10275908-82CB-4111-8AC1-0D131A21EACA}" dt="2020-08-12T14:46:39.104" v="1052" actId="1076"/>
          <ac:spMkLst>
            <pc:docMk/>
            <pc:sldMk cId="4205128277" sldId="587"/>
            <ac:spMk id="8" creationId="{15B5E778-DAA3-42DA-98B6-22D45ABA6166}"/>
          </ac:spMkLst>
        </pc:spChg>
        <pc:spChg chg="mod">
          <ac:chgData name="翟 锐" userId="fef11181f709266a" providerId="LiveId" clId="{10275908-82CB-4111-8AC1-0D131A21EACA}" dt="2020-08-12T14:46:39.104" v="1052" actId="1076"/>
          <ac:spMkLst>
            <pc:docMk/>
            <pc:sldMk cId="4205128277" sldId="587"/>
            <ac:spMk id="9" creationId="{8D64E96D-99CF-47D3-97B9-E94B5F75903F}"/>
          </ac:spMkLst>
        </pc:spChg>
        <pc:spChg chg="mod">
          <ac:chgData name="翟 锐" userId="fef11181f709266a" providerId="LiveId" clId="{10275908-82CB-4111-8AC1-0D131A21EACA}" dt="2020-08-12T14:46:39.104" v="1052" actId="1076"/>
          <ac:spMkLst>
            <pc:docMk/>
            <pc:sldMk cId="4205128277" sldId="587"/>
            <ac:spMk id="10" creationId="{921FF024-4EAB-47F1-BA30-7E07871A7D3D}"/>
          </ac:spMkLst>
        </pc:spChg>
        <pc:spChg chg="mod">
          <ac:chgData name="翟 锐" userId="fef11181f709266a" providerId="LiveId" clId="{10275908-82CB-4111-8AC1-0D131A21EACA}" dt="2020-08-12T14:46:39.104" v="1052" actId="1076"/>
          <ac:spMkLst>
            <pc:docMk/>
            <pc:sldMk cId="4205128277" sldId="587"/>
            <ac:spMk id="11" creationId="{469B5221-9077-41E2-9252-ADD287A0FA65}"/>
          </ac:spMkLst>
        </pc:spChg>
        <pc:spChg chg="mod">
          <ac:chgData name="翟 锐" userId="fef11181f709266a" providerId="LiveId" clId="{10275908-82CB-4111-8AC1-0D131A21EACA}" dt="2020-08-12T14:46:39.104" v="1052" actId="1076"/>
          <ac:spMkLst>
            <pc:docMk/>
            <pc:sldMk cId="4205128277" sldId="587"/>
            <ac:spMk id="12" creationId="{DA555BD8-1229-4F09-822A-F1C60D45E012}"/>
          </ac:spMkLst>
        </pc:spChg>
        <pc:spChg chg="mod">
          <ac:chgData name="翟 锐" userId="fef11181f709266a" providerId="LiveId" clId="{10275908-82CB-4111-8AC1-0D131A21EACA}" dt="2020-08-12T14:46:39.104" v="1052" actId="1076"/>
          <ac:spMkLst>
            <pc:docMk/>
            <pc:sldMk cId="4205128277" sldId="587"/>
            <ac:spMk id="13" creationId="{02C6022A-1118-4D78-9322-666C740AECD8}"/>
          </ac:spMkLst>
        </pc:spChg>
        <pc:spChg chg="mod">
          <ac:chgData name="翟 锐" userId="fef11181f709266a" providerId="LiveId" clId="{10275908-82CB-4111-8AC1-0D131A21EACA}" dt="2020-08-12T14:46:39.104" v="1052" actId="1076"/>
          <ac:spMkLst>
            <pc:docMk/>
            <pc:sldMk cId="4205128277" sldId="587"/>
            <ac:spMk id="14" creationId="{4DE51BE7-210E-4A38-A8BD-A87B427B6117}"/>
          </ac:spMkLst>
        </pc:spChg>
        <pc:spChg chg="mod">
          <ac:chgData name="翟 锐" userId="fef11181f709266a" providerId="LiveId" clId="{10275908-82CB-4111-8AC1-0D131A21EACA}" dt="2020-08-12T14:46:39.104" v="1052" actId="1076"/>
          <ac:spMkLst>
            <pc:docMk/>
            <pc:sldMk cId="4205128277" sldId="587"/>
            <ac:spMk id="15" creationId="{7732155B-B5FA-4AD0-A95C-54475B636C55}"/>
          </ac:spMkLst>
        </pc:spChg>
        <pc:spChg chg="mod">
          <ac:chgData name="翟 锐" userId="fef11181f709266a" providerId="LiveId" clId="{10275908-82CB-4111-8AC1-0D131A21EACA}" dt="2020-08-12T14:46:39.104" v="1052" actId="1076"/>
          <ac:spMkLst>
            <pc:docMk/>
            <pc:sldMk cId="4205128277" sldId="587"/>
            <ac:spMk id="16" creationId="{75CEAEC6-A42E-4232-8CDE-5AB6A978C82E}"/>
          </ac:spMkLst>
        </pc:spChg>
        <pc:spChg chg="mod">
          <ac:chgData name="翟 锐" userId="fef11181f709266a" providerId="LiveId" clId="{10275908-82CB-4111-8AC1-0D131A21EACA}" dt="2020-08-12T14:46:39.104" v="1052" actId="1076"/>
          <ac:spMkLst>
            <pc:docMk/>
            <pc:sldMk cId="4205128277" sldId="587"/>
            <ac:spMk id="17" creationId="{FFF18E4F-0997-4AAF-A193-41619F8C5642}"/>
          </ac:spMkLst>
        </pc:spChg>
        <pc:spChg chg="mod">
          <ac:chgData name="翟 锐" userId="fef11181f709266a" providerId="LiveId" clId="{10275908-82CB-4111-8AC1-0D131A21EACA}" dt="2020-08-12T14:46:39.104" v="1052" actId="1076"/>
          <ac:spMkLst>
            <pc:docMk/>
            <pc:sldMk cId="4205128277" sldId="587"/>
            <ac:spMk id="18" creationId="{C08FB381-FA3F-4642-862F-531D79DBFFEE}"/>
          </ac:spMkLst>
        </pc:spChg>
        <pc:spChg chg="mod">
          <ac:chgData name="翟 锐" userId="fef11181f709266a" providerId="LiveId" clId="{10275908-82CB-4111-8AC1-0D131A21EACA}" dt="2020-08-12T14:46:39.104" v="1052" actId="1076"/>
          <ac:spMkLst>
            <pc:docMk/>
            <pc:sldMk cId="4205128277" sldId="587"/>
            <ac:spMk id="19" creationId="{09848156-EA8C-4FB2-BB36-BF8B7C6B4B8D}"/>
          </ac:spMkLst>
        </pc:spChg>
        <pc:spChg chg="mod">
          <ac:chgData name="翟 锐" userId="fef11181f709266a" providerId="LiveId" clId="{10275908-82CB-4111-8AC1-0D131A21EACA}" dt="2020-08-12T14:46:39.104" v="1052" actId="1076"/>
          <ac:spMkLst>
            <pc:docMk/>
            <pc:sldMk cId="4205128277" sldId="587"/>
            <ac:spMk id="20" creationId="{DB60C12E-AEFA-4064-8194-BB28837D8010}"/>
          </ac:spMkLst>
        </pc:spChg>
        <pc:spChg chg="mod">
          <ac:chgData name="翟 锐" userId="fef11181f709266a" providerId="LiveId" clId="{10275908-82CB-4111-8AC1-0D131A21EACA}" dt="2020-08-12T14:46:39.104" v="1052" actId="1076"/>
          <ac:spMkLst>
            <pc:docMk/>
            <pc:sldMk cId="4205128277" sldId="587"/>
            <ac:spMk id="21" creationId="{156CEF87-177C-49E5-A799-0A0D76AB0AFB}"/>
          </ac:spMkLst>
        </pc:spChg>
        <pc:spChg chg="mod">
          <ac:chgData name="翟 锐" userId="fef11181f709266a" providerId="LiveId" clId="{10275908-82CB-4111-8AC1-0D131A21EACA}" dt="2020-08-12T14:46:39.104" v="1052" actId="1076"/>
          <ac:spMkLst>
            <pc:docMk/>
            <pc:sldMk cId="4205128277" sldId="587"/>
            <ac:spMk id="22" creationId="{A96023E6-7491-4671-8C1B-A6A791F19FE4}"/>
          </ac:spMkLst>
        </pc:spChg>
        <pc:spChg chg="mod">
          <ac:chgData name="翟 锐" userId="fef11181f709266a" providerId="LiveId" clId="{10275908-82CB-4111-8AC1-0D131A21EACA}" dt="2020-08-12T14:46:39.104" v="1052" actId="1076"/>
          <ac:spMkLst>
            <pc:docMk/>
            <pc:sldMk cId="4205128277" sldId="587"/>
            <ac:spMk id="23" creationId="{2227A6C4-65EF-4587-82C5-C3744250026A}"/>
          </ac:spMkLst>
        </pc:spChg>
        <pc:spChg chg="mod">
          <ac:chgData name="翟 锐" userId="fef11181f709266a" providerId="LiveId" clId="{10275908-82CB-4111-8AC1-0D131A21EACA}" dt="2020-08-12T14:46:39.104" v="1052" actId="1076"/>
          <ac:spMkLst>
            <pc:docMk/>
            <pc:sldMk cId="4205128277" sldId="587"/>
            <ac:spMk id="24" creationId="{122FD740-6573-46FE-9814-DDB4945B9D16}"/>
          </ac:spMkLst>
        </pc:spChg>
        <pc:spChg chg="mod">
          <ac:chgData name="翟 锐" userId="fef11181f709266a" providerId="LiveId" clId="{10275908-82CB-4111-8AC1-0D131A21EACA}" dt="2020-08-12T14:46:39.104" v="1052" actId="1076"/>
          <ac:spMkLst>
            <pc:docMk/>
            <pc:sldMk cId="4205128277" sldId="587"/>
            <ac:spMk id="25" creationId="{92EE7037-A02A-4398-9CF7-DF0475BD5051}"/>
          </ac:spMkLst>
        </pc:spChg>
        <pc:spChg chg="mod">
          <ac:chgData name="翟 锐" userId="fef11181f709266a" providerId="LiveId" clId="{10275908-82CB-4111-8AC1-0D131A21EACA}" dt="2020-08-12T14:46:39.104" v="1052" actId="1076"/>
          <ac:spMkLst>
            <pc:docMk/>
            <pc:sldMk cId="4205128277" sldId="587"/>
            <ac:spMk id="26" creationId="{648F5717-3FF8-477F-AEBC-34E5B56E19F1}"/>
          </ac:spMkLst>
        </pc:spChg>
        <pc:spChg chg="mod">
          <ac:chgData name="翟 锐" userId="fef11181f709266a" providerId="LiveId" clId="{10275908-82CB-4111-8AC1-0D131A21EACA}" dt="2020-08-12T14:46:39.104" v="1052" actId="1076"/>
          <ac:spMkLst>
            <pc:docMk/>
            <pc:sldMk cId="4205128277" sldId="587"/>
            <ac:spMk id="27" creationId="{DABD5237-D265-4CC3-8EDC-005D6588CADF}"/>
          </ac:spMkLst>
        </pc:spChg>
        <pc:spChg chg="mod">
          <ac:chgData name="翟 锐" userId="fef11181f709266a" providerId="LiveId" clId="{10275908-82CB-4111-8AC1-0D131A21EACA}" dt="2020-08-12T14:46:39.104" v="1052" actId="1076"/>
          <ac:spMkLst>
            <pc:docMk/>
            <pc:sldMk cId="4205128277" sldId="587"/>
            <ac:spMk id="28" creationId="{7E8214CC-6533-41A6-A699-6925ADCBAA0C}"/>
          </ac:spMkLst>
        </pc:spChg>
        <pc:spChg chg="mod">
          <ac:chgData name="翟 锐" userId="fef11181f709266a" providerId="LiveId" clId="{10275908-82CB-4111-8AC1-0D131A21EACA}" dt="2020-08-12T14:46:39.104" v="1052" actId="1076"/>
          <ac:spMkLst>
            <pc:docMk/>
            <pc:sldMk cId="4205128277" sldId="587"/>
            <ac:spMk id="29" creationId="{BEB36144-A3A7-4D9A-9B27-309C64B07E9D}"/>
          </ac:spMkLst>
        </pc:spChg>
        <pc:spChg chg="mod">
          <ac:chgData name="翟 锐" userId="fef11181f709266a" providerId="LiveId" clId="{10275908-82CB-4111-8AC1-0D131A21EACA}" dt="2020-08-12T14:46:39.104" v="1052" actId="1076"/>
          <ac:spMkLst>
            <pc:docMk/>
            <pc:sldMk cId="4205128277" sldId="587"/>
            <ac:spMk id="30" creationId="{D8CAF723-50DE-42CB-AB1E-1E55EB86A1B0}"/>
          </ac:spMkLst>
        </pc:spChg>
        <pc:grpChg chg="add mod">
          <ac:chgData name="翟 锐" userId="fef11181f709266a" providerId="LiveId" clId="{10275908-82CB-4111-8AC1-0D131A21EACA}" dt="2020-08-12T14:46:39.104" v="1052" actId="1076"/>
          <ac:grpSpMkLst>
            <pc:docMk/>
            <pc:sldMk cId="4205128277" sldId="587"/>
            <ac:grpSpMk id="6" creationId="{93414399-1B14-432D-ADA5-036933386850}"/>
          </ac:grpSpMkLst>
        </pc:grpChg>
      </pc:sldChg>
      <pc:sldChg chg="delSp modSp add mod modAnim">
        <pc:chgData name="翟 锐" userId="fef11181f709266a" providerId="LiveId" clId="{10275908-82CB-4111-8AC1-0D131A21EACA}" dt="2020-08-12T14:47:17.386" v="1062"/>
        <pc:sldMkLst>
          <pc:docMk/>
          <pc:sldMk cId="850308225" sldId="588"/>
        </pc:sldMkLst>
        <pc:spChg chg="mod">
          <ac:chgData name="翟 锐" userId="fef11181f709266a" providerId="LiveId" clId="{10275908-82CB-4111-8AC1-0D131A21EACA}" dt="2020-08-12T14:47:14.513" v="1059" actId="21"/>
          <ac:spMkLst>
            <pc:docMk/>
            <pc:sldMk cId="850308225" sldId="588"/>
            <ac:spMk id="2" creationId="{1A343DEC-CFF6-41F5-B87C-0DFC08C67B76}"/>
          </ac:spMkLst>
        </pc:spChg>
        <pc:spChg chg="mod">
          <ac:chgData name="翟 锐" userId="fef11181f709266a" providerId="LiveId" clId="{10275908-82CB-4111-8AC1-0D131A21EACA}" dt="2020-08-12T14:47:17.386" v="1062"/>
          <ac:spMkLst>
            <pc:docMk/>
            <pc:sldMk cId="850308225" sldId="588"/>
            <ac:spMk id="35" creationId="{00000000-0000-0000-0000-000000000000}"/>
          </ac:spMkLst>
        </pc:spChg>
        <pc:grpChg chg="del">
          <ac:chgData name="翟 锐" userId="fef11181f709266a" providerId="LiveId" clId="{10275908-82CB-4111-8AC1-0D131A21EACA}" dt="2020-08-12T14:37:32.973" v="945" actId="478"/>
          <ac:grpSpMkLst>
            <pc:docMk/>
            <pc:sldMk cId="850308225" sldId="588"/>
            <ac:grpSpMk id="6" creationId="{93414399-1B14-432D-ADA5-036933386850}"/>
          </ac:grpSpMkLst>
        </pc:grpChg>
      </pc:sldChg>
      <pc:sldChg chg="delSp modSp add mod">
        <pc:chgData name="翟 锐" userId="fef11181f709266a" providerId="LiveId" clId="{10275908-82CB-4111-8AC1-0D131A21EACA}" dt="2020-08-12T14:48:10.613" v="1067"/>
        <pc:sldMkLst>
          <pc:docMk/>
          <pc:sldMk cId="1817544442" sldId="589"/>
        </pc:sldMkLst>
        <pc:spChg chg="mod">
          <ac:chgData name="翟 锐" userId="fef11181f709266a" providerId="LiveId" clId="{10275908-82CB-4111-8AC1-0D131A21EACA}" dt="2020-08-12T14:40:50.864" v="955" actId="6549"/>
          <ac:spMkLst>
            <pc:docMk/>
            <pc:sldMk cId="1817544442" sldId="589"/>
            <ac:spMk id="2" creationId="{1A343DEC-CFF6-41F5-B87C-0DFC08C67B76}"/>
          </ac:spMkLst>
        </pc:spChg>
        <pc:spChg chg="mod">
          <ac:chgData name="翟 锐" userId="fef11181f709266a" providerId="LiveId" clId="{10275908-82CB-4111-8AC1-0D131A21EACA}" dt="2020-08-12T14:48:10.613" v="1067"/>
          <ac:spMkLst>
            <pc:docMk/>
            <pc:sldMk cId="1817544442" sldId="589"/>
            <ac:spMk id="35" creationId="{00000000-0000-0000-0000-000000000000}"/>
          </ac:spMkLst>
        </pc:spChg>
        <pc:grpChg chg="del">
          <ac:chgData name="翟 锐" userId="fef11181f709266a" providerId="LiveId" clId="{10275908-82CB-4111-8AC1-0D131A21EACA}" dt="2020-08-12T14:40:41.365" v="949" actId="478"/>
          <ac:grpSpMkLst>
            <pc:docMk/>
            <pc:sldMk cId="1817544442" sldId="589"/>
            <ac:grpSpMk id="6" creationId="{93414399-1B14-432D-ADA5-036933386850}"/>
          </ac:grpSpMkLst>
        </pc:grpChg>
      </pc:sldChg>
      <pc:sldChg chg="delSp modSp add mod">
        <pc:chgData name="翟 锐" userId="fef11181f709266a" providerId="LiveId" clId="{10275908-82CB-4111-8AC1-0D131A21EACA}" dt="2020-08-12T14:48:34.182" v="1074" actId="6549"/>
        <pc:sldMkLst>
          <pc:docMk/>
          <pc:sldMk cId="685558447" sldId="590"/>
        </pc:sldMkLst>
        <pc:spChg chg="mod">
          <ac:chgData name="翟 锐" userId="fef11181f709266a" providerId="LiveId" clId="{10275908-82CB-4111-8AC1-0D131A21EACA}" dt="2020-08-12T14:48:34.182" v="1074" actId="6549"/>
          <ac:spMkLst>
            <pc:docMk/>
            <pc:sldMk cId="685558447" sldId="590"/>
            <ac:spMk id="2" creationId="{1A343DEC-CFF6-41F5-B87C-0DFC08C67B76}"/>
          </ac:spMkLst>
        </pc:spChg>
        <pc:spChg chg="mod">
          <ac:chgData name="翟 锐" userId="fef11181f709266a" providerId="LiveId" clId="{10275908-82CB-4111-8AC1-0D131A21EACA}" dt="2020-08-12T14:48:15.003" v="1070"/>
          <ac:spMkLst>
            <pc:docMk/>
            <pc:sldMk cId="685558447" sldId="590"/>
            <ac:spMk id="35" creationId="{00000000-0000-0000-0000-000000000000}"/>
          </ac:spMkLst>
        </pc:spChg>
        <pc:grpChg chg="del">
          <ac:chgData name="翟 锐" userId="fef11181f709266a" providerId="LiveId" clId="{10275908-82CB-4111-8AC1-0D131A21EACA}" dt="2020-08-12T14:41:01.187" v="956" actId="478"/>
          <ac:grpSpMkLst>
            <pc:docMk/>
            <pc:sldMk cId="685558447" sldId="590"/>
            <ac:grpSpMk id="6" creationId="{93414399-1B14-432D-ADA5-036933386850}"/>
          </ac:grpSpMkLst>
        </pc:grpChg>
      </pc:sldChg>
      <pc:sldChg chg="modSp add">
        <pc:chgData name="翟 锐" userId="fef11181f709266a" providerId="LiveId" clId="{10275908-82CB-4111-8AC1-0D131A21EACA}" dt="2020-08-12T14:44:21.979" v="1007" actId="20577"/>
        <pc:sldMkLst>
          <pc:docMk/>
          <pc:sldMk cId="1241660107" sldId="591"/>
        </pc:sldMkLst>
        <pc:spChg chg="mod">
          <ac:chgData name="翟 锐" userId="fef11181f709266a" providerId="LiveId" clId="{10275908-82CB-4111-8AC1-0D131A21EACA}" dt="2020-08-12T14:44:21.979" v="1007" actId="20577"/>
          <ac:spMkLst>
            <pc:docMk/>
            <pc:sldMk cId="1241660107" sldId="591"/>
            <ac:spMk id="2" creationId="{00000000-0000-0000-0000-000000000000}"/>
          </ac:spMkLst>
        </pc:spChg>
      </pc:sldChg>
      <pc:sldChg chg="delSp modSp add mod">
        <pc:chgData name="翟 锐" userId="fef11181f709266a" providerId="LiveId" clId="{10275908-82CB-4111-8AC1-0D131A21EACA}" dt="2020-08-12T14:45:04.414" v="1019" actId="20577"/>
        <pc:sldMkLst>
          <pc:docMk/>
          <pc:sldMk cId="661421327" sldId="592"/>
        </pc:sldMkLst>
        <pc:spChg chg="mod">
          <ac:chgData name="翟 锐" userId="fef11181f709266a" providerId="LiveId" clId="{10275908-82CB-4111-8AC1-0D131A21EACA}" dt="2020-08-12T14:45:04.414" v="1019" actId="20577"/>
          <ac:spMkLst>
            <pc:docMk/>
            <pc:sldMk cId="661421327" sldId="592"/>
            <ac:spMk id="2" creationId="{1A343DEC-CFF6-41F5-B87C-0DFC08C67B76}"/>
          </ac:spMkLst>
        </pc:spChg>
        <pc:grpChg chg="del">
          <ac:chgData name="翟 锐" userId="fef11181f709266a" providerId="LiveId" clId="{10275908-82CB-4111-8AC1-0D131A21EACA}" dt="2020-08-12T14:44:46.863" v="1009" actId="478"/>
          <ac:grpSpMkLst>
            <pc:docMk/>
            <pc:sldMk cId="661421327" sldId="592"/>
            <ac:grpSpMk id="6" creationId="{93414399-1B14-432D-ADA5-036933386850}"/>
          </ac:grpSpMkLst>
        </pc:grpChg>
      </pc:sldChg>
      <pc:sldChg chg="modSp add mod ord">
        <pc:chgData name="翟 锐" userId="fef11181f709266a" providerId="LiveId" clId="{10275908-82CB-4111-8AC1-0D131A21EACA}" dt="2020-08-12T14:46:25.439" v="1051" actId="6549"/>
        <pc:sldMkLst>
          <pc:docMk/>
          <pc:sldMk cId="2843123516" sldId="593"/>
        </pc:sldMkLst>
        <pc:spChg chg="mod">
          <ac:chgData name="翟 锐" userId="fef11181f709266a" providerId="LiveId" clId="{10275908-82CB-4111-8AC1-0D131A21EACA}" dt="2020-08-12T14:46:25.439" v="1051" actId="6549"/>
          <ac:spMkLst>
            <pc:docMk/>
            <pc:sldMk cId="2843123516" sldId="593"/>
            <ac:spMk id="2" creationId="{1A343DEC-CFF6-41F5-B87C-0DFC08C67B76}"/>
          </ac:spMkLst>
        </pc:spChg>
      </pc:sldChg>
      <pc:sldChg chg="modSp add mod modAnim">
        <pc:chgData name="翟 锐" userId="fef11181f709266a" providerId="LiveId" clId="{10275908-82CB-4111-8AC1-0D131A21EACA}" dt="2020-08-12T14:49:52.462" v="1095"/>
        <pc:sldMkLst>
          <pc:docMk/>
          <pc:sldMk cId="3055817303" sldId="594"/>
        </pc:sldMkLst>
        <pc:spChg chg="mod">
          <ac:chgData name="翟 锐" userId="fef11181f709266a" providerId="LiveId" clId="{10275908-82CB-4111-8AC1-0D131A21EACA}" dt="2020-08-12T14:49:44.859" v="1086" actId="21"/>
          <ac:spMkLst>
            <pc:docMk/>
            <pc:sldMk cId="3055817303" sldId="594"/>
            <ac:spMk id="2" creationId="{1A343DEC-CFF6-41F5-B87C-0DFC08C67B76}"/>
          </ac:spMkLst>
        </pc:spChg>
        <pc:spChg chg="mod">
          <ac:chgData name="翟 锐" userId="fef11181f709266a" providerId="LiveId" clId="{10275908-82CB-4111-8AC1-0D131A21EACA}" dt="2020-08-12T14:49:52.462" v="1095"/>
          <ac:spMkLst>
            <pc:docMk/>
            <pc:sldMk cId="3055817303" sldId="594"/>
            <ac:spMk id="35" creationId="{00000000-0000-0000-0000-000000000000}"/>
          </ac:spMkLst>
        </pc:spChg>
      </pc:sldChg>
      <pc:sldChg chg="addSp modSp add modAnim modNotesTx">
        <pc:chgData name="翟 锐" userId="fef11181f709266a" providerId="LiveId" clId="{10275908-82CB-4111-8AC1-0D131A21EACA}" dt="2020-08-12T14:49:15.058" v="1080"/>
        <pc:sldMkLst>
          <pc:docMk/>
          <pc:sldMk cId="363145086" sldId="595"/>
        </pc:sldMkLst>
        <pc:picChg chg="add mod">
          <ac:chgData name="翟 锐" userId="fef11181f709266a" providerId="LiveId" clId="{10275908-82CB-4111-8AC1-0D131A21EACA}" dt="2020-08-12T14:49:05.825" v="1079" actId="14100"/>
          <ac:picMkLst>
            <pc:docMk/>
            <pc:sldMk cId="363145086" sldId="595"/>
            <ac:picMk id="6" creationId="{1FC625FB-239C-49EE-A6E2-6C263647896F}"/>
          </ac:picMkLst>
        </pc:picChg>
      </pc:sldChg>
      <pc:sldChg chg="add">
        <pc:chgData name="翟 锐" userId="fef11181f709266a" providerId="LiveId" clId="{10275908-82CB-4111-8AC1-0D131A21EACA}" dt="2020-08-12T14:44:53.033" v="1013"/>
        <pc:sldMkLst>
          <pc:docMk/>
          <pc:sldMk cId="3722139504" sldId="596"/>
        </pc:sldMkLst>
      </pc:sldChg>
      <pc:sldChg chg="modSp add">
        <pc:chgData name="翟 锐" userId="fef11181f709266a" providerId="LiveId" clId="{10275908-82CB-4111-8AC1-0D131A21EACA}" dt="2020-08-12T14:53:03.622" v="1097" actId="20577"/>
        <pc:sldMkLst>
          <pc:docMk/>
          <pc:sldMk cId="1318928078" sldId="597"/>
        </pc:sldMkLst>
        <pc:spChg chg="mod">
          <ac:chgData name="翟 锐" userId="fef11181f709266a" providerId="LiveId" clId="{10275908-82CB-4111-8AC1-0D131A21EACA}" dt="2020-08-12T14:53:03.622" v="1097" actId="20577"/>
          <ac:spMkLst>
            <pc:docMk/>
            <pc:sldMk cId="1318928078" sldId="597"/>
            <ac:spMk id="2" creationId="{00000000-0000-0000-0000-000000000000}"/>
          </ac:spMkLst>
        </pc:spChg>
      </pc:sldChg>
      <pc:sldChg chg="modSp add mod">
        <pc:chgData name="翟 锐" userId="fef11181f709266a" providerId="LiveId" clId="{10275908-82CB-4111-8AC1-0D131A21EACA}" dt="2020-08-12T14:53:35.258" v="1107" actId="12"/>
        <pc:sldMkLst>
          <pc:docMk/>
          <pc:sldMk cId="3981761768" sldId="598"/>
        </pc:sldMkLst>
        <pc:spChg chg="mod">
          <ac:chgData name="翟 锐" userId="fef11181f709266a" providerId="LiveId" clId="{10275908-82CB-4111-8AC1-0D131A21EACA}" dt="2020-08-12T14:53:35.258" v="1107" actId="12"/>
          <ac:spMkLst>
            <pc:docMk/>
            <pc:sldMk cId="3981761768" sldId="598"/>
            <ac:spMk id="2" creationId="{1A343DEC-CFF6-41F5-B87C-0DFC08C67B76}"/>
          </ac:spMkLst>
        </pc:spChg>
      </pc:sldChg>
      <pc:sldChg chg="modSp add mod">
        <pc:chgData name="翟 锐" userId="fef11181f709266a" providerId="LiveId" clId="{10275908-82CB-4111-8AC1-0D131A21EACA}" dt="2020-08-12T14:53:54.686" v="1113" actId="12"/>
        <pc:sldMkLst>
          <pc:docMk/>
          <pc:sldMk cId="1329126494" sldId="599"/>
        </pc:sldMkLst>
        <pc:spChg chg="mod">
          <ac:chgData name="翟 锐" userId="fef11181f709266a" providerId="LiveId" clId="{10275908-82CB-4111-8AC1-0D131A21EACA}" dt="2020-08-12T14:53:54.686" v="1113" actId="12"/>
          <ac:spMkLst>
            <pc:docMk/>
            <pc:sldMk cId="1329126494" sldId="599"/>
            <ac:spMk id="2" creationId="{1A343DEC-CFF6-41F5-B87C-0DFC08C67B76}"/>
          </ac:spMkLst>
        </pc:spChg>
      </pc:sldChg>
      <pc:sldChg chg="modSp add mod">
        <pc:chgData name="翟 锐" userId="fef11181f709266a" providerId="LiveId" clId="{10275908-82CB-4111-8AC1-0D131A21EACA}" dt="2020-08-12T14:54:40.460" v="1118" actId="20577"/>
        <pc:sldMkLst>
          <pc:docMk/>
          <pc:sldMk cId="1744918970" sldId="600"/>
        </pc:sldMkLst>
        <pc:spChg chg="mod">
          <ac:chgData name="翟 锐" userId="fef11181f709266a" providerId="LiveId" clId="{10275908-82CB-4111-8AC1-0D131A21EACA}" dt="2020-08-12T14:54:40.460" v="1118" actId="20577"/>
          <ac:spMkLst>
            <pc:docMk/>
            <pc:sldMk cId="1744918970" sldId="600"/>
            <ac:spMk id="2" creationId="{1A343DEC-CFF6-41F5-B87C-0DFC08C67B76}"/>
          </ac:spMkLst>
        </pc:spChg>
      </pc:sldChg>
      <pc:sldChg chg="add del">
        <pc:chgData name="翟 锐" userId="fef11181f709266a" providerId="LiveId" clId="{10275908-82CB-4111-8AC1-0D131A21EACA}" dt="2020-08-12T14:54:49.757" v="1122"/>
        <pc:sldMkLst>
          <pc:docMk/>
          <pc:sldMk cId="260787842" sldId="601"/>
        </pc:sldMkLst>
      </pc:sldChg>
      <pc:sldChg chg="modSp add mod">
        <pc:chgData name="翟 锐" userId="fef11181f709266a" providerId="LiveId" clId="{10275908-82CB-4111-8AC1-0D131A21EACA}" dt="2020-08-12T15:42:13.200" v="1225" actId="6549"/>
        <pc:sldMkLst>
          <pc:docMk/>
          <pc:sldMk cId="2101326762" sldId="601"/>
        </pc:sldMkLst>
        <pc:spChg chg="mod">
          <ac:chgData name="翟 锐" userId="fef11181f709266a" providerId="LiveId" clId="{10275908-82CB-4111-8AC1-0D131A21EACA}" dt="2020-08-12T15:42:13.200" v="1225" actId="6549"/>
          <ac:spMkLst>
            <pc:docMk/>
            <pc:sldMk cId="2101326762" sldId="601"/>
            <ac:spMk id="2" creationId="{1A343DEC-CFF6-41F5-B87C-0DFC08C67B76}"/>
          </ac:spMkLst>
        </pc:spChg>
        <pc:spChg chg="mod">
          <ac:chgData name="翟 锐" userId="fef11181f709266a" providerId="LiveId" clId="{10275908-82CB-4111-8AC1-0D131A21EACA}" dt="2020-08-12T15:41:53.336" v="1216"/>
          <ac:spMkLst>
            <pc:docMk/>
            <pc:sldMk cId="2101326762" sldId="601"/>
            <ac:spMk id="35" creationId="{00000000-0000-0000-0000-000000000000}"/>
          </ac:spMkLst>
        </pc:spChg>
      </pc:sldChg>
      <pc:sldChg chg="new del">
        <pc:chgData name="翟 锐" userId="fef11181f709266a" providerId="LiveId" clId="{10275908-82CB-4111-8AC1-0D131A21EACA}" dt="2020-08-12T15:04:43.309" v="1125" actId="680"/>
        <pc:sldMkLst>
          <pc:docMk/>
          <pc:sldMk cId="3698951006" sldId="601"/>
        </pc:sldMkLst>
      </pc:sldChg>
      <pc:sldChg chg="new del">
        <pc:chgData name="翟 锐" userId="fef11181f709266a" providerId="LiveId" clId="{10275908-82CB-4111-8AC1-0D131A21EACA}" dt="2020-08-12T15:06:56.351" v="1163" actId="680"/>
        <pc:sldMkLst>
          <pc:docMk/>
          <pc:sldMk cId="147127502" sldId="602"/>
        </pc:sldMkLst>
      </pc:sldChg>
      <pc:sldChg chg="add del">
        <pc:chgData name="翟 锐" userId="fef11181f709266a" providerId="LiveId" clId="{10275908-82CB-4111-8AC1-0D131A21EACA}" dt="2020-08-12T14:54:49.417" v="1121"/>
        <pc:sldMkLst>
          <pc:docMk/>
          <pc:sldMk cId="1722327393" sldId="602"/>
        </pc:sldMkLst>
      </pc:sldChg>
      <pc:sldChg chg="add">
        <pc:chgData name="翟 锐" userId="fef11181f709266a" providerId="LiveId" clId="{10275908-82CB-4111-8AC1-0D131A21EACA}" dt="2020-08-12T15:06:58.645" v="1164"/>
        <pc:sldMkLst>
          <pc:docMk/>
          <pc:sldMk cId="2142524837" sldId="602"/>
        </pc:sldMkLst>
      </pc:sldChg>
      <pc:sldChg chg="modSp add mod">
        <pc:chgData name="翟 锐" userId="fef11181f709266a" providerId="LiveId" clId="{10275908-82CB-4111-8AC1-0D131A21EACA}" dt="2020-08-12T15:41:40.578" v="1202"/>
        <pc:sldMkLst>
          <pc:docMk/>
          <pc:sldMk cId="2952034791" sldId="603"/>
        </pc:sldMkLst>
        <pc:spChg chg="mod">
          <ac:chgData name="翟 锐" userId="fef11181f709266a" providerId="LiveId" clId="{10275908-82CB-4111-8AC1-0D131A21EACA}" dt="2020-08-12T15:08:27.787" v="1182" actId="6549"/>
          <ac:spMkLst>
            <pc:docMk/>
            <pc:sldMk cId="2952034791" sldId="603"/>
            <ac:spMk id="2" creationId="{1A343DEC-CFF6-41F5-B87C-0DFC08C67B76}"/>
          </ac:spMkLst>
        </pc:spChg>
        <pc:spChg chg="mod">
          <ac:chgData name="翟 锐" userId="fef11181f709266a" providerId="LiveId" clId="{10275908-82CB-4111-8AC1-0D131A21EACA}" dt="2020-08-12T15:41:40.578" v="1202"/>
          <ac:spMkLst>
            <pc:docMk/>
            <pc:sldMk cId="2952034791" sldId="603"/>
            <ac:spMk id="35" creationId="{00000000-0000-0000-0000-000000000000}"/>
          </ac:spMkLst>
        </pc:spChg>
      </pc:sldChg>
      <pc:sldChg chg="delSp add mod">
        <pc:chgData name="翟 锐" userId="fef11181f709266a" providerId="LiveId" clId="{10275908-82CB-4111-8AC1-0D131A21EACA}" dt="2020-08-12T15:16:18.508" v="1185" actId="478"/>
        <pc:sldMkLst>
          <pc:docMk/>
          <pc:sldMk cId="3459061754" sldId="604"/>
        </pc:sldMkLst>
        <pc:picChg chg="del">
          <ac:chgData name="翟 锐" userId="fef11181f709266a" providerId="LiveId" clId="{10275908-82CB-4111-8AC1-0D131A21EACA}" dt="2020-08-12T15:16:18.508" v="1185" actId="478"/>
          <ac:picMkLst>
            <pc:docMk/>
            <pc:sldMk cId="3459061754" sldId="604"/>
            <ac:picMk id="4" creationId="{05F69294-5C7E-47CA-AF72-F2B1779893E8}"/>
          </ac:picMkLst>
        </pc:picChg>
      </pc:sldChg>
      <pc:sldChg chg="modSp add mod">
        <pc:chgData name="翟 锐" userId="fef11181f709266a" providerId="LiveId" clId="{10275908-82CB-4111-8AC1-0D131A21EACA}" dt="2020-08-12T15:43:16.180" v="1261"/>
        <pc:sldMkLst>
          <pc:docMk/>
          <pc:sldMk cId="715867822" sldId="605"/>
        </pc:sldMkLst>
        <pc:spChg chg="mod">
          <ac:chgData name="翟 锐" userId="fef11181f709266a" providerId="LiveId" clId="{10275908-82CB-4111-8AC1-0D131A21EACA}" dt="2020-08-12T15:43:16.180" v="1261"/>
          <ac:spMkLst>
            <pc:docMk/>
            <pc:sldMk cId="715867822" sldId="605"/>
            <ac:spMk id="2" creationId="{1A343DEC-CFF6-41F5-B87C-0DFC08C67B76}"/>
          </ac:spMkLst>
        </pc:spChg>
      </pc:sldChg>
      <pc:sldChg chg="modSp add mod">
        <pc:chgData name="翟 锐" userId="fef11181f709266a" providerId="LiveId" clId="{10275908-82CB-4111-8AC1-0D131A21EACA}" dt="2020-08-12T15:43:19.829" v="1262"/>
        <pc:sldMkLst>
          <pc:docMk/>
          <pc:sldMk cId="419261417" sldId="606"/>
        </pc:sldMkLst>
        <pc:spChg chg="mod">
          <ac:chgData name="翟 锐" userId="fef11181f709266a" providerId="LiveId" clId="{10275908-82CB-4111-8AC1-0D131A21EACA}" dt="2020-08-12T15:43:19.829" v="1262"/>
          <ac:spMkLst>
            <pc:docMk/>
            <pc:sldMk cId="419261417" sldId="606"/>
            <ac:spMk id="2" creationId="{1A343DEC-CFF6-41F5-B87C-0DFC08C67B76}"/>
          </ac:spMkLst>
        </pc:spChg>
      </pc:sldChg>
      <pc:sldChg chg="modSp add mod">
        <pc:chgData name="翟 锐" userId="fef11181f709266a" providerId="LiveId" clId="{10275908-82CB-4111-8AC1-0D131A21EACA}" dt="2020-08-12T15:44:04.710" v="1288" actId="6549"/>
        <pc:sldMkLst>
          <pc:docMk/>
          <pc:sldMk cId="2933535704" sldId="607"/>
        </pc:sldMkLst>
        <pc:spChg chg="mod">
          <ac:chgData name="翟 锐" userId="fef11181f709266a" providerId="LiveId" clId="{10275908-82CB-4111-8AC1-0D131A21EACA}" dt="2020-08-12T15:44:04.710" v="1288" actId="6549"/>
          <ac:spMkLst>
            <pc:docMk/>
            <pc:sldMk cId="2933535704" sldId="607"/>
            <ac:spMk id="2" creationId="{1A343DEC-CFF6-41F5-B87C-0DFC08C67B76}"/>
          </ac:spMkLst>
        </pc:spChg>
      </pc:sldChg>
      <pc:sldChg chg="modSp add mod">
        <pc:chgData name="翟 锐" userId="fef11181f709266a" providerId="LiveId" clId="{10275908-82CB-4111-8AC1-0D131A21EACA}" dt="2020-08-12T15:43:58.862" v="1281" actId="6549"/>
        <pc:sldMkLst>
          <pc:docMk/>
          <pc:sldMk cId="2083321002" sldId="608"/>
        </pc:sldMkLst>
        <pc:spChg chg="mod">
          <ac:chgData name="翟 锐" userId="fef11181f709266a" providerId="LiveId" clId="{10275908-82CB-4111-8AC1-0D131A21EACA}" dt="2020-08-12T15:43:58.862" v="1281" actId="6549"/>
          <ac:spMkLst>
            <pc:docMk/>
            <pc:sldMk cId="2083321002" sldId="608"/>
            <ac:spMk id="2" creationId="{1A343DEC-CFF6-41F5-B87C-0DFC08C67B76}"/>
          </ac:spMkLst>
        </pc:spChg>
      </pc:sldChg>
      <pc:sldChg chg="addSp delSp modSp add mod ord">
        <pc:chgData name="翟 锐" userId="fef11181f709266a" providerId="LiveId" clId="{10275908-82CB-4111-8AC1-0D131A21EACA}" dt="2020-08-12T15:57:05.717" v="1435" actId="22"/>
        <pc:sldMkLst>
          <pc:docMk/>
          <pc:sldMk cId="1180436317" sldId="609"/>
        </pc:sldMkLst>
        <pc:spChg chg="mod">
          <ac:chgData name="翟 锐" userId="fef11181f709266a" providerId="LiveId" clId="{10275908-82CB-4111-8AC1-0D131A21EACA}" dt="2020-08-12T15:51:58.451" v="1431" actId="255"/>
          <ac:spMkLst>
            <pc:docMk/>
            <pc:sldMk cId="1180436317" sldId="609"/>
            <ac:spMk id="2" creationId="{1A343DEC-CFF6-41F5-B87C-0DFC08C67B76}"/>
          </ac:spMkLst>
        </pc:spChg>
        <pc:spChg chg="add del">
          <ac:chgData name="翟 锐" userId="fef11181f709266a" providerId="LiveId" clId="{10275908-82CB-4111-8AC1-0D131A21EACA}" dt="2020-08-12T15:57:05.717" v="1435" actId="22"/>
          <ac:spMkLst>
            <pc:docMk/>
            <pc:sldMk cId="1180436317" sldId="609"/>
            <ac:spMk id="7" creationId="{C375B8B0-1DD4-472B-8804-F5CF29A0FA72}"/>
          </ac:spMkLst>
        </pc:spChg>
        <pc:spChg chg="mod">
          <ac:chgData name="翟 锐" userId="fef11181f709266a" providerId="LiveId" clId="{10275908-82CB-4111-8AC1-0D131A21EACA}" dt="2020-08-12T15:49:41.764" v="1411"/>
          <ac:spMkLst>
            <pc:docMk/>
            <pc:sldMk cId="1180436317" sldId="609"/>
            <ac:spMk id="35" creationId="{00000000-0000-0000-0000-000000000000}"/>
          </ac:spMkLst>
        </pc:spChg>
      </pc:sldChg>
      <pc:sldChg chg="modSp add mod">
        <pc:chgData name="翟 锐" userId="fef11181f709266a" providerId="LiveId" clId="{10275908-82CB-4111-8AC1-0D131A21EACA}" dt="2020-08-12T15:57:51.155" v="1446" actId="12"/>
        <pc:sldMkLst>
          <pc:docMk/>
          <pc:sldMk cId="2461849974" sldId="610"/>
        </pc:sldMkLst>
        <pc:spChg chg="mod">
          <ac:chgData name="翟 锐" userId="fef11181f709266a" providerId="LiveId" clId="{10275908-82CB-4111-8AC1-0D131A21EACA}" dt="2020-08-12T15:57:51.155" v="1446" actId="12"/>
          <ac:spMkLst>
            <pc:docMk/>
            <pc:sldMk cId="2461849974" sldId="610"/>
            <ac:spMk id="2" creationId="{1A343DEC-CFF6-41F5-B87C-0DFC08C67B76}"/>
          </ac:spMkLst>
        </pc:spChg>
      </pc:sldChg>
    </pc:docChg>
  </pc:docChgLst>
  <pc:docChgLst>
    <pc:chgData name="翟 锐" userId="fef11181f709266a" providerId="LiveId" clId="{AB151A22-1C61-4D22-92E2-6EDE983889FB}"/>
    <pc:docChg chg="addSld delSld modSld">
      <pc:chgData name="翟 锐" userId="fef11181f709266a" providerId="LiveId" clId="{AB151A22-1C61-4D22-92E2-6EDE983889FB}" dt="2020-10-21T04:31:04.462" v="45" actId="20577"/>
      <pc:docMkLst>
        <pc:docMk/>
      </pc:docMkLst>
      <pc:sldChg chg="del">
        <pc:chgData name="翟 锐" userId="fef11181f709266a" providerId="LiveId" clId="{AB151A22-1C61-4D22-92E2-6EDE983889FB}" dt="2020-10-08T13:08:23.600" v="36" actId="47"/>
        <pc:sldMkLst>
          <pc:docMk/>
          <pc:sldMk cId="0" sldId="380"/>
        </pc:sldMkLst>
      </pc:sldChg>
      <pc:sldChg chg="modSp del">
        <pc:chgData name="翟 锐" userId="fef11181f709266a" providerId="LiveId" clId="{AB151A22-1C61-4D22-92E2-6EDE983889FB}" dt="2020-10-08T13:08:20.110" v="35" actId="47"/>
        <pc:sldMkLst>
          <pc:docMk/>
          <pc:sldMk cId="0" sldId="381"/>
        </pc:sldMkLst>
        <pc:spChg chg="mod">
          <ac:chgData name="翟 锐" userId="fef11181f709266a" providerId="LiveId" clId="{AB151A22-1C61-4D22-92E2-6EDE983889FB}" dt="2020-10-08T12:50:26.825" v="34" actId="1076"/>
          <ac:spMkLst>
            <pc:docMk/>
            <pc:sldMk cId="0" sldId="381"/>
            <ac:spMk id="107525" creationId="{D8208E9A-06BF-441D-AB02-5836D0D732A8}"/>
          </ac:spMkLst>
        </pc:spChg>
        <pc:spChg chg="mod">
          <ac:chgData name="翟 锐" userId="fef11181f709266a" providerId="LiveId" clId="{AB151A22-1C61-4D22-92E2-6EDE983889FB}" dt="2020-10-08T12:50:24.492" v="33" actId="1076"/>
          <ac:spMkLst>
            <pc:docMk/>
            <pc:sldMk cId="0" sldId="381"/>
            <ac:spMk id="107526" creationId="{921989AC-0699-4FA7-9FF0-4DD2FF8C7801}"/>
          </ac:spMkLst>
        </pc:spChg>
        <pc:spChg chg="mod">
          <ac:chgData name="翟 锐" userId="fef11181f709266a" providerId="LiveId" clId="{AB151A22-1C61-4D22-92E2-6EDE983889FB}" dt="2020-10-08T12:50:21.005" v="32" actId="1076"/>
          <ac:spMkLst>
            <pc:docMk/>
            <pc:sldMk cId="0" sldId="381"/>
            <ac:spMk id="107527" creationId="{9A52ADA4-CC48-4F74-9B7A-2C1B5D37E35E}"/>
          </ac:spMkLst>
        </pc:spChg>
      </pc:sldChg>
      <pc:sldChg chg="modSp mod">
        <pc:chgData name="翟 锐" userId="fef11181f709266a" providerId="LiveId" clId="{AB151A22-1C61-4D22-92E2-6EDE983889FB}" dt="2020-10-21T04:31:04.462" v="45" actId="20577"/>
        <pc:sldMkLst>
          <pc:docMk/>
          <pc:sldMk cId="2101326762" sldId="601"/>
        </pc:sldMkLst>
        <pc:spChg chg="mod">
          <ac:chgData name="翟 锐" userId="fef11181f709266a" providerId="LiveId" clId="{AB151A22-1C61-4D22-92E2-6EDE983889FB}" dt="2020-10-21T04:31:04.462" v="45" actId="20577"/>
          <ac:spMkLst>
            <pc:docMk/>
            <pc:sldMk cId="2101326762" sldId="601"/>
            <ac:spMk id="2" creationId="{1A343DEC-CFF6-41F5-B87C-0DFC08C67B76}"/>
          </ac:spMkLst>
        </pc:spChg>
      </pc:sldChg>
      <pc:sldChg chg="modSp del">
        <pc:chgData name="翟 锐" userId="fef11181f709266a" providerId="LiveId" clId="{AB151A22-1C61-4D22-92E2-6EDE983889FB}" dt="2020-10-08T13:08:50.751" v="39" actId="2696"/>
        <pc:sldMkLst>
          <pc:docMk/>
          <pc:sldMk cId="303286655" sldId="651"/>
        </pc:sldMkLst>
        <pc:spChg chg="mod">
          <ac:chgData name="翟 锐" userId="fef11181f709266a" providerId="LiveId" clId="{AB151A22-1C61-4D22-92E2-6EDE983889FB}" dt="2020-10-08T12:49:59.574" v="31" actId="1076"/>
          <ac:spMkLst>
            <pc:docMk/>
            <pc:sldMk cId="303286655" sldId="651"/>
            <ac:spMk id="6" creationId="{9698088A-F83D-4566-9AFD-0E9167CA4B05}"/>
          </ac:spMkLst>
        </pc:spChg>
        <pc:spChg chg="mod">
          <ac:chgData name="翟 锐" userId="fef11181f709266a" providerId="LiveId" clId="{AB151A22-1C61-4D22-92E2-6EDE983889FB}" dt="2020-10-08T12:49:59.574" v="31" actId="1076"/>
          <ac:spMkLst>
            <pc:docMk/>
            <pc:sldMk cId="303286655" sldId="651"/>
            <ac:spMk id="7" creationId="{20BFF2E6-2B01-4BBD-ACDA-C5F19F7B2FE2}"/>
          </ac:spMkLst>
        </pc:spChg>
        <pc:spChg chg="mod">
          <ac:chgData name="翟 锐" userId="fef11181f709266a" providerId="LiveId" clId="{AB151A22-1C61-4D22-92E2-6EDE983889FB}" dt="2020-10-08T12:49:59.574" v="31" actId="1076"/>
          <ac:spMkLst>
            <pc:docMk/>
            <pc:sldMk cId="303286655" sldId="651"/>
            <ac:spMk id="8" creationId="{CFC17D6F-8F45-4604-9D2F-95210EAE526D}"/>
          </ac:spMkLst>
        </pc:spChg>
        <pc:spChg chg="mod">
          <ac:chgData name="翟 锐" userId="fef11181f709266a" providerId="LiveId" clId="{AB151A22-1C61-4D22-92E2-6EDE983889FB}" dt="2020-10-08T12:49:59.574" v="31" actId="1076"/>
          <ac:spMkLst>
            <pc:docMk/>
            <pc:sldMk cId="303286655" sldId="651"/>
            <ac:spMk id="9" creationId="{087144BF-A7F7-4E7D-A4AF-CC882F5A2B96}"/>
          </ac:spMkLst>
        </pc:spChg>
        <pc:spChg chg="mod">
          <ac:chgData name="翟 锐" userId="fef11181f709266a" providerId="LiveId" clId="{AB151A22-1C61-4D22-92E2-6EDE983889FB}" dt="2020-10-08T12:49:59.574" v="31" actId="1076"/>
          <ac:spMkLst>
            <pc:docMk/>
            <pc:sldMk cId="303286655" sldId="651"/>
            <ac:spMk id="10" creationId="{8802EC3E-6B2F-4164-BECE-62502036DB12}"/>
          </ac:spMkLst>
        </pc:spChg>
        <pc:spChg chg="mod">
          <ac:chgData name="翟 锐" userId="fef11181f709266a" providerId="LiveId" clId="{AB151A22-1C61-4D22-92E2-6EDE983889FB}" dt="2020-10-08T12:49:59.574" v="31" actId="1076"/>
          <ac:spMkLst>
            <pc:docMk/>
            <pc:sldMk cId="303286655" sldId="651"/>
            <ac:spMk id="11" creationId="{8A709AE1-580C-47EE-BB25-CE047CB09B2A}"/>
          </ac:spMkLst>
        </pc:spChg>
        <pc:spChg chg="mod">
          <ac:chgData name="翟 锐" userId="fef11181f709266a" providerId="LiveId" clId="{AB151A22-1C61-4D22-92E2-6EDE983889FB}" dt="2020-10-08T12:49:59.574" v="31" actId="1076"/>
          <ac:spMkLst>
            <pc:docMk/>
            <pc:sldMk cId="303286655" sldId="651"/>
            <ac:spMk id="12" creationId="{70DD1B9D-081A-46E1-802F-33FB7F9D3205}"/>
          </ac:spMkLst>
        </pc:spChg>
        <pc:spChg chg="mod">
          <ac:chgData name="翟 锐" userId="fef11181f709266a" providerId="LiveId" clId="{AB151A22-1C61-4D22-92E2-6EDE983889FB}" dt="2020-10-08T12:49:59.574" v="31" actId="1076"/>
          <ac:spMkLst>
            <pc:docMk/>
            <pc:sldMk cId="303286655" sldId="651"/>
            <ac:spMk id="13" creationId="{AE380602-5C89-45D3-8A1B-05B349085ACE}"/>
          </ac:spMkLst>
        </pc:spChg>
        <pc:spChg chg="mod">
          <ac:chgData name="翟 锐" userId="fef11181f709266a" providerId="LiveId" clId="{AB151A22-1C61-4D22-92E2-6EDE983889FB}" dt="2020-10-08T12:49:59.574" v="31" actId="1076"/>
          <ac:spMkLst>
            <pc:docMk/>
            <pc:sldMk cId="303286655" sldId="651"/>
            <ac:spMk id="14" creationId="{CC949237-3931-4C45-9D11-2F4067B6EAB5}"/>
          </ac:spMkLst>
        </pc:spChg>
        <pc:spChg chg="mod">
          <ac:chgData name="翟 锐" userId="fef11181f709266a" providerId="LiveId" clId="{AB151A22-1C61-4D22-92E2-6EDE983889FB}" dt="2020-10-08T12:49:59.574" v="31" actId="1076"/>
          <ac:spMkLst>
            <pc:docMk/>
            <pc:sldMk cId="303286655" sldId="651"/>
            <ac:spMk id="15" creationId="{138CD6CC-5717-4E5B-B368-A03E458ECACD}"/>
          </ac:spMkLst>
        </pc:spChg>
        <pc:spChg chg="mod">
          <ac:chgData name="翟 锐" userId="fef11181f709266a" providerId="LiveId" clId="{AB151A22-1C61-4D22-92E2-6EDE983889FB}" dt="2020-10-08T12:49:59.574" v="31" actId="1076"/>
          <ac:spMkLst>
            <pc:docMk/>
            <pc:sldMk cId="303286655" sldId="651"/>
            <ac:spMk id="16" creationId="{6FDA478E-778D-4784-A7AD-D3A3077B86B8}"/>
          </ac:spMkLst>
        </pc:spChg>
        <pc:spChg chg="mod">
          <ac:chgData name="翟 锐" userId="fef11181f709266a" providerId="LiveId" clId="{AB151A22-1C61-4D22-92E2-6EDE983889FB}" dt="2020-10-08T12:49:59.574" v="31" actId="1076"/>
          <ac:spMkLst>
            <pc:docMk/>
            <pc:sldMk cId="303286655" sldId="651"/>
            <ac:spMk id="17" creationId="{0ED9FFB6-CEB4-47F9-9875-BC64BA0F4900}"/>
          </ac:spMkLst>
        </pc:spChg>
        <pc:spChg chg="mod">
          <ac:chgData name="翟 锐" userId="fef11181f709266a" providerId="LiveId" clId="{AB151A22-1C61-4D22-92E2-6EDE983889FB}" dt="2020-10-08T12:49:59.574" v="31" actId="1076"/>
          <ac:spMkLst>
            <pc:docMk/>
            <pc:sldMk cId="303286655" sldId="651"/>
            <ac:spMk id="18" creationId="{D9D48B37-F7C4-4455-BB29-45815BDB1B05}"/>
          </ac:spMkLst>
        </pc:spChg>
        <pc:spChg chg="mod">
          <ac:chgData name="翟 锐" userId="fef11181f709266a" providerId="LiveId" clId="{AB151A22-1C61-4D22-92E2-6EDE983889FB}" dt="2020-10-08T12:49:59.574" v="31" actId="1076"/>
          <ac:spMkLst>
            <pc:docMk/>
            <pc:sldMk cId="303286655" sldId="651"/>
            <ac:spMk id="19" creationId="{9F2823FF-0B31-4F25-8B02-BE479FD2E0A7}"/>
          </ac:spMkLst>
        </pc:spChg>
        <pc:spChg chg="mod">
          <ac:chgData name="翟 锐" userId="fef11181f709266a" providerId="LiveId" clId="{AB151A22-1C61-4D22-92E2-6EDE983889FB}" dt="2020-10-08T12:49:59.574" v="31" actId="1076"/>
          <ac:spMkLst>
            <pc:docMk/>
            <pc:sldMk cId="303286655" sldId="651"/>
            <ac:spMk id="20" creationId="{57A1D1CC-B168-4EB7-BE1F-0C7E7638B550}"/>
          </ac:spMkLst>
        </pc:spChg>
        <pc:spChg chg="mod">
          <ac:chgData name="翟 锐" userId="fef11181f709266a" providerId="LiveId" clId="{AB151A22-1C61-4D22-92E2-6EDE983889FB}" dt="2020-10-08T12:49:59.574" v="31" actId="1076"/>
          <ac:spMkLst>
            <pc:docMk/>
            <pc:sldMk cId="303286655" sldId="651"/>
            <ac:spMk id="21" creationId="{8EC352C4-E693-4C44-93A3-DC7169669D19}"/>
          </ac:spMkLst>
        </pc:spChg>
        <pc:spChg chg="mod">
          <ac:chgData name="翟 锐" userId="fef11181f709266a" providerId="LiveId" clId="{AB151A22-1C61-4D22-92E2-6EDE983889FB}" dt="2020-10-08T12:49:59.574" v="31" actId="1076"/>
          <ac:spMkLst>
            <pc:docMk/>
            <pc:sldMk cId="303286655" sldId="651"/>
            <ac:spMk id="22" creationId="{95124D90-B4BB-40F1-AB9B-29C1C97F0895}"/>
          </ac:spMkLst>
        </pc:spChg>
        <pc:spChg chg="mod">
          <ac:chgData name="翟 锐" userId="fef11181f709266a" providerId="LiveId" clId="{AB151A22-1C61-4D22-92E2-6EDE983889FB}" dt="2020-10-08T12:49:59.574" v="31" actId="1076"/>
          <ac:spMkLst>
            <pc:docMk/>
            <pc:sldMk cId="303286655" sldId="651"/>
            <ac:spMk id="23" creationId="{63B63CD1-C4CE-49D5-93D6-4E553D55C9D0}"/>
          </ac:spMkLst>
        </pc:spChg>
        <pc:spChg chg="mod">
          <ac:chgData name="翟 锐" userId="fef11181f709266a" providerId="LiveId" clId="{AB151A22-1C61-4D22-92E2-6EDE983889FB}" dt="2020-10-08T12:49:59.574" v="31" actId="1076"/>
          <ac:spMkLst>
            <pc:docMk/>
            <pc:sldMk cId="303286655" sldId="651"/>
            <ac:spMk id="24" creationId="{CE71E2ED-B493-4250-84EC-CBB3B294DD33}"/>
          </ac:spMkLst>
        </pc:spChg>
        <pc:spChg chg="mod">
          <ac:chgData name="翟 锐" userId="fef11181f709266a" providerId="LiveId" clId="{AB151A22-1C61-4D22-92E2-6EDE983889FB}" dt="2020-10-08T12:49:59.574" v="31" actId="1076"/>
          <ac:spMkLst>
            <pc:docMk/>
            <pc:sldMk cId="303286655" sldId="651"/>
            <ac:spMk id="25" creationId="{1396C08E-9117-48B8-8CAD-62464977F253}"/>
          </ac:spMkLst>
        </pc:spChg>
        <pc:spChg chg="mod">
          <ac:chgData name="翟 锐" userId="fef11181f709266a" providerId="LiveId" clId="{AB151A22-1C61-4D22-92E2-6EDE983889FB}" dt="2020-10-08T12:49:59.574" v="31" actId="1076"/>
          <ac:spMkLst>
            <pc:docMk/>
            <pc:sldMk cId="303286655" sldId="651"/>
            <ac:spMk id="26" creationId="{A6391CE5-E65B-4A3E-895C-2F4C3E0B650E}"/>
          </ac:spMkLst>
        </pc:spChg>
        <pc:spChg chg="mod">
          <ac:chgData name="翟 锐" userId="fef11181f709266a" providerId="LiveId" clId="{AB151A22-1C61-4D22-92E2-6EDE983889FB}" dt="2020-10-08T12:49:59.574" v="31" actId="1076"/>
          <ac:spMkLst>
            <pc:docMk/>
            <pc:sldMk cId="303286655" sldId="651"/>
            <ac:spMk id="27" creationId="{8B30BA4E-ECC8-431D-95F8-A2ACE8FEB931}"/>
          </ac:spMkLst>
        </pc:spChg>
        <pc:spChg chg="mod">
          <ac:chgData name="翟 锐" userId="fef11181f709266a" providerId="LiveId" clId="{AB151A22-1C61-4D22-92E2-6EDE983889FB}" dt="2020-10-08T12:49:59.574" v="31" actId="1076"/>
          <ac:spMkLst>
            <pc:docMk/>
            <pc:sldMk cId="303286655" sldId="651"/>
            <ac:spMk id="28" creationId="{BCBF28E0-3DDB-475E-AEE8-54F3749DD47D}"/>
          </ac:spMkLst>
        </pc:spChg>
        <pc:spChg chg="mod">
          <ac:chgData name="翟 锐" userId="fef11181f709266a" providerId="LiveId" clId="{AB151A22-1C61-4D22-92E2-6EDE983889FB}" dt="2020-10-08T12:49:59.574" v="31" actId="1076"/>
          <ac:spMkLst>
            <pc:docMk/>
            <pc:sldMk cId="303286655" sldId="651"/>
            <ac:spMk id="29" creationId="{9D106730-A645-405D-9F68-605F027D468F}"/>
          </ac:spMkLst>
        </pc:spChg>
        <pc:spChg chg="mod">
          <ac:chgData name="翟 锐" userId="fef11181f709266a" providerId="LiveId" clId="{AB151A22-1C61-4D22-92E2-6EDE983889FB}" dt="2020-10-08T12:49:59.574" v="31" actId="1076"/>
          <ac:spMkLst>
            <pc:docMk/>
            <pc:sldMk cId="303286655" sldId="651"/>
            <ac:spMk id="30" creationId="{A884E584-0337-46B7-85D1-BC707DC35EA6}"/>
          </ac:spMkLst>
        </pc:spChg>
        <pc:spChg chg="mod">
          <ac:chgData name="翟 锐" userId="fef11181f709266a" providerId="LiveId" clId="{AB151A22-1C61-4D22-92E2-6EDE983889FB}" dt="2020-10-08T12:49:59.574" v="31" actId="1076"/>
          <ac:spMkLst>
            <pc:docMk/>
            <pc:sldMk cId="303286655" sldId="651"/>
            <ac:spMk id="31" creationId="{1FE03FFA-71F8-4810-9437-EA734949EF95}"/>
          </ac:spMkLst>
        </pc:spChg>
        <pc:spChg chg="mod">
          <ac:chgData name="翟 锐" userId="fef11181f709266a" providerId="LiveId" clId="{AB151A22-1C61-4D22-92E2-6EDE983889FB}" dt="2020-10-08T12:49:59.574" v="31" actId="1076"/>
          <ac:spMkLst>
            <pc:docMk/>
            <pc:sldMk cId="303286655" sldId="651"/>
            <ac:spMk id="32" creationId="{C8D3C869-4D8B-4C22-A662-4EBF2EACA865}"/>
          </ac:spMkLst>
        </pc:spChg>
        <pc:spChg chg="mod">
          <ac:chgData name="翟 锐" userId="fef11181f709266a" providerId="LiveId" clId="{AB151A22-1C61-4D22-92E2-6EDE983889FB}" dt="2020-10-08T12:49:59.574" v="31" actId="1076"/>
          <ac:spMkLst>
            <pc:docMk/>
            <pc:sldMk cId="303286655" sldId="651"/>
            <ac:spMk id="36" creationId="{B3FFBD69-F59B-447F-A088-6A38CD60B6C0}"/>
          </ac:spMkLst>
        </pc:spChg>
        <pc:spChg chg="mod">
          <ac:chgData name="翟 锐" userId="fef11181f709266a" providerId="LiveId" clId="{AB151A22-1C61-4D22-92E2-6EDE983889FB}" dt="2020-10-08T12:49:59.574" v="31" actId="1076"/>
          <ac:spMkLst>
            <pc:docMk/>
            <pc:sldMk cId="303286655" sldId="651"/>
            <ac:spMk id="37" creationId="{DBE09F2D-E9F6-4CF7-87AE-ECFF49FC4825}"/>
          </ac:spMkLst>
        </pc:spChg>
        <pc:spChg chg="mod">
          <ac:chgData name="翟 锐" userId="fef11181f709266a" providerId="LiveId" clId="{AB151A22-1C61-4D22-92E2-6EDE983889FB}" dt="2020-10-08T12:49:59.574" v="31" actId="1076"/>
          <ac:spMkLst>
            <pc:docMk/>
            <pc:sldMk cId="303286655" sldId="651"/>
            <ac:spMk id="38" creationId="{263E6716-1A88-453A-832D-9CBBF4D85120}"/>
          </ac:spMkLst>
        </pc:spChg>
        <pc:spChg chg="mod">
          <ac:chgData name="翟 锐" userId="fef11181f709266a" providerId="LiveId" clId="{AB151A22-1C61-4D22-92E2-6EDE983889FB}" dt="2020-10-08T12:49:59.574" v="31" actId="1076"/>
          <ac:spMkLst>
            <pc:docMk/>
            <pc:sldMk cId="303286655" sldId="651"/>
            <ac:spMk id="39" creationId="{68580A50-BD37-4839-B5D8-4B178318ED02}"/>
          </ac:spMkLst>
        </pc:spChg>
        <pc:grpChg chg="mod">
          <ac:chgData name="翟 锐" userId="fef11181f709266a" providerId="LiveId" clId="{AB151A22-1C61-4D22-92E2-6EDE983889FB}" dt="2020-10-08T12:49:59.574" v="31" actId="1076"/>
          <ac:grpSpMkLst>
            <pc:docMk/>
            <pc:sldMk cId="303286655" sldId="651"/>
            <ac:grpSpMk id="3" creationId="{6563EB65-19D8-4F0A-BDA6-A2F1113BC3E3}"/>
          </ac:grpSpMkLst>
        </pc:grpChg>
      </pc:sldChg>
      <pc:sldChg chg="modSp add">
        <pc:chgData name="翟 锐" userId="fef11181f709266a" providerId="LiveId" clId="{AB151A22-1C61-4D22-92E2-6EDE983889FB}" dt="2020-10-08T13:09:14.958" v="44" actId="1076"/>
        <pc:sldMkLst>
          <pc:docMk/>
          <pc:sldMk cId="1608156605" sldId="651"/>
        </pc:sldMkLst>
        <pc:spChg chg="mod">
          <ac:chgData name="翟 锐" userId="fef11181f709266a" providerId="LiveId" clId="{AB151A22-1C61-4D22-92E2-6EDE983889FB}" dt="2020-10-08T13:09:14.958" v="44" actId="1076"/>
          <ac:spMkLst>
            <pc:docMk/>
            <pc:sldMk cId="1608156605" sldId="651"/>
            <ac:spMk id="6" creationId="{9698088A-F83D-4566-9AFD-0E9167CA4B05}"/>
          </ac:spMkLst>
        </pc:spChg>
        <pc:spChg chg="mod">
          <ac:chgData name="翟 锐" userId="fef11181f709266a" providerId="LiveId" clId="{AB151A22-1C61-4D22-92E2-6EDE983889FB}" dt="2020-10-08T13:09:14.958" v="44" actId="1076"/>
          <ac:spMkLst>
            <pc:docMk/>
            <pc:sldMk cId="1608156605" sldId="651"/>
            <ac:spMk id="7" creationId="{20BFF2E6-2B01-4BBD-ACDA-C5F19F7B2FE2}"/>
          </ac:spMkLst>
        </pc:spChg>
        <pc:spChg chg="mod">
          <ac:chgData name="翟 锐" userId="fef11181f709266a" providerId="LiveId" clId="{AB151A22-1C61-4D22-92E2-6EDE983889FB}" dt="2020-10-08T13:09:14.958" v="44" actId="1076"/>
          <ac:spMkLst>
            <pc:docMk/>
            <pc:sldMk cId="1608156605" sldId="651"/>
            <ac:spMk id="8" creationId="{CFC17D6F-8F45-4604-9D2F-95210EAE526D}"/>
          </ac:spMkLst>
        </pc:spChg>
        <pc:spChg chg="mod">
          <ac:chgData name="翟 锐" userId="fef11181f709266a" providerId="LiveId" clId="{AB151A22-1C61-4D22-92E2-6EDE983889FB}" dt="2020-10-08T13:09:14.958" v="44" actId="1076"/>
          <ac:spMkLst>
            <pc:docMk/>
            <pc:sldMk cId="1608156605" sldId="651"/>
            <ac:spMk id="9" creationId="{087144BF-A7F7-4E7D-A4AF-CC882F5A2B96}"/>
          </ac:spMkLst>
        </pc:spChg>
        <pc:spChg chg="mod">
          <ac:chgData name="翟 锐" userId="fef11181f709266a" providerId="LiveId" clId="{AB151A22-1C61-4D22-92E2-6EDE983889FB}" dt="2020-10-08T13:09:14.958" v="44" actId="1076"/>
          <ac:spMkLst>
            <pc:docMk/>
            <pc:sldMk cId="1608156605" sldId="651"/>
            <ac:spMk id="10" creationId="{8802EC3E-6B2F-4164-BECE-62502036DB12}"/>
          </ac:spMkLst>
        </pc:spChg>
        <pc:spChg chg="mod">
          <ac:chgData name="翟 锐" userId="fef11181f709266a" providerId="LiveId" clId="{AB151A22-1C61-4D22-92E2-6EDE983889FB}" dt="2020-10-08T13:09:14.958" v="44" actId="1076"/>
          <ac:spMkLst>
            <pc:docMk/>
            <pc:sldMk cId="1608156605" sldId="651"/>
            <ac:spMk id="11" creationId="{8A709AE1-580C-47EE-BB25-CE047CB09B2A}"/>
          </ac:spMkLst>
        </pc:spChg>
        <pc:spChg chg="mod">
          <ac:chgData name="翟 锐" userId="fef11181f709266a" providerId="LiveId" clId="{AB151A22-1C61-4D22-92E2-6EDE983889FB}" dt="2020-10-08T13:09:14.958" v="44" actId="1076"/>
          <ac:spMkLst>
            <pc:docMk/>
            <pc:sldMk cId="1608156605" sldId="651"/>
            <ac:spMk id="12" creationId="{70DD1B9D-081A-46E1-802F-33FB7F9D3205}"/>
          </ac:spMkLst>
        </pc:spChg>
        <pc:spChg chg="mod">
          <ac:chgData name="翟 锐" userId="fef11181f709266a" providerId="LiveId" clId="{AB151A22-1C61-4D22-92E2-6EDE983889FB}" dt="2020-10-08T13:09:14.958" v="44" actId="1076"/>
          <ac:spMkLst>
            <pc:docMk/>
            <pc:sldMk cId="1608156605" sldId="651"/>
            <ac:spMk id="13" creationId="{AE380602-5C89-45D3-8A1B-05B349085ACE}"/>
          </ac:spMkLst>
        </pc:spChg>
        <pc:spChg chg="mod">
          <ac:chgData name="翟 锐" userId="fef11181f709266a" providerId="LiveId" clId="{AB151A22-1C61-4D22-92E2-6EDE983889FB}" dt="2020-10-08T13:09:14.958" v="44" actId="1076"/>
          <ac:spMkLst>
            <pc:docMk/>
            <pc:sldMk cId="1608156605" sldId="651"/>
            <ac:spMk id="14" creationId="{CC949237-3931-4C45-9D11-2F4067B6EAB5}"/>
          </ac:spMkLst>
        </pc:spChg>
        <pc:spChg chg="mod">
          <ac:chgData name="翟 锐" userId="fef11181f709266a" providerId="LiveId" clId="{AB151A22-1C61-4D22-92E2-6EDE983889FB}" dt="2020-10-08T13:09:14.958" v="44" actId="1076"/>
          <ac:spMkLst>
            <pc:docMk/>
            <pc:sldMk cId="1608156605" sldId="651"/>
            <ac:spMk id="15" creationId="{138CD6CC-5717-4E5B-B368-A03E458ECACD}"/>
          </ac:spMkLst>
        </pc:spChg>
        <pc:spChg chg="mod">
          <ac:chgData name="翟 锐" userId="fef11181f709266a" providerId="LiveId" clId="{AB151A22-1C61-4D22-92E2-6EDE983889FB}" dt="2020-10-08T13:09:14.958" v="44" actId="1076"/>
          <ac:spMkLst>
            <pc:docMk/>
            <pc:sldMk cId="1608156605" sldId="651"/>
            <ac:spMk id="16" creationId="{6FDA478E-778D-4784-A7AD-D3A3077B86B8}"/>
          </ac:spMkLst>
        </pc:spChg>
        <pc:spChg chg="mod">
          <ac:chgData name="翟 锐" userId="fef11181f709266a" providerId="LiveId" clId="{AB151A22-1C61-4D22-92E2-6EDE983889FB}" dt="2020-10-08T13:09:14.958" v="44" actId="1076"/>
          <ac:spMkLst>
            <pc:docMk/>
            <pc:sldMk cId="1608156605" sldId="651"/>
            <ac:spMk id="17" creationId="{0ED9FFB6-CEB4-47F9-9875-BC64BA0F4900}"/>
          </ac:spMkLst>
        </pc:spChg>
        <pc:spChg chg="mod">
          <ac:chgData name="翟 锐" userId="fef11181f709266a" providerId="LiveId" clId="{AB151A22-1C61-4D22-92E2-6EDE983889FB}" dt="2020-10-08T13:09:14.958" v="44" actId="1076"/>
          <ac:spMkLst>
            <pc:docMk/>
            <pc:sldMk cId="1608156605" sldId="651"/>
            <ac:spMk id="18" creationId="{D9D48B37-F7C4-4455-BB29-45815BDB1B05}"/>
          </ac:spMkLst>
        </pc:spChg>
        <pc:spChg chg="mod">
          <ac:chgData name="翟 锐" userId="fef11181f709266a" providerId="LiveId" clId="{AB151A22-1C61-4D22-92E2-6EDE983889FB}" dt="2020-10-08T13:09:14.958" v="44" actId="1076"/>
          <ac:spMkLst>
            <pc:docMk/>
            <pc:sldMk cId="1608156605" sldId="651"/>
            <ac:spMk id="19" creationId="{9F2823FF-0B31-4F25-8B02-BE479FD2E0A7}"/>
          </ac:spMkLst>
        </pc:spChg>
        <pc:spChg chg="mod">
          <ac:chgData name="翟 锐" userId="fef11181f709266a" providerId="LiveId" clId="{AB151A22-1C61-4D22-92E2-6EDE983889FB}" dt="2020-10-08T13:09:14.958" v="44" actId="1076"/>
          <ac:spMkLst>
            <pc:docMk/>
            <pc:sldMk cId="1608156605" sldId="651"/>
            <ac:spMk id="20" creationId="{57A1D1CC-B168-4EB7-BE1F-0C7E7638B550}"/>
          </ac:spMkLst>
        </pc:spChg>
        <pc:spChg chg="mod">
          <ac:chgData name="翟 锐" userId="fef11181f709266a" providerId="LiveId" clId="{AB151A22-1C61-4D22-92E2-6EDE983889FB}" dt="2020-10-08T13:09:14.958" v="44" actId="1076"/>
          <ac:spMkLst>
            <pc:docMk/>
            <pc:sldMk cId="1608156605" sldId="651"/>
            <ac:spMk id="21" creationId="{8EC352C4-E693-4C44-93A3-DC7169669D19}"/>
          </ac:spMkLst>
        </pc:spChg>
        <pc:spChg chg="mod">
          <ac:chgData name="翟 锐" userId="fef11181f709266a" providerId="LiveId" clId="{AB151A22-1C61-4D22-92E2-6EDE983889FB}" dt="2020-10-08T13:09:14.958" v="44" actId="1076"/>
          <ac:spMkLst>
            <pc:docMk/>
            <pc:sldMk cId="1608156605" sldId="651"/>
            <ac:spMk id="22" creationId="{95124D90-B4BB-40F1-AB9B-29C1C97F0895}"/>
          </ac:spMkLst>
        </pc:spChg>
        <pc:spChg chg="mod">
          <ac:chgData name="翟 锐" userId="fef11181f709266a" providerId="LiveId" clId="{AB151A22-1C61-4D22-92E2-6EDE983889FB}" dt="2020-10-08T13:09:14.958" v="44" actId="1076"/>
          <ac:spMkLst>
            <pc:docMk/>
            <pc:sldMk cId="1608156605" sldId="651"/>
            <ac:spMk id="23" creationId="{63B63CD1-C4CE-49D5-93D6-4E553D55C9D0}"/>
          </ac:spMkLst>
        </pc:spChg>
        <pc:spChg chg="mod">
          <ac:chgData name="翟 锐" userId="fef11181f709266a" providerId="LiveId" clId="{AB151A22-1C61-4D22-92E2-6EDE983889FB}" dt="2020-10-08T13:09:14.958" v="44" actId="1076"/>
          <ac:spMkLst>
            <pc:docMk/>
            <pc:sldMk cId="1608156605" sldId="651"/>
            <ac:spMk id="24" creationId="{CE71E2ED-B493-4250-84EC-CBB3B294DD33}"/>
          </ac:spMkLst>
        </pc:spChg>
        <pc:spChg chg="mod">
          <ac:chgData name="翟 锐" userId="fef11181f709266a" providerId="LiveId" clId="{AB151A22-1C61-4D22-92E2-6EDE983889FB}" dt="2020-10-08T13:09:14.958" v="44" actId="1076"/>
          <ac:spMkLst>
            <pc:docMk/>
            <pc:sldMk cId="1608156605" sldId="651"/>
            <ac:spMk id="25" creationId="{1396C08E-9117-48B8-8CAD-62464977F253}"/>
          </ac:spMkLst>
        </pc:spChg>
        <pc:spChg chg="mod">
          <ac:chgData name="翟 锐" userId="fef11181f709266a" providerId="LiveId" clId="{AB151A22-1C61-4D22-92E2-6EDE983889FB}" dt="2020-10-08T13:09:14.958" v="44" actId="1076"/>
          <ac:spMkLst>
            <pc:docMk/>
            <pc:sldMk cId="1608156605" sldId="651"/>
            <ac:spMk id="26" creationId="{A6391CE5-E65B-4A3E-895C-2F4C3E0B650E}"/>
          </ac:spMkLst>
        </pc:spChg>
        <pc:spChg chg="mod">
          <ac:chgData name="翟 锐" userId="fef11181f709266a" providerId="LiveId" clId="{AB151A22-1C61-4D22-92E2-6EDE983889FB}" dt="2020-10-08T13:09:14.958" v="44" actId="1076"/>
          <ac:spMkLst>
            <pc:docMk/>
            <pc:sldMk cId="1608156605" sldId="651"/>
            <ac:spMk id="27" creationId="{8B30BA4E-ECC8-431D-95F8-A2ACE8FEB931}"/>
          </ac:spMkLst>
        </pc:spChg>
        <pc:spChg chg="mod">
          <ac:chgData name="翟 锐" userId="fef11181f709266a" providerId="LiveId" clId="{AB151A22-1C61-4D22-92E2-6EDE983889FB}" dt="2020-10-08T13:09:14.958" v="44" actId="1076"/>
          <ac:spMkLst>
            <pc:docMk/>
            <pc:sldMk cId="1608156605" sldId="651"/>
            <ac:spMk id="28" creationId="{BCBF28E0-3DDB-475E-AEE8-54F3749DD47D}"/>
          </ac:spMkLst>
        </pc:spChg>
        <pc:spChg chg="mod">
          <ac:chgData name="翟 锐" userId="fef11181f709266a" providerId="LiveId" clId="{AB151A22-1C61-4D22-92E2-6EDE983889FB}" dt="2020-10-08T13:09:14.958" v="44" actId="1076"/>
          <ac:spMkLst>
            <pc:docMk/>
            <pc:sldMk cId="1608156605" sldId="651"/>
            <ac:spMk id="29" creationId="{9D106730-A645-405D-9F68-605F027D468F}"/>
          </ac:spMkLst>
        </pc:spChg>
        <pc:spChg chg="mod">
          <ac:chgData name="翟 锐" userId="fef11181f709266a" providerId="LiveId" clId="{AB151A22-1C61-4D22-92E2-6EDE983889FB}" dt="2020-10-08T13:09:14.958" v="44" actId="1076"/>
          <ac:spMkLst>
            <pc:docMk/>
            <pc:sldMk cId="1608156605" sldId="651"/>
            <ac:spMk id="30" creationId="{A884E584-0337-46B7-85D1-BC707DC35EA6}"/>
          </ac:spMkLst>
        </pc:spChg>
        <pc:spChg chg="mod">
          <ac:chgData name="翟 锐" userId="fef11181f709266a" providerId="LiveId" clId="{AB151A22-1C61-4D22-92E2-6EDE983889FB}" dt="2020-10-08T13:09:14.958" v="44" actId="1076"/>
          <ac:spMkLst>
            <pc:docMk/>
            <pc:sldMk cId="1608156605" sldId="651"/>
            <ac:spMk id="31" creationId="{1FE03FFA-71F8-4810-9437-EA734949EF95}"/>
          </ac:spMkLst>
        </pc:spChg>
        <pc:spChg chg="mod">
          <ac:chgData name="翟 锐" userId="fef11181f709266a" providerId="LiveId" clId="{AB151A22-1C61-4D22-92E2-6EDE983889FB}" dt="2020-10-08T13:09:14.958" v="44" actId="1076"/>
          <ac:spMkLst>
            <pc:docMk/>
            <pc:sldMk cId="1608156605" sldId="651"/>
            <ac:spMk id="32" creationId="{C8D3C869-4D8B-4C22-A662-4EBF2EACA865}"/>
          </ac:spMkLst>
        </pc:spChg>
        <pc:spChg chg="mod">
          <ac:chgData name="翟 锐" userId="fef11181f709266a" providerId="LiveId" clId="{AB151A22-1C61-4D22-92E2-6EDE983889FB}" dt="2020-10-08T13:09:14.958" v="44" actId="1076"/>
          <ac:spMkLst>
            <pc:docMk/>
            <pc:sldMk cId="1608156605" sldId="651"/>
            <ac:spMk id="36" creationId="{B3FFBD69-F59B-447F-A088-6A38CD60B6C0}"/>
          </ac:spMkLst>
        </pc:spChg>
        <pc:spChg chg="mod">
          <ac:chgData name="翟 锐" userId="fef11181f709266a" providerId="LiveId" clId="{AB151A22-1C61-4D22-92E2-6EDE983889FB}" dt="2020-10-08T13:09:14.958" v="44" actId="1076"/>
          <ac:spMkLst>
            <pc:docMk/>
            <pc:sldMk cId="1608156605" sldId="651"/>
            <ac:spMk id="37" creationId="{DBE09F2D-E9F6-4CF7-87AE-ECFF49FC4825}"/>
          </ac:spMkLst>
        </pc:spChg>
        <pc:spChg chg="mod">
          <ac:chgData name="翟 锐" userId="fef11181f709266a" providerId="LiveId" clId="{AB151A22-1C61-4D22-92E2-6EDE983889FB}" dt="2020-10-08T13:09:14.958" v="44" actId="1076"/>
          <ac:spMkLst>
            <pc:docMk/>
            <pc:sldMk cId="1608156605" sldId="651"/>
            <ac:spMk id="38" creationId="{263E6716-1A88-453A-832D-9CBBF4D85120}"/>
          </ac:spMkLst>
        </pc:spChg>
        <pc:spChg chg="mod">
          <ac:chgData name="翟 锐" userId="fef11181f709266a" providerId="LiveId" clId="{AB151A22-1C61-4D22-92E2-6EDE983889FB}" dt="2020-10-08T13:09:14.958" v="44" actId="1076"/>
          <ac:spMkLst>
            <pc:docMk/>
            <pc:sldMk cId="1608156605" sldId="651"/>
            <ac:spMk id="39" creationId="{68580A50-BD37-4839-B5D8-4B178318ED02}"/>
          </ac:spMkLst>
        </pc:spChg>
        <pc:grpChg chg="mod">
          <ac:chgData name="翟 锐" userId="fef11181f709266a" providerId="LiveId" clId="{AB151A22-1C61-4D22-92E2-6EDE983889FB}" dt="2020-10-08T13:09:14.958" v="44" actId="1076"/>
          <ac:grpSpMkLst>
            <pc:docMk/>
            <pc:sldMk cId="1608156605" sldId="651"/>
            <ac:grpSpMk id="3" creationId="{6563EB65-19D8-4F0A-BDA6-A2F1113BC3E3}"/>
          </ac:grpSpMkLst>
        </pc:grpChg>
      </pc:sldChg>
      <pc:sldChg chg="modSp">
        <pc:chgData name="翟 锐" userId="fef11181f709266a" providerId="LiveId" clId="{AB151A22-1C61-4D22-92E2-6EDE983889FB}" dt="2020-10-08T13:08:41.212" v="38" actId="14100"/>
        <pc:sldMkLst>
          <pc:docMk/>
          <pc:sldMk cId="3026258030" sldId="655"/>
        </pc:sldMkLst>
        <pc:spChg chg="mod">
          <ac:chgData name="翟 锐" userId="fef11181f709266a" providerId="LiveId" clId="{AB151A22-1C61-4D22-92E2-6EDE983889FB}" dt="2020-10-08T13:08:41.212" v="38" actId="14100"/>
          <ac:spMkLst>
            <pc:docMk/>
            <pc:sldMk cId="3026258030" sldId="655"/>
            <ac:spMk id="9" creationId="{8E26E97A-CB5E-430F-A1FB-F2227A1B29E9}"/>
          </ac:spMkLst>
        </pc:spChg>
      </pc:sldChg>
      <pc:sldChg chg="del">
        <pc:chgData name="翟 锐" userId="fef11181f709266a" providerId="LiveId" clId="{AB151A22-1C61-4D22-92E2-6EDE983889FB}" dt="2020-10-08T13:08:24.452" v="37" actId="47"/>
        <pc:sldMkLst>
          <pc:docMk/>
          <pc:sldMk cId="136167118" sldId="656"/>
        </pc:sldMkLst>
      </pc:sldChg>
    </pc:docChg>
  </pc:docChgLst>
  <pc:docChgLst>
    <pc:chgData name="翟 锐" userId="fef11181f709266a" providerId="LiveId" clId="{1AC65A31-A9AF-4647-AD52-03458F8C8C1F}"/>
    <pc:docChg chg="undo redo custSel addSld delSld modSld sldOrd modMainMaster">
      <pc:chgData name="翟 锐" userId="fef11181f709266a" providerId="LiveId" clId="{1AC65A31-A9AF-4647-AD52-03458F8C8C1F}" dt="2021-10-02T15:39:50.127" v="6985" actId="47"/>
      <pc:docMkLst>
        <pc:docMk/>
      </pc:docMkLst>
      <pc:sldChg chg="modTransition">
        <pc:chgData name="翟 锐" userId="fef11181f709266a" providerId="LiveId" clId="{1AC65A31-A9AF-4647-AD52-03458F8C8C1F}" dt="2021-09-04T11:33:51.262" v="1350"/>
        <pc:sldMkLst>
          <pc:docMk/>
          <pc:sldMk cId="0" sldId="276"/>
        </pc:sldMkLst>
      </pc:sldChg>
      <pc:sldChg chg="modTransition">
        <pc:chgData name="翟 锐" userId="fef11181f709266a" providerId="LiveId" clId="{1AC65A31-A9AF-4647-AD52-03458F8C8C1F}" dt="2021-09-04T11:33:51.262" v="1350"/>
        <pc:sldMkLst>
          <pc:docMk/>
          <pc:sldMk cId="0" sldId="301"/>
        </pc:sldMkLst>
      </pc:sldChg>
      <pc:sldChg chg="add ord">
        <pc:chgData name="翟 锐" userId="fef11181f709266a" providerId="LiveId" clId="{1AC65A31-A9AF-4647-AD52-03458F8C8C1F}" dt="2021-09-21T16:16:34.991" v="5254"/>
        <pc:sldMkLst>
          <pc:docMk/>
          <pc:sldMk cId="2548502572" sldId="348"/>
        </pc:sldMkLst>
        <pc:spChg chg="mod">
          <ac:chgData name="翟 锐" userId="fef11181f709266a" providerId="LiveId" clId="{1AC65A31-A9AF-4647-AD52-03458F8C8C1F}" dt="2021-09-21T08:13:06.904" v="3747" actId="14100"/>
          <ac:spMkLst>
            <pc:docMk/>
            <pc:sldMk cId="2548502572" sldId="348"/>
            <ac:spMk id="69708" creationId="{F571F73B-2A01-45F0-88AA-B4D8EECD9132}"/>
          </ac:spMkLst>
        </pc:spChg>
      </pc:sldChg>
      <pc:sldChg chg="add del ord">
        <pc:chgData name="翟 锐" userId="fef11181f709266a" providerId="LiveId" clId="{1AC65A31-A9AF-4647-AD52-03458F8C8C1F}" dt="2021-09-21T16:14:39.781" v="5251" actId="2696"/>
        <pc:sldMkLst>
          <pc:docMk/>
          <pc:sldMk cId="3970540837" sldId="348"/>
        </pc:sldMkLst>
      </pc:sldChg>
      <pc:sldChg chg="modSp mod ord modTransition">
        <pc:chgData name="翟 锐" userId="fef11181f709266a" providerId="LiveId" clId="{1AC65A31-A9AF-4647-AD52-03458F8C8C1F}" dt="2021-09-08T00:58:26.580" v="3074" actId="113"/>
        <pc:sldMkLst>
          <pc:docMk/>
          <pc:sldMk cId="2981006032" sldId="556"/>
        </pc:sldMkLst>
        <pc:spChg chg="mod">
          <ac:chgData name="翟 锐" userId="fef11181f709266a" providerId="LiveId" clId="{1AC65A31-A9AF-4647-AD52-03458F8C8C1F}" dt="2021-09-08T00:58:26.580" v="3074" actId="113"/>
          <ac:spMkLst>
            <pc:docMk/>
            <pc:sldMk cId="2981006032" sldId="556"/>
            <ac:spMk id="2" creationId="{1A343DEC-CFF6-41F5-B87C-0DFC08C67B76}"/>
          </ac:spMkLst>
        </pc:spChg>
        <pc:spChg chg="mod">
          <ac:chgData name="翟 锐" userId="fef11181f709266a" providerId="LiveId" clId="{1AC65A31-A9AF-4647-AD52-03458F8C8C1F}" dt="2021-09-06T08:01:18.227" v="2627" actId="20577"/>
          <ac:spMkLst>
            <pc:docMk/>
            <pc:sldMk cId="2981006032" sldId="556"/>
            <ac:spMk id="35" creationId="{00000000-0000-0000-0000-000000000000}"/>
          </ac:spMkLst>
        </pc:spChg>
      </pc:sldChg>
      <pc:sldChg chg="del modTransition">
        <pc:chgData name="翟 锐" userId="fef11181f709266a" providerId="LiveId" clId="{1AC65A31-A9AF-4647-AD52-03458F8C8C1F}" dt="2021-09-06T08:15:20.050" v="2835" actId="47"/>
        <pc:sldMkLst>
          <pc:docMk/>
          <pc:sldMk cId="4115886382" sldId="558"/>
        </pc:sldMkLst>
      </pc:sldChg>
      <pc:sldChg chg="modSp del mod modTransition">
        <pc:chgData name="翟 锐" userId="fef11181f709266a" providerId="LiveId" clId="{1AC65A31-A9AF-4647-AD52-03458F8C8C1F}" dt="2021-09-06T08:15:23.090" v="2836" actId="47"/>
        <pc:sldMkLst>
          <pc:docMk/>
          <pc:sldMk cId="3827089109" sldId="559"/>
        </pc:sldMkLst>
        <pc:spChg chg="mod">
          <ac:chgData name="翟 锐" userId="fef11181f709266a" providerId="LiveId" clId="{1AC65A31-A9AF-4647-AD52-03458F8C8C1F}" dt="2021-09-04T09:58:58.843" v="384" actId="1076"/>
          <ac:spMkLst>
            <pc:docMk/>
            <pc:sldMk cId="3827089109" sldId="559"/>
            <ac:spMk id="15" creationId="{00000000-0000-0000-0000-000000000000}"/>
          </ac:spMkLst>
        </pc:spChg>
        <pc:spChg chg="mod">
          <ac:chgData name="翟 锐" userId="fef11181f709266a" providerId="LiveId" clId="{1AC65A31-A9AF-4647-AD52-03458F8C8C1F}" dt="2021-09-04T09:59:04.182" v="385" actId="1076"/>
          <ac:spMkLst>
            <pc:docMk/>
            <pc:sldMk cId="3827089109" sldId="559"/>
            <ac:spMk id="17" creationId="{00000000-0000-0000-0000-000000000000}"/>
          </ac:spMkLst>
        </pc:spChg>
        <pc:spChg chg="mod">
          <ac:chgData name="翟 锐" userId="fef11181f709266a" providerId="LiveId" clId="{1AC65A31-A9AF-4647-AD52-03458F8C8C1F}" dt="2021-09-04T09:59:14.735" v="386" actId="1076"/>
          <ac:spMkLst>
            <pc:docMk/>
            <pc:sldMk cId="3827089109" sldId="559"/>
            <ac:spMk id="18" creationId="{00000000-0000-0000-0000-000000000000}"/>
          </ac:spMkLst>
        </pc:spChg>
        <pc:spChg chg="mod">
          <ac:chgData name="翟 锐" userId="fef11181f709266a" providerId="LiveId" clId="{1AC65A31-A9AF-4647-AD52-03458F8C8C1F}" dt="2021-09-04T09:58:56.735" v="383" actId="1076"/>
          <ac:spMkLst>
            <pc:docMk/>
            <pc:sldMk cId="3827089109" sldId="559"/>
            <ac:spMk id="28" creationId="{00000000-0000-0000-0000-000000000000}"/>
          </ac:spMkLst>
        </pc:spChg>
      </pc:sldChg>
      <pc:sldChg chg="modSp modTransition">
        <pc:chgData name="翟 锐" userId="fef11181f709266a" providerId="LiveId" clId="{1AC65A31-A9AF-4647-AD52-03458F8C8C1F}" dt="2021-09-06T07:31:20.162" v="2200" actId="20577"/>
        <pc:sldMkLst>
          <pc:docMk/>
          <pc:sldMk cId="40839046" sldId="560"/>
        </pc:sldMkLst>
        <pc:spChg chg="mod">
          <ac:chgData name="翟 锐" userId="fef11181f709266a" providerId="LiveId" clId="{1AC65A31-A9AF-4647-AD52-03458F8C8C1F}" dt="2021-09-06T07:31:20.162" v="2200" actId="20577"/>
          <ac:spMkLst>
            <pc:docMk/>
            <pc:sldMk cId="40839046" sldId="560"/>
            <ac:spMk id="35" creationId="{00000000-0000-0000-0000-000000000000}"/>
          </ac:spMkLst>
        </pc:spChg>
      </pc:sldChg>
      <pc:sldChg chg="modSp del modTransition">
        <pc:chgData name="翟 锐" userId="fef11181f709266a" providerId="LiveId" clId="{1AC65A31-A9AF-4647-AD52-03458F8C8C1F}" dt="2021-09-06T08:16:08.383" v="2847" actId="47"/>
        <pc:sldMkLst>
          <pc:docMk/>
          <pc:sldMk cId="4092072796" sldId="561"/>
        </pc:sldMkLst>
        <pc:spChg chg="mod">
          <ac:chgData name="翟 锐" userId="fef11181f709266a" providerId="LiveId" clId="{1AC65A31-A9AF-4647-AD52-03458F8C8C1F}" dt="2021-09-06T08:10:57.603" v="2698" actId="20577"/>
          <ac:spMkLst>
            <pc:docMk/>
            <pc:sldMk cId="4092072796" sldId="561"/>
            <ac:spMk id="28" creationId="{00000000-0000-0000-0000-000000000000}"/>
          </ac:spMkLst>
        </pc:spChg>
      </pc:sldChg>
      <pc:sldChg chg="modSp add del modTransition">
        <pc:chgData name="翟 锐" userId="fef11181f709266a" providerId="LiveId" clId="{1AC65A31-A9AF-4647-AD52-03458F8C8C1F}" dt="2021-09-06T07:54:25.970" v="2473" actId="2696"/>
        <pc:sldMkLst>
          <pc:docMk/>
          <pc:sldMk cId="634261918" sldId="562"/>
        </pc:sldMkLst>
        <pc:spChg chg="mod">
          <ac:chgData name="翟 锐" userId="fef11181f709266a" providerId="LiveId" clId="{1AC65A31-A9AF-4647-AD52-03458F8C8C1F}" dt="2021-09-06T07:38:21.881" v="2226" actId="20577"/>
          <ac:spMkLst>
            <pc:docMk/>
            <pc:sldMk cId="634261918" sldId="562"/>
            <ac:spMk id="35" creationId="{00000000-0000-0000-0000-000000000000}"/>
          </ac:spMkLst>
        </pc:spChg>
      </pc:sldChg>
      <pc:sldChg chg="modSp add mod modAnim">
        <pc:chgData name="翟 锐" userId="fef11181f709266a" providerId="LiveId" clId="{1AC65A31-A9AF-4647-AD52-03458F8C8C1F}" dt="2021-09-06T08:13:44.243" v="2796" actId="21"/>
        <pc:sldMkLst>
          <pc:docMk/>
          <pc:sldMk cId="864148398" sldId="562"/>
        </pc:sldMkLst>
        <pc:spChg chg="mod">
          <ac:chgData name="翟 锐" userId="fef11181f709266a" providerId="LiveId" clId="{1AC65A31-A9AF-4647-AD52-03458F8C8C1F}" dt="2021-09-06T08:13:44.243" v="2796" actId="21"/>
          <ac:spMkLst>
            <pc:docMk/>
            <pc:sldMk cId="864148398" sldId="562"/>
            <ac:spMk id="2" creationId="{1A343DEC-CFF6-41F5-B87C-0DFC08C67B76}"/>
          </ac:spMkLst>
        </pc:spChg>
        <pc:spChg chg="mod">
          <ac:chgData name="翟 锐" userId="fef11181f709266a" providerId="LiveId" clId="{1AC65A31-A9AF-4647-AD52-03458F8C8C1F}" dt="2021-09-06T07:54:50.530" v="2502" actId="20577"/>
          <ac:spMkLst>
            <pc:docMk/>
            <pc:sldMk cId="864148398" sldId="562"/>
            <ac:spMk id="35" creationId="{00000000-0000-0000-0000-000000000000}"/>
          </ac:spMkLst>
        </pc:spChg>
      </pc:sldChg>
      <pc:sldChg chg="add">
        <pc:chgData name="翟 锐" userId="fef11181f709266a" providerId="LiveId" clId="{1AC65A31-A9AF-4647-AD52-03458F8C8C1F}" dt="2021-09-06T08:10:20.850" v="2675"/>
        <pc:sldMkLst>
          <pc:docMk/>
          <pc:sldMk cId="994157519" sldId="563"/>
        </pc:sldMkLst>
      </pc:sldChg>
      <pc:sldChg chg="add del modTransition">
        <pc:chgData name="翟 锐" userId="fef11181f709266a" providerId="LiveId" clId="{1AC65A31-A9AF-4647-AD52-03458F8C8C1F}" dt="2021-09-06T08:10:12.300" v="2674" actId="2696"/>
        <pc:sldMkLst>
          <pc:docMk/>
          <pc:sldMk cId="3051887953" sldId="563"/>
        </pc:sldMkLst>
      </pc:sldChg>
      <pc:sldChg chg="modSp add mod">
        <pc:chgData name="翟 锐" userId="fef11181f709266a" providerId="LiveId" clId="{1AC65A31-A9AF-4647-AD52-03458F8C8C1F}" dt="2021-09-15T12:21:32.144" v="3686" actId="113"/>
        <pc:sldMkLst>
          <pc:docMk/>
          <pc:sldMk cId="479663962" sldId="564"/>
        </pc:sldMkLst>
        <pc:spChg chg="mod">
          <ac:chgData name="翟 锐" userId="fef11181f709266a" providerId="LiveId" clId="{1AC65A31-A9AF-4647-AD52-03458F8C8C1F}" dt="2021-09-15T12:21:32.144" v="3686" actId="113"/>
          <ac:spMkLst>
            <pc:docMk/>
            <pc:sldMk cId="479663962" sldId="564"/>
            <ac:spMk id="2" creationId="{1A343DEC-CFF6-41F5-B87C-0DFC08C67B76}"/>
          </ac:spMkLst>
        </pc:spChg>
      </pc:sldChg>
      <pc:sldChg chg="add del modTransition">
        <pc:chgData name="翟 锐" userId="fef11181f709266a" providerId="LiveId" clId="{1AC65A31-A9AF-4647-AD52-03458F8C8C1F}" dt="2021-09-06T08:10:12.300" v="2674" actId="2696"/>
        <pc:sldMkLst>
          <pc:docMk/>
          <pc:sldMk cId="3404202409" sldId="564"/>
        </pc:sldMkLst>
      </pc:sldChg>
      <pc:sldChg chg="add del modTransition">
        <pc:chgData name="翟 锐" userId="fef11181f709266a" providerId="LiveId" clId="{1AC65A31-A9AF-4647-AD52-03458F8C8C1F}" dt="2021-09-06T08:10:12.300" v="2674" actId="2696"/>
        <pc:sldMkLst>
          <pc:docMk/>
          <pc:sldMk cId="146979102" sldId="565"/>
        </pc:sldMkLst>
      </pc:sldChg>
      <pc:sldChg chg="modSp add mod">
        <pc:chgData name="翟 锐" userId="fef11181f709266a" providerId="LiveId" clId="{1AC65A31-A9AF-4647-AD52-03458F8C8C1F}" dt="2021-09-14T23:58:44.747" v="3598" actId="20577"/>
        <pc:sldMkLst>
          <pc:docMk/>
          <pc:sldMk cId="2983539644" sldId="565"/>
        </pc:sldMkLst>
        <pc:spChg chg="mod">
          <ac:chgData name="翟 锐" userId="fef11181f709266a" providerId="LiveId" clId="{1AC65A31-A9AF-4647-AD52-03458F8C8C1F}" dt="2021-09-14T23:58:44.747" v="3598" actId="20577"/>
          <ac:spMkLst>
            <pc:docMk/>
            <pc:sldMk cId="2983539644" sldId="565"/>
            <ac:spMk id="2" creationId="{1A343DEC-CFF6-41F5-B87C-0DFC08C67B76}"/>
          </ac:spMkLst>
        </pc:spChg>
      </pc:sldChg>
      <pc:sldChg chg="addSp delSp modSp del mod ord modTransition">
        <pc:chgData name="翟 锐" userId="fef11181f709266a" providerId="LiveId" clId="{1AC65A31-A9AF-4647-AD52-03458F8C8C1F}" dt="2021-09-09T03:00:38.735" v="3271" actId="2696"/>
        <pc:sldMkLst>
          <pc:docMk/>
          <pc:sldMk cId="727514361" sldId="566"/>
        </pc:sldMkLst>
        <pc:spChg chg="mod">
          <ac:chgData name="翟 锐" userId="fef11181f709266a" providerId="LiveId" clId="{1AC65A31-A9AF-4647-AD52-03458F8C8C1F}" dt="2021-09-04T09:58:09.795" v="382" actId="6549"/>
          <ac:spMkLst>
            <pc:docMk/>
            <pc:sldMk cId="727514361" sldId="566"/>
            <ac:spMk id="2" creationId="{1A343DEC-CFF6-41F5-B87C-0DFC08C67B76}"/>
          </ac:spMkLst>
        </pc:spChg>
        <pc:picChg chg="add del mod">
          <ac:chgData name="翟 锐" userId="fef11181f709266a" providerId="LiveId" clId="{1AC65A31-A9AF-4647-AD52-03458F8C8C1F}" dt="2021-09-04T09:56:17.545" v="352"/>
          <ac:picMkLst>
            <pc:docMk/>
            <pc:sldMk cId="727514361" sldId="566"/>
            <ac:picMk id="1026" creationId="{531DEEFF-9EEF-4893-93CA-75AD692C0AE9}"/>
          </ac:picMkLst>
        </pc:picChg>
        <pc:picChg chg="add del mod">
          <ac:chgData name="翟 锐" userId="fef11181f709266a" providerId="LiveId" clId="{1AC65A31-A9AF-4647-AD52-03458F8C8C1F}" dt="2021-09-04T09:58:08.264" v="378" actId="478"/>
          <ac:picMkLst>
            <pc:docMk/>
            <pc:sldMk cId="727514361" sldId="566"/>
            <ac:picMk id="1028" creationId="{461C35FD-DD9C-450B-AF61-044A2E5B4906}"/>
          </ac:picMkLst>
        </pc:picChg>
      </pc:sldChg>
      <pc:sldChg chg="add">
        <pc:chgData name="翟 锐" userId="fef11181f709266a" providerId="LiveId" clId="{1AC65A31-A9AF-4647-AD52-03458F8C8C1F}" dt="2021-09-09T03:00:43.750" v="3272"/>
        <pc:sldMkLst>
          <pc:docMk/>
          <pc:sldMk cId="3721661227" sldId="566"/>
        </pc:sldMkLst>
      </pc:sldChg>
      <pc:sldChg chg="modSp mod modTransition">
        <pc:chgData name="翟 锐" userId="fef11181f709266a" providerId="LiveId" clId="{1AC65A31-A9AF-4647-AD52-03458F8C8C1F}" dt="2021-09-08T03:33:23.145" v="3217" actId="20577"/>
        <pc:sldMkLst>
          <pc:docMk/>
          <pc:sldMk cId="1981665619" sldId="567"/>
        </pc:sldMkLst>
        <pc:spChg chg="mod">
          <ac:chgData name="翟 锐" userId="fef11181f709266a" providerId="LiveId" clId="{1AC65A31-A9AF-4647-AD52-03458F8C8C1F}" dt="2021-09-08T03:33:23.145" v="3217" actId="20577"/>
          <ac:spMkLst>
            <pc:docMk/>
            <pc:sldMk cId="1981665619" sldId="567"/>
            <ac:spMk id="2" creationId="{1A343DEC-CFF6-41F5-B87C-0DFC08C67B76}"/>
          </ac:spMkLst>
        </pc:spChg>
      </pc:sldChg>
      <pc:sldChg chg="add del modTransition">
        <pc:chgData name="翟 锐" userId="fef11181f709266a" providerId="LiveId" clId="{1AC65A31-A9AF-4647-AD52-03458F8C8C1F}" dt="2021-09-06T07:54:25.970" v="2473" actId="2696"/>
        <pc:sldMkLst>
          <pc:docMk/>
          <pc:sldMk cId="1385814803" sldId="568"/>
        </pc:sldMkLst>
      </pc:sldChg>
      <pc:sldChg chg="modSp add mod">
        <pc:chgData name="翟 锐" userId="fef11181f709266a" providerId="LiveId" clId="{1AC65A31-A9AF-4647-AD52-03458F8C8C1F}" dt="2021-09-08T00:42:06.744" v="3068" actId="207"/>
        <pc:sldMkLst>
          <pc:docMk/>
          <pc:sldMk cId="2383899194" sldId="568"/>
        </pc:sldMkLst>
        <pc:spChg chg="mod">
          <ac:chgData name="翟 锐" userId="fef11181f709266a" providerId="LiveId" clId="{1AC65A31-A9AF-4647-AD52-03458F8C8C1F}" dt="2021-09-08T00:42:06.744" v="3068" actId="207"/>
          <ac:spMkLst>
            <pc:docMk/>
            <pc:sldMk cId="2383899194" sldId="568"/>
            <ac:spMk id="2" creationId="{1A343DEC-CFF6-41F5-B87C-0DFC08C67B76}"/>
          </ac:spMkLst>
        </pc:spChg>
        <pc:spChg chg="mod">
          <ac:chgData name="翟 锐" userId="fef11181f709266a" providerId="LiveId" clId="{1AC65A31-A9AF-4647-AD52-03458F8C8C1F}" dt="2021-09-06T07:54:55.999" v="2515" actId="20577"/>
          <ac:spMkLst>
            <pc:docMk/>
            <pc:sldMk cId="2383899194" sldId="568"/>
            <ac:spMk id="35" creationId="{00000000-0000-0000-0000-000000000000}"/>
          </ac:spMkLst>
        </pc:spChg>
      </pc:sldChg>
      <pc:sldChg chg="modSp add mod">
        <pc:chgData name="翟 锐" userId="fef11181f709266a" providerId="LiveId" clId="{1AC65A31-A9AF-4647-AD52-03458F8C8C1F}" dt="2021-09-14T23:58:46.497" v="3599" actId="20577"/>
        <pc:sldMkLst>
          <pc:docMk/>
          <pc:sldMk cId="2925274097" sldId="569"/>
        </pc:sldMkLst>
        <pc:spChg chg="mod">
          <ac:chgData name="翟 锐" userId="fef11181f709266a" providerId="LiveId" clId="{1AC65A31-A9AF-4647-AD52-03458F8C8C1F}" dt="2021-09-14T23:58:46.497" v="3599" actId="20577"/>
          <ac:spMkLst>
            <pc:docMk/>
            <pc:sldMk cId="2925274097" sldId="569"/>
            <ac:spMk id="2" creationId="{1A343DEC-CFF6-41F5-B87C-0DFC08C67B76}"/>
          </ac:spMkLst>
        </pc:spChg>
      </pc:sldChg>
      <pc:sldChg chg="add del modTransition">
        <pc:chgData name="翟 锐" userId="fef11181f709266a" providerId="LiveId" clId="{1AC65A31-A9AF-4647-AD52-03458F8C8C1F}" dt="2021-09-06T08:10:12.300" v="2674" actId="2696"/>
        <pc:sldMkLst>
          <pc:docMk/>
          <pc:sldMk cId="4047933167" sldId="569"/>
        </pc:sldMkLst>
      </pc:sldChg>
      <pc:sldChg chg="add del modTransition">
        <pc:chgData name="翟 锐" userId="fef11181f709266a" providerId="LiveId" clId="{1AC65A31-A9AF-4647-AD52-03458F8C8C1F}" dt="2021-09-06T08:10:12.300" v="2674" actId="2696"/>
        <pc:sldMkLst>
          <pc:docMk/>
          <pc:sldMk cId="1248462053" sldId="570"/>
        </pc:sldMkLst>
      </pc:sldChg>
      <pc:sldChg chg="add">
        <pc:chgData name="翟 锐" userId="fef11181f709266a" providerId="LiveId" clId="{1AC65A31-A9AF-4647-AD52-03458F8C8C1F}" dt="2021-09-06T08:10:20.850" v="2675"/>
        <pc:sldMkLst>
          <pc:docMk/>
          <pc:sldMk cId="1291428999" sldId="570"/>
        </pc:sldMkLst>
      </pc:sldChg>
      <pc:sldChg chg="add del">
        <pc:chgData name="翟 锐" userId="fef11181f709266a" providerId="LiveId" clId="{1AC65A31-A9AF-4647-AD52-03458F8C8C1F}" dt="2021-09-06T08:10:35.254" v="2676" actId="2696"/>
        <pc:sldMkLst>
          <pc:docMk/>
          <pc:sldMk cId="254372953" sldId="571"/>
        </pc:sldMkLst>
      </pc:sldChg>
      <pc:sldChg chg="add">
        <pc:chgData name="翟 锐" userId="fef11181f709266a" providerId="LiveId" clId="{1AC65A31-A9AF-4647-AD52-03458F8C8C1F}" dt="2021-09-06T08:10:42.315" v="2677"/>
        <pc:sldMkLst>
          <pc:docMk/>
          <pc:sldMk cId="989772178" sldId="571"/>
        </pc:sldMkLst>
      </pc:sldChg>
      <pc:sldChg chg="del modTransition">
        <pc:chgData name="翟 锐" userId="fef11181f709266a" providerId="LiveId" clId="{1AC65A31-A9AF-4647-AD52-03458F8C8C1F}" dt="2021-09-06T08:04:45.333" v="2644" actId="2696"/>
        <pc:sldMkLst>
          <pc:docMk/>
          <pc:sldMk cId="3236092290" sldId="571"/>
        </pc:sldMkLst>
      </pc:sldChg>
      <pc:sldChg chg="add del modTransition">
        <pc:chgData name="翟 锐" userId="fef11181f709266a" providerId="LiveId" clId="{1AC65A31-A9AF-4647-AD52-03458F8C8C1F}" dt="2021-09-06T08:10:12.300" v="2674" actId="2696"/>
        <pc:sldMkLst>
          <pc:docMk/>
          <pc:sldMk cId="1120019373" sldId="572"/>
        </pc:sldMkLst>
      </pc:sldChg>
      <pc:sldChg chg="add">
        <pc:chgData name="翟 锐" userId="fef11181f709266a" providerId="LiveId" clId="{1AC65A31-A9AF-4647-AD52-03458F8C8C1F}" dt="2021-09-06T08:10:20.850" v="2675"/>
        <pc:sldMkLst>
          <pc:docMk/>
          <pc:sldMk cId="1463763216" sldId="572"/>
        </pc:sldMkLst>
      </pc:sldChg>
      <pc:sldChg chg="del modTransition">
        <pc:chgData name="翟 锐" userId="fef11181f709266a" providerId="LiveId" clId="{1AC65A31-A9AF-4647-AD52-03458F8C8C1F}" dt="2021-09-06T08:10:35.254" v="2676" actId="2696"/>
        <pc:sldMkLst>
          <pc:docMk/>
          <pc:sldMk cId="743746202" sldId="573"/>
        </pc:sldMkLst>
      </pc:sldChg>
      <pc:sldChg chg="modSp add mod">
        <pc:chgData name="翟 锐" userId="fef11181f709266a" providerId="LiveId" clId="{1AC65A31-A9AF-4647-AD52-03458F8C8C1F}" dt="2021-09-15T02:12:25.545" v="3617" actId="20577"/>
        <pc:sldMkLst>
          <pc:docMk/>
          <pc:sldMk cId="3794327711" sldId="573"/>
        </pc:sldMkLst>
        <pc:spChg chg="mod">
          <ac:chgData name="翟 锐" userId="fef11181f709266a" providerId="LiveId" clId="{1AC65A31-A9AF-4647-AD52-03458F8C8C1F}" dt="2021-09-15T02:12:25.545" v="3617" actId="20577"/>
          <ac:spMkLst>
            <pc:docMk/>
            <pc:sldMk cId="3794327711" sldId="573"/>
            <ac:spMk id="2" creationId="{1A343DEC-CFF6-41F5-B87C-0DFC08C67B76}"/>
          </ac:spMkLst>
        </pc:spChg>
      </pc:sldChg>
      <pc:sldChg chg="add del modTransition">
        <pc:chgData name="翟 锐" userId="fef11181f709266a" providerId="LiveId" clId="{1AC65A31-A9AF-4647-AD52-03458F8C8C1F}" dt="2021-09-21T08:15:45.654" v="3782" actId="2696"/>
        <pc:sldMkLst>
          <pc:docMk/>
          <pc:sldMk cId="620485273" sldId="574"/>
        </pc:sldMkLst>
      </pc:sldChg>
      <pc:sldChg chg="add">
        <pc:chgData name="翟 锐" userId="fef11181f709266a" providerId="LiveId" clId="{1AC65A31-A9AF-4647-AD52-03458F8C8C1F}" dt="2021-09-21T08:16:25.257" v="3785"/>
        <pc:sldMkLst>
          <pc:docMk/>
          <pc:sldMk cId="2370399836" sldId="574"/>
        </pc:sldMkLst>
      </pc:sldChg>
      <pc:sldChg chg="add del">
        <pc:chgData name="翟 锐" userId="fef11181f709266a" providerId="LiveId" clId="{1AC65A31-A9AF-4647-AD52-03458F8C8C1F}" dt="2021-09-21T08:16:16.124" v="3784"/>
        <pc:sldMkLst>
          <pc:docMk/>
          <pc:sldMk cId="2978566146" sldId="574"/>
        </pc:sldMkLst>
      </pc:sldChg>
      <pc:sldChg chg="add del modTransition">
        <pc:chgData name="翟 锐" userId="fef11181f709266a" providerId="LiveId" clId="{1AC65A31-A9AF-4647-AD52-03458F8C8C1F}" dt="2021-09-21T08:15:45.654" v="3782" actId="2696"/>
        <pc:sldMkLst>
          <pc:docMk/>
          <pc:sldMk cId="1067089501" sldId="575"/>
        </pc:sldMkLst>
      </pc:sldChg>
      <pc:sldChg chg="add del">
        <pc:chgData name="翟 锐" userId="fef11181f709266a" providerId="LiveId" clId="{1AC65A31-A9AF-4647-AD52-03458F8C8C1F}" dt="2021-09-21T08:16:16.124" v="3784"/>
        <pc:sldMkLst>
          <pc:docMk/>
          <pc:sldMk cId="3681637842" sldId="575"/>
        </pc:sldMkLst>
      </pc:sldChg>
      <pc:sldChg chg="add">
        <pc:chgData name="翟 锐" userId="fef11181f709266a" providerId="LiveId" clId="{1AC65A31-A9AF-4647-AD52-03458F8C8C1F}" dt="2021-09-21T08:16:25.257" v="3785"/>
        <pc:sldMkLst>
          <pc:docMk/>
          <pc:sldMk cId="4111291903" sldId="575"/>
        </pc:sldMkLst>
      </pc:sldChg>
      <pc:sldChg chg="add">
        <pc:chgData name="翟 锐" userId="fef11181f709266a" providerId="LiveId" clId="{1AC65A31-A9AF-4647-AD52-03458F8C8C1F}" dt="2021-09-21T08:16:25.257" v="3785"/>
        <pc:sldMkLst>
          <pc:docMk/>
          <pc:sldMk cId="1947138108" sldId="576"/>
        </pc:sldMkLst>
      </pc:sldChg>
      <pc:sldChg chg="add del">
        <pc:chgData name="翟 锐" userId="fef11181f709266a" providerId="LiveId" clId="{1AC65A31-A9AF-4647-AD52-03458F8C8C1F}" dt="2021-09-21T08:16:16.124" v="3784"/>
        <pc:sldMkLst>
          <pc:docMk/>
          <pc:sldMk cId="2491859818" sldId="576"/>
        </pc:sldMkLst>
      </pc:sldChg>
      <pc:sldChg chg="add del modTransition">
        <pc:chgData name="翟 锐" userId="fef11181f709266a" providerId="LiveId" clId="{1AC65A31-A9AF-4647-AD52-03458F8C8C1F}" dt="2021-09-21T08:15:45.654" v="3782" actId="2696"/>
        <pc:sldMkLst>
          <pc:docMk/>
          <pc:sldMk cId="2636534021" sldId="576"/>
        </pc:sldMkLst>
      </pc:sldChg>
      <pc:sldChg chg="add del">
        <pc:chgData name="翟 锐" userId="fef11181f709266a" providerId="LiveId" clId="{1AC65A31-A9AF-4647-AD52-03458F8C8C1F}" dt="2021-09-21T08:16:16.124" v="3784"/>
        <pc:sldMkLst>
          <pc:docMk/>
          <pc:sldMk cId="1176691938" sldId="577"/>
        </pc:sldMkLst>
      </pc:sldChg>
      <pc:sldChg chg="add">
        <pc:chgData name="翟 锐" userId="fef11181f709266a" providerId="LiveId" clId="{1AC65A31-A9AF-4647-AD52-03458F8C8C1F}" dt="2021-09-21T08:16:25.257" v="3785"/>
        <pc:sldMkLst>
          <pc:docMk/>
          <pc:sldMk cId="1525559260" sldId="577"/>
        </pc:sldMkLst>
      </pc:sldChg>
      <pc:sldChg chg="add del modTransition">
        <pc:chgData name="翟 锐" userId="fef11181f709266a" providerId="LiveId" clId="{1AC65A31-A9AF-4647-AD52-03458F8C8C1F}" dt="2021-09-21T08:15:45.654" v="3782" actId="2696"/>
        <pc:sldMkLst>
          <pc:docMk/>
          <pc:sldMk cId="1554101574" sldId="577"/>
        </pc:sldMkLst>
      </pc:sldChg>
      <pc:sldChg chg="add del">
        <pc:chgData name="翟 锐" userId="fef11181f709266a" providerId="LiveId" clId="{1AC65A31-A9AF-4647-AD52-03458F8C8C1F}" dt="2021-09-21T08:16:16.124" v="3784"/>
        <pc:sldMkLst>
          <pc:docMk/>
          <pc:sldMk cId="1312238494" sldId="578"/>
        </pc:sldMkLst>
      </pc:sldChg>
      <pc:sldChg chg="add">
        <pc:chgData name="翟 锐" userId="fef11181f709266a" providerId="LiveId" clId="{1AC65A31-A9AF-4647-AD52-03458F8C8C1F}" dt="2021-09-21T08:16:25.257" v="3785"/>
        <pc:sldMkLst>
          <pc:docMk/>
          <pc:sldMk cId="2678410114" sldId="578"/>
        </pc:sldMkLst>
      </pc:sldChg>
      <pc:sldChg chg="add del modTransition">
        <pc:chgData name="翟 锐" userId="fef11181f709266a" providerId="LiveId" clId="{1AC65A31-A9AF-4647-AD52-03458F8C8C1F}" dt="2021-09-21T08:15:45.654" v="3782" actId="2696"/>
        <pc:sldMkLst>
          <pc:docMk/>
          <pc:sldMk cId="3422299790" sldId="578"/>
        </pc:sldMkLst>
      </pc:sldChg>
      <pc:sldChg chg="add del modTransition">
        <pc:chgData name="翟 锐" userId="fef11181f709266a" providerId="LiveId" clId="{1AC65A31-A9AF-4647-AD52-03458F8C8C1F}" dt="2021-09-21T08:15:45.654" v="3782" actId="2696"/>
        <pc:sldMkLst>
          <pc:docMk/>
          <pc:sldMk cId="2625504127" sldId="579"/>
        </pc:sldMkLst>
      </pc:sldChg>
      <pc:sldChg chg="add del">
        <pc:chgData name="翟 锐" userId="fef11181f709266a" providerId="LiveId" clId="{1AC65A31-A9AF-4647-AD52-03458F8C8C1F}" dt="2021-09-21T08:16:16.124" v="3784"/>
        <pc:sldMkLst>
          <pc:docMk/>
          <pc:sldMk cId="2693763456" sldId="579"/>
        </pc:sldMkLst>
      </pc:sldChg>
      <pc:sldChg chg="add">
        <pc:chgData name="翟 锐" userId="fef11181f709266a" providerId="LiveId" clId="{1AC65A31-A9AF-4647-AD52-03458F8C8C1F}" dt="2021-09-21T08:16:25.257" v="3785"/>
        <pc:sldMkLst>
          <pc:docMk/>
          <pc:sldMk cId="3446725831" sldId="579"/>
        </pc:sldMkLst>
      </pc:sldChg>
      <pc:sldChg chg="modSp add del ord modTransition">
        <pc:chgData name="翟 锐" userId="fef11181f709266a" providerId="LiveId" clId="{1AC65A31-A9AF-4647-AD52-03458F8C8C1F}" dt="2021-09-14T23:52:00.248" v="3596" actId="2696"/>
        <pc:sldMkLst>
          <pc:docMk/>
          <pc:sldMk cId="2070724557" sldId="580"/>
        </pc:sldMkLst>
        <pc:spChg chg="mod">
          <ac:chgData name="翟 锐" userId="fef11181f709266a" providerId="LiveId" clId="{1AC65A31-A9AF-4647-AD52-03458F8C8C1F}" dt="2021-09-06T08:03:30.190" v="2639" actId="20577"/>
          <ac:spMkLst>
            <pc:docMk/>
            <pc:sldMk cId="2070724557" sldId="580"/>
            <ac:spMk id="35" creationId="{00000000-0000-0000-0000-000000000000}"/>
          </ac:spMkLst>
        </pc:spChg>
      </pc:sldChg>
      <pc:sldChg chg="modSp add mod">
        <pc:chgData name="翟 锐" userId="fef11181f709266a" providerId="LiveId" clId="{1AC65A31-A9AF-4647-AD52-03458F8C8C1F}" dt="2021-09-15T10:19:52.010" v="3659" actId="15"/>
        <pc:sldMkLst>
          <pc:docMk/>
          <pc:sldMk cId="3707126929" sldId="580"/>
        </pc:sldMkLst>
        <pc:spChg chg="mod">
          <ac:chgData name="翟 锐" userId="fef11181f709266a" providerId="LiveId" clId="{1AC65A31-A9AF-4647-AD52-03458F8C8C1F}" dt="2021-09-15T10:19:52.010" v="3659" actId="15"/>
          <ac:spMkLst>
            <pc:docMk/>
            <pc:sldMk cId="3707126929" sldId="580"/>
            <ac:spMk id="2" creationId="{1A343DEC-CFF6-41F5-B87C-0DFC08C67B76}"/>
          </ac:spMkLst>
        </pc:spChg>
      </pc:sldChg>
      <pc:sldChg chg="modSp modTransition">
        <pc:chgData name="翟 锐" userId="fef11181f709266a" providerId="LiveId" clId="{1AC65A31-A9AF-4647-AD52-03458F8C8C1F}" dt="2021-09-06T06:22:38.171" v="2008"/>
        <pc:sldMkLst>
          <pc:docMk/>
          <pc:sldMk cId="261589731" sldId="582"/>
        </pc:sldMkLst>
        <pc:spChg chg="mod">
          <ac:chgData name="翟 锐" userId="fef11181f709266a" providerId="LiveId" clId="{1AC65A31-A9AF-4647-AD52-03458F8C8C1F}" dt="2021-09-06T06:22:38.171" v="2008"/>
          <ac:spMkLst>
            <pc:docMk/>
            <pc:sldMk cId="261589731" sldId="582"/>
            <ac:spMk id="35" creationId="{00000000-0000-0000-0000-000000000000}"/>
          </ac:spMkLst>
        </pc:spChg>
      </pc:sldChg>
      <pc:sldChg chg="modSp modTransition">
        <pc:chgData name="翟 锐" userId="fef11181f709266a" providerId="LiveId" clId="{1AC65A31-A9AF-4647-AD52-03458F8C8C1F}" dt="2021-09-06T06:20:34.256" v="2007" actId="20577"/>
        <pc:sldMkLst>
          <pc:docMk/>
          <pc:sldMk cId="1594480700" sldId="583"/>
        </pc:sldMkLst>
        <pc:spChg chg="mod">
          <ac:chgData name="翟 锐" userId="fef11181f709266a" providerId="LiveId" clId="{1AC65A31-A9AF-4647-AD52-03458F8C8C1F}" dt="2021-09-06T06:20:34.256" v="2007" actId="20577"/>
          <ac:spMkLst>
            <pc:docMk/>
            <pc:sldMk cId="1594480700" sldId="583"/>
            <ac:spMk id="35" creationId="{00000000-0000-0000-0000-000000000000}"/>
          </ac:spMkLst>
        </pc:spChg>
      </pc:sldChg>
      <pc:sldChg chg="modSp modTransition">
        <pc:chgData name="翟 锐" userId="fef11181f709266a" providerId="LiveId" clId="{1AC65A31-A9AF-4647-AD52-03458F8C8C1F}" dt="2021-09-06T06:22:39.944" v="2009"/>
        <pc:sldMkLst>
          <pc:docMk/>
          <pc:sldMk cId="3771257398" sldId="584"/>
        </pc:sldMkLst>
        <pc:spChg chg="mod">
          <ac:chgData name="翟 锐" userId="fef11181f709266a" providerId="LiveId" clId="{1AC65A31-A9AF-4647-AD52-03458F8C8C1F}" dt="2021-09-06T06:22:39.944" v="2009"/>
          <ac:spMkLst>
            <pc:docMk/>
            <pc:sldMk cId="3771257398" sldId="584"/>
            <ac:spMk id="35" creationId="{00000000-0000-0000-0000-000000000000}"/>
          </ac:spMkLst>
        </pc:spChg>
      </pc:sldChg>
      <pc:sldChg chg="add del modTransition">
        <pc:chgData name="翟 锐" userId="fef11181f709266a" providerId="LiveId" clId="{1AC65A31-A9AF-4647-AD52-03458F8C8C1F}" dt="2021-09-06T08:04:45.333" v="2644" actId="2696"/>
        <pc:sldMkLst>
          <pc:docMk/>
          <pc:sldMk cId="370822182" sldId="586"/>
        </pc:sldMkLst>
      </pc:sldChg>
      <pc:sldChg chg="add del">
        <pc:chgData name="翟 锐" userId="fef11181f709266a" providerId="LiveId" clId="{1AC65A31-A9AF-4647-AD52-03458F8C8C1F}" dt="2021-09-06T08:10:35.254" v="2676" actId="2696"/>
        <pc:sldMkLst>
          <pc:docMk/>
          <pc:sldMk cId="867919243" sldId="586"/>
        </pc:sldMkLst>
      </pc:sldChg>
      <pc:sldChg chg="add del">
        <pc:chgData name="翟 锐" userId="fef11181f709266a" providerId="LiveId" clId="{1AC65A31-A9AF-4647-AD52-03458F8C8C1F}" dt="2021-09-09T03:07:49.173" v="3278" actId="47"/>
        <pc:sldMkLst>
          <pc:docMk/>
          <pc:sldMk cId="3146213468" sldId="586"/>
        </pc:sldMkLst>
      </pc:sldChg>
      <pc:sldChg chg="modTransition">
        <pc:chgData name="翟 锐" userId="fef11181f709266a" providerId="LiveId" clId="{1AC65A31-A9AF-4647-AD52-03458F8C8C1F}" dt="2021-09-04T11:33:51.262" v="1350"/>
        <pc:sldMkLst>
          <pc:docMk/>
          <pc:sldMk cId="4205128277" sldId="587"/>
        </pc:sldMkLst>
      </pc:sldChg>
      <pc:sldChg chg="modTransition">
        <pc:chgData name="翟 锐" userId="fef11181f709266a" providerId="LiveId" clId="{1AC65A31-A9AF-4647-AD52-03458F8C8C1F}" dt="2021-09-04T11:33:51.262" v="1350"/>
        <pc:sldMkLst>
          <pc:docMk/>
          <pc:sldMk cId="850308225" sldId="588"/>
        </pc:sldMkLst>
      </pc:sldChg>
      <pc:sldChg chg="modTransition">
        <pc:chgData name="翟 锐" userId="fef11181f709266a" providerId="LiveId" clId="{1AC65A31-A9AF-4647-AD52-03458F8C8C1F}" dt="2021-09-04T11:33:51.262" v="1350"/>
        <pc:sldMkLst>
          <pc:docMk/>
          <pc:sldMk cId="1817544442" sldId="589"/>
        </pc:sldMkLst>
      </pc:sldChg>
      <pc:sldChg chg="modSp mod modTransition">
        <pc:chgData name="翟 锐" userId="fef11181f709266a" providerId="LiveId" clId="{1AC65A31-A9AF-4647-AD52-03458F8C8C1F}" dt="2021-09-15T10:35:20.279" v="3660" actId="15"/>
        <pc:sldMkLst>
          <pc:docMk/>
          <pc:sldMk cId="685558447" sldId="590"/>
        </pc:sldMkLst>
        <pc:spChg chg="mod">
          <ac:chgData name="翟 锐" userId="fef11181f709266a" providerId="LiveId" clId="{1AC65A31-A9AF-4647-AD52-03458F8C8C1F}" dt="2021-09-15T10:35:20.279" v="3660" actId="15"/>
          <ac:spMkLst>
            <pc:docMk/>
            <pc:sldMk cId="685558447" sldId="590"/>
            <ac:spMk id="2" creationId="{1A343DEC-CFF6-41F5-B87C-0DFC08C67B76}"/>
          </ac:spMkLst>
        </pc:spChg>
      </pc:sldChg>
      <pc:sldChg chg="del modTransition">
        <pc:chgData name="翟 锐" userId="fef11181f709266a" providerId="LiveId" clId="{1AC65A31-A9AF-4647-AD52-03458F8C8C1F}" dt="2021-09-06T08:18:16.875" v="2860" actId="47"/>
        <pc:sldMkLst>
          <pc:docMk/>
          <pc:sldMk cId="1241660107" sldId="591"/>
        </pc:sldMkLst>
      </pc:sldChg>
      <pc:sldChg chg="modSp mod modTransition">
        <pc:chgData name="翟 锐" userId="fef11181f709266a" providerId="LiveId" clId="{1AC65A31-A9AF-4647-AD52-03458F8C8C1F}" dt="2021-09-04T11:33:51.262" v="1350"/>
        <pc:sldMkLst>
          <pc:docMk/>
          <pc:sldMk cId="2843123516" sldId="593"/>
        </pc:sldMkLst>
        <pc:spChg chg="mod">
          <ac:chgData name="翟 锐" userId="fef11181f709266a" providerId="LiveId" clId="{1AC65A31-A9AF-4647-AD52-03458F8C8C1F}" dt="2021-09-04T09:46:32.886" v="344" actId="20577"/>
          <ac:spMkLst>
            <pc:docMk/>
            <pc:sldMk cId="2843123516" sldId="593"/>
            <ac:spMk id="2" creationId="{1A343DEC-CFF6-41F5-B87C-0DFC08C67B76}"/>
          </ac:spMkLst>
        </pc:spChg>
      </pc:sldChg>
      <pc:sldChg chg="modSp ord modTransition">
        <pc:chgData name="翟 锐" userId="fef11181f709266a" providerId="LiveId" clId="{1AC65A31-A9AF-4647-AD52-03458F8C8C1F}" dt="2021-09-06T08:30:22.628" v="2903" actId="20577"/>
        <pc:sldMkLst>
          <pc:docMk/>
          <pc:sldMk cId="3055817303" sldId="594"/>
        </pc:sldMkLst>
        <pc:spChg chg="mod">
          <ac:chgData name="翟 锐" userId="fef11181f709266a" providerId="LiveId" clId="{1AC65A31-A9AF-4647-AD52-03458F8C8C1F}" dt="2021-09-06T08:30:22.628" v="2903" actId="20577"/>
          <ac:spMkLst>
            <pc:docMk/>
            <pc:sldMk cId="3055817303" sldId="594"/>
            <ac:spMk id="35" creationId="{00000000-0000-0000-0000-000000000000}"/>
          </ac:spMkLst>
        </pc:spChg>
      </pc:sldChg>
      <pc:sldChg chg="modSp modTransition">
        <pc:chgData name="翟 锐" userId="fef11181f709266a" providerId="LiveId" clId="{1AC65A31-A9AF-4647-AD52-03458F8C8C1F}" dt="2021-09-15T01:35:18.832" v="3611" actId="1076"/>
        <pc:sldMkLst>
          <pc:docMk/>
          <pc:sldMk cId="363145086" sldId="595"/>
        </pc:sldMkLst>
        <pc:spChg chg="mod">
          <ac:chgData name="翟 锐" userId="fef11181f709266a" providerId="LiveId" clId="{1AC65A31-A9AF-4647-AD52-03458F8C8C1F}" dt="2021-09-06T08:19:06.416" v="2869" actId="20577"/>
          <ac:spMkLst>
            <pc:docMk/>
            <pc:sldMk cId="363145086" sldId="595"/>
            <ac:spMk id="35" creationId="{00000000-0000-0000-0000-000000000000}"/>
          </ac:spMkLst>
        </pc:spChg>
        <pc:picChg chg="mod">
          <ac:chgData name="翟 锐" userId="fef11181f709266a" providerId="LiveId" clId="{1AC65A31-A9AF-4647-AD52-03458F8C8C1F}" dt="2021-09-15T01:35:18.832" v="3611" actId="1076"/>
          <ac:picMkLst>
            <pc:docMk/>
            <pc:sldMk cId="363145086" sldId="595"/>
            <ac:picMk id="6" creationId="{1FC625FB-239C-49EE-A6E2-6C263647896F}"/>
          </ac:picMkLst>
        </pc:picChg>
      </pc:sldChg>
      <pc:sldChg chg="modSp del modTransition">
        <pc:chgData name="翟 锐" userId="fef11181f709266a" providerId="LiveId" clId="{1AC65A31-A9AF-4647-AD52-03458F8C8C1F}" dt="2021-09-06T07:39:55.698" v="2227" actId="2696"/>
        <pc:sldMkLst>
          <pc:docMk/>
          <pc:sldMk cId="3502602879" sldId="598"/>
        </pc:sldMkLst>
        <pc:spChg chg="mod">
          <ac:chgData name="翟 锐" userId="fef11181f709266a" providerId="LiveId" clId="{1AC65A31-A9AF-4647-AD52-03458F8C8C1F}" dt="2021-09-04T16:08:46.372" v="1747" actId="20577"/>
          <ac:spMkLst>
            <pc:docMk/>
            <pc:sldMk cId="3502602879" sldId="598"/>
            <ac:spMk id="35" creationId="{00000000-0000-0000-0000-000000000000}"/>
          </ac:spMkLst>
        </pc:spChg>
      </pc:sldChg>
      <pc:sldChg chg="modSp add del mod ord">
        <pc:chgData name="翟 锐" userId="fef11181f709266a" providerId="LiveId" clId="{1AC65A31-A9AF-4647-AD52-03458F8C8C1F}" dt="2021-09-15T00:27:39.331" v="3605" actId="207"/>
        <pc:sldMkLst>
          <pc:docMk/>
          <pc:sldMk cId="3832159679" sldId="598"/>
        </pc:sldMkLst>
        <pc:spChg chg="mod">
          <ac:chgData name="翟 锐" userId="fef11181f709266a" providerId="LiveId" clId="{1AC65A31-A9AF-4647-AD52-03458F8C8C1F}" dt="2021-09-15T00:27:39.331" v="3605" actId="207"/>
          <ac:spMkLst>
            <pc:docMk/>
            <pc:sldMk cId="3832159679" sldId="598"/>
            <ac:spMk id="2" creationId="{1A343DEC-CFF6-41F5-B87C-0DFC08C67B76}"/>
          </ac:spMkLst>
        </pc:spChg>
      </pc:sldChg>
      <pc:sldChg chg="modSp add mod">
        <pc:chgData name="翟 锐" userId="fef11181f709266a" providerId="LiveId" clId="{1AC65A31-A9AF-4647-AD52-03458F8C8C1F}" dt="2021-09-15T02:21:16.875" v="3629" actId="207"/>
        <pc:sldMkLst>
          <pc:docMk/>
          <pc:sldMk cId="280393866" sldId="600"/>
        </pc:sldMkLst>
        <pc:spChg chg="mod">
          <ac:chgData name="翟 锐" userId="fef11181f709266a" providerId="LiveId" clId="{1AC65A31-A9AF-4647-AD52-03458F8C8C1F}" dt="2021-09-15T02:21:16.875" v="3629" actId="207"/>
          <ac:spMkLst>
            <pc:docMk/>
            <pc:sldMk cId="280393866" sldId="600"/>
            <ac:spMk id="2" creationId="{1A343DEC-CFF6-41F5-B87C-0DFC08C67B76}"/>
          </ac:spMkLst>
        </pc:spChg>
      </pc:sldChg>
      <pc:sldChg chg="del modTransition">
        <pc:chgData name="翟 锐" userId="fef11181f709266a" providerId="LiveId" clId="{1AC65A31-A9AF-4647-AD52-03458F8C8C1F}" dt="2021-09-06T08:10:35.254" v="2676" actId="2696"/>
        <pc:sldMkLst>
          <pc:docMk/>
          <pc:sldMk cId="1624425854" sldId="600"/>
        </pc:sldMkLst>
      </pc:sldChg>
      <pc:sldChg chg="add del">
        <pc:chgData name="翟 锐" userId="fef11181f709266a" providerId="LiveId" clId="{1AC65A31-A9AF-4647-AD52-03458F8C8C1F}" dt="2021-09-06T08:26:29.092" v="2896" actId="2696"/>
        <pc:sldMkLst>
          <pc:docMk/>
          <pc:sldMk cId="1038837178" sldId="601"/>
        </pc:sldMkLst>
      </pc:sldChg>
      <pc:sldChg chg="del modTransition">
        <pc:chgData name="翟 锐" userId="fef11181f709266a" providerId="LiveId" clId="{1AC65A31-A9AF-4647-AD52-03458F8C8C1F}" dt="2021-09-06T08:04:45.333" v="2644" actId="2696"/>
        <pc:sldMkLst>
          <pc:docMk/>
          <pc:sldMk cId="2101326762" sldId="601"/>
        </pc:sldMkLst>
      </pc:sldChg>
      <pc:sldChg chg="modSp add mod">
        <pc:chgData name="翟 锐" userId="fef11181f709266a" providerId="LiveId" clId="{1AC65A31-A9AF-4647-AD52-03458F8C8C1F}" dt="2021-09-08T01:25:03.955" v="3109" actId="20577"/>
        <pc:sldMkLst>
          <pc:docMk/>
          <pc:sldMk cId="3719196867" sldId="601"/>
        </pc:sldMkLst>
        <pc:spChg chg="mod">
          <ac:chgData name="翟 锐" userId="fef11181f709266a" providerId="LiveId" clId="{1AC65A31-A9AF-4647-AD52-03458F8C8C1F}" dt="2021-09-08T01:25:03.955" v="3109" actId="20577"/>
          <ac:spMkLst>
            <pc:docMk/>
            <pc:sldMk cId="3719196867" sldId="601"/>
            <ac:spMk id="2" creationId="{1A343DEC-CFF6-41F5-B87C-0DFC08C67B76}"/>
          </ac:spMkLst>
        </pc:spChg>
      </pc:sldChg>
      <pc:sldChg chg="modSp mod ord modTransition">
        <pc:chgData name="翟 锐" userId="fef11181f709266a" providerId="LiveId" clId="{1AC65A31-A9AF-4647-AD52-03458F8C8C1F}" dt="2021-09-08T02:57:49.114" v="3208" actId="207"/>
        <pc:sldMkLst>
          <pc:docMk/>
          <pc:sldMk cId="1440985517" sldId="603"/>
        </pc:sldMkLst>
        <pc:spChg chg="mod">
          <ac:chgData name="翟 锐" userId="fef11181f709266a" providerId="LiveId" clId="{1AC65A31-A9AF-4647-AD52-03458F8C8C1F}" dt="2021-09-08T02:57:49.114" v="3208" actId="207"/>
          <ac:spMkLst>
            <pc:docMk/>
            <pc:sldMk cId="1440985517" sldId="603"/>
            <ac:spMk id="2" creationId="{1A343DEC-CFF6-41F5-B87C-0DFC08C67B76}"/>
          </ac:spMkLst>
        </pc:spChg>
      </pc:sldChg>
      <pc:sldChg chg="delSp modSp del mod modTransition">
        <pc:chgData name="翟 锐" userId="fef11181f709266a" providerId="LiveId" clId="{1AC65A31-A9AF-4647-AD52-03458F8C8C1F}" dt="2021-09-06T08:06:06.232" v="2651" actId="47"/>
        <pc:sldMkLst>
          <pc:docMk/>
          <pc:sldMk cId="2706525350" sldId="604"/>
        </pc:sldMkLst>
        <pc:spChg chg="del mod">
          <ac:chgData name="翟 锐" userId="fef11181f709266a" providerId="LiveId" clId="{1AC65A31-A9AF-4647-AD52-03458F8C8C1F}" dt="2021-09-06T08:06:05.132" v="2650"/>
          <ac:spMkLst>
            <pc:docMk/>
            <pc:sldMk cId="2706525350" sldId="604"/>
            <ac:spMk id="2" creationId="{1A343DEC-CFF6-41F5-B87C-0DFC08C67B76}"/>
          </ac:spMkLst>
        </pc:spChg>
      </pc:sldChg>
      <pc:sldChg chg="modSp add mod">
        <pc:chgData name="翟 锐" userId="fef11181f709266a" providerId="LiveId" clId="{1AC65A31-A9AF-4647-AD52-03458F8C8C1F}" dt="2021-09-08T01:25:50.103" v="3112" actId="20577"/>
        <pc:sldMkLst>
          <pc:docMk/>
          <pc:sldMk cId="532255714" sldId="605"/>
        </pc:sldMkLst>
        <pc:spChg chg="mod">
          <ac:chgData name="翟 锐" userId="fef11181f709266a" providerId="LiveId" clId="{1AC65A31-A9AF-4647-AD52-03458F8C8C1F}" dt="2021-09-08T01:25:50.103" v="3112" actId="20577"/>
          <ac:spMkLst>
            <pc:docMk/>
            <pc:sldMk cId="532255714" sldId="605"/>
            <ac:spMk id="2" creationId="{1A343DEC-CFF6-41F5-B87C-0DFC08C67B76}"/>
          </ac:spMkLst>
        </pc:spChg>
      </pc:sldChg>
      <pc:sldChg chg="del modTransition">
        <pc:chgData name="翟 锐" userId="fef11181f709266a" providerId="LiveId" clId="{1AC65A31-A9AF-4647-AD52-03458F8C8C1F}" dt="2021-09-06T08:04:45.333" v="2644" actId="2696"/>
        <pc:sldMkLst>
          <pc:docMk/>
          <pc:sldMk cId="715867822" sldId="605"/>
        </pc:sldMkLst>
      </pc:sldChg>
      <pc:sldChg chg="add del">
        <pc:chgData name="翟 锐" userId="fef11181f709266a" providerId="LiveId" clId="{1AC65A31-A9AF-4647-AD52-03458F8C8C1F}" dt="2021-09-06T08:26:29.092" v="2896" actId="2696"/>
        <pc:sldMkLst>
          <pc:docMk/>
          <pc:sldMk cId="1766394877" sldId="605"/>
        </pc:sldMkLst>
      </pc:sldChg>
      <pc:sldChg chg="del modTransition">
        <pc:chgData name="翟 锐" userId="fef11181f709266a" providerId="LiveId" clId="{1AC65A31-A9AF-4647-AD52-03458F8C8C1F}" dt="2021-09-06T08:04:45.333" v="2644" actId="2696"/>
        <pc:sldMkLst>
          <pc:docMk/>
          <pc:sldMk cId="419261417" sldId="606"/>
        </pc:sldMkLst>
      </pc:sldChg>
      <pc:sldChg chg="add del">
        <pc:chgData name="翟 锐" userId="fef11181f709266a" providerId="LiveId" clId="{1AC65A31-A9AF-4647-AD52-03458F8C8C1F}" dt="2021-09-06T08:26:29.092" v="2896" actId="2696"/>
        <pc:sldMkLst>
          <pc:docMk/>
          <pc:sldMk cId="2758522944" sldId="606"/>
        </pc:sldMkLst>
      </pc:sldChg>
      <pc:sldChg chg="modSp add mod">
        <pc:chgData name="翟 锐" userId="fef11181f709266a" providerId="LiveId" clId="{1AC65A31-A9AF-4647-AD52-03458F8C8C1F}" dt="2021-09-08T10:31:21.366" v="3267" actId="113"/>
        <pc:sldMkLst>
          <pc:docMk/>
          <pc:sldMk cId="4288245706" sldId="606"/>
        </pc:sldMkLst>
        <pc:spChg chg="mod">
          <ac:chgData name="翟 锐" userId="fef11181f709266a" providerId="LiveId" clId="{1AC65A31-A9AF-4647-AD52-03458F8C8C1F}" dt="2021-09-08T10:31:21.366" v="3267" actId="113"/>
          <ac:spMkLst>
            <pc:docMk/>
            <pc:sldMk cId="4288245706" sldId="606"/>
            <ac:spMk id="2" creationId="{1A343DEC-CFF6-41F5-B87C-0DFC08C67B76}"/>
          </ac:spMkLst>
        </pc:spChg>
      </pc:sldChg>
      <pc:sldChg chg="del modTransition">
        <pc:chgData name="翟 锐" userId="fef11181f709266a" providerId="LiveId" clId="{1AC65A31-A9AF-4647-AD52-03458F8C8C1F}" dt="2021-09-06T08:04:45.333" v="2644" actId="2696"/>
        <pc:sldMkLst>
          <pc:docMk/>
          <pc:sldMk cId="2933535704" sldId="607"/>
        </pc:sldMkLst>
      </pc:sldChg>
      <pc:sldChg chg="modSp add mod">
        <pc:chgData name="翟 锐" userId="fef11181f709266a" providerId="LiveId" clId="{1AC65A31-A9AF-4647-AD52-03458F8C8C1F}" dt="2021-09-08T01:27:00.211" v="3121" actId="20577"/>
        <pc:sldMkLst>
          <pc:docMk/>
          <pc:sldMk cId="3590824765" sldId="607"/>
        </pc:sldMkLst>
        <pc:spChg chg="mod">
          <ac:chgData name="翟 锐" userId="fef11181f709266a" providerId="LiveId" clId="{1AC65A31-A9AF-4647-AD52-03458F8C8C1F}" dt="2021-09-08T01:27:00.211" v="3121" actId="20577"/>
          <ac:spMkLst>
            <pc:docMk/>
            <pc:sldMk cId="3590824765" sldId="607"/>
            <ac:spMk id="2" creationId="{1A343DEC-CFF6-41F5-B87C-0DFC08C67B76}"/>
          </ac:spMkLst>
        </pc:spChg>
      </pc:sldChg>
      <pc:sldChg chg="add del">
        <pc:chgData name="翟 锐" userId="fef11181f709266a" providerId="LiveId" clId="{1AC65A31-A9AF-4647-AD52-03458F8C8C1F}" dt="2021-09-06T08:26:29.092" v="2896" actId="2696"/>
        <pc:sldMkLst>
          <pc:docMk/>
          <pc:sldMk cId="3745967000" sldId="607"/>
        </pc:sldMkLst>
      </pc:sldChg>
      <pc:sldChg chg="add del">
        <pc:chgData name="翟 锐" userId="fef11181f709266a" providerId="LiveId" clId="{1AC65A31-A9AF-4647-AD52-03458F8C8C1F}" dt="2021-09-06T08:26:29.092" v="2896" actId="2696"/>
        <pc:sldMkLst>
          <pc:docMk/>
          <pc:sldMk cId="512740205" sldId="608"/>
        </pc:sldMkLst>
      </pc:sldChg>
      <pc:sldChg chg="del modTransition">
        <pc:chgData name="翟 锐" userId="fef11181f709266a" providerId="LiveId" clId="{1AC65A31-A9AF-4647-AD52-03458F8C8C1F}" dt="2021-09-06T08:04:45.333" v="2644" actId="2696"/>
        <pc:sldMkLst>
          <pc:docMk/>
          <pc:sldMk cId="2083321002" sldId="608"/>
        </pc:sldMkLst>
      </pc:sldChg>
      <pc:sldChg chg="modSp add mod">
        <pc:chgData name="翟 锐" userId="fef11181f709266a" providerId="LiveId" clId="{1AC65A31-A9AF-4647-AD52-03458F8C8C1F}" dt="2021-09-08T01:28:13.248" v="3126" actId="20577"/>
        <pc:sldMkLst>
          <pc:docMk/>
          <pc:sldMk cId="3017167726" sldId="608"/>
        </pc:sldMkLst>
        <pc:spChg chg="mod">
          <ac:chgData name="翟 锐" userId="fef11181f709266a" providerId="LiveId" clId="{1AC65A31-A9AF-4647-AD52-03458F8C8C1F}" dt="2021-09-08T01:28:13.248" v="3126" actId="20577"/>
          <ac:spMkLst>
            <pc:docMk/>
            <pc:sldMk cId="3017167726" sldId="608"/>
            <ac:spMk id="2" creationId="{1A343DEC-CFF6-41F5-B87C-0DFC08C67B76}"/>
          </ac:spMkLst>
        </pc:spChg>
      </pc:sldChg>
      <pc:sldChg chg="modSp add mod">
        <pc:chgData name="翟 锐" userId="fef11181f709266a" providerId="LiveId" clId="{1AC65A31-A9AF-4647-AD52-03458F8C8C1F}" dt="2021-09-08T03:34:56.211" v="3221" actId="207"/>
        <pc:sldMkLst>
          <pc:docMk/>
          <pc:sldMk cId="418350618" sldId="609"/>
        </pc:sldMkLst>
        <pc:spChg chg="mod">
          <ac:chgData name="翟 锐" userId="fef11181f709266a" providerId="LiveId" clId="{1AC65A31-A9AF-4647-AD52-03458F8C8C1F}" dt="2021-09-08T03:34:56.211" v="3221" actId="207"/>
          <ac:spMkLst>
            <pc:docMk/>
            <pc:sldMk cId="418350618" sldId="609"/>
            <ac:spMk id="2" creationId="{1A343DEC-CFF6-41F5-B87C-0DFC08C67B76}"/>
          </ac:spMkLst>
        </pc:spChg>
      </pc:sldChg>
      <pc:sldChg chg="del modTransition">
        <pc:chgData name="翟 锐" userId="fef11181f709266a" providerId="LiveId" clId="{1AC65A31-A9AF-4647-AD52-03458F8C8C1F}" dt="2021-09-06T08:04:45.333" v="2644" actId="2696"/>
        <pc:sldMkLst>
          <pc:docMk/>
          <pc:sldMk cId="1180436317" sldId="609"/>
        </pc:sldMkLst>
      </pc:sldChg>
      <pc:sldChg chg="add del">
        <pc:chgData name="翟 锐" userId="fef11181f709266a" providerId="LiveId" clId="{1AC65A31-A9AF-4647-AD52-03458F8C8C1F}" dt="2021-09-06T08:26:29.092" v="2896" actId="2696"/>
        <pc:sldMkLst>
          <pc:docMk/>
          <pc:sldMk cId="3210146415" sldId="609"/>
        </pc:sldMkLst>
      </pc:sldChg>
      <pc:sldChg chg="modSp add mod">
        <pc:chgData name="翟 锐" userId="fef11181f709266a" providerId="LiveId" clId="{1AC65A31-A9AF-4647-AD52-03458F8C8C1F}" dt="2021-09-08T01:29:17.601" v="3127" actId="20577"/>
        <pc:sldMkLst>
          <pc:docMk/>
          <pc:sldMk cId="69975086" sldId="610"/>
        </pc:sldMkLst>
        <pc:spChg chg="mod">
          <ac:chgData name="翟 锐" userId="fef11181f709266a" providerId="LiveId" clId="{1AC65A31-A9AF-4647-AD52-03458F8C8C1F}" dt="2021-09-08T01:29:17.601" v="3127" actId="20577"/>
          <ac:spMkLst>
            <pc:docMk/>
            <pc:sldMk cId="69975086" sldId="610"/>
            <ac:spMk id="2" creationId="{1A343DEC-CFF6-41F5-B87C-0DFC08C67B76}"/>
          </ac:spMkLst>
        </pc:spChg>
      </pc:sldChg>
      <pc:sldChg chg="add del">
        <pc:chgData name="翟 锐" userId="fef11181f709266a" providerId="LiveId" clId="{1AC65A31-A9AF-4647-AD52-03458F8C8C1F}" dt="2021-09-06T08:26:29.092" v="2896" actId="2696"/>
        <pc:sldMkLst>
          <pc:docMk/>
          <pc:sldMk cId="2138437011" sldId="610"/>
        </pc:sldMkLst>
      </pc:sldChg>
      <pc:sldChg chg="del modTransition">
        <pc:chgData name="翟 锐" userId="fef11181f709266a" providerId="LiveId" clId="{1AC65A31-A9AF-4647-AD52-03458F8C8C1F}" dt="2021-09-06T08:04:45.333" v="2644" actId="2696"/>
        <pc:sldMkLst>
          <pc:docMk/>
          <pc:sldMk cId="2461849974" sldId="610"/>
        </pc:sldMkLst>
      </pc:sldChg>
      <pc:sldChg chg="del modTransition">
        <pc:chgData name="翟 锐" userId="fef11181f709266a" providerId="LiveId" clId="{1AC65A31-A9AF-4647-AD52-03458F8C8C1F}" dt="2021-09-06T08:10:35.254" v="2676" actId="2696"/>
        <pc:sldMkLst>
          <pc:docMk/>
          <pc:sldMk cId="2014760614" sldId="611"/>
        </pc:sldMkLst>
      </pc:sldChg>
      <pc:sldChg chg="modSp add del mod">
        <pc:chgData name="翟 锐" userId="fef11181f709266a" providerId="LiveId" clId="{1AC65A31-A9AF-4647-AD52-03458F8C8C1F}" dt="2021-09-09T03:07:46.883" v="3276" actId="47"/>
        <pc:sldMkLst>
          <pc:docMk/>
          <pc:sldMk cId="2151772910" sldId="611"/>
        </pc:sldMkLst>
        <pc:spChg chg="mod">
          <ac:chgData name="翟 锐" userId="fef11181f709266a" providerId="LiveId" clId="{1AC65A31-A9AF-4647-AD52-03458F8C8C1F}" dt="2021-09-09T03:06:06.772" v="3275" actId="6549"/>
          <ac:spMkLst>
            <pc:docMk/>
            <pc:sldMk cId="2151772910" sldId="611"/>
            <ac:spMk id="2" creationId="{1A343DEC-CFF6-41F5-B87C-0DFC08C67B76}"/>
          </ac:spMkLst>
        </pc:spChg>
      </pc:sldChg>
      <pc:sldChg chg="add del">
        <pc:chgData name="翟 锐" userId="fef11181f709266a" providerId="LiveId" clId="{1AC65A31-A9AF-4647-AD52-03458F8C8C1F}" dt="2021-09-09T03:07:48.298" v="3277" actId="47"/>
        <pc:sldMkLst>
          <pc:docMk/>
          <pc:sldMk cId="1524244400" sldId="612"/>
        </pc:sldMkLst>
      </pc:sldChg>
      <pc:sldChg chg="del modTransition">
        <pc:chgData name="翟 锐" userId="fef11181f709266a" providerId="LiveId" clId="{1AC65A31-A9AF-4647-AD52-03458F8C8C1F}" dt="2021-09-06T08:10:35.254" v="2676" actId="2696"/>
        <pc:sldMkLst>
          <pc:docMk/>
          <pc:sldMk cId="1825163591" sldId="612"/>
        </pc:sldMkLst>
      </pc:sldChg>
      <pc:sldChg chg="modSp modTransition">
        <pc:chgData name="翟 锐" userId="fef11181f709266a" providerId="LiveId" clId="{1AC65A31-A9AF-4647-AD52-03458F8C8C1F}" dt="2021-09-06T07:31:31.460" v="2201"/>
        <pc:sldMkLst>
          <pc:docMk/>
          <pc:sldMk cId="1397344220" sldId="613"/>
        </pc:sldMkLst>
        <pc:spChg chg="mod">
          <ac:chgData name="翟 锐" userId="fef11181f709266a" providerId="LiveId" clId="{1AC65A31-A9AF-4647-AD52-03458F8C8C1F}" dt="2021-09-06T07:31:31.460" v="2201"/>
          <ac:spMkLst>
            <pc:docMk/>
            <pc:sldMk cId="1397344220" sldId="613"/>
            <ac:spMk id="35" creationId="{00000000-0000-0000-0000-000000000000}"/>
          </ac:spMkLst>
        </pc:spChg>
      </pc:sldChg>
      <pc:sldChg chg="addSp delSp modSp add mod ord">
        <pc:chgData name="翟 锐" userId="fef11181f709266a" providerId="LiveId" clId="{1AC65A31-A9AF-4647-AD52-03458F8C8C1F}" dt="2021-09-21T16:09:43.972" v="5209" actId="1076"/>
        <pc:sldMkLst>
          <pc:docMk/>
          <pc:sldMk cId="1382316081" sldId="615"/>
        </pc:sldMkLst>
        <pc:spChg chg="add mod">
          <ac:chgData name="翟 锐" userId="fef11181f709266a" providerId="LiveId" clId="{1AC65A31-A9AF-4647-AD52-03458F8C8C1F}" dt="2021-09-21T16:09:41.054" v="5208" actId="1076"/>
          <ac:spMkLst>
            <pc:docMk/>
            <pc:sldMk cId="1382316081" sldId="615"/>
            <ac:spMk id="6" creationId="{2197C6B1-94A9-4C41-A95A-247F2BEA6564}"/>
          </ac:spMkLst>
        </pc:spChg>
        <pc:picChg chg="add del mod">
          <ac:chgData name="翟 锐" userId="fef11181f709266a" providerId="LiveId" clId="{1AC65A31-A9AF-4647-AD52-03458F8C8C1F}" dt="2021-09-21T16:09:43.972" v="5209" actId="1076"/>
          <ac:picMkLst>
            <pc:docMk/>
            <pc:sldMk cId="1382316081" sldId="615"/>
            <ac:picMk id="3" creationId="{4513675E-3A4A-4165-88B5-A971D0D6F4F6}"/>
          </ac:picMkLst>
        </pc:picChg>
      </pc:sldChg>
      <pc:sldChg chg="del modTransition">
        <pc:chgData name="翟 锐" userId="fef11181f709266a" providerId="LiveId" clId="{1AC65A31-A9AF-4647-AD52-03458F8C8C1F}" dt="2021-09-06T08:28:07.907" v="2898" actId="2696"/>
        <pc:sldMkLst>
          <pc:docMk/>
          <pc:sldMk cId="3257022711" sldId="615"/>
        </pc:sldMkLst>
      </pc:sldChg>
      <pc:sldChg chg="modTransition">
        <pc:chgData name="翟 锐" userId="fef11181f709266a" providerId="LiveId" clId="{1AC65A31-A9AF-4647-AD52-03458F8C8C1F}" dt="2021-09-04T11:33:51.262" v="1350"/>
        <pc:sldMkLst>
          <pc:docMk/>
          <pc:sldMk cId="3373164738" sldId="616"/>
        </pc:sldMkLst>
      </pc:sldChg>
      <pc:sldChg chg="modTransition">
        <pc:chgData name="翟 锐" userId="fef11181f709266a" providerId="LiveId" clId="{1AC65A31-A9AF-4647-AD52-03458F8C8C1F}" dt="2021-09-04T11:33:51.262" v="1350"/>
        <pc:sldMkLst>
          <pc:docMk/>
          <pc:sldMk cId="689349942" sldId="617"/>
        </pc:sldMkLst>
      </pc:sldChg>
      <pc:sldChg chg="modTransition">
        <pc:chgData name="翟 锐" userId="fef11181f709266a" providerId="LiveId" clId="{1AC65A31-A9AF-4647-AD52-03458F8C8C1F}" dt="2021-09-04T11:33:51.262" v="1350"/>
        <pc:sldMkLst>
          <pc:docMk/>
          <pc:sldMk cId="3671413414" sldId="618"/>
        </pc:sldMkLst>
      </pc:sldChg>
      <pc:sldChg chg="modSp modTransition">
        <pc:chgData name="翟 锐" userId="fef11181f709266a" providerId="LiveId" clId="{1AC65A31-A9AF-4647-AD52-03458F8C8C1F}" dt="2021-09-06T08:18:30.498" v="2862" actId="1076"/>
        <pc:sldMkLst>
          <pc:docMk/>
          <pc:sldMk cId="2461395264" sldId="619"/>
        </pc:sldMkLst>
        <pc:picChg chg="mod">
          <ac:chgData name="翟 锐" userId="fef11181f709266a" providerId="LiveId" clId="{1AC65A31-A9AF-4647-AD52-03458F8C8C1F}" dt="2021-09-06T08:18:30.498" v="2862" actId="1076"/>
          <ac:picMkLst>
            <pc:docMk/>
            <pc:sldMk cId="2461395264" sldId="619"/>
            <ac:picMk id="3" creationId="{D14B6356-0D00-4DA1-A210-FD75F18A9D58}"/>
          </ac:picMkLst>
        </pc:picChg>
      </pc:sldChg>
      <pc:sldChg chg="modTransition">
        <pc:chgData name="翟 锐" userId="fef11181f709266a" providerId="LiveId" clId="{1AC65A31-A9AF-4647-AD52-03458F8C8C1F}" dt="2021-09-04T11:33:51.262" v="1350"/>
        <pc:sldMkLst>
          <pc:docMk/>
          <pc:sldMk cId="3575552719" sldId="620"/>
        </pc:sldMkLst>
      </pc:sldChg>
      <pc:sldChg chg="modTransition">
        <pc:chgData name="翟 锐" userId="fef11181f709266a" providerId="LiveId" clId="{1AC65A31-A9AF-4647-AD52-03458F8C8C1F}" dt="2021-09-04T11:33:51.262" v="1350"/>
        <pc:sldMkLst>
          <pc:docMk/>
          <pc:sldMk cId="3989040699" sldId="621"/>
        </pc:sldMkLst>
      </pc:sldChg>
      <pc:sldChg chg="modSp del modTransition">
        <pc:chgData name="翟 锐" userId="fef11181f709266a" providerId="LiveId" clId="{1AC65A31-A9AF-4647-AD52-03458F8C8C1F}" dt="2021-09-06T08:14:55.725" v="2832" actId="47"/>
        <pc:sldMkLst>
          <pc:docMk/>
          <pc:sldMk cId="3207547080" sldId="623"/>
        </pc:sldMkLst>
        <pc:spChg chg="mod">
          <ac:chgData name="翟 锐" userId="fef11181f709266a" providerId="LiveId" clId="{1AC65A31-A9AF-4647-AD52-03458F8C8C1F}" dt="2021-09-06T08:14:10.544" v="2830" actId="20577"/>
          <ac:spMkLst>
            <pc:docMk/>
            <pc:sldMk cId="3207547080" sldId="623"/>
            <ac:spMk id="2" creationId="{00000000-0000-0000-0000-000000000000}"/>
          </ac:spMkLst>
        </pc:spChg>
      </pc:sldChg>
      <pc:sldChg chg="delSp modSp add mod modAnim modNotesTx">
        <pc:chgData name="翟 锐" userId="fef11181f709266a" providerId="LiveId" clId="{1AC65A31-A9AF-4647-AD52-03458F8C8C1F}" dt="2021-09-08T09:11:57.487" v="3225" actId="20577"/>
        <pc:sldMkLst>
          <pc:docMk/>
          <pc:sldMk cId="3793909313" sldId="624"/>
        </pc:sldMkLst>
        <pc:spChg chg="del mod">
          <ac:chgData name="翟 锐" userId="fef11181f709266a" providerId="LiveId" clId="{1AC65A31-A9AF-4647-AD52-03458F8C8C1F}" dt="2021-09-06T08:13:29.257" v="2756"/>
          <ac:spMkLst>
            <pc:docMk/>
            <pc:sldMk cId="3793909313" sldId="624"/>
            <ac:spMk id="2" creationId="{1A343DEC-CFF6-41F5-B87C-0DFC08C67B76}"/>
          </ac:spMkLst>
        </pc:spChg>
        <pc:spChg chg="mod">
          <ac:chgData name="翟 锐" userId="fef11181f709266a" providerId="LiveId" clId="{1AC65A31-A9AF-4647-AD52-03458F8C8C1F}" dt="2021-09-06T08:13:36.748" v="2793" actId="1036"/>
          <ac:spMkLst>
            <pc:docMk/>
            <pc:sldMk cId="3793909313" sldId="624"/>
            <ac:spMk id="3" creationId="{59F725E3-2DBA-423E-84AC-A733031FCAB5}"/>
          </ac:spMkLst>
        </pc:spChg>
        <pc:spChg chg="mod">
          <ac:chgData name="翟 锐" userId="fef11181f709266a" providerId="LiveId" clId="{1AC65A31-A9AF-4647-AD52-03458F8C8C1F}" dt="2021-09-06T08:13:36.748" v="2793" actId="1036"/>
          <ac:spMkLst>
            <pc:docMk/>
            <pc:sldMk cId="3793909313" sldId="624"/>
            <ac:spMk id="4" creationId="{C4DA4686-4610-4D3A-B91D-656AF07D20AC}"/>
          </ac:spMkLst>
        </pc:spChg>
        <pc:spChg chg="mod">
          <ac:chgData name="翟 锐" userId="fef11181f709266a" providerId="LiveId" clId="{1AC65A31-A9AF-4647-AD52-03458F8C8C1F}" dt="2021-09-06T08:13:36.748" v="2793" actId="1036"/>
          <ac:spMkLst>
            <pc:docMk/>
            <pc:sldMk cId="3793909313" sldId="624"/>
            <ac:spMk id="5" creationId="{9DE7A935-446A-42B5-9C30-84627868F25B}"/>
          </ac:spMkLst>
        </pc:spChg>
        <pc:spChg chg="mod">
          <ac:chgData name="翟 锐" userId="fef11181f709266a" providerId="LiveId" clId="{1AC65A31-A9AF-4647-AD52-03458F8C8C1F}" dt="2021-09-08T02:13:27.019" v="3147" actId="1076"/>
          <ac:spMkLst>
            <pc:docMk/>
            <pc:sldMk cId="3793909313" sldId="624"/>
            <ac:spMk id="7" creationId="{651B7038-20C8-4B52-AB13-5E601F91106C}"/>
          </ac:spMkLst>
        </pc:spChg>
        <pc:spChg chg="mod">
          <ac:chgData name="翟 锐" userId="fef11181f709266a" providerId="LiveId" clId="{1AC65A31-A9AF-4647-AD52-03458F8C8C1F}" dt="2021-09-06T08:13:36.748" v="2793" actId="1036"/>
          <ac:spMkLst>
            <pc:docMk/>
            <pc:sldMk cId="3793909313" sldId="624"/>
            <ac:spMk id="9" creationId="{870CBFC8-2555-44E1-9CA8-08A67DB5FFEB}"/>
          </ac:spMkLst>
        </pc:spChg>
        <pc:spChg chg="mod">
          <ac:chgData name="翟 锐" userId="fef11181f709266a" providerId="LiveId" clId="{1AC65A31-A9AF-4647-AD52-03458F8C8C1F}" dt="2021-09-08T09:11:57.487" v="3225" actId="20577"/>
          <ac:spMkLst>
            <pc:docMk/>
            <pc:sldMk cId="3793909313" sldId="624"/>
            <ac:spMk id="11" creationId="{18CFAAF0-36F8-454F-9C91-077F56A71550}"/>
          </ac:spMkLst>
        </pc:spChg>
        <pc:spChg chg="mod">
          <ac:chgData name="翟 锐" userId="fef11181f709266a" providerId="LiveId" clId="{1AC65A31-A9AF-4647-AD52-03458F8C8C1F}" dt="2021-09-06T08:13:36.748" v="2793" actId="1036"/>
          <ac:spMkLst>
            <pc:docMk/>
            <pc:sldMk cId="3793909313" sldId="624"/>
            <ac:spMk id="13" creationId="{BC41D0A7-2650-433C-B061-ADB7CE18FBA2}"/>
          </ac:spMkLst>
        </pc:spChg>
        <pc:spChg chg="mod">
          <ac:chgData name="翟 锐" userId="fef11181f709266a" providerId="LiveId" clId="{1AC65A31-A9AF-4647-AD52-03458F8C8C1F}" dt="2021-09-08T02:13:33.160" v="3158" actId="1036"/>
          <ac:spMkLst>
            <pc:docMk/>
            <pc:sldMk cId="3793909313" sldId="624"/>
            <ac:spMk id="15" creationId="{926B5CBF-BA9F-4FD4-A553-0B6EB3E1DCB1}"/>
          </ac:spMkLst>
        </pc:spChg>
        <pc:spChg chg="mod">
          <ac:chgData name="翟 锐" userId="fef11181f709266a" providerId="LiveId" clId="{1AC65A31-A9AF-4647-AD52-03458F8C8C1F}" dt="2021-09-06T08:13:36.748" v="2793" actId="1036"/>
          <ac:spMkLst>
            <pc:docMk/>
            <pc:sldMk cId="3793909313" sldId="624"/>
            <ac:spMk id="17" creationId="{F20F6B69-3B42-4288-91BB-AA73C4905271}"/>
          </ac:spMkLst>
        </pc:spChg>
        <pc:spChg chg="mod">
          <ac:chgData name="翟 锐" userId="fef11181f709266a" providerId="LiveId" clId="{1AC65A31-A9AF-4647-AD52-03458F8C8C1F}" dt="2021-09-08T00:15:24.694" v="3037" actId="1036"/>
          <ac:spMkLst>
            <pc:docMk/>
            <pc:sldMk cId="3793909313" sldId="624"/>
            <ac:spMk id="19" creationId="{D899251D-C7E7-40A4-B16D-326521268A1F}"/>
          </ac:spMkLst>
        </pc:spChg>
        <pc:spChg chg="mod">
          <ac:chgData name="翟 锐" userId="fef11181f709266a" providerId="LiveId" clId="{1AC65A31-A9AF-4647-AD52-03458F8C8C1F}" dt="2021-09-08T02:14:48.507" v="3159" actId="1076"/>
          <ac:spMkLst>
            <pc:docMk/>
            <pc:sldMk cId="3793909313" sldId="624"/>
            <ac:spMk id="21" creationId="{39ECC94F-E200-4B66-83C9-DB00F60A6679}"/>
          </ac:spMkLst>
        </pc:spChg>
        <pc:spChg chg="mod">
          <ac:chgData name="翟 锐" userId="fef11181f709266a" providerId="LiveId" clId="{1AC65A31-A9AF-4647-AD52-03458F8C8C1F}" dt="2021-09-06T08:13:54.184" v="2815" actId="20577"/>
          <ac:spMkLst>
            <pc:docMk/>
            <pc:sldMk cId="3793909313" sldId="624"/>
            <ac:spMk id="35" creationId="{00000000-0000-0000-0000-000000000000}"/>
          </ac:spMkLst>
        </pc:spChg>
      </pc:sldChg>
      <pc:sldChg chg="del modTransition">
        <pc:chgData name="翟 锐" userId="fef11181f709266a" providerId="LiveId" clId="{1AC65A31-A9AF-4647-AD52-03458F8C8C1F}" dt="2021-09-06T08:13:00.867" v="2752" actId="2696"/>
        <pc:sldMkLst>
          <pc:docMk/>
          <pc:sldMk cId="4143411237" sldId="624"/>
        </pc:sldMkLst>
      </pc:sldChg>
      <pc:sldChg chg="modSp add ord">
        <pc:chgData name="翟 锐" userId="fef11181f709266a" providerId="LiveId" clId="{1AC65A31-A9AF-4647-AD52-03458F8C8C1F}" dt="2021-09-06T08:22:47.120" v="2882"/>
        <pc:sldMkLst>
          <pc:docMk/>
          <pc:sldMk cId="468273611" sldId="625"/>
        </pc:sldMkLst>
        <pc:spChg chg="mod">
          <ac:chgData name="翟 锐" userId="fef11181f709266a" providerId="LiveId" clId="{1AC65A31-A9AF-4647-AD52-03458F8C8C1F}" dt="2021-09-06T08:22:37.104" v="2880" actId="20577"/>
          <ac:spMkLst>
            <pc:docMk/>
            <pc:sldMk cId="468273611" sldId="625"/>
            <ac:spMk id="35" creationId="{00000000-0000-0000-0000-000000000000}"/>
          </ac:spMkLst>
        </pc:spChg>
      </pc:sldChg>
      <pc:sldChg chg="del modTransition">
        <pc:chgData name="翟 锐" userId="fef11181f709266a" providerId="LiveId" clId="{1AC65A31-A9AF-4647-AD52-03458F8C8C1F}" dt="2021-09-06T08:13:00.867" v="2752" actId="2696"/>
        <pc:sldMkLst>
          <pc:docMk/>
          <pc:sldMk cId="1438907146" sldId="625"/>
        </pc:sldMkLst>
      </pc:sldChg>
      <pc:sldChg chg="addSp delSp modSp del mod modTransition">
        <pc:chgData name="翟 锐" userId="fef11181f709266a" providerId="LiveId" clId="{1AC65A31-A9AF-4647-AD52-03458F8C8C1F}" dt="2021-09-21T16:05:14.878" v="5164" actId="47"/>
        <pc:sldMkLst>
          <pc:docMk/>
          <pc:sldMk cId="470226652" sldId="626"/>
        </pc:sldMkLst>
        <pc:spChg chg="add del mod">
          <ac:chgData name="翟 锐" userId="fef11181f709266a" providerId="LiveId" clId="{1AC65A31-A9AF-4647-AD52-03458F8C8C1F}" dt="2021-09-21T16:05:12.489" v="5163"/>
          <ac:spMkLst>
            <pc:docMk/>
            <pc:sldMk cId="470226652" sldId="626"/>
            <ac:spMk id="2" creationId="{1A343DEC-CFF6-41F5-B87C-0DFC08C67B76}"/>
          </ac:spMkLst>
        </pc:spChg>
      </pc:sldChg>
      <pc:sldChg chg="modSp add mod ord modAnim">
        <pc:chgData name="翟 锐" userId="fef11181f709266a" providerId="LiveId" clId="{1AC65A31-A9AF-4647-AD52-03458F8C8C1F}" dt="2021-10-02T08:22:45.048" v="5432" actId="108"/>
        <pc:sldMkLst>
          <pc:docMk/>
          <pc:sldMk cId="467092144" sldId="627"/>
        </pc:sldMkLst>
        <pc:spChg chg="mod">
          <ac:chgData name="翟 锐" userId="fef11181f709266a" providerId="LiveId" clId="{1AC65A31-A9AF-4647-AD52-03458F8C8C1F}" dt="2021-10-02T08:22:45.048" v="5432" actId="108"/>
          <ac:spMkLst>
            <pc:docMk/>
            <pc:sldMk cId="467092144" sldId="627"/>
            <ac:spMk id="2" creationId="{1A343DEC-CFF6-41F5-B87C-0DFC08C67B76}"/>
          </ac:spMkLst>
        </pc:spChg>
        <pc:spChg chg="mod">
          <ac:chgData name="翟 锐" userId="fef11181f709266a" providerId="LiveId" clId="{1AC65A31-A9AF-4647-AD52-03458F8C8C1F}" dt="2021-09-21T16:14:31.887" v="5250" actId="20577"/>
          <ac:spMkLst>
            <pc:docMk/>
            <pc:sldMk cId="467092144" sldId="627"/>
            <ac:spMk id="35" creationId="{00000000-0000-0000-0000-000000000000}"/>
          </ac:spMkLst>
        </pc:spChg>
      </pc:sldChg>
      <pc:sldChg chg="addSp delSp modSp del mod ord modTransition">
        <pc:chgData name="翟 锐" userId="fef11181f709266a" providerId="LiveId" clId="{1AC65A31-A9AF-4647-AD52-03458F8C8C1F}" dt="2021-09-21T16:13:44.947" v="5245" actId="2696"/>
        <pc:sldMkLst>
          <pc:docMk/>
          <pc:sldMk cId="692890702" sldId="627"/>
        </pc:sldMkLst>
        <pc:spChg chg="mod">
          <ac:chgData name="翟 锐" userId="fef11181f709266a" providerId="LiveId" clId="{1AC65A31-A9AF-4647-AD52-03458F8C8C1F}" dt="2021-09-21T16:12:51.827" v="5243" actId="20577"/>
          <ac:spMkLst>
            <pc:docMk/>
            <pc:sldMk cId="692890702" sldId="627"/>
            <ac:spMk id="35" creationId="{00000000-0000-0000-0000-000000000000}"/>
          </ac:spMkLst>
        </pc:spChg>
        <pc:graphicFrameChg chg="add del modGraphic">
          <ac:chgData name="翟 锐" userId="fef11181f709266a" providerId="LiveId" clId="{1AC65A31-A9AF-4647-AD52-03458F8C8C1F}" dt="2021-09-04T16:06:00.547" v="1743" actId="478"/>
          <ac:graphicFrameMkLst>
            <pc:docMk/>
            <pc:sldMk cId="692890702" sldId="627"/>
            <ac:graphicFrameMk id="4" creationId="{76570E5F-3FE7-4C7D-B7D6-11443981D3B6}"/>
          </ac:graphicFrameMkLst>
        </pc:graphicFrameChg>
      </pc:sldChg>
      <pc:sldChg chg="modSp mod modTransition">
        <pc:chgData name="翟 锐" userId="fef11181f709266a" providerId="LiveId" clId="{1AC65A31-A9AF-4647-AD52-03458F8C8C1F}" dt="2021-10-02T15:26:53.754" v="6952" actId="20577"/>
        <pc:sldMkLst>
          <pc:docMk/>
          <pc:sldMk cId="368713057" sldId="628"/>
        </pc:sldMkLst>
        <pc:spChg chg="mod">
          <ac:chgData name="翟 锐" userId="fef11181f709266a" providerId="LiveId" clId="{1AC65A31-A9AF-4647-AD52-03458F8C8C1F}" dt="2021-10-02T15:26:53.754" v="6952" actId="20577"/>
          <ac:spMkLst>
            <pc:docMk/>
            <pc:sldMk cId="368713057" sldId="628"/>
            <ac:spMk id="2" creationId="{1A343DEC-CFF6-41F5-B87C-0DFC08C67B76}"/>
          </ac:spMkLst>
        </pc:spChg>
        <pc:spChg chg="mod">
          <ac:chgData name="翟 锐" userId="fef11181f709266a" providerId="LiveId" clId="{1AC65A31-A9AF-4647-AD52-03458F8C8C1F}" dt="2021-09-21T16:10:05.078" v="5213" actId="20577"/>
          <ac:spMkLst>
            <pc:docMk/>
            <pc:sldMk cId="368713057" sldId="628"/>
            <ac:spMk id="35" creationId="{00000000-0000-0000-0000-000000000000}"/>
          </ac:spMkLst>
        </pc:spChg>
      </pc:sldChg>
      <pc:sldChg chg="modSp mod modTransition">
        <pc:chgData name="翟 锐" userId="fef11181f709266a" providerId="LiveId" clId="{1AC65A31-A9AF-4647-AD52-03458F8C8C1F}" dt="2021-09-21T16:11:13.139" v="5236" actId="20577"/>
        <pc:sldMkLst>
          <pc:docMk/>
          <pc:sldMk cId="3719496626" sldId="629"/>
        </pc:sldMkLst>
        <pc:spChg chg="mod">
          <ac:chgData name="翟 锐" userId="fef11181f709266a" providerId="LiveId" clId="{1AC65A31-A9AF-4647-AD52-03458F8C8C1F}" dt="2021-09-21T08:00:41.140" v="3711" actId="21"/>
          <ac:spMkLst>
            <pc:docMk/>
            <pc:sldMk cId="3719496626" sldId="629"/>
            <ac:spMk id="2" creationId="{1A343DEC-CFF6-41F5-B87C-0DFC08C67B76}"/>
          </ac:spMkLst>
        </pc:spChg>
        <pc:spChg chg="mod">
          <ac:chgData name="翟 锐" userId="fef11181f709266a" providerId="LiveId" clId="{1AC65A31-A9AF-4647-AD52-03458F8C8C1F}" dt="2021-09-21T16:11:13.139" v="5236" actId="20577"/>
          <ac:spMkLst>
            <pc:docMk/>
            <pc:sldMk cId="3719496626" sldId="629"/>
            <ac:spMk id="35" creationId="{00000000-0000-0000-0000-000000000000}"/>
          </ac:spMkLst>
        </pc:spChg>
      </pc:sldChg>
      <pc:sldChg chg="modSp ord modTransition">
        <pc:chgData name="翟 锐" userId="fef11181f709266a" providerId="LiveId" clId="{1AC65A31-A9AF-4647-AD52-03458F8C8C1F}" dt="2021-09-21T16:18:06.780" v="5257" actId="1076"/>
        <pc:sldMkLst>
          <pc:docMk/>
          <pc:sldMk cId="652861076" sldId="630"/>
        </pc:sldMkLst>
        <pc:spChg chg="mod">
          <ac:chgData name="翟 锐" userId="fef11181f709266a" providerId="LiveId" clId="{1AC65A31-A9AF-4647-AD52-03458F8C8C1F}" dt="2021-09-21T16:18:03.549" v="5256" actId="1076"/>
          <ac:spMkLst>
            <pc:docMk/>
            <pc:sldMk cId="652861076" sldId="630"/>
            <ac:spMk id="39" creationId="{66218FF1-F6D3-4092-8072-8FDEA2229819}"/>
          </ac:spMkLst>
        </pc:spChg>
        <pc:spChg chg="mod">
          <ac:chgData name="翟 锐" userId="fef11181f709266a" providerId="LiveId" clId="{1AC65A31-A9AF-4647-AD52-03458F8C8C1F}" dt="2021-09-21T16:18:06.780" v="5257" actId="1076"/>
          <ac:spMkLst>
            <pc:docMk/>
            <pc:sldMk cId="652861076" sldId="630"/>
            <ac:spMk id="41" creationId="{350745C9-7C1E-4B84-BCA4-0DA62160040B}"/>
          </ac:spMkLst>
        </pc:spChg>
      </pc:sldChg>
      <pc:sldChg chg="modSp modTransition">
        <pc:chgData name="翟 锐" userId="fef11181f709266a" providerId="LiveId" clId="{1AC65A31-A9AF-4647-AD52-03458F8C8C1F}" dt="2021-09-21T16:13:35.949" v="5244" actId="20577"/>
        <pc:sldMkLst>
          <pc:docMk/>
          <pc:sldMk cId="2149074646" sldId="631"/>
        </pc:sldMkLst>
        <pc:spChg chg="mod">
          <ac:chgData name="翟 锐" userId="fef11181f709266a" providerId="LiveId" clId="{1AC65A31-A9AF-4647-AD52-03458F8C8C1F}" dt="2021-09-21T16:13:35.949" v="5244" actId="20577"/>
          <ac:spMkLst>
            <pc:docMk/>
            <pc:sldMk cId="2149074646" sldId="631"/>
            <ac:spMk id="35" creationId="{00000000-0000-0000-0000-000000000000}"/>
          </ac:spMkLst>
        </pc:spChg>
      </pc:sldChg>
      <pc:sldChg chg="modSp modTransition">
        <pc:chgData name="翟 锐" userId="fef11181f709266a" providerId="LiveId" clId="{1AC65A31-A9AF-4647-AD52-03458F8C8C1F}" dt="2021-09-21T08:11:37.903" v="3740" actId="20577"/>
        <pc:sldMkLst>
          <pc:docMk/>
          <pc:sldMk cId="3891491368" sldId="632"/>
        </pc:sldMkLst>
        <pc:spChg chg="mod">
          <ac:chgData name="翟 锐" userId="fef11181f709266a" providerId="LiveId" clId="{1AC65A31-A9AF-4647-AD52-03458F8C8C1F}" dt="2021-09-21T08:11:37.903" v="3740" actId="20577"/>
          <ac:spMkLst>
            <pc:docMk/>
            <pc:sldMk cId="3891491368" sldId="632"/>
            <ac:spMk id="35" creationId="{00000000-0000-0000-0000-000000000000}"/>
          </ac:spMkLst>
        </pc:spChg>
      </pc:sldChg>
      <pc:sldChg chg="modSp mod modTransition">
        <pc:chgData name="翟 锐" userId="fef11181f709266a" providerId="LiveId" clId="{1AC65A31-A9AF-4647-AD52-03458F8C8C1F}" dt="2021-09-21T08:18:41.533" v="3788" actId="20577"/>
        <pc:sldMkLst>
          <pc:docMk/>
          <pc:sldMk cId="1632195621" sldId="633"/>
        </pc:sldMkLst>
        <pc:spChg chg="mod">
          <ac:chgData name="翟 锐" userId="fef11181f709266a" providerId="LiveId" clId="{1AC65A31-A9AF-4647-AD52-03458F8C8C1F}" dt="2021-09-21T08:02:52.439" v="3732" actId="20577"/>
          <ac:spMkLst>
            <pc:docMk/>
            <pc:sldMk cId="1632195621" sldId="633"/>
            <ac:spMk id="2" creationId="{1A343DEC-CFF6-41F5-B87C-0DFC08C67B76}"/>
          </ac:spMkLst>
        </pc:spChg>
        <pc:spChg chg="mod">
          <ac:chgData name="翟 锐" userId="fef11181f709266a" providerId="LiveId" clId="{1AC65A31-A9AF-4647-AD52-03458F8C8C1F}" dt="2021-09-21T08:18:41.533" v="3788" actId="20577"/>
          <ac:spMkLst>
            <pc:docMk/>
            <pc:sldMk cId="1632195621" sldId="633"/>
            <ac:spMk id="35" creationId="{00000000-0000-0000-0000-000000000000}"/>
          </ac:spMkLst>
        </pc:spChg>
      </pc:sldChg>
      <pc:sldChg chg="modTransition">
        <pc:chgData name="翟 锐" userId="fef11181f709266a" providerId="LiveId" clId="{1AC65A31-A9AF-4647-AD52-03458F8C8C1F}" dt="2021-09-04T11:33:51.262" v="1350"/>
        <pc:sldMkLst>
          <pc:docMk/>
          <pc:sldMk cId="3210494518" sldId="634"/>
        </pc:sldMkLst>
      </pc:sldChg>
      <pc:sldChg chg="modSp mod modTransition">
        <pc:chgData name="翟 锐" userId="fef11181f709266a" providerId="LiveId" clId="{1AC65A31-A9AF-4647-AD52-03458F8C8C1F}" dt="2021-09-21T08:05:23.519" v="3735" actId="207"/>
        <pc:sldMkLst>
          <pc:docMk/>
          <pc:sldMk cId="3381113624" sldId="635"/>
        </pc:sldMkLst>
        <pc:spChg chg="mod">
          <ac:chgData name="翟 锐" userId="fef11181f709266a" providerId="LiveId" clId="{1AC65A31-A9AF-4647-AD52-03458F8C8C1F}" dt="2021-09-21T08:05:21.867" v="3734" actId="207"/>
          <ac:spMkLst>
            <pc:docMk/>
            <pc:sldMk cId="3381113624" sldId="635"/>
            <ac:spMk id="45" creationId="{4F76A1BA-A482-4647-9ABC-23DD75F61F2B}"/>
          </ac:spMkLst>
        </pc:spChg>
        <pc:spChg chg="mod">
          <ac:chgData name="翟 锐" userId="fef11181f709266a" providerId="LiveId" clId="{1AC65A31-A9AF-4647-AD52-03458F8C8C1F}" dt="2021-09-21T08:05:23.519" v="3735" actId="207"/>
          <ac:spMkLst>
            <pc:docMk/>
            <pc:sldMk cId="3381113624" sldId="635"/>
            <ac:spMk id="49" creationId="{2042B020-9C5C-4DF8-BD45-ACBE843F7FAE}"/>
          </ac:spMkLst>
        </pc:spChg>
        <pc:spChg chg="mod">
          <ac:chgData name="翟 锐" userId="fef11181f709266a" providerId="LiveId" clId="{1AC65A31-A9AF-4647-AD52-03458F8C8C1F}" dt="2021-09-21T08:05:19.634" v="3733" actId="207"/>
          <ac:spMkLst>
            <pc:docMk/>
            <pc:sldMk cId="3381113624" sldId="635"/>
            <ac:spMk id="51" creationId="{9EC07181-6EA4-48AE-BEF7-5B168D6F6217}"/>
          </ac:spMkLst>
        </pc:spChg>
      </pc:sldChg>
      <pc:sldChg chg="modTransition">
        <pc:chgData name="翟 锐" userId="fef11181f709266a" providerId="LiveId" clId="{1AC65A31-A9AF-4647-AD52-03458F8C8C1F}" dt="2021-09-04T11:33:51.262" v="1350"/>
        <pc:sldMkLst>
          <pc:docMk/>
          <pc:sldMk cId="1023961295" sldId="636"/>
        </pc:sldMkLst>
      </pc:sldChg>
      <pc:sldChg chg="modSp modTransition">
        <pc:chgData name="翟 锐" userId="fef11181f709266a" providerId="LiveId" clId="{1AC65A31-A9AF-4647-AD52-03458F8C8C1F}" dt="2021-09-21T08:11:54.349" v="3743" actId="20577"/>
        <pc:sldMkLst>
          <pc:docMk/>
          <pc:sldMk cId="364815988" sldId="637"/>
        </pc:sldMkLst>
        <pc:spChg chg="mod">
          <ac:chgData name="翟 锐" userId="fef11181f709266a" providerId="LiveId" clId="{1AC65A31-A9AF-4647-AD52-03458F8C8C1F}" dt="2021-09-21T08:11:54.349" v="3743" actId="20577"/>
          <ac:spMkLst>
            <pc:docMk/>
            <pc:sldMk cId="364815988" sldId="637"/>
            <ac:spMk id="35" creationId="{00000000-0000-0000-0000-000000000000}"/>
          </ac:spMkLst>
        </pc:spChg>
      </pc:sldChg>
      <pc:sldChg chg="modSp modTransition">
        <pc:chgData name="翟 锐" userId="fef11181f709266a" providerId="LiveId" clId="{1AC65A31-A9AF-4647-AD52-03458F8C8C1F}" dt="2021-09-21T08:13:22.392" v="3751" actId="20577"/>
        <pc:sldMkLst>
          <pc:docMk/>
          <pc:sldMk cId="432108149" sldId="638"/>
        </pc:sldMkLst>
        <pc:spChg chg="mod">
          <ac:chgData name="翟 锐" userId="fef11181f709266a" providerId="LiveId" clId="{1AC65A31-A9AF-4647-AD52-03458F8C8C1F}" dt="2021-09-21T08:13:22.392" v="3751" actId="20577"/>
          <ac:spMkLst>
            <pc:docMk/>
            <pc:sldMk cId="432108149" sldId="638"/>
            <ac:spMk id="35" creationId="{00000000-0000-0000-0000-000000000000}"/>
          </ac:spMkLst>
        </pc:spChg>
      </pc:sldChg>
      <pc:sldChg chg="modSp mod ord modTransition">
        <pc:chgData name="翟 锐" userId="fef11181f709266a" providerId="LiveId" clId="{1AC65A31-A9AF-4647-AD52-03458F8C8C1F}" dt="2021-10-02T08:13:31.257" v="5265" actId="21"/>
        <pc:sldMkLst>
          <pc:docMk/>
          <pc:sldMk cId="378116688" sldId="640"/>
        </pc:sldMkLst>
        <pc:spChg chg="mod">
          <ac:chgData name="翟 锐" userId="fef11181f709266a" providerId="LiveId" clId="{1AC65A31-A9AF-4647-AD52-03458F8C8C1F}" dt="2021-10-02T08:13:31.257" v="5265" actId="21"/>
          <ac:spMkLst>
            <pc:docMk/>
            <pc:sldMk cId="378116688" sldId="640"/>
            <ac:spMk id="2" creationId="{1A343DEC-CFF6-41F5-B87C-0DFC08C67B76}"/>
          </ac:spMkLst>
        </pc:spChg>
        <pc:spChg chg="mod">
          <ac:chgData name="翟 锐" userId="fef11181f709266a" providerId="LiveId" clId="{1AC65A31-A9AF-4647-AD52-03458F8C8C1F}" dt="2021-09-21T16:10:24.249" v="5215"/>
          <ac:spMkLst>
            <pc:docMk/>
            <pc:sldMk cId="378116688" sldId="640"/>
            <ac:spMk id="35" creationId="{00000000-0000-0000-0000-000000000000}"/>
          </ac:spMkLst>
        </pc:spChg>
      </pc:sldChg>
      <pc:sldChg chg="modSp add mod ord">
        <pc:chgData name="翟 锐" userId="fef11181f709266a" providerId="LiveId" clId="{1AC65A31-A9AF-4647-AD52-03458F8C8C1F}" dt="2021-10-02T08:20:47.797" v="5426" actId="20577"/>
        <pc:sldMkLst>
          <pc:docMk/>
          <pc:sldMk cId="755447042" sldId="641"/>
        </pc:sldMkLst>
        <pc:spChg chg="mod">
          <ac:chgData name="翟 锐" userId="fef11181f709266a" providerId="LiveId" clId="{1AC65A31-A9AF-4647-AD52-03458F8C8C1F}" dt="2021-10-02T08:20:47.797" v="5426" actId="20577"/>
          <ac:spMkLst>
            <pc:docMk/>
            <pc:sldMk cId="755447042" sldId="641"/>
            <ac:spMk id="2" creationId="{1A343DEC-CFF6-41F5-B87C-0DFC08C67B76}"/>
          </ac:spMkLst>
        </pc:spChg>
      </pc:sldChg>
      <pc:sldChg chg="modSp add del mod">
        <pc:chgData name="翟 锐" userId="fef11181f709266a" providerId="LiveId" clId="{1AC65A31-A9AF-4647-AD52-03458F8C8C1F}" dt="2021-09-21T16:13:44.947" v="5245" actId="2696"/>
        <pc:sldMkLst>
          <pc:docMk/>
          <pc:sldMk cId="792596370" sldId="641"/>
        </pc:sldMkLst>
        <pc:spChg chg="mod">
          <ac:chgData name="翟 锐" userId="fef11181f709266a" providerId="LiveId" clId="{1AC65A31-A9AF-4647-AD52-03458F8C8C1F}" dt="2021-09-21T16:12:26.539" v="5242" actId="6549"/>
          <ac:spMkLst>
            <pc:docMk/>
            <pc:sldMk cId="792596370" sldId="641"/>
            <ac:spMk id="2" creationId="{1A343DEC-CFF6-41F5-B87C-0DFC08C67B76}"/>
          </ac:spMkLst>
        </pc:spChg>
      </pc:sldChg>
      <pc:sldChg chg="modSp add del ord modTransition">
        <pc:chgData name="翟 锐" userId="fef11181f709266a" providerId="LiveId" clId="{1AC65A31-A9AF-4647-AD52-03458F8C8C1F}" dt="2021-09-21T16:11:58.305" v="5240" actId="2696"/>
        <pc:sldMkLst>
          <pc:docMk/>
          <pc:sldMk cId="2227459113" sldId="641"/>
        </pc:sldMkLst>
        <pc:spChg chg="mod">
          <ac:chgData name="翟 锐" userId="fef11181f709266a" providerId="LiveId" clId="{1AC65A31-A9AF-4647-AD52-03458F8C8C1F}" dt="2021-09-21T16:09:57.519" v="5212" actId="20577"/>
          <ac:spMkLst>
            <pc:docMk/>
            <pc:sldMk cId="2227459113" sldId="641"/>
            <ac:spMk id="35" creationId="{00000000-0000-0000-0000-000000000000}"/>
          </ac:spMkLst>
        </pc:spChg>
      </pc:sldChg>
      <pc:sldChg chg="modSp mod modTransition">
        <pc:chgData name="翟 锐" userId="fef11181f709266a" providerId="LiveId" clId="{1AC65A31-A9AF-4647-AD52-03458F8C8C1F}" dt="2021-09-21T16:11:16.495" v="5237"/>
        <pc:sldMkLst>
          <pc:docMk/>
          <pc:sldMk cId="1290627896" sldId="642"/>
        </pc:sldMkLst>
        <pc:spChg chg="mod">
          <ac:chgData name="翟 锐" userId="fef11181f709266a" providerId="LiveId" clId="{1AC65A31-A9AF-4647-AD52-03458F8C8C1F}" dt="2021-09-21T08:01:40.586" v="3723" actId="207"/>
          <ac:spMkLst>
            <pc:docMk/>
            <pc:sldMk cId="1290627896" sldId="642"/>
            <ac:spMk id="2" creationId="{1A343DEC-CFF6-41F5-B87C-0DFC08C67B76}"/>
          </ac:spMkLst>
        </pc:spChg>
        <pc:spChg chg="mod">
          <ac:chgData name="翟 锐" userId="fef11181f709266a" providerId="LiveId" clId="{1AC65A31-A9AF-4647-AD52-03458F8C8C1F}" dt="2021-09-21T16:11:16.495" v="5237"/>
          <ac:spMkLst>
            <pc:docMk/>
            <pc:sldMk cId="1290627896" sldId="642"/>
            <ac:spMk id="35" creationId="{00000000-0000-0000-0000-000000000000}"/>
          </ac:spMkLst>
        </pc:spChg>
      </pc:sldChg>
      <pc:sldChg chg="modSp modTransition">
        <pc:chgData name="翟 锐" userId="fef11181f709266a" providerId="LiveId" clId="{1AC65A31-A9AF-4647-AD52-03458F8C8C1F}" dt="2021-09-21T08:13:26.219" v="3753" actId="20577"/>
        <pc:sldMkLst>
          <pc:docMk/>
          <pc:sldMk cId="3998261402" sldId="643"/>
        </pc:sldMkLst>
        <pc:spChg chg="mod">
          <ac:chgData name="翟 锐" userId="fef11181f709266a" providerId="LiveId" clId="{1AC65A31-A9AF-4647-AD52-03458F8C8C1F}" dt="2021-09-21T08:13:26.219" v="3753" actId="20577"/>
          <ac:spMkLst>
            <pc:docMk/>
            <pc:sldMk cId="3998261402" sldId="643"/>
            <ac:spMk id="35" creationId="{00000000-0000-0000-0000-000000000000}"/>
          </ac:spMkLst>
        </pc:spChg>
      </pc:sldChg>
      <pc:sldChg chg="ord modTransition">
        <pc:chgData name="翟 锐" userId="fef11181f709266a" providerId="LiveId" clId="{1AC65A31-A9AF-4647-AD52-03458F8C8C1F}" dt="2021-09-21T16:16:34.991" v="5254"/>
        <pc:sldMkLst>
          <pc:docMk/>
          <pc:sldMk cId="2916805578" sldId="644"/>
        </pc:sldMkLst>
      </pc:sldChg>
      <pc:sldChg chg="modSp modTransition">
        <pc:chgData name="翟 锐" userId="fef11181f709266a" providerId="LiveId" clId="{1AC65A31-A9AF-4647-AD52-03458F8C8C1F}" dt="2021-09-21T08:15:12.356" v="3780"/>
        <pc:sldMkLst>
          <pc:docMk/>
          <pc:sldMk cId="4156365499" sldId="645"/>
        </pc:sldMkLst>
        <pc:spChg chg="mod">
          <ac:chgData name="翟 锐" userId="fef11181f709266a" providerId="LiveId" clId="{1AC65A31-A9AF-4647-AD52-03458F8C8C1F}" dt="2021-09-21T08:15:12.356" v="3780"/>
          <ac:spMkLst>
            <pc:docMk/>
            <pc:sldMk cId="4156365499" sldId="645"/>
            <ac:spMk id="35" creationId="{00000000-0000-0000-0000-000000000000}"/>
          </ac:spMkLst>
        </pc:spChg>
      </pc:sldChg>
      <pc:sldChg chg="modSp modTransition">
        <pc:chgData name="翟 锐" userId="fef11181f709266a" providerId="LiveId" clId="{1AC65A31-A9AF-4647-AD52-03458F8C8C1F}" dt="2021-09-21T08:14:38.734" v="3778" actId="20577"/>
        <pc:sldMkLst>
          <pc:docMk/>
          <pc:sldMk cId="966206790" sldId="646"/>
        </pc:sldMkLst>
        <pc:spChg chg="mod">
          <ac:chgData name="翟 锐" userId="fef11181f709266a" providerId="LiveId" clId="{1AC65A31-A9AF-4647-AD52-03458F8C8C1F}" dt="2021-09-21T08:14:38.734" v="3778" actId="20577"/>
          <ac:spMkLst>
            <pc:docMk/>
            <pc:sldMk cId="966206790" sldId="646"/>
            <ac:spMk id="35" creationId="{00000000-0000-0000-0000-000000000000}"/>
          </ac:spMkLst>
        </pc:spChg>
      </pc:sldChg>
      <pc:sldChg chg="modSp modTransition">
        <pc:chgData name="翟 锐" userId="fef11181f709266a" providerId="LiveId" clId="{1AC65A31-A9AF-4647-AD52-03458F8C8C1F}" dt="2021-09-21T08:14:49.111" v="3779"/>
        <pc:sldMkLst>
          <pc:docMk/>
          <pc:sldMk cId="3222846923" sldId="647"/>
        </pc:sldMkLst>
        <pc:spChg chg="mod">
          <ac:chgData name="翟 锐" userId="fef11181f709266a" providerId="LiveId" clId="{1AC65A31-A9AF-4647-AD52-03458F8C8C1F}" dt="2021-09-21T08:14:49.111" v="3779"/>
          <ac:spMkLst>
            <pc:docMk/>
            <pc:sldMk cId="3222846923" sldId="647"/>
            <ac:spMk id="35" creationId="{00000000-0000-0000-0000-000000000000}"/>
          </ac:spMkLst>
        </pc:spChg>
      </pc:sldChg>
      <pc:sldChg chg="modTransition">
        <pc:chgData name="翟 锐" userId="fef11181f709266a" providerId="LiveId" clId="{1AC65A31-A9AF-4647-AD52-03458F8C8C1F}" dt="2021-09-04T11:33:51.262" v="1350"/>
        <pc:sldMkLst>
          <pc:docMk/>
          <pc:sldMk cId="4139344712" sldId="648"/>
        </pc:sldMkLst>
      </pc:sldChg>
      <pc:sldChg chg="modSp modTransition">
        <pc:chgData name="翟 锐" userId="fef11181f709266a" providerId="LiveId" clId="{1AC65A31-A9AF-4647-AD52-03458F8C8C1F}" dt="2021-09-19T15:07:17.214" v="3693"/>
        <pc:sldMkLst>
          <pc:docMk/>
          <pc:sldMk cId="3730321688" sldId="649"/>
        </pc:sldMkLst>
        <pc:spChg chg="mod">
          <ac:chgData name="翟 锐" userId="fef11181f709266a" providerId="LiveId" clId="{1AC65A31-A9AF-4647-AD52-03458F8C8C1F}" dt="2021-09-19T15:07:17.214" v="3693"/>
          <ac:spMkLst>
            <pc:docMk/>
            <pc:sldMk cId="3730321688" sldId="649"/>
            <ac:spMk id="35" creationId="{00000000-0000-0000-0000-000000000000}"/>
          </ac:spMkLst>
        </pc:spChg>
      </pc:sldChg>
      <pc:sldChg chg="modSp modTransition">
        <pc:chgData name="翟 锐" userId="fef11181f709266a" providerId="LiveId" clId="{1AC65A31-A9AF-4647-AD52-03458F8C8C1F}" dt="2021-09-21T08:09:00.321" v="3736"/>
        <pc:sldMkLst>
          <pc:docMk/>
          <pc:sldMk cId="726596640" sldId="650"/>
        </pc:sldMkLst>
        <pc:spChg chg="mod">
          <ac:chgData name="翟 锐" userId="fef11181f709266a" providerId="LiveId" clId="{1AC65A31-A9AF-4647-AD52-03458F8C8C1F}" dt="2021-09-21T08:09:00.321" v="3736"/>
          <ac:spMkLst>
            <pc:docMk/>
            <pc:sldMk cId="726596640" sldId="650"/>
            <ac:spMk id="35" creationId="{00000000-0000-0000-0000-000000000000}"/>
          </ac:spMkLst>
        </pc:spChg>
      </pc:sldChg>
      <pc:sldChg chg="modTransition">
        <pc:chgData name="翟 锐" userId="fef11181f709266a" providerId="LiveId" clId="{1AC65A31-A9AF-4647-AD52-03458F8C8C1F}" dt="2021-09-04T11:33:51.262" v="1350"/>
        <pc:sldMkLst>
          <pc:docMk/>
          <pc:sldMk cId="1608156605" sldId="651"/>
        </pc:sldMkLst>
      </pc:sldChg>
      <pc:sldChg chg="modSp add del">
        <pc:chgData name="翟 锐" userId="fef11181f709266a" providerId="LiveId" clId="{1AC65A31-A9AF-4647-AD52-03458F8C8C1F}" dt="2021-09-09T03:09:17.758" v="3296" actId="47"/>
        <pc:sldMkLst>
          <pc:docMk/>
          <pc:sldMk cId="2377259" sldId="652"/>
        </pc:sldMkLst>
        <pc:spChg chg="mod">
          <ac:chgData name="翟 锐" userId="fef11181f709266a" providerId="LiveId" clId="{1AC65A31-A9AF-4647-AD52-03458F8C8C1F}" dt="2021-09-06T08:25:03.173" v="2895" actId="20577"/>
          <ac:spMkLst>
            <pc:docMk/>
            <pc:sldMk cId="2377259" sldId="652"/>
            <ac:spMk id="35" creationId="{00000000-0000-0000-0000-000000000000}"/>
          </ac:spMkLst>
        </pc:spChg>
      </pc:sldChg>
      <pc:sldChg chg="del modTransition">
        <pc:chgData name="翟 锐" userId="fef11181f709266a" providerId="LiveId" clId="{1AC65A31-A9AF-4647-AD52-03458F8C8C1F}" dt="2021-09-06T08:09:27.614" v="2670" actId="2696"/>
        <pc:sldMkLst>
          <pc:docMk/>
          <pc:sldMk cId="843143412" sldId="652"/>
        </pc:sldMkLst>
      </pc:sldChg>
      <pc:sldChg chg="del modTransition">
        <pc:chgData name="翟 锐" userId="fef11181f709266a" providerId="LiveId" clId="{1AC65A31-A9AF-4647-AD52-03458F8C8C1F}" dt="2021-09-21T16:17:18.843" v="5255" actId="47"/>
        <pc:sldMkLst>
          <pc:docMk/>
          <pc:sldMk cId="1900271857" sldId="653"/>
        </pc:sldMkLst>
      </pc:sldChg>
      <pc:sldChg chg="del modTransition">
        <pc:chgData name="翟 锐" userId="fef11181f709266a" providerId="LiveId" clId="{1AC65A31-A9AF-4647-AD52-03458F8C8C1F}" dt="2021-09-21T08:15:21.320" v="3781" actId="47"/>
        <pc:sldMkLst>
          <pc:docMk/>
          <pc:sldMk cId="821615060" sldId="654"/>
        </pc:sldMkLst>
      </pc:sldChg>
      <pc:sldChg chg="modTransition">
        <pc:chgData name="翟 锐" userId="fef11181f709266a" providerId="LiveId" clId="{1AC65A31-A9AF-4647-AD52-03458F8C8C1F}" dt="2021-09-04T11:33:51.262" v="1350"/>
        <pc:sldMkLst>
          <pc:docMk/>
          <pc:sldMk cId="3026258030" sldId="655"/>
        </pc:sldMkLst>
      </pc:sldChg>
      <pc:sldChg chg="del modTransition">
        <pc:chgData name="翟 锐" userId="fef11181f709266a" providerId="LiveId" clId="{1AC65A31-A9AF-4647-AD52-03458F8C8C1F}" dt="2021-09-06T08:09:27.614" v="2670" actId="2696"/>
        <pc:sldMkLst>
          <pc:docMk/>
          <pc:sldMk cId="682694001" sldId="659"/>
        </pc:sldMkLst>
      </pc:sldChg>
      <pc:sldChg chg="add ord">
        <pc:chgData name="翟 锐" userId="fef11181f709266a" providerId="LiveId" clId="{1AC65A31-A9AF-4647-AD52-03458F8C8C1F}" dt="2021-09-06T08:24:46.947" v="2884"/>
        <pc:sldMkLst>
          <pc:docMk/>
          <pc:sldMk cId="1639636058" sldId="659"/>
        </pc:sldMkLst>
      </pc:sldChg>
      <pc:sldChg chg="modSp del mod modTransition addAnim delAnim modAnim">
        <pc:chgData name="翟 锐" userId="fef11181f709266a" providerId="LiveId" clId="{1AC65A31-A9AF-4647-AD52-03458F8C8C1F}" dt="2021-09-06T07:49:08.832" v="2411" actId="47"/>
        <pc:sldMkLst>
          <pc:docMk/>
          <pc:sldMk cId="2282940426" sldId="660"/>
        </pc:sldMkLst>
        <pc:spChg chg="mod">
          <ac:chgData name="翟 锐" userId="fef11181f709266a" providerId="LiveId" clId="{1AC65A31-A9AF-4647-AD52-03458F8C8C1F}" dt="2021-09-06T07:49:06.891" v="2410" actId="21"/>
          <ac:spMkLst>
            <pc:docMk/>
            <pc:sldMk cId="2282940426" sldId="660"/>
            <ac:spMk id="2" creationId="{1A343DEC-CFF6-41F5-B87C-0DFC08C67B76}"/>
          </ac:spMkLst>
        </pc:spChg>
      </pc:sldChg>
      <pc:sldChg chg="modSp mod modTransition">
        <pc:chgData name="翟 锐" userId="fef11181f709266a" providerId="LiveId" clId="{1AC65A31-A9AF-4647-AD52-03458F8C8C1F}" dt="2021-09-08T12:26:46.037" v="3270" actId="6549"/>
        <pc:sldMkLst>
          <pc:docMk/>
          <pc:sldMk cId="2870330272" sldId="661"/>
        </pc:sldMkLst>
        <pc:spChg chg="mod">
          <ac:chgData name="翟 锐" userId="fef11181f709266a" providerId="LiveId" clId="{1AC65A31-A9AF-4647-AD52-03458F8C8C1F}" dt="2021-09-08T12:26:46.037" v="3270" actId="6549"/>
          <ac:spMkLst>
            <pc:docMk/>
            <pc:sldMk cId="2870330272" sldId="661"/>
            <ac:spMk id="2" creationId="{1A343DEC-CFF6-41F5-B87C-0DFC08C67B76}"/>
          </ac:spMkLst>
        </pc:spChg>
      </pc:sldChg>
      <pc:sldChg chg="modSp add mod modAnim">
        <pc:chgData name="翟 锐" userId="fef11181f709266a" providerId="LiveId" clId="{1AC65A31-A9AF-4647-AD52-03458F8C8C1F}" dt="2021-09-08T00:44:05.322" v="3072" actId="113"/>
        <pc:sldMkLst>
          <pc:docMk/>
          <pc:sldMk cId="3186085593" sldId="662"/>
        </pc:sldMkLst>
        <pc:spChg chg="mod">
          <ac:chgData name="翟 锐" userId="fef11181f709266a" providerId="LiveId" clId="{1AC65A31-A9AF-4647-AD52-03458F8C8C1F}" dt="2021-09-08T00:44:05.322" v="3072" actId="113"/>
          <ac:spMkLst>
            <pc:docMk/>
            <pc:sldMk cId="3186085593" sldId="662"/>
            <ac:spMk id="2" creationId="{1A343DEC-CFF6-41F5-B87C-0DFC08C67B76}"/>
          </ac:spMkLst>
        </pc:spChg>
        <pc:spChg chg="mod">
          <ac:chgData name="翟 锐" userId="fef11181f709266a" providerId="LiveId" clId="{1AC65A31-A9AF-4647-AD52-03458F8C8C1F}" dt="2021-09-06T07:58:03.537" v="2583" actId="20577"/>
          <ac:spMkLst>
            <pc:docMk/>
            <pc:sldMk cId="3186085593" sldId="662"/>
            <ac:spMk id="35" creationId="{00000000-0000-0000-0000-000000000000}"/>
          </ac:spMkLst>
        </pc:spChg>
      </pc:sldChg>
      <pc:sldChg chg="modSp add del mod modTransition">
        <pc:chgData name="翟 锐" userId="fef11181f709266a" providerId="LiveId" clId="{1AC65A31-A9AF-4647-AD52-03458F8C8C1F}" dt="2021-09-06T07:57:17.420" v="2554" actId="2696"/>
        <pc:sldMkLst>
          <pc:docMk/>
          <pc:sldMk cId="3556646648" sldId="662"/>
        </pc:sldMkLst>
        <pc:spChg chg="mod">
          <ac:chgData name="翟 锐" userId="fef11181f709266a" providerId="LiveId" clId="{1AC65A31-A9AF-4647-AD52-03458F8C8C1F}" dt="2021-09-04T16:09:07.147" v="1751" actId="207"/>
          <ac:spMkLst>
            <pc:docMk/>
            <pc:sldMk cId="3556646648" sldId="662"/>
            <ac:spMk id="2" creationId="{1A343DEC-CFF6-41F5-B87C-0DFC08C67B76}"/>
          </ac:spMkLst>
        </pc:spChg>
      </pc:sldChg>
      <pc:sldChg chg="modSp add mod">
        <pc:chgData name="翟 锐" userId="fef11181f709266a" providerId="LiveId" clId="{1AC65A31-A9AF-4647-AD52-03458F8C8C1F}" dt="2021-09-15T11:13:31.865" v="3665" actId="20577"/>
        <pc:sldMkLst>
          <pc:docMk/>
          <pc:sldMk cId="2313421179" sldId="663"/>
        </pc:sldMkLst>
        <pc:spChg chg="mod">
          <ac:chgData name="翟 锐" userId="fef11181f709266a" providerId="LiveId" clId="{1AC65A31-A9AF-4647-AD52-03458F8C8C1F}" dt="2021-09-15T11:13:31.865" v="3665" actId="20577"/>
          <ac:spMkLst>
            <pc:docMk/>
            <pc:sldMk cId="2313421179" sldId="663"/>
            <ac:spMk id="2" creationId="{1A343DEC-CFF6-41F5-B87C-0DFC08C67B76}"/>
          </ac:spMkLst>
        </pc:spChg>
      </pc:sldChg>
      <pc:sldChg chg="del modTransition">
        <pc:chgData name="翟 锐" userId="fef11181f709266a" providerId="LiveId" clId="{1AC65A31-A9AF-4647-AD52-03458F8C8C1F}" dt="2021-09-06T08:10:35.254" v="2676" actId="2696"/>
        <pc:sldMkLst>
          <pc:docMk/>
          <pc:sldMk cId="2997070940" sldId="663"/>
        </pc:sldMkLst>
      </pc:sldChg>
      <pc:sldChg chg="del modTransition">
        <pc:chgData name="翟 锐" userId="fef11181f709266a" providerId="LiveId" clId="{1AC65A31-A9AF-4647-AD52-03458F8C8C1F}" dt="2021-09-06T08:11:25.602" v="2719" actId="47"/>
        <pc:sldMkLst>
          <pc:docMk/>
          <pc:sldMk cId="1032184243" sldId="664"/>
        </pc:sldMkLst>
      </pc:sldChg>
      <pc:sldChg chg="modTransition">
        <pc:chgData name="翟 锐" userId="fef11181f709266a" providerId="LiveId" clId="{1AC65A31-A9AF-4647-AD52-03458F8C8C1F}" dt="2021-09-04T11:33:51.262" v="1350"/>
        <pc:sldMkLst>
          <pc:docMk/>
          <pc:sldMk cId="2537393976" sldId="665"/>
        </pc:sldMkLst>
      </pc:sldChg>
      <pc:sldChg chg="modTransition">
        <pc:chgData name="翟 锐" userId="fef11181f709266a" providerId="LiveId" clId="{1AC65A31-A9AF-4647-AD52-03458F8C8C1F}" dt="2021-09-04T11:33:51.262" v="1350"/>
        <pc:sldMkLst>
          <pc:docMk/>
          <pc:sldMk cId="3341601582" sldId="666"/>
        </pc:sldMkLst>
      </pc:sldChg>
      <pc:sldChg chg="modSp mod modTransition">
        <pc:chgData name="翟 锐" userId="fef11181f709266a" providerId="LiveId" clId="{1AC65A31-A9AF-4647-AD52-03458F8C8C1F}" dt="2021-09-15T10:36:55.573" v="3663" actId="1076"/>
        <pc:sldMkLst>
          <pc:docMk/>
          <pc:sldMk cId="3848252550" sldId="667"/>
        </pc:sldMkLst>
        <pc:picChg chg="mod">
          <ac:chgData name="翟 锐" userId="fef11181f709266a" providerId="LiveId" clId="{1AC65A31-A9AF-4647-AD52-03458F8C8C1F}" dt="2021-09-15T10:36:55.573" v="3663" actId="1076"/>
          <ac:picMkLst>
            <pc:docMk/>
            <pc:sldMk cId="3848252550" sldId="667"/>
            <ac:picMk id="3" creationId="{C914FE0E-841C-43EF-8234-297E06A3E5DE}"/>
          </ac:picMkLst>
        </pc:picChg>
      </pc:sldChg>
      <pc:sldChg chg="modTransition">
        <pc:chgData name="翟 锐" userId="fef11181f709266a" providerId="LiveId" clId="{1AC65A31-A9AF-4647-AD52-03458F8C8C1F}" dt="2021-09-04T11:33:51.262" v="1350"/>
        <pc:sldMkLst>
          <pc:docMk/>
          <pc:sldMk cId="3732119993" sldId="668"/>
        </pc:sldMkLst>
      </pc:sldChg>
      <pc:sldChg chg="modTransition">
        <pc:chgData name="翟 锐" userId="fef11181f709266a" providerId="LiveId" clId="{1AC65A31-A9AF-4647-AD52-03458F8C8C1F}" dt="2021-09-04T11:33:51.262" v="1350"/>
        <pc:sldMkLst>
          <pc:docMk/>
          <pc:sldMk cId="498586959" sldId="669"/>
        </pc:sldMkLst>
      </pc:sldChg>
      <pc:sldChg chg="modSp mod modTransition">
        <pc:chgData name="翟 锐" userId="fef11181f709266a" providerId="LiveId" clId="{1AC65A31-A9AF-4647-AD52-03458F8C8C1F}" dt="2021-09-15T03:39:48.931" v="3654" actId="20577"/>
        <pc:sldMkLst>
          <pc:docMk/>
          <pc:sldMk cId="4096460358" sldId="670"/>
        </pc:sldMkLst>
        <pc:spChg chg="mod">
          <ac:chgData name="翟 锐" userId="fef11181f709266a" providerId="LiveId" clId="{1AC65A31-A9AF-4647-AD52-03458F8C8C1F}" dt="2021-09-15T03:39:48.931" v="3654" actId="20577"/>
          <ac:spMkLst>
            <pc:docMk/>
            <pc:sldMk cId="4096460358" sldId="670"/>
            <ac:spMk id="2" creationId="{1A343DEC-CFF6-41F5-B87C-0DFC08C67B76}"/>
          </ac:spMkLst>
        </pc:spChg>
      </pc:sldChg>
      <pc:sldChg chg="delSp modSp del mod modTransition">
        <pc:chgData name="翟 锐" userId="fef11181f709266a" providerId="LiveId" clId="{1AC65A31-A9AF-4647-AD52-03458F8C8C1F}" dt="2021-09-21T08:15:45.654" v="3782" actId="2696"/>
        <pc:sldMkLst>
          <pc:docMk/>
          <pc:sldMk cId="1730220147" sldId="671"/>
        </pc:sldMkLst>
        <pc:spChg chg="mod">
          <ac:chgData name="翟 锐" userId="fef11181f709266a" providerId="LiveId" clId="{1AC65A31-A9AF-4647-AD52-03458F8C8C1F}" dt="2021-09-04T16:06:21.897" v="1745" actId="14100"/>
          <ac:spMkLst>
            <pc:docMk/>
            <pc:sldMk cId="1730220147" sldId="671"/>
            <ac:spMk id="17" creationId="{D6CD8884-9248-44D1-B205-38F8454F3FA7}"/>
          </ac:spMkLst>
        </pc:spChg>
        <pc:spChg chg="del mod">
          <ac:chgData name="翟 锐" userId="fef11181f709266a" providerId="LiveId" clId="{1AC65A31-A9AF-4647-AD52-03458F8C8C1F}" dt="2021-09-20T03:29:29.329" v="3701" actId="478"/>
          <ac:spMkLst>
            <pc:docMk/>
            <pc:sldMk cId="1730220147" sldId="671"/>
            <ac:spMk id="28" creationId="{3CD03E1F-F3E2-4572-862A-260FE4605459}"/>
          </ac:spMkLst>
        </pc:spChg>
      </pc:sldChg>
      <pc:sldChg chg="add del">
        <pc:chgData name="翟 锐" userId="fef11181f709266a" providerId="LiveId" clId="{1AC65A31-A9AF-4647-AD52-03458F8C8C1F}" dt="2021-09-21T08:16:33.250" v="3786" actId="2696"/>
        <pc:sldMkLst>
          <pc:docMk/>
          <pc:sldMk cId="1831634270" sldId="671"/>
        </pc:sldMkLst>
      </pc:sldChg>
      <pc:sldChg chg="add del">
        <pc:chgData name="翟 锐" userId="fef11181f709266a" providerId="LiveId" clId="{1AC65A31-A9AF-4647-AD52-03458F8C8C1F}" dt="2021-09-21T08:16:16.124" v="3784"/>
        <pc:sldMkLst>
          <pc:docMk/>
          <pc:sldMk cId="3201500037" sldId="671"/>
        </pc:sldMkLst>
      </pc:sldChg>
      <pc:sldChg chg="add">
        <pc:chgData name="翟 锐" userId="fef11181f709266a" providerId="LiveId" clId="{1AC65A31-A9AF-4647-AD52-03458F8C8C1F}" dt="2021-09-21T08:16:40.511" v="3787"/>
        <pc:sldMkLst>
          <pc:docMk/>
          <pc:sldMk cId="4254554737" sldId="671"/>
        </pc:sldMkLst>
      </pc:sldChg>
      <pc:sldChg chg="addSp delSp modSp add del mod modTransition">
        <pc:chgData name="翟 锐" userId="fef11181f709266a" providerId="LiveId" clId="{1AC65A31-A9AF-4647-AD52-03458F8C8C1F}" dt="2021-09-15T03:27:54.304" v="3653" actId="122"/>
        <pc:sldMkLst>
          <pc:docMk/>
          <pc:sldMk cId="850028155" sldId="672"/>
        </pc:sldMkLst>
        <pc:spChg chg="mod">
          <ac:chgData name="翟 锐" userId="fef11181f709266a" providerId="LiveId" clId="{1AC65A31-A9AF-4647-AD52-03458F8C8C1F}" dt="2021-09-15T01:22:36.440" v="3607" actId="6549"/>
          <ac:spMkLst>
            <pc:docMk/>
            <pc:sldMk cId="850028155" sldId="672"/>
            <ac:spMk id="2" creationId="{1A343DEC-CFF6-41F5-B87C-0DFC08C67B76}"/>
          </ac:spMkLst>
        </pc:spChg>
        <pc:spChg chg="add del">
          <ac:chgData name="翟 锐" userId="fef11181f709266a" providerId="LiveId" clId="{1AC65A31-A9AF-4647-AD52-03458F8C8C1F}" dt="2021-09-04T09:38:20.334" v="311" actId="22"/>
          <ac:spMkLst>
            <pc:docMk/>
            <pc:sldMk cId="850028155" sldId="672"/>
            <ac:spMk id="8" creationId="{9AB74065-2F73-49FE-8212-19D46CC09BBA}"/>
          </ac:spMkLst>
        </pc:spChg>
        <pc:spChg chg="mod">
          <ac:chgData name="翟 锐" userId="fef11181f709266a" providerId="LiveId" clId="{1AC65A31-A9AF-4647-AD52-03458F8C8C1F}" dt="2021-09-04T09:28:22.053" v="149" actId="20577"/>
          <ac:spMkLst>
            <pc:docMk/>
            <pc:sldMk cId="850028155" sldId="672"/>
            <ac:spMk id="35" creationId="{00000000-0000-0000-0000-000000000000}"/>
          </ac:spMkLst>
        </pc:spChg>
        <pc:graphicFrameChg chg="add mod modGraphic">
          <ac:chgData name="翟 锐" userId="fef11181f709266a" providerId="LiveId" clId="{1AC65A31-A9AF-4647-AD52-03458F8C8C1F}" dt="2021-09-15T03:27:54.304" v="3653" actId="122"/>
          <ac:graphicFrameMkLst>
            <pc:docMk/>
            <pc:sldMk cId="850028155" sldId="672"/>
            <ac:graphicFrameMk id="3" creationId="{1C640F7A-93AC-456F-AACF-AE3E39014EB4}"/>
          </ac:graphicFrameMkLst>
        </pc:graphicFrameChg>
      </pc:sldChg>
      <pc:sldChg chg="modSp add mod modTransition modAnim">
        <pc:chgData name="翟 锐" userId="fef11181f709266a" providerId="LiveId" clId="{1AC65A31-A9AF-4647-AD52-03458F8C8C1F}" dt="2021-09-04T11:33:51.262" v="1350"/>
        <pc:sldMkLst>
          <pc:docMk/>
          <pc:sldMk cId="1079937329" sldId="673"/>
        </pc:sldMkLst>
        <pc:spChg chg="mod">
          <ac:chgData name="翟 锐" userId="fef11181f709266a" providerId="LiveId" clId="{1AC65A31-A9AF-4647-AD52-03458F8C8C1F}" dt="2021-09-04T09:40:21.059" v="343" actId="2711"/>
          <ac:spMkLst>
            <pc:docMk/>
            <pc:sldMk cId="1079937329" sldId="673"/>
            <ac:spMk id="2" creationId="{1A343DEC-CFF6-41F5-B87C-0DFC08C67B76}"/>
          </ac:spMkLst>
        </pc:spChg>
        <pc:spChg chg="mod">
          <ac:chgData name="翟 锐" userId="fef11181f709266a" providerId="LiveId" clId="{1AC65A31-A9AF-4647-AD52-03458F8C8C1F}" dt="2021-09-04T09:39:26.928" v="336" actId="20577"/>
          <ac:spMkLst>
            <pc:docMk/>
            <pc:sldMk cId="1079937329" sldId="673"/>
            <ac:spMk id="35" creationId="{00000000-0000-0000-0000-000000000000}"/>
          </ac:spMkLst>
        </pc:spChg>
      </pc:sldChg>
      <pc:sldChg chg="addSp delSp new del mod">
        <pc:chgData name="翟 锐" userId="fef11181f709266a" providerId="LiveId" clId="{1AC65A31-A9AF-4647-AD52-03458F8C8C1F}" dt="2021-09-04T09:38:24.927" v="315" actId="680"/>
        <pc:sldMkLst>
          <pc:docMk/>
          <pc:sldMk cId="3580837934" sldId="673"/>
        </pc:sldMkLst>
        <pc:spChg chg="add del">
          <ac:chgData name="翟 锐" userId="fef11181f709266a" providerId="LiveId" clId="{1AC65A31-A9AF-4647-AD52-03458F8C8C1F}" dt="2021-09-04T09:38:24.388" v="314" actId="22"/>
          <ac:spMkLst>
            <pc:docMk/>
            <pc:sldMk cId="3580837934" sldId="673"/>
            <ac:spMk id="3" creationId="{E42C2126-37AF-4812-AC40-4B896CF8E510}"/>
          </ac:spMkLst>
        </pc:spChg>
      </pc:sldChg>
      <pc:sldChg chg="addSp delSp modSp add del mod modTransition">
        <pc:chgData name="翟 锐" userId="fef11181f709266a" providerId="LiveId" clId="{1AC65A31-A9AF-4647-AD52-03458F8C8C1F}" dt="2021-09-09T03:00:38.735" v="3271" actId="2696"/>
        <pc:sldMkLst>
          <pc:docMk/>
          <pc:sldMk cId="435345126" sldId="674"/>
        </pc:sldMkLst>
        <pc:spChg chg="mod">
          <ac:chgData name="翟 锐" userId="fef11181f709266a" providerId="LiveId" clId="{1AC65A31-A9AF-4647-AD52-03458F8C8C1F}" dt="2021-09-08T02:18:34.673" v="3203" actId="20577"/>
          <ac:spMkLst>
            <pc:docMk/>
            <pc:sldMk cId="435345126" sldId="674"/>
            <ac:spMk id="2" creationId="{1A343DEC-CFF6-41F5-B87C-0DFC08C67B76}"/>
          </ac:spMkLst>
        </pc:spChg>
        <pc:picChg chg="mod">
          <ac:chgData name="翟 锐" userId="fef11181f709266a" providerId="LiveId" clId="{1AC65A31-A9AF-4647-AD52-03458F8C8C1F}" dt="2021-09-04T09:57:08.727" v="374" actId="1076"/>
          <ac:picMkLst>
            <pc:docMk/>
            <pc:sldMk cId="435345126" sldId="674"/>
            <ac:picMk id="1028" creationId="{461C35FD-DD9C-450B-AF61-044A2E5B4906}"/>
          </ac:picMkLst>
        </pc:picChg>
        <pc:picChg chg="add del mod">
          <ac:chgData name="翟 锐" userId="fef11181f709266a" providerId="LiveId" clId="{1AC65A31-A9AF-4647-AD52-03458F8C8C1F}" dt="2021-09-04T09:56:56.266" v="368"/>
          <ac:picMkLst>
            <pc:docMk/>
            <pc:sldMk cId="435345126" sldId="674"/>
            <ac:picMk id="2050" creationId="{A66EE988-D3BD-4B3C-B61E-3F77EA21E143}"/>
          </ac:picMkLst>
        </pc:picChg>
        <pc:picChg chg="add mod">
          <ac:chgData name="翟 锐" userId="fef11181f709266a" providerId="LiveId" clId="{1AC65A31-A9AF-4647-AD52-03458F8C8C1F}" dt="2021-09-04T09:57:06.236" v="373" actId="1076"/>
          <ac:picMkLst>
            <pc:docMk/>
            <pc:sldMk cId="435345126" sldId="674"/>
            <ac:picMk id="2052" creationId="{F9A7E211-662B-4E1D-A0B0-266BB11F5187}"/>
          </ac:picMkLst>
        </pc:picChg>
      </pc:sldChg>
      <pc:sldChg chg="add">
        <pc:chgData name="翟 锐" userId="fef11181f709266a" providerId="LiveId" clId="{1AC65A31-A9AF-4647-AD52-03458F8C8C1F}" dt="2021-09-09T03:00:43.750" v="3272"/>
        <pc:sldMkLst>
          <pc:docMk/>
          <pc:sldMk cId="1280055722" sldId="674"/>
        </pc:sldMkLst>
      </pc:sldChg>
      <pc:sldChg chg="new del">
        <pc:chgData name="翟 锐" userId="fef11181f709266a" providerId="LiveId" clId="{1AC65A31-A9AF-4647-AD52-03458F8C8C1F}" dt="2021-09-04T10:08:14.067" v="412" actId="680"/>
        <pc:sldMkLst>
          <pc:docMk/>
          <pc:sldMk cId="2943486056" sldId="675"/>
        </pc:sldMkLst>
      </pc:sldChg>
      <pc:sldChg chg="modSp add del modTransition">
        <pc:chgData name="翟 锐" userId="fef11181f709266a" providerId="LiveId" clId="{1AC65A31-A9AF-4647-AD52-03458F8C8C1F}" dt="2021-09-06T08:03:14.472" v="2628" actId="47"/>
        <pc:sldMkLst>
          <pc:docMk/>
          <pc:sldMk cId="4050975034" sldId="675"/>
        </pc:sldMkLst>
        <pc:spChg chg="mod">
          <ac:chgData name="翟 锐" userId="fef11181f709266a" providerId="LiveId" clId="{1AC65A31-A9AF-4647-AD52-03458F8C8C1F}" dt="2021-09-04T10:08:27.833" v="428" actId="20577"/>
          <ac:spMkLst>
            <pc:docMk/>
            <pc:sldMk cId="4050975034" sldId="675"/>
            <ac:spMk id="28" creationId="{00000000-0000-0000-0000-000000000000}"/>
          </ac:spMkLst>
        </pc:spChg>
      </pc:sldChg>
      <pc:sldChg chg="addSp delSp modSp add del mod modTransition modAnim">
        <pc:chgData name="翟 锐" userId="fef11181f709266a" providerId="LiveId" clId="{1AC65A31-A9AF-4647-AD52-03458F8C8C1F}" dt="2021-09-06T07:56:33.054" v="2552" actId="2696"/>
        <pc:sldMkLst>
          <pc:docMk/>
          <pc:sldMk cId="2787006959" sldId="676"/>
        </pc:sldMkLst>
        <pc:spChg chg="mod">
          <ac:chgData name="翟 锐" userId="fef11181f709266a" providerId="LiveId" clId="{1AC65A31-A9AF-4647-AD52-03458F8C8C1F}" dt="2021-09-04T11:37:48.560" v="1377" actId="6549"/>
          <ac:spMkLst>
            <pc:docMk/>
            <pc:sldMk cId="2787006959" sldId="676"/>
            <ac:spMk id="2" creationId="{1A343DEC-CFF6-41F5-B87C-0DFC08C67B76}"/>
          </ac:spMkLst>
        </pc:spChg>
        <pc:spChg chg="add del mod">
          <ac:chgData name="翟 锐" userId="fef11181f709266a" providerId="LiveId" clId="{1AC65A31-A9AF-4647-AD52-03458F8C8C1F}" dt="2021-09-04T10:32:13.934" v="884" actId="11529"/>
          <ac:spMkLst>
            <pc:docMk/>
            <pc:sldMk cId="2787006959" sldId="676"/>
            <ac:spMk id="5" creationId="{FA9407FD-A638-4058-8557-2B31E68E634A}"/>
          </ac:spMkLst>
        </pc:spChg>
        <pc:spChg chg="add mod">
          <ac:chgData name="翟 锐" userId="fef11181f709266a" providerId="LiveId" clId="{1AC65A31-A9AF-4647-AD52-03458F8C8C1F}" dt="2021-09-04T11:37:08.165" v="1368" actId="1076"/>
          <ac:spMkLst>
            <pc:docMk/>
            <pc:sldMk cId="2787006959" sldId="676"/>
            <ac:spMk id="6" creationId="{71D5CBE5-3815-45AC-8C16-F7E02CE2A4B8}"/>
          </ac:spMkLst>
        </pc:spChg>
        <pc:spChg chg="mod">
          <ac:chgData name="翟 锐" userId="fef11181f709266a" providerId="LiveId" clId="{1AC65A31-A9AF-4647-AD52-03458F8C8C1F}" dt="2021-09-04T10:08:47.987" v="448" actId="20577"/>
          <ac:spMkLst>
            <pc:docMk/>
            <pc:sldMk cId="2787006959" sldId="676"/>
            <ac:spMk id="35" creationId="{00000000-0000-0000-0000-000000000000}"/>
          </ac:spMkLst>
        </pc:spChg>
        <pc:grpChg chg="add mod">
          <ac:chgData name="翟 锐" userId="fef11181f709266a" providerId="LiveId" clId="{1AC65A31-A9AF-4647-AD52-03458F8C8C1F}" dt="2021-09-04T11:30:33.903" v="1339" actId="164"/>
          <ac:grpSpMkLst>
            <pc:docMk/>
            <pc:sldMk cId="2787006959" sldId="676"/>
            <ac:grpSpMk id="9" creationId="{15719C5E-C7B7-4F1B-B5CC-40CE5579BE39}"/>
          </ac:grpSpMkLst>
        </pc:grpChg>
        <pc:picChg chg="add mod">
          <ac:chgData name="翟 锐" userId="fef11181f709266a" providerId="LiveId" clId="{1AC65A31-A9AF-4647-AD52-03458F8C8C1F}" dt="2021-09-04T11:37:08.165" v="1368" actId="1076"/>
          <ac:picMkLst>
            <pc:docMk/>
            <pc:sldMk cId="2787006959" sldId="676"/>
            <ac:picMk id="4" creationId="{F747FDA6-7219-4444-8065-AFA739FCEEAE}"/>
          </ac:picMkLst>
        </pc:picChg>
        <pc:picChg chg="add del">
          <ac:chgData name="翟 锐" userId="fef11181f709266a" providerId="LiveId" clId="{1AC65A31-A9AF-4647-AD52-03458F8C8C1F}" dt="2021-09-04T10:43:44.038" v="1104" actId="22"/>
          <ac:picMkLst>
            <pc:docMk/>
            <pc:sldMk cId="2787006959" sldId="676"/>
            <ac:picMk id="8" creationId="{7AB11E34-E5B3-42C4-B7AD-9895FDD0A24E}"/>
          </ac:picMkLst>
        </pc:picChg>
        <pc:picChg chg="add mod">
          <ac:chgData name="翟 锐" userId="fef11181f709266a" providerId="LiveId" clId="{1AC65A31-A9AF-4647-AD52-03458F8C8C1F}" dt="2021-09-04T11:39:19.692" v="1381" actId="1076"/>
          <ac:picMkLst>
            <pc:docMk/>
            <pc:sldMk cId="2787006959" sldId="676"/>
            <ac:picMk id="3074" creationId="{471082EA-1942-478F-899B-91B76AD3286B}"/>
          </ac:picMkLst>
        </pc:picChg>
      </pc:sldChg>
      <pc:sldChg chg="modSp add">
        <pc:chgData name="翟 锐" userId="fef11181f709266a" providerId="LiveId" clId="{1AC65A31-A9AF-4647-AD52-03458F8C8C1F}" dt="2021-09-08T11:57:21.525" v="3269" actId="1076"/>
        <pc:sldMkLst>
          <pc:docMk/>
          <pc:sldMk cId="3479145447" sldId="676"/>
        </pc:sldMkLst>
        <pc:picChg chg="mod">
          <ac:chgData name="翟 锐" userId="fef11181f709266a" providerId="LiveId" clId="{1AC65A31-A9AF-4647-AD52-03458F8C8C1F}" dt="2021-09-08T11:57:21.525" v="3269" actId="1076"/>
          <ac:picMkLst>
            <pc:docMk/>
            <pc:sldMk cId="3479145447" sldId="676"/>
            <ac:picMk id="3074" creationId="{471082EA-1942-478F-899B-91B76AD3286B}"/>
          </ac:picMkLst>
        </pc:picChg>
      </pc:sldChg>
      <pc:sldChg chg="modSp add mod">
        <pc:chgData name="翟 锐" userId="fef11181f709266a" providerId="LiveId" clId="{1AC65A31-A9AF-4647-AD52-03458F8C8C1F}" dt="2021-09-08T09:52:12.097" v="3247" actId="20578"/>
        <pc:sldMkLst>
          <pc:docMk/>
          <pc:sldMk cId="2971327672" sldId="677"/>
        </pc:sldMkLst>
        <pc:spChg chg="mod">
          <ac:chgData name="翟 锐" userId="fef11181f709266a" providerId="LiveId" clId="{1AC65A31-A9AF-4647-AD52-03458F8C8C1F}" dt="2021-09-08T09:52:12.097" v="3247" actId="20578"/>
          <ac:spMkLst>
            <pc:docMk/>
            <pc:sldMk cId="2971327672" sldId="677"/>
            <ac:spMk id="2" creationId="{1A343DEC-CFF6-41F5-B87C-0DFC08C67B76}"/>
          </ac:spMkLst>
        </pc:spChg>
      </pc:sldChg>
      <pc:sldChg chg="new del">
        <pc:chgData name="翟 锐" userId="fef11181f709266a" providerId="LiveId" clId="{1AC65A31-A9AF-4647-AD52-03458F8C8C1F}" dt="2021-09-04T10:08:55.374" v="450" actId="680"/>
        <pc:sldMkLst>
          <pc:docMk/>
          <pc:sldMk cId="3518357163" sldId="677"/>
        </pc:sldMkLst>
      </pc:sldChg>
      <pc:sldChg chg="modSp add del mod modTransition">
        <pc:chgData name="翟 锐" userId="fef11181f709266a" providerId="LiveId" clId="{1AC65A31-A9AF-4647-AD52-03458F8C8C1F}" dt="2021-09-06T07:56:33.054" v="2552" actId="2696"/>
        <pc:sldMkLst>
          <pc:docMk/>
          <pc:sldMk cId="3932049257" sldId="677"/>
        </pc:sldMkLst>
        <pc:spChg chg="mod">
          <ac:chgData name="翟 锐" userId="fef11181f709266a" providerId="LiveId" clId="{1AC65A31-A9AF-4647-AD52-03458F8C8C1F}" dt="2021-09-04T15:31:47.464" v="1646" actId="15"/>
          <ac:spMkLst>
            <pc:docMk/>
            <pc:sldMk cId="3932049257" sldId="677"/>
            <ac:spMk id="2" creationId="{1A343DEC-CFF6-41F5-B87C-0DFC08C67B76}"/>
          </ac:spMkLst>
        </pc:spChg>
        <pc:spChg chg="mod">
          <ac:chgData name="翟 锐" userId="fef11181f709266a" providerId="LiveId" clId="{1AC65A31-A9AF-4647-AD52-03458F8C8C1F}" dt="2021-09-04T10:08:59.394" v="452" actId="20577"/>
          <ac:spMkLst>
            <pc:docMk/>
            <pc:sldMk cId="3932049257" sldId="677"/>
            <ac:spMk id="35" creationId="{00000000-0000-0000-0000-000000000000}"/>
          </ac:spMkLst>
        </pc:spChg>
      </pc:sldChg>
      <pc:sldChg chg="modSp add del mod modTransition">
        <pc:chgData name="翟 锐" userId="fef11181f709266a" providerId="LiveId" clId="{1AC65A31-A9AF-4647-AD52-03458F8C8C1F}" dt="2021-09-04T15:31:28.348" v="1644" actId="47"/>
        <pc:sldMkLst>
          <pc:docMk/>
          <pc:sldMk cId="769771191" sldId="678"/>
        </pc:sldMkLst>
        <pc:spChg chg="mod">
          <ac:chgData name="翟 锐" userId="fef11181f709266a" providerId="LiveId" clId="{1AC65A31-A9AF-4647-AD52-03458F8C8C1F}" dt="2021-09-04T11:28:38.906" v="1331" actId="20577"/>
          <ac:spMkLst>
            <pc:docMk/>
            <pc:sldMk cId="769771191" sldId="678"/>
            <ac:spMk id="2" creationId="{1A343DEC-CFF6-41F5-B87C-0DFC08C67B76}"/>
          </ac:spMkLst>
        </pc:spChg>
      </pc:sldChg>
      <pc:sldChg chg="modSp add mod">
        <pc:chgData name="翟 锐" userId="fef11181f709266a" providerId="LiveId" clId="{1AC65A31-A9AF-4647-AD52-03458F8C8C1F}" dt="2021-09-06T07:58:42.786" v="2587" actId="404"/>
        <pc:sldMkLst>
          <pc:docMk/>
          <pc:sldMk cId="2893219757" sldId="679"/>
        </pc:sldMkLst>
        <pc:spChg chg="mod">
          <ac:chgData name="翟 锐" userId="fef11181f709266a" providerId="LiveId" clId="{1AC65A31-A9AF-4647-AD52-03458F8C8C1F}" dt="2021-09-06T07:58:42.786" v="2587" actId="404"/>
          <ac:spMkLst>
            <pc:docMk/>
            <pc:sldMk cId="2893219757" sldId="679"/>
            <ac:spMk id="2" creationId="{1A343DEC-CFF6-41F5-B87C-0DFC08C67B76}"/>
          </ac:spMkLst>
        </pc:spChg>
      </pc:sldChg>
      <pc:sldChg chg="modSp add del mod modTransition">
        <pc:chgData name="翟 锐" userId="fef11181f709266a" providerId="LiveId" clId="{1AC65A31-A9AF-4647-AD52-03458F8C8C1F}" dt="2021-09-06T07:56:33.054" v="2552" actId="2696"/>
        <pc:sldMkLst>
          <pc:docMk/>
          <pc:sldMk cId="3749894061" sldId="679"/>
        </pc:sldMkLst>
        <pc:spChg chg="mod">
          <ac:chgData name="翟 锐" userId="fef11181f709266a" providerId="LiveId" clId="{1AC65A31-A9AF-4647-AD52-03458F8C8C1F}" dt="2021-09-04T12:14:42.335" v="1451" actId="404"/>
          <ac:spMkLst>
            <pc:docMk/>
            <pc:sldMk cId="3749894061" sldId="679"/>
            <ac:spMk id="2" creationId="{1A343DEC-CFF6-41F5-B87C-0DFC08C67B76}"/>
          </ac:spMkLst>
        </pc:spChg>
        <pc:spChg chg="mod">
          <ac:chgData name="翟 锐" userId="fef11181f709266a" providerId="LiveId" clId="{1AC65A31-A9AF-4647-AD52-03458F8C8C1F}" dt="2021-09-04T15:31:40.873" v="1645" actId="20577"/>
          <ac:spMkLst>
            <pc:docMk/>
            <pc:sldMk cId="3749894061" sldId="679"/>
            <ac:spMk id="35" creationId="{00000000-0000-0000-0000-000000000000}"/>
          </ac:spMkLst>
        </pc:spChg>
      </pc:sldChg>
      <pc:sldChg chg="add">
        <pc:chgData name="翟 锐" userId="fef11181f709266a" providerId="LiveId" clId="{1AC65A31-A9AF-4647-AD52-03458F8C8C1F}" dt="2021-09-06T07:56:43.221" v="2553"/>
        <pc:sldMkLst>
          <pc:docMk/>
          <pc:sldMk cId="2364906056" sldId="680"/>
        </pc:sldMkLst>
      </pc:sldChg>
      <pc:sldChg chg="addSp delSp modSp add del mod">
        <pc:chgData name="翟 锐" userId="fef11181f709266a" providerId="LiveId" clId="{1AC65A31-A9AF-4647-AD52-03458F8C8C1F}" dt="2021-09-06T07:56:33.054" v="2552" actId="2696"/>
        <pc:sldMkLst>
          <pc:docMk/>
          <pc:sldMk cId="3779287253" sldId="680"/>
        </pc:sldMkLst>
        <pc:spChg chg="del mod">
          <ac:chgData name="翟 锐" userId="fef11181f709266a" providerId="LiveId" clId="{1AC65A31-A9AF-4647-AD52-03458F8C8C1F}" dt="2021-09-04T12:14:26.339" v="1445"/>
          <ac:spMkLst>
            <pc:docMk/>
            <pc:sldMk cId="3779287253" sldId="680"/>
            <ac:spMk id="2" creationId="{1A343DEC-CFF6-41F5-B87C-0DFC08C67B76}"/>
          </ac:spMkLst>
        </pc:spChg>
        <pc:picChg chg="add mod">
          <ac:chgData name="翟 锐" userId="fef11181f709266a" providerId="LiveId" clId="{1AC65A31-A9AF-4647-AD52-03458F8C8C1F}" dt="2021-09-04T12:10:27.459" v="1385" actId="1076"/>
          <ac:picMkLst>
            <pc:docMk/>
            <pc:sldMk cId="3779287253" sldId="680"/>
            <ac:picMk id="4" creationId="{6E93FEB2-4B0B-46C2-BCC1-CE4395B37464}"/>
          </ac:picMkLst>
        </pc:picChg>
        <pc:picChg chg="add mod">
          <ac:chgData name="翟 锐" userId="fef11181f709266a" providerId="LiveId" clId="{1AC65A31-A9AF-4647-AD52-03458F8C8C1F}" dt="2021-09-04T12:11:01.064" v="1391" actId="1076"/>
          <ac:picMkLst>
            <pc:docMk/>
            <pc:sldMk cId="3779287253" sldId="680"/>
            <ac:picMk id="6" creationId="{DE80F556-870E-400E-81DB-C33A752F2B9A}"/>
          </ac:picMkLst>
        </pc:picChg>
      </pc:sldChg>
      <pc:sldChg chg="modSp add mod">
        <pc:chgData name="翟 锐" userId="fef11181f709266a" providerId="LiveId" clId="{1AC65A31-A9AF-4647-AD52-03458F8C8C1F}" dt="2021-09-06T07:57:44.911" v="2562" actId="1076"/>
        <pc:sldMkLst>
          <pc:docMk/>
          <pc:sldMk cId="1531944380" sldId="681"/>
        </pc:sldMkLst>
        <pc:spChg chg="mod">
          <ac:chgData name="翟 锐" userId="fef11181f709266a" providerId="LiveId" clId="{1AC65A31-A9AF-4647-AD52-03458F8C8C1F}" dt="2021-09-06T07:57:44.911" v="2562" actId="1076"/>
          <ac:spMkLst>
            <pc:docMk/>
            <pc:sldMk cId="1531944380" sldId="681"/>
            <ac:spMk id="2" creationId="{1A343DEC-CFF6-41F5-B87C-0DFC08C67B76}"/>
          </ac:spMkLst>
        </pc:spChg>
      </pc:sldChg>
      <pc:sldChg chg="modSp add del mod">
        <pc:chgData name="翟 锐" userId="fef11181f709266a" providerId="LiveId" clId="{1AC65A31-A9AF-4647-AD52-03458F8C8C1F}" dt="2021-09-06T07:56:33.054" v="2552" actId="2696"/>
        <pc:sldMkLst>
          <pc:docMk/>
          <pc:sldMk cId="3232200851" sldId="681"/>
        </pc:sldMkLst>
        <pc:spChg chg="mod">
          <ac:chgData name="翟 锐" userId="fef11181f709266a" providerId="LiveId" clId="{1AC65A31-A9AF-4647-AD52-03458F8C8C1F}" dt="2021-09-04T15:31:56.420" v="1647" actId="6549"/>
          <ac:spMkLst>
            <pc:docMk/>
            <pc:sldMk cId="3232200851" sldId="681"/>
            <ac:spMk id="2" creationId="{1A343DEC-CFF6-41F5-B87C-0DFC08C67B76}"/>
          </ac:spMkLst>
        </pc:spChg>
        <pc:spChg chg="mod">
          <ac:chgData name="翟 锐" userId="fef11181f709266a" providerId="LiveId" clId="{1AC65A31-A9AF-4647-AD52-03458F8C8C1F}" dt="2021-09-06T07:37:39.179" v="2207" actId="20577"/>
          <ac:spMkLst>
            <pc:docMk/>
            <pc:sldMk cId="3232200851" sldId="681"/>
            <ac:spMk id="35" creationId="{00000000-0000-0000-0000-000000000000}"/>
          </ac:spMkLst>
        </pc:spChg>
      </pc:sldChg>
      <pc:sldChg chg="modSp add mod addAnim delAnim modAnim">
        <pc:chgData name="翟 锐" userId="fef11181f709266a" providerId="LiveId" clId="{1AC65A31-A9AF-4647-AD52-03458F8C8C1F}" dt="2021-09-08T09:05:17.141" v="3224" actId="20577"/>
        <pc:sldMkLst>
          <pc:docMk/>
          <pc:sldMk cId="3093035982" sldId="682"/>
        </pc:sldMkLst>
        <pc:spChg chg="mod">
          <ac:chgData name="翟 锐" userId="fef11181f709266a" providerId="LiveId" clId="{1AC65A31-A9AF-4647-AD52-03458F8C8C1F}" dt="2021-09-08T09:05:17.141" v="3224" actId="20577"/>
          <ac:spMkLst>
            <pc:docMk/>
            <pc:sldMk cId="3093035982" sldId="682"/>
            <ac:spMk id="2" creationId="{1A343DEC-CFF6-41F5-B87C-0DFC08C67B76}"/>
          </ac:spMkLst>
        </pc:spChg>
        <pc:spChg chg="mod">
          <ac:chgData name="翟 锐" userId="fef11181f709266a" providerId="LiveId" clId="{1AC65A31-A9AF-4647-AD52-03458F8C8C1F}" dt="2021-09-06T07:51:58.405" v="2457" actId="20577"/>
          <ac:spMkLst>
            <pc:docMk/>
            <pc:sldMk cId="3093035982" sldId="682"/>
            <ac:spMk id="35" creationId="{00000000-0000-0000-0000-000000000000}"/>
          </ac:spMkLst>
        </pc:spChg>
      </pc:sldChg>
      <pc:sldChg chg="addSp delSp modSp new mod setBg">
        <pc:chgData name="翟 锐" userId="fef11181f709266a" providerId="LiveId" clId="{1AC65A31-A9AF-4647-AD52-03458F8C8C1F}" dt="2021-09-04T15:42:50.561" v="1706" actId="26606"/>
        <pc:sldMkLst>
          <pc:docMk/>
          <pc:sldMk cId="1833721113" sldId="683"/>
        </pc:sldMkLst>
        <pc:spChg chg="add del">
          <ac:chgData name="翟 锐" userId="fef11181f709266a" providerId="LiveId" clId="{1AC65A31-A9AF-4647-AD52-03458F8C8C1F}" dt="2021-09-04T15:42:44.804" v="1700" actId="26606"/>
          <ac:spMkLst>
            <pc:docMk/>
            <pc:sldMk cId="1833721113" sldId="683"/>
            <ac:spMk id="4" creationId="{32BC26D8-82FB-445E-AA49-62A77D7C1EE0}"/>
          </ac:spMkLst>
        </pc:spChg>
        <pc:spChg chg="add del">
          <ac:chgData name="翟 锐" userId="fef11181f709266a" providerId="LiveId" clId="{1AC65A31-A9AF-4647-AD52-03458F8C8C1F}" dt="2021-09-04T15:42:46.148" v="1702" actId="26606"/>
          <ac:spMkLst>
            <pc:docMk/>
            <pc:sldMk cId="1833721113" sldId="683"/>
            <ac:spMk id="5" creationId="{AB8C311F-7253-4AED-9701-7FC0708C41C7}"/>
          </ac:spMkLst>
        </pc:spChg>
        <pc:spChg chg="add del">
          <ac:chgData name="翟 锐" userId="fef11181f709266a" providerId="LiveId" clId="{1AC65A31-A9AF-4647-AD52-03458F8C8C1F}" dt="2021-09-04T15:42:46.148" v="1702" actId="26606"/>
          <ac:spMkLst>
            <pc:docMk/>
            <pc:sldMk cId="1833721113" sldId="683"/>
            <ac:spMk id="6" creationId="{E2384209-CB15-4CDF-9D31-C44FD9A3F20D}"/>
          </ac:spMkLst>
        </pc:spChg>
        <pc:spChg chg="add del">
          <ac:chgData name="翟 锐" userId="fef11181f709266a" providerId="LiveId" clId="{1AC65A31-A9AF-4647-AD52-03458F8C8C1F}" dt="2021-09-04T15:42:35.509" v="1696" actId="26606"/>
          <ac:spMkLst>
            <pc:docMk/>
            <pc:sldMk cId="1833721113" sldId="683"/>
            <ac:spMk id="7" creationId="{B670DBD5-770C-4383-9F54-5B86E86BD5BB}"/>
          </ac:spMkLst>
        </pc:spChg>
        <pc:spChg chg="add del">
          <ac:chgData name="翟 锐" userId="fef11181f709266a" providerId="LiveId" clId="{1AC65A31-A9AF-4647-AD52-03458F8C8C1F}" dt="2021-09-04T15:42:47.768" v="1704" actId="26606"/>
          <ac:spMkLst>
            <pc:docMk/>
            <pc:sldMk cId="1833721113" sldId="683"/>
            <ac:spMk id="8" creationId="{B670DBD5-770C-4383-9F54-5B86E86BD5BB}"/>
          </ac:spMkLst>
        </pc:spChg>
        <pc:spChg chg="add del">
          <ac:chgData name="翟 锐" userId="fef11181f709266a" providerId="LiveId" clId="{1AC65A31-A9AF-4647-AD52-03458F8C8C1F}" dt="2021-09-04T15:42:44.804" v="1700" actId="26606"/>
          <ac:spMkLst>
            <pc:docMk/>
            <pc:sldMk cId="1833721113" sldId="683"/>
            <ac:spMk id="9" creationId="{CB44330D-EA18-4254-AA95-EB49948539B8}"/>
          </ac:spMkLst>
        </pc:spChg>
        <pc:spChg chg="add del">
          <ac:chgData name="翟 锐" userId="fef11181f709266a" providerId="LiveId" clId="{1AC65A31-A9AF-4647-AD52-03458F8C8C1F}" dt="2021-09-04T15:42:50.561" v="1706" actId="26606"/>
          <ac:spMkLst>
            <pc:docMk/>
            <pc:sldMk cId="1833721113" sldId="683"/>
            <ac:spMk id="10" creationId="{F3060C83-F051-4F0E-ABAD-AA0DFC48B218}"/>
          </ac:spMkLst>
        </pc:spChg>
        <pc:spChg chg="add del">
          <ac:chgData name="翟 锐" userId="fef11181f709266a" providerId="LiveId" clId="{1AC65A31-A9AF-4647-AD52-03458F8C8C1F}" dt="2021-09-04T15:42:46.148" v="1702" actId="26606"/>
          <ac:spMkLst>
            <pc:docMk/>
            <pc:sldMk cId="1833721113" sldId="683"/>
            <ac:spMk id="11" creationId="{2633B3B5-CC90-43F0-8714-D31D1F3F0209}"/>
          </ac:spMkLst>
        </pc:spChg>
        <pc:spChg chg="add del">
          <ac:chgData name="翟 锐" userId="fef11181f709266a" providerId="LiveId" clId="{1AC65A31-A9AF-4647-AD52-03458F8C8C1F}" dt="2021-09-04T15:42:50.561" v="1706" actId="26606"/>
          <ac:spMkLst>
            <pc:docMk/>
            <pc:sldMk cId="1833721113" sldId="683"/>
            <ac:spMk id="12" creationId="{83C98ABE-055B-441F-B07E-44F97F083C39}"/>
          </ac:spMkLst>
        </pc:spChg>
        <pc:spChg chg="add del">
          <ac:chgData name="翟 锐" userId="fef11181f709266a" providerId="LiveId" clId="{1AC65A31-A9AF-4647-AD52-03458F8C8C1F}" dt="2021-09-04T15:42:46.148" v="1702" actId="26606"/>
          <ac:spMkLst>
            <pc:docMk/>
            <pc:sldMk cId="1833721113" sldId="683"/>
            <ac:spMk id="13" creationId="{A8D57A06-A426-446D-B02C-A2DC6B62E45E}"/>
          </ac:spMkLst>
        </pc:spChg>
        <pc:spChg chg="add del">
          <ac:chgData name="翟 锐" userId="fef11181f709266a" providerId="LiveId" clId="{1AC65A31-A9AF-4647-AD52-03458F8C8C1F}" dt="2021-09-04T15:42:50.561" v="1706" actId="26606"/>
          <ac:spMkLst>
            <pc:docMk/>
            <pc:sldMk cId="1833721113" sldId="683"/>
            <ac:spMk id="14" creationId="{29FDB030-9B49-4CED-8CCD-4D99382388AC}"/>
          </ac:spMkLst>
        </pc:spChg>
        <pc:spChg chg="add del">
          <ac:chgData name="翟 锐" userId="fef11181f709266a" providerId="LiveId" clId="{1AC65A31-A9AF-4647-AD52-03458F8C8C1F}" dt="2021-09-04T15:42:50.561" v="1706" actId="26606"/>
          <ac:spMkLst>
            <pc:docMk/>
            <pc:sldMk cId="1833721113" sldId="683"/>
            <ac:spMk id="15" creationId="{9A97C86A-04D6-40F7-AE84-31AB43E6A846}"/>
          </ac:spMkLst>
        </pc:spChg>
        <pc:spChg chg="add del">
          <ac:chgData name="翟 锐" userId="fef11181f709266a" providerId="LiveId" clId="{1AC65A31-A9AF-4647-AD52-03458F8C8C1F}" dt="2021-09-04T15:42:50.561" v="1706" actId="26606"/>
          <ac:spMkLst>
            <pc:docMk/>
            <pc:sldMk cId="1833721113" sldId="683"/>
            <ac:spMk id="16" creationId="{3783CA14-24A1-485C-8B30-D6A5D87987AD}"/>
          </ac:spMkLst>
        </pc:spChg>
        <pc:spChg chg="add del">
          <ac:chgData name="翟 锐" userId="fef11181f709266a" providerId="LiveId" clId="{1AC65A31-A9AF-4647-AD52-03458F8C8C1F}" dt="2021-09-04T15:42:50.561" v="1706" actId="26606"/>
          <ac:spMkLst>
            <pc:docMk/>
            <pc:sldMk cId="1833721113" sldId="683"/>
            <ac:spMk id="17" creationId="{FF9F2414-84E8-453E-B1F3-389FDE8192D9}"/>
          </ac:spMkLst>
        </pc:spChg>
        <pc:spChg chg="add del">
          <ac:chgData name="翟 锐" userId="fef11181f709266a" providerId="LiveId" clId="{1AC65A31-A9AF-4647-AD52-03458F8C8C1F}" dt="2021-09-04T15:42:50.561" v="1706" actId="26606"/>
          <ac:spMkLst>
            <pc:docMk/>
            <pc:sldMk cId="1833721113" sldId="683"/>
            <ac:spMk id="19" creationId="{3ECA69A1-7536-43AC-85EF-C7106179F5ED}"/>
          </ac:spMkLst>
        </pc:spChg>
        <pc:picChg chg="add mod">
          <ac:chgData name="翟 锐" userId="fef11181f709266a" providerId="LiveId" clId="{1AC65A31-A9AF-4647-AD52-03458F8C8C1F}" dt="2021-09-04T15:42:50.561" v="1706" actId="26606"/>
          <ac:picMkLst>
            <pc:docMk/>
            <pc:sldMk cId="1833721113" sldId="683"/>
            <ac:picMk id="2" creationId="{EF3B04C0-E19D-458C-B0ED-A9F64063C1E8}"/>
          </ac:picMkLst>
        </pc:picChg>
      </pc:sldChg>
      <pc:sldChg chg="modSp add mod ord">
        <pc:chgData name="翟 锐" userId="fef11181f709266a" providerId="LiveId" clId="{1AC65A31-A9AF-4647-AD52-03458F8C8C1F}" dt="2021-09-08T10:21:21.636" v="3265" actId="20577"/>
        <pc:sldMkLst>
          <pc:docMk/>
          <pc:sldMk cId="3686664628" sldId="684"/>
        </pc:sldMkLst>
        <pc:spChg chg="mod">
          <ac:chgData name="翟 锐" userId="fef11181f709266a" providerId="LiveId" clId="{1AC65A31-A9AF-4647-AD52-03458F8C8C1F}" dt="2021-09-08T10:21:21.636" v="3265" actId="20577"/>
          <ac:spMkLst>
            <pc:docMk/>
            <pc:sldMk cId="3686664628" sldId="684"/>
            <ac:spMk id="2" creationId="{1A343DEC-CFF6-41F5-B87C-0DFC08C67B76}"/>
          </ac:spMkLst>
        </pc:spChg>
        <pc:spChg chg="mod">
          <ac:chgData name="翟 锐" userId="fef11181f709266a" providerId="LiveId" clId="{1AC65A31-A9AF-4647-AD52-03458F8C8C1F}" dt="2021-09-06T06:20:28.409" v="1996" actId="20577"/>
          <ac:spMkLst>
            <pc:docMk/>
            <pc:sldMk cId="3686664628" sldId="684"/>
            <ac:spMk id="35" creationId="{00000000-0000-0000-0000-000000000000}"/>
          </ac:spMkLst>
        </pc:spChg>
      </pc:sldChg>
      <pc:sldChg chg="modSp add mod ord">
        <pc:chgData name="翟 锐" userId="fef11181f709266a" providerId="LiveId" clId="{1AC65A31-A9AF-4647-AD52-03458F8C8C1F}" dt="2021-09-09T03:08:51.325" v="3295" actId="207"/>
        <pc:sldMkLst>
          <pc:docMk/>
          <pc:sldMk cId="720472308" sldId="685"/>
        </pc:sldMkLst>
        <pc:spChg chg="mod">
          <ac:chgData name="翟 锐" userId="fef11181f709266a" providerId="LiveId" clId="{1AC65A31-A9AF-4647-AD52-03458F8C8C1F}" dt="2021-09-09T03:08:51.325" v="3295" actId="207"/>
          <ac:spMkLst>
            <pc:docMk/>
            <pc:sldMk cId="720472308" sldId="685"/>
            <ac:spMk id="2" creationId="{1A343DEC-CFF6-41F5-B87C-0DFC08C67B76}"/>
          </ac:spMkLst>
        </pc:spChg>
        <pc:spChg chg="mod">
          <ac:chgData name="翟 锐" userId="fef11181f709266a" providerId="LiveId" clId="{1AC65A31-A9AF-4647-AD52-03458F8C8C1F}" dt="2021-09-04T16:10:20.710" v="1764" actId="20577"/>
          <ac:spMkLst>
            <pc:docMk/>
            <pc:sldMk cId="720472308" sldId="685"/>
            <ac:spMk id="35" creationId="{00000000-0000-0000-0000-000000000000}"/>
          </ac:spMkLst>
        </pc:spChg>
      </pc:sldChg>
      <pc:sldChg chg="addSp delSp modSp add del mod">
        <pc:chgData name="翟 锐" userId="fef11181f709266a" providerId="LiveId" clId="{1AC65A31-A9AF-4647-AD52-03458F8C8C1F}" dt="2021-09-09T03:09:44.896" v="3302" actId="47"/>
        <pc:sldMkLst>
          <pc:docMk/>
          <pc:sldMk cId="1407802136" sldId="686"/>
        </pc:sldMkLst>
        <pc:spChg chg="mod">
          <ac:chgData name="翟 锐" userId="fef11181f709266a" providerId="LiveId" clId="{1AC65A31-A9AF-4647-AD52-03458F8C8C1F}" dt="2021-09-09T03:09:39.440" v="3301" actId="15"/>
          <ac:spMkLst>
            <pc:docMk/>
            <pc:sldMk cId="1407802136" sldId="686"/>
            <ac:spMk id="2" creationId="{1A343DEC-CFF6-41F5-B87C-0DFC08C67B76}"/>
          </ac:spMkLst>
        </pc:spChg>
        <pc:picChg chg="add del">
          <ac:chgData name="翟 锐" userId="fef11181f709266a" providerId="LiveId" clId="{1AC65A31-A9AF-4647-AD52-03458F8C8C1F}" dt="2021-09-04T16:11:27.310" v="1781" actId="22"/>
          <ac:picMkLst>
            <pc:docMk/>
            <pc:sldMk cId="1407802136" sldId="686"/>
            <ac:picMk id="4" creationId="{EF97AF48-E2AD-49E7-BA43-0A501224EDC1}"/>
          </ac:picMkLst>
        </pc:picChg>
      </pc:sldChg>
      <pc:sldChg chg="modSp add mod ord">
        <pc:chgData name="翟 锐" userId="fef11181f709266a" providerId="LiveId" clId="{1AC65A31-A9AF-4647-AD52-03458F8C8C1F}" dt="2021-09-15T11:34:09.792" v="3675" actId="207"/>
        <pc:sldMkLst>
          <pc:docMk/>
          <pc:sldMk cId="2521508735" sldId="687"/>
        </pc:sldMkLst>
        <pc:spChg chg="mod">
          <ac:chgData name="翟 锐" userId="fef11181f709266a" providerId="LiveId" clId="{1AC65A31-A9AF-4647-AD52-03458F8C8C1F}" dt="2021-09-15T11:34:09.792" v="3675" actId="207"/>
          <ac:spMkLst>
            <pc:docMk/>
            <pc:sldMk cId="2521508735" sldId="687"/>
            <ac:spMk id="2" creationId="{1A343DEC-CFF6-41F5-B87C-0DFC08C67B76}"/>
          </ac:spMkLst>
        </pc:spChg>
      </pc:sldChg>
      <pc:sldChg chg="modSp add mod">
        <pc:chgData name="翟 锐" userId="fef11181f709266a" providerId="LiveId" clId="{1AC65A31-A9AF-4647-AD52-03458F8C8C1F}" dt="2021-09-15T12:10:23.290" v="3683" actId="113"/>
        <pc:sldMkLst>
          <pc:docMk/>
          <pc:sldMk cId="2152080591" sldId="688"/>
        </pc:sldMkLst>
        <pc:spChg chg="mod">
          <ac:chgData name="翟 锐" userId="fef11181f709266a" providerId="LiveId" clId="{1AC65A31-A9AF-4647-AD52-03458F8C8C1F}" dt="2021-09-15T12:10:23.290" v="3683" actId="113"/>
          <ac:spMkLst>
            <pc:docMk/>
            <pc:sldMk cId="2152080591" sldId="688"/>
            <ac:spMk id="2" creationId="{1A343DEC-CFF6-41F5-B87C-0DFC08C67B76}"/>
          </ac:spMkLst>
        </pc:spChg>
      </pc:sldChg>
      <pc:sldChg chg="modSp add mod">
        <pc:chgData name="翟 锐" userId="fef11181f709266a" providerId="LiveId" clId="{1AC65A31-A9AF-4647-AD52-03458F8C8C1F}" dt="2021-09-15T12:10:36.475" v="3685" actId="207"/>
        <pc:sldMkLst>
          <pc:docMk/>
          <pc:sldMk cId="632413705" sldId="689"/>
        </pc:sldMkLst>
        <pc:spChg chg="mod">
          <ac:chgData name="翟 锐" userId="fef11181f709266a" providerId="LiveId" clId="{1AC65A31-A9AF-4647-AD52-03458F8C8C1F}" dt="2021-09-15T12:10:36.475" v="3685" actId="207"/>
          <ac:spMkLst>
            <pc:docMk/>
            <pc:sldMk cId="632413705" sldId="689"/>
            <ac:spMk id="2" creationId="{1A343DEC-CFF6-41F5-B87C-0DFC08C67B76}"/>
          </ac:spMkLst>
        </pc:spChg>
      </pc:sldChg>
      <pc:sldChg chg="modSp add mod">
        <pc:chgData name="翟 锐" userId="fef11181f709266a" providerId="LiveId" clId="{1AC65A31-A9AF-4647-AD52-03458F8C8C1F}" dt="2021-09-04T16:14:49.696" v="1848" actId="20577"/>
        <pc:sldMkLst>
          <pc:docMk/>
          <pc:sldMk cId="595228779" sldId="690"/>
        </pc:sldMkLst>
        <pc:spChg chg="mod">
          <ac:chgData name="翟 锐" userId="fef11181f709266a" providerId="LiveId" clId="{1AC65A31-A9AF-4647-AD52-03458F8C8C1F}" dt="2021-09-04T16:14:49.696" v="1848" actId="20577"/>
          <ac:spMkLst>
            <pc:docMk/>
            <pc:sldMk cId="595228779" sldId="690"/>
            <ac:spMk id="2" creationId="{1A343DEC-CFF6-41F5-B87C-0DFC08C67B76}"/>
          </ac:spMkLst>
        </pc:spChg>
      </pc:sldChg>
      <pc:sldChg chg="add">
        <pc:chgData name="翟 锐" userId="fef11181f709266a" providerId="LiveId" clId="{1AC65A31-A9AF-4647-AD52-03458F8C8C1F}" dt="2021-09-14T23:48:03.366" v="3595"/>
        <pc:sldMkLst>
          <pc:docMk/>
          <pc:sldMk cId="1982142442" sldId="691"/>
        </pc:sldMkLst>
      </pc:sldChg>
      <pc:sldChg chg="addSp delSp modSp add del mod">
        <pc:chgData name="翟 锐" userId="fef11181f709266a" providerId="LiveId" clId="{1AC65A31-A9AF-4647-AD52-03458F8C8C1F}" dt="2021-09-14T23:47:48.831" v="3594" actId="2696"/>
        <pc:sldMkLst>
          <pc:docMk/>
          <pc:sldMk cId="2467246818" sldId="691"/>
        </pc:sldMkLst>
        <pc:spChg chg="mod">
          <ac:chgData name="翟 锐" userId="fef11181f709266a" providerId="LiveId" clId="{1AC65A31-A9AF-4647-AD52-03458F8C8C1F}" dt="2021-09-14T14:55:20.134" v="3500" actId="20577"/>
          <ac:spMkLst>
            <pc:docMk/>
            <pc:sldMk cId="2467246818" sldId="691"/>
            <ac:spMk id="2" creationId="{1A343DEC-CFF6-41F5-B87C-0DFC08C67B76}"/>
          </ac:spMkLst>
        </pc:spChg>
        <pc:spChg chg="add del mod">
          <ac:chgData name="翟 锐" userId="fef11181f709266a" providerId="LiveId" clId="{1AC65A31-A9AF-4647-AD52-03458F8C8C1F}" dt="2021-09-04T16:15:56.567" v="1877" actId="22"/>
          <ac:spMkLst>
            <pc:docMk/>
            <pc:sldMk cId="2467246818" sldId="691"/>
            <ac:spMk id="7" creationId="{280D6040-8A45-4DD8-A9F4-29DD62479672}"/>
          </ac:spMkLst>
        </pc:spChg>
        <pc:spChg chg="mod">
          <ac:chgData name="翟 锐" userId="fef11181f709266a" providerId="LiveId" clId="{1AC65A31-A9AF-4647-AD52-03458F8C8C1F}" dt="2021-09-04T16:15:22.525" v="1851"/>
          <ac:spMkLst>
            <pc:docMk/>
            <pc:sldMk cId="2467246818" sldId="691"/>
            <ac:spMk id="35" creationId="{00000000-0000-0000-0000-000000000000}"/>
          </ac:spMkLst>
        </pc:spChg>
      </pc:sldChg>
      <pc:sldChg chg="add del">
        <pc:chgData name="翟 锐" userId="fef11181f709266a" providerId="LiveId" clId="{1AC65A31-A9AF-4647-AD52-03458F8C8C1F}" dt="2021-09-04T16:27:27.493" v="1930" actId="47"/>
        <pc:sldMkLst>
          <pc:docMk/>
          <pc:sldMk cId="4212119586" sldId="692"/>
        </pc:sldMkLst>
      </pc:sldChg>
      <pc:sldChg chg="add del">
        <pc:chgData name="翟 锐" userId="fef11181f709266a" providerId="LiveId" clId="{1AC65A31-A9AF-4647-AD52-03458F8C8C1F}" dt="2021-09-04T16:27:28.210" v="1931" actId="47"/>
        <pc:sldMkLst>
          <pc:docMk/>
          <pc:sldMk cId="95691241" sldId="693"/>
        </pc:sldMkLst>
      </pc:sldChg>
      <pc:sldChg chg="add del">
        <pc:chgData name="翟 锐" userId="fef11181f709266a" providerId="LiveId" clId="{1AC65A31-A9AF-4647-AD52-03458F8C8C1F}" dt="2021-09-04T16:27:28.793" v="1932" actId="47"/>
        <pc:sldMkLst>
          <pc:docMk/>
          <pc:sldMk cId="1736258233" sldId="694"/>
        </pc:sldMkLst>
      </pc:sldChg>
      <pc:sldChg chg="add">
        <pc:chgData name="翟 锐" userId="fef11181f709266a" providerId="LiveId" clId="{1AC65A31-A9AF-4647-AD52-03458F8C8C1F}" dt="2021-09-14T23:48:03.366" v="3595"/>
        <pc:sldMkLst>
          <pc:docMk/>
          <pc:sldMk cId="82495344" sldId="695"/>
        </pc:sldMkLst>
      </pc:sldChg>
      <pc:sldChg chg="modSp add del mod">
        <pc:chgData name="翟 锐" userId="fef11181f709266a" providerId="LiveId" clId="{1AC65A31-A9AF-4647-AD52-03458F8C8C1F}" dt="2021-09-14T23:47:48.831" v="3594" actId="2696"/>
        <pc:sldMkLst>
          <pc:docMk/>
          <pc:sldMk cId="2769494493" sldId="695"/>
        </pc:sldMkLst>
        <pc:spChg chg="mod">
          <ac:chgData name="翟 锐" userId="fef11181f709266a" providerId="LiveId" clId="{1AC65A31-A9AF-4647-AD52-03458F8C8C1F}" dt="2021-09-14T14:59:21.052" v="3574" actId="207"/>
          <ac:spMkLst>
            <pc:docMk/>
            <pc:sldMk cId="2769494493" sldId="695"/>
            <ac:spMk id="2" creationId="{1A343DEC-CFF6-41F5-B87C-0DFC08C67B76}"/>
          </ac:spMkLst>
        </pc:spChg>
      </pc:sldChg>
      <pc:sldChg chg="modSp add del mod">
        <pc:chgData name="翟 锐" userId="fef11181f709266a" providerId="LiveId" clId="{1AC65A31-A9AF-4647-AD52-03458F8C8C1F}" dt="2021-09-14T23:47:48.831" v="3594" actId="2696"/>
        <pc:sldMkLst>
          <pc:docMk/>
          <pc:sldMk cId="423021914" sldId="696"/>
        </pc:sldMkLst>
        <pc:spChg chg="mod">
          <ac:chgData name="翟 锐" userId="fef11181f709266a" providerId="LiveId" clId="{1AC65A31-A9AF-4647-AD52-03458F8C8C1F}" dt="2021-09-14T14:58:55.851" v="3572" actId="207"/>
          <ac:spMkLst>
            <pc:docMk/>
            <pc:sldMk cId="423021914" sldId="696"/>
            <ac:spMk id="2" creationId="{1A343DEC-CFF6-41F5-B87C-0DFC08C67B76}"/>
          </ac:spMkLst>
        </pc:spChg>
      </pc:sldChg>
      <pc:sldChg chg="modSp add mod">
        <pc:chgData name="翟 锐" userId="fef11181f709266a" providerId="LiveId" clId="{1AC65A31-A9AF-4647-AD52-03458F8C8C1F}" dt="2021-09-15T09:46:34.672" v="3656" actId="20577"/>
        <pc:sldMkLst>
          <pc:docMk/>
          <pc:sldMk cId="4075799021" sldId="696"/>
        </pc:sldMkLst>
        <pc:spChg chg="mod">
          <ac:chgData name="翟 锐" userId="fef11181f709266a" providerId="LiveId" clId="{1AC65A31-A9AF-4647-AD52-03458F8C8C1F}" dt="2021-09-15T09:46:34.672" v="3656" actId="20577"/>
          <ac:spMkLst>
            <pc:docMk/>
            <pc:sldMk cId="4075799021" sldId="696"/>
            <ac:spMk id="2" creationId="{1A343DEC-CFF6-41F5-B87C-0DFC08C67B76}"/>
          </ac:spMkLst>
        </pc:spChg>
      </pc:sldChg>
      <pc:sldChg chg="new del">
        <pc:chgData name="翟 锐" userId="fef11181f709266a" providerId="LiveId" clId="{1AC65A31-A9AF-4647-AD52-03458F8C8C1F}" dt="2021-09-06T06:09:21.521" v="1934" actId="47"/>
        <pc:sldMkLst>
          <pc:docMk/>
          <pc:sldMk cId="110538301" sldId="697"/>
        </pc:sldMkLst>
      </pc:sldChg>
      <pc:sldChg chg="modSp add mod modAnim">
        <pc:chgData name="翟 锐" userId="fef11181f709266a" providerId="LiveId" clId="{1AC65A31-A9AF-4647-AD52-03458F8C8C1F}" dt="2021-09-21T14:47:38.637" v="5142" actId="20577"/>
        <pc:sldMkLst>
          <pc:docMk/>
          <pc:sldMk cId="1314670919" sldId="697"/>
        </pc:sldMkLst>
        <pc:spChg chg="mod">
          <ac:chgData name="翟 锐" userId="fef11181f709266a" providerId="LiveId" clId="{1AC65A31-A9AF-4647-AD52-03458F8C8C1F}" dt="2021-09-21T14:47:38.637" v="5142" actId="20577"/>
          <ac:spMkLst>
            <pc:docMk/>
            <pc:sldMk cId="1314670919" sldId="697"/>
            <ac:spMk id="2" creationId="{1A343DEC-CFF6-41F5-B87C-0DFC08C67B76}"/>
          </ac:spMkLst>
        </pc:spChg>
        <pc:spChg chg="mod">
          <ac:chgData name="翟 锐" userId="fef11181f709266a" providerId="LiveId" clId="{1AC65A31-A9AF-4647-AD52-03458F8C8C1F}" dt="2021-09-06T07:30:19.908" v="2143" actId="20577"/>
          <ac:spMkLst>
            <pc:docMk/>
            <pc:sldMk cId="1314670919" sldId="697"/>
            <ac:spMk id="35" creationId="{00000000-0000-0000-0000-000000000000}"/>
          </ac:spMkLst>
        </pc:spChg>
      </pc:sldChg>
      <pc:sldChg chg="modSp new del mod">
        <pc:chgData name="翟 锐" userId="fef11181f709266a" providerId="LiveId" clId="{1AC65A31-A9AF-4647-AD52-03458F8C8C1F}" dt="2021-09-06T06:09:43.316" v="1943" actId="47"/>
        <pc:sldMkLst>
          <pc:docMk/>
          <pc:sldMk cId="3485419740" sldId="697"/>
        </pc:sldMkLst>
        <pc:spChg chg="mod">
          <ac:chgData name="翟 锐" userId="fef11181f709266a" providerId="LiveId" clId="{1AC65A31-A9AF-4647-AD52-03458F8C8C1F}" dt="2021-09-06T06:09:38.335" v="1942" actId="20577"/>
          <ac:spMkLst>
            <pc:docMk/>
            <pc:sldMk cId="3485419740" sldId="697"/>
            <ac:spMk id="2" creationId="{388872F3-4994-4429-868A-CC2A57992B14}"/>
          </ac:spMkLst>
        </pc:spChg>
      </pc:sldChg>
      <pc:sldChg chg="modSp add modAnim">
        <pc:chgData name="翟 锐" userId="fef11181f709266a" providerId="LiveId" clId="{1AC65A31-A9AF-4647-AD52-03458F8C8C1F}" dt="2021-09-06T07:51:25.106" v="2455" actId="20577"/>
        <pc:sldMkLst>
          <pc:docMk/>
          <pc:sldMk cId="2135973670" sldId="698"/>
        </pc:sldMkLst>
        <pc:spChg chg="mod">
          <ac:chgData name="翟 锐" userId="fef11181f709266a" providerId="LiveId" clId="{1AC65A31-A9AF-4647-AD52-03458F8C8C1F}" dt="2021-09-06T07:51:25.106" v="2455" actId="20577"/>
          <ac:spMkLst>
            <pc:docMk/>
            <pc:sldMk cId="2135973670" sldId="698"/>
            <ac:spMk id="2" creationId="{1A343DEC-CFF6-41F5-B87C-0DFC08C67B76}"/>
          </ac:spMkLst>
        </pc:spChg>
        <pc:spChg chg="mod">
          <ac:chgData name="翟 锐" userId="fef11181f709266a" providerId="LiveId" clId="{1AC65A31-A9AF-4647-AD52-03458F8C8C1F}" dt="2021-09-06T07:46:56.282" v="2263" actId="20577"/>
          <ac:spMkLst>
            <pc:docMk/>
            <pc:sldMk cId="2135973670" sldId="698"/>
            <ac:spMk id="35" creationId="{00000000-0000-0000-0000-000000000000}"/>
          </ac:spMkLst>
        </pc:spChg>
      </pc:sldChg>
      <pc:sldChg chg="new del">
        <pc:chgData name="翟 锐" userId="fef11181f709266a" providerId="LiveId" clId="{1AC65A31-A9AF-4647-AD52-03458F8C8C1F}" dt="2021-09-06T07:52:25.814" v="2459" actId="680"/>
        <pc:sldMkLst>
          <pc:docMk/>
          <pc:sldMk cId="1309181584" sldId="699"/>
        </pc:sldMkLst>
      </pc:sldChg>
      <pc:sldChg chg="modSp add del">
        <pc:chgData name="翟 锐" userId="fef11181f709266a" providerId="LiveId" clId="{1AC65A31-A9AF-4647-AD52-03458F8C8C1F}" dt="2021-09-06T08:16:37.224" v="2854" actId="47"/>
        <pc:sldMkLst>
          <pc:docMk/>
          <pc:sldMk cId="1828482597" sldId="699"/>
        </pc:sldMkLst>
        <pc:spChg chg="mod">
          <ac:chgData name="翟 锐" userId="fef11181f709266a" providerId="LiveId" clId="{1AC65A31-A9AF-4647-AD52-03458F8C8C1F}" dt="2021-09-06T08:11:45.304" v="2724" actId="113"/>
          <ac:spMkLst>
            <pc:docMk/>
            <pc:sldMk cId="1828482597" sldId="699"/>
            <ac:spMk id="16" creationId="{00000000-0000-0000-0000-000000000000}"/>
          </ac:spMkLst>
        </pc:spChg>
        <pc:spChg chg="mod">
          <ac:chgData name="翟 锐" userId="fef11181f709266a" providerId="LiveId" clId="{1AC65A31-A9AF-4647-AD52-03458F8C8C1F}" dt="2021-09-06T08:11:41.958" v="2721" actId="207"/>
          <ac:spMkLst>
            <pc:docMk/>
            <pc:sldMk cId="1828482597" sldId="699"/>
            <ac:spMk id="28" creationId="{00000000-0000-0000-0000-000000000000}"/>
          </ac:spMkLst>
        </pc:spChg>
      </pc:sldChg>
      <pc:sldChg chg="modSp add">
        <pc:chgData name="翟 锐" userId="fef11181f709266a" providerId="LiveId" clId="{1AC65A31-A9AF-4647-AD52-03458F8C8C1F}" dt="2021-09-06T08:12:30.041" v="2751" actId="207"/>
        <pc:sldMkLst>
          <pc:docMk/>
          <pc:sldMk cId="2971068468" sldId="700"/>
        </pc:sldMkLst>
        <pc:spChg chg="mod">
          <ac:chgData name="翟 锐" userId="fef11181f709266a" providerId="LiveId" clId="{1AC65A31-A9AF-4647-AD52-03458F8C8C1F}" dt="2021-09-06T08:12:24.903" v="2749" actId="113"/>
          <ac:spMkLst>
            <pc:docMk/>
            <pc:sldMk cId="2971068468" sldId="700"/>
            <ac:spMk id="16" creationId="{00000000-0000-0000-0000-000000000000}"/>
          </ac:spMkLst>
        </pc:spChg>
        <pc:spChg chg="mod">
          <ac:chgData name="翟 锐" userId="fef11181f709266a" providerId="LiveId" clId="{1AC65A31-A9AF-4647-AD52-03458F8C8C1F}" dt="2021-09-06T08:12:30.041" v="2751" actId="207"/>
          <ac:spMkLst>
            <pc:docMk/>
            <pc:sldMk cId="2971068468" sldId="700"/>
            <ac:spMk id="17" creationId="{00000000-0000-0000-0000-000000000000}"/>
          </ac:spMkLst>
        </pc:spChg>
      </pc:sldChg>
      <pc:sldChg chg="modSp add mod">
        <pc:chgData name="翟 锐" userId="fef11181f709266a" providerId="LiveId" clId="{1AC65A31-A9AF-4647-AD52-03458F8C8C1F}" dt="2021-09-19T15:06:45.154" v="3692" actId="108"/>
        <pc:sldMkLst>
          <pc:docMk/>
          <pc:sldMk cId="2664287499" sldId="701"/>
        </pc:sldMkLst>
        <pc:spChg chg="mod">
          <ac:chgData name="翟 锐" userId="fef11181f709266a" providerId="LiveId" clId="{1AC65A31-A9AF-4647-AD52-03458F8C8C1F}" dt="2021-09-06T08:15:02.064" v="2833" actId="1036"/>
          <ac:spMkLst>
            <pc:docMk/>
            <pc:sldMk cId="2664287499" sldId="701"/>
            <ac:spMk id="16" creationId="{00000000-0000-0000-0000-000000000000}"/>
          </ac:spMkLst>
        </pc:spChg>
        <pc:spChg chg="mod">
          <ac:chgData name="翟 锐" userId="fef11181f709266a" providerId="LiveId" clId="{1AC65A31-A9AF-4647-AD52-03458F8C8C1F}" dt="2021-09-19T15:06:45.154" v="3692" actId="108"/>
          <ac:spMkLst>
            <pc:docMk/>
            <pc:sldMk cId="2664287499" sldId="701"/>
            <ac:spMk id="17" creationId="{00000000-0000-0000-0000-000000000000}"/>
          </ac:spMkLst>
        </pc:spChg>
        <pc:spChg chg="mod">
          <ac:chgData name="翟 锐" userId="fef11181f709266a" providerId="LiveId" clId="{1AC65A31-A9AF-4647-AD52-03458F8C8C1F}" dt="2021-09-19T15:06:41.178" v="3689" actId="108"/>
          <ac:spMkLst>
            <pc:docMk/>
            <pc:sldMk cId="2664287499" sldId="701"/>
            <ac:spMk id="18" creationId="{00000000-0000-0000-0000-000000000000}"/>
          </ac:spMkLst>
        </pc:spChg>
      </pc:sldChg>
      <pc:sldChg chg="modSp add mod">
        <pc:chgData name="翟 锐" userId="fef11181f709266a" providerId="LiveId" clId="{1AC65A31-A9AF-4647-AD52-03458F8C8C1F}" dt="2021-09-08T09:03:48.468" v="3223" actId="1076"/>
        <pc:sldMkLst>
          <pc:docMk/>
          <pc:sldMk cId="197706135" sldId="702"/>
        </pc:sldMkLst>
        <pc:spChg chg="mod">
          <ac:chgData name="翟 锐" userId="fef11181f709266a" providerId="LiveId" clId="{1AC65A31-A9AF-4647-AD52-03458F8C8C1F}" dt="2021-09-08T09:03:48.468" v="3223" actId="1076"/>
          <ac:spMkLst>
            <pc:docMk/>
            <pc:sldMk cId="197706135" sldId="702"/>
            <ac:spMk id="2" creationId="{00000000-0000-0000-0000-000000000000}"/>
          </ac:spMkLst>
        </pc:spChg>
        <pc:spChg chg="mod">
          <ac:chgData name="翟 锐" userId="fef11181f709266a" providerId="LiveId" clId="{1AC65A31-A9AF-4647-AD52-03458F8C8C1F}" dt="2021-09-06T08:15:27.155" v="2838" actId="108"/>
          <ac:spMkLst>
            <pc:docMk/>
            <pc:sldMk cId="197706135" sldId="702"/>
            <ac:spMk id="15" creationId="{00000000-0000-0000-0000-000000000000}"/>
          </ac:spMkLst>
        </pc:spChg>
        <pc:spChg chg="mod">
          <ac:chgData name="翟 锐" userId="fef11181f709266a" providerId="LiveId" clId="{1AC65A31-A9AF-4647-AD52-03458F8C8C1F}" dt="2021-09-06T08:15:34.212" v="2841" actId="108"/>
          <ac:spMkLst>
            <pc:docMk/>
            <pc:sldMk cId="197706135" sldId="702"/>
            <ac:spMk id="17" creationId="{00000000-0000-0000-0000-000000000000}"/>
          </ac:spMkLst>
        </pc:spChg>
      </pc:sldChg>
      <pc:sldChg chg="add del">
        <pc:chgData name="翟 锐" userId="fef11181f709266a" providerId="LiveId" clId="{1AC65A31-A9AF-4647-AD52-03458F8C8C1F}" dt="2021-09-06T08:15:57.533" v="2845"/>
        <pc:sldMkLst>
          <pc:docMk/>
          <pc:sldMk cId="452625839" sldId="703"/>
        </pc:sldMkLst>
      </pc:sldChg>
      <pc:sldChg chg="modSp add mod">
        <pc:chgData name="翟 锐" userId="fef11181f709266a" providerId="LiveId" clId="{1AC65A31-A9AF-4647-AD52-03458F8C8C1F}" dt="2021-09-15T01:55:17.060" v="3614" actId="1035"/>
        <pc:sldMkLst>
          <pc:docMk/>
          <pc:sldMk cId="938314117" sldId="703"/>
        </pc:sldMkLst>
        <pc:spChg chg="mod">
          <ac:chgData name="翟 锐" userId="fef11181f709266a" providerId="LiveId" clId="{1AC65A31-A9AF-4647-AD52-03458F8C8C1F}" dt="2021-09-06T08:16:16.489" v="2852" actId="108"/>
          <ac:spMkLst>
            <pc:docMk/>
            <pc:sldMk cId="938314117" sldId="703"/>
            <ac:spMk id="15" creationId="{00000000-0000-0000-0000-000000000000}"/>
          </ac:spMkLst>
        </pc:spChg>
        <pc:spChg chg="mod">
          <ac:chgData name="翟 锐" userId="fef11181f709266a" providerId="LiveId" clId="{1AC65A31-A9AF-4647-AD52-03458F8C8C1F}" dt="2021-09-15T01:55:17.060" v="3614" actId="1035"/>
          <ac:spMkLst>
            <pc:docMk/>
            <pc:sldMk cId="938314117" sldId="703"/>
            <ac:spMk id="28" creationId="{00000000-0000-0000-0000-000000000000}"/>
          </ac:spMkLst>
        </pc:spChg>
      </pc:sldChg>
      <pc:sldChg chg="modSp add">
        <pc:chgData name="翟 锐" userId="fef11181f709266a" providerId="LiveId" clId="{1AC65A31-A9AF-4647-AD52-03458F8C8C1F}" dt="2021-09-06T08:16:44.246" v="2859" actId="108"/>
        <pc:sldMkLst>
          <pc:docMk/>
          <pc:sldMk cId="453195208" sldId="704"/>
        </pc:sldMkLst>
        <pc:spChg chg="mod">
          <ac:chgData name="翟 锐" userId="fef11181f709266a" providerId="LiveId" clId="{1AC65A31-A9AF-4647-AD52-03458F8C8C1F}" dt="2021-09-06T08:16:40.901" v="2857" actId="108"/>
          <ac:spMkLst>
            <pc:docMk/>
            <pc:sldMk cId="453195208" sldId="704"/>
            <ac:spMk id="16" creationId="{00000000-0000-0000-0000-000000000000}"/>
          </ac:spMkLst>
        </pc:spChg>
        <pc:spChg chg="mod">
          <ac:chgData name="翟 锐" userId="fef11181f709266a" providerId="LiveId" clId="{1AC65A31-A9AF-4647-AD52-03458F8C8C1F}" dt="2021-09-06T08:16:44.246" v="2859" actId="108"/>
          <ac:spMkLst>
            <pc:docMk/>
            <pc:sldMk cId="453195208" sldId="704"/>
            <ac:spMk id="28" creationId="{00000000-0000-0000-0000-000000000000}"/>
          </ac:spMkLst>
        </pc:spChg>
      </pc:sldChg>
      <pc:sldChg chg="modSp new mod">
        <pc:chgData name="翟 锐" userId="fef11181f709266a" providerId="LiveId" clId="{1AC65A31-A9AF-4647-AD52-03458F8C8C1F}" dt="2021-09-08T00:02:07.711" v="3028" actId="404"/>
        <pc:sldMkLst>
          <pc:docMk/>
          <pc:sldMk cId="1419526880" sldId="705"/>
        </pc:sldMkLst>
        <pc:spChg chg="mod">
          <ac:chgData name="翟 锐" userId="fef11181f709266a" providerId="LiveId" clId="{1AC65A31-A9AF-4647-AD52-03458F8C8C1F}" dt="2021-09-07T23:58:49.486" v="3025" actId="20577"/>
          <ac:spMkLst>
            <pc:docMk/>
            <pc:sldMk cId="1419526880" sldId="705"/>
            <ac:spMk id="2" creationId="{A87EED0D-2377-49CD-ADF1-8DC02DD1456C}"/>
          </ac:spMkLst>
        </pc:spChg>
        <pc:spChg chg="mod">
          <ac:chgData name="翟 锐" userId="fef11181f709266a" providerId="LiveId" clId="{1AC65A31-A9AF-4647-AD52-03458F8C8C1F}" dt="2021-09-08T00:02:07.711" v="3028" actId="404"/>
          <ac:spMkLst>
            <pc:docMk/>
            <pc:sldMk cId="1419526880" sldId="705"/>
            <ac:spMk id="3" creationId="{E02B7BB7-48B1-4285-B3C7-8F715CF740CA}"/>
          </ac:spMkLst>
        </pc:spChg>
      </pc:sldChg>
      <pc:sldChg chg="new del">
        <pc:chgData name="翟 锐" userId="fef11181f709266a" providerId="LiveId" clId="{1AC65A31-A9AF-4647-AD52-03458F8C8C1F}" dt="2021-09-07T23:58:02.312" v="2947" actId="47"/>
        <pc:sldMkLst>
          <pc:docMk/>
          <pc:sldMk cId="4134930241" sldId="705"/>
        </pc:sldMkLst>
      </pc:sldChg>
      <pc:sldChg chg="modSp add mod">
        <pc:chgData name="翟 锐" userId="fef11181f709266a" providerId="LiveId" clId="{1AC65A31-A9AF-4647-AD52-03458F8C8C1F}" dt="2021-09-14T14:41:13.615" v="3454" actId="20577"/>
        <pc:sldMkLst>
          <pc:docMk/>
          <pc:sldMk cId="238113631" sldId="706"/>
        </pc:sldMkLst>
        <pc:spChg chg="mod">
          <ac:chgData name="翟 锐" userId="fef11181f709266a" providerId="LiveId" clId="{1AC65A31-A9AF-4647-AD52-03458F8C8C1F}" dt="2021-09-14T14:41:13.615" v="3454" actId="20577"/>
          <ac:spMkLst>
            <pc:docMk/>
            <pc:sldMk cId="238113631" sldId="706"/>
            <ac:spMk id="2" creationId="{1A343DEC-CFF6-41F5-B87C-0DFC08C67B76}"/>
          </ac:spMkLst>
        </pc:spChg>
      </pc:sldChg>
      <pc:sldChg chg="modSp add mod modAnim">
        <pc:chgData name="翟 锐" userId="fef11181f709266a" providerId="LiveId" clId="{1AC65A31-A9AF-4647-AD52-03458F8C8C1F}" dt="2021-09-15T03:09:19.420" v="3651" actId="20577"/>
        <pc:sldMkLst>
          <pc:docMk/>
          <pc:sldMk cId="213636668" sldId="707"/>
        </pc:sldMkLst>
        <pc:spChg chg="mod">
          <ac:chgData name="翟 锐" userId="fef11181f709266a" providerId="LiveId" clId="{1AC65A31-A9AF-4647-AD52-03458F8C8C1F}" dt="2021-09-15T03:09:06.172" v="3631" actId="207"/>
          <ac:spMkLst>
            <pc:docMk/>
            <pc:sldMk cId="213636668" sldId="707"/>
            <ac:spMk id="2" creationId="{1A343DEC-CFF6-41F5-B87C-0DFC08C67B76}"/>
          </ac:spMkLst>
        </pc:spChg>
        <pc:spChg chg="mod">
          <ac:chgData name="翟 锐" userId="fef11181f709266a" providerId="LiveId" clId="{1AC65A31-A9AF-4647-AD52-03458F8C8C1F}" dt="2021-09-15T03:09:19.420" v="3651" actId="20577"/>
          <ac:spMkLst>
            <pc:docMk/>
            <pc:sldMk cId="213636668" sldId="707"/>
            <ac:spMk id="35" creationId="{00000000-0000-0000-0000-000000000000}"/>
          </ac:spMkLst>
        </pc:spChg>
      </pc:sldChg>
      <pc:sldChg chg="modSp add del mod">
        <pc:chgData name="翟 锐" userId="fef11181f709266a" providerId="LiveId" clId="{1AC65A31-A9AF-4647-AD52-03458F8C8C1F}" dt="2021-09-14T14:41:23.414" v="3455" actId="47"/>
        <pc:sldMkLst>
          <pc:docMk/>
          <pc:sldMk cId="3865172761" sldId="707"/>
        </pc:sldMkLst>
        <pc:spChg chg="mod">
          <ac:chgData name="翟 锐" userId="fef11181f709266a" providerId="LiveId" clId="{1AC65A31-A9AF-4647-AD52-03458F8C8C1F}" dt="2021-09-14T14:33:28.585" v="3376" actId="15"/>
          <ac:spMkLst>
            <pc:docMk/>
            <pc:sldMk cId="3865172761" sldId="707"/>
            <ac:spMk id="2" creationId="{1A343DEC-CFF6-41F5-B87C-0DFC08C67B76}"/>
          </ac:spMkLst>
        </pc:spChg>
      </pc:sldChg>
      <pc:sldChg chg="modSp add mod">
        <pc:chgData name="翟 锐" userId="fef11181f709266a" providerId="LiveId" clId="{1AC65A31-A9AF-4647-AD52-03458F8C8C1F}" dt="2021-10-02T08:16:29.945" v="5292" actId="15"/>
        <pc:sldMkLst>
          <pc:docMk/>
          <pc:sldMk cId="1588048686" sldId="708"/>
        </pc:sldMkLst>
        <pc:spChg chg="mod">
          <ac:chgData name="翟 锐" userId="fef11181f709266a" providerId="LiveId" clId="{1AC65A31-A9AF-4647-AD52-03458F8C8C1F}" dt="2021-10-02T08:16:29.945" v="5292" actId="15"/>
          <ac:spMkLst>
            <pc:docMk/>
            <pc:sldMk cId="1588048686" sldId="708"/>
            <ac:spMk id="2" creationId="{1A343DEC-CFF6-41F5-B87C-0DFC08C67B76}"/>
          </ac:spMkLst>
        </pc:spChg>
        <pc:spChg chg="mod">
          <ac:chgData name="翟 锐" userId="fef11181f709266a" providerId="LiveId" clId="{1AC65A31-A9AF-4647-AD52-03458F8C8C1F}" dt="2021-09-21T16:04:19.161" v="5150" actId="20577"/>
          <ac:spMkLst>
            <pc:docMk/>
            <pc:sldMk cId="1588048686" sldId="708"/>
            <ac:spMk id="35" creationId="{00000000-0000-0000-0000-000000000000}"/>
          </ac:spMkLst>
        </pc:spChg>
      </pc:sldChg>
      <pc:sldChg chg="modSp add del mod">
        <pc:chgData name="翟 锐" userId="fef11181f709266a" providerId="LiveId" clId="{1AC65A31-A9AF-4647-AD52-03458F8C8C1F}" dt="2021-09-21T16:06:03.934" v="5178" actId="2696"/>
        <pc:sldMkLst>
          <pc:docMk/>
          <pc:sldMk cId="320754736" sldId="709"/>
        </pc:sldMkLst>
        <pc:spChg chg="mod">
          <ac:chgData name="翟 锐" userId="fef11181f709266a" providerId="LiveId" clId="{1AC65A31-A9AF-4647-AD52-03458F8C8C1F}" dt="2021-09-21T11:29:13.645" v="4670" actId="20577"/>
          <ac:spMkLst>
            <pc:docMk/>
            <pc:sldMk cId="320754736" sldId="709"/>
            <ac:spMk id="2" creationId="{1A343DEC-CFF6-41F5-B87C-0DFC08C67B76}"/>
          </ac:spMkLst>
        </pc:spChg>
        <pc:spChg chg="mod">
          <ac:chgData name="翟 锐" userId="fef11181f709266a" providerId="LiveId" clId="{1AC65A31-A9AF-4647-AD52-03458F8C8C1F}" dt="2021-09-21T11:22:33.753" v="4244" actId="20577"/>
          <ac:spMkLst>
            <pc:docMk/>
            <pc:sldMk cId="320754736" sldId="709"/>
            <ac:spMk id="35" creationId="{00000000-0000-0000-0000-000000000000}"/>
          </ac:spMkLst>
        </pc:spChg>
      </pc:sldChg>
      <pc:sldChg chg="modSp add mod">
        <pc:chgData name="翟 锐" userId="fef11181f709266a" providerId="LiveId" clId="{1AC65A31-A9AF-4647-AD52-03458F8C8C1F}" dt="2021-10-02T08:23:18.211" v="5433" actId="404"/>
        <pc:sldMkLst>
          <pc:docMk/>
          <pc:sldMk cId="3772393229" sldId="709"/>
        </pc:sldMkLst>
        <pc:spChg chg="mod">
          <ac:chgData name="翟 锐" userId="fef11181f709266a" providerId="LiveId" clId="{1AC65A31-A9AF-4647-AD52-03458F8C8C1F}" dt="2021-10-02T08:23:18.211" v="5433" actId="404"/>
          <ac:spMkLst>
            <pc:docMk/>
            <pc:sldMk cId="3772393229" sldId="709"/>
            <ac:spMk id="2" creationId="{1A343DEC-CFF6-41F5-B87C-0DFC08C67B76}"/>
          </ac:spMkLst>
        </pc:spChg>
        <pc:spChg chg="mod">
          <ac:chgData name="翟 锐" userId="fef11181f709266a" providerId="LiveId" clId="{1AC65A31-A9AF-4647-AD52-03458F8C8C1F}" dt="2021-09-21T16:06:12.493" v="5180" actId="20577"/>
          <ac:spMkLst>
            <pc:docMk/>
            <pc:sldMk cId="3772393229" sldId="709"/>
            <ac:spMk id="35" creationId="{00000000-0000-0000-0000-000000000000}"/>
          </ac:spMkLst>
        </pc:spChg>
      </pc:sldChg>
      <pc:sldChg chg="modSp add del mod">
        <pc:chgData name="翟 锐" userId="fef11181f709266a" providerId="LiveId" clId="{1AC65A31-A9AF-4647-AD52-03458F8C8C1F}" dt="2021-09-21T14:07:52.859" v="5125" actId="2696"/>
        <pc:sldMkLst>
          <pc:docMk/>
          <pc:sldMk cId="290375998" sldId="710"/>
        </pc:sldMkLst>
        <pc:spChg chg="mod">
          <ac:chgData name="翟 锐" userId="fef11181f709266a" providerId="LiveId" clId="{1AC65A31-A9AF-4647-AD52-03458F8C8C1F}" dt="2021-09-21T14:06:55.496" v="5119" actId="20577"/>
          <ac:spMkLst>
            <pc:docMk/>
            <pc:sldMk cId="290375998" sldId="710"/>
            <ac:spMk id="2" creationId="{1A343DEC-CFF6-41F5-B87C-0DFC08C67B76}"/>
          </ac:spMkLst>
        </pc:spChg>
        <pc:spChg chg="mod">
          <ac:chgData name="翟 锐" userId="fef11181f709266a" providerId="LiveId" clId="{1AC65A31-A9AF-4647-AD52-03458F8C8C1F}" dt="2021-09-21T11:29:52.616" v="4703" actId="20577"/>
          <ac:spMkLst>
            <pc:docMk/>
            <pc:sldMk cId="290375998" sldId="710"/>
            <ac:spMk id="35" creationId="{00000000-0000-0000-0000-000000000000}"/>
          </ac:spMkLst>
        </pc:spChg>
      </pc:sldChg>
      <pc:sldChg chg="modSp add mod modAnim">
        <pc:chgData name="翟 锐" userId="fef11181f709266a" providerId="LiveId" clId="{1AC65A31-A9AF-4647-AD52-03458F8C8C1F}" dt="2021-09-21T16:19:07.241" v="5259" actId="6549"/>
        <pc:sldMkLst>
          <pc:docMk/>
          <pc:sldMk cId="361521681" sldId="710"/>
        </pc:sldMkLst>
        <pc:spChg chg="mod">
          <ac:chgData name="翟 锐" userId="fef11181f709266a" providerId="LiveId" clId="{1AC65A31-A9AF-4647-AD52-03458F8C8C1F}" dt="2021-09-21T16:19:07.241" v="5259" actId="6549"/>
          <ac:spMkLst>
            <pc:docMk/>
            <pc:sldMk cId="361521681" sldId="710"/>
            <ac:spMk id="2" creationId="{1A343DEC-CFF6-41F5-B87C-0DFC08C67B76}"/>
          </ac:spMkLst>
        </pc:spChg>
        <pc:spChg chg="mod">
          <ac:chgData name="翟 锐" userId="fef11181f709266a" providerId="LiveId" clId="{1AC65A31-A9AF-4647-AD52-03458F8C8C1F}" dt="2021-09-21T16:19:04.176" v="5258" actId="6549"/>
          <ac:spMkLst>
            <pc:docMk/>
            <pc:sldMk cId="361521681" sldId="710"/>
            <ac:spMk id="35" creationId="{00000000-0000-0000-0000-000000000000}"/>
          </ac:spMkLst>
        </pc:spChg>
      </pc:sldChg>
      <pc:sldChg chg="modSp add mod">
        <pc:chgData name="翟 锐" userId="fef11181f709266a" providerId="LiveId" clId="{1AC65A31-A9AF-4647-AD52-03458F8C8C1F}" dt="2021-10-02T08:25:22.252" v="5569" actId="6549"/>
        <pc:sldMkLst>
          <pc:docMk/>
          <pc:sldMk cId="601336587" sldId="711"/>
        </pc:sldMkLst>
        <pc:spChg chg="mod">
          <ac:chgData name="翟 锐" userId="fef11181f709266a" providerId="LiveId" clId="{1AC65A31-A9AF-4647-AD52-03458F8C8C1F}" dt="2021-10-02T08:25:22.252" v="5569" actId="6549"/>
          <ac:spMkLst>
            <pc:docMk/>
            <pc:sldMk cId="601336587" sldId="711"/>
            <ac:spMk id="2" creationId="{1A343DEC-CFF6-41F5-B87C-0DFC08C67B76}"/>
          </ac:spMkLst>
        </pc:spChg>
      </pc:sldChg>
      <pc:sldChg chg="modSp add del mod">
        <pc:chgData name="翟 锐" userId="fef11181f709266a" providerId="LiveId" clId="{1AC65A31-A9AF-4647-AD52-03458F8C8C1F}" dt="2021-09-21T16:09:46.906" v="5210" actId="47"/>
        <pc:sldMkLst>
          <pc:docMk/>
          <pc:sldMk cId="2333455695" sldId="711"/>
        </pc:sldMkLst>
        <pc:spChg chg="mod">
          <ac:chgData name="翟 锐" userId="fef11181f709266a" providerId="LiveId" clId="{1AC65A31-A9AF-4647-AD52-03458F8C8C1F}" dt="2021-09-21T16:08:45.253" v="5197" actId="6549"/>
          <ac:spMkLst>
            <pc:docMk/>
            <pc:sldMk cId="2333455695" sldId="711"/>
            <ac:spMk id="2" creationId="{1A343DEC-CFF6-41F5-B87C-0DFC08C67B76}"/>
          </ac:spMkLst>
        </pc:spChg>
      </pc:sldChg>
      <pc:sldChg chg="modSp add mod">
        <pc:chgData name="翟 锐" userId="fef11181f709266a" providerId="LiveId" clId="{1AC65A31-A9AF-4647-AD52-03458F8C8C1F}" dt="2021-10-02T08:53:22.860" v="5571" actId="207"/>
        <pc:sldMkLst>
          <pc:docMk/>
          <pc:sldMk cId="3953117151" sldId="712"/>
        </pc:sldMkLst>
        <pc:spChg chg="mod">
          <ac:chgData name="翟 锐" userId="fef11181f709266a" providerId="LiveId" clId="{1AC65A31-A9AF-4647-AD52-03458F8C8C1F}" dt="2021-10-02T08:53:22.860" v="5571" actId="207"/>
          <ac:spMkLst>
            <pc:docMk/>
            <pc:sldMk cId="3953117151" sldId="712"/>
            <ac:spMk id="2" creationId="{1A343DEC-CFF6-41F5-B87C-0DFC08C67B76}"/>
          </ac:spMkLst>
        </pc:spChg>
      </pc:sldChg>
      <pc:sldChg chg="addSp delSp modSp add mod">
        <pc:chgData name="翟 锐" userId="fef11181f709266a" providerId="LiveId" clId="{1AC65A31-A9AF-4647-AD52-03458F8C8C1F}" dt="2021-10-02T08:57:27.877" v="5812" actId="20577"/>
        <pc:sldMkLst>
          <pc:docMk/>
          <pc:sldMk cId="1224432094" sldId="713"/>
        </pc:sldMkLst>
        <pc:spChg chg="mod">
          <ac:chgData name="翟 锐" userId="fef11181f709266a" providerId="LiveId" clId="{1AC65A31-A9AF-4647-AD52-03458F8C8C1F}" dt="2021-10-02T08:57:27.877" v="5812" actId="20577"/>
          <ac:spMkLst>
            <pc:docMk/>
            <pc:sldMk cId="1224432094" sldId="713"/>
            <ac:spMk id="2" creationId="{1A343DEC-CFF6-41F5-B87C-0DFC08C67B76}"/>
          </ac:spMkLst>
        </pc:spChg>
        <pc:spChg chg="mod">
          <ac:chgData name="翟 锐" userId="fef11181f709266a" providerId="LiveId" clId="{1AC65A31-A9AF-4647-AD52-03458F8C8C1F}" dt="2021-10-02T08:53:40.288" v="5591" actId="20577"/>
          <ac:spMkLst>
            <pc:docMk/>
            <pc:sldMk cId="1224432094" sldId="713"/>
            <ac:spMk id="35" creationId="{00000000-0000-0000-0000-000000000000}"/>
          </ac:spMkLst>
        </pc:spChg>
        <pc:picChg chg="add del mod">
          <ac:chgData name="翟 锐" userId="fef11181f709266a" providerId="LiveId" clId="{1AC65A31-A9AF-4647-AD52-03458F8C8C1F}" dt="2021-10-02T08:55:41.428" v="5783"/>
          <ac:picMkLst>
            <pc:docMk/>
            <pc:sldMk cId="1224432094" sldId="713"/>
            <ac:picMk id="1026" creationId="{242108D3-2CF7-403D-830C-378FC358AD0C}"/>
          </ac:picMkLst>
        </pc:picChg>
        <pc:picChg chg="add mod">
          <ac:chgData name="翟 锐" userId="fef11181f709266a" providerId="LiveId" clId="{1AC65A31-A9AF-4647-AD52-03458F8C8C1F}" dt="2021-10-02T08:55:54.507" v="5788" actId="1076"/>
          <ac:picMkLst>
            <pc:docMk/>
            <pc:sldMk cId="1224432094" sldId="713"/>
            <ac:picMk id="1028" creationId="{C3AD79C0-3B86-4B47-A36E-66060A834C97}"/>
          </ac:picMkLst>
        </pc:picChg>
      </pc:sldChg>
      <pc:sldChg chg="addSp delSp modSp add mod modAnim">
        <pc:chgData name="翟 锐" userId="fef11181f709266a" providerId="LiveId" clId="{1AC65A31-A9AF-4647-AD52-03458F8C8C1F}" dt="2021-10-02T09:09:46.459" v="6456" actId="20577"/>
        <pc:sldMkLst>
          <pc:docMk/>
          <pc:sldMk cId="1834768925" sldId="714"/>
        </pc:sldMkLst>
        <pc:spChg chg="mod">
          <ac:chgData name="翟 锐" userId="fef11181f709266a" providerId="LiveId" clId="{1AC65A31-A9AF-4647-AD52-03458F8C8C1F}" dt="2021-10-02T09:09:46.459" v="6456" actId="20577"/>
          <ac:spMkLst>
            <pc:docMk/>
            <pc:sldMk cId="1834768925" sldId="714"/>
            <ac:spMk id="2" creationId="{1A343DEC-CFF6-41F5-B87C-0DFC08C67B76}"/>
          </ac:spMkLst>
        </pc:spChg>
        <pc:spChg chg="mod">
          <ac:chgData name="翟 锐" userId="fef11181f709266a" providerId="LiveId" clId="{1AC65A31-A9AF-4647-AD52-03458F8C8C1F}" dt="2021-10-02T08:57:57.619" v="5854" actId="20577"/>
          <ac:spMkLst>
            <pc:docMk/>
            <pc:sldMk cId="1834768925" sldId="714"/>
            <ac:spMk id="35" creationId="{00000000-0000-0000-0000-000000000000}"/>
          </ac:spMkLst>
        </pc:spChg>
        <pc:picChg chg="add del mod">
          <ac:chgData name="翟 锐" userId="fef11181f709266a" providerId="LiveId" clId="{1AC65A31-A9AF-4647-AD52-03458F8C8C1F}" dt="2021-10-02T09:05:58.041" v="6117" actId="478"/>
          <ac:picMkLst>
            <pc:docMk/>
            <pc:sldMk cId="1834768925" sldId="714"/>
            <ac:picMk id="4" creationId="{3D3BC6FE-E190-4615-9D01-3C960EC66F80}"/>
          </ac:picMkLst>
        </pc:picChg>
        <pc:picChg chg="add mod">
          <ac:chgData name="翟 锐" userId="fef11181f709266a" providerId="LiveId" clId="{1AC65A31-A9AF-4647-AD52-03458F8C8C1F}" dt="2021-10-02T09:06:45.762" v="6120" actId="1076"/>
          <ac:picMkLst>
            <pc:docMk/>
            <pc:sldMk cId="1834768925" sldId="714"/>
            <ac:picMk id="8" creationId="{AC327020-6B3A-4CBC-B91B-7DAA927132A7}"/>
          </ac:picMkLst>
        </pc:picChg>
      </pc:sldChg>
      <pc:sldChg chg="modSp add mod">
        <pc:chgData name="翟 锐" userId="fef11181f709266a" providerId="LiveId" clId="{1AC65A31-A9AF-4647-AD52-03458F8C8C1F}" dt="2021-10-02T09:40:00.203" v="6468" actId="1076"/>
        <pc:sldMkLst>
          <pc:docMk/>
          <pc:sldMk cId="1345214664" sldId="715"/>
        </pc:sldMkLst>
        <pc:spChg chg="mod">
          <ac:chgData name="翟 锐" userId="fef11181f709266a" providerId="LiveId" clId="{1AC65A31-A9AF-4647-AD52-03458F8C8C1F}" dt="2021-10-02T09:10:35.037" v="6465" actId="14100"/>
          <ac:spMkLst>
            <pc:docMk/>
            <pc:sldMk cId="1345214664" sldId="715"/>
            <ac:spMk id="2" creationId="{1A343DEC-CFF6-41F5-B87C-0DFC08C67B76}"/>
          </ac:spMkLst>
        </pc:spChg>
        <pc:picChg chg="mod">
          <ac:chgData name="翟 锐" userId="fef11181f709266a" providerId="LiveId" clId="{1AC65A31-A9AF-4647-AD52-03458F8C8C1F}" dt="2021-10-02T09:40:00.203" v="6468" actId="1076"/>
          <ac:picMkLst>
            <pc:docMk/>
            <pc:sldMk cId="1345214664" sldId="715"/>
            <ac:picMk id="4" creationId="{3D3BC6FE-E190-4615-9D01-3C960EC66F80}"/>
          </ac:picMkLst>
        </pc:picChg>
      </pc:sldChg>
      <pc:sldChg chg="addSp delSp modSp add mod">
        <pc:chgData name="翟 锐" userId="fef11181f709266a" providerId="LiveId" clId="{1AC65A31-A9AF-4647-AD52-03458F8C8C1F}" dt="2021-10-02T10:46:27.582" v="6718" actId="20577"/>
        <pc:sldMkLst>
          <pc:docMk/>
          <pc:sldMk cId="425433615" sldId="716"/>
        </pc:sldMkLst>
        <pc:spChg chg="add del mod">
          <ac:chgData name="翟 锐" userId="fef11181f709266a" providerId="LiveId" clId="{1AC65A31-A9AF-4647-AD52-03458F8C8C1F}" dt="2021-10-02T10:46:27.582" v="6718" actId="20577"/>
          <ac:spMkLst>
            <pc:docMk/>
            <pc:sldMk cId="425433615" sldId="716"/>
            <ac:spMk id="2" creationId="{1A343DEC-CFF6-41F5-B87C-0DFC08C67B76}"/>
          </ac:spMkLst>
        </pc:spChg>
        <pc:picChg chg="del">
          <ac:chgData name="翟 锐" userId="fef11181f709266a" providerId="LiveId" clId="{1AC65A31-A9AF-4647-AD52-03458F8C8C1F}" dt="2021-10-02T10:15:17.460" v="6511" actId="478"/>
          <ac:picMkLst>
            <pc:docMk/>
            <pc:sldMk cId="425433615" sldId="716"/>
            <ac:picMk id="4" creationId="{3D3BC6FE-E190-4615-9D01-3C960EC66F80}"/>
          </ac:picMkLst>
        </pc:picChg>
      </pc:sldChg>
      <pc:sldChg chg="modSp add mod">
        <pc:chgData name="翟 锐" userId="fef11181f709266a" providerId="LiveId" clId="{1AC65A31-A9AF-4647-AD52-03458F8C8C1F}" dt="2021-10-02T15:34:49.872" v="6958" actId="207"/>
        <pc:sldMkLst>
          <pc:docMk/>
          <pc:sldMk cId="973801450" sldId="717"/>
        </pc:sldMkLst>
        <pc:spChg chg="mod">
          <ac:chgData name="翟 锐" userId="fef11181f709266a" providerId="LiveId" clId="{1AC65A31-A9AF-4647-AD52-03458F8C8C1F}" dt="2021-10-02T15:34:49.872" v="6958" actId="207"/>
          <ac:spMkLst>
            <pc:docMk/>
            <pc:sldMk cId="973801450" sldId="717"/>
            <ac:spMk id="2" creationId="{1A343DEC-CFF6-41F5-B87C-0DFC08C67B76}"/>
          </ac:spMkLst>
        </pc:spChg>
      </pc:sldChg>
      <pc:sldChg chg="addSp modSp new del mod">
        <pc:chgData name="翟 锐" userId="fef11181f709266a" providerId="LiveId" clId="{1AC65A31-A9AF-4647-AD52-03458F8C8C1F}" dt="2021-10-02T15:39:50.127" v="6985" actId="47"/>
        <pc:sldMkLst>
          <pc:docMk/>
          <pc:sldMk cId="2411502796" sldId="718"/>
        </pc:sldMkLst>
        <pc:spChg chg="add mod">
          <ac:chgData name="翟 锐" userId="fef11181f709266a" providerId="LiveId" clId="{1AC65A31-A9AF-4647-AD52-03458F8C8C1F}" dt="2021-10-02T15:39:44.493" v="6984" actId="1076"/>
          <ac:spMkLst>
            <pc:docMk/>
            <pc:sldMk cId="2411502796" sldId="718"/>
            <ac:spMk id="2" creationId="{000ADB25-AEB4-4E01-97CA-3C272BCD5E7C}"/>
          </ac:spMkLst>
        </pc:spChg>
      </pc:sldChg>
      <pc:sldMasterChg chg="modTransition delSldLayout modSldLayout">
        <pc:chgData name="翟 锐" userId="fef11181f709266a" providerId="LiveId" clId="{1AC65A31-A9AF-4647-AD52-03458F8C8C1F}" dt="2021-09-21T16:14:39.781" v="5251" actId="2696"/>
        <pc:sldMasterMkLst>
          <pc:docMk/>
          <pc:sldMasterMk cId="0" sldId="2147483648"/>
        </pc:sldMasterMkLst>
        <pc:sldLayoutChg chg="modTransition">
          <pc:chgData name="翟 锐" userId="fef11181f709266a" providerId="LiveId" clId="{1AC65A31-A9AF-4647-AD52-03458F8C8C1F}" dt="2021-09-04T11:33:51.262" v="1350"/>
          <pc:sldLayoutMkLst>
            <pc:docMk/>
            <pc:sldMasterMk cId="0" sldId="2147483648"/>
            <pc:sldLayoutMk cId="0" sldId="2147483649"/>
          </pc:sldLayoutMkLst>
        </pc:sldLayoutChg>
        <pc:sldLayoutChg chg="modTransition">
          <pc:chgData name="翟 锐" userId="fef11181f709266a" providerId="LiveId" clId="{1AC65A31-A9AF-4647-AD52-03458F8C8C1F}" dt="2021-09-04T11:33:51.262" v="1350"/>
          <pc:sldLayoutMkLst>
            <pc:docMk/>
            <pc:sldMasterMk cId="0" sldId="2147483648"/>
            <pc:sldLayoutMk cId="0" sldId="2147483650"/>
          </pc:sldLayoutMkLst>
        </pc:sldLayoutChg>
        <pc:sldLayoutChg chg="modTransition">
          <pc:chgData name="翟 锐" userId="fef11181f709266a" providerId="LiveId" clId="{1AC65A31-A9AF-4647-AD52-03458F8C8C1F}" dt="2021-09-04T11:33:51.262" v="1350"/>
          <pc:sldLayoutMkLst>
            <pc:docMk/>
            <pc:sldMasterMk cId="0" sldId="2147483648"/>
            <pc:sldLayoutMk cId="0" sldId="2147483651"/>
          </pc:sldLayoutMkLst>
        </pc:sldLayoutChg>
        <pc:sldLayoutChg chg="modTransition">
          <pc:chgData name="翟 锐" userId="fef11181f709266a" providerId="LiveId" clId="{1AC65A31-A9AF-4647-AD52-03458F8C8C1F}" dt="2021-09-04T11:33:51.262" v="1350"/>
          <pc:sldLayoutMkLst>
            <pc:docMk/>
            <pc:sldMasterMk cId="0" sldId="2147483648"/>
            <pc:sldLayoutMk cId="0" sldId="2147483652"/>
          </pc:sldLayoutMkLst>
        </pc:sldLayoutChg>
        <pc:sldLayoutChg chg="modTransition">
          <pc:chgData name="翟 锐" userId="fef11181f709266a" providerId="LiveId" clId="{1AC65A31-A9AF-4647-AD52-03458F8C8C1F}" dt="2021-09-04T11:33:51.262" v="1350"/>
          <pc:sldLayoutMkLst>
            <pc:docMk/>
            <pc:sldMasterMk cId="0" sldId="2147483648"/>
            <pc:sldLayoutMk cId="0" sldId="2147483653"/>
          </pc:sldLayoutMkLst>
        </pc:sldLayoutChg>
        <pc:sldLayoutChg chg="modTransition">
          <pc:chgData name="翟 锐" userId="fef11181f709266a" providerId="LiveId" clId="{1AC65A31-A9AF-4647-AD52-03458F8C8C1F}" dt="2021-09-04T11:33:51.262" v="1350"/>
          <pc:sldLayoutMkLst>
            <pc:docMk/>
            <pc:sldMasterMk cId="0" sldId="2147483648"/>
            <pc:sldLayoutMk cId="0" sldId="2147483654"/>
          </pc:sldLayoutMkLst>
        </pc:sldLayoutChg>
        <pc:sldLayoutChg chg="modTransition">
          <pc:chgData name="翟 锐" userId="fef11181f709266a" providerId="LiveId" clId="{1AC65A31-A9AF-4647-AD52-03458F8C8C1F}" dt="2021-09-04T11:33:51.262" v="1350"/>
          <pc:sldLayoutMkLst>
            <pc:docMk/>
            <pc:sldMasterMk cId="0" sldId="2147483648"/>
            <pc:sldLayoutMk cId="0" sldId="2147483655"/>
          </pc:sldLayoutMkLst>
        </pc:sldLayoutChg>
        <pc:sldLayoutChg chg="modTransition">
          <pc:chgData name="翟 锐" userId="fef11181f709266a" providerId="LiveId" clId="{1AC65A31-A9AF-4647-AD52-03458F8C8C1F}" dt="2021-09-04T11:33:51.262" v="1350"/>
          <pc:sldLayoutMkLst>
            <pc:docMk/>
            <pc:sldMasterMk cId="0" sldId="2147483648"/>
            <pc:sldLayoutMk cId="0" sldId="2147483656"/>
          </pc:sldLayoutMkLst>
        </pc:sldLayoutChg>
        <pc:sldLayoutChg chg="modTransition">
          <pc:chgData name="翟 锐" userId="fef11181f709266a" providerId="LiveId" clId="{1AC65A31-A9AF-4647-AD52-03458F8C8C1F}" dt="2021-09-04T11:33:51.262" v="1350"/>
          <pc:sldLayoutMkLst>
            <pc:docMk/>
            <pc:sldMasterMk cId="0" sldId="2147483648"/>
            <pc:sldLayoutMk cId="0" sldId="2147483657"/>
          </pc:sldLayoutMkLst>
        </pc:sldLayoutChg>
        <pc:sldLayoutChg chg="modTransition">
          <pc:chgData name="翟 锐" userId="fef11181f709266a" providerId="LiveId" clId="{1AC65A31-A9AF-4647-AD52-03458F8C8C1F}" dt="2021-09-04T11:33:51.262" v="1350"/>
          <pc:sldLayoutMkLst>
            <pc:docMk/>
            <pc:sldMasterMk cId="0" sldId="2147483648"/>
            <pc:sldLayoutMk cId="0" sldId="2147483658"/>
          </pc:sldLayoutMkLst>
        </pc:sldLayoutChg>
        <pc:sldLayoutChg chg="modTransition">
          <pc:chgData name="翟 锐" userId="fef11181f709266a" providerId="LiveId" clId="{1AC65A31-A9AF-4647-AD52-03458F8C8C1F}" dt="2021-09-04T11:33:51.262" v="1350"/>
          <pc:sldLayoutMkLst>
            <pc:docMk/>
            <pc:sldMasterMk cId="0" sldId="2147483648"/>
            <pc:sldLayoutMk cId="0" sldId="2147483659"/>
          </pc:sldLayoutMkLst>
        </pc:sldLayoutChg>
        <pc:sldLayoutChg chg="modTransition">
          <pc:chgData name="翟 锐" userId="fef11181f709266a" providerId="LiveId" clId="{1AC65A31-A9AF-4647-AD52-03458F8C8C1F}" dt="2021-09-04T11:33:51.262" v="1350"/>
          <pc:sldLayoutMkLst>
            <pc:docMk/>
            <pc:sldMasterMk cId="0" sldId="2147483648"/>
            <pc:sldLayoutMk cId="0" sldId="2147483660"/>
          </pc:sldLayoutMkLst>
        </pc:sldLayoutChg>
        <pc:sldLayoutChg chg="modTransition">
          <pc:chgData name="翟 锐" userId="fef11181f709266a" providerId="LiveId" clId="{1AC65A31-A9AF-4647-AD52-03458F8C8C1F}" dt="2021-09-04T11:33:51.262" v="1350"/>
          <pc:sldLayoutMkLst>
            <pc:docMk/>
            <pc:sldMasterMk cId="0" sldId="2147483648"/>
            <pc:sldLayoutMk cId="0" sldId="2147483662"/>
          </pc:sldLayoutMkLst>
        </pc:sldLayoutChg>
        <pc:sldLayoutChg chg="modTransition">
          <pc:chgData name="翟 锐" userId="fef11181f709266a" providerId="LiveId" clId="{1AC65A31-A9AF-4647-AD52-03458F8C8C1F}" dt="2021-09-04T11:33:51.262" v="1350"/>
          <pc:sldLayoutMkLst>
            <pc:docMk/>
            <pc:sldMasterMk cId="0" sldId="2147483648"/>
            <pc:sldLayoutMk cId="0" sldId="2147483663"/>
          </pc:sldLayoutMkLst>
        </pc:sldLayoutChg>
        <pc:sldLayoutChg chg="modTransition">
          <pc:chgData name="翟 锐" userId="fef11181f709266a" providerId="LiveId" clId="{1AC65A31-A9AF-4647-AD52-03458F8C8C1F}" dt="2021-09-04T11:33:51.262" v="1350"/>
          <pc:sldLayoutMkLst>
            <pc:docMk/>
            <pc:sldMasterMk cId="0" sldId="2147483648"/>
            <pc:sldLayoutMk cId="0" sldId="2147483664"/>
          </pc:sldLayoutMkLst>
        </pc:sldLayoutChg>
        <pc:sldLayoutChg chg="modTransition">
          <pc:chgData name="翟 锐" userId="fef11181f709266a" providerId="LiveId" clId="{1AC65A31-A9AF-4647-AD52-03458F8C8C1F}" dt="2021-09-04T11:33:51.262" v="1350"/>
          <pc:sldLayoutMkLst>
            <pc:docMk/>
            <pc:sldMasterMk cId="0" sldId="2147483648"/>
            <pc:sldLayoutMk cId="0" sldId="2147483669"/>
          </pc:sldLayoutMkLst>
        </pc:sldLayoutChg>
        <pc:sldLayoutChg chg="del modTransition">
          <pc:chgData name="翟 锐" userId="fef11181f709266a" providerId="LiveId" clId="{1AC65A31-A9AF-4647-AD52-03458F8C8C1F}" dt="2021-09-21T16:13:44.947" v="5245" actId="2696"/>
          <pc:sldLayoutMkLst>
            <pc:docMk/>
            <pc:sldMasterMk cId="0" sldId="2147483648"/>
            <pc:sldLayoutMk cId="79838126" sldId="2147483670"/>
          </pc:sldLayoutMkLst>
        </pc:sldLayoutChg>
        <pc:sldLayoutChg chg="del">
          <pc:chgData name="翟 锐" userId="fef11181f709266a" providerId="LiveId" clId="{1AC65A31-A9AF-4647-AD52-03458F8C8C1F}" dt="2021-09-21T16:14:39.781" v="5251" actId="2696"/>
          <pc:sldLayoutMkLst>
            <pc:docMk/>
            <pc:sldMasterMk cId="0" sldId="2147483648"/>
            <pc:sldLayoutMk cId="322032892" sldId="2147483670"/>
          </pc:sldLayoutMkLst>
        </pc:sldLayoutChg>
      </pc:sldMasterChg>
    </pc:docChg>
  </pc:docChgLst>
  <pc:docChgLst>
    <pc:chgData name="翟 锐" userId="fef11181f709266a" providerId="LiveId" clId="{EDEDE80D-F21A-4B95-9D33-D23DF6CDE02B}"/>
    <pc:docChg chg="undo custSel addSld delSld modSld sldOrd">
      <pc:chgData name="翟 锐" userId="fef11181f709266a" providerId="LiveId" clId="{EDEDE80D-F21A-4B95-9D33-D23DF6CDE02B}" dt="2020-08-11T08:15:08.272" v="166" actId="20577"/>
      <pc:docMkLst>
        <pc:docMk/>
      </pc:docMkLst>
      <pc:sldChg chg="modSp mod">
        <pc:chgData name="翟 锐" userId="fef11181f709266a" providerId="LiveId" clId="{EDEDE80D-F21A-4B95-9D33-D23DF6CDE02B}" dt="2020-08-11T08:01:43.420" v="23" actId="1038"/>
        <pc:sldMkLst>
          <pc:docMk/>
          <pc:sldMk cId="0" sldId="257"/>
        </pc:sldMkLst>
        <pc:spChg chg="mod">
          <ac:chgData name="翟 锐" userId="fef11181f709266a" providerId="LiveId" clId="{EDEDE80D-F21A-4B95-9D33-D23DF6CDE02B}" dt="2020-08-11T08:01:43.420" v="23" actId="1038"/>
          <ac:spMkLst>
            <pc:docMk/>
            <pc:sldMk cId="0" sldId="257"/>
            <ac:spMk id="144" creationId="{00000000-0000-0000-0000-000000000000}"/>
          </ac:spMkLst>
        </pc:spChg>
      </pc:sldChg>
      <pc:sldChg chg="modSp modAnim">
        <pc:chgData name="翟 锐" userId="fef11181f709266a" providerId="LiveId" clId="{EDEDE80D-F21A-4B95-9D33-D23DF6CDE02B}" dt="2020-08-11T08:07:58.862" v="41" actId="20577"/>
        <pc:sldMkLst>
          <pc:docMk/>
          <pc:sldMk cId="0" sldId="290"/>
        </pc:sldMkLst>
        <pc:spChg chg="mod">
          <ac:chgData name="翟 锐" userId="fef11181f709266a" providerId="LiveId" clId="{EDEDE80D-F21A-4B95-9D33-D23DF6CDE02B}" dt="2020-08-11T08:07:58.862" v="41" actId="20577"/>
          <ac:spMkLst>
            <pc:docMk/>
            <pc:sldMk cId="0" sldId="290"/>
            <ac:spMk id="7" creationId="{3DB91AC8-EECE-4251-BCB3-636A753BE9E6}"/>
          </ac:spMkLst>
        </pc:spChg>
      </pc:sldChg>
      <pc:sldChg chg="modSp mod modAnim">
        <pc:chgData name="翟 锐" userId="fef11181f709266a" providerId="LiveId" clId="{EDEDE80D-F21A-4B95-9D33-D23DF6CDE02B}" dt="2020-08-11T08:15:08.272" v="166" actId="20577"/>
        <pc:sldMkLst>
          <pc:docMk/>
          <pc:sldMk cId="3489604609" sldId="442"/>
        </pc:sldMkLst>
        <pc:spChg chg="mod">
          <ac:chgData name="翟 锐" userId="fef11181f709266a" providerId="LiveId" clId="{EDEDE80D-F21A-4B95-9D33-D23DF6CDE02B}" dt="2020-08-11T08:09:29.813" v="53" actId="1036"/>
          <ac:spMkLst>
            <pc:docMk/>
            <pc:sldMk cId="3489604609" sldId="442"/>
            <ac:spMk id="7" creationId="{00000000-0000-0000-0000-000000000000}"/>
          </ac:spMkLst>
        </pc:spChg>
        <pc:spChg chg="mod">
          <ac:chgData name="翟 锐" userId="fef11181f709266a" providerId="LiveId" clId="{EDEDE80D-F21A-4B95-9D33-D23DF6CDE02B}" dt="2020-08-11T08:14:58.978" v="162" actId="20577"/>
          <ac:spMkLst>
            <pc:docMk/>
            <pc:sldMk cId="3489604609" sldId="442"/>
            <ac:spMk id="40" creationId="{00000000-0000-0000-0000-000000000000}"/>
          </ac:spMkLst>
        </pc:spChg>
      </pc:sldChg>
      <pc:sldChg chg="modSp">
        <pc:chgData name="翟 锐" userId="fef11181f709266a" providerId="LiveId" clId="{EDEDE80D-F21A-4B95-9D33-D23DF6CDE02B}" dt="2020-08-11T08:10:32.164" v="72" actId="20577"/>
        <pc:sldMkLst>
          <pc:docMk/>
          <pc:sldMk cId="1981903711" sldId="443"/>
        </pc:sldMkLst>
        <pc:spChg chg="mod">
          <ac:chgData name="翟 锐" userId="fef11181f709266a" providerId="LiveId" clId="{EDEDE80D-F21A-4B95-9D33-D23DF6CDE02B}" dt="2020-08-11T08:10:32.164" v="72" actId="20577"/>
          <ac:spMkLst>
            <pc:docMk/>
            <pc:sldMk cId="1981903711" sldId="443"/>
            <ac:spMk id="40" creationId="{00000000-0000-0000-0000-000000000000}"/>
          </ac:spMkLst>
        </pc:spChg>
      </pc:sldChg>
      <pc:sldChg chg="addSp delSp modSp mod ord delAnim modAnim">
        <pc:chgData name="翟 锐" userId="fef11181f709266a" providerId="LiveId" clId="{EDEDE80D-F21A-4B95-9D33-D23DF6CDE02B}" dt="2020-08-11T08:14:04.975" v="134" actId="21"/>
        <pc:sldMkLst>
          <pc:docMk/>
          <pc:sldMk cId="2642754931" sldId="444"/>
        </pc:sldMkLst>
        <pc:spChg chg="add del mod">
          <ac:chgData name="翟 锐" userId="fef11181f709266a" providerId="LiveId" clId="{EDEDE80D-F21A-4B95-9D33-D23DF6CDE02B}" dt="2020-08-11T08:14:04.975" v="134" actId="21"/>
          <ac:spMkLst>
            <pc:docMk/>
            <pc:sldMk cId="2642754931" sldId="444"/>
            <ac:spMk id="4" creationId="{DD52267C-2B48-407E-B3C7-5F0EE5D7DDFB}"/>
          </ac:spMkLst>
        </pc:spChg>
        <pc:spChg chg="mod">
          <ac:chgData name="翟 锐" userId="fef11181f709266a" providerId="LiveId" clId="{EDEDE80D-F21A-4B95-9D33-D23DF6CDE02B}" dt="2020-08-11T08:11:46.261" v="84" actId="14100"/>
          <ac:spMkLst>
            <pc:docMk/>
            <pc:sldMk cId="2642754931" sldId="444"/>
            <ac:spMk id="14" creationId="{00000000-0000-0000-0000-000000000000}"/>
          </ac:spMkLst>
        </pc:spChg>
      </pc:sldChg>
      <pc:sldChg chg="add del">
        <pc:chgData name="翟 锐" userId="fef11181f709266a" providerId="LiveId" clId="{EDEDE80D-F21A-4B95-9D33-D23DF6CDE02B}" dt="2020-08-11T08:11:12.338" v="77"/>
        <pc:sldMkLst>
          <pc:docMk/>
          <pc:sldMk cId="1129535462" sldId="445"/>
        </pc:sldMkLst>
      </pc:sldChg>
      <pc:sldChg chg="addSp delSp modSp add del mod modAnim">
        <pc:chgData name="翟 锐" userId="fef11181f709266a" providerId="LiveId" clId="{EDEDE80D-F21A-4B95-9D33-D23DF6CDE02B}" dt="2020-08-11T08:14:30.486" v="149"/>
        <pc:sldMkLst>
          <pc:docMk/>
          <pc:sldMk cId="1163326110" sldId="445"/>
        </pc:sldMkLst>
        <pc:spChg chg="mod">
          <ac:chgData name="翟 锐" userId="fef11181f709266a" providerId="LiveId" clId="{EDEDE80D-F21A-4B95-9D33-D23DF6CDE02B}" dt="2020-08-11T08:13:43.077" v="87" actId="6549"/>
          <ac:spMkLst>
            <pc:docMk/>
            <pc:sldMk cId="1163326110" sldId="445"/>
            <ac:spMk id="2" creationId="{00000000-0000-0000-0000-000000000000}"/>
          </ac:spMkLst>
        </pc:spChg>
        <pc:spChg chg="del">
          <ac:chgData name="翟 锐" userId="fef11181f709266a" providerId="LiveId" clId="{EDEDE80D-F21A-4B95-9D33-D23DF6CDE02B}" dt="2020-08-11T08:13:59.618" v="133" actId="478"/>
          <ac:spMkLst>
            <pc:docMk/>
            <pc:sldMk cId="1163326110" sldId="445"/>
            <ac:spMk id="6" creationId="{00000000-0000-0000-0000-000000000000}"/>
          </ac:spMkLst>
        </pc:spChg>
        <pc:spChg chg="add mod">
          <ac:chgData name="翟 锐" userId="fef11181f709266a" providerId="LiveId" clId="{EDEDE80D-F21A-4B95-9D33-D23DF6CDE02B}" dt="2020-08-11T08:14:30.486" v="149"/>
          <ac:spMkLst>
            <pc:docMk/>
            <pc:sldMk cId="1163326110" sldId="445"/>
            <ac:spMk id="7" creationId="{0E001466-A501-4973-B0FD-8610D4A03F54}"/>
          </ac:spMkLst>
        </pc:spChg>
        <pc:spChg chg="mod">
          <ac:chgData name="翟 锐" userId="fef11181f709266a" providerId="LiveId" clId="{EDEDE80D-F21A-4B95-9D33-D23DF6CDE02B}" dt="2020-08-11T08:13:56.914" v="132" actId="1035"/>
          <ac:spMkLst>
            <pc:docMk/>
            <pc:sldMk cId="1163326110" sldId="445"/>
            <ac:spMk id="14" creationId="{00000000-0000-0000-0000-000000000000}"/>
          </ac:spMkLst>
        </pc:spChg>
      </pc:sldChg>
      <pc:sldChg chg="modSp mod">
        <pc:chgData name="翟 锐" userId="fef11181f709266a" providerId="LiveId" clId="{EDEDE80D-F21A-4B95-9D33-D23DF6CDE02B}" dt="2020-08-11T08:07:54.312" v="37" actId="1036"/>
        <pc:sldMkLst>
          <pc:docMk/>
          <pc:sldMk cId="2113831009" sldId="514"/>
        </pc:sldMkLst>
        <pc:spChg chg="mod">
          <ac:chgData name="翟 锐" userId="fef11181f709266a" providerId="LiveId" clId="{EDEDE80D-F21A-4B95-9D33-D23DF6CDE02B}" dt="2020-08-11T08:07:54.312" v="37" actId="1036"/>
          <ac:spMkLst>
            <pc:docMk/>
            <pc:sldMk cId="2113831009" sldId="514"/>
            <ac:spMk id="2" creationId="{00000000-0000-0000-0000-000000000000}"/>
          </ac:spMkLst>
        </pc:spChg>
      </pc:sldChg>
    </pc:docChg>
  </pc:docChgLst>
</pc:chgInfo>
</file>

<file path=ppt/drawings/_rels/vmlDrawing1.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5.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37FD7A-F41B-4FED-8E35-F78DB9F4D037}" type="datetimeFigureOut">
              <a:rPr lang="zh-CN" altLang="en-US" smtClean="0"/>
              <a:t>2023/9/11</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537CBA-0E44-4282-A4F0-C3BCC1A4C2D1}" type="slidenum">
              <a:rPr lang="zh-CN" altLang="en-US" smtClean="0"/>
              <a:t>‹#›</a:t>
            </a:fld>
            <a:endParaRPr lang="zh-CN" altLang="en-US"/>
          </a:p>
        </p:txBody>
      </p:sp>
    </p:spTree>
    <p:extLst>
      <p:ext uri="{BB962C8B-B14F-4D97-AF65-F5344CB8AC3E}">
        <p14:creationId xmlns:p14="http://schemas.microsoft.com/office/powerpoint/2010/main" val="2839293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DEAE63-D6C4-437F-B8DA-DA689F991AA7}" type="slidenum">
              <a:rPr lang="zh-CN" altLang="en-US" smtClean="0"/>
              <a:t>1</a:t>
            </a:fld>
            <a:endParaRPr lang="en-US" altLang="zh-CN"/>
          </a:p>
        </p:txBody>
      </p:sp>
    </p:spTree>
    <p:extLst>
      <p:ext uri="{BB962C8B-B14F-4D97-AF65-F5344CB8AC3E}">
        <p14:creationId xmlns:p14="http://schemas.microsoft.com/office/powerpoint/2010/main" val="32170371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a:t>
            </a:fld>
            <a:endParaRPr lang="zh-CN" altLang="en-US" sz="1200"/>
          </a:p>
        </p:txBody>
      </p:sp>
    </p:spTree>
    <p:extLst>
      <p:ext uri="{BB962C8B-B14F-4D97-AF65-F5344CB8AC3E}">
        <p14:creationId xmlns:p14="http://schemas.microsoft.com/office/powerpoint/2010/main" val="746593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a:t>
            </a:fld>
            <a:endParaRPr lang="zh-CN" altLang="en-US" sz="1200"/>
          </a:p>
        </p:txBody>
      </p:sp>
    </p:spTree>
    <p:extLst>
      <p:ext uri="{BB962C8B-B14F-4D97-AF65-F5344CB8AC3E}">
        <p14:creationId xmlns:p14="http://schemas.microsoft.com/office/powerpoint/2010/main" val="11215353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t>5</a:t>
            </a:fld>
            <a:endParaRPr lang="zh-CN" altLang="en-US"/>
          </a:p>
        </p:txBody>
      </p:sp>
    </p:spTree>
    <p:extLst>
      <p:ext uri="{BB962C8B-B14F-4D97-AF65-F5344CB8AC3E}">
        <p14:creationId xmlns:p14="http://schemas.microsoft.com/office/powerpoint/2010/main" val="38845268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a:t>
            </a:fld>
            <a:endParaRPr lang="zh-CN" altLang="en-US" sz="1200"/>
          </a:p>
        </p:txBody>
      </p:sp>
    </p:spTree>
    <p:extLst>
      <p:ext uri="{BB962C8B-B14F-4D97-AF65-F5344CB8AC3E}">
        <p14:creationId xmlns:p14="http://schemas.microsoft.com/office/powerpoint/2010/main" val="30057679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a:t>
            </a:fld>
            <a:endParaRPr lang="zh-CN" altLang="en-US" sz="1200"/>
          </a:p>
        </p:txBody>
      </p:sp>
    </p:spTree>
    <p:extLst>
      <p:ext uri="{BB962C8B-B14F-4D97-AF65-F5344CB8AC3E}">
        <p14:creationId xmlns:p14="http://schemas.microsoft.com/office/powerpoint/2010/main" val="30081541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pPr eaLnBrk="1" hangingPunct="1"/>
            <a:r>
              <a:rPr lang="zh-CN" altLang="en-US" b="1" dirty="0">
                <a:ea typeface="宋体" panose="02010600030101010101" pitchFamily="2" charset="-122"/>
              </a:rPr>
              <a:t>软件开发方法：</a:t>
            </a:r>
            <a:r>
              <a:rPr lang="zh-CN" altLang="en-US" dirty="0">
                <a:ea typeface="宋体" panose="02010600030101010101" pitchFamily="2" charset="-122"/>
              </a:rPr>
              <a:t>个性化软件开发方法、结构化软件开发方法、面向对象软件开发方法、基于构件软件开发方法、新软件开发方法（模型驱动的软件开发方法、面向服务的软件开发方法等）。</a:t>
            </a:r>
          </a:p>
          <a:p>
            <a:pPr eaLnBrk="1" hangingPunct="1"/>
            <a:r>
              <a:rPr lang="zh-CN" altLang="en-US" b="1" dirty="0">
                <a:ea typeface="宋体" panose="02010600030101010101" pitchFamily="2" charset="-122"/>
              </a:rPr>
              <a:t>软件开发工具：</a:t>
            </a:r>
            <a:r>
              <a:rPr lang="en-US" altLang="zh-CN" dirty="0">
                <a:ea typeface="宋体" panose="02010600030101010101" pitchFamily="2" charset="-122"/>
              </a:rPr>
              <a:t>1</a:t>
            </a:r>
            <a:r>
              <a:rPr lang="zh-CN" altLang="en-US" dirty="0">
                <a:ea typeface="宋体" panose="02010600030101010101" pitchFamily="2" charset="-122"/>
              </a:rPr>
              <a:t>、软件工具：编译程序、编辑程序、连接程序以及支持她们的计算机操作系统，都属于软件工具，还有“工具箱”或“集成工具”供程序员使用，</a:t>
            </a:r>
            <a:r>
              <a:rPr lang="en-US" altLang="zh-CN" dirty="0">
                <a:ea typeface="宋体" panose="02010600030101010101" pitchFamily="2" charset="-122"/>
              </a:rPr>
              <a:t>2</a:t>
            </a:r>
            <a:r>
              <a:rPr lang="zh-CN" altLang="en-US" dirty="0">
                <a:ea typeface="宋体" panose="02010600030101010101" pitchFamily="2" charset="-122"/>
              </a:rPr>
              <a:t>、软件工程环境：方法与工具相结合，在加上配套的软硬件支持就形成环境。</a:t>
            </a:r>
            <a:r>
              <a:rPr lang="en-US" altLang="zh-CN" dirty="0">
                <a:ea typeface="宋体" panose="02010600030101010101" pitchFamily="2" charset="-122"/>
              </a:rPr>
              <a:t>3</a:t>
            </a:r>
            <a:r>
              <a:rPr lang="zh-CN" altLang="en-US" dirty="0">
                <a:ea typeface="宋体" panose="02010600030101010101" pitchFamily="2" charset="-122"/>
              </a:rPr>
              <a:t>、</a:t>
            </a:r>
            <a:r>
              <a:rPr lang="en-US" altLang="zh-CN" dirty="0">
                <a:ea typeface="宋体" panose="02010600030101010101" pitchFamily="2" charset="-122"/>
              </a:rPr>
              <a:t>CASE</a:t>
            </a:r>
            <a:r>
              <a:rPr lang="zh-CN" altLang="en-US" dirty="0">
                <a:ea typeface="宋体" panose="02010600030101010101" pitchFamily="2" charset="-122"/>
              </a:rPr>
              <a:t>环境：是指在软件开发活动中，软件工程师和管理人员按照软件工程的方法，借助于计算机及其软件工具的帮助，分析、设计、开发、测试、维护和管理软件产品的过程。</a:t>
            </a:r>
          </a:p>
          <a:p>
            <a:pPr eaLnBrk="1" hangingPunct="1"/>
            <a:r>
              <a:rPr lang="en-US" altLang="zh-CN" dirty="0">
                <a:ea typeface="宋体" panose="02010600030101010101" pitchFamily="2" charset="-122"/>
              </a:rPr>
              <a:t>《</a:t>
            </a:r>
            <a:r>
              <a:rPr lang="zh-CN" altLang="en-US" dirty="0">
                <a:ea typeface="宋体" panose="02010600030101010101" pitchFamily="2" charset="-122"/>
              </a:rPr>
              <a:t>软件工程，实践者的研究方法</a:t>
            </a:r>
            <a:r>
              <a:rPr lang="en-US" altLang="zh-CN" dirty="0">
                <a:ea typeface="宋体" panose="02010600030101010101" pitchFamily="2" charset="-122"/>
              </a:rPr>
              <a:t>》</a:t>
            </a:r>
            <a:r>
              <a:rPr lang="zh-CN" altLang="en-US" dirty="0">
                <a:ea typeface="宋体" panose="02010600030101010101" pitchFamily="2" charset="-122"/>
              </a:rPr>
              <a:t>第</a:t>
            </a:r>
            <a:r>
              <a:rPr lang="en-US" altLang="zh-CN" dirty="0">
                <a:ea typeface="宋体" panose="02010600030101010101" pitchFamily="2" charset="-122"/>
              </a:rPr>
              <a:t>17</a:t>
            </a:r>
            <a:r>
              <a:rPr lang="zh-CN" altLang="en-US" dirty="0">
                <a:ea typeface="宋体" panose="02010600030101010101" pitchFamily="2" charset="-122"/>
              </a:rPr>
              <a:t>页</a:t>
            </a:r>
          </a:p>
          <a:p>
            <a:pPr eaLnBrk="1" hangingPunct="1"/>
            <a:r>
              <a:rPr lang="zh-CN" altLang="en-US" dirty="0">
                <a:ea typeface="宋体" panose="02010600030101010101" pitchFamily="2" charset="-122"/>
              </a:rPr>
              <a:t>软件工程是一种层次化的技术。</a:t>
            </a:r>
          </a:p>
          <a:p>
            <a:pPr eaLnBrk="1" hangingPunct="1"/>
            <a:r>
              <a:rPr lang="zh-CN" altLang="en-US" dirty="0">
                <a:ea typeface="宋体" panose="02010600030101010101" pitchFamily="2" charset="-122"/>
              </a:rPr>
              <a:t>任何工程方法，包括软件工程必须以组织对质量的承诺为为基础。</a:t>
            </a:r>
          </a:p>
          <a:p>
            <a:pPr eaLnBrk="1" hangingPunct="1"/>
            <a:r>
              <a:rPr lang="zh-CN" altLang="en-US" dirty="0">
                <a:ea typeface="宋体" panose="02010600030101010101" pitchFamily="2" charset="-122"/>
              </a:rPr>
              <a:t>全面的质量管理、六希格玛和类似的理念培养了不断的过程改进文化，正是这种文化最终引导了人们开发更有效的软件工程方法。</a:t>
            </a:r>
          </a:p>
          <a:p>
            <a:pPr eaLnBrk="1" hangingPunct="1"/>
            <a:r>
              <a:rPr lang="zh-CN" altLang="en-US" dirty="0">
                <a:ea typeface="宋体" panose="02010600030101010101" pitchFamily="2" charset="-122"/>
              </a:rPr>
              <a:t>软件工程的基础是过程层。软件过程将各个技术层次结合在一起，并实施合理的、及时的开发计算机软件。</a:t>
            </a:r>
          </a:p>
          <a:p>
            <a:pPr eaLnBrk="1" hangingPunct="1"/>
            <a:r>
              <a:rPr lang="zh-CN" altLang="en-US" b="1" dirty="0">
                <a:ea typeface="宋体" panose="02010600030101010101" pitchFamily="2" charset="-122"/>
              </a:rPr>
              <a:t>过程</a:t>
            </a:r>
            <a:r>
              <a:rPr lang="zh-CN" altLang="en-US" dirty="0">
                <a:ea typeface="宋体" panose="02010600030101010101" pitchFamily="2" charset="-122"/>
              </a:rPr>
              <a:t>定义一个框架，为有效交付软件，这个框架必须建立。软件过程构成了软件项目管理控制的基础，并且建立了一个环境以便于技术方法的采用、工作产品（模型、文档数据报告、表格）的产生，里程碑的建立，质量的保证、有效变更的正确管理。</a:t>
            </a:r>
          </a:p>
          <a:p>
            <a:pPr eaLnBrk="1" hangingPunct="1">
              <a:buFont typeface="Wingdings" panose="05000000000000000000" pitchFamily="2" charset="2"/>
              <a:buNone/>
            </a:pPr>
            <a:r>
              <a:rPr lang="zh-CN" altLang="en-US" b="1" dirty="0">
                <a:latin typeface="楷体_GB2312" pitchFamily="49" charset="-122"/>
                <a:ea typeface="楷体_GB2312" pitchFamily="49" charset="-122"/>
              </a:rPr>
              <a:t>软件工程的基础是过程层。软件过程将各个技术层次结合在一起，并实施合理的、及时的开发计算机软件。</a:t>
            </a:r>
          </a:p>
          <a:p>
            <a:pPr eaLnBrk="1" hangingPunct="1">
              <a:buFont typeface="Wingdings" panose="05000000000000000000" pitchFamily="2" charset="2"/>
              <a:buNone/>
            </a:pPr>
            <a:r>
              <a:rPr lang="zh-CN" altLang="en-US" b="1" dirty="0">
                <a:latin typeface="楷体_GB2312" pitchFamily="49" charset="-122"/>
                <a:ea typeface="楷体_GB2312" pitchFamily="49" charset="-122"/>
              </a:rPr>
              <a:t>过程定义一个框架，为有效交付软件，这个框架必须建立。软件过程构成了软件项目管理控制的基础，并且建立了一个环境以便于技术方法的采用、工作产品（模型、文档数据报告、表格）的产生，里程碑的建立，质量的保证、有效变更的正确管理。</a:t>
            </a:r>
          </a:p>
        </p:txBody>
      </p:sp>
      <p:sp>
        <p:nvSpPr>
          <p:cNvPr id="4" name="日期占位符 3"/>
          <p:cNvSpPr>
            <a:spLocks noGrp="1"/>
          </p:cNvSpPr>
          <p:nvPr>
            <p:ph type="dt" idx="10"/>
          </p:nvPr>
        </p:nvSpPr>
        <p:spPr/>
        <p:txBody>
          <a:bodyPr/>
          <a:lstStyle/>
          <a:p>
            <a:fld id="{B859D290-D985-411D-9682-F67D75E8F91D}" type="datetime1">
              <a:rPr lang="zh-CN" altLang="en-US" smtClean="0"/>
              <a:t>2023/9/12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8</a:t>
            </a:fld>
            <a:endParaRPr lang="zh-CN" altLang="en-US" sz="1200"/>
          </a:p>
        </p:txBody>
      </p:sp>
    </p:spTree>
    <p:extLst>
      <p:ext uri="{BB962C8B-B14F-4D97-AF65-F5344CB8AC3E}">
        <p14:creationId xmlns:p14="http://schemas.microsoft.com/office/powerpoint/2010/main" val="30815481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pPr marL="285750" indent="-285750" algn="just">
              <a:lnSpc>
                <a:spcPct val="150000"/>
              </a:lnSpc>
              <a:buFont typeface="Arial" panose="020B0604020202020204" pitchFamily="34" charset="0"/>
              <a:buChar char="•"/>
            </a:pP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软件工程作为一个工程产品，可以分为：软件工程技术学方法论、软件工程经济学方法论和软件工程管理学方法论。</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工程技术学</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工程经济学</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工程管理学</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软件工程课程？敏捷开发？</a:t>
            </a:r>
            <a:endParaRPr lang="zh-CN" altLang="en-US" dirty="0"/>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9</a:t>
            </a:fld>
            <a:endParaRPr lang="zh-CN" altLang="en-US" sz="1200"/>
          </a:p>
        </p:txBody>
      </p:sp>
    </p:spTree>
    <p:extLst>
      <p:ext uri="{BB962C8B-B14F-4D97-AF65-F5344CB8AC3E}">
        <p14:creationId xmlns:p14="http://schemas.microsoft.com/office/powerpoint/2010/main" val="16632091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10</a:t>
            </a:fld>
            <a:endParaRPr lang="zh-CN" altLang="en-US" sz="1200"/>
          </a:p>
        </p:txBody>
      </p:sp>
    </p:spTree>
    <p:extLst>
      <p:ext uri="{BB962C8B-B14F-4D97-AF65-F5344CB8AC3E}">
        <p14:creationId xmlns:p14="http://schemas.microsoft.com/office/powerpoint/2010/main" val="4886591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11</a:t>
            </a:fld>
            <a:endParaRPr lang="zh-CN" altLang="en-US" sz="1200"/>
          </a:p>
        </p:txBody>
      </p:sp>
    </p:spTree>
    <p:extLst>
      <p:ext uri="{BB962C8B-B14F-4D97-AF65-F5344CB8AC3E}">
        <p14:creationId xmlns:p14="http://schemas.microsoft.com/office/powerpoint/2010/main" val="36747589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12</a:t>
            </a:fld>
            <a:endParaRPr lang="zh-CN" altLang="en-US" sz="1200"/>
          </a:p>
        </p:txBody>
      </p:sp>
    </p:spTree>
    <p:extLst>
      <p:ext uri="{BB962C8B-B14F-4D97-AF65-F5344CB8AC3E}">
        <p14:creationId xmlns:p14="http://schemas.microsoft.com/office/powerpoint/2010/main" val="3239481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13</a:t>
            </a:fld>
            <a:endParaRPr lang="zh-CN" altLang="en-US" sz="1200"/>
          </a:p>
        </p:txBody>
      </p:sp>
    </p:spTree>
    <p:extLst>
      <p:ext uri="{BB962C8B-B14F-4D97-AF65-F5344CB8AC3E}">
        <p14:creationId xmlns:p14="http://schemas.microsoft.com/office/powerpoint/2010/main" val="3582629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14</a:t>
            </a:fld>
            <a:endParaRPr lang="zh-CN" altLang="en-US" sz="1200"/>
          </a:p>
        </p:txBody>
      </p:sp>
    </p:spTree>
    <p:extLst>
      <p:ext uri="{BB962C8B-B14F-4D97-AF65-F5344CB8AC3E}">
        <p14:creationId xmlns:p14="http://schemas.microsoft.com/office/powerpoint/2010/main" val="36053786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15</a:t>
            </a:fld>
            <a:endParaRPr lang="zh-CN" altLang="en-US" sz="1200"/>
          </a:p>
        </p:txBody>
      </p:sp>
    </p:spTree>
    <p:extLst>
      <p:ext uri="{BB962C8B-B14F-4D97-AF65-F5344CB8AC3E}">
        <p14:creationId xmlns:p14="http://schemas.microsoft.com/office/powerpoint/2010/main" val="9699335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16</a:t>
            </a:fld>
            <a:endParaRPr lang="zh-CN" altLang="en-US" sz="1200"/>
          </a:p>
        </p:txBody>
      </p:sp>
    </p:spTree>
    <p:extLst>
      <p:ext uri="{BB962C8B-B14F-4D97-AF65-F5344CB8AC3E}">
        <p14:creationId xmlns:p14="http://schemas.microsoft.com/office/powerpoint/2010/main" val="8294696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17</a:t>
            </a:fld>
            <a:endParaRPr lang="zh-CN" altLang="en-US" sz="1200"/>
          </a:p>
        </p:txBody>
      </p:sp>
    </p:spTree>
    <p:extLst>
      <p:ext uri="{BB962C8B-B14F-4D97-AF65-F5344CB8AC3E}">
        <p14:creationId xmlns:p14="http://schemas.microsoft.com/office/powerpoint/2010/main" val="14090573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18</a:t>
            </a:fld>
            <a:endParaRPr lang="zh-CN" altLang="en-US" sz="1200"/>
          </a:p>
        </p:txBody>
      </p:sp>
    </p:spTree>
    <p:extLst>
      <p:ext uri="{BB962C8B-B14F-4D97-AF65-F5344CB8AC3E}">
        <p14:creationId xmlns:p14="http://schemas.microsoft.com/office/powerpoint/2010/main" val="7700776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19</a:t>
            </a:fld>
            <a:endParaRPr lang="zh-CN" altLang="en-US" sz="1200"/>
          </a:p>
        </p:txBody>
      </p:sp>
    </p:spTree>
    <p:extLst>
      <p:ext uri="{BB962C8B-B14F-4D97-AF65-F5344CB8AC3E}">
        <p14:creationId xmlns:p14="http://schemas.microsoft.com/office/powerpoint/2010/main" val="23131994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20</a:t>
            </a:fld>
            <a:endParaRPr lang="zh-CN" altLang="en-US" sz="1200"/>
          </a:p>
        </p:txBody>
      </p:sp>
    </p:spTree>
    <p:extLst>
      <p:ext uri="{BB962C8B-B14F-4D97-AF65-F5344CB8AC3E}">
        <p14:creationId xmlns:p14="http://schemas.microsoft.com/office/powerpoint/2010/main" val="28301209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21</a:t>
            </a:fld>
            <a:endParaRPr lang="zh-CN" altLang="en-US" sz="1200"/>
          </a:p>
        </p:txBody>
      </p:sp>
    </p:spTree>
    <p:extLst>
      <p:ext uri="{BB962C8B-B14F-4D97-AF65-F5344CB8AC3E}">
        <p14:creationId xmlns:p14="http://schemas.microsoft.com/office/powerpoint/2010/main" val="28996616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22</a:t>
            </a:fld>
            <a:endParaRPr lang="zh-CN" altLang="en-US" sz="1200"/>
          </a:p>
        </p:txBody>
      </p:sp>
    </p:spTree>
    <p:extLst>
      <p:ext uri="{BB962C8B-B14F-4D97-AF65-F5344CB8AC3E}">
        <p14:creationId xmlns:p14="http://schemas.microsoft.com/office/powerpoint/2010/main" val="16554119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23</a:t>
            </a:fld>
            <a:endParaRPr lang="zh-CN" altLang="en-US" sz="1200"/>
          </a:p>
        </p:txBody>
      </p:sp>
    </p:spTree>
    <p:extLst>
      <p:ext uri="{BB962C8B-B14F-4D97-AF65-F5344CB8AC3E}">
        <p14:creationId xmlns:p14="http://schemas.microsoft.com/office/powerpoint/2010/main" val="7684057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24</a:t>
            </a:fld>
            <a:endParaRPr lang="zh-CN" altLang="en-US" sz="1200"/>
          </a:p>
        </p:txBody>
      </p:sp>
    </p:spTree>
    <p:extLst>
      <p:ext uri="{BB962C8B-B14F-4D97-AF65-F5344CB8AC3E}">
        <p14:creationId xmlns:p14="http://schemas.microsoft.com/office/powerpoint/2010/main" val="23759886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25</a:t>
            </a:fld>
            <a:endParaRPr lang="zh-CN" altLang="en-US" sz="1200"/>
          </a:p>
        </p:txBody>
      </p:sp>
    </p:spTree>
    <p:extLst>
      <p:ext uri="{BB962C8B-B14F-4D97-AF65-F5344CB8AC3E}">
        <p14:creationId xmlns:p14="http://schemas.microsoft.com/office/powerpoint/2010/main" val="37093496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26</a:t>
            </a:fld>
            <a:endParaRPr lang="zh-CN" altLang="en-US" sz="1200"/>
          </a:p>
        </p:txBody>
      </p:sp>
    </p:spTree>
    <p:extLst>
      <p:ext uri="{BB962C8B-B14F-4D97-AF65-F5344CB8AC3E}">
        <p14:creationId xmlns:p14="http://schemas.microsoft.com/office/powerpoint/2010/main" val="37832268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2023/9/13</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27</a:t>
            </a:fld>
            <a:endParaRPr lang="zh-CN" altLang="en-US" sz="1200"/>
          </a:p>
        </p:txBody>
      </p:sp>
    </p:spTree>
    <p:extLst>
      <p:ext uri="{BB962C8B-B14F-4D97-AF65-F5344CB8AC3E}">
        <p14:creationId xmlns:p14="http://schemas.microsoft.com/office/powerpoint/2010/main" val="18582184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28</a:t>
            </a:fld>
            <a:endParaRPr lang="zh-CN" altLang="en-US" sz="1200"/>
          </a:p>
        </p:txBody>
      </p:sp>
    </p:spTree>
    <p:extLst>
      <p:ext uri="{BB962C8B-B14F-4D97-AF65-F5344CB8AC3E}">
        <p14:creationId xmlns:p14="http://schemas.microsoft.com/office/powerpoint/2010/main" val="33018785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29</a:t>
            </a:fld>
            <a:endParaRPr lang="zh-CN" altLang="en-US" sz="1200"/>
          </a:p>
        </p:txBody>
      </p:sp>
    </p:spTree>
    <p:extLst>
      <p:ext uri="{BB962C8B-B14F-4D97-AF65-F5344CB8AC3E}">
        <p14:creationId xmlns:p14="http://schemas.microsoft.com/office/powerpoint/2010/main" val="17590594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30</a:t>
            </a:fld>
            <a:endParaRPr lang="zh-CN" altLang="en-US" sz="1200"/>
          </a:p>
        </p:txBody>
      </p:sp>
    </p:spTree>
    <p:extLst>
      <p:ext uri="{BB962C8B-B14F-4D97-AF65-F5344CB8AC3E}">
        <p14:creationId xmlns:p14="http://schemas.microsoft.com/office/powerpoint/2010/main" val="5671463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31</a:t>
            </a:fld>
            <a:endParaRPr lang="zh-CN" altLang="en-US" sz="1200"/>
          </a:p>
        </p:txBody>
      </p:sp>
    </p:spTree>
    <p:extLst>
      <p:ext uri="{BB962C8B-B14F-4D97-AF65-F5344CB8AC3E}">
        <p14:creationId xmlns:p14="http://schemas.microsoft.com/office/powerpoint/2010/main" val="42696531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32</a:t>
            </a:fld>
            <a:endParaRPr lang="zh-CN" altLang="en-US" sz="1200"/>
          </a:p>
        </p:txBody>
      </p:sp>
    </p:spTree>
    <p:extLst>
      <p:ext uri="{BB962C8B-B14F-4D97-AF65-F5344CB8AC3E}">
        <p14:creationId xmlns:p14="http://schemas.microsoft.com/office/powerpoint/2010/main" val="16806863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33</a:t>
            </a:fld>
            <a:endParaRPr lang="zh-CN" altLang="en-US" sz="1200"/>
          </a:p>
        </p:txBody>
      </p:sp>
    </p:spTree>
    <p:extLst>
      <p:ext uri="{BB962C8B-B14F-4D97-AF65-F5344CB8AC3E}">
        <p14:creationId xmlns:p14="http://schemas.microsoft.com/office/powerpoint/2010/main" val="25935801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34</a:t>
            </a:fld>
            <a:endParaRPr lang="zh-CN" altLang="en-US" sz="1200"/>
          </a:p>
        </p:txBody>
      </p:sp>
    </p:spTree>
    <p:extLst>
      <p:ext uri="{BB962C8B-B14F-4D97-AF65-F5344CB8AC3E}">
        <p14:creationId xmlns:p14="http://schemas.microsoft.com/office/powerpoint/2010/main" val="115712071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35</a:t>
            </a:fld>
            <a:endParaRPr lang="zh-CN" altLang="en-US" sz="1200"/>
          </a:p>
        </p:txBody>
      </p:sp>
    </p:spTree>
    <p:extLst>
      <p:ext uri="{BB962C8B-B14F-4D97-AF65-F5344CB8AC3E}">
        <p14:creationId xmlns:p14="http://schemas.microsoft.com/office/powerpoint/2010/main" val="302541926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36</a:t>
            </a:fld>
            <a:endParaRPr lang="zh-CN" altLang="en-US" sz="1200"/>
          </a:p>
        </p:txBody>
      </p:sp>
    </p:spTree>
    <p:extLst>
      <p:ext uri="{BB962C8B-B14F-4D97-AF65-F5344CB8AC3E}">
        <p14:creationId xmlns:p14="http://schemas.microsoft.com/office/powerpoint/2010/main" val="33014231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37</a:t>
            </a:fld>
            <a:endParaRPr lang="zh-CN" altLang="en-US" sz="1200"/>
          </a:p>
        </p:txBody>
      </p:sp>
    </p:spTree>
    <p:extLst>
      <p:ext uri="{BB962C8B-B14F-4D97-AF65-F5344CB8AC3E}">
        <p14:creationId xmlns:p14="http://schemas.microsoft.com/office/powerpoint/2010/main" val="11441281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38</a:t>
            </a:fld>
            <a:endParaRPr lang="zh-CN" altLang="en-US" sz="1200"/>
          </a:p>
        </p:txBody>
      </p:sp>
    </p:spTree>
    <p:extLst>
      <p:ext uri="{BB962C8B-B14F-4D97-AF65-F5344CB8AC3E}">
        <p14:creationId xmlns:p14="http://schemas.microsoft.com/office/powerpoint/2010/main" val="212088052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39</a:t>
            </a:fld>
            <a:endParaRPr lang="zh-CN" altLang="en-US" sz="1200"/>
          </a:p>
        </p:txBody>
      </p:sp>
    </p:spTree>
    <p:extLst>
      <p:ext uri="{BB962C8B-B14F-4D97-AF65-F5344CB8AC3E}">
        <p14:creationId xmlns:p14="http://schemas.microsoft.com/office/powerpoint/2010/main" val="344199985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t>40</a:t>
            </a:fld>
            <a:endParaRPr lang="zh-CN" altLang="en-US"/>
          </a:p>
        </p:txBody>
      </p:sp>
    </p:spTree>
    <p:extLst>
      <p:ext uri="{BB962C8B-B14F-4D97-AF65-F5344CB8AC3E}">
        <p14:creationId xmlns:p14="http://schemas.microsoft.com/office/powerpoint/2010/main" val="363828664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41</a:t>
            </a:fld>
            <a:endParaRPr lang="zh-CN" altLang="en-US" sz="1200"/>
          </a:p>
        </p:txBody>
      </p:sp>
    </p:spTree>
    <p:extLst>
      <p:ext uri="{BB962C8B-B14F-4D97-AF65-F5344CB8AC3E}">
        <p14:creationId xmlns:p14="http://schemas.microsoft.com/office/powerpoint/2010/main" val="40526226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42</a:t>
            </a:fld>
            <a:endParaRPr lang="zh-CN" altLang="en-US" sz="1200"/>
          </a:p>
        </p:txBody>
      </p:sp>
    </p:spTree>
    <p:extLst>
      <p:ext uri="{BB962C8B-B14F-4D97-AF65-F5344CB8AC3E}">
        <p14:creationId xmlns:p14="http://schemas.microsoft.com/office/powerpoint/2010/main" val="311164763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a:ea typeface="宋体" panose="02010600030101010101" pitchFamily="2" charset="-122"/>
              </a:rPr>
              <a:t>系统工程的特点：把研究对象作为整体看待，要求对任一对象的研究都必须从它的组成、结构、功能、相互联系方式、历史发展和外部环境等方面进行综合的考察。</a:t>
            </a:r>
          </a:p>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43</a:t>
            </a:fld>
            <a:endParaRPr lang="zh-CN" altLang="en-US" sz="1200"/>
          </a:p>
        </p:txBody>
      </p:sp>
    </p:spTree>
    <p:extLst>
      <p:ext uri="{BB962C8B-B14F-4D97-AF65-F5344CB8AC3E}">
        <p14:creationId xmlns:p14="http://schemas.microsoft.com/office/powerpoint/2010/main" val="278309745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8537CBA-0E44-4282-A4F0-C3BCC1A4C2D1}" type="slidenum">
              <a:rPr lang="zh-CN" altLang="en-US" smtClean="0"/>
              <a:t>44</a:t>
            </a:fld>
            <a:endParaRPr lang="zh-CN" altLang="en-US"/>
          </a:p>
        </p:txBody>
      </p:sp>
    </p:spTree>
    <p:extLst>
      <p:ext uri="{BB962C8B-B14F-4D97-AF65-F5344CB8AC3E}">
        <p14:creationId xmlns:p14="http://schemas.microsoft.com/office/powerpoint/2010/main" val="237732188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45</a:t>
            </a:fld>
            <a:endParaRPr lang="zh-CN" altLang="en-US" sz="1200"/>
          </a:p>
        </p:txBody>
      </p:sp>
    </p:spTree>
    <p:extLst>
      <p:ext uri="{BB962C8B-B14F-4D97-AF65-F5344CB8AC3E}">
        <p14:creationId xmlns:p14="http://schemas.microsoft.com/office/powerpoint/2010/main" val="78649225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t>46</a:t>
            </a:fld>
            <a:endParaRPr lang="zh-CN" altLang="en-US"/>
          </a:p>
        </p:txBody>
      </p:sp>
    </p:spTree>
    <p:extLst>
      <p:ext uri="{BB962C8B-B14F-4D97-AF65-F5344CB8AC3E}">
        <p14:creationId xmlns:p14="http://schemas.microsoft.com/office/powerpoint/2010/main" val="319268135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47</a:t>
            </a:fld>
            <a:endParaRPr lang="zh-CN" altLang="en-US" sz="1200"/>
          </a:p>
        </p:txBody>
      </p:sp>
    </p:spTree>
    <p:extLst>
      <p:ext uri="{BB962C8B-B14F-4D97-AF65-F5344CB8AC3E}">
        <p14:creationId xmlns:p14="http://schemas.microsoft.com/office/powerpoint/2010/main" val="98395149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48</a:t>
            </a:fld>
            <a:endParaRPr lang="zh-CN" altLang="en-US" sz="1200"/>
          </a:p>
        </p:txBody>
      </p:sp>
    </p:spTree>
    <p:extLst>
      <p:ext uri="{BB962C8B-B14F-4D97-AF65-F5344CB8AC3E}">
        <p14:creationId xmlns:p14="http://schemas.microsoft.com/office/powerpoint/2010/main" val="412890208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49</a:t>
            </a:fld>
            <a:endParaRPr lang="zh-CN" altLang="en-US" sz="1200"/>
          </a:p>
        </p:txBody>
      </p:sp>
    </p:spTree>
    <p:extLst>
      <p:ext uri="{BB962C8B-B14F-4D97-AF65-F5344CB8AC3E}">
        <p14:creationId xmlns:p14="http://schemas.microsoft.com/office/powerpoint/2010/main" val="146623325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50</a:t>
            </a:fld>
            <a:endParaRPr lang="zh-CN" altLang="en-US" sz="1200"/>
          </a:p>
        </p:txBody>
      </p:sp>
    </p:spTree>
    <p:extLst>
      <p:ext uri="{BB962C8B-B14F-4D97-AF65-F5344CB8AC3E}">
        <p14:creationId xmlns:p14="http://schemas.microsoft.com/office/powerpoint/2010/main" val="115535148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51</a:t>
            </a:fld>
            <a:endParaRPr lang="zh-CN" altLang="en-US" sz="1200"/>
          </a:p>
        </p:txBody>
      </p:sp>
    </p:spTree>
    <p:extLst>
      <p:ext uri="{BB962C8B-B14F-4D97-AF65-F5344CB8AC3E}">
        <p14:creationId xmlns:p14="http://schemas.microsoft.com/office/powerpoint/2010/main" val="85190128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52</a:t>
            </a:fld>
            <a:endParaRPr lang="zh-CN" altLang="en-US" sz="1200"/>
          </a:p>
        </p:txBody>
      </p:sp>
    </p:spTree>
    <p:extLst>
      <p:ext uri="{BB962C8B-B14F-4D97-AF65-F5344CB8AC3E}">
        <p14:creationId xmlns:p14="http://schemas.microsoft.com/office/powerpoint/2010/main" val="218919436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53</a:t>
            </a:fld>
            <a:endParaRPr lang="zh-CN" altLang="en-US" sz="1200"/>
          </a:p>
        </p:txBody>
      </p:sp>
    </p:spTree>
    <p:extLst>
      <p:ext uri="{BB962C8B-B14F-4D97-AF65-F5344CB8AC3E}">
        <p14:creationId xmlns:p14="http://schemas.microsoft.com/office/powerpoint/2010/main" val="197324292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54</a:t>
            </a:fld>
            <a:endParaRPr lang="zh-CN" altLang="en-US" sz="1200"/>
          </a:p>
        </p:txBody>
      </p:sp>
    </p:spTree>
    <p:extLst>
      <p:ext uri="{BB962C8B-B14F-4D97-AF65-F5344CB8AC3E}">
        <p14:creationId xmlns:p14="http://schemas.microsoft.com/office/powerpoint/2010/main" val="206892541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55</a:t>
            </a:fld>
            <a:endParaRPr lang="zh-CN" altLang="en-US" sz="1200"/>
          </a:p>
        </p:txBody>
      </p:sp>
    </p:spTree>
    <p:extLst>
      <p:ext uri="{BB962C8B-B14F-4D97-AF65-F5344CB8AC3E}">
        <p14:creationId xmlns:p14="http://schemas.microsoft.com/office/powerpoint/2010/main" val="216450245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56</a:t>
            </a:fld>
            <a:endParaRPr lang="zh-CN" altLang="en-US" sz="1200"/>
          </a:p>
        </p:txBody>
      </p:sp>
    </p:spTree>
    <p:extLst>
      <p:ext uri="{BB962C8B-B14F-4D97-AF65-F5344CB8AC3E}">
        <p14:creationId xmlns:p14="http://schemas.microsoft.com/office/powerpoint/2010/main" val="55810184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57</a:t>
            </a:fld>
            <a:endParaRPr lang="zh-CN" altLang="en-US" sz="1200"/>
          </a:p>
        </p:txBody>
      </p:sp>
    </p:spTree>
    <p:extLst>
      <p:ext uri="{BB962C8B-B14F-4D97-AF65-F5344CB8AC3E}">
        <p14:creationId xmlns:p14="http://schemas.microsoft.com/office/powerpoint/2010/main" val="104714093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58</a:t>
            </a:fld>
            <a:endParaRPr lang="zh-CN" altLang="en-US" sz="1200"/>
          </a:p>
        </p:txBody>
      </p:sp>
    </p:spTree>
    <p:extLst>
      <p:ext uri="{BB962C8B-B14F-4D97-AF65-F5344CB8AC3E}">
        <p14:creationId xmlns:p14="http://schemas.microsoft.com/office/powerpoint/2010/main" val="245660430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59</a:t>
            </a:fld>
            <a:endParaRPr lang="zh-CN" altLang="en-US" sz="1200"/>
          </a:p>
        </p:txBody>
      </p:sp>
    </p:spTree>
    <p:extLst>
      <p:ext uri="{BB962C8B-B14F-4D97-AF65-F5344CB8AC3E}">
        <p14:creationId xmlns:p14="http://schemas.microsoft.com/office/powerpoint/2010/main" val="39229994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60</a:t>
            </a:fld>
            <a:endParaRPr lang="zh-CN" altLang="en-US" sz="1200"/>
          </a:p>
        </p:txBody>
      </p:sp>
    </p:spTree>
    <p:extLst>
      <p:ext uri="{BB962C8B-B14F-4D97-AF65-F5344CB8AC3E}">
        <p14:creationId xmlns:p14="http://schemas.microsoft.com/office/powerpoint/2010/main" val="352343436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61</a:t>
            </a:fld>
            <a:endParaRPr lang="zh-CN" altLang="en-US" sz="1200"/>
          </a:p>
        </p:txBody>
      </p:sp>
    </p:spTree>
    <p:extLst>
      <p:ext uri="{BB962C8B-B14F-4D97-AF65-F5344CB8AC3E}">
        <p14:creationId xmlns:p14="http://schemas.microsoft.com/office/powerpoint/2010/main" val="127517377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62</a:t>
            </a:fld>
            <a:endParaRPr lang="zh-CN" altLang="en-US" sz="1200"/>
          </a:p>
        </p:txBody>
      </p:sp>
    </p:spTree>
    <p:extLst>
      <p:ext uri="{BB962C8B-B14F-4D97-AF65-F5344CB8AC3E}">
        <p14:creationId xmlns:p14="http://schemas.microsoft.com/office/powerpoint/2010/main" val="276175488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63</a:t>
            </a:fld>
            <a:endParaRPr lang="zh-CN" altLang="en-US" sz="1200"/>
          </a:p>
        </p:txBody>
      </p:sp>
    </p:spTree>
    <p:extLst>
      <p:ext uri="{BB962C8B-B14F-4D97-AF65-F5344CB8AC3E}">
        <p14:creationId xmlns:p14="http://schemas.microsoft.com/office/powerpoint/2010/main" val="288354046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64</a:t>
            </a:fld>
            <a:endParaRPr lang="zh-CN" altLang="en-US" sz="1200"/>
          </a:p>
        </p:txBody>
      </p:sp>
    </p:spTree>
    <p:extLst>
      <p:ext uri="{BB962C8B-B14F-4D97-AF65-F5344CB8AC3E}">
        <p14:creationId xmlns:p14="http://schemas.microsoft.com/office/powerpoint/2010/main" val="11477718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65</a:t>
            </a:fld>
            <a:endParaRPr lang="zh-CN" altLang="en-US" sz="1200"/>
          </a:p>
        </p:txBody>
      </p:sp>
    </p:spTree>
    <p:extLst>
      <p:ext uri="{BB962C8B-B14F-4D97-AF65-F5344CB8AC3E}">
        <p14:creationId xmlns:p14="http://schemas.microsoft.com/office/powerpoint/2010/main" val="64561631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66</a:t>
            </a:fld>
            <a:endParaRPr lang="zh-CN" altLang="en-US" sz="1200"/>
          </a:p>
        </p:txBody>
      </p:sp>
    </p:spTree>
    <p:extLst>
      <p:ext uri="{BB962C8B-B14F-4D97-AF65-F5344CB8AC3E}">
        <p14:creationId xmlns:p14="http://schemas.microsoft.com/office/powerpoint/2010/main" val="117003753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67</a:t>
            </a:fld>
            <a:endParaRPr lang="zh-CN" altLang="en-US" sz="1200"/>
          </a:p>
        </p:txBody>
      </p:sp>
    </p:spTree>
    <p:extLst>
      <p:ext uri="{BB962C8B-B14F-4D97-AF65-F5344CB8AC3E}">
        <p14:creationId xmlns:p14="http://schemas.microsoft.com/office/powerpoint/2010/main" val="275422065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68</a:t>
            </a:fld>
            <a:endParaRPr lang="zh-CN" altLang="en-US" sz="1200"/>
          </a:p>
        </p:txBody>
      </p:sp>
    </p:spTree>
    <p:extLst>
      <p:ext uri="{BB962C8B-B14F-4D97-AF65-F5344CB8AC3E}">
        <p14:creationId xmlns:p14="http://schemas.microsoft.com/office/powerpoint/2010/main" val="91106462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t>69</a:t>
            </a:fld>
            <a:endParaRPr lang="zh-CN" altLang="en-US"/>
          </a:p>
        </p:txBody>
      </p:sp>
    </p:spTree>
    <p:extLst>
      <p:ext uri="{BB962C8B-B14F-4D97-AF65-F5344CB8AC3E}">
        <p14:creationId xmlns:p14="http://schemas.microsoft.com/office/powerpoint/2010/main" val="427983638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70</a:t>
            </a:fld>
            <a:endParaRPr lang="zh-CN" altLang="en-US" sz="1200"/>
          </a:p>
        </p:txBody>
      </p:sp>
    </p:spTree>
    <p:extLst>
      <p:ext uri="{BB962C8B-B14F-4D97-AF65-F5344CB8AC3E}">
        <p14:creationId xmlns:p14="http://schemas.microsoft.com/office/powerpoint/2010/main" val="249188421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71</a:t>
            </a:fld>
            <a:endParaRPr lang="zh-CN" altLang="en-US" sz="1200"/>
          </a:p>
        </p:txBody>
      </p:sp>
    </p:spTree>
    <p:extLst>
      <p:ext uri="{BB962C8B-B14F-4D97-AF65-F5344CB8AC3E}">
        <p14:creationId xmlns:p14="http://schemas.microsoft.com/office/powerpoint/2010/main" val="213263387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72</a:t>
            </a:fld>
            <a:endParaRPr lang="zh-CN" altLang="en-US" sz="1200"/>
          </a:p>
        </p:txBody>
      </p:sp>
    </p:spTree>
    <p:extLst>
      <p:ext uri="{BB962C8B-B14F-4D97-AF65-F5344CB8AC3E}">
        <p14:creationId xmlns:p14="http://schemas.microsoft.com/office/powerpoint/2010/main" val="307720378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73</a:t>
            </a:fld>
            <a:endParaRPr lang="zh-CN" altLang="en-US" sz="1200"/>
          </a:p>
        </p:txBody>
      </p:sp>
    </p:spTree>
    <p:extLst>
      <p:ext uri="{BB962C8B-B14F-4D97-AF65-F5344CB8AC3E}">
        <p14:creationId xmlns:p14="http://schemas.microsoft.com/office/powerpoint/2010/main" val="53666817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74</a:t>
            </a:fld>
            <a:endParaRPr lang="zh-CN" altLang="en-US" sz="1200"/>
          </a:p>
        </p:txBody>
      </p:sp>
    </p:spTree>
    <p:extLst>
      <p:ext uri="{BB962C8B-B14F-4D97-AF65-F5344CB8AC3E}">
        <p14:creationId xmlns:p14="http://schemas.microsoft.com/office/powerpoint/2010/main" val="421542833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75</a:t>
            </a:fld>
            <a:endParaRPr lang="zh-CN" altLang="en-US" sz="1200"/>
          </a:p>
        </p:txBody>
      </p:sp>
    </p:spTree>
    <p:extLst>
      <p:ext uri="{BB962C8B-B14F-4D97-AF65-F5344CB8AC3E}">
        <p14:creationId xmlns:p14="http://schemas.microsoft.com/office/powerpoint/2010/main" val="195725359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76</a:t>
            </a:fld>
            <a:endParaRPr lang="zh-CN" altLang="en-US" sz="1200"/>
          </a:p>
        </p:txBody>
      </p:sp>
    </p:spTree>
    <p:extLst>
      <p:ext uri="{BB962C8B-B14F-4D97-AF65-F5344CB8AC3E}">
        <p14:creationId xmlns:p14="http://schemas.microsoft.com/office/powerpoint/2010/main" val="75374033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pPr eaLnBrk="1" hangingPunct="1"/>
            <a:endParaRPr lang="zh-CN" altLang="en-US">
              <a:ea typeface="宋体" panose="02010600030101010101" pitchFamily="2" charset="-122"/>
            </a:endParaRPr>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77</a:t>
            </a:fld>
            <a:endParaRPr lang="zh-CN" altLang="en-US" sz="1200"/>
          </a:p>
        </p:txBody>
      </p:sp>
    </p:spTree>
    <p:extLst>
      <p:ext uri="{BB962C8B-B14F-4D97-AF65-F5344CB8AC3E}">
        <p14:creationId xmlns:p14="http://schemas.microsoft.com/office/powerpoint/2010/main" val="87123905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pPr eaLnBrk="1" hangingPunct="1"/>
            <a:endParaRPr lang="zh-CN" altLang="en-US">
              <a:ea typeface="宋体" panose="02010600030101010101" pitchFamily="2" charset="-122"/>
            </a:endParaRPr>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78</a:t>
            </a:fld>
            <a:endParaRPr lang="zh-CN" altLang="en-US" sz="1200"/>
          </a:p>
        </p:txBody>
      </p:sp>
    </p:spTree>
    <p:extLst>
      <p:ext uri="{BB962C8B-B14F-4D97-AF65-F5344CB8AC3E}">
        <p14:creationId xmlns:p14="http://schemas.microsoft.com/office/powerpoint/2010/main" val="275533215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pPr eaLnBrk="1" hangingPunct="1"/>
            <a:r>
              <a:rPr lang="en-US" altLang="zh-CN">
                <a:ea typeface="宋体" panose="02010600030101010101" pitchFamily="2" charset="-122"/>
              </a:rPr>
              <a:t>1</a:t>
            </a:r>
            <a:r>
              <a:rPr lang="zh-CN" altLang="en-US">
                <a:ea typeface="宋体" panose="02010600030101010101" pitchFamily="2" charset="-122"/>
              </a:rPr>
              <a:t>、企业特定的生产方式：商业企业管理、工业企业管理等各有不同，因其利用的资源不同，主业不同，产生的效益不同。</a:t>
            </a:r>
          </a:p>
          <a:p>
            <a:pPr eaLnBrk="1" hangingPunct="1"/>
            <a:r>
              <a:rPr lang="en-US" altLang="zh-CN">
                <a:ea typeface="宋体" panose="02010600030101010101" pitchFamily="2" charset="-122"/>
              </a:rPr>
              <a:t>2</a:t>
            </a:r>
            <a:r>
              <a:rPr lang="zh-CN" altLang="en-US">
                <a:ea typeface="宋体" panose="02010600030101010101" pitchFamily="2" charset="-122"/>
              </a:rPr>
              <a:t>、管理具有其自有的方法和工具</a:t>
            </a:r>
          </a:p>
          <a:p>
            <a:pPr eaLnBrk="1" hangingPunct="1"/>
            <a:r>
              <a:rPr lang="en-US" altLang="zh-CN">
                <a:ea typeface="宋体" panose="02010600030101010101" pitchFamily="2" charset="-122"/>
              </a:rPr>
              <a:t>3</a:t>
            </a:r>
            <a:r>
              <a:rPr lang="zh-CN" altLang="en-US">
                <a:ea typeface="宋体" panose="02010600030101010101" pitchFamily="2" charset="-122"/>
              </a:rPr>
              <a:t>、管理的对象：生产各要素</a:t>
            </a:r>
          </a:p>
          <a:p>
            <a:pPr eaLnBrk="1" hangingPunct="1"/>
            <a:r>
              <a:rPr lang="en-US" altLang="zh-CN">
                <a:ea typeface="宋体" panose="02010600030101010101" pitchFamily="2" charset="-122"/>
              </a:rPr>
              <a:t>4</a:t>
            </a:r>
            <a:r>
              <a:rPr lang="zh-CN" altLang="en-US">
                <a:ea typeface="宋体" panose="02010600030101010101" pitchFamily="2" charset="-122"/>
              </a:rPr>
              <a:t>、管理的过程：反馈过程</a:t>
            </a:r>
          </a:p>
          <a:p>
            <a:pPr eaLnBrk="1" hangingPunct="1"/>
            <a:r>
              <a:rPr lang="en-US" altLang="zh-CN">
                <a:ea typeface="宋体" panose="02010600030101010101" pitchFamily="2" charset="-122"/>
              </a:rPr>
              <a:t>5</a:t>
            </a:r>
            <a:r>
              <a:rPr lang="zh-CN" altLang="en-US">
                <a:ea typeface="宋体" panose="02010600030101010101" pitchFamily="2" charset="-122"/>
              </a:rPr>
              <a:t>、管理的目标：利润最大化，企业价值最大化</a:t>
            </a:r>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79</a:t>
            </a:fld>
            <a:endParaRPr lang="zh-CN" altLang="en-US" sz="1200"/>
          </a:p>
        </p:txBody>
      </p:sp>
    </p:spTree>
    <p:extLst>
      <p:ext uri="{BB962C8B-B14F-4D97-AF65-F5344CB8AC3E}">
        <p14:creationId xmlns:p14="http://schemas.microsoft.com/office/powerpoint/2010/main" val="46314668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pPr eaLnBrk="1" hangingPunct="1"/>
            <a:r>
              <a:rPr lang="en-US" altLang="zh-CN">
                <a:ea typeface="宋体" panose="02010600030101010101" pitchFamily="2" charset="-122"/>
              </a:rPr>
              <a:t>1</a:t>
            </a:r>
            <a:r>
              <a:rPr lang="zh-CN" altLang="en-US">
                <a:ea typeface="宋体" panose="02010600030101010101" pitchFamily="2" charset="-122"/>
              </a:rPr>
              <a:t>、企业特定的生产方式：商业企业管理、工业企业管理等各有不同，因其利用的资源不同，主业不同，产生的效益不同。</a:t>
            </a:r>
          </a:p>
          <a:p>
            <a:pPr eaLnBrk="1" hangingPunct="1"/>
            <a:r>
              <a:rPr lang="en-US" altLang="zh-CN">
                <a:ea typeface="宋体" panose="02010600030101010101" pitchFamily="2" charset="-122"/>
              </a:rPr>
              <a:t>2</a:t>
            </a:r>
            <a:r>
              <a:rPr lang="zh-CN" altLang="en-US">
                <a:ea typeface="宋体" panose="02010600030101010101" pitchFamily="2" charset="-122"/>
              </a:rPr>
              <a:t>、管理具有其自有的方法和工具</a:t>
            </a:r>
          </a:p>
          <a:p>
            <a:pPr eaLnBrk="1" hangingPunct="1"/>
            <a:r>
              <a:rPr lang="en-US" altLang="zh-CN">
                <a:ea typeface="宋体" panose="02010600030101010101" pitchFamily="2" charset="-122"/>
              </a:rPr>
              <a:t>3</a:t>
            </a:r>
            <a:r>
              <a:rPr lang="zh-CN" altLang="en-US">
                <a:ea typeface="宋体" panose="02010600030101010101" pitchFamily="2" charset="-122"/>
              </a:rPr>
              <a:t>、管理的对象：生产各要素</a:t>
            </a:r>
          </a:p>
          <a:p>
            <a:pPr eaLnBrk="1" hangingPunct="1"/>
            <a:r>
              <a:rPr lang="en-US" altLang="zh-CN">
                <a:ea typeface="宋体" panose="02010600030101010101" pitchFamily="2" charset="-122"/>
              </a:rPr>
              <a:t>4</a:t>
            </a:r>
            <a:r>
              <a:rPr lang="zh-CN" altLang="en-US">
                <a:ea typeface="宋体" panose="02010600030101010101" pitchFamily="2" charset="-122"/>
              </a:rPr>
              <a:t>、管理的过程：反馈过程</a:t>
            </a:r>
          </a:p>
          <a:p>
            <a:pPr eaLnBrk="1" hangingPunct="1"/>
            <a:r>
              <a:rPr lang="en-US" altLang="zh-CN">
                <a:ea typeface="宋体" panose="02010600030101010101" pitchFamily="2" charset="-122"/>
              </a:rPr>
              <a:t>5</a:t>
            </a:r>
            <a:r>
              <a:rPr lang="zh-CN" altLang="en-US">
                <a:ea typeface="宋体" panose="02010600030101010101" pitchFamily="2" charset="-122"/>
              </a:rPr>
              <a:t>、管理的目标：利润最大化，企业价值最大化</a:t>
            </a:r>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80</a:t>
            </a:fld>
            <a:endParaRPr lang="zh-CN" altLang="en-US" sz="1200"/>
          </a:p>
        </p:txBody>
      </p:sp>
    </p:spTree>
    <p:extLst>
      <p:ext uri="{BB962C8B-B14F-4D97-AF65-F5344CB8AC3E}">
        <p14:creationId xmlns:p14="http://schemas.microsoft.com/office/powerpoint/2010/main" val="318543688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81</a:t>
            </a:fld>
            <a:endParaRPr lang="zh-CN" altLang="en-US" sz="1200"/>
          </a:p>
        </p:txBody>
      </p:sp>
    </p:spTree>
    <p:extLst>
      <p:ext uri="{BB962C8B-B14F-4D97-AF65-F5344CB8AC3E}">
        <p14:creationId xmlns:p14="http://schemas.microsoft.com/office/powerpoint/2010/main" val="283855160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82</a:t>
            </a:fld>
            <a:endParaRPr lang="zh-CN" altLang="en-US" sz="1200"/>
          </a:p>
        </p:txBody>
      </p:sp>
    </p:spTree>
    <p:extLst>
      <p:ext uri="{BB962C8B-B14F-4D97-AF65-F5344CB8AC3E}">
        <p14:creationId xmlns:p14="http://schemas.microsoft.com/office/powerpoint/2010/main" val="71379164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83</a:t>
            </a:fld>
            <a:endParaRPr lang="zh-CN" altLang="en-US" sz="1200"/>
          </a:p>
        </p:txBody>
      </p:sp>
    </p:spTree>
    <p:extLst>
      <p:ext uri="{BB962C8B-B14F-4D97-AF65-F5344CB8AC3E}">
        <p14:creationId xmlns:p14="http://schemas.microsoft.com/office/powerpoint/2010/main" val="66229166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84</a:t>
            </a:fld>
            <a:endParaRPr lang="zh-CN" altLang="en-US" sz="1200"/>
          </a:p>
        </p:txBody>
      </p:sp>
    </p:spTree>
    <p:extLst>
      <p:ext uri="{BB962C8B-B14F-4D97-AF65-F5344CB8AC3E}">
        <p14:creationId xmlns:p14="http://schemas.microsoft.com/office/powerpoint/2010/main" val="373527709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pPr eaLnBrk="1" hangingPunct="1">
              <a:lnSpc>
                <a:spcPct val="115000"/>
              </a:lnSpc>
              <a:spcBef>
                <a:spcPct val="0"/>
              </a:spcBef>
            </a:pPr>
            <a:r>
              <a:rPr lang="en-US" altLang="zh-CN" b="1">
                <a:ea typeface="宋体" panose="02010600030101010101" pitchFamily="2" charset="-122"/>
              </a:rPr>
              <a:t>1</a:t>
            </a:r>
            <a:r>
              <a:rPr lang="zh-CN" altLang="en-US" b="1">
                <a:ea typeface="宋体" panose="02010600030101010101" pitchFamily="2" charset="-122"/>
              </a:rPr>
              <a:t>．项目集成管理</a:t>
            </a:r>
          </a:p>
          <a:p>
            <a:pPr algn="just" eaLnBrk="1" hangingPunct="1">
              <a:lnSpc>
                <a:spcPct val="105000"/>
              </a:lnSpc>
              <a:spcBef>
                <a:spcPct val="0"/>
              </a:spcBef>
            </a:pPr>
            <a:r>
              <a:rPr lang="zh-CN" altLang="en-US" b="1">
                <a:ea typeface="宋体" panose="02010600030101010101" pitchFamily="2" charset="-122"/>
              </a:rPr>
              <a:t>确保各种项目工作和项目的成功要素能够很好的协调与配合，以及相应的管理理论、方法、工具。</a:t>
            </a:r>
          </a:p>
          <a:p>
            <a:pPr algn="just" eaLnBrk="1" hangingPunct="1">
              <a:lnSpc>
                <a:spcPct val="105000"/>
              </a:lnSpc>
              <a:spcBef>
                <a:spcPct val="0"/>
              </a:spcBef>
            </a:pPr>
            <a:r>
              <a:rPr lang="en-US" altLang="zh-CN" b="1">
                <a:ea typeface="宋体" panose="02010600030101010101" pitchFamily="2" charset="-122"/>
              </a:rPr>
              <a:t>2</a:t>
            </a:r>
            <a:r>
              <a:rPr lang="zh-CN" altLang="en-US" b="1">
                <a:ea typeface="宋体" panose="02010600030101010101" pitchFamily="2" charset="-122"/>
              </a:rPr>
              <a:t>．项目范围管理</a:t>
            </a:r>
          </a:p>
          <a:p>
            <a:pPr algn="just" eaLnBrk="1" hangingPunct="1">
              <a:lnSpc>
                <a:spcPct val="105000"/>
              </a:lnSpc>
              <a:spcBef>
                <a:spcPct val="0"/>
              </a:spcBef>
            </a:pPr>
            <a:r>
              <a:rPr lang="zh-CN" altLang="en-US" b="1">
                <a:ea typeface="宋体" panose="02010600030101010101" pitchFamily="2" charset="-122"/>
              </a:rPr>
              <a:t>计划和界定一个项目或项目阶段需要完成的工作和必须要完成的工作的管理工作的理论、方法、工具。</a:t>
            </a:r>
            <a:endParaRPr lang="zh-CN" altLang="en-US">
              <a:solidFill>
                <a:schemeClr val="accent2"/>
              </a:solidFill>
              <a:ea typeface="宋体" panose="02010600030101010101" pitchFamily="2" charset="-122"/>
            </a:endParaRPr>
          </a:p>
          <a:p>
            <a:pPr eaLnBrk="1" hangingPunct="1">
              <a:lnSpc>
                <a:spcPct val="115000"/>
              </a:lnSpc>
              <a:spcBef>
                <a:spcPct val="0"/>
              </a:spcBef>
            </a:pPr>
            <a:r>
              <a:rPr lang="en-US" altLang="zh-CN" b="1">
                <a:ea typeface="宋体" panose="02010600030101010101" pitchFamily="2" charset="-122"/>
              </a:rPr>
              <a:t>3</a:t>
            </a:r>
            <a:r>
              <a:rPr lang="zh-CN" altLang="en-US" b="1">
                <a:ea typeface="宋体" panose="02010600030101010101" pitchFamily="2" charset="-122"/>
              </a:rPr>
              <a:t>．项目时间管理</a:t>
            </a:r>
          </a:p>
          <a:p>
            <a:pPr eaLnBrk="1" hangingPunct="1">
              <a:lnSpc>
                <a:spcPct val="115000"/>
              </a:lnSpc>
              <a:spcBef>
                <a:spcPct val="0"/>
              </a:spcBef>
            </a:pPr>
            <a:r>
              <a:rPr lang="zh-CN" altLang="en-US" b="1">
                <a:ea typeface="宋体" panose="02010600030101010101" pitchFamily="2" charset="-122"/>
              </a:rPr>
              <a:t>又叫项目工期进度管理，是有关如何按时完成项目工作的理论、方法、工具。</a:t>
            </a:r>
          </a:p>
          <a:p>
            <a:pPr algn="just" eaLnBrk="1" hangingPunct="1">
              <a:lnSpc>
                <a:spcPct val="115000"/>
              </a:lnSpc>
              <a:spcBef>
                <a:spcPct val="0"/>
              </a:spcBef>
            </a:pPr>
            <a:r>
              <a:rPr lang="en-US" altLang="zh-CN" sz="1200" b="1">
                <a:ea typeface="宋体" panose="02010600030101010101" pitchFamily="2" charset="-122"/>
              </a:rPr>
              <a:t>4</a:t>
            </a:r>
            <a:r>
              <a:rPr lang="zh-CN" altLang="en-US" sz="1200" b="1">
                <a:ea typeface="宋体" panose="02010600030101010101" pitchFamily="2" charset="-122"/>
              </a:rPr>
              <a:t>．项目成本管理</a:t>
            </a:r>
          </a:p>
          <a:p>
            <a:pPr algn="just" eaLnBrk="1" hangingPunct="1">
              <a:lnSpc>
                <a:spcPct val="115000"/>
              </a:lnSpc>
              <a:spcBef>
                <a:spcPct val="0"/>
              </a:spcBef>
            </a:pPr>
            <a:r>
              <a:rPr lang="zh-CN" altLang="en-US" sz="1200" b="1">
                <a:ea typeface="宋体" panose="02010600030101010101" pitchFamily="2" charset="-122"/>
              </a:rPr>
              <a:t>又叫项目选价管理，是如何在不超出项目预算的情况下完成整个项目工作，所需的管理理论、方法、工具。</a:t>
            </a:r>
          </a:p>
          <a:p>
            <a:pPr algn="just" eaLnBrk="1" hangingPunct="1">
              <a:lnSpc>
                <a:spcPct val="115000"/>
              </a:lnSpc>
              <a:spcBef>
                <a:spcPct val="0"/>
              </a:spcBef>
            </a:pPr>
            <a:endParaRPr lang="zh-CN" altLang="en-US" sz="1200" b="1">
              <a:ea typeface="宋体" panose="02010600030101010101" pitchFamily="2" charset="-122"/>
            </a:endParaRPr>
          </a:p>
          <a:p>
            <a:pPr algn="just" eaLnBrk="1" hangingPunct="1">
              <a:lnSpc>
                <a:spcPct val="115000"/>
              </a:lnSpc>
              <a:spcBef>
                <a:spcPct val="0"/>
              </a:spcBef>
            </a:pPr>
            <a:r>
              <a:rPr lang="en-US" altLang="zh-CN" sz="1200" b="1">
                <a:ea typeface="宋体" panose="02010600030101010101" pitchFamily="2" charset="-122"/>
              </a:rPr>
              <a:t>   5</a:t>
            </a:r>
            <a:r>
              <a:rPr lang="zh-CN" altLang="en-US" sz="1200" b="1">
                <a:ea typeface="宋体" panose="02010600030101010101" pitchFamily="2" charset="-122"/>
              </a:rPr>
              <a:t>．项目质量管理</a:t>
            </a:r>
          </a:p>
          <a:p>
            <a:pPr algn="just" eaLnBrk="1" hangingPunct="1">
              <a:lnSpc>
                <a:spcPct val="115000"/>
              </a:lnSpc>
              <a:spcBef>
                <a:spcPct val="0"/>
              </a:spcBef>
            </a:pPr>
            <a:r>
              <a:rPr lang="zh-CN" altLang="en-US" sz="1200" b="1">
                <a:ea typeface="宋体" panose="02010600030101010101" pitchFamily="2" charset="-122"/>
              </a:rPr>
              <a:t>           如何确保项目质量，以及保证项目质量所需的管理理论、方法、工具。</a:t>
            </a:r>
          </a:p>
          <a:p>
            <a:pPr algn="just" eaLnBrk="1" hangingPunct="1">
              <a:lnSpc>
                <a:spcPct val="115000"/>
              </a:lnSpc>
              <a:spcBef>
                <a:spcPct val="0"/>
              </a:spcBef>
            </a:pPr>
            <a:r>
              <a:rPr lang="zh-CN" altLang="en-US" sz="1200" b="1">
                <a:ea typeface="宋体" panose="02010600030101010101" pitchFamily="2" charset="-122"/>
              </a:rPr>
              <a:t>    </a:t>
            </a:r>
            <a:r>
              <a:rPr lang="en-US" altLang="zh-CN" sz="1200" b="1">
                <a:ea typeface="宋体" panose="02010600030101010101" pitchFamily="2" charset="-122"/>
              </a:rPr>
              <a:t>6</a:t>
            </a:r>
            <a:r>
              <a:rPr lang="zh-CN" altLang="en-US" sz="1200" b="1">
                <a:ea typeface="宋体" panose="02010600030101010101" pitchFamily="2" charset="-122"/>
              </a:rPr>
              <a:t>．项目人力资源管理</a:t>
            </a:r>
          </a:p>
          <a:p>
            <a:pPr algn="just" eaLnBrk="1" hangingPunct="1">
              <a:lnSpc>
                <a:spcPct val="115000"/>
              </a:lnSpc>
              <a:spcBef>
                <a:spcPct val="0"/>
              </a:spcBef>
            </a:pPr>
            <a:r>
              <a:rPr lang="zh-CN" altLang="en-US" sz="1200" b="1">
                <a:ea typeface="宋体" panose="02010600030101010101" pitchFamily="2" charset="-122"/>
              </a:rPr>
              <a:t>           如何更有效地利用项目所涉及的人力资源，以及在项目人力资源管理方面所需的管理理论、方法、工具。</a:t>
            </a:r>
          </a:p>
          <a:p>
            <a:pPr algn="just" eaLnBrk="1" hangingPunct="1">
              <a:lnSpc>
                <a:spcPct val="125000"/>
              </a:lnSpc>
              <a:spcBef>
                <a:spcPct val="0"/>
              </a:spcBef>
            </a:pPr>
            <a:r>
              <a:rPr lang="en-US" altLang="zh-CN" b="1">
                <a:ea typeface="宋体" panose="02010600030101010101" pitchFamily="2" charset="-122"/>
              </a:rPr>
              <a:t>7</a:t>
            </a:r>
            <a:r>
              <a:rPr lang="zh-CN" altLang="en-US" b="1">
                <a:ea typeface="宋体" panose="02010600030101010101" pitchFamily="2" charset="-122"/>
              </a:rPr>
              <a:t>．	项目沟通管理</a:t>
            </a:r>
          </a:p>
          <a:p>
            <a:pPr algn="just" eaLnBrk="1" hangingPunct="1">
              <a:lnSpc>
                <a:spcPct val="125000"/>
              </a:lnSpc>
              <a:spcBef>
                <a:spcPct val="0"/>
              </a:spcBef>
            </a:pPr>
            <a:r>
              <a:rPr lang="zh-CN" altLang="en-US" b="1">
                <a:ea typeface="宋体" panose="02010600030101010101" pitchFamily="2" charset="-122"/>
              </a:rPr>
              <a:t>          如何有效、及时地生成、收集、储存、处理和最有效的使用项目信息，以及在项目信息和沟通管理方面所需的管理理论、方法、工具。</a:t>
            </a:r>
          </a:p>
          <a:p>
            <a:pPr algn="just" eaLnBrk="1" hangingPunct="1">
              <a:lnSpc>
                <a:spcPct val="125000"/>
              </a:lnSpc>
              <a:spcBef>
                <a:spcPct val="0"/>
              </a:spcBef>
            </a:pPr>
            <a:r>
              <a:rPr lang="zh-CN" altLang="en-US" b="1">
                <a:ea typeface="宋体" panose="02010600030101010101" pitchFamily="2" charset="-122"/>
              </a:rPr>
              <a:t>    </a:t>
            </a:r>
            <a:r>
              <a:rPr lang="en-US" altLang="zh-CN" b="1">
                <a:ea typeface="宋体" panose="02010600030101010101" pitchFamily="2" charset="-122"/>
              </a:rPr>
              <a:t>8</a:t>
            </a:r>
            <a:r>
              <a:rPr lang="zh-CN" altLang="en-US" b="1">
                <a:ea typeface="宋体" panose="02010600030101010101" pitchFamily="2" charset="-122"/>
              </a:rPr>
              <a:t>．	项目风险管理</a:t>
            </a:r>
          </a:p>
          <a:p>
            <a:pPr algn="just" eaLnBrk="1" hangingPunct="1">
              <a:lnSpc>
                <a:spcPct val="125000"/>
              </a:lnSpc>
              <a:spcBef>
                <a:spcPct val="0"/>
              </a:spcBef>
            </a:pPr>
            <a:r>
              <a:rPr lang="zh-CN" altLang="en-US" b="1">
                <a:ea typeface="宋体" panose="02010600030101010101" pitchFamily="2" charset="-122"/>
              </a:rPr>
              <a:t>          如何识别项目风险、分析项目风险和应对项目风险，以及项目风险管理所需的管理理论方法、工具。</a:t>
            </a:r>
          </a:p>
          <a:p>
            <a:pPr algn="just" eaLnBrk="1" hangingPunct="1">
              <a:lnSpc>
                <a:spcPct val="120000"/>
              </a:lnSpc>
              <a:spcBef>
                <a:spcPct val="0"/>
              </a:spcBef>
            </a:pPr>
            <a:r>
              <a:rPr lang="en-US" altLang="zh-CN" b="1">
                <a:ea typeface="宋体" panose="02010600030101010101" pitchFamily="2" charset="-122"/>
              </a:rPr>
              <a:t>9</a:t>
            </a:r>
            <a:r>
              <a:rPr lang="zh-CN" altLang="en-US" b="1">
                <a:ea typeface="宋体" panose="02010600030101010101" pitchFamily="2" charset="-122"/>
              </a:rPr>
              <a:t>．	项目采购管理</a:t>
            </a:r>
          </a:p>
          <a:p>
            <a:pPr algn="just" eaLnBrk="1" hangingPunct="1">
              <a:lnSpc>
                <a:spcPct val="120000"/>
              </a:lnSpc>
              <a:spcBef>
                <a:spcPct val="0"/>
              </a:spcBef>
            </a:pPr>
            <a:r>
              <a:rPr lang="zh-CN" altLang="en-US" b="1">
                <a:ea typeface="宋体" panose="02010600030101010101" pitchFamily="2" charset="-122"/>
              </a:rPr>
              <a:t>          也叫做项目获得管理，是有关从项目组织外部寻求和获得各种商品与劳务的管理，以及这一管理所需的理论、方法、工具。 </a:t>
            </a:r>
          </a:p>
          <a:p>
            <a:pPr eaLnBrk="1" hangingPunct="1"/>
            <a:endParaRPr lang="zh-CN" altLang="en-US">
              <a:ea typeface="宋体" panose="02010600030101010101" pitchFamily="2" charset="-122"/>
            </a:endParaRPr>
          </a:p>
          <a:p>
            <a:pPr algn="just" eaLnBrk="1" hangingPunct="1">
              <a:lnSpc>
                <a:spcPct val="125000"/>
              </a:lnSpc>
              <a:spcBef>
                <a:spcPct val="0"/>
              </a:spcBef>
            </a:pPr>
            <a:endParaRPr lang="zh-CN" altLang="en-US" sz="1200">
              <a:ea typeface="宋体" panose="02010600030101010101" pitchFamily="2" charset="-122"/>
            </a:endParaRPr>
          </a:p>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85</a:t>
            </a:fld>
            <a:endParaRPr lang="zh-CN" altLang="en-US" sz="1200"/>
          </a:p>
        </p:txBody>
      </p:sp>
    </p:spTree>
    <p:extLst>
      <p:ext uri="{BB962C8B-B14F-4D97-AF65-F5344CB8AC3E}">
        <p14:creationId xmlns:p14="http://schemas.microsoft.com/office/powerpoint/2010/main" val="79785440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86</a:t>
            </a:fld>
            <a:endParaRPr lang="zh-CN" altLang="en-US" sz="1200"/>
          </a:p>
        </p:txBody>
      </p:sp>
    </p:spTree>
    <p:extLst>
      <p:ext uri="{BB962C8B-B14F-4D97-AF65-F5344CB8AC3E}">
        <p14:creationId xmlns:p14="http://schemas.microsoft.com/office/powerpoint/2010/main" val="328525757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87</a:t>
            </a:fld>
            <a:endParaRPr lang="zh-CN" altLang="en-US" sz="1200"/>
          </a:p>
        </p:txBody>
      </p:sp>
    </p:spTree>
    <p:extLst>
      <p:ext uri="{BB962C8B-B14F-4D97-AF65-F5344CB8AC3E}">
        <p14:creationId xmlns:p14="http://schemas.microsoft.com/office/powerpoint/2010/main" val="146761017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88</a:t>
            </a:fld>
            <a:endParaRPr lang="zh-CN" altLang="en-US" sz="1200"/>
          </a:p>
        </p:txBody>
      </p:sp>
    </p:spTree>
    <p:extLst>
      <p:ext uri="{BB962C8B-B14F-4D97-AF65-F5344CB8AC3E}">
        <p14:creationId xmlns:p14="http://schemas.microsoft.com/office/powerpoint/2010/main" val="2214753864"/>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91</a:t>
            </a:fld>
            <a:endParaRPr lang="zh-CN" altLang="en-US" sz="1200"/>
          </a:p>
        </p:txBody>
      </p:sp>
    </p:spTree>
    <p:extLst>
      <p:ext uri="{BB962C8B-B14F-4D97-AF65-F5344CB8AC3E}">
        <p14:creationId xmlns:p14="http://schemas.microsoft.com/office/powerpoint/2010/main" val="264802708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t>93</a:t>
            </a:fld>
            <a:endParaRPr lang="zh-CN" altLang="en-US"/>
          </a:p>
        </p:txBody>
      </p:sp>
    </p:spTree>
    <p:extLst>
      <p:ext uri="{BB962C8B-B14F-4D97-AF65-F5344CB8AC3E}">
        <p14:creationId xmlns:p14="http://schemas.microsoft.com/office/powerpoint/2010/main" val="78140808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94</a:t>
            </a:fld>
            <a:endParaRPr lang="zh-CN" altLang="en-US" sz="1200"/>
          </a:p>
        </p:txBody>
      </p:sp>
    </p:spTree>
    <p:extLst>
      <p:ext uri="{BB962C8B-B14F-4D97-AF65-F5344CB8AC3E}">
        <p14:creationId xmlns:p14="http://schemas.microsoft.com/office/powerpoint/2010/main" val="3422694766"/>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95</a:t>
            </a:fld>
            <a:endParaRPr lang="zh-CN" altLang="en-US" sz="1200"/>
          </a:p>
        </p:txBody>
      </p:sp>
    </p:spTree>
    <p:extLst>
      <p:ext uri="{BB962C8B-B14F-4D97-AF65-F5344CB8AC3E}">
        <p14:creationId xmlns:p14="http://schemas.microsoft.com/office/powerpoint/2010/main" val="1934858533"/>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96</a:t>
            </a:fld>
            <a:endParaRPr lang="zh-CN" altLang="en-US" sz="1200"/>
          </a:p>
        </p:txBody>
      </p:sp>
    </p:spTree>
    <p:extLst>
      <p:ext uri="{BB962C8B-B14F-4D97-AF65-F5344CB8AC3E}">
        <p14:creationId xmlns:p14="http://schemas.microsoft.com/office/powerpoint/2010/main" val="265910246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97</a:t>
            </a:fld>
            <a:endParaRPr lang="zh-CN" altLang="en-US" sz="1200"/>
          </a:p>
        </p:txBody>
      </p:sp>
    </p:spTree>
    <p:extLst>
      <p:ext uri="{BB962C8B-B14F-4D97-AF65-F5344CB8AC3E}">
        <p14:creationId xmlns:p14="http://schemas.microsoft.com/office/powerpoint/2010/main" val="208895764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98</a:t>
            </a:fld>
            <a:endParaRPr lang="zh-CN" altLang="en-US" sz="1200"/>
          </a:p>
        </p:txBody>
      </p:sp>
    </p:spTree>
    <p:extLst>
      <p:ext uri="{BB962C8B-B14F-4D97-AF65-F5344CB8AC3E}">
        <p14:creationId xmlns:p14="http://schemas.microsoft.com/office/powerpoint/2010/main" val="3562120290"/>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99</a:t>
            </a:fld>
            <a:endParaRPr lang="zh-CN" altLang="en-US" sz="1200"/>
          </a:p>
        </p:txBody>
      </p:sp>
    </p:spTree>
    <p:extLst>
      <p:ext uri="{BB962C8B-B14F-4D97-AF65-F5344CB8AC3E}">
        <p14:creationId xmlns:p14="http://schemas.microsoft.com/office/powerpoint/2010/main" val="3982021463"/>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100</a:t>
            </a:fld>
            <a:endParaRPr lang="zh-CN" altLang="en-US" sz="1200"/>
          </a:p>
        </p:txBody>
      </p:sp>
    </p:spTree>
    <p:extLst>
      <p:ext uri="{BB962C8B-B14F-4D97-AF65-F5344CB8AC3E}">
        <p14:creationId xmlns:p14="http://schemas.microsoft.com/office/powerpoint/2010/main" val="2122653786"/>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101</a:t>
            </a:fld>
            <a:endParaRPr lang="zh-CN" altLang="en-US" sz="1200"/>
          </a:p>
        </p:txBody>
      </p:sp>
    </p:spTree>
    <p:extLst>
      <p:ext uri="{BB962C8B-B14F-4D97-AF65-F5344CB8AC3E}">
        <p14:creationId xmlns:p14="http://schemas.microsoft.com/office/powerpoint/2010/main" val="4019160234"/>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102</a:t>
            </a:fld>
            <a:endParaRPr lang="zh-CN" altLang="en-US" sz="1200"/>
          </a:p>
        </p:txBody>
      </p:sp>
    </p:spTree>
    <p:extLst>
      <p:ext uri="{BB962C8B-B14F-4D97-AF65-F5344CB8AC3E}">
        <p14:creationId xmlns:p14="http://schemas.microsoft.com/office/powerpoint/2010/main" val="1409642180"/>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103</a:t>
            </a:fld>
            <a:endParaRPr lang="zh-CN" altLang="en-US" sz="1200"/>
          </a:p>
        </p:txBody>
      </p:sp>
    </p:spTree>
    <p:extLst>
      <p:ext uri="{BB962C8B-B14F-4D97-AF65-F5344CB8AC3E}">
        <p14:creationId xmlns:p14="http://schemas.microsoft.com/office/powerpoint/2010/main" val="265156387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104</a:t>
            </a:fld>
            <a:endParaRPr lang="zh-CN" altLang="en-US" sz="1200"/>
          </a:p>
        </p:txBody>
      </p:sp>
    </p:spTree>
    <p:extLst>
      <p:ext uri="{BB962C8B-B14F-4D97-AF65-F5344CB8AC3E}">
        <p14:creationId xmlns:p14="http://schemas.microsoft.com/office/powerpoint/2010/main" val="3701326728"/>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105</a:t>
            </a:fld>
            <a:endParaRPr lang="zh-CN" altLang="en-US" sz="1200"/>
          </a:p>
        </p:txBody>
      </p:sp>
    </p:spTree>
    <p:extLst>
      <p:ext uri="{BB962C8B-B14F-4D97-AF65-F5344CB8AC3E}">
        <p14:creationId xmlns:p14="http://schemas.microsoft.com/office/powerpoint/2010/main" val="3480698223"/>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106</a:t>
            </a:fld>
            <a:endParaRPr lang="zh-CN" altLang="en-US" sz="1200"/>
          </a:p>
        </p:txBody>
      </p:sp>
    </p:spTree>
    <p:extLst>
      <p:ext uri="{BB962C8B-B14F-4D97-AF65-F5344CB8AC3E}">
        <p14:creationId xmlns:p14="http://schemas.microsoft.com/office/powerpoint/2010/main" val="4112924299"/>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107</a:t>
            </a:fld>
            <a:endParaRPr lang="zh-CN" altLang="en-US" sz="1200"/>
          </a:p>
        </p:txBody>
      </p:sp>
    </p:spTree>
    <p:extLst>
      <p:ext uri="{BB962C8B-B14F-4D97-AF65-F5344CB8AC3E}">
        <p14:creationId xmlns:p14="http://schemas.microsoft.com/office/powerpoint/2010/main" val="2675395182"/>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108</a:t>
            </a:fld>
            <a:endParaRPr lang="zh-CN" altLang="en-US" sz="1200"/>
          </a:p>
        </p:txBody>
      </p:sp>
    </p:spTree>
    <p:extLst>
      <p:ext uri="{BB962C8B-B14F-4D97-AF65-F5344CB8AC3E}">
        <p14:creationId xmlns:p14="http://schemas.microsoft.com/office/powerpoint/2010/main" val="1544845272"/>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109</a:t>
            </a:fld>
            <a:endParaRPr lang="zh-CN" altLang="en-US" sz="1200"/>
          </a:p>
        </p:txBody>
      </p:sp>
    </p:spTree>
    <p:extLst>
      <p:ext uri="{BB962C8B-B14F-4D97-AF65-F5344CB8AC3E}">
        <p14:creationId xmlns:p14="http://schemas.microsoft.com/office/powerpoint/2010/main" val="3017861197"/>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110</a:t>
            </a:fld>
            <a:endParaRPr lang="zh-CN" altLang="en-US" sz="1200"/>
          </a:p>
        </p:txBody>
      </p:sp>
    </p:spTree>
    <p:extLst>
      <p:ext uri="{BB962C8B-B14F-4D97-AF65-F5344CB8AC3E}">
        <p14:creationId xmlns:p14="http://schemas.microsoft.com/office/powerpoint/2010/main" val="3072186606"/>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111</a:t>
            </a:fld>
            <a:endParaRPr lang="zh-CN" altLang="en-US" sz="1200"/>
          </a:p>
        </p:txBody>
      </p:sp>
    </p:spTree>
    <p:extLst>
      <p:ext uri="{BB962C8B-B14F-4D97-AF65-F5344CB8AC3E}">
        <p14:creationId xmlns:p14="http://schemas.microsoft.com/office/powerpoint/2010/main" val="2625825550"/>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112</a:t>
            </a:fld>
            <a:endParaRPr lang="zh-CN" altLang="en-US" sz="1200"/>
          </a:p>
        </p:txBody>
      </p:sp>
    </p:spTree>
    <p:extLst>
      <p:ext uri="{BB962C8B-B14F-4D97-AF65-F5344CB8AC3E}">
        <p14:creationId xmlns:p14="http://schemas.microsoft.com/office/powerpoint/2010/main" val="225581172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113</a:t>
            </a:fld>
            <a:endParaRPr lang="zh-CN" altLang="en-US" sz="1200"/>
          </a:p>
        </p:txBody>
      </p:sp>
    </p:spTree>
    <p:extLst>
      <p:ext uri="{BB962C8B-B14F-4D97-AF65-F5344CB8AC3E}">
        <p14:creationId xmlns:p14="http://schemas.microsoft.com/office/powerpoint/2010/main" val="33070408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114</a:t>
            </a:fld>
            <a:endParaRPr lang="zh-CN" altLang="en-US" sz="1200"/>
          </a:p>
        </p:txBody>
      </p:sp>
    </p:spTree>
    <p:extLst>
      <p:ext uri="{BB962C8B-B14F-4D97-AF65-F5344CB8AC3E}">
        <p14:creationId xmlns:p14="http://schemas.microsoft.com/office/powerpoint/2010/main" val="304650734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115</a:t>
            </a:fld>
            <a:endParaRPr lang="zh-CN" altLang="en-US" sz="1200"/>
          </a:p>
        </p:txBody>
      </p:sp>
    </p:spTree>
    <p:extLst>
      <p:ext uri="{BB962C8B-B14F-4D97-AF65-F5344CB8AC3E}">
        <p14:creationId xmlns:p14="http://schemas.microsoft.com/office/powerpoint/2010/main" val="1364653749"/>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116</a:t>
            </a:fld>
            <a:endParaRPr lang="zh-CN" altLang="en-US" sz="1200"/>
          </a:p>
        </p:txBody>
      </p:sp>
    </p:spTree>
    <p:extLst>
      <p:ext uri="{BB962C8B-B14F-4D97-AF65-F5344CB8AC3E}">
        <p14:creationId xmlns:p14="http://schemas.microsoft.com/office/powerpoint/2010/main" val="3663865530"/>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117</a:t>
            </a:fld>
            <a:endParaRPr lang="zh-CN" altLang="en-US" sz="1200"/>
          </a:p>
        </p:txBody>
      </p:sp>
    </p:spTree>
    <p:extLst>
      <p:ext uri="{BB962C8B-B14F-4D97-AF65-F5344CB8AC3E}">
        <p14:creationId xmlns:p14="http://schemas.microsoft.com/office/powerpoint/2010/main" val="1170436836"/>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119</a:t>
            </a:fld>
            <a:endParaRPr lang="zh-CN" altLang="en-US" sz="1200"/>
          </a:p>
        </p:txBody>
      </p:sp>
    </p:spTree>
    <p:extLst>
      <p:ext uri="{BB962C8B-B14F-4D97-AF65-F5344CB8AC3E}">
        <p14:creationId xmlns:p14="http://schemas.microsoft.com/office/powerpoint/2010/main" val="3947328834"/>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120</a:t>
            </a:fld>
            <a:endParaRPr lang="zh-CN" altLang="en-US" sz="1200"/>
          </a:p>
        </p:txBody>
      </p:sp>
    </p:spTree>
    <p:extLst>
      <p:ext uri="{BB962C8B-B14F-4D97-AF65-F5344CB8AC3E}">
        <p14:creationId xmlns:p14="http://schemas.microsoft.com/office/powerpoint/2010/main" val="1448881212"/>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121</a:t>
            </a:fld>
            <a:endParaRPr lang="zh-CN" altLang="en-US" sz="1200"/>
          </a:p>
        </p:txBody>
      </p:sp>
    </p:spTree>
    <p:extLst>
      <p:ext uri="{BB962C8B-B14F-4D97-AF65-F5344CB8AC3E}">
        <p14:creationId xmlns:p14="http://schemas.microsoft.com/office/powerpoint/2010/main" val="2089310267"/>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122</a:t>
            </a:fld>
            <a:endParaRPr lang="zh-CN" altLang="en-US" sz="1200"/>
          </a:p>
        </p:txBody>
      </p:sp>
    </p:spTree>
    <p:extLst>
      <p:ext uri="{BB962C8B-B14F-4D97-AF65-F5344CB8AC3E}">
        <p14:creationId xmlns:p14="http://schemas.microsoft.com/office/powerpoint/2010/main" val="600767777"/>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123</a:t>
            </a:fld>
            <a:endParaRPr lang="zh-CN" altLang="en-US" sz="1200"/>
          </a:p>
        </p:txBody>
      </p:sp>
    </p:spTree>
    <p:extLst>
      <p:ext uri="{BB962C8B-B14F-4D97-AF65-F5344CB8AC3E}">
        <p14:creationId xmlns:p14="http://schemas.microsoft.com/office/powerpoint/2010/main" val="1251386399"/>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124</a:t>
            </a:fld>
            <a:endParaRPr lang="zh-CN" altLang="en-US" sz="1200"/>
          </a:p>
        </p:txBody>
      </p:sp>
    </p:spTree>
    <p:extLst>
      <p:ext uri="{BB962C8B-B14F-4D97-AF65-F5344CB8AC3E}">
        <p14:creationId xmlns:p14="http://schemas.microsoft.com/office/powerpoint/2010/main" val="218776344"/>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125</a:t>
            </a:fld>
            <a:endParaRPr lang="zh-CN" altLang="en-US" sz="1200"/>
          </a:p>
        </p:txBody>
      </p:sp>
    </p:spTree>
    <p:extLst>
      <p:ext uri="{BB962C8B-B14F-4D97-AF65-F5344CB8AC3E}">
        <p14:creationId xmlns:p14="http://schemas.microsoft.com/office/powerpoint/2010/main" val="1982863326"/>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126</a:t>
            </a:fld>
            <a:endParaRPr lang="zh-CN" altLang="en-US" sz="1200"/>
          </a:p>
        </p:txBody>
      </p:sp>
    </p:spTree>
    <p:extLst>
      <p:ext uri="{BB962C8B-B14F-4D97-AF65-F5344CB8AC3E}">
        <p14:creationId xmlns:p14="http://schemas.microsoft.com/office/powerpoint/2010/main" val="3445603347"/>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127</a:t>
            </a:fld>
            <a:endParaRPr lang="zh-CN" altLang="en-US" sz="1200"/>
          </a:p>
        </p:txBody>
      </p:sp>
    </p:spTree>
    <p:extLst>
      <p:ext uri="{BB962C8B-B14F-4D97-AF65-F5344CB8AC3E}">
        <p14:creationId xmlns:p14="http://schemas.microsoft.com/office/powerpoint/2010/main" val="525746086"/>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2023/9/11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128</a:t>
            </a:fld>
            <a:endParaRPr lang="zh-CN" altLang="en-US" sz="1200"/>
          </a:p>
        </p:txBody>
      </p:sp>
    </p:spTree>
    <p:extLst>
      <p:ext uri="{BB962C8B-B14F-4D97-AF65-F5344CB8AC3E}">
        <p14:creationId xmlns:p14="http://schemas.microsoft.com/office/powerpoint/2010/main" val="37415048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2023/9/11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2023/9/11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2023/9/11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421E9E4D-0BE1-4AAA-A57B-DA425863F4AF}" type="datetimeFigureOut">
              <a:rPr lang="zh-CN" altLang="en-US" smtClean="0"/>
              <a:t>2023/9/11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421E9E4D-0BE1-4AAA-A57B-DA425863F4AF}" type="datetimeFigureOut">
              <a:rPr lang="zh-CN" altLang="en-US" smtClean="0"/>
              <a:t>2023/9/11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21E9E4D-0BE1-4AAA-A57B-DA425863F4AF}" type="datetimeFigureOut">
              <a:rPr lang="zh-CN" altLang="en-US" smtClean="0"/>
              <a:t>2023/9/11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21E9E4D-0BE1-4AAA-A57B-DA425863F4AF}" type="datetimeFigureOut">
              <a:rPr lang="zh-CN" altLang="en-US" smtClean="0"/>
              <a:t>2023/9/11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21E9E4D-0BE1-4AAA-A57B-DA425863F4AF}" type="datetimeFigureOut">
              <a:rPr lang="zh-CN" altLang="en-US" smtClean="0"/>
              <a:t>2023/9/11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21E9E4D-0BE1-4AAA-A57B-DA425863F4AF}" type="datetimeFigureOut">
              <a:rPr lang="zh-CN" altLang="en-US" smtClean="0"/>
              <a:t>2023/9/11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2023/9/11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2023/9/11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cxnSp>
        <p:nvCxnSpPr>
          <p:cNvPr id="3" name="直接连接符 2"/>
          <p:cNvCxnSpPr/>
          <p:nvPr userDrawn="1"/>
        </p:nvCxnSpPr>
        <p:spPr>
          <a:xfrm>
            <a:off x="515257" y="624114"/>
            <a:ext cx="3192647" cy="5237"/>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a:off x="5436096" y="629351"/>
            <a:ext cx="3264655"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
        <p:nvSpPr>
          <p:cNvPr id="7" name="矩形 6"/>
          <p:cNvSpPr/>
          <p:nvPr userDrawn="1"/>
        </p:nvSpPr>
        <p:spPr>
          <a:xfrm>
            <a:off x="0" y="1"/>
            <a:ext cx="9144000" cy="699542"/>
          </a:xfrm>
          <a:prstGeom prst="rect">
            <a:avLst/>
          </a:prstGeom>
          <a:solidFill>
            <a:srgbClr val="568D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9513" y="-20538"/>
            <a:ext cx="1704311" cy="7200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740"/>
            <a:ext cx="8229600" cy="857250"/>
          </a:xfrm>
          <a:prstGeom prst="rect">
            <a:avLst/>
          </a:prstGeom>
        </p:spPr>
        <p:txBody>
          <a:bodyPr/>
          <a:lstStyle/>
          <a:p>
            <a:r>
              <a:rPr lang="zh-CN" altLang="en-US"/>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cSld name="1_标题幻灯片">
    <p:bg>
      <p:bgPr>
        <a:pattFill prst="ltUpDiag">
          <a:fgClr>
            <a:schemeClr val="accent6">
              <a:lumMod val="85000"/>
            </a:schemeClr>
          </a:fgClr>
          <a:bgClr>
            <a:schemeClr val="bg1"/>
          </a:bgClr>
        </a:patt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23850" y="844154"/>
            <a:ext cx="8516938" cy="4145756"/>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3" name="Rectangle 4">
            <a:extLst>
              <a:ext uri="{FF2B5EF4-FFF2-40B4-BE49-F238E27FC236}">
                <a16:creationId xmlns:a16="http://schemas.microsoft.com/office/drawing/2014/main" id="{99694E3A-04FF-49B2-AE4D-1B494238E008}"/>
              </a:ext>
            </a:extLst>
          </p:cNvPr>
          <p:cNvSpPr>
            <a:spLocks noGrp="1" noChangeArrowheads="1"/>
          </p:cNvSpPr>
          <p:nvPr>
            <p:ph type="dt" sz="half" idx="10"/>
          </p:nvPr>
        </p:nvSpPr>
        <p:spPr>
          <a:ln/>
        </p:spPr>
        <p:txBody>
          <a:bodyPr/>
          <a:lstStyle>
            <a:lvl1pPr>
              <a:defRPr/>
            </a:lvl1pPr>
          </a:lstStyle>
          <a:p>
            <a:pPr>
              <a:defRPr/>
            </a:pPr>
            <a:r>
              <a:rPr lang="en-US" altLang="zh-CN"/>
              <a:t> </a:t>
            </a:r>
          </a:p>
        </p:txBody>
      </p:sp>
      <p:sp>
        <p:nvSpPr>
          <p:cNvPr id="4" name="Rectangle 5">
            <a:extLst>
              <a:ext uri="{FF2B5EF4-FFF2-40B4-BE49-F238E27FC236}">
                <a16:creationId xmlns:a16="http://schemas.microsoft.com/office/drawing/2014/main" id="{C032BF99-C3CA-4B7E-8DD3-F275FED008AB}"/>
              </a:ext>
            </a:extLst>
          </p:cNvPr>
          <p:cNvSpPr>
            <a:spLocks noGrp="1" noChangeArrowheads="1"/>
          </p:cNvSpPr>
          <p:nvPr>
            <p:ph type="ftr" sz="quarter" idx="11"/>
          </p:nvPr>
        </p:nvSpPr>
        <p:spPr>
          <a:ln/>
        </p:spPr>
        <p:txBody>
          <a:bodyPr/>
          <a:lstStyle>
            <a:lvl1pPr>
              <a:defRPr/>
            </a:lvl1pPr>
          </a:lstStyle>
          <a:p>
            <a:pPr>
              <a:defRPr/>
            </a:pPr>
            <a:r>
              <a:rPr lang="zh-CN" altLang="en-US"/>
              <a:t>第</a:t>
            </a:r>
            <a:fld id="{4DCEC84E-EF6B-4437-845F-A7D3F829A3DE}" type="slidenum">
              <a:rPr lang="en-US" altLang="zh-CN" smtClean="0"/>
              <a:pPr>
                <a:defRPr/>
              </a:pPr>
              <a:t>‹#›</a:t>
            </a:fld>
            <a:r>
              <a:rPr lang="zh-CN" altLang="en-US"/>
              <a:t>页</a:t>
            </a:r>
          </a:p>
        </p:txBody>
      </p:sp>
      <p:sp>
        <p:nvSpPr>
          <p:cNvPr id="5" name="Rectangle 6">
            <a:extLst>
              <a:ext uri="{FF2B5EF4-FFF2-40B4-BE49-F238E27FC236}">
                <a16:creationId xmlns:a16="http://schemas.microsoft.com/office/drawing/2014/main" id="{CFF9913E-A501-4A2C-AC33-B9CA275EA2FA}"/>
              </a:ext>
            </a:extLst>
          </p:cNvPr>
          <p:cNvSpPr>
            <a:spLocks noGrp="1" noChangeArrowheads="1"/>
          </p:cNvSpPr>
          <p:nvPr>
            <p:ph type="sldNum" sz="quarter" idx="12"/>
          </p:nvPr>
        </p:nvSpPr>
        <p:spPr>
          <a:ln/>
        </p:spPr>
        <p:txBody>
          <a:bodyPr/>
          <a:lstStyle>
            <a:lvl1pPr>
              <a:defRPr/>
            </a:lvl1pPr>
          </a:lstStyle>
          <a:p>
            <a:pPr>
              <a:defRPr/>
            </a:pPr>
            <a:fld id="{158C9804-6EA0-4A8E-AE06-5459BF9AC65C}" type="slidenum">
              <a:rPr lang="zh-CN" altLang="en-US"/>
              <a:pPr>
                <a:defRPr/>
              </a:pPr>
              <a:t>‹#›</a:t>
            </a:fld>
            <a:endParaRPr lang="en-US" altLang="zh-CN"/>
          </a:p>
        </p:txBody>
      </p:sp>
    </p:spTree>
    <p:extLst>
      <p:ext uri="{BB962C8B-B14F-4D97-AF65-F5344CB8AC3E}">
        <p14:creationId xmlns:p14="http://schemas.microsoft.com/office/powerpoint/2010/main" val="204651089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421E9E4D-0BE1-4AAA-A57B-DA425863F4AF}" type="datetimeFigureOut">
              <a:rPr lang="zh-CN" altLang="en-US" smtClean="0"/>
              <a:t>2023/9/11</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1BEBC7A-FD02-486B-81B5-A845787C689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 id="2147483664" r:id="rId15"/>
    <p:sldLayoutId id="2147483669" r:id="rId16"/>
    <p:sldLayoutId id="2147483670" r:id="rId17"/>
  </p:sldLayoutIdLst>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4.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13.gif"/><Relationship Id="rId7" Type="http://schemas.openxmlformats.org/officeDocument/2006/relationships/image" Target="../media/image17.jpeg"/><Relationship Id="rId2" Type="http://schemas.openxmlformats.org/officeDocument/2006/relationships/notesSlide" Target="../notesSlides/notesSlide71.xml"/><Relationship Id="rId1" Type="http://schemas.openxmlformats.org/officeDocument/2006/relationships/slideLayout" Target="../slideLayouts/slideLayout7.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s/_rels/slide73.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hyperlink" Target="http://www.gov.cn/gongbao/content/2002/content_61457.htm" TargetMode="External"/><Relationship Id="rId2" Type="http://schemas.openxmlformats.org/officeDocument/2006/relationships/notesSlide" Target="../notesSlides/notesSlide76.xml"/><Relationship Id="rId1" Type="http://schemas.openxmlformats.org/officeDocument/2006/relationships/slideLayout" Target="../slideLayouts/slideLayout7.xml"/><Relationship Id="rId4" Type="http://schemas.openxmlformats.org/officeDocument/2006/relationships/hyperlink" Target="http://www.gov.cn/gongbao/content/2000/content_60310.htm" TargetMode="Externa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5.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109.xml"/><Relationship Id="rId7" Type="http://schemas.openxmlformats.org/officeDocument/2006/relationships/image" Target="../media/image26.w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25.wmf"/><Relationship Id="rId4" Type="http://schemas.openxmlformats.org/officeDocument/2006/relationships/oleObject" Target="../embeddings/oleObject1.bin"/></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3" Type="http://schemas.openxmlformats.org/officeDocument/2006/relationships/notesSlide" Target="../notesSlides/notesSlide111.xml"/><Relationship Id="rId7" Type="http://schemas.openxmlformats.org/officeDocument/2006/relationships/image" Target="../media/image28.w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image" Target="../media/image27.wmf"/><Relationship Id="rId4" Type="http://schemas.openxmlformats.org/officeDocument/2006/relationships/oleObject" Target="../embeddings/oleObject3.bin"/></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文本框 28"/>
          <p:cNvSpPr txBox="1"/>
          <p:nvPr/>
        </p:nvSpPr>
        <p:spPr>
          <a:xfrm>
            <a:off x="3676932" y="1177303"/>
            <a:ext cx="1699504" cy="577081"/>
          </a:xfrm>
          <a:prstGeom prst="rect">
            <a:avLst/>
          </a:prstGeom>
          <a:noFill/>
        </p:spPr>
        <p:txBody>
          <a:bodyPr wrap="none" rtlCol="0">
            <a:spAutoFit/>
          </a:bodyPr>
          <a:lstStyle/>
          <a:p>
            <a:pPr algn="ctr"/>
            <a:r>
              <a:rPr lang="zh-CN" altLang="en-US" b="1">
                <a:solidFill>
                  <a:srgbClr val="414455"/>
                </a:solidFill>
                <a:latin typeface="微软雅黑" panose="020B0503020204020204" pitchFamily="34" charset="-122"/>
                <a:ea typeface="微软雅黑" panose="020B0503020204020204" pitchFamily="34" charset="-122"/>
              </a:rPr>
              <a:t>河南大学</a:t>
            </a:r>
            <a:endParaRPr lang="en-US" altLang="zh-CN" b="1">
              <a:solidFill>
                <a:srgbClr val="414455"/>
              </a:solidFill>
              <a:latin typeface="微软雅黑" panose="020B0503020204020204" pitchFamily="34" charset="-122"/>
              <a:ea typeface="微软雅黑" panose="020B0503020204020204" pitchFamily="34" charset="-122"/>
            </a:endParaRPr>
          </a:p>
          <a:p>
            <a:pPr algn="ctr"/>
            <a:r>
              <a:rPr lang="zh-CN" altLang="en-US" sz="1350" b="1">
                <a:solidFill>
                  <a:srgbClr val="414455"/>
                </a:solidFill>
                <a:latin typeface="微软雅黑" panose="020B0503020204020204" pitchFamily="34" charset="-122"/>
                <a:ea typeface="微软雅黑" panose="020B0503020204020204" pitchFamily="34" charset="-122"/>
              </a:rPr>
              <a:t>软件学院  软件工程</a:t>
            </a:r>
            <a:endParaRPr lang="en-US" altLang="zh-CN" sz="1350" b="1">
              <a:solidFill>
                <a:srgbClr val="414455"/>
              </a:solidFill>
              <a:latin typeface="微软雅黑" panose="020B0503020204020204" pitchFamily="34" charset="-122"/>
              <a:ea typeface="微软雅黑" panose="020B0503020204020204" pitchFamily="34" charset="-122"/>
            </a:endParaRPr>
          </a:p>
        </p:txBody>
      </p:sp>
      <p:sp>
        <p:nvSpPr>
          <p:cNvPr id="9" name="矩形 8"/>
          <p:cNvSpPr/>
          <p:nvPr/>
        </p:nvSpPr>
        <p:spPr>
          <a:xfrm>
            <a:off x="-7620" y="2199020"/>
            <a:ext cx="9157335" cy="294894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TextBox 7"/>
          <p:cNvSpPr>
            <a:spLocks noChangeArrowheads="1"/>
          </p:cNvSpPr>
          <p:nvPr/>
        </p:nvSpPr>
        <p:spPr bwMode="auto">
          <a:xfrm>
            <a:off x="2304338" y="2421006"/>
            <a:ext cx="446793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zh-CN" altLang="en-US" sz="3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工程经济学</a:t>
            </a:r>
          </a:p>
        </p:txBody>
      </p:sp>
      <p:cxnSp>
        <p:nvCxnSpPr>
          <p:cNvPr id="11" name="直接连接符 10"/>
          <p:cNvCxnSpPr/>
          <p:nvPr/>
        </p:nvCxnSpPr>
        <p:spPr>
          <a:xfrm>
            <a:off x="2682282" y="2973656"/>
            <a:ext cx="3731256" cy="0"/>
          </a:xfrm>
          <a:prstGeom prst="line">
            <a:avLst/>
          </a:prstGeom>
          <a:ln w="19050">
            <a:solidFill>
              <a:schemeClr val="bg1"/>
            </a:solidFill>
            <a:prstDash val="sysDash"/>
          </a:ln>
        </p:spPr>
        <p:style>
          <a:lnRef idx="1">
            <a:schemeClr val="accent1"/>
          </a:lnRef>
          <a:fillRef idx="0">
            <a:schemeClr val="accent1"/>
          </a:fillRef>
          <a:effectRef idx="0">
            <a:schemeClr val="accent1"/>
          </a:effectRef>
          <a:fontRef idx="minor">
            <a:schemeClr val="tx1"/>
          </a:fontRef>
        </p:style>
      </p:cxnSp>
      <p:grpSp>
        <p:nvGrpSpPr>
          <p:cNvPr id="15" name="组合 14"/>
          <p:cNvGrpSpPr/>
          <p:nvPr/>
        </p:nvGrpSpPr>
        <p:grpSpPr>
          <a:xfrm>
            <a:off x="3006233" y="3428961"/>
            <a:ext cx="502789" cy="453321"/>
            <a:chOff x="5424755" y="1340768"/>
            <a:chExt cx="670560" cy="604586"/>
          </a:xfrm>
        </p:grpSpPr>
        <p:grpSp>
          <p:nvGrpSpPr>
            <p:cNvPr id="16" name="组合 15"/>
            <p:cNvGrpSpPr/>
            <p:nvPr/>
          </p:nvGrpSpPr>
          <p:grpSpPr>
            <a:xfrm>
              <a:off x="5424755" y="1340768"/>
              <a:ext cx="670560" cy="604586"/>
              <a:chOff x="3720691" y="2824413"/>
              <a:chExt cx="1341120" cy="1209172"/>
            </a:xfrm>
          </p:grpSpPr>
          <p:sp>
            <p:nvSpPr>
              <p:cNvPr id="17"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18"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19"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20" name="Freeform 126"/>
          <p:cNvSpPr>
            <a:spLocks noChangeAspect="1" noEditPoints="1"/>
          </p:cNvSpPr>
          <p:nvPr/>
        </p:nvSpPr>
        <p:spPr bwMode="auto">
          <a:xfrm>
            <a:off x="3156085" y="3534947"/>
            <a:ext cx="200874" cy="251355"/>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latin typeface="Arial" panose="020B0604020202020204" pitchFamily="34" charset="0"/>
              <a:cs typeface="Arial" panose="020B0604020202020204" pitchFamily="34" charset="0"/>
            </a:endParaRPr>
          </a:p>
        </p:txBody>
      </p:sp>
      <p:grpSp>
        <p:nvGrpSpPr>
          <p:cNvPr id="21" name="组合 20"/>
          <p:cNvGrpSpPr/>
          <p:nvPr/>
        </p:nvGrpSpPr>
        <p:grpSpPr>
          <a:xfrm>
            <a:off x="3663929" y="3416377"/>
            <a:ext cx="502789" cy="453321"/>
            <a:chOff x="5424755" y="1340768"/>
            <a:chExt cx="670560" cy="604586"/>
          </a:xfrm>
        </p:grpSpPr>
        <p:grpSp>
          <p:nvGrpSpPr>
            <p:cNvPr id="22" name="组合 21"/>
            <p:cNvGrpSpPr/>
            <p:nvPr/>
          </p:nvGrpSpPr>
          <p:grpSpPr>
            <a:xfrm>
              <a:off x="5424755" y="1340768"/>
              <a:ext cx="670560" cy="604586"/>
              <a:chOff x="3720691" y="2824413"/>
              <a:chExt cx="1341120" cy="1209172"/>
            </a:xfrm>
          </p:grpSpPr>
          <p:sp>
            <p:nvSpPr>
              <p:cNvPr id="36"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37"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38"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39" name="Freeform 261"/>
          <p:cNvSpPr/>
          <p:nvPr/>
        </p:nvSpPr>
        <p:spPr bwMode="auto">
          <a:xfrm>
            <a:off x="3792046" y="3545061"/>
            <a:ext cx="244343" cy="244343"/>
          </a:xfrm>
          <a:custGeom>
            <a:avLst/>
            <a:gdLst>
              <a:gd name="T0" fmla="*/ 84 w 86"/>
              <a:gd name="T1" fmla="*/ 13 h 86"/>
              <a:gd name="T2" fmla="*/ 74 w 86"/>
              <a:gd name="T3" fmla="*/ 1 h 86"/>
              <a:gd name="T4" fmla="*/ 72 w 86"/>
              <a:gd name="T5" fmla="*/ 1 h 86"/>
              <a:gd name="T6" fmla="*/ 71 w 86"/>
              <a:gd name="T7" fmla="*/ 1 h 86"/>
              <a:gd name="T8" fmla="*/ 69 w 86"/>
              <a:gd name="T9" fmla="*/ 4 h 86"/>
              <a:gd name="T10" fmla="*/ 69 w 86"/>
              <a:gd name="T11" fmla="*/ 10 h 86"/>
              <a:gd name="T12" fmla="*/ 59 w 86"/>
              <a:gd name="T13" fmla="*/ 10 h 86"/>
              <a:gd name="T14" fmla="*/ 59 w 86"/>
              <a:gd name="T15" fmla="*/ 1 h 86"/>
              <a:gd name="T16" fmla="*/ 58 w 86"/>
              <a:gd name="T17" fmla="*/ 0 h 86"/>
              <a:gd name="T18" fmla="*/ 46 w 86"/>
              <a:gd name="T19" fmla="*/ 0 h 86"/>
              <a:gd name="T20" fmla="*/ 45 w 86"/>
              <a:gd name="T21" fmla="*/ 1 h 86"/>
              <a:gd name="T22" fmla="*/ 45 w 86"/>
              <a:gd name="T23" fmla="*/ 10 h 86"/>
              <a:gd name="T24" fmla="*/ 44 w 86"/>
              <a:gd name="T25" fmla="*/ 13 h 86"/>
              <a:gd name="T26" fmla="*/ 44 w 86"/>
              <a:gd name="T27" fmla="*/ 21 h 86"/>
              <a:gd name="T28" fmla="*/ 45 w 86"/>
              <a:gd name="T29" fmla="*/ 24 h 86"/>
              <a:gd name="T30" fmla="*/ 45 w 86"/>
              <a:gd name="T31" fmla="*/ 27 h 86"/>
              <a:gd name="T32" fmla="*/ 37 w 86"/>
              <a:gd name="T33" fmla="*/ 27 h 86"/>
              <a:gd name="T34" fmla="*/ 37 w 86"/>
              <a:gd name="T35" fmla="*/ 21 h 86"/>
              <a:gd name="T36" fmla="*/ 34 w 86"/>
              <a:gd name="T37" fmla="*/ 18 h 86"/>
              <a:gd name="T38" fmla="*/ 32 w 86"/>
              <a:gd name="T39" fmla="*/ 18 h 86"/>
              <a:gd name="T40" fmla="*/ 29 w 86"/>
              <a:gd name="T41" fmla="*/ 18 h 86"/>
              <a:gd name="T42" fmla="*/ 3 w 86"/>
              <a:gd name="T43" fmla="*/ 30 h 86"/>
              <a:gd name="T44" fmla="*/ 0 w 86"/>
              <a:gd name="T45" fmla="*/ 34 h 86"/>
              <a:gd name="T46" fmla="*/ 3 w 86"/>
              <a:gd name="T47" fmla="*/ 38 h 86"/>
              <a:gd name="T48" fmla="*/ 29 w 86"/>
              <a:gd name="T49" fmla="*/ 50 h 86"/>
              <a:gd name="T50" fmla="*/ 31 w 86"/>
              <a:gd name="T51" fmla="*/ 51 h 86"/>
              <a:gd name="T52" fmla="*/ 34 w 86"/>
              <a:gd name="T53" fmla="*/ 50 h 86"/>
              <a:gd name="T54" fmla="*/ 37 w 86"/>
              <a:gd name="T55" fmla="*/ 47 h 86"/>
              <a:gd name="T56" fmla="*/ 37 w 86"/>
              <a:gd name="T57" fmla="*/ 42 h 86"/>
              <a:gd name="T58" fmla="*/ 45 w 86"/>
              <a:gd name="T59" fmla="*/ 42 h 86"/>
              <a:gd name="T60" fmla="*/ 45 w 86"/>
              <a:gd name="T61" fmla="*/ 85 h 86"/>
              <a:gd name="T62" fmla="*/ 46 w 86"/>
              <a:gd name="T63" fmla="*/ 86 h 86"/>
              <a:gd name="T64" fmla="*/ 58 w 86"/>
              <a:gd name="T65" fmla="*/ 86 h 86"/>
              <a:gd name="T66" fmla="*/ 59 w 86"/>
              <a:gd name="T67" fmla="*/ 85 h 86"/>
              <a:gd name="T68" fmla="*/ 59 w 86"/>
              <a:gd name="T69" fmla="*/ 41 h 86"/>
              <a:gd name="T70" fmla="*/ 62 w 86"/>
              <a:gd name="T71" fmla="*/ 38 h 86"/>
              <a:gd name="T72" fmla="*/ 62 w 86"/>
              <a:gd name="T73" fmla="*/ 30 h 86"/>
              <a:gd name="T74" fmla="*/ 59 w 86"/>
              <a:gd name="T75" fmla="*/ 27 h 86"/>
              <a:gd name="T76" fmla="*/ 59 w 86"/>
              <a:gd name="T77" fmla="*/ 25 h 86"/>
              <a:gd name="T78" fmla="*/ 69 w 86"/>
              <a:gd name="T79" fmla="*/ 25 h 86"/>
              <a:gd name="T80" fmla="*/ 69 w 86"/>
              <a:gd name="T81" fmla="*/ 30 h 86"/>
              <a:gd name="T82" fmla="*/ 71 w 86"/>
              <a:gd name="T83" fmla="*/ 33 h 86"/>
              <a:gd name="T84" fmla="*/ 73 w 86"/>
              <a:gd name="T85" fmla="*/ 34 h 86"/>
              <a:gd name="T86" fmla="*/ 74 w 86"/>
              <a:gd name="T87" fmla="*/ 33 h 86"/>
              <a:gd name="T88" fmla="*/ 84 w 86"/>
              <a:gd name="T89" fmla="*/ 21 h 86"/>
              <a:gd name="T90" fmla="*/ 86 w 86"/>
              <a:gd name="T91" fmla="*/ 17 h 86"/>
              <a:gd name="T92" fmla="*/ 84 w 86"/>
              <a:gd name="T93" fmla="*/ 1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6" h="86">
                <a:moveTo>
                  <a:pt x="84" y="13"/>
                </a:moveTo>
                <a:cubicBezTo>
                  <a:pt x="74" y="1"/>
                  <a:pt x="74" y="1"/>
                  <a:pt x="74" y="1"/>
                </a:cubicBezTo>
                <a:cubicBezTo>
                  <a:pt x="73" y="1"/>
                  <a:pt x="73" y="1"/>
                  <a:pt x="72" y="1"/>
                </a:cubicBezTo>
                <a:cubicBezTo>
                  <a:pt x="72" y="1"/>
                  <a:pt x="71" y="1"/>
                  <a:pt x="71" y="1"/>
                </a:cubicBezTo>
                <a:cubicBezTo>
                  <a:pt x="70" y="2"/>
                  <a:pt x="69" y="3"/>
                  <a:pt x="69" y="4"/>
                </a:cubicBezTo>
                <a:cubicBezTo>
                  <a:pt x="69" y="10"/>
                  <a:pt x="69" y="10"/>
                  <a:pt x="69" y="10"/>
                </a:cubicBezTo>
                <a:cubicBezTo>
                  <a:pt x="59" y="10"/>
                  <a:pt x="59" y="10"/>
                  <a:pt x="59" y="10"/>
                </a:cubicBezTo>
                <a:cubicBezTo>
                  <a:pt x="59" y="1"/>
                  <a:pt x="59" y="1"/>
                  <a:pt x="59" y="1"/>
                </a:cubicBezTo>
                <a:cubicBezTo>
                  <a:pt x="59" y="1"/>
                  <a:pt x="59" y="0"/>
                  <a:pt x="58" y="0"/>
                </a:cubicBezTo>
                <a:cubicBezTo>
                  <a:pt x="46" y="0"/>
                  <a:pt x="46" y="0"/>
                  <a:pt x="46" y="0"/>
                </a:cubicBezTo>
                <a:cubicBezTo>
                  <a:pt x="45" y="0"/>
                  <a:pt x="45" y="1"/>
                  <a:pt x="45" y="1"/>
                </a:cubicBezTo>
                <a:cubicBezTo>
                  <a:pt x="45" y="10"/>
                  <a:pt x="45" y="10"/>
                  <a:pt x="45" y="10"/>
                </a:cubicBezTo>
                <a:cubicBezTo>
                  <a:pt x="44" y="11"/>
                  <a:pt x="44" y="12"/>
                  <a:pt x="44" y="13"/>
                </a:cubicBezTo>
                <a:cubicBezTo>
                  <a:pt x="44" y="21"/>
                  <a:pt x="44" y="21"/>
                  <a:pt x="44" y="21"/>
                </a:cubicBezTo>
                <a:cubicBezTo>
                  <a:pt x="44" y="22"/>
                  <a:pt x="44" y="23"/>
                  <a:pt x="45" y="24"/>
                </a:cubicBezTo>
                <a:cubicBezTo>
                  <a:pt x="45" y="27"/>
                  <a:pt x="45" y="27"/>
                  <a:pt x="45" y="27"/>
                </a:cubicBezTo>
                <a:cubicBezTo>
                  <a:pt x="37" y="27"/>
                  <a:pt x="37" y="27"/>
                  <a:pt x="37" y="27"/>
                </a:cubicBezTo>
                <a:cubicBezTo>
                  <a:pt x="37" y="21"/>
                  <a:pt x="37" y="21"/>
                  <a:pt x="37" y="21"/>
                </a:cubicBezTo>
                <a:cubicBezTo>
                  <a:pt x="37" y="20"/>
                  <a:pt x="36" y="19"/>
                  <a:pt x="34" y="18"/>
                </a:cubicBezTo>
                <a:cubicBezTo>
                  <a:pt x="34" y="18"/>
                  <a:pt x="33" y="18"/>
                  <a:pt x="32" y="18"/>
                </a:cubicBezTo>
                <a:cubicBezTo>
                  <a:pt x="31" y="18"/>
                  <a:pt x="30" y="18"/>
                  <a:pt x="29" y="18"/>
                </a:cubicBezTo>
                <a:cubicBezTo>
                  <a:pt x="3" y="30"/>
                  <a:pt x="3" y="30"/>
                  <a:pt x="3" y="30"/>
                </a:cubicBezTo>
                <a:cubicBezTo>
                  <a:pt x="1" y="31"/>
                  <a:pt x="0" y="33"/>
                  <a:pt x="0" y="34"/>
                </a:cubicBezTo>
                <a:cubicBezTo>
                  <a:pt x="0" y="36"/>
                  <a:pt x="1" y="38"/>
                  <a:pt x="3" y="38"/>
                </a:cubicBezTo>
                <a:cubicBezTo>
                  <a:pt x="29" y="50"/>
                  <a:pt x="29" y="50"/>
                  <a:pt x="29" y="50"/>
                </a:cubicBezTo>
                <a:cubicBezTo>
                  <a:pt x="29" y="51"/>
                  <a:pt x="30" y="51"/>
                  <a:pt x="31" y="51"/>
                </a:cubicBezTo>
                <a:cubicBezTo>
                  <a:pt x="32" y="51"/>
                  <a:pt x="33" y="51"/>
                  <a:pt x="34" y="50"/>
                </a:cubicBezTo>
                <a:cubicBezTo>
                  <a:pt x="36" y="50"/>
                  <a:pt x="37" y="48"/>
                  <a:pt x="37" y="47"/>
                </a:cubicBezTo>
                <a:cubicBezTo>
                  <a:pt x="37" y="42"/>
                  <a:pt x="37" y="42"/>
                  <a:pt x="37" y="42"/>
                </a:cubicBezTo>
                <a:cubicBezTo>
                  <a:pt x="45" y="42"/>
                  <a:pt x="45" y="42"/>
                  <a:pt x="45" y="42"/>
                </a:cubicBezTo>
                <a:cubicBezTo>
                  <a:pt x="45" y="85"/>
                  <a:pt x="45" y="85"/>
                  <a:pt x="45" y="85"/>
                </a:cubicBezTo>
                <a:cubicBezTo>
                  <a:pt x="45" y="86"/>
                  <a:pt x="45" y="86"/>
                  <a:pt x="46" y="86"/>
                </a:cubicBezTo>
                <a:cubicBezTo>
                  <a:pt x="58" y="86"/>
                  <a:pt x="58" y="86"/>
                  <a:pt x="58" y="86"/>
                </a:cubicBezTo>
                <a:cubicBezTo>
                  <a:pt x="59" y="86"/>
                  <a:pt x="59" y="86"/>
                  <a:pt x="59" y="85"/>
                </a:cubicBezTo>
                <a:cubicBezTo>
                  <a:pt x="59" y="41"/>
                  <a:pt x="59" y="41"/>
                  <a:pt x="59" y="41"/>
                </a:cubicBezTo>
                <a:cubicBezTo>
                  <a:pt x="61" y="41"/>
                  <a:pt x="62" y="40"/>
                  <a:pt x="62" y="38"/>
                </a:cubicBezTo>
                <a:cubicBezTo>
                  <a:pt x="62" y="30"/>
                  <a:pt x="62" y="30"/>
                  <a:pt x="62" y="30"/>
                </a:cubicBezTo>
                <a:cubicBezTo>
                  <a:pt x="62" y="29"/>
                  <a:pt x="61" y="28"/>
                  <a:pt x="59" y="27"/>
                </a:cubicBezTo>
                <a:cubicBezTo>
                  <a:pt x="59" y="25"/>
                  <a:pt x="59" y="25"/>
                  <a:pt x="59" y="25"/>
                </a:cubicBezTo>
                <a:cubicBezTo>
                  <a:pt x="69" y="25"/>
                  <a:pt x="69" y="25"/>
                  <a:pt x="69" y="25"/>
                </a:cubicBezTo>
                <a:cubicBezTo>
                  <a:pt x="69" y="30"/>
                  <a:pt x="69" y="30"/>
                  <a:pt x="69" y="30"/>
                </a:cubicBezTo>
                <a:cubicBezTo>
                  <a:pt x="69" y="31"/>
                  <a:pt x="70" y="33"/>
                  <a:pt x="71" y="33"/>
                </a:cubicBezTo>
                <a:cubicBezTo>
                  <a:pt x="71" y="34"/>
                  <a:pt x="72" y="34"/>
                  <a:pt x="73" y="34"/>
                </a:cubicBezTo>
                <a:cubicBezTo>
                  <a:pt x="73" y="34"/>
                  <a:pt x="74" y="34"/>
                  <a:pt x="74" y="33"/>
                </a:cubicBezTo>
                <a:cubicBezTo>
                  <a:pt x="84" y="21"/>
                  <a:pt x="84" y="21"/>
                  <a:pt x="84" y="21"/>
                </a:cubicBezTo>
                <a:cubicBezTo>
                  <a:pt x="85" y="21"/>
                  <a:pt x="86" y="19"/>
                  <a:pt x="86" y="17"/>
                </a:cubicBezTo>
                <a:cubicBezTo>
                  <a:pt x="86" y="16"/>
                  <a:pt x="85" y="14"/>
                  <a:pt x="84" y="13"/>
                </a:cubicBez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endParaRPr>
          </a:p>
        </p:txBody>
      </p:sp>
      <p:grpSp>
        <p:nvGrpSpPr>
          <p:cNvPr id="40" name="组合 39"/>
          <p:cNvGrpSpPr/>
          <p:nvPr/>
        </p:nvGrpSpPr>
        <p:grpSpPr>
          <a:xfrm>
            <a:off x="4346239" y="3416377"/>
            <a:ext cx="502789" cy="453321"/>
            <a:chOff x="5424755" y="1340768"/>
            <a:chExt cx="670560" cy="604586"/>
          </a:xfrm>
        </p:grpSpPr>
        <p:grpSp>
          <p:nvGrpSpPr>
            <p:cNvPr id="41" name="组合 40"/>
            <p:cNvGrpSpPr/>
            <p:nvPr/>
          </p:nvGrpSpPr>
          <p:grpSpPr>
            <a:xfrm>
              <a:off x="5424755" y="1340768"/>
              <a:ext cx="670560" cy="604586"/>
              <a:chOff x="3720691" y="2824413"/>
              <a:chExt cx="1341120" cy="1209172"/>
            </a:xfrm>
          </p:grpSpPr>
          <p:sp>
            <p:nvSpPr>
              <p:cNvPr id="42"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43"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44"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grpSp>
        <p:nvGrpSpPr>
          <p:cNvPr id="45" name="组合 44"/>
          <p:cNvGrpSpPr/>
          <p:nvPr/>
        </p:nvGrpSpPr>
        <p:grpSpPr>
          <a:xfrm>
            <a:off x="5011004" y="3437763"/>
            <a:ext cx="502789" cy="453321"/>
            <a:chOff x="5424755" y="1340768"/>
            <a:chExt cx="670560" cy="604586"/>
          </a:xfrm>
        </p:grpSpPr>
        <p:grpSp>
          <p:nvGrpSpPr>
            <p:cNvPr id="46" name="组合 45"/>
            <p:cNvGrpSpPr/>
            <p:nvPr/>
          </p:nvGrpSpPr>
          <p:grpSpPr>
            <a:xfrm>
              <a:off x="5424755" y="1340768"/>
              <a:ext cx="670560" cy="604586"/>
              <a:chOff x="3720691" y="2824413"/>
              <a:chExt cx="1341120" cy="1209172"/>
            </a:xfrm>
          </p:grpSpPr>
          <p:sp>
            <p:nvSpPr>
              <p:cNvPr id="47"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53"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54"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grpSp>
        <p:nvGrpSpPr>
          <p:cNvPr id="55" name="组合 54"/>
          <p:cNvGrpSpPr/>
          <p:nvPr/>
        </p:nvGrpSpPr>
        <p:grpSpPr>
          <a:xfrm>
            <a:off x="5696038" y="3416377"/>
            <a:ext cx="502789" cy="453321"/>
            <a:chOff x="5424755" y="1340768"/>
            <a:chExt cx="670560" cy="604586"/>
          </a:xfrm>
        </p:grpSpPr>
        <p:grpSp>
          <p:nvGrpSpPr>
            <p:cNvPr id="56" name="组合 55"/>
            <p:cNvGrpSpPr/>
            <p:nvPr/>
          </p:nvGrpSpPr>
          <p:grpSpPr>
            <a:xfrm>
              <a:off x="5424755" y="1340768"/>
              <a:ext cx="670560" cy="604586"/>
              <a:chOff x="3720691" y="2824413"/>
              <a:chExt cx="1341120" cy="1209172"/>
            </a:xfrm>
          </p:grpSpPr>
          <p:sp>
            <p:nvSpPr>
              <p:cNvPr id="57"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58"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59"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grpSp>
        <p:nvGrpSpPr>
          <p:cNvPr id="60" name="组合 59"/>
          <p:cNvGrpSpPr>
            <a:grpSpLocks noChangeAspect="1"/>
          </p:cNvGrpSpPr>
          <p:nvPr/>
        </p:nvGrpSpPr>
        <p:grpSpPr>
          <a:xfrm>
            <a:off x="4466925" y="3536186"/>
            <a:ext cx="265649" cy="227877"/>
            <a:chOff x="5084763" y="971548"/>
            <a:chExt cx="323865" cy="277813"/>
          </a:xfrm>
          <a:solidFill>
            <a:srgbClr val="414455"/>
          </a:solidFill>
        </p:grpSpPr>
        <p:sp>
          <p:nvSpPr>
            <p:cNvPr id="61" name="Freeform 301"/>
            <p:cNvSpPr>
              <a:spLocks noEditPoints="1"/>
            </p:cNvSpPr>
            <p:nvPr/>
          </p:nvSpPr>
          <p:spPr bwMode="auto">
            <a:xfrm>
              <a:off x="5191140" y="1031873"/>
              <a:ext cx="217488" cy="217488"/>
            </a:xfrm>
            <a:custGeom>
              <a:avLst/>
              <a:gdLst>
                <a:gd name="T0" fmla="*/ 6 w 58"/>
                <a:gd name="T1" fmla="*/ 14 h 58"/>
                <a:gd name="T2" fmla="*/ 7 w 58"/>
                <a:gd name="T3" fmla="*/ 19 h 58"/>
                <a:gd name="T4" fmla="*/ 4 w 58"/>
                <a:gd name="T5" fmla="*/ 20 h 58"/>
                <a:gd name="T6" fmla="*/ 0 w 58"/>
                <a:gd name="T7" fmla="*/ 23 h 58"/>
                <a:gd name="T8" fmla="*/ 2 w 58"/>
                <a:gd name="T9" fmla="*/ 27 h 58"/>
                <a:gd name="T10" fmla="*/ 5 w 58"/>
                <a:gd name="T11" fmla="*/ 31 h 58"/>
                <a:gd name="T12" fmla="*/ 2 w 58"/>
                <a:gd name="T13" fmla="*/ 34 h 58"/>
                <a:gd name="T14" fmla="*/ 1 w 58"/>
                <a:gd name="T15" fmla="*/ 38 h 58"/>
                <a:gd name="T16" fmla="*/ 5 w 58"/>
                <a:gd name="T17" fmla="*/ 41 h 58"/>
                <a:gd name="T18" fmla="*/ 8 w 58"/>
                <a:gd name="T19" fmla="*/ 42 h 58"/>
                <a:gd name="T20" fmla="*/ 8 w 58"/>
                <a:gd name="T21" fmla="*/ 46 h 58"/>
                <a:gd name="T22" fmla="*/ 9 w 58"/>
                <a:gd name="T23" fmla="*/ 51 h 58"/>
                <a:gd name="T24" fmla="*/ 14 w 58"/>
                <a:gd name="T25" fmla="*/ 51 h 58"/>
                <a:gd name="T26" fmla="*/ 18 w 58"/>
                <a:gd name="T27" fmla="*/ 51 h 58"/>
                <a:gd name="T28" fmla="*/ 19 w 58"/>
                <a:gd name="T29" fmla="*/ 54 h 58"/>
                <a:gd name="T30" fmla="*/ 22 w 58"/>
                <a:gd name="T31" fmla="*/ 58 h 58"/>
                <a:gd name="T32" fmla="*/ 27 w 58"/>
                <a:gd name="T33" fmla="*/ 56 h 58"/>
                <a:gd name="T34" fmla="*/ 31 w 58"/>
                <a:gd name="T35" fmla="*/ 53 h 58"/>
                <a:gd name="T36" fmla="*/ 33 w 58"/>
                <a:gd name="T37" fmla="*/ 56 h 58"/>
                <a:gd name="T38" fmla="*/ 38 w 58"/>
                <a:gd name="T39" fmla="*/ 57 h 58"/>
                <a:gd name="T40" fmla="*/ 40 w 58"/>
                <a:gd name="T41" fmla="*/ 53 h 58"/>
                <a:gd name="T42" fmla="*/ 42 w 58"/>
                <a:gd name="T43" fmla="*/ 49 h 58"/>
                <a:gd name="T44" fmla="*/ 46 w 58"/>
                <a:gd name="T45" fmla="*/ 50 h 58"/>
                <a:gd name="T46" fmla="*/ 50 w 58"/>
                <a:gd name="T47" fmla="*/ 49 h 58"/>
                <a:gd name="T48" fmla="*/ 51 w 58"/>
                <a:gd name="T49" fmla="*/ 44 h 58"/>
                <a:gd name="T50" fmla="*/ 50 w 58"/>
                <a:gd name="T51" fmla="*/ 40 h 58"/>
                <a:gd name="T52" fmla="*/ 54 w 58"/>
                <a:gd name="T53" fmla="*/ 39 h 58"/>
                <a:gd name="T54" fmla="*/ 57 w 58"/>
                <a:gd name="T55" fmla="*/ 35 h 58"/>
                <a:gd name="T56" fmla="*/ 55 w 58"/>
                <a:gd name="T57" fmla="*/ 31 h 58"/>
                <a:gd name="T58" fmla="*/ 52 w 58"/>
                <a:gd name="T59" fmla="*/ 27 h 58"/>
                <a:gd name="T60" fmla="*/ 55 w 58"/>
                <a:gd name="T61" fmla="*/ 25 h 58"/>
                <a:gd name="T62" fmla="*/ 56 w 58"/>
                <a:gd name="T63" fmla="*/ 20 h 58"/>
                <a:gd name="T64" fmla="*/ 53 w 58"/>
                <a:gd name="T65" fmla="*/ 18 h 58"/>
                <a:gd name="T66" fmla="*/ 48 w 58"/>
                <a:gd name="T67" fmla="*/ 16 h 58"/>
                <a:gd name="T68" fmla="*/ 49 w 58"/>
                <a:gd name="T69" fmla="*/ 12 h 58"/>
                <a:gd name="T70" fmla="*/ 48 w 58"/>
                <a:gd name="T71" fmla="*/ 8 h 58"/>
                <a:gd name="T72" fmla="*/ 44 w 58"/>
                <a:gd name="T73" fmla="*/ 7 h 58"/>
                <a:gd name="T74" fmla="*/ 39 w 58"/>
                <a:gd name="T75" fmla="*/ 8 h 58"/>
                <a:gd name="T76" fmla="*/ 38 w 58"/>
                <a:gd name="T77" fmla="*/ 4 h 58"/>
                <a:gd name="T78" fmla="*/ 35 w 58"/>
                <a:gd name="T79" fmla="*/ 1 h 58"/>
                <a:gd name="T80" fmla="*/ 30 w 58"/>
                <a:gd name="T81" fmla="*/ 3 h 58"/>
                <a:gd name="T82" fmla="*/ 27 w 58"/>
                <a:gd name="T83" fmla="*/ 5 h 58"/>
                <a:gd name="T84" fmla="*/ 24 w 58"/>
                <a:gd name="T85" fmla="*/ 3 h 58"/>
                <a:gd name="T86" fmla="*/ 20 w 58"/>
                <a:gd name="T87" fmla="*/ 1 h 58"/>
                <a:gd name="T88" fmla="*/ 17 w 58"/>
                <a:gd name="T89" fmla="*/ 5 h 58"/>
                <a:gd name="T90" fmla="*/ 15 w 58"/>
                <a:gd name="T91" fmla="*/ 10 h 58"/>
                <a:gd name="T92" fmla="*/ 12 w 58"/>
                <a:gd name="T93" fmla="*/ 9 h 58"/>
                <a:gd name="T94" fmla="*/ 7 w 58"/>
                <a:gd name="T95" fmla="*/ 10 h 58"/>
                <a:gd name="T96" fmla="*/ 6 w 58"/>
                <a:gd name="T97" fmla="*/ 14 h 58"/>
                <a:gd name="T98" fmla="*/ 23 w 58"/>
                <a:gd name="T99" fmla="*/ 13 h 58"/>
                <a:gd name="T100" fmla="*/ 45 w 58"/>
                <a:gd name="T101" fmla="*/ 24 h 58"/>
                <a:gd name="T102" fmla="*/ 34 w 58"/>
                <a:gd name="T103" fmla="*/ 45 h 58"/>
                <a:gd name="T104" fmla="*/ 13 w 58"/>
                <a:gd name="T105" fmla="*/ 34 h 58"/>
                <a:gd name="T106" fmla="*/ 23 w 58"/>
                <a:gd name="T107" fmla="*/ 1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8" h="58">
                  <a:moveTo>
                    <a:pt x="6" y="14"/>
                  </a:moveTo>
                  <a:cubicBezTo>
                    <a:pt x="8" y="15"/>
                    <a:pt x="7" y="18"/>
                    <a:pt x="7" y="19"/>
                  </a:cubicBezTo>
                  <a:cubicBezTo>
                    <a:pt x="7" y="20"/>
                    <a:pt x="5" y="20"/>
                    <a:pt x="4" y="20"/>
                  </a:cubicBezTo>
                  <a:cubicBezTo>
                    <a:pt x="2" y="20"/>
                    <a:pt x="0" y="21"/>
                    <a:pt x="0" y="23"/>
                  </a:cubicBezTo>
                  <a:cubicBezTo>
                    <a:pt x="0" y="25"/>
                    <a:pt x="0" y="27"/>
                    <a:pt x="2" y="27"/>
                  </a:cubicBezTo>
                  <a:cubicBezTo>
                    <a:pt x="3" y="28"/>
                    <a:pt x="5" y="30"/>
                    <a:pt x="5" y="31"/>
                  </a:cubicBezTo>
                  <a:cubicBezTo>
                    <a:pt x="5" y="32"/>
                    <a:pt x="4" y="33"/>
                    <a:pt x="2" y="34"/>
                  </a:cubicBezTo>
                  <a:cubicBezTo>
                    <a:pt x="1" y="34"/>
                    <a:pt x="0" y="36"/>
                    <a:pt x="1" y="38"/>
                  </a:cubicBezTo>
                  <a:cubicBezTo>
                    <a:pt x="1" y="40"/>
                    <a:pt x="3" y="42"/>
                    <a:pt x="5" y="41"/>
                  </a:cubicBezTo>
                  <a:cubicBezTo>
                    <a:pt x="6" y="41"/>
                    <a:pt x="8" y="41"/>
                    <a:pt x="8" y="42"/>
                  </a:cubicBezTo>
                  <a:cubicBezTo>
                    <a:pt x="9" y="42"/>
                    <a:pt x="9" y="45"/>
                    <a:pt x="8" y="46"/>
                  </a:cubicBezTo>
                  <a:cubicBezTo>
                    <a:pt x="7" y="47"/>
                    <a:pt x="7" y="50"/>
                    <a:pt x="9" y="51"/>
                  </a:cubicBezTo>
                  <a:cubicBezTo>
                    <a:pt x="11" y="52"/>
                    <a:pt x="13" y="53"/>
                    <a:pt x="14" y="51"/>
                  </a:cubicBezTo>
                  <a:cubicBezTo>
                    <a:pt x="15" y="50"/>
                    <a:pt x="18" y="51"/>
                    <a:pt x="18" y="51"/>
                  </a:cubicBezTo>
                  <a:cubicBezTo>
                    <a:pt x="19" y="51"/>
                    <a:pt x="20" y="53"/>
                    <a:pt x="19" y="54"/>
                  </a:cubicBezTo>
                  <a:cubicBezTo>
                    <a:pt x="19" y="56"/>
                    <a:pt x="20" y="57"/>
                    <a:pt x="22" y="58"/>
                  </a:cubicBezTo>
                  <a:cubicBezTo>
                    <a:pt x="25" y="58"/>
                    <a:pt x="26" y="57"/>
                    <a:pt x="27" y="56"/>
                  </a:cubicBezTo>
                  <a:cubicBezTo>
                    <a:pt x="27" y="54"/>
                    <a:pt x="30" y="53"/>
                    <a:pt x="31" y="53"/>
                  </a:cubicBezTo>
                  <a:cubicBezTo>
                    <a:pt x="31" y="53"/>
                    <a:pt x="33" y="54"/>
                    <a:pt x="33" y="56"/>
                  </a:cubicBezTo>
                  <a:cubicBezTo>
                    <a:pt x="34" y="57"/>
                    <a:pt x="36" y="58"/>
                    <a:pt x="38" y="57"/>
                  </a:cubicBezTo>
                  <a:cubicBezTo>
                    <a:pt x="40" y="57"/>
                    <a:pt x="41" y="55"/>
                    <a:pt x="40" y="53"/>
                  </a:cubicBezTo>
                  <a:cubicBezTo>
                    <a:pt x="40" y="52"/>
                    <a:pt x="42" y="49"/>
                    <a:pt x="42" y="49"/>
                  </a:cubicBezTo>
                  <a:cubicBezTo>
                    <a:pt x="43" y="48"/>
                    <a:pt x="44" y="49"/>
                    <a:pt x="46" y="50"/>
                  </a:cubicBezTo>
                  <a:cubicBezTo>
                    <a:pt x="47" y="51"/>
                    <a:pt x="49" y="51"/>
                    <a:pt x="50" y="49"/>
                  </a:cubicBezTo>
                  <a:cubicBezTo>
                    <a:pt x="52" y="47"/>
                    <a:pt x="52" y="45"/>
                    <a:pt x="51" y="44"/>
                  </a:cubicBezTo>
                  <a:cubicBezTo>
                    <a:pt x="50" y="43"/>
                    <a:pt x="50" y="40"/>
                    <a:pt x="50" y="40"/>
                  </a:cubicBezTo>
                  <a:cubicBezTo>
                    <a:pt x="51" y="39"/>
                    <a:pt x="52" y="38"/>
                    <a:pt x="54" y="39"/>
                  </a:cubicBezTo>
                  <a:cubicBezTo>
                    <a:pt x="55" y="39"/>
                    <a:pt x="57" y="38"/>
                    <a:pt x="57" y="35"/>
                  </a:cubicBezTo>
                  <a:cubicBezTo>
                    <a:pt x="58" y="33"/>
                    <a:pt x="57" y="31"/>
                    <a:pt x="55" y="31"/>
                  </a:cubicBezTo>
                  <a:cubicBezTo>
                    <a:pt x="54" y="31"/>
                    <a:pt x="53" y="28"/>
                    <a:pt x="52" y="27"/>
                  </a:cubicBezTo>
                  <a:cubicBezTo>
                    <a:pt x="52" y="26"/>
                    <a:pt x="54" y="25"/>
                    <a:pt x="55" y="25"/>
                  </a:cubicBezTo>
                  <a:cubicBezTo>
                    <a:pt x="56" y="24"/>
                    <a:pt x="57" y="22"/>
                    <a:pt x="56" y="20"/>
                  </a:cubicBezTo>
                  <a:cubicBezTo>
                    <a:pt x="56" y="18"/>
                    <a:pt x="54" y="17"/>
                    <a:pt x="53" y="18"/>
                  </a:cubicBezTo>
                  <a:cubicBezTo>
                    <a:pt x="51" y="18"/>
                    <a:pt x="49" y="16"/>
                    <a:pt x="48" y="16"/>
                  </a:cubicBezTo>
                  <a:cubicBezTo>
                    <a:pt x="48" y="15"/>
                    <a:pt x="48" y="13"/>
                    <a:pt x="49" y="12"/>
                  </a:cubicBezTo>
                  <a:cubicBezTo>
                    <a:pt x="50" y="11"/>
                    <a:pt x="50" y="9"/>
                    <a:pt x="48" y="8"/>
                  </a:cubicBezTo>
                  <a:cubicBezTo>
                    <a:pt x="47" y="6"/>
                    <a:pt x="45" y="6"/>
                    <a:pt x="44" y="7"/>
                  </a:cubicBezTo>
                  <a:cubicBezTo>
                    <a:pt x="42" y="8"/>
                    <a:pt x="40" y="8"/>
                    <a:pt x="39" y="8"/>
                  </a:cubicBezTo>
                  <a:cubicBezTo>
                    <a:pt x="38" y="7"/>
                    <a:pt x="38" y="6"/>
                    <a:pt x="38" y="4"/>
                  </a:cubicBezTo>
                  <a:cubicBezTo>
                    <a:pt x="38" y="3"/>
                    <a:pt x="37" y="1"/>
                    <a:pt x="35" y="1"/>
                  </a:cubicBezTo>
                  <a:cubicBezTo>
                    <a:pt x="33" y="0"/>
                    <a:pt x="31" y="1"/>
                    <a:pt x="30" y="3"/>
                  </a:cubicBezTo>
                  <a:cubicBezTo>
                    <a:pt x="30" y="4"/>
                    <a:pt x="28" y="5"/>
                    <a:pt x="27" y="5"/>
                  </a:cubicBezTo>
                  <a:cubicBezTo>
                    <a:pt x="26" y="6"/>
                    <a:pt x="25" y="4"/>
                    <a:pt x="24" y="3"/>
                  </a:cubicBezTo>
                  <a:cubicBezTo>
                    <a:pt x="24" y="1"/>
                    <a:pt x="22" y="1"/>
                    <a:pt x="20" y="1"/>
                  </a:cubicBezTo>
                  <a:cubicBezTo>
                    <a:pt x="18" y="2"/>
                    <a:pt x="16" y="4"/>
                    <a:pt x="17" y="5"/>
                  </a:cubicBezTo>
                  <a:cubicBezTo>
                    <a:pt x="17" y="7"/>
                    <a:pt x="16" y="9"/>
                    <a:pt x="15" y="10"/>
                  </a:cubicBezTo>
                  <a:cubicBezTo>
                    <a:pt x="14" y="10"/>
                    <a:pt x="13" y="10"/>
                    <a:pt x="12" y="9"/>
                  </a:cubicBezTo>
                  <a:cubicBezTo>
                    <a:pt x="10" y="8"/>
                    <a:pt x="8" y="8"/>
                    <a:pt x="7" y="10"/>
                  </a:cubicBezTo>
                  <a:cubicBezTo>
                    <a:pt x="6" y="11"/>
                    <a:pt x="5" y="13"/>
                    <a:pt x="6" y="14"/>
                  </a:cubicBezTo>
                  <a:close/>
                  <a:moveTo>
                    <a:pt x="23" y="13"/>
                  </a:moveTo>
                  <a:cubicBezTo>
                    <a:pt x="32" y="10"/>
                    <a:pt x="42" y="15"/>
                    <a:pt x="45" y="24"/>
                  </a:cubicBezTo>
                  <a:cubicBezTo>
                    <a:pt x="47" y="33"/>
                    <a:pt x="43" y="42"/>
                    <a:pt x="34" y="45"/>
                  </a:cubicBezTo>
                  <a:cubicBezTo>
                    <a:pt x="25" y="48"/>
                    <a:pt x="15" y="43"/>
                    <a:pt x="13" y="34"/>
                  </a:cubicBezTo>
                  <a:cubicBezTo>
                    <a:pt x="10" y="26"/>
                    <a:pt x="15" y="16"/>
                    <a:pt x="23" y="1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sp>
          <p:nvSpPr>
            <p:cNvPr id="62" name="Freeform 302"/>
            <p:cNvSpPr>
              <a:spLocks noEditPoints="1"/>
            </p:cNvSpPr>
            <p:nvPr/>
          </p:nvSpPr>
          <p:spPr bwMode="auto">
            <a:xfrm>
              <a:off x="5084781" y="971548"/>
              <a:ext cx="139701" cy="139700"/>
            </a:xfrm>
            <a:custGeom>
              <a:avLst/>
              <a:gdLst>
                <a:gd name="T0" fmla="*/ 4 w 37"/>
                <a:gd name="T1" fmla="*/ 9 h 37"/>
                <a:gd name="T2" fmla="*/ 5 w 37"/>
                <a:gd name="T3" fmla="*/ 12 h 37"/>
                <a:gd name="T4" fmla="*/ 2 w 37"/>
                <a:gd name="T5" fmla="*/ 12 h 37"/>
                <a:gd name="T6" fmla="*/ 0 w 37"/>
                <a:gd name="T7" fmla="*/ 14 h 37"/>
                <a:gd name="T8" fmla="*/ 1 w 37"/>
                <a:gd name="T9" fmla="*/ 17 h 37"/>
                <a:gd name="T10" fmla="*/ 3 w 37"/>
                <a:gd name="T11" fmla="*/ 20 h 37"/>
                <a:gd name="T12" fmla="*/ 2 w 37"/>
                <a:gd name="T13" fmla="*/ 21 h 37"/>
                <a:gd name="T14" fmla="*/ 1 w 37"/>
                <a:gd name="T15" fmla="*/ 24 h 37"/>
                <a:gd name="T16" fmla="*/ 3 w 37"/>
                <a:gd name="T17" fmla="*/ 26 h 37"/>
                <a:gd name="T18" fmla="*/ 5 w 37"/>
                <a:gd name="T19" fmla="*/ 26 h 37"/>
                <a:gd name="T20" fmla="*/ 5 w 37"/>
                <a:gd name="T21" fmla="*/ 29 h 37"/>
                <a:gd name="T22" fmla="*/ 6 w 37"/>
                <a:gd name="T23" fmla="*/ 32 h 37"/>
                <a:gd name="T24" fmla="*/ 9 w 37"/>
                <a:gd name="T25" fmla="*/ 33 h 37"/>
                <a:gd name="T26" fmla="*/ 12 w 37"/>
                <a:gd name="T27" fmla="*/ 32 h 37"/>
                <a:gd name="T28" fmla="*/ 12 w 37"/>
                <a:gd name="T29" fmla="*/ 34 h 37"/>
                <a:gd name="T30" fmla="*/ 15 w 37"/>
                <a:gd name="T31" fmla="*/ 37 h 37"/>
                <a:gd name="T32" fmla="*/ 17 w 37"/>
                <a:gd name="T33" fmla="*/ 35 h 37"/>
                <a:gd name="T34" fmla="*/ 20 w 37"/>
                <a:gd name="T35" fmla="*/ 34 h 37"/>
                <a:gd name="T36" fmla="*/ 21 w 37"/>
                <a:gd name="T37" fmla="*/ 35 h 37"/>
                <a:gd name="T38" fmla="*/ 24 w 37"/>
                <a:gd name="T39" fmla="*/ 36 h 37"/>
                <a:gd name="T40" fmla="*/ 26 w 37"/>
                <a:gd name="T41" fmla="*/ 34 h 37"/>
                <a:gd name="T42" fmla="*/ 27 w 37"/>
                <a:gd name="T43" fmla="*/ 31 h 37"/>
                <a:gd name="T44" fmla="*/ 29 w 37"/>
                <a:gd name="T45" fmla="*/ 32 h 37"/>
                <a:gd name="T46" fmla="*/ 32 w 37"/>
                <a:gd name="T47" fmla="*/ 31 h 37"/>
                <a:gd name="T48" fmla="*/ 33 w 37"/>
                <a:gd name="T49" fmla="*/ 28 h 37"/>
                <a:gd name="T50" fmla="*/ 32 w 37"/>
                <a:gd name="T51" fmla="*/ 25 h 37"/>
                <a:gd name="T52" fmla="*/ 35 w 37"/>
                <a:gd name="T53" fmla="*/ 24 h 37"/>
                <a:gd name="T54" fmla="*/ 37 w 37"/>
                <a:gd name="T55" fmla="*/ 22 h 37"/>
                <a:gd name="T56" fmla="*/ 36 w 37"/>
                <a:gd name="T57" fmla="*/ 19 h 37"/>
                <a:gd name="T58" fmla="*/ 34 w 37"/>
                <a:gd name="T59" fmla="*/ 17 h 37"/>
                <a:gd name="T60" fmla="*/ 35 w 37"/>
                <a:gd name="T61" fmla="*/ 15 h 37"/>
                <a:gd name="T62" fmla="*/ 36 w 37"/>
                <a:gd name="T63" fmla="*/ 12 h 37"/>
                <a:gd name="T64" fmla="*/ 34 w 37"/>
                <a:gd name="T65" fmla="*/ 11 h 37"/>
                <a:gd name="T66" fmla="*/ 31 w 37"/>
                <a:gd name="T67" fmla="*/ 9 h 37"/>
                <a:gd name="T68" fmla="*/ 32 w 37"/>
                <a:gd name="T69" fmla="*/ 7 h 37"/>
                <a:gd name="T70" fmla="*/ 31 w 37"/>
                <a:gd name="T71" fmla="*/ 4 h 37"/>
                <a:gd name="T72" fmla="*/ 28 w 37"/>
                <a:gd name="T73" fmla="*/ 4 h 37"/>
                <a:gd name="T74" fmla="*/ 25 w 37"/>
                <a:gd name="T75" fmla="*/ 4 h 37"/>
                <a:gd name="T76" fmla="*/ 25 w 37"/>
                <a:gd name="T77" fmla="*/ 2 h 37"/>
                <a:gd name="T78" fmla="*/ 22 w 37"/>
                <a:gd name="T79" fmla="*/ 0 h 37"/>
                <a:gd name="T80" fmla="*/ 20 w 37"/>
                <a:gd name="T81" fmla="*/ 1 h 37"/>
                <a:gd name="T82" fmla="*/ 17 w 37"/>
                <a:gd name="T83" fmla="*/ 3 h 37"/>
                <a:gd name="T84" fmla="*/ 16 w 37"/>
                <a:gd name="T85" fmla="*/ 1 h 37"/>
                <a:gd name="T86" fmla="*/ 13 w 37"/>
                <a:gd name="T87" fmla="*/ 0 h 37"/>
                <a:gd name="T88" fmla="*/ 11 w 37"/>
                <a:gd name="T89" fmla="*/ 3 h 37"/>
                <a:gd name="T90" fmla="*/ 10 w 37"/>
                <a:gd name="T91" fmla="*/ 6 h 37"/>
                <a:gd name="T92" fmla="*/ 8 w 37"/>
                <a:gd name="T93" fmla="*/ 5 h 37"/>
                <a:gd name="T94" fmla="*/ 5 w 37"/>
                <a:gd name="T95" fmla="*/ 6 h 37"/>
                <a:gd name="T96" fmla="*/ 4 w 37"/>
                <a:gd name="T97" fmla="*/ 9 h 37"/>
                <a:gd name="T98" fmla="*/ 15 w 37"/>
                <a:gd name="T99" fmla="*/ 8 h 37"/>
                <a:gd name="T100" fmla="*/ 29 w 37"/>
                <a:gd name="T101" fmla="*/ 15 h 37"/>
                <a:gd name="T102" fmla="*/ 22 w 37"/>
                <a:gd name="T103" fmla="*/ 29 h 37"/>
                <a:gd name="T104" fmla="*/ 8 w 37"/>
                <a:gd name="T105" fmla="*/ 22 h 37"/>
                <a:gd name="T106" fmla="*/ 15 w 37"/>
                <a:gd name="T107" fmla="*/ 8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7" h="37">
                  <a:moveTo>
                    <a:pt x="4" y="9"/>
                  </a:moveTo>
                  <a:cubicBezTo>
                    <a:pt x="5" y="9"/>
                    <a:pt x="5" y="11"/>
                    <a:pt x="5" y="12"/>
                  </a:cubicBezTo>
                  <a:cubicBezTo>
                    <a:pt x="4" y="12"/>
                    <a:pt x="3" y="12"/>
                    <a:pt x="2" y="12"/>
                  </a:cubicBezTo>
                  <a:cubicBezTo>
                    <a:pt x="1" y="12"/>
                    <a:pt x="0" y="13"/>
                    <a:pt x="0" y="14"/>
                  </a:cubicBezTo>
                  <a:cubicBezTo>
                    <a:pt x="0" y="16"/>
                    <a:pt x="0" y="17"/>
                    <a:pt x="1" y="17"/>
                  </a:cubicBezTo>
                  <a:cubicBezTo>
                    <a:pt x="2" y="17"/>
                    <a:pt x="3" y="19"/>
                    <a:pt x="3" y="20"/>
                  </a:cubicBezTo>
                  <a:cubicBezTo>
                    <a:pt x="3" y="20"/>
                    <a:pt x="2" y="21"/>
                    <a:pt x="2" y="21"/>
                  </a:cubicBezTo>
                  <a:cubicBezTo>
                    <a:pt x="1" y="21"/>
                    <a:pt x="0" y="23"/>
                    <a:pt x="1" y="24"/>
                  </a:cubicBezTo>
                  <a:cubicBezTo>
                    <a:pt x="1" y="25"/>
                    <a:pt x="2" y="26"/>
                    <a:pt x="3" y="26"/>
                  </a:cubicBezTo>
                  <a:cubicBezTo>
                    <a:pt x="4" y="26"/>
                    <a:pt x="5" y="26"/>
                    <a:pt x="5" y="26"/>
                  </a:cubicBezTo>
                  <a:cubicBezTo>
                    <a:pt x="6" y="27"/>
                    <a:pt x="6" y="28"/>
                    <a:pt x="5" y="29"/>
                  </a:cubicBezTo>
                  <a:cubicBezTo>
                    <a:pt x="5" y="30"/>
                    <a:pt x="5" y="31"/>
                    <a:pt x="6" y="32"/>
                  </a:cubicBezTo>
                  <a:cubicBezTo>
                    <a:pt x="7" y="33"/>
                    <a:pt x="8" y="33"/>
                    <a:pt x="9" y="33"/>
                  </a:cubicBezTo>
                  <a:cubicBezTo>
                    <a:pt x="10" y="32"/>
                    <a:pt x="11" y="32"/>
                    <a:pt x="12" y="32"/>
                  </a:cubicBezTo>
                  <a:cubicBezTo>
                    <a:pt x="12" y="32"/>
                    <a:pt x="13" y="33"/>
                    <a:pt x="12" y="34"/>
                  </a:cubicBezTo>
                  <a:cubicBezTo>
                    <a:pt x="12" y="35"/>
                    <a:pt x="13" y="36"/>
                    <a:pt x="15" y="37"/>
                  </a:cubicBezTo>
                  <a:cubicBezTo>
                    <a:pt x="16" y="37"/>
                    <a:pt x="17" y="36"/>
                    <a:pt x="17" y="35"/>
                  </a:cubicBezTo>
                  <a:cubicBezTo>
                    <a:pt x="18" y="34"/>
                    <a:pt x="19" y="34"/>
                    <a:pt x="20" y="34"/>
                  </a:cubicBezTo>
                  <a:cubicBezTo>
                    <a:pt x="20" y="34"/>
                    <a:pt x="21" y="34"/>
                    <a:pt x="21" y="35"/>
                  </a:cubicBezTo>
                  <a:cubicBezTo>
                    <a:pt x="22" y="36"/>
                    <a:pt x="23" y="37"/>
                    <a:pt x="24" y="36"/>
                  </a:cubicBezTo>
                  <a:cubicBezTo>
                    <a:pt x="26" y="36"/>
                    <a:pt x="26" y="35"/>
                    <a:pt x="26" y="34"/>
                  </a:cubicBezTo>
                  <a:cubicBezTo>
                    <a:pt x="26" y="33"/>
                    <a:pt x="27" y="31"/>
                    <a:pt x="27" y="31"/>
                  </a:cubicBezTo>
                  <a:cubicBezTo>
                    <a:pt x="28" y="31"/>
                    <a:pt x="29" y="31"/>
                    <a:pt x="29" y="32"/>
                  </a:cubicBezTo>
                  <a:cubicBezTo>
                    <a:pt x="30" y="32"/>
                    <a:pt x="32" y="32"/>
                    <a:pt x="32" y="31"/>
                  </a:cubicBezTo>
                  <a:cubicBezTo>
                    <a:pt x="33" y="30"/>
                    <a:pt x="34" y="28"/>
                    <a:pt x="33" y="28"/>
                  </a:cubicBezTo>
                  <a:cubicBezTo>
                    <a:pt x="32" y="27"/>
                    <a:pt x="32" y="25"/>
                    <a:pt x="32" y="25"/>
                  </a:cubicBezTo>
                  <a:cubicBezTo>
                    <a:pt x="33" y="24"/>
                    <a:pt x="34" y="24"/>
                    <a:pt x="35" y="24"/>
                  </a:cubicBezTo>
                  <a:cubicBezTo>
                    <a:pt x="36" y="24"/>
                    <a:pt x="37" y="24"/>
                    <a:pt x="37" y="22"/>
                  </a:cubicBezTo>
                  <a:cubicBezTo>
                    <a:pt x="37" y="21"/>
                    <a:pt x="37" y="20"/>
                    <a:pt x="36" y="19"/>
                  </a:cubicBezTo>
                  <a:cubicBezTo>
                    <a:pt x="35" y="19"/>
                    <a:pt x="34" y="18"/>
                    <a:pt x="34" y="17"/>
                  </a:cubicBezTo>
                  <a:cubicBezTo>
                    <a:pt x="34" y="16"/>
                    <a:pt x="35" y="16"/>
                    <a:pt x="35" y="15"/>
                  </a:cubicBezTo>
                  <a:cubicBezTo>
                    <a:pt x="36" y="15"/>
                    <a:pt x="37" y="14"/>
                    <a:pt x="36" y="12"/>
                  </a:cubicBezTo>
                  <a:cubicBezTo>
                    <a:pt x="36" y="11"/>
                    <a:pt x="35" y="10"/>
                    <a:pt x="34" y="11"/>
                  </a:cubicBezTo>
                  <a:cubicBezTo>
                    <a:pt x="33" y="11"/>
                    <a:pt x="31" y="10"/>
                    <a:pt x="31" y="9"/>
                  </a:cubicBezTo>
                  <a:cubicBezTo>
                    <a:pt x="31" y="9"/>
                    <a:pt x="31" y="8"/>
                    <a:pt x="32" y="7"/>
                  </a:cubicBezTo>
                  <a:cubicBezTo>
                    <a:pt x="32" y="7"/>
                    <a:pt x="32" y="5"/>
                    <a:pt x="31" y="4"/>
                  </a:cubicBezTo>
                  <a:cubicBezTo>
                    <a:pt x="30" y="3"/>
                    <a:pt x="29" y="3"/>
                    <a:pt x="28" y="4"/>
                  </a:cubicBezTo>
                  <a:cubicBezTo>
                    <a:pt x="27" y="5"/>
                    <a:pt x="26" y="5"/>
                    <a:pt x="25" y="4"/>
                  </a:cubicBezTo>
                  <a:cubicBezTo>
                    <a:pt x="25" y="4"/>
                    <a:pt x="24" y="3"/>
                    <a:pt x="25" y="2"/>
                  </a:cubicBezTo>
                  <a:cubicBezTo>
                    <a:pt x="25" y="1"/>
                    <a:pt x="24" y="0"/>
                    <a:pt x="22" y="0"/>
                  </a:cubicBezTo>
                  <a:cubicBezTo>
                    <a:pt x="21" y="0"/>
                    <a:pt x="20" y="0"/>
                    <a:pt x="20" y="1"/>
                  </a:cubicBezTo>
                  <a:cubicBezTo>
                    <a:pt x="19" y="2"/>
                    <a:pt x="18" y="3"/>
                    <a:pt x="17" y="3"/>
                  </a:cubicBezTo>
                  <a:cubicBezTo>
                    <a:pt x="17" y="3"/>
                    <a:pt x="16" y="2"/>
                    <a:pt x="16" y="1"/>
                  </a:cubicBezTo>
                  <a:cubicBezTo>
                    <a:pt x="15" y="0"/>
                    <a:pt x="14" y="0"/>
                    <a:pt x="13" y="0"/>
                  </a:cubicBezTo>
                  <a:cubicBezTo>
                    <a:pt x="11" y="1"/>
                    <a:pt x="11" y="2"/>
                    <a:pt x="11" y="3"/>
                  </a:cubicBezTo>
                  <a:cubicBezTo>
                    <a:pt x="11" y="4"/>
                    <a:pt x="10" y="5"/>
                    <a:pt x="10" y="6"/>
                  </a:cubicBezTo>
                  <a:cubicBezTo>
                    <a:pt x="9" y="6"/>
                    <a:pt x="8" y="6"/>
                    <a:pt x="8" y="5"/>
                  </a:cubicBezTo>
                  <a:cubicBezTo>
                    <a:pt x="7" y="4"/>
                    <a:pt x="5" y="5"/>
                    <a:pt x="5" y="6"/>
                  </a:cubicBezTo>
                  <a:cubicBezTo>
                    <a:pt x="4" y="7"/>
                    <a:pt x="3" y="8"/>
                    <a:pt x="4" y="9"/>
                  </a:cubicBezTo>
                  <a:close/>
                  <a:moveTo>
                    <a:pt x="15" y="8"/>
                  </a:moveTo>
                  <a:cubicBezTo>
                    <a:pt x="21" y="6"/>
                    <a:pt x="27" y="9"/>
                    <a:pt x="29" y="15"/>
                  </a:cubicBezTo>
                  <a:cubicBezTo>
                    <a:pt x="31" y="21"/>
                    <a:pt x="27" y="27"/>
                    <a:pt x="22" y="29"/>
                  </a:cubicBezTo>
                  <a:cubicBezTo>
                    <a:pt x="16" y="30"/>
                    <a:pt x="10" y="27"/>
                    <a:pt x="8" y="22"/>
                  </a:cubicBezTo>
                  <a:cubicBezTo>
                    <a:pt x="6" y="16"/>
                    <a:pt x="10" y="10"/>
                    <a:pt x="15" y="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sp>
          <p:nvSpPr>
            <p:cNvPr id="63" name="Freeform 303"/>
            <p:cNvSpPr>
              <a:spLocks noEditPoints="1"/>
            </p:cNvSpPr>
            <p:nvPr/>
          </p:nvSpPr>
          <p:spPr bwMode="auto">
            <a:xfrm>
              <a:off x="5084763" y="1111250"/>
              <a:ext cx="109538" cy="104775"/>
            </a:xfrm>
            <a:custGeom>
              <a:avLst/>
              <a:gdLst>
                <a:gd name="T0" fmla="*/ 3 w 29"/>
                <a:gd name="T1" fmla="*/ 7 h 28"/>
                <a:gd name="T2" fmla="*/ 4 w 29"/>
                <a:gd name="T3" fmla="*/ 9 h 28"/>
                <a:gd name="T4" fmla="*/ 2 w 29"/>
                <a:gd name="T5" fmla="*/ 9 h 28"/>
                <a:gd name="T6" fmla="*/ 0 w 29"/>
                <a:gd name="T7" fmla="*/ 11 h 28"/>
                <a:gd name="T8" fmla="*/ 1 w 29"/>
                <a:gd name="T9" fmla="*/ 13 h 28"/>
                <a:gd name="T10" fmla="*/ 3 w 29"/>
                <a:gd name="T11" fmla="*/ 15 h 28"/>
                <a:gd name="T12" fmla="*/ 1 w 29"/>
                <a:gd name="T13" fmla="*/ 16 h 28"/>
                <a:gd name="T14" fmla="*/ 1 w 29"/>
                <a:gd name="T15" fmla="*/ 19 h 28"/>
                <a:gd name="T16" fmla="*/ 3 w 29"/>
                <a:gd name="T17" fmla="*/ 20 h 28"/>
                <a:gd name="T18" fmla="*/ 4 w 29"/>
                <a:gd name="T19" fmla="*/ 20 h 28"/>
                <a:gd name="T20" fmla="*/ 4 w 29"/>
                <a:gd name="T21" fmla="*/ 23 h 28"/>
                <a:gd name="T22" fmla="*/ 5 w 29"/>
                <a:gd name="T23" fmla="*/ 25 h 28"/>
                <a:gd name="T24" fmla="*/ 7 w 29"/>
                <a:gd name="T25" fmla="*/ 25 h 28"/>
                <a:gd name="T26" fmla="*/ 9 w 29"/>
                <a:gd name="T27" fmla="*/ 25 h 28"/>
                <a:gd name="T28" fmla="*/ 10 w 29"/>
                <a:gd name="T29" fmla="*/ 27 h 28"/>
                <a:gd name="T30" fmla="*/ 11 w 29"/>
                <a:gd name="T31" fmla="*/ 28 h 28"/>
                <a:gd name="T32" fmla="*/ 13 w 29"/>
                <a:gd name="T33" fmla="*/ 27 h 28"/>
                <a:gd name="T34" fmla="*/ 15 w 29"/>
                <a:gd name="T35" fmla="*/ 26 h 28"/>
                <a:gd name="T36" fmla="*/ 17 w 29"/>
                <a:gd name="T37" fmla="*/ 27 h 28"/>
                <a:gd name="T38" fmla="*/ 19 w 29"/>
                <a:gd name="T39" fmla="*/ 28 h 28"/>
                <a:gd name="T40" fmla="*/ 20 w 29"/>
                <a:gd name="T41" fmla="*/ 26 h 28"/>
                <a:gd name="T42" fmla="*/ 21 w 29"/>
                <a:gd name="T43" fmla="*/ 24 h 28"/>
                <a:gd name="T44" fmla="*/ 23 w 29"/>
                <a:gd name="T45" fmla="*/ 24 h 28"/>
                <a:gd name="T46" fmla="*/ 25 w 29"/>
                <a:gd name="T47" fmla="*/ 24 h 28"/>
                <a:gd name="T48" fmla="*/ 25 w 29"/>
                <a:gd name="T49" fmla="*/ 21 h 28"/>
                <a:gd name="T50" fmla="*/ 25 w 29"/>
                <a:gd name="T51" fmla="*/ 19 h 28"/>
                <a:gd name="T52" fmla="*/ 27 w 29"/>
                <a:gd name="T53" fmla="*/ 19 h 28"/>
                <a:gd name="T54" fmla="*/ 29 w 29"/>
                <a:gd name="T55" fmla="*/ 17 h 28"/>
                <a:gd name="T56" fmla="*/ 28 w 29"/>
                <a:gd name="T57" fmla="*/ 15 h 28"/>
                <a:gd name="T58" fmla="*/ 26 w 29"/>
                <a:gd name="T59" fmla="*/ 13 h 28"/>
                <a:gd name="T60" fmla="*/ 27 w 29"/>
                <a:gd name="T61" fmla="*/ 12 h 28"/>
                <a:gd name="T62" fmla="*/ 28 w 29"/>
                <a:gd name="T63" fmla="*/ 10 h 28"/>
                <a:gd name="T64" fmla="*/ 26 w 29"/>
                <a:gd name="T65" fmla="*/ 8 h 28"/>
                <a:gd name="T66" fmla="*/ 24 w 29"/>
                <a:gd name="T67" fmla="*/ 7 h 28"/>
                <a:gd name="T68" fmla="*/ 25 w 29"/>
                <a:gd name="T69" fmla="*/ 6 h 28"/>
                <a:gd name="T70" fmla="*/ 24 w 29"/>
                <a:gd name="T71" fmla="*/ 3 h 28"/>
                <a:gd name="T72" fmla="*/ 22 w 29"/>
                <a:gd name="T73" fmla="*/ 3 h 28"/>
                <a:gd name="T74" fmla="*/ 19 w 29"/>
                <a:gd name="T75" fmla="*/ 3 h 28"/>
                <a:gd name="T76" fmla="*/ 19 w 29"/>
                <a:gd name="T77" fmla="*/ 2 h 28"/>
                <a:gd name="T78" fmla="*/ 17 w 29"/>
                <a:gd name="T79" fmla="*/ 0 h 28"/>
                <a:gd name="T80" fmla="*/ 15 w 29"/>
                <a:gd name="T81" fmla="*/ 1 h 28"/>
                <a:gd name="T82" fmla="*/ 13 w 29"/>
                <a:gd name="T83" fmla="*/ 2 h 28"/>
                <a:gd name="T84" fmla="*/ 12 w 29"/>
                <a:gd name="T85" fmla="*/ 1 h 28"/>
                <a:gd name="T86" fmla="*/ 10 w 29"/>
                <a:gd name="T87" fmla="*/ 0 h 28"/>
                <a:gd name="T88" fmla="*/ 9 w 29"/>
                <a:gd name="T89" fmla="*/ 2 h 28"/>
                <a:gd name="T90" fmla="*/ 8 w 29"/>
                <a:gd name="T91" fmla="*/ 4 h 28"/>
                <a:gd name="T92" fmla="*/ 6 w 29"/>
                <a:gd name="T93" fmla="*/ 4 h 28"/>
                <a:gd name="T94" fmla="*/ 4 w 29"/>
                <a:gd name="T95" fmla="*/ 4 h 28"/>
                <a:gd name="T96" fmla="*/ 3 w 29"/>
                <a:gd name="T97" fmla="*/ 7 h 28"/>
                <a:gd name="T98" fmla="*/ 12 w 29"/>
                <a:gd name="T99" fmla="*/ 6 h 28"/>
                <a:gd name="T100" fmla="*/ 22 w 29"/>
                <a:gd name="T101" fmla="*/ 12 h 28"/>
                <a:gd name="T102" fmla="*/ 17 w 29"/>
                <a:gd name="T103" fmla="*/ 22 h 28"/>
                <a:gd name="T104" fmla="*/ 6 w 29"/>
                <a:gd name="T105" fmla="*/ 17 h 28"/>
                <a:gd name="T106" fmla="*/ 12 w 29"/>
                <a:gd name="T10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9" h="28">
                  <a:moveTo>
                    <a:pt x="3" y="7"/>
                  </a:moveTo>
                  <a:cubicBezTo>
                    <a:pt x="4" y="7"/>
                    <a:pt x="4" y="9"/>
                    <a:pt x="4" y="9"/>
                  </a:cubicBezTo>
                  <a:cubicBezTo>
                    <a:pt x="4" y="9"/>
                    <a:pt x="3" y="10"/>
                    <a:pt x="2" y="9"/>
                  </a:cubicBezTo>
                  <a:cubicBezTo>
                    <a:pt x="1" y="9"/>
                    <a:pt x="0" y="10"/>
                    <a:pt x="0" y="11"/>
                  </a:cubicBezTo>
                  <a:cubicBezTo>
                    <a:pt x="0" y="12"/>
                    <a:pt x="0" y="13"/>
                    <a:pt x="1" y="13"/>
                  </a:cubicBezTo>
                  <a:cubicBezTo>
                    <a:pt x="2" y="13"/>
                    <a:pt x="3" y="15"/>
                    <a:pt x="3" y="15"/>
                  </a:cubicBezTo>
                  <a:cubicBezTo>
                    <a:pt x="3" y="16"/>
                    <a:pt x="2" y="16"/>
                    <a:pt x="1" y="16"/>
                  </a:cubicBezTo>
                  <a:cubicBezTo>
                    <a:pt x="1" y="17"/>
                    <a:pt x="0" y="18"/>
                    <a:pt x="1" y="19"/>
                  </a:cubicBezTo>
                  <a:cubicBezTo>
                    <a:pt x="1" y="20"/>
                    <a:pt x="2" y="20"/>
                    <a:pt x="3" y="20"/>
                  </a:cubicBezTo>
                  <a:cubicBezTo>
                    <a:pt x="3" y="20"/>
                    <a:pt x="4" y="20"/>
                    <a:pt x="4" y="20"/>
                  </a:cubicBezTo>
                  <a:cubicBezTo>
                    <a:pt x="4" y="21"/>
                    <a:pt x="5" y="22"/>
                    <a:pt x="4" y="23"/>
                  </a:cubicBezTo>
                  <a:cubicBezTo>
                    <a:pt x="4" y="23"/>
                    <a:pt x="4" y="24"/>
                    <a:pt x="5" y="25"/>
                  </a:cubicBezTo>
                  <a:cubicBezTo>
                    <a:pt x="5" y="26"/>
                    <a:pt x="7" y="26"/>
                    <a:pt x="7" y="25"/>
                  </a:cubicBezTo>
                  <a:cubicBezTo>
                    <a:pt x="8" y="25"/>
                    <a:pt x="9" y="25"/>
                    <a:pt x="9" y="25"/>
                  </a:cubicBezTo>
                  <a:cubicBezTo>
                    <a:pt x="10" y="25"/>
                    <a:pt x="10" y="26"/>
                    <a:pt x="10" y="27"/>
                  </a:cubicBezTo>
                  <a:cubicBezTo>
                    <a:pt x="10" y="27"/>
                    <a:pt x="10" y="28"/>
                    <a:pt x="11" y="28"/>
                  </a:cubicBezTo>
                  <a:cubicBezTo>
                    <a:pt x="12" y="28"/>
                    <a:pt x="13" y="28"/>
                    <a:pt x="13" y="27"/>
                  </a:cubicBezTo>
                  <a:cubicBezTo>
                    <a:pt x="14" y="27"/>
                    <a:pt x="15" y="26"/>
                    <a:pt x="15" y="26"/>
                  </a:cubicBezTo>
                  <a:cubicBezTo>
                    <a:pt x="16" y="26"/>
                    <a:pt x="16" y="26"/>
                    <a:pt x="17" y="27"/>
                  </a:cubicBezTo>
                  <a:cubicBezTo>
                    <a:pt x="17" y="28"/>
                    <a:pt x="18" y="28"/>
                    <a:pt x="19" y="28"/>
                  </a:cubicBezTo>
                  <a:cubicBezTo>
                    <a:pt x="20" y="28"/>
                    <a:pt x="20" y="27"/>
                    <a:pt x="20" y="26"/>
                  </a:cubicBezTo>
                  <a:cubicBezTo>
                    <a:pt x="20" y="25"/>
                    <a:pt x="21" y="24"/>
                    <a:pt x="21" y="24"/>
                  </a:cubicBezTo>
                  <a:cubicBezTo>
                    <a:pt x="21" y="24"/>
                    <a:pt x="22" y="24"/>
                    <a:pt x="23" y="24"/>
                  </a:cubicBezTo>
                  <a:cubicBezTo>
                    <a:pt x="23" y="25"/>
                    <a:pt x="24" y="25"/>
                    <a:pt x="25" y="24"/>
                  </a:cubicBezTo>
                  <a:cubicBezTo>
                    <a:pt x="26" y="23"/>
                    <a:pt x="26" y="22"/>
                    <a:pt x="25" y="21"/>
                  </a:cubicBezTo>
                  <a:cubicBezTo>
                    <a:pt x="25" y="21"/>
                    <a:pt x="25" y="20"/>
                    <a:pt x="25" y="19"/>
                  </a:cubicBezTo>
                  <a:cubicBezTo>
                    <a:pt x="25" y="19"/>
                    <a:pt x="26" y="19"/>
                    <a:pt x="27" y="19"/>
                  </a:cubicBezTo>
                  <a:cubicBezTo>
                    <a:pt x="28" y="19"/>
                    <a:pt x="28" y="18"/>
                    <a:pt x="29" y="17"/>
                  </a:cubicBezTo>
                  <a:cubicBezTo>
                    <a:pt x="29" y="16"/>
                    <a:pt x="28" y="15"/>
                    <a:pt x="28" y="15"/>
                  </a:cubicBezTo>
                  <a:cubicBezTo>
                    <a:pt x="27" y="15"/>
                    <a:pt x="26" y="14"/>
                    <a:pt x="26" y="13"/>
                  </a:cubicBezTo>
                  <a:cubicBezTo>
                    <a:pt x="26" y="13"/>
                    <a:pt x="27" y="12"/>
                    <a:pt x="27" y="12"/>
                  </a:cubicBezTo>
                  <a:cubicBezTo>
                    <a:pt x="28" y="12"/>
                    <a:pt x="28" y="11"/>
                    <a:pt x="28" y="10"/>
                  </a:cubicBezTo>
                  <a:cubicBezTo>
                    <a:pt x="28" y="9"/>
                    <a:pt x="27" y="8"/>
                    <a:pt x="26" y="8"/>
                  </a:cubicBezTo>
                  <a:cubicBezTo>
                    <a:pt x="26" y="9"/>
                    <a:pt x="24" y="8"/>
                    <a:pt x="24" y="7"/>
                  </a:cubicBezTo>
                  <a:cubicBezTo>
                    <a:pt x="24" y="7"/>
                    <a:pt x="24" y="6"/>
                    <a:pt x="25" y="6"/>
                  </a:cubicBezTo>
                  <a:cubicBezTo>
                    <a:pt x="25" y="5"/>
                    <a:pt x="25" y="4"/>
                    <a:pt x="24" y="3"/>
                  </a:cubicBezTo>
                  <a:cubicBezTo>
                    <a:pt x="23" y="3"/>
                    <a:pt x="22" y="3"/>
                    <a:pt x="22" y="3"/>
                  </a:cubicBezTo>
                  <a:cubicBezTo>
                    <a:pt x="21" y="4"/>
                    <a:pt x="20" y="4"/>
                    <a:pt x="19" y="3"/>
                  </a:cubicBezTo>
                  <a:cubicBezTo>
                    <a:pt x="19" y="3"/>
                    <a:pt x="19" y="2"/>
                    <a:pt x="19" y="2"/>
                  </a:cubicBezTo>
                  <a:cubicBezTo>
                    <a:pt x="19" y="1"/>
                    <a:pt x="18" y="0"/>
                    <a:pt x="17" y="0"/>
                  </a:cubicBezTo>
                  <a:cubicBezTo>
                    <a:pt x="16" y="0"/>
                    <a:pt x="15" y="0"/>
                    <a:pt x="15" y="1"/>
                  </a:cubicBezTo>
                  <a:cubicBezTo>
                    <a:pt x="15" y="2"/>
                    <a:pt x="14" y="2"/>
                    <a:pt x="13" y="2"/>
                  </a:cubicBezTo>
                  <a:cubicBezTo>
                    <a:pt x="13" y="2"/>
                    <a:pt x="12" y="2"/>
                    <a:pt x="12" y="1"/>
                  </a:cubicBezTo>
                  <a:cubicBezTo>
                    <a:pt x="12" y="0"/>
                    <a:pt x="11" y="0"/>
                    <a:pt x="10" y="0"/>
                  </a:cubicBezTo>
                  <a:cubicBezTo>
                    <a:pt x="9" y="1"/>
                    <a:pt x="8" y="2"/>
                    <a:pt x="9" y="2"/>
                  </a:cubicBezTo>
                  <a:cubicBezTo>
                    <a:pt x="9" y="3"/>
                    <a:pt x="8" y="4"/>
                    <a:pt x="8" y="4"/>
                  </a:cubicBezTo>
                  <a:cubicBezTo>
                    <a:pt x="7" y="5"/>
                    <a:pt x="7" y="4"/>
                    <a:pt x="6" y="4"/>
                  </a:cubicBezTo>
                  <a:cubicBezTo>
                    <a:pt x="5" y="3"/>
                    <a:pt x="4" y="4"/>
                    <a:pt x="4" y="4"/>
                  </a:cubicBezTo>
                  <a:cubicBezTo>
                    <a:pt x="3" y="5"/>
                    <a:pt x="3" y="6"/>
                    <a:pt x="3" y="7"/>
                  </a:cubicBezTo>
                  <a:close/>
                  <a:moveTo>
                    <a:pt x="12" y="6"/>
                  </a:moveTo>
                  <a:cubicBezTo>
                    <a:pt x="16" y="5"/>
                    <a:pt x="21" y="7"/>
                    <a:pt x="22" y="12"/>
                  </a:cubicBezTo>
                  <a:cubicBezTo>
                    <a:pt x="24" y="16"/>
                    <a:pt x="21" y="21"/>
                    <a:pt x="17" y="22"/>
                  </a:cubicBezTo>
                  <a:cubicBezTo>
                    <a:pt x="13" y="23"/>
                    <a:pt x="8" y="21"/>
                    <a:pt x="6" y="17"/>
                  </a:cubicBezTo>
                  <a:cubicBezTo>
                    <a:pt x="5" y="12"/>
                    <a:pt x="7" y="8"/>
                    <a:pt x="12" y="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grpSp>
      <p:sp>
        <p:nvSpPr>
          <p:cNvPr id="64" name="Freeform 9"/>
          <p:cNvSpPr>
            <a:spLocks noEditPoints="1"/>
          </p:cNvSpPr>
          <p:nvPr/>
        </p:nvSpPr>
        <p:spPr bwMode="auto">
          <a:xfrm rot="19469485">
            <a:off x="5116446" y="3513271"/>
            <a:ext cx="283701" cy="302301"/>
          </a:xfrm>
          <a:custGeom>
            <a:avLst/>
            <a:gdLst>
              <a:gd name="T0" fmla="*/ 147 w 243"/>
              <a:gd name="T1" fmla="*/ 240 h 269"/>
              <a:gd name="T2" fmla="*/ 90 w 243"/>
              <a:gd name="T3" fmla="*/ 234 h 269"/>
              <a:gd name="T4" fmla="*/ 147 w 243"/>
              <a:gd name="T5" fmla="*/ 227 h 269"/>
              <a:gd name="T6" fmla="*/ 147 w 243"/>
              <a:gd name="T7" fmla="*/ 243 h 269"/>
              <a:gd name="T8" fmla="*/ 90 w 243"/>
              <a:gd name="T9" fmla="*/ 252 h 269"/>
              <a:gd name="T10" fmla="*/ 96 w 243"/>
              <a:gd name="T11" fmla="*/ 256 h 269"/>
              <a:gd name="T12" fmla="*/ 105 w 243"/>
              <a:gd name="T13" fmla="*/ 262 h 269"/>
              <a:gd name="T14" fmla="*/ 126 w 243"/>
              <a:gd name="T15" fmla="*/ 269 h 269"/>
              <a:gd name="T16" fmla="*/ 138 w 243"/>
              <a:gd name="T17" fmla="*/ 261 h 269"/>
              <a:gd name="T18" fmla="*/ 147 w 243"/>
              <a:gd name="T19" fmla="*/ 256 h 269"/>
              <a:gd name="T20" fmla="*/ 147 w 243"/>
              <a:gd name="T21" fmla="*/ 243 h 269"/>
              <a:gd name="T22" fmla="*/ 128 w 243"/>
              <a:gd name="T23" fmla="*/ 32 h 269"/>
              <a:gd name="T24" fmla="*/ 122 w 243"/>
              <a:gd name="T25" fmla="*/ 0 h 269"/>
              <a:gd name="T26" fmla="*/ 115 w 243"/>
              <a:gd name="T27" fmla="*/ 32 h 269"/>
              <a:gd name="T28" fmla="*/ 54 w 243"/>
              <a:gd name="T29" fmla="*/ 63 h 269"/>
              <a:gd name="T30" fmla="*/ 63 w 243"/>
              <a:gd name="T31" fmla="*/ 63 h 269"/>
              <a:gd name="T32" fmla="*/ 45 w 243"/>
              <a:gd name="T33" fmla="*/ 36 h 269"/>
              <a:gd name="T34" fmla="*/ 36 w 243"/>
              <a:gd name="T35" fmla="*/ 45 h 269"/>
              <a:gd name="T36" fmla="*/ 38 w 243"/>
              <a:gd name="T37" fmla="*/ 122 h 269"/>
              <a:gd name="T38" fmla="*/ 6 w 243"/>
              <a:gd name="T39" fmla="*/ 115 h 269"/>
              <a:gd name="T40" fmla="*/ 6 w 243"/>
              <a:gd name="T41" fmla="*/ 128 h 269"/>
              <a:gd name="T42" fmla="*/ 38 w 243"/>
              <a:gd name="T43" fmla="*/ 122 h 269"/>
              <a:gd name="T44" fmla="*/ 36 w 243"/>
              <a:gd name="T45" fmla="*/ 199 h 269"/>
              <a:gd name="T46" fmla="*/ 40 w 243"/>
              <a:gd name="T47" fmla="*/ 209 h 269"/>
              <a:gd name="T48" fmla="*/ 63 w 243"/>
              <a:gd name="T49" fmla="*/ 189 h 269"/>
              <a:gd name="T50" fmla="*/ 54 w 243"/>
              <a:gd name="T51" fmla="*/ 180 h 269"/>
              <a:gd name="T52" fmla="*/ 180 w 243"/>
              <a:gd name="T53" fmla="*/ 180 h 269"/>
              <a:gd name="T54" fmla="*/ 199 w 243"/>
              <a:gd name="T55" fmla="*/ 208 h 269"/>
              <a:gd name="T56" fmla="*/ 208 w 243"/>
              <a:gd name="T57" fmla="*/ 208 h 269"/>
              <a:gd name="T58" fmla="*/ 189 w 243"/>
              <a:gd name="T59" fmla="*/ 180 h 269"/>
              <a:gd name="T60" fmla="*/ 211 w 243"/>
              <a:gd name="T61" fmla="*/ 115 h 269"/>
              <a:gd name="T62" fmla="*/ 211 w 243"/>
              <a:gd name="T63" fmla="*/ 128 h 269"/>
              <a:gd name="T64" fmla="*/ 243 w 243"/>
              <a:gd name="T65" fmla="*/ 122 h 269"/>
              <a:gd name="T66" fmla="*/ 185 w 243"/>
              <a:gd name="T67" fmla="*/ 65 h 269"/>
              <a:gd name="T68" fmla="*/ 208 w 243"/>
              <a:gd name="T69" fmla="*/ 45 h 269"/>
              <a:gd name="T70" fmla="*/ 199 w 243"/>
              <a:gd name="T71" fmla="*/ 36 h 269"/>
              <a:gd name="T72" fmla="*/ 180 w 243"/>
              <a:gd name="T73" fmla="*/ 63 h 269"/>
              <a:gd name="T74" fmla="*/ 154 w 243"/>
              <a:gd name="T75" fmla="*/ 218 h 269"/>
              <a:gd name="T76" fmla="*/ 96 w 243"/>
              <a:gd name="T77" fmla="*/ 224 h 269"/>
              <a:gd name="T78" fmla="*/ 96 w 243"/>
              <a:gd name="T79" fmla="*/ 211 h 269"/>
              <a:gd name="T80" fmla="*/ 122 w 243"/>
              <a:gd name="T81" fmla="*/ 58 h 269"/>
              <a:gd name="T82" fmla="*/ 148 w 243"/>
              <a:gd name="T83" fmla="*/ 211 h 269"/>
              <a:gd name="T84" fmla="*/ 107 w 243"/>
              <a:gd name="T85" fmla="*/ 76 h 269"/>
              <a:gd name="T86" fmla="*/ 67 w 243"/>
              <a:gd name="T87" fmla="*/ 111 h 269"/>
              <a:gd name="T88" fmla="*/ 72 w 243"/>
              <a:gd name="T89" fmla="*/ 117 h 269"/>
              <a:gd name="T90" fmla="*/ 104 w 243"/>
              <a:gd name="T91" fmla="*/ 82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43" h="269">
                <a:moveTo>
                  <a:pt x="154" y="234"/>
                </a:moveTo>
                <a:cubicBezTo>
                  <a:pt x="154" y="237"/>
                  <a:pt x="151" y="240"/>
                  <a:pt x="147" y="240"/>
                </a:cubicBezTo>
                <a:cubicBezTo>
                  <a:pt x="96" y="240"/>
                  <a:pt x="96" y="240"/>
                  <a:pt x="96" y="240"/>
                </a:cubicBezTo>
                <a:cubicBezTo>
                  <a:pt x="92" y="240"/>
                  <a:pt x="90" y="237"/>
                  <a:pt x="90" y="234"/>
                </a:cubicBezTo>
                <a:cubicBezTo>
                  <a:pt x="90" y="230"/>
                  <a:pt x="92" y="227"/>
                  <a:pt x="96" y="227"/>
                </a:cubicBezTo>
                <a:cubicBezTo>
                  <a:pt x="147" y="227"/>
                  <a:pt x="147" y="227"/>
                  <a:pt x="147" y="227"/>
                </a:cubicBezTo>
                <a:cubicBezTo>
                  <a:pt x="151" y="227"/>
                  <a:pt x="154" y="230"/>
                  <a:pt x="154" y="234"/>
                </a:cubicBezTo>
                <a:close/>
                <a:moveTo>
                  <a:pt x="147" y="243"/>
                </a:moveTo>
                <a:cubicBezTo>
                  <a:pt x="96" y="243"/>
                  <a:pt x="96" y="243"/>
                  <a:pt x="96" y="243"/>
                </a:cubicBezTo>
                <a:cubicBezTo>
                  <a:pt x="92" y="243"/>
                  <a:pt x="89" y="247"/>
                  <a:pt x="90" y="252"/>
                </a:cubicBezTo>
                <a:cubicBezTo>
                  <a:pt x="91" y="254"/>
                  <a:pt x="93" y="256"/>
                  <a:pt x="96" y="256"/>
                </a:cubicBezTo>
                <a:cubicBezTo>
                  <a:pt x="96" y="256"/>
                  <a:pt x="96" y="256"/>
                  <a:pt x="96" y="256"/>
                </a:cubicBezTo>
                <a:cubicBezTo>
                  <a:pt x="100" y="256"/>
                  <a:pt x="103" y="258"/>
                  <a:pt x="105" y="261"/>
                </a:cubicBezTo>
                <a:cubicBezTo>
                  <a:pt x="105" y="262"/>
                  <a:pt x="105" y="262"/>
                  <a:pt x="105" y="262"/>
                </a:cubicBezTo>
                <a:cubicBezTo>
                  <a:pt x="107" y="266"/>
                  <a:pt x="112" y="269"/>
                  <a:pt x="117" y="269"/>
                </a:cubicBezTo>
                <a:cubicBezTo>
                  <a:pt x="126" y="269"/>
                  <a:pt x="126" y="269"/>
                  <a:pt x="126" y="269"/>
                </a:cubicBezTo>
                <a:cubicBezTo>
                  <a:pt x="131" y="269"/>
                  <a:pt x="136" y="266"/>
                  <a:pt x="138" y="262"/>
                </a:cubicBezTo>
                <a:cubicBezTo>
                  <a:pt x="138" y="261"/>
                  <a:pt x="138" y="261"/>
                  <a:pt x="138" y="261"/>
                </a:cubicBezTo>
                <a:cubicBezTo>
                  <a:pt x="140" y="258"/>
                  <a:pt x="143" y="256"/>
                  <a:pt x="147" y="256"/>
                </a:cubicBezTo>
                <a:cubicBezTo>
                  <a:pt x="147" y="256"/>
                  <a:pt x="147" y="256"/>
                  <a:pt x="147" y="256"/>
                </a:cubicBezTo>
                <a:cubicBezTo>
                  <a:pt x="150" y="256"/>
                  <a:pt x="152" y="254"/>
                  <a:pt x="153" y="252"/>
                </a:cubicBezTo>
                <a:cubicBezTo>
                  <a:pt x="155" y="247"/>
                  <a:pt x="151" y="243"/>
                  <a:pt x="147" y="243"/>
                </a:cubicBezTo>
                <a:close/>
                <a:moveTo>
                  <a:pt x="122" y="38"/>
                </a:moveTo>
                <a:cubicBezTo>
                  <a:pt x="125" y="38"/>
                  <a:pt x="128" y="36"/>
                  <a:pt x="128" y="32"/>
                </a:cubicBezTo>
                <a:cubicBezTo>
                  <a:pt x="128" y="6"/>
                  <a:pt x="128" y="6"/>
                  <a:pt x="128" y="6"/>
                </a:cubicBezTo>
                <a:cubicBezTo>
                  <a:pt x="128" y="3"/>
                  <a:pt x="125" y="0"/>
                  <a:pt x="122" y="0"/>
                </a:cubicBezTo>
                <a:cubicBezTo>
                  <a:pt x="118" y="0"/>
                  <a:pt x="115" y="3"/>
                  <a:pt x="115" y="6"/>
                </a:cubicBezTo>
                <a:cubicBezTo>
                  <a:pt x="115" y="32"/>
                  <a:pt x="115" y="32"/>
                  <a:pt x="115" y="32"/>
                </a:cubicBezTo>
                <a:cubicBezTo>
                  <a:pt x="115" y="36"/>
                  <a:pt x="118" y="38"/>
                  <a:pt x="122" y="38"/>
                </a:cubicBezTo>
                <a:close/>
                <a:moveTo>
                  <a:pt x="54" y="63"/>
                </a:moveTo>
                <a:cubicBezTo>
                  <a:pt x="55" y="64"/>
                  <a:pt x="57" y="65"/>
                  <a:pt x="58" y="65"/>
                </a:cubicBezTo>
                <a:cubicBezTo>
                  <a:pt x="60" y="65"/>
                  <a:pt x="62" y="64"/>
                  <a:pt x="63" y="63"/>
                </a:cubicBezTo>
                <a:cubicBezTo>
                  <a:pt x="65" y="60"/>
                  <a:pt x="65" y="56"/>
                  <a:pt x="63" y="54"/>
                </a:cubicBezTo>
                <a:cubicBezTo>
                  <a:pt x="45" y="36"/>
                  <a:pt x="45" y="36"/>
                  <a:pt x="45" y="36"/>
                </a:cubicBezTo>
                <a:cubicBezTo>
                  <a:pt x="42" y="33"/>
                  <a:pt x="38" y="33"/>
                  <a:pt x="36" y="36"/>
                </a:cubicBezTo>
                <a:cubicBezTo>
                  <a:pt x="33" y="38"/>
                  <a:pt x="33" y="42"/>
                  <a:pt x="36" y="45"/>
                </a:cubicBezTo>
                <a:lnTo>
                  <a:pt x="54" y="63"/>
                </a:lnTo>
                <a:close/>
                <a:moveTo>
                  <a:pt x="38" y="122"/>
                </a:moveTo>
                <a:cubicBezTo>
                  <a:pt x="38" y="118"/>
                  <a:pt x="36" y="115"/>
                  <a:pt x="32" y="115"/>
                </a:cubicBezTo>
                <a:cubicBezTo>
                  <a:pt x="6" y="115"/>
                  <a:pt x="6" y="115"/>
                  <a:pt x="6" y="115"/>
                </a:cubicBezTo>
                <a:cubicBezTo>
                  <a:pt x="3" y="115"/>
                  <a:pt x="0" y="118"/>
                  <a:pt x="0" y="122"/>
                </a:cubicBezTo>
                <a:cubicBezTo>
                  <a:pt x="0" y="125"/>
                  <a:pt x="3" y="128"/>
                  <a:pt x="6" y="128"/>
                </a:cubicBezTo>
                <a:cubicBezTo>
                  <a:pt x="32" y="128"/>
                  <a:pt x="32" y="128"/>
                  <a:pt x="32" y="128"/>
                </a:cubicBezTo>
                <a:cubicBezTo>
                  <a:pt x="36" y="128"/>
                  <a:pt x="38" y="125"/>
                  <a:pt x="38" y="122"/>
                </a:cubicBezTo>
                <a:close/>
                <a:moveTo>
                  <a:pt x="54" y="180"/>
                </a:moveTo>
                <a:cubicBezTo>
                  <a:pt x="36" y="199"/>
                  <a:pt x="36" y="199"/>
                  <a:pt x="36" y="199"/>
                </a:cubicBezTo>
                <a:cubicBezTo>
                  <a:pt x="33" y="201"/>
                  <a:pt x="33" y="205"/>
                  <a:pt x="36" y="208"/>
                </a:cubicBezTo>
                <a:cubicBezTo>
                  <a:pt x="37" y="209"/>
                  <a:pt x="39" y="209"/>
                  <a:pt x="40" y="209"/>
                </a:cubicBezTo>
                <a:cubicBezTo>
                  <a:pt x="42" y="209"/>
                  <a:pt x="43" y="209"/>
                  <a:pt x="45" y="208"/>
                </a:cubicBezTo>
                <a:cubicBezTo>
                  <a:pt x="63" y="189"/>
                  <a:pt x="63" y="189"/>
                  <a:pt x="63" y="189"/>
                </a:cubicBezTo>
                <a:cubicBezTo>
                  <a:pt x="65" y="187"/>
                  <a:pt x="65" y="183"/>
                  <a:pt x="63" y="180"/>
                </a:cubicBezTo>
                <a:cubicBezTo>
                  <a:pt x="60" y="178"/>
                  <a:pt x="56" y="178"/>
                  <a:pt x="54" y="180"/>
                </a:cubicBezTo>
                <a:close/>
                <a:moveTo>
                  <a:pt x="189" y="180"/>
                </a:moveTo>
                <a:cubicBezTo>
                  <a:pt x="187" y="178"/>
                  <a:pt x="183" y="178"/>
                  <a:pt x="180" y="180"/>
                </a:cubicBezTo>
                <a:cubicBezTo>
                  <a:pt x="178" y="183"/>
                  <a:pt x="178" y="187"/>
                  <a:pt x="180" y="189"/>
                </a:cubicBezTo>
                <a:cubicBezTo>
                  <a:pt x="199" y="208"/>
                  <a:pt x="199" y="208"/>
                  <a:pt x="199" y="208"/>
                </a:cubicBezTo>
                <a:cubicBezTo>
                  <a:pt x="200" y="209"/>
                  <a:pt x="201" y="209"/>
                  <a:pt x="203" y="209"/>
                </a:cubicBezTo>
                <a:cubicBezTo>
                  <a:pt x="205" y="209"/>
                  <a:pt x="206" y="209"/>
                  <a:pt x="208" y="208"/>
                </a:cubicBezTo>
                <a:cubicBezTo>
                  <a:pt x="210" y="205"/>
                  <a:pt x="210" y="201"/>
                  <a:pt x="208" y="199"/>
                </a:cubicBezTo>
                <a:lnTo>
                  <a:pt x="189" y="180"/>
                </a:lnTo>
                <a:close/>
                <a:moveTo>
                  <a:pt x="237" y="115"/>
                </a:moveTo>
                <a:cubicBezTo>
                  <a:pt x="211" y="115"/>
                  <a:pt x="211" y="115"/>
                  <a:pt x="211" y="115"/>
                </a:cubicBezTo>
                <a:cubicBezTo>
                  <a:pt x="208" y="115"/>
                  <a:pt x="205" y="118"/>
                  <a:pt x="205" y="122"/>
                </a:cubicBezTo>
                <a:cubicBezTo>
                  <a:pt x="205" y="125"/>
                  <a:pt x="208" y="128"/>
                  <a:pt x="211" y="128"/>
                </a:cubicBezTo>
                <a:cubicBezTo>
                  <a:pt x="237" y="128"/>
                  <a:pt x="237" y="128"/>
                  <a:pt x="237" y="128"/>
                </a:cubicBezTo>
                <a:cubicBezTo>
                  <a:pt x="240" y="128"/>
                  <a:pt x="243" y="125"/>
                  <a:pt x="243" y="122"/>
                </a:cubicBezTo>
                <a:cubicBezTo>
                  <a:pt x="243" y="118"/>
                  <a:pt x="240" y="115"/>
                  <a:pt x="237" y="115"/>
                </a:cubicBezTo>
                <a:close/>
                <a:moveTo>
                  <a:pt x="185" y="65"/>
                </a:moveTo>
                <a:cubicBezTo>
                  <a:pt x="187" y="65"/>
                  <a:pt x="188" y="64"/>
                  <a:pt x="189" y="63"/>
                </a:cubicBezTo>
                <a:cubicBezTo>
                  <a:pt x="208" y="45"/>
                  <a:pt x="208" y="45"/>
                  <a:pt x="208" y="45"/>
                </a:cubicBezTo>
                <a:cubicBezTo>
                  <a:pt x="210" y="42"/>
                  <a:pt x="210" y="38"/>
                  <a:pt x="208" y="36"/>
                </a:cubicBezTo>
                <a:cubicBezTo>
                  <a:pt x="205" y="33"/>
                  <a:pt x="201" y="33"/>
                  <a:pt x="199" y="36"/>
                </a:cubicBezTo>
                <a:cubicBezTo>
                  <a:pt x="180" y="54"/>
                  <a:pt x="180" y="54"/>
                  <a:pt x="180" y="54"/>
                </a:cubicBezTo>
                <a:cubicBezTo>
                  <a:pt x="178" y="56"/>
                  <a:pt x="178" y="60"/>
                  <a:pt x="180" y="63"/>
                </a:cubicBezTo>
                <a:cubicBezTo>
                  <a:pt x="182" y="64"/>
                  <a:pt x="183" y="65"/>
                  <a:pt x="185" y="65"/>
                </a:cubicBezTo>
                <a:close/>
                <a:moveTo>
                  <a:pt x="154" y="218"/>
                </a:moveTo>
                <a:cubicBezTo>
                  <a:pt x="154" y="221"/>
                  <a:pt x="151" y="224"/>
                  <a:pt x="147" y="224"/>
                </a:cubicBezTo>
                <a:cubicBezTo>
                  <a:pt x="96" y="224"/>
                  <a:pt x="96" y="224"/>
                  <a:pt x="96" y="224"/>
                </a:cubicBezTo>
                <a:cubicBezTo>
                  <a:pt x="92" y="224"/>
                  <a:pt x="90" y="221"/>
                  <a:pt x="90" y="218"/>
                </a:cubicBezTo>
                <a:cubicBezTo>
                  <a:pt x="90" y="214"/>
                  <a:pt x="92" y="211"/>
                  <a:pt x="96" y="211"/>
                </a:cubicBezTo>
                <a:cubicBezTo>
                  <a:pt x="92" y="175"/>
                  <a:pt x="54" y="167"/>
                  <a:pt x="54" y="125"/>
                </a:cubicBezTo>
                <a:cubicBezTo>
                  <a:pt x="54" y="88"/>
                  <a:pt x="84" y="58"/>
                  <a:pt x="122" y="58"/>
                </a:cubicBezTo>
                <a:cubicBezTo>
                  <a:pt x="159" y="58"/>
                  <a:pt x="189" y="88"/>
                  <a:pt x="189" y="125"/>
                </a:cubicBezTo>
                <a:cubicBezTo>
                  <a:pt x="189" y="167"/>
                  <a:pt x="152" y="175"/>
                  <a:pt x="148" y="211"/>
                </a:cubicBezTo>
                <a:cubicBezTo>
                  <a:pt x="151" y="211"/>
                  <a:pt x="154" y="214"/>
                  <a:pt x="154" y="218"/>
                </a:cubicBezTo>
                <a:close/>
                <a:moveTo>
                  <a:pt x="107" y="76"/>
                </a:moveTo>
                <a:cubicBezTo>
                  <a:pt x="106" y="73"/>
                  <a:pt x="103" y="72"/>
                  <a:pt x="101" y="73"/>
                </a:cubicBezTo>
                <a:cubicBezTo>
                  <a:pt x="84" y="80"/>
                  <a:pt x="72" y="94"/>
                  <a:pt x="67" y="111"/>
                </a:cubicBezTo>
                <a:cubicBezTo>
                  <a:pt x="67" y="113"/>
                  <a:pt x="68" y="116"/>
                  <a:pt x="71" y="117"/>
                </a:cubicBezTo>
                <a:cubicBezTo>
                  <a:pt x="71" y="117"/>
                  <a:pt x="72" y="117"/>
                  <a:pt x="72" y="117"/>
                </a:cubicBezTo>
                <a:cubicBezTo>
                  <a:pt x="74" y="117"/>
                  <a:pt x="76" y="115"/>
                  <a:pt x="77" y="113"/>
                </a:cubicBezTo>
                <a:cubicBezTo>
                  <a:pt x="80" y="99"/>
                  <a:pt x="91" y="87"/>
                  <a:pt x="104" y="82"/>
                </a:cubicBezTo>
                <a:cubicBezTo>
                  <a:pt x="107" y="81"/>
                  <a:pt x="108" y="78"/>
                  <a:pt x="107" y="76"/>
                </a:cubicBez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endParaRPr>
          </a:p>
        </p:txBody>
      </p:sp>
      <p:sp>
        <p:nvSpPr>
          <p:cNvPr id="65" name="Freeform 206"/>
          <p:cNvSpPr>
            <a:spLocks noChangeAspect="1" noEditPoints="1"/>
          </p:cNvSpPr>
          <p:nvPr/>
        </p:nvSpPr>
        <p:spPr bwMode="auto">
          <a:xfrm>
            <a:off x="5835345" y="3507513"/>
            <a:ext cx="228407" cy="276096"/>
          </a:xfrm>
          <a:custGeom>
            <a:avLst/>
            <a:gdLst>
              <a:gd name="T0" fmla="*/ 0 w 77"/>
              <a:gd name="T1" fmla="*/ 85 h 93"/>
              <a:gd name="T2" fmla="*/ 30 w 77"/>
              <a:gd name="T3" fmla="*/ 20 h 93"/>
              <a:gd name="T4" fmla="*/ 38 w 77"/>
              <a:gd name="T5" fmla="*/ 26 h 93"/>
              <a:gd name="T6" fmla="*/ 39 w 77"/>
              <a:gd name="T7" fmla="*/ 27 h 93"/>
              <a:gd name="T8" fmla="*/ 39 w 77"/>
              <a:gd name="T9" fmla="*/ 27 h 93"/>
              <a:gd name="T10" fmla="*/ 40 w 77"/>
              <a:gd name="T11" fmla="*/ 27 h 93"/>
              <a:gd name="T12" fmla="*/ 40 w 77"/>
              <a:gd name="T13" fmla="*/ 28 h 93"/>
              <a:gd name="T14" fmla="*/ 40 w 77"/>
              <a:gd name="T15" fmla="*/ 28 h 93"/>
              <a:gd name="T16" fmla="*/ 41 w 77"/>
              <a:gd name="T17" fmla="*/ 28 h 93"/>
              <a:gd name="T18" fmla="*/ 41 w 77"/>
              <a:gd name="T19" fmla="*/ 29 h 93"/>
              <a:gd name="T20" fmla="*/ 42 w 77"/>
              <a:gd name="T21" fmla="*/ 29 h 93"/>
              <a:gd name="T22" fmla="*/ 42 w 77"/>
              <a:gd name="T23" fmla="*/ 29 h 93"/>
              <a:gd name="T24" fmla="*/ 43 w 77"/>
              <a:gd name="T25" fmla="*/ 29 h 93"/>
              <a:gd name="T26" fmla="*/ 43 w 77"/>
              <a:gd name="T27" fmla="*/ 30 h 93"/>
              <a:gd name="T28" fmla="*/ 43 w 77"/>
              <a:gd name="T29" fmla="*/ 30 h 93"/>
              <a:gd name="T30" fmla="*/ 48 w 77"/>
              <a:gd name="T31" fmla="*/ 33 h 93"/>
              <a:gd name="T32" fmla="*/ 48 w 77"/>
              <a:gd name="T33" fmla="*/ 33 h 93"/>
              <a:gd name="T34" fmla="*/ 49 w 77"/>
              <a:gd name="T35" fmla="*/ 34 h 93"/>
              <a:gd name="T36" fmla="*/ 49 w 77"/>
              <a:gd name="T37" fmla="*/ 34 h 93"/>
              <a:gd name="T38" fmla="*/ 50 w 77"/>
              <a:gd name="T39" fmla="*/ 34 h 93"/>
              <a:gd name="T40" fmla="*/ 50 w 77"/>
              <a:gd name="T41" fmla="*/ 35 h 93"/>
              <a:gd name="T42" fmla="*/ 50 w 77"/>
              <a:gd name="T43" fmla="*/ 35 h 93"/>
              <a:gd name="T44" fmla="*/ 51 w 77"/>
              <a:gd name="T45" fmla="*/ 35 h 93"/>
              <a:gd name="T46" fmla="*/ 51 w 77"/>
              <a:gd name="T47" fmla="*/ 36 h 93"/>
              <a:gd name="T48" fmla="*/ 52 w 77"/>
              <a:gd name="T49" fmla="*/ 36 h 93"/>
              <a:gd name="T50" fmla="*/ 52 w 77"/>
              <a:gd name="T51" fmla="*/ 36 h 93"/>
              <a:gd name="T52" fmla="*/ 53 w 77"/>
              <a:gd name="T53" fmla="*/ 37 h 93"/>
              <a:gd name="T54" fmla="*/ 53 w 77"/>
              <a:gd name="T55" fmla="*/ 37 h 93"/>
              <a:gd name="T56" fmla="*/ 48 w 77"/>
              <a:gd name="T57" fmla="*/ 79 h 93"/>
              <a:gd name="T58" fmla="*/ 7 w 77"/>
              <a:gd name="T59" fmla="*/ 91 h 93"/>
              <a:gd name="T60" fmla="*/ 35 w 77"/>
              <a:gd name="T61" fmla="*/ 64 h 93"/>
              <a:gd name="T62" fmla="*/ 19 w 77"/>
              <a:gd name="T63" fmla="*/ 53 h 93"/>
              <a:gd name="T64" fmla="*/ 3 w 77"/>
              <a:gd name="T65" fmla="*/ 88 h 93"/>
              <a:gd name="T66" fmla="*/ 73 w 77"/>
              <a:gd name="T67" fmla="*/ 93 h 93"/>
              <a:gd name="T68" fmla="*/ 54 w 77"/>
              <a:gd name="T69" fmla="*/ 83 h 93"/>
              <a:gd name="T70" fmla="*/ 69 w 77"/>
              <a:gd name="T71" fmla="*/ 42 h 93"/>
              <a:gd name="T72" fmla="*/ 34 w 77"/>
              <a:gd name="T73" fmla="*/ 0 h 93"/>
              <a:gd name="T74" fmla="*/ 69 w 77"/>
              <a:gd name="T75" fmla="*/ 4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93">
                <a:moveTo>
                  <a:pt x="3" y="88"/>
                </a:moveTo>
                <a:cubicBezTo>
                  <a:pt x="2" y="87"/>
                  <a:pt x="1" y="86"/>
                  <a:pt x="0" y="85"/>
                </a:cubicBezTo>
                <a:cubicBezTo>
                  <a:pt x="0" y="72"/>
                  <a:pt x="0" y="58"/>
                  <a:pt x="0" y="45"/>
                </a:cubicBezTo>
                <a:cubicBezTo>
                  <a:pt x="12" y="40"/>
                  <a:pt x="21" y="32"/>
                  <a:pt x="30" y="20"/>
                </a:cubicBezTo>
                <a:cubicBezTo>
                  <a:pt x="38" y="26"/>
                  <a:pt x="38" y="26"/>
                  <a:pt x="38" y="26"/>
                </a:cubicBezTo>
                <a:cubicBezTo>
                  <a:pt x="38" y="26"/>
                  <a:pt x="38" y="26"/>
                  <a:pt x="38" y="26"/>
                </a:cubicBezTo>
                <a:cubicBezTo>
                  <a:pt x="38" y="27"/>
                  <a:pt x="38" y="27"/>
                  <a:pt x="38" y="27"/>
                </a:cubicBezTo>
                <a:cubicBezTo>
                  <a:pt x="39" y="27"/>
                  <a:pt x="39" y="27"/>
                  <a:pt x="39" y="27"/>
                </a:cubicBezTo>
                <a:cubicBezTo>
                  <a:pt x="39" y="27"/>
                  <a:pt x="39" y="27"/>
                  <a:pt x="39" y="27"/>
                </a:cubicBezTo>
                <a:cubicBezTo>
                  <a:pt x="39" y="27"/>
                  <a:pt x="39" y="27"/>
                  <a:pt x="39" y="27"/>
                </a:cubicBezTo>
                <a:cubicBezTo>
                  <a:pt x="39" y="27"/>
                  <a:pt x="39" y="27"/>
                  <a:pt x="39" y="27"/>
                </a:cubicBezTo>
                <a:cubicBezTo>
                  <a:pt x="40" y="27"/>
                  <a:pt x="40" y="27"/>
                  <a:pt x="40" y="27"/>
                </a:cubicBezTo>
                <a:cubicBezTo>
                  <a:pt x="40" y="27"/>
                  <a:pt x="40" y="27"/>
                  <a:pt x="40" y="27"/>
                </a:cubicBezTo>
                <a:cubicBezTo>
                  <a:pt x="40" y="28"/>
                  <a:pt x="40" y="28"/>
                  <a:pt x="40" y="28"/>
                </a:cubicBezTo>
                <a:cubicBezTo>
                  <a:pt x="40" y="28"/>
                  <a:pt x="40" y="28"/>
                  <a:pt x="40" y="28"/>
                </a:cubicBezTo>
                <a:cubicBezTo>
                  <a:pt x="40" y="28"/>
                  <a:pt x="40" y="28"/>
                  <a:pt x="40" y="28"/>
                </a:cubicBezTo>
                <a:cubicBezTo>
                  <a:pt x="41" y="28"/>
                  <a:pt x="41" y="28"/>
                  <a:pt x="41" y="28"/>
                </a:cubicBezTo>
                <a:cubicBezTo>
                  <a:pt x="41" y="28"/>
                  <a:pt x="41" y="28"/>
                  <a:pt x="41" y="28"/>
                </a:cubicBezTo>
                <a:cubicBezTo>
                  <a:pt x="41" y="28"/>
                  <a:pt x="41" y="28"/>
                  <a:pt x="41" y="28"/>
                </a:cubicBezTo>
                <a:cubicBezTo>
                  <a:pt x="41" y="29"/>
                  <a:pt x="41" y="29"/>
                  <a:pt x="41" y="29"/>
                </a:cubicBezTo>
                <a:cubicBezTo>
                  <a:pt x="42" y="29"/>
                  <a:pt x="42" y="29"/>
                  <a:pt x="42" y="29"/>
                </a:cubicBezTo>
                <a:cubicBezTo>
                  <a:pt x="42" y="29"/>
                  <a:pt x="42" y="29"/>
                  <a:pt x="42" y="29"/>
                </a:cubicBezTo>
                <a:cubicBezTo>
                  <a:pt x="42" y="29"/>
                  <a:pt x="42" y="29"/>
                  <a:pt x="42" y="29"/>
                </a:cubicBezTo>
                <a:cubicBezTo>
                  <a:pt x="42" y="29"/>
                  <a:pt x="42" y="29"/>
                  <a:pt x="42" y="29"/>
                </a:cubicBezTo>
                <a:cubicBezTo>
                  <a:pt x="42" y="29"/>
                  <a:pt x="42" y="29"/>
                  <a:pt x="42" y="29"/>
                </a:cubicBezTo>
                <a:cubicBezTo>
                  <a:pt x="43" y="29"/>
                  <a:pt x="43" y="29"/>
                  <a:pt x="43" y="29"/>
                </a:cubicBezTo>
                <a:cubicBezTo>
                  <a:pt x="43" y="30"/>
                  <a:pt x="43" y="30"/>
                  <a:pt x="43" y="30"/>
                </a:cubicBezTo>
                <a:cubicBezTo>
                  <a:pt x="43" y="30"/>
                  <a:pt x="43" y="30"/>
                  <a:pt x="43" y="30"/>
                </a:cubicBezTo>
                <a:cubicBezTo>
                  <a:pt x="43" y="30"/>
                  <a:pt x="43" y="30"/>
                  <a:pt x="43" y="30"/>
                </a:cubicBezTo>
                <a:cubicBezTo>
                  <a:pt x="43" y="30"/>
                  <a:pt x="43" y="30"/>
                  <a:pt x="43" y="30"/>
                </a:cubicBezTo>
                <a:cubicBezTo>
                  <a:pt x="44" y="30"/>
                  <a:pt x="44" y="30"/>
                  <a:pt x="44" y="30"/>
                </a:cubicBezTo>
                <a:cubicBezTo>
                  <a:pt x="48" y="33"/>
                  <a:pt x="48" y="33"/>
                  <a:pt x="48" y="33"/>
                </a:cubicBezTo>
                <a:cubicBezTo>
                  <a:pt x="48" y="33"/>
                  <a:pt x="48" y="33"/>
                  <a:pt x="48" y="33"/>
                </a:cubicBezTo>
                <a:cubicBezTo>
                  <a:pt x="48" y="33"/>
                  <a:pt x="48" y="33"/>
                  <a:pt x="48" y="33"/>
                </a:cubicBezTo>
                <a:cubicBezTo>
                  <a:pt x="48" y="34"/>
                  <a:pt x="48" y="34"/>
                  <a:pt x="48" y="34"/>
                </a:cubicBezTo>
                <a:cubicBezTo>
                  <a:pt x="49" y="34"/>
                  <a:pt x="49" y="34"/>
                  <a:pt x="49" y="34"/>
                </a:cubicBezTo>
                <a:cubicBezTo>
                  <a:pt x="49" y="34"/>
                  <a:pt x="49" y="34"/>
                  <a:pt x="49" y="34"/>
                </a:cubicBezTo>
                <a:cubicBezTo>
                  <a:pt x="49" y="34"/>
                  <a:pt x="49" y="34"/>
                  <a:pt x="49" y="34"/>
                </a:cubicBezTo>
                <a:cubicBezTo>
                  <a:pt x="49" y="34"/>
                  <a:pt x="49" y="34"/>
                  <a:pt x="49" y="34"/>
                </a:cubicBezTo>
                <a:cubicBezTo>
                  <a:pt x="50" y="34"/>
                  <a:pt x="50" y="34"/>
                  <a:pt x="50" y="34"/>
                </a:cubicBezTo>
                <a:cubicBezTo>
                  <a:pt x="50" y="35"/>
                  <a:pt x="50" y="35"/>
                  <a:pt x="50" y="35"/>
                </a:cubicBezTo>
                <a:cubicBezTo>
                  <a:pt x="50" y="35"/>
                  <a:pt x="50" y="35"/>
                  <a:pt x="50" y="35"/>
                </a:cubicBezTo>
                <a:cubicBezTo>
                  <a:pt x="50" y="35"/>
                  <a:pt x="50" y="35"/>
                  <a:pt x="50" y="35"/>
                </a:cubicBezTo>
                <a:cubicBezTo>
                  <a:pt x="50" y="35"/>
                  <a:pt x="50" y="35"/>
                  <a:pt x="50" y="35"/>
                </a:cubicBezTo>
                <a:cubicBezTo>
                  <a:pt x="51" y="35"/>
                  <a:pt x="51" y="35"/>
                  <a:pt x="51" y="35"/>
                </a:cubicBezTo>
                <a:cubicBezTo>
                  <a:pt x="51" y="35"/>
                  <a:pt x="51" y="35"/>
                  <a:pt x="51" y="35"/>
                </a:cubicBezTo>
                <a:cubicBezTo>
                  <a:pt x="51" y="35"/>
                  <a:pt x="51" y="35"/>
                  <a:pt x="51" y="35"/>
                </a:cubicBezTo>
                <a:cubicBezTo>
                  <a:pt x="51" y="36"/>
                  <a:pt x="51" y="36"/>
                  <a:pt x="51"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3" y="37"/>
                  <a:pt x="53" y="37"/>
                  <a:pt x="53" y="37"/>
                </a:cubicBezTo>
                <a:cubicBezTo>
                  <a:pt x="53" y="37"/>
                  <a:pt x="53" y="37"/>
                  <a:pt x="53" y="37"/>
                </a:cubicBezTo>
                <a:cubicBezTo>
                  <a:pt x="53" y="37"/>
                  <a:pt x="53" y="37"/>
                  <a:pt x="53" y="37"/>
                </a:cubicBezTo>
                <a:cubicBezTo>
                  <a:pt x="62" y="43"/>
                  <a:pt x="62" y="43"/>
                  <a:pt x="62" y="43"/>
                </a:cubicBezTo>
                <a:cubicBezTo>
                  <a:pt x="53" y="55"/>
                  <a:pt x="49" y="67"/>
                  <a:pt x="48" y="79"/>
                </a:cubicBezTo>
                <a:cubicBezTo>
                  <a:pt x="36" y="84"/>
                  <a:pt x="23" y="88"/>
                  <a:pt x="11" y="93"/>
                </a:cubicBezTo>
                <a:cubicBezTo>
                  <a:pt x="9" y="92"/>
                  <a:pt x="8" y="91"/>
                  <a:pt x="7" y="91"/>
                </a:cubicBezTo>
                <a:cubicBezTo>
                  <a:pt x="23" y="68"/>
                  <a:pt x="23" y="68"/>
                  <a:pt x="23" y="68"/>
                </a:cubicBezTo>
                <a:cubicBezTo>
                  <a:pt x="27" y="69"/>
                  <a:pt x="32" y="68"/>
                  <a:pt x="35" y="64"/>
                </a:cubicBezTo>
                <a:cubicBezTo>
                  <a:pt x="38" y="60"/>
                  <a:pt x="37" y="54"/>
                  <a:pt x="32" y="51"/>
                </a:cubicBezTo>
                <a:cubicBezTo>
                  <a:pt x="28" y="47"/>
                  <a:pt x="22" y="49"/>
                  <a:pt x="19" y="53"/>
                </a:cubicBezTo>
                <a:cubicBezTo>
                  <a:pt x="16" y="57"/>
                  <a:pt x="16" y="62"/>
                  <a:pt x="19" y="65"/>
                </a:cubicBezTo>
                <a:cubicBezTo>
                  <a:pt x="3" y="88"/>
                  <a:pt x="3" y="88"/>
                  <a:pt x="3" y="88"/>
                </a:cubicBezTo>
                <a:close/>
                <a:moveTo>
                  <a:pt x="27" y="93"/>
                </a:moveTo>
                <a:cubicBezTo>
                  <a:pt x="73" y="93"/>
                  <a:pt x="73" y="93"/>
                  <a:pt x="73" y="93"/>
                </a:cubicBezTo>
                <a:cubicBezTo>
                  <a:pt x="73" y="83"/>
                  <a:pt x="73" y="83"/>
                  <a:pt x="73" y="83"/>
                </a:cubicBezTo>
                <a:cubicBezTo>
                  <a:pt x="54" y="83"/>
                  <a:pt x="54" y="83"/>
                  <a:pt x="54" y="83"/>
                </a:cubicBezTo>
                <a:cubicBezTo>
                  <a:pt x="27" y="93"/>
                  <a:pt x="27" y="93"/>
                  <a:pt x="27" y="93"/>
                </a:cubicBezTo>
                <a:close/>
                <a:moveTo>
                  <a:pt x="69" y="42"/>
                </a:moveTo>
                <a:cubicBezTo>
                  <a:pt x="77" y="31"/>
                  <a:pt x="77" y="31"/>
                  <a:pt x="77" y="31"/>
                </a:cubicBezTo>
                <a:cubicBezTo>
                  <a:pt x="34" y="0"/>
                  <a:pt x="34" y="0"/>
                  <a:pt x="34" y="0"/>
                </a:cubicBezTo>
                <a:cubicBezTo>
                  <a:pt x="26" y="12"/>
                  <a:pt x="26" y="12"/>
                  <a:pt x="26" y="12"/>
                </a:cubicBezTo>
                <a:lnTo>
                  <a:pt x="69" y="42"/>
                </a:ln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latin typeface="Arial" panose="020B0604020202020204" pitchFamily="34" charset="0"/>
              <a:cs typeface="Arial" panose="020B0604020202020204" pitchFamily="34" charset="0"/>
            </a:endParaRPr>
          </a:p>
        </p:txBody>
      </p:sp>
      <p:grpSp>
        <p:nvGrpSpPr>
          <p:cNvPr id="2" name="组合 1">
            <a:extLst>
              <a:ext uri="{FF2B5EF4-FFF2-40B4-BE49-F238E27FC236}">
                <a16:creationId xmlns:a16="http://schemas.microsoft.com/office/drawing/2014/main" id="{5844D809-98BF-442F-B1E2-7FECA95FF453}"/>
              </a:ext>
            </a:extLst>
          </p:cNvPr>
          <p:cNvGrpSpPr/>
          <p:nvPr/>
        </p:nvGrpSpPr>
        <p:grpSpPr>
          <a:xfrm>
            <a:off x="4122619" y="184000"/>
            <a:ext cx="896855" cy="808616"/>
            <a:chOff x="4131357" y="198391"/>
            <a:chExt cx="896855" cy="808616"/>
          </a:xfrm>
        </p:grpSpPr>
        <p:grpSp>
          <p:nvGrpSpPr>
            <p:cNvPr id="66" name="组合 65"/>
            <p:cNvGrpSpPr/>
            <p:nvPr/>
          </p:nvGrpSpPr>
          <p:grpSpPr>
            <a:xfrm>
              <a:off x="4131357" y="198391"/>
              <a:ext cx="896855" cy="808616"/>
              <a:chOff x="3720691" y="2824413"/>
              <a:chExt cx="1341120" cy="1209172"/>
            </a:xfrm>
          </p:grpSpPr>
          <p:sp>
            <p:nvSpPr>
              <p:cNvPr id="67"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p>
            </p:txBody>
          </p:sp>
          <p:sp>
            <p:nvSpPr>
              <p:cNvPr id="68" name="Freeform 5"/>
              <p:cNvSpPr/>
              <p:nvPr/>
            </p:nvSpPr>
            <p:spPr bwMode="auto">
              <a:xfrm rot="1855731">
                <a:off x="3764581" y="2863367"/>
                <a:ext cx="1264629" cy="114020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p>
            </p:txBody>
          </p:sp>
        </p:grpSp>
        <p:sp>
          <p:nvSpPr>
            <p:cNvPr id="69" name="Freeform 89"/>
            <p:cNvSpPr>
              <a:spLocks noEditPoints="1"/>
            </p:cNvSpPr>
            <p:nvPr/>
          </p:nvSpPr>
          <p:spPr bwMode="auto">
            <a:xfrm>
              <a:off x="4461193" y="411693"/>
              <a:ext cx="237184" cy="382013"/>
            </a:xfrm>
            <a:custGeom>
              <a:avLst/>
              <a:gdLst>
                <a:gd name="T0" fmla="*/ 70 w 124"/>
                <a:gd name="T1" fmla="*/ 160 h 200"/>
                <a:gd name="T2" fmla="*/ 70 w 124"/>
                <a:gd name="T3" fmla="*/ 184 h 200"/>
                <a:gd name="T4" fmla="*/ 97 w 124"/>
                <a:gd name="T5" fmla="*/ 184 h 200"/>
                <a:gd name="T6" fmla="*/ 97 w 124"/>
                <a:gd name="T7" fmla="*/ 200 h 200"/>
                <a:gd name="T8" fmla="*/ 25 w 124"/>
                <a:gd name="T9" fmla="*/ 200 h 200"/>
                <a:gd name="T10" fmla="*/ 25 w 124"/>
                <a:gd name="T11" fmla="*/ 184 h 200"/>
                <a:gd name="T12" fmla="*/ 53 w 124"/>
                <a:gd name="T13" fmla="*/ 184 h 200"/>
                <a:gd name="T14" fmla="*/ 53 w 124"/>
                <a:gd name="T15" fmla="*/ 160 h 200"/>
                <a:gd name="T16" fmla="*/ 0 w 124"/>
                <a:gd name="T17" fmla="*/ 98 h 200"/>
                <a:gd name="T18" fmla="*/ 0 w 124"/>
                <a:gd name="T19" fmla="*/ 76 h 200"/>
                <a:gd name="T20" fmla="*/ 17 w 124"/>
                <a:gd name="T21" fmla="*/ 76 h 200"/>
                <a:gd name="T22" fmla="*/ 17 w 124"/>
                <a:gd name="T23" fmla="*/ 98 h 200"/>
                <a:gd name="T24" fmla="*/ 30 w 124"/>
                <a:gd name="T25" fmla="*/ 130 h 200"/>
                <a:gd name="T26" fmla="*/ 62 w 124"/>
                <a:gd name="T27" fmla="*/ 144 h 200"/>
                <a:gd name="T28" fmla="*/ 94 w 124"/>
                <a:gd name="T29" fmla="*/ 130 h 200"/>
                <a:gd name="T30" fmla="*/ 105 w 124"/>
                <a:gd name="T31" fmla="*/ 98 h 200"/>
                <a:gd name="T32" fmla="*/ 105 w 124"/>
                <a:gd name="T33" fmla="*/ 76 h 200"/>
                <a:gd name="T34" fmla="*/ 124 w 124"/>
                <a:gd name="T35" fmla="*/ 76 h 200"/>
                <a:gd name="T36" fmla="*/ 124 w 124"/>
                <a:gd name="T37" fmla="*/ 98 h 200"/>
                <a:gd name="T38" fmla="*/ 70 w 124"/>
                <a:gd name="T39" fmla="*/ 160 h 200"/>
                <a:gd name="T40" fmla="*/ 63 w 124"/>
                <a:gd name="T41" fmla="*/ 132 h 200"/>
                <a:gd name="T42" fmla="*/ 29 w 124"/>
                <a:gd name="T43" fmla="*/ 97 h 200"/>
                <a:gd name="T44" fmla="*/ 29 w 124"/>
                <a:gd name="T45" fmla="*/ 88 h 200"/>
                <a:gd name="T46" fmla="*/ 77 w 124"/>
                <a:gd name="T47" fmla="*/ 88 h 200"/>
                <a:gd name="T48" fmla="*/ 77 w 124"/>
                <a:gd name="T49" fmla="*/ 80 h 200"/>
                <a:gd name="T50" fmla="*/ 29 w 124"/>
                <a:gd name="T51" fmla="*/ 80 h 200"/>
                <a:gd name="T52" fmla="*/ 29 w 124"/>
                <a:gd name="T53" fmla="*/ 64 h 200"/>
                <a:gd name="T54" fmla="*/ 77 w 124"/>
                <a:gd name="T55" fmla="*/ 64 h 200"/>
                <a:gd name="T56" fmla="*/ 77 w 124"/>
                <a:gd name="T57" fmla="*/ 56 h 200"/>
                <a:gd name="T58" fmla="*/ 29 w 124"/>
                <a:gd name="T59" fmla="*/ 56 h 200"/>
                <a:gd name="T60" fmla="*/ 29 w 124"/>
                <a:gd name="T61" fmla="*/ 44 h 200"/>
                <a:gd name="T62" fmla="*/ 77 w 124"/>
                <a:gd name="T63" fmla="*/ 44 h 200"/>
                <a:gd name="T64" fmla="*/ 77 w 124"/>
                <a:gd name="T65" fmla="*/ 36 h 200"/>
                <a:gd name="T66" fmla="*/ 29 w 124"/>
                <a:gd name="T67" fmla="*/ 36 h 200"/>
                <a:gd name="T68" fmla="*/ 63 w 124"/>
                <a:gd name="T69" fmla="*/ 0 h 200"/>
                <a:gd name="T70" fmla="*/ 97 w 124"/>
                <a:gd name="T71" fmla="*/ 36 h 200"/>
                <a:gd name="T72" fmla="*/ 97 w 124"/>
                <a:gd name="T73" fmla="*/ 97 h 200"/>
                <a:gd name="T74" fmla="*/ 63 w 124"/>
                <a:gd name="T75" fmla="*/ 132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200">
                  <a:moveTo>
                    <a:pt x="70" y="160"/>
                  </a:moveTo>
                  <a:cubicBezTo>
                    <a:pt x="70" y="184"/>
                    <a:pt x="70" y="184"/>
                    <a:pt x="70" y="184"/>
                  </a:cubicBezTo>
                  <a:cubicBezTo>
                    <a:pt x="97" y="184"/>
                    <a:pt x="97" y="184"/>
                    <a:pt x="97" y="184"/>
                  </a:cubicBezTo>
                  <a:cubicBezTo>
                    <a:pt x="97" y="200"/>
                    <a:pt x="97" y="200"/>
                    <a:pt x="97" y="200"/>
                  </a:cubicBezTo>
                  <a:cubicBezTo>
                    <a:pt x="25" y="200"/>
                    <a:pt x="25" y="200"/>
                    <a:pt x="25" y="200"/>
                  </a:cubicBezTo>
                  <a:cubicBezTo>
                    <a:pt x="25" y="184"/>
                    <a:pt x="25" y="184"/>
                    <a:pt x="25" y="184"/>
                  </a:cubicBezTo>
                  <a:cubicBezTo>
                    <a:pt x="53" y="184"/>
                    <a:pt x="53" y="184"/>
                    <a:pt x="53" y="184"/>
                  </a:cubicBezTo>
                  <a:cubicBezTo>
                    <a:pt x="53" y="160"/>
                    <a:pt x="53" y="160"/>
                    <a:pt x="53" y="160"/>
                  </a:cubicBezTo>
                  <a:cubicBezTo>
                    <a:pt x="23" y="156"/>
                    <a:pt x="0" y="130"/>
                    <a:pt x="0" y="98"/>
                  </a:cubicBezTo>
                  <a:cubicBezTo>
                    <a:pt x="0" y="76"/>
                    <a:pt x="0" y="76"/>
                    <a:pt x="0" y="76"/>
                  </a:cubicBezTo>
                  <a:cubicBezTo>
                    <a:pt x="17" y="76"/>
                    <a:pt x="17" y="76"/>
                    <a:pt x="17" y="76"/>
                  </a:cubicBezTo>
                  <a:cubicBezTo>
                    <a:pt x="17" y="98"/>
                    <a:pt x="17" y="98"/>
                    <a:pt x="17" y="98"/>
                  </a:cubicBezTo>
                  <a:cubicBezTo>
                    <a:pt x="17" y="111"/>
                    <a:pt x="22" y="122"/>
                    <a:pt x="30" y="130"/>
                  </a:cubicBezTo>
                  <a:cubicBezTo>
                    <a:pt x="38" y="139"/>
                    <a:pt x="49" y="144"/>
                    <a:pt x="62" y="144"/>
                  </a:cubicBezTo>
                  <a:cubicBezTo>
                    <a:pt x="75" y="144"/>
                    <a:pt x="86" y="139"/>
                    <a:pt x="94" y="130"/>
                  </a:cubicBezTo>
                  <a:cubicBezTo>
                    <a:pt x="102" y="122"/>
                    <a:pt x="105" y="111"/>
                    <a:pt x="105" y="98"/>
                  </a:cubicBezTo>
                  <a:cubicBezTo>
                    <a:pt x="105" y="76"/>
                    <a:pt x="105" y="76"/>
                    <a:pt x="105" y="76"/>
                  </a:cubicBezTo>
                  <a:cubicBezTo>
                    <a:pt x="124" y="76"/>
                    <a:pt x="124" y="76"/>
                    <a:pt x="124" y="76"/>
                  </a:cubicBezTo>
                  <a:cubicBezTo>
                    <a:pt x="124" y="98"/>
                    <a:pt x="124" y="98"/>
                    <a:pt x="124" y="98"/>
                  </a:cubicBezTo>
                  <a:cubicBezTo>
                    <a:pt x="124" y="130"/>
                    <a:pt x="100" y="156"/>
                    <a:pt x="70" y="160"/>
                  </a:cubicBezTo>
                  <a:close/>
                  <a:moveTo>
                    <a:pt x="63" y="132"/>
                  </a:moveTo>
                  <a:cubicBezTo>
                    <a:pt x="45" y="132"/>
                    <a:pt x="29" y="116"/>
                    <a:pt x="29" y="97"/>
                  </a:cubicBezTo>
                  <a:cubicBezTo>
                    <a:pt x="29" y="88"/>
                    <a:pt x="29" y="88"/>
                    <a:pt x="29" y="88"/>
                  </a:cubicBezTo>
                  <a:cubicBezTo>
                    <a:pt x="77" y="88"/>
                    <a:pt x="77" y="88"/>
                    <a:pt x="77" y="88"/>
                  </a:cubicBezTo>
                  <a:cubicBezTo>
                    <a:pt x="77" y="80"/>
                    <a:pt x="77" y="80"/>
                    <a:pt x="77" y="80"/>
                  </a:cubicBezTo>
                  <a:cubicBezTo>
                    <a:pt x="29" y="80"/>
                    <a:pt x="29" y="80"/>
                    <a:pt x="29" y="80"/>
                  </a:cubicBezTo>
                  <a:cubicBezTo>
                    <a:pt x="29" y="64"/>
                    <a:pt x="29" y="64"/>
                    <a:pt x="29" y="64"/>
                  </a:cubicBezTo>
                  <a:cubicBezTo>
                    <a:pt x="77" y="64"/>
                    <a:pt x="77" y="64"/>
                    <a:pt x="77" y="64"/>
                  </a:cubicBezTo>
                  <a:cubicBezTo>
                    <a:pt x="77" y="56"/>
                    <a:pt x="77" y="56"/>
                    <a:pt x="77" y="56"/>
                  </a:cubicBezTo>
                  <a:cubicBezTo>
                    <a:pt x="29" y="56"/>
                    <a:pt x="29" y="56"/>
                    <a:pt x="29" y="56"/>
                  </a:cubicBezTo>
                  <a:cubicBezTo>
                    <a:pt x="29" y="44"/>
                    <a:pt x="29" y="44"/>
                    <a:pt x="29" y="44"/>
                  </a:cubicBezTo>
                  <a:cubicBezTo>
                    <a:pt x="77" y="44"/>
                    <a:pt x="77" y="44"/>
                    <a:pt x="77" y="44"/>
                  </a:cubicBezTo>
                  <a:cubicBezTo>
                    <a:pt x="77" y="36"/>
                    <a:pt x="77" y="36"/>
                    <a:pt x="77" y="36"/>
                  </a:cubicBezTo>
                  <a:cubicBezTo>
                    <a:pt x="29" y="36"/>
                    <a:pt x="29" y="36"/>
                    <a:pt x="29" y="36"/>
                  </a:cubicBezTo>
                  <a:cubicBezTo>
                    <a:pt x="30" y="17"/>
                    <a:pt x="46" y="0"/>
                    <a:pt x="63" y="0"/>
                  </a:cubicBezTo>
                  <a:cubicBezTo>
                    <a:pt x="82" y="0"/>
                    <a:pt x="97" y="16"/>
                    <a:pt x="97" y="36"/>
                  </a:cubicBezTo>
                  <a:cubicBezTo>
                    <a:pt x="97" y="97"/>
                    <a:pt x="97" y="97"/>
                    <a:pt x="97" y="97"/>
                  </a:cubicBezTo>
                  <a:cubicBezTo>
                    <a:pt x="97" y="116"/>
                    <a:pt x="82" y="132"/>
                    <a:pt x="63" y="132"/>
                  </a:cubicBezTo>
                  <a:close/>
                </a:path>
              </a:pathLst>
            </a:custGeom>
            <a:solidFill>
              <a:srgbClr val="414455"/>
            </a:solidFill>
            <a:ln>
              <a:noFill/>
            </a:ln>
          </p:spPr>
          <p:txBody>
            <a:bodyPr vert="horz" wrap="square" lIns="68562" tIns="34281" rIns="68562" bIns="34281" numCol="1" anchor="t" anchorCtr="0" compatLnSpc="1"/>
            <a:lstStyle/>
            <a:p>
              <a:endParaRPr lang="zh-CN" altLang="en-US" sz="1350"/>
            </a:p>
          </p:txBody>
        </p:sp>
        <p:sp>
          <p:nvSpPr>
            <p:cNvPr id="70" name="Freeform 5"/>
            <p:cNvSpPr/>
            <p:nvPr/>
          </p:nvSpPr>
          <p:spPr bwMode="auto">
            <a:xfrm rot="1855731">
              <a:off x="4217889" y="276408"/>
              <a:ext cx="723793" cy="65258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p>
          </p:txBody>
        </p:sp>
      </p:grpSp>
      <p:sp>
        <p:nvSpPr>
          <p:cNvPr id="49" name="文本框 1">
            <a:extLst>
              <a:ext uri="{FF2B5EF4-FFF2-40B4-BE49-F238E27FC236}">
                <a16:creationId xmlns:a16="http://schemas.microsoft.com/office/drawing/2014/main" id="{B8B4E996-F280-4BEC-BCB8-93EA6CF8F961}"/>
              </a:ext>
            </a:extLst>
          </p:cNvPr>
          <p:cNvSpPr txBox="1"/>
          <p:nvPr/>
        </p:nvSpPr>
        <p:spPr>
          <a:xfrm>
            <a:off x="2163646" y="4230648"/>
            <a:ext cx="4814802" cy="646331"/>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3600" b="1">
                <a:solidFill>
                  <a:schemeClr val="bg1"/>
                </a:solidFill>
                <a:latin typeface="微软雅黑" panose="020B0503020204020204" pitchFamily="34" charset="-122"/>
                <a:ea typeface="微软雅黑" panose="020B0503020204020204" pitchFamily="34" charset="-122"/>
              </a:rPr>
              <a:t>绪论</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outVertical)">
                                      <p:cBhvr>
                                        <p:cTn id="7" dur="500"/>
                                        <p:tgtEl>
                                          <p:spTgt spid="8"/>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52" presetClass="entr" presetSubtype="0" fill="hold" grpId="0" nodeType="withEffect">
                                  <p:stCondLst>
                                    <p:cond delay="500"/>
                                  </p:stCondLst>
                                  <p:iterate type="lt">
                                    <p:tmPct val="10000"/>
                                  </p:iterate>
                                  <p:childTnLst>
                                    <p:set>
                                      <p:cBhvr>
                                        <p:cTn id="14" dur="1" fill="hold">
                                          <p:stCondLst>
                                            <p:cond delay="0"/>
                                          </p:stCondLst>
                                        </p:cTn>
                                        <p:tgtEl>
                                          <p:spTgt spid="10"/>
                                        </p:tgtEl>
                                        <p:attrNameLst>
                                          <p:attrName>style.visibility</p:attrName>
                                        </p:attrNameLst>
                                      </p:cBhvr>
                                      <p:to>
                                        <p:strVal val="visible"/>
                                      </p:to>
                                    </p:set>
                                    <p:animScale>
                                      <p:cBhvr>
                                        <p:cTn id="15" dur="1000" decel="50000" fill="hold">
                                          <p:stCondLst>
                                            <p:cond delay="0"/>
                                          </p:stCondLst>
                                        </p:cTn>
                                        <p:tgtEl>
                                          <p:spTgt spid="1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6" dur="1000" decel="50000" fill="hold">
                                          <p:stCondLst>
                                            <p:cond delay="0"/>
                                          </p:stCondLst>
                                        </p:cTn>
                                        <p:tgtEl>
                                          <p:spTgt spid="10"/>
                                        </p:tgtEl>
                                        <p:attrNameLst>
                                          <p:attrName>ppt_x</p:attrName>
                                          <p:attrName>ppt_y</p:attrName>
                                        </p:attrNameLst>
                                      </p:cBhvr>
                                    </p:animMotion>
                                    <p:animEffect transition="in" filter="fade">
                                      <p:cBhvr>
                                        <p:cTn id="17" dur="1000"/>
                                        <p:tgtEl>
                                          <p:spTgt spid="10"/>
                                        </p:tgtEl>
                                      </p:cBhvr>
                                    </p:animEffect>
                                  </p:childTnLst>
                                </p:cTn>
                              </p:par>
                              <p:par>
                                <p:cTn id="18" presetID="22" presetClass="entr" presetSubtype="8" fill="hold" nodeType="withEffect">
                                  <p:stCondLst>
                                    <p:cond delay="1000"/>
                                  </p:stCondLst>
                                  <p:childTnLst>
                                    <p:set>
                                      <p:cBhvr>
                                        <p:cTn id="19" dur="1" fill="hold">
                                          <p:stCondLst>
                                            <p:cond delay="0"/>
                                          </p:stCondLst>
                                        </p:cTn>
                                        <p:tgtEl>
                                          <p:spTgt spid="11"/>
                                        </p:tgtEl>
                                        <p:attrNameLst>
                                          <p:attrName>style.visibility</p:attrName>
                                        </p:attrNameLst>
                                      </p:cBhvr>
                                      <p:to>
                                        <p:strVal val="visible"/>
                                      </p:to>
                                    </p:set>
                                    <p:animEffect transition="in" filter="wipe(left)">
                                      <p:cBhvr>
                                        <p:cTn id="20" dur="500"/>
                                        <p:tgtEl>
                                          <p:spTgt spid="11"/>
                                        </p:tgtEl>
                                      </p:cBhvr>
                                    </p:animEffect>
                                  </p:childTnLst>
                                </p:cTn>
                              </p:par>
                              <p:par>
                                <p:cTn id="21" presetID="2" presetClass="entr" presetSubtype="12" fill="hold" nodeType="withEffect">
                                  <p:stCondLst>
                                    <p:cond delay="50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500" fill="hold"/>
                                        <p:tgtEl>
                                          <p:spTgt spid="15"/>
                                        </p:tgtEl>
                                        <p:attrNameLst>
                                          <p:attrName>ppt_x</p:attrName>
                                        </p:attrNameLst>
                                      </p:cBhvr>
                                      <p:tavLst>
                                        <p:tav tm="0">
                                          <p:val>
                                            <p:strVal val="0-#ppt_w/2"/>
                                          </p:val>
                                        </p:tav>
                                        <p:tav tm="100000">
                                          <p:val>
                                            <p:strVal val="#ppt_x"/>
                                          </p:val>
                                        </p:tav>
                                      </p:tavLst>
                                    </p:anim>
                                    <p:anim calcmode="lin" valueType="num">
                                      <p:cBhvr additive="base">
                                        <p:cTn id="24" dur="500" fill="hold"/>
                                        <p:tgtEl>
                                          <p:spTgt spid="15"/>
                                        </p:tgtEl>
                                        <p:attrNameLst>
                                          <p:attrName>ppt_y</p:attrName>
                                        </p:attrNameLst>
                                      </p:cBhvr>
                                      <p:tavLst>
                                        <p:tav tm="0">
                                          <p:val>
                                            <p:strVal val="1+#ppt_h/2"/>
                                          </p:val>
                                        </p:tav>
                                        <p:tav tm="100000">
                                          <p:val>
                                            <p:strVal val="#ppt_y"/>
                                          </p:val>
                                        </p:tav>
                                      </p:tavLst>
                                    </p:anim>
                                  </p:childTnLst>
                                </p:cTn>
                              </p:par>
                              <p:par>
                                <p:cTn id="25" presetID="45" presetClass="entr" presetSubtype="0" fill="hold" grpId="0" nodeType="withEffect">
                                  <p:stCondLst>
                                    <p:cond delay="100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2000"/>
                                        <p:tgtEl>
                                          <p:spTgt spid="20"/>
                                        </p:tgtEl>
                                      </p:cBhvr>
                                    </p:animEffect>
                                    <p:anim calcmode="lin" valueType="num">
                                      <p:cBhvr>
                                        <p:cTn id="28" dur="2000" fill="hold"/>
                                        <p:tgtEl>
                                          <p:spTgt spid="20"/>
                                        </p:tgtEl>
                                        <p:attrNameLst>
                                          <p:attrName>ppt_w</p:attrName>
                                        </p:attrNameLst>
                                      </p:cBhvr>
                                      <p:tavLst>
                                        <p:tav tm="0" fmla="#ppt_w*sin(2.5*pi*$)">
                                          <p:val>
                                            <p:fltVal val="0"/>
                                          </p:val>
                                        </p:tav>
                                        <p:tav tm="100000">
                                          <p:val>
                                            <p:fltVal val="1"/>
                                          </p:val>
                                        </p:tav>
                                      </p:tavLst>
                                    </p:anim>
                                    <p:anim calcmode="lin" valueType="num">
                                      <p:cBhvr>
                                        <p:cTn id="29" dur="2000" fill="hold"/>
                                        <p:tgtEl>
                                          <p:spTgt spid="20"/>
                                        </p:tgtEl>
                                        <p:attrNameLst>
                                          <p:attrName>ppt_h</p:attrName>
                                        </p:attrNameLst>
                                      </p:cBhvr>
                                      <p:tavLst>
                                        <p:tav tm="0">
                                          <p:val>
                                            <p:strVal val="#ppt_h"/>
                                          </p:val>
                                        </p:tav>
                                        <p:tav tm="100000">
                                          <p:val>
                                            <p:strVal val="#ppt_h"/>
                                          </p:val>
                                        </p:tav>
                                      </p:tavLst>
                                    </p:anim>
                                  </p:childTnLst>
                                </p:cTn>
                              </p:par>
                              <p:par>
                                <p:cTn id="30" presetID="2" presetClass="entr" presetSubtype="12" fill="hold" nodeType="withEffect">
                                  <p:stCondLst>
                                    <p:cond delay="500"/>
                                  </p:stCondLst>
                                  <p:childTnLst>
                                    <p:set>
                                      <p:cBhvr>
                                        <p:cTn id="31" dur="1" fill="hold">
                                          <p:stCondLst>
                                            <p:cond delay="0"/>
                                          </p:stCondLst>
                                        </p:cTn>
                                        <p:tgtEl>
                                          <p:spTgt spid="21"/>
                                        </p:tgtEl>
                                        <p:attrNameLst>
                                          <p:attrName>style.visibility</p:attrName>
                                        </p:attrNameLst>
                                      </p:cBhvr>
                                      <p:to>
                                        <p:strVal val="visible"/>
                                      </p:to>
                                    </p:set>
                                    <p:anim calcmode="lin" valueType="num">
                                      <p:cBhvr additive="base">
                                        <p:cTn id="32" dur="500" fill="hold"/>
                                        <p:tgtEl>
                                          <p:spTgt spid="21"/>
                                        </p:tgtEl>
                                        <p:attrNameLst>
                                          <p:attrName>ppt_x</p:attrName>
                                        </p:attrNameLst>
                                      </p:cBhvr>
                                      <p:tavLst>
                                        <p:tav tm="0">
                                          <p:val>
                                            <p:strVal val="0-#ppt_w/2"/>
                                          </p:val>
                                        </p:tav>
                                        <p:tav tm="100000">
                                          <p:val>
                                            <p:strVal val="#ppt_x"/>
                                          </p:val>
                                        </p:tav>
                                      </p:tavLst>
                                    </p:anim>
                                    <p:anim calcmode="lin" valueType="num">
                                      <p:cBhvr additive="base">
                                        <p:cTn id="33" dur="500" fill="hold"/>
                                        <p:tgtEl>
                                          <p:spTgt spid="21"/>
                                        </p:tgtEl>
                                        <p:attrNameLst>
                                          <p:attrName>ppt_y</p:attrName>
                                        </p:attrNameLst>
                                      </p:cBhvr>
                                      <p:tavLst>
                                        <p:tav tm="0">
                                          <p:val>
                                            <p:strVal val="1+#ppt_h/2"/>
                                          </p:val>
                                        </p:tav>
                                        <p:tav tm="100000">
                                          <p:val>
                                            <p:strVal val="#ppt_y"/>
                                          </p:val>
                                        </p:tav>
                                      </p:tavLst>
                                    </p:anim>
                                  </p:childTnLst>
                                </p:cTn>
                              </p:par>
                              <p:par>
                                <p:cTn id="34" presetID="45" presetClass="entr" presetSubtype="0" fill="hold" grpId="0" nodeType="withEffect">
                                  <p:stCondLst>
                                    <p:cond delay="1000"/>
                                  </p:stCondLst>
                                  <p:childTnLst>
                                    <p:set>
                                      <p:cBhvr>
                                        <p:cTn id="35" dur="1" fill="hold">
                                          <p:stCondLst>
                                            <p:cond delay="0"/>
                                          </p:stCondLst>
                                        </p:cTn>
                                        <p:tgtEl>
                                          <p:spTgt spid="39"/>
                                        </p:tgtEl>
                                        <p:attrNameLst>
                                          <p:attrName>style.visibility</p:attrName>
                                        </p:attrNameLst>
                                      </p:cBhvr>
                                      <p:to>
                                        <p:strVal val="visible"/>
                                      </p:to>
                                    </p:set>
                                    <p:animEffect transition="in" filter="fade">
                                      <p:cBhvr>
                                        <p:cTn id="36" dur="2000"/>
                                        <p:tgtEl>
                                          <p:spTgt spid="39"/>
                                        </p:tgtEl>
                                      </p:cBhvr>
                                    </p:animEffect>
                                    <p:anim calcmode="lin" valueType="num">
                                      <p:cBhvr>
                                        <p:cTn id="37" dur="2000" fill="hold"/>
                                        <p:tgtEl>
                                          <p:spTgt spid="39"/>
                                        </p:tgtEl>
                                        <p:attrNameLst>
                                          <p:attrName>ppt_w</p:attrName>
                                        </p:attrNameLst>
                                      </p:cBhvr>
                                      <p:tavLst>
                                        <p:tav tm="0" fmla="#ppt_w*sin(2.5*pi*$)">
                                          <p:val>
                                            <p:fltVal val="0"/>
                                          </p:val>
                                        </p:tav>
                                        <p:tav tm="100000">
                                          <p:val>
                                            <p:fltVal val="1"/>
                                          </p:val>
                                        </p:tav>
                                      </p:tavLst>
                                    </p:anim>
                                    <p:anim calcmode="lin" valueType="num">
                                      <p:cBhvr>
                                        <p:cTn id="38" dur="2000" fill="hold"/>
                                        <p:tgtEl>
                                          <p:spTgt spid="39"/>
                                        </p:tgtEl>
                                        <p:attrNameLst>
                                          <p:attrName>ppt_h</p:attrName>
                                        </p:attrNameLst>
                                      </p:cBhvr>
                                      <p:tavLst>
                                        <p:tav tm="0">
                                          <p:val>
                                            <p:strVal val="#ppt_h"/>
                                          </p:val>
                                        </p:tav>
                                        <p:tav tm="100000">
                                          <p:val>
                                            <p:strVal val="#ppt_h"/>
                                          </p:val>
                                        </p:tav>
                                      </p:tavLst>
                                    </p:anim>
                                  </p:childTnLst>
                                </p:cTn>
                              </p:par>
                              <p:par>
                                <p:cTn id="39" presetID="2" presetClass="entr" presetSubtype="12" fill="hold" nodeType="withEffect">
                                  <p:stCondLst>
                                    <p:cond delay="500"/>
                                  </p:stCondLst>
                                  <p:childTnLst>
                                    <p:set>
                                      <p:cBhvr>
                                        <p:cTn id="40" dur="1" fill="hold">
                                          <p:stCondLst>
                                            <p:cond delay="0"/>
                                          </p:stCondLst>
                                        </p:cTn>
                                        <p:tgtEl>
                                          <p:spTgt spid="40"/>
                                        </p:tgtEl>
                                        <p:attrNameLst>
                                          <p:attrName>style.visibility</p:attrName>
                                        </p:attrNameLst>
                                      </p:cBhvr>
                                      <p:to>
                                        <p:strVal val="visible"/>
                                      </p:to>
                                    </p:set>
                                    <p:anim calcmode="lin" valueType="num">
                                      <p:cBhvr additive="base">
                                        <p:cTn id="41" dur="500" fill="hold"/>
                                        <p:tgtEl>
                                          <p:spTgt spid="40"/>
                                        </p:tgtEl>
                                        <p:attrNameLst>
                                          <p:attrName>ppt_x</p:attrName>
                                        </p:attrNameLst>
                                      </p:cBhvr>
                                      <p:tavLst>
                                        <p:tav tm="0">
                                          <p:val>
                                            <p:strVal val="0-#ppt_w/2"/>
                                          </p:val>
                                        </p:tav>
                                        <p:tav tm="100000">
                                          <p:val>
                                            <p:strVal val="#ppt_x"/>
                                          </p:val>
                                        </p:tav>
                                      </p:tavLst>
                                    </p:anim>
                                    <p:anim calcmode="lin" valueType="num">
                                      <p:cBhvr additive="base">
                                        <p:cTn id="42" dur="500" fill="hold"/>
                                        <p:tgtEl>
                                          <p:spTgt spid="40"/>
                                        </p:tgtEl>
                                        <p:attrNameLst>
                                          <p:attrName>ppt_y</p:attrName>
                                        </p:attrNameLst>
                                      </p:cBhvr>
                                      <p:tavLst>
                                        <p:tav tm="0">
                                          <p:val>
                                            <p:strVal val="1+#ppt_h/2"/>
                                          </p:val>
                                        </p:tav>
                                        <p:tav tm="100000">
                                          <p:val>
                                            <p:strVal val="#ppt_y"/>
                                          </p:val>
                                        </p:tav>
                                      </p:tavLst>
                                    </p:anim>
                                  </p:childTnLst>
                                </p:cTn>
                              </p:par>
                              <p:par>
                                <p:cTn id="43" presetID="2" presetClass="entr" presetSubtype="12" fill="hold" nodeType="withEffect">
                                  <p:stCondLst>
                                    <p:cond delay="500"/>
                                  </p:stCondLst>
                                  <p:childTnLst>
                                    <p:set>
                                      <p:cBhvr>
                                        <p:cTn id="44" dur="1" fill="hold">
                                          <p:stCondLst>
                                            <p:cond delay="0"/>
                                          </p:stCondLst>
                                        </p:cTn>
                                        <p:tgtEl>
                                          <p:spTgt spid="45"/>
                                        </p:tgtEl>
                                        <p:attrNameLst>
                                          <p:attrName>style.visibility</p:attrName>
                                        </p:attrNameLst>
                                      </p:cBhvr>
                                      <p:to>
                                        <p:strVal val="visible"/>
                                      </p:to>
                                    </p:set>
                                    <p:anim calcmode="lin" valueType="num">
                                      <p:cBhvr additive="base">
                                        <p:cTn id="45" dur="500" fill="hold"/>
                                        <p:tgtEl>
                                          <p:spTgt spid="45"/>
                                        </p:tgtEl>
                                        <p:attrNameLst>
                                          <p:attrName>ppt_x</p:attrName>
                                        </p:attrNameLst>
                                      </p:cBhvr>
                                      <p:tavLst>
                                        <p:tav tm="0">
                                          <p:val>
                                            <p:strVal val="0-#ppt_w/2"/>
                                          </p:val>
                                        </p:tav>
                                        <p:tav tm="100000">
                                          <p:val>
                                            <p:strVal val="#ppt_x"/>
                                          </p:val>
                                        </p:tav>
                                      </p:tavLst>
                                    </p:anim>
                                    <p:anim calcmode="lin" valueType="num">
                                      <p:cBhvr additive="base">
                                        <p:cTn id="46" dur="500" fill="hold"/>
                                        <p:tgtEl>
                                          <p:spTgt spid="45"/>
                                        </p:tgtEl>
                                        <p:attrNameLst>
                                          <p:attrName>ppt_y</p:attrName>
                                        </p:attrNameLst>
                                      </p:cBhvr>
                                      <p:tavLst>
                                        <p:tav tm="0">
                                          <p:val>
                                            <p:strVal val="1+#ppt_h/2"/>
                                          </p:val>
                                        </p:tav>
                                        <p:tav tm="100000">
                                          <p:val>
                                            <p:strVal val="#ppt_y"/>
                                          </p:val>
                                        </p:tav>
                                      </p:tavLst>
                                    </p:anim>
                                  </p:childTnLst>
                                </p:cTn>
                              </p:par>
                              <p:par>
                                <p:cTn id="47" presetID="2" presetClass="entr" presetSubtype="12" fill="hold" nodeType="withEffect">
                                  <p:stCondLst>
                                    <p:cond delay="500"/>
                                  </p:stCondLst>
                                  <p:childTnLst>
                                    <p:set>
                                      <p:cBhvr>
                                        <p:cTn id="48" dur="1" fill="hold">
                                          <p:stCondLst>
                                            <p:cond delay="0"/>
                                          </p:stCondLst>
                                        </p:cTn>
                                        <p:tgtEl>
                                          <p:spTgt spid="55"/>
                                        </p:tgtEl>
                                        <p:attrNameLst>
                                          <p:attrName>style.visibility</p:attrName>
                                        </p:attrNameLst>
                                      </p:cBhvr>
                                      <p:to>
                                        <p:strVal val="visible"/>
                                      </p:to>
                                    </p:set>
                                    <p:anim calcmode="lin" valueType="num">
                                      <p:cBhvr additive="base">
                                        <p:cTn id="49" dur="500" fill="hold"/>
                                        <p:tgtEl>
                                          <p:spTgt spid="55"/>
                                        </p:tgtEl>
                                        <p:attrNameLst>
                                          <p:attrName>ppt_x</p:attrName>
                                        </p:attrNameLst>
                                      </p:cBhvr>
                                      <p:tavLst>
                                        <p:tav tm="0">
                                          <p:val>
                                            <p:strVal val="0-#ppt_w/2"/>
                                          </p:val>
                                        </p:tav>
                                        <p:tav tm="100000">
                                          <p:val>
                                            <p:strVal val="#ppt_x"/>
                                          </p:val>
                                        </p:tav>
                                      </p:tavLst>
                                    </p:anim>
                                    <p:anim calcmode="lin" valueType="num">
                                      <p:cBhvr additive="base">
                                        <p:cTn id="50" dur="500" fill="hold"/>
                                        <p:tgtEl>
                                          <p:spTgt spid="55"/>
                                        </p:tgtEl>
                                        <p:attrNameLst>
                                          <p:attrName>ppt_y</p:attrName>
                                        </p:attrNameLst>
                                      </p:cBhvr>
                                      <p:tavLst>
                                        <p:tav tm="0">
                                          <p:val>
                                            <p:strVal val="1+#ppt_h/2"/>
                                          </p:val>
                                        </p:tav>
                                        <p:tav tm="100000">
                                          <p:val>
                                            <p:strVal val="#ppt_y"/>
                                          </p:val>
                                        </p:tav>
                                      </p:tavLst>
                                    </p:anim>
                                  </p:childTnLst>
                                </p:cTn>
                              </p:par>
                              <p:par>
                                <p:cTn id="51" presetID="45" presetClass="entr" presetSubtype="0" fill="hold" nodeType="withEffect">
                                  <p:stCondLst>
                                    <p:cond delay="1000"/>
                                  </p:stCondLst>
                                  <p:childTnLst>
                                    <p:set>
                                      <p:cBhvr>
                                        <p:cTn id="52" dur="1" fill="hold">
                                          <p:stCondLst>
                                            <p:cond delay="0"/>
                                          </p:stCondLst>
                                        </p:cTn>
                                        <p:tgtEl>
                                          <p:spTgt spid="60"/>
                                        </p:tgtEl>
                                        <p:attrNameLst>
                                          <p:attrName>style.visibility</p:attrName>
                                        </p:attrNameLst>
                                      </p:cBhvr>
                                      <p:to>
                                        <p:strVal val="visible"/>
                                      </p:to>
                                    </p:set>
                                    <p:animEffect transition="in" filter="fade">
                                      <p:cBhvr>
                                        <p:cTn id="53" dur="2000"/>
                                        <p:tgtEl>
                                          <p:spTgt spid="60"/>
                                        </p:tgtEl>
                                      </p:cBhvr>
                                    </p:animEffect>
                                    <p:anim calcmode="lin" valueType="num">
                                      <p:cBhvr>
                                        <p:cTn id="54" dur="2000" fill="hold"/>
                                        <p:tgtEl>
                                          <p:spTgt spid="60"/>
                                        </p:tgtEl>
                                        <p:attrNameLst>
                                          <p:attrName>ppt_w</p:attrName>
                                        </p:attrNameLst>
                                      </p:cBhvr>
                                      <p:tavLst>
                                        <p:tav tm="0" fmla="#ppt_w*sin(2.5*pi*$)">
                                          <p:val>
                                            <p:fltVal val="0"/>
                                          </p:val>
                                        </p:tav>
                                        <p:tav tm="100000">
                                          <p:val>
                                            <p:fltVal val="1"/>
                                          </p:val>
                                        </p:tav>
                                      </p:tavLst>
                                    </p:anim>
                                    <p:anim calcmode="lin" valueType="num">
                                      <p:cBhvr>
                                        <p:cTn id="55" dur="2000" fill="hold"/>
                                        <p:tgtEl>
                                          <p:spTgt spid="60"/>
                                        </p:tgtEl>
                                        <p:attrNameLst>
                                          <p:attrName>ppt_h</p:attrName>
                                        </p:attrNameLst>
                                      </p:cBhvr>
                                      <p:tavLst>
                                        <p:tav tm="0">
                                          <p:val>
                                            <p:strVal val="#ppt_h"/>
                                          </p:val>
                                        </p:tav>
                                        <p:tav tm="100000">
                                          <p:val>
                                            <p:strVal val="#ppt_h"/>
                                          </p:val>
                                        </p:tav>
                                      </p:tavLst>
                                    </p:anim>
                                  </p:childTnLst>
                                </p:cTn>
                              </p:par>
                              <p:par>
                                <p:cTn id="56" presetID="45" presetClass="entr" presetSubtype="0" fill="hold" grpId="0" nodeType="withEffect">
                                  <p:stCondLst>
                                    <p:cond delay="1000"/>
                                  </p:stCondLst>
                                  <p:childTnLst>
                                    <p:set>
                                      <p:cBhvr>
                                        <p:cTn id="57" dur="1" fill="hold">
                                          <p:stCondLst>
                                            <p:cond delay="0"/>
                                          </p:stCondLst>
                                        </p:cTn>
                                        <p:tgtEl>
                                          <p:spTgt spid="64"/>
                                        </p:tgtEl>
                                        <p:attrNameLst>
                                          <p:attrName>style.visibility</p:attrName>
                                        </p:attrNameLst>
                                      </p:cBhvr>
                                      <p:to>
                                        <p:strVal val="visible"/>
                                      </p:to>
                                    </p:set>
                                    <p:animEffect transition="in" filter="fade">
                                      <p:cBhvr>
                                        <p:cTn id="58" dur="2000"/>
                                        <p:tgtEl>
                                          <p:spTgt spid="64"/>
                                        </p:tgtEl>
                                      </p:cBhvr>
                                    </p:animEffect>
                                    <p:anim calcmode="lin" valueType="num">
                                      <p:cBhvr>
                                        <p:cTn id="59" dur="2000" fill="hold"/>
                                        <p:tgtEl>
                                          <p:spTgt spid="64"/>
                                        </p:tgtEl>
                                        <p:attrNameLst>
                                          <p:attrName>ppt_w</p:attrName>
                                        </p:attrNameLst>
                                      </p:cBhvr>
                                      <p:tavLst>
                                        <p:tav tm="0" fmla="#ppt_w*sin(2.5*pi*$)">
                                          <p:val>
                                            <p:fltVal val="0"/>
                                          </p:val>
                                        </p:tav>
                                        <p:tav tm="100000">
                                          <p:val>
                                            <p:fltVal val="1"/>
                                          </p:val>
                                        </p:tav>
                                      </p:tavLst>
                                    </p:anim>
                                    <p:anim calcmode="lin" valueType="num">
                                      <p:cBhvr>
                                        <p:cTn id="60" dur="2000" fill="hold"/>
                                        <p:tgtEl>
                                          <p:spTgt spid="64"/>
                                        </p:tgtEl>
                                        <p:attrNameLst>
                                          <p:attrName>ppt_h</p:attrName>
                                        </p:attrNameLst>
                                      </p:cBhvr>
                                      <p:tavLst>
                                        <p:tav tm="0">
                                          <p:val>
                                            <p:strVal val="#ppt_h"/>
                                          </p:val>
                                        </p:tav>
                                        <p:tav tm="100000">
                                          <p:val>
                                            <p:strVal val="#ppt_h"/>
                                          </p:val>
                                        </p:tav>
                                      </p:tavLst>
                                    </p:anim>
                                  </p:childTnLst>
                                </p:cTn>
                              </p:par>
                              <p:par>
                                <p:cTn id="61" presetID="45" presetClass="entr" presetSubtype="0" fill="hold" grpId="0" nodeType="withEffect">
                                  <p:stCondLst>
                                    <p:cond delay="1000"/>
                                  </p:stCondLst>
                                  <p:childTnLst>
                                    <p:set>
                                      <p:cBhvr>
                                        <p:cTn id="62" dur="1" fill="hold">
                                          <p:stCondLst>
                                            <p:cond delay="0"/>
                                          </p:stCondLst>
                                        </p:cTn>
                                        <p:tgtEl>
                                          <p:spTgt spid="65"/>
                                        </p:tgtEl>
                                        <p:attrNameLst>
                                          <p:attrName>style.visibility</p:attrName>
                                        </p:attrNameLst>
                                      </p:cBhvr>
                                      <p:to>
                                        <p:strVal val="visible"/>
                                      </p:to>
                                    </p:set>
                                    <p:animEffect transition="in" filter="fade">
                                      <p:cBhvr>
                                        <p:cTn id="63" dur="2000"/>
                                        <p:tgtEl>
                                          <p:spTgt spid="65"/>
                                        </p:tgtEl>
                                      </p:cBhvr>
                                    </p:animEffect>
                                    <p:anim calcmode="lin" valueType="num">
                                      <p:cBhvr>
                                        <p:cTn id="64" dur="2000" fill="hold"/>
                                        <p:tgtEl>
                                          <p:spTgt spid="65"/>
                                        </p:tgtEl>
                                        <p:attrNameLst>
                                          <p:attrName>ppt_w</p:attrName>
                                        </p:attrNameLst>
                                      </p:cBhvr>
                                      <p:tavLst>
                                        <p:tav tm="0" fmla="#ppt_w*sin(2.5*pi*$)">
                                          <p:val>
                                            <p:fltVal val="0"/>
                                          </p:val>
                                        </p:tav>
                                        <p:tav tm="100000">
                                          <p:val>
                                            <p:fltVal val="1"/>
                                          </p:val>
                                        </p:tav>
                                      </p:tavLst>
                                    </p:anim>
                                    <p:anim calcmode="lin" valueType="num">
                                      <p:cBhvr>
                                        <p:cTn id="65" dur="2000" fill="hold"/>
                                        <p:tgtEl>
                                          <p:spTgt spid="6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bldLvl="0" animBg="1"/>
      <p:bldP spid="10" grpId="0"/>
      <p:bldP spid="20" grpId="0" bldLvl="0" animBg="1"/>
      <p:bldP spid="39" grpId="0" bldLvl="0" animBg="1"/>
      <p:bldP spid="64" grpId="0" bldLvl="0" animBg="1"/>
      <p:bldP spid="65"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7EED0D-2377-49CD-ADF1-8DC02DD1456C}"/>
              </a:ext>
            </a:extLst>
          </p:cNvPr>
          <p:cNvSpPr>
            <a:spLocks noGrp="1"/>
          </p:cNvSpPr>
          <p:nvPr>
            <p:ph type="title"/>
          </p:nvPr>
        </p:nvSpPr>
        <p:spPr/>
        <p:txBody>
          <a:bodyPr/>
          <a:lstStyle/>
          <a:p>
            <a:r>
              <a:rPr lang="zh-CN" altLang="en-US" dirty="0"/>
              <a:t>老师简介</a:t>
            </a:r>
            <a:endParaRPr lang="en-001" dirty="0"/>
          </a:p>
        </p:txBody>
      </p:sp>
      <p:sp>
        <p:nvSpPr>
          <p:cNvPr id="3" name="内容占位符 2">
            <a:extLst>
              <a:ext uri="{FF2B5EF4-FFF2-40B4-BE49-F238E27FC236}">
                <a16:creationId xmlns:a16="http://schemas.microsoft.com/office/drawing/2014/main" id="{E02B7BB7-48B1-4285-B3C7-8F715CF740CA}"/>
              </a:ext>
            </a:extLst>
          </p:cNvPr>
          <p:cNvSpPr>
            <a:spLocks noGrp="1"/>
          </p:cNvSpPr>
          <p:nvPr>
            <p:ph idx="1"/>
          </p:nvPr>
        </p:nvSpPr>
        <p:spPr/>
        <p:txBody>
          <a:bodyPr>
            <a:normAutofit/>
          </a:bodyPr>
          <a:lstStyle/>
          <a:p>
            <a:r>
              <a:rPr lang="zh-CN" altLang="en-US" sz="2000" dirty="0">
                <a:latin typeface="Times New Roman" panose="02020603050405020304" pitchFamily="18" charset="0"/>
                <a:cs typeface="Times New Roman" panose="02020603050405020304" pitchFamily="18" charset="0"/>
              </a:rPr>
              <a:t>郭景涛</a:t>
            </a:r>
            <a:endParaRPr lang="en-US" altLang="zh-CN" sz="2000" dirty="0">
              <a:latin typeface="Times New Roman" panose="02020603050405020304" pitchFamily="18" charset="0"/>
              <a:cs typeface="Times New Roman" panose="02020603050405020304" pitchFamily="18" charset="0"/>
            </a:endParaRPr>
          </a:p>
          <a:p>
            <a:r>
              <a:rPr lang="en-US" altLang="zh-CN" sz="2000" dirty="0" smtClean="0">
                <a:latin typeface="Times New Roman" panose="02020603050405020304" pitchFamily="18" charset="0"/>
                <a:cs typeface="Times New Roman" panose="02020603050405020304" pitchFamily="18" charset="0"/>
              </a:rPr>
              <a:t>18811313685</a:t>
            </a:r>
            <a:endParaRPr lang="en-US" altLang="zh-CN" sz="2000" dirty="0">
              <a:latin typeface="Times New Roman" panose="02020603050405020304" pitchFamily="18" charset="0"/>
              <a:cs typeface="Times New Roman" panose="02020603050405020304" pitchFamily="18" charset="0"/>
            </a:endParaRPr>
          </a:p>
          <a:p>
            <a:r>
              <a:rPr lang="en-US" altLang="zh-CN" sz="2000" dirty="0" smtClean="0">
                <a:latin typeface="Times New Roman" panose="02020603050405020304" pitchFamily="18" charset="0"/>
                <a:cs typeface="Times New Roman" panose="02020603050405020304" pitchFamily="18" charset="0"/>
              </a:rPr>
              <a:t>jingtaoguo</a:t>
            </a:r>
            <a:r>
              <a:rPr lang="en-US" sz="2000" dirty="0" smtClean="0">
                <a:latin typeface="Times New Roman" panose="02020603050405020304" pitchFamily="18" charset="0"/>
                <a:cs typeface="Times New Roman" panose="02020603050405020304" pitchFamily="18" charset="0"/>
              </a:rPr>
              <a:t>@heun.edu.cn</a:t>
            </a:r>
            <a:endParaRPr lang="en-001"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952688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相关基础</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296958"/>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先修课</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800100" lvl="1"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软件工程</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800100" lvl="1"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需要一点数学知识。</a:t>
            </a:r>
          </a:p>
        </p:txBody>
      </p:sp>
    </p:spTree>
    <p:extLst>
      <p:ext uri="{BB962C8B-B14F-4D97-AF65-F5344CB8AC3E}">
        <p14:creationId xmlns:p14="http://schemas.microsoft.com/office/powerpoint/2010/main" val="131467091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915909"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本节课目标</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704569"/>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什么是工程经济学？</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工程经济学在软件工程专业体系中的作用？</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工程经济学的主要研究内容。</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相关的基本概念。</a:t>
            </a:r>
          </a:p>
        </p:txBody>
      </p:sp>
    </p:spTree>
    <p:extLst>
      <p:ext uri="{BB962C8B-B14F-4D97-AF65-F5344CB8AC3E}">
        <p14:creationId xmlns:p14="http://schemas.microsoft.com/office/powerpoint/2010/main" val="213597367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2" name="TextBox 1"/>
          <p:cNvSpPr txBox="1"/>
          <p:nvPr/>
        </p:nvSpPr>
        <p:spPr>
          <a:xfrm>
            <a:off x="3995936" y="1773787"/>
            <a:ext cx="3272050" cy="707886"/>
          </a:xfrm>
          <a:prstGeom prst="rect">
            <a:avLst/>
          </a:prstGeom>
          <a:noFill/>
        </p:spPr>
        <p:txBody>
          <a:bodyPr wrap="none" rtlCol="0">
            <a:spAutoFit/>
          </a:bodyPr>
          <a:lstStyle/>
          <a:p>
            <a:r>
              <a:rPr lang="zh-CN" altLang="en-US" sz="4000" b="1">
                <a:latin typeface="黑体" panose="02010600030101010101" charset="-122"/>
                <a:ea typeface="黑体" panose="02010600030101010101" charset="-122"/>
              </a:rPr>
              <a:t>本章主要内容</a:t>
            </a:r>
          </a:p>
        </p:txBody>
      </p:sp>
      <p:grpSp>
        <p:nvGrpSpPr>
          <p:cNvPr id="33" name="组合 32"/>
          <p:cNvGrpSpPr/>
          <p:nvPr/>
        </p:nvGrpSpPr>
        <p:grpSpPr>
          <a:xfrm>
            <a:off x="2262782" y="1446400"/>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20" name="KSO_Shape"/>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a:solidFill>
                  <a:srgbClr val="FFFFFF"/>
                </a:solidFill>
                <a:latin typeface="黑体" panose="02010600030101010101" charset="-122"/>
                <a:ea typeface="黑体" panose="02010600030101010101" charset="-122"/>
              </a:endParaRPr>
            </a:p>
          </p:txBody>
        </p:sp>
      </p:grpSp>
      <p:sp>
        <p:nvSpPr>
          <p:cNvPr id="15" name="TextBox 14"/>
          <p:cNvSpPr txBox="1"/>
          <p:nvPr/>
        </p:nvSpPr>
        <p:spPr>
          <a:xfrm>
            <a:off x="4450203" y="2490902"/>
            <a:ext cx="1338828" cy="369332"/>
          </a:xfrm>
          <a:prstGeom prst="rect">
            <a:avLst/>
          </a:prstGeom>
          <a:noFill/>
        </p:spPr>
        <p:txBody>
          <a:bodyPr wrap="none" rtlCol="0">
            <a:spAutoFit/>
          </a:bodyPr>
          <a:lstStyle/>
          <a:p>
            <a:r>
              <a:rPr lang="en-US" altLang="zh-CN" b="1">
                <a:solidFill>
                  <a:srgbClr val="FF0000"/>
                </a:solidFill>
                <a:latin typeface="黑体" panose="02010600030101010101" charset="-122"/>
                <a:ea typeface="黑体" panose="02010600030101010101" charset="-122"/>
              </a:rPr>
              <a:t>1.</a:t>
            </a:r>
            <a:r>
              <a:rPr lang="zh-CN" altLang="en-US" b="1">
                <a:solidFill>
                  <a:srgbClr val="FF0000"/>
                </a:solidFill>
                <a:latin typeface="黑体" panose="02010600030101010101" charset="-122"/>
                <a:ea typeface="黑体" panose="02010600030101010101" charset="-122"/>
              </a:rPr>
              <a:t>课程简介</a:t>
            </a:r>
          </a:p>
        </p:txBody>
      </p:sp>
      <p:sp>
        <p:nvSpPr>
          <p:cNvPr id="16" name="TextBox 15"/>
          <p:cNvSpPr txBox="1"/>
          <p:nvPr/>
        </p:nvSpPr>
        <p:spPr>
          <a:xfrm>
            <a:off x="4450203" y="3297980"/>
            <a:ext cx="1338828" cy="369332"/>
          </a:xfrm>
          <a:prstGeom prst="rect">
            <a:avLst/>
          </a:prstGeom>
          <a:noFill/>
        </p:spPr>
        <p:txBody>
          <a:bodyPr wrap="none" rtlCol="0">
            <a:spAutoFit/>
          </a:bodyPr>
          <a:lstStyle/>
          <a:p>
            <a:r>
              <a:rPr lang="en-US" altLang="zh-CN">
                <a:latin typeface="黑体" panose="02010600030101010101" charset="-122"/>
                <a:ea typeface="黑体" panose="02010600030101010101" charset="-122"/>
              </a:rPr>
              <a:t>3.</a:t>
            </a:r>
            <a:r>
              <a:rPr lang="zh-CN" altLang="en-US">
                <a:latin typeface="黑体" panose="02010600030101010101" charset="-122"/>
                <a:ea typeface="黑体" panose="02010600030101010101" charset="-122"/>
              </a:rPr>
              <a:t>基本概念</a:t>
            </a:r>
          </a:p>
        </p:txBody>
      </p:sp>
      <p:sp>
        <p:nvSpPr>
          <p:cNvPr id="17" name="TextBox 16"/>
          <p:cNvSpPr txBox="1"/>
          <p:nvPr/>
        </p:nvSpPr>
        <p:spPr>
          <a:xfrm>
            <a:off x="4450203" y="3735048"/>
            <a:ext cx="1800493" cy="369332"/>
          </a:xfrm>
          <a:prstGeom prst="rect">
            <a:avLst/>
          </a:prstGeom>
          <a:noFill/>
        </p:spPr>
        <p:txBody>
          <a:bodyPr wrap="none" rtlCol="0">
            <a:spAutoFit/>
          </a:bodyPr>
          <a:lstStyle/>
          <a:p>
            <a:r>
              <a:rPr lang="en-US" altLang="zh-CN">
                <a:latin typeface="黑体" panose="02010600030101010101" charset="-122"/>
                <a:ea typeface="黑体" panose="02010600030101010101" charset="-122"/>
              </a:rPr>
              <a:t>4.</a:t>
            </a:r>
            <a:r>
              <a:rPr lang="zh-CN" altLang="en-US">
                <a:latin typeface="黑体" panose="02010600030101010101" charset="-122"/>
                <a:ea typeface="黑体" panose="02010600030101010101" charset="-122"/>
              </a:rPr>
              <a:t>软件行业特点</a:t>
            </a:r>
          </a:p>
        </p:txBody>
      </p:sp>
      <p:sp>
        <p:nvSpPr>
          <p:cNvPr id="18" name="TextBox 17"/>
          <p:cNvSpPr txBox="1"/>
          <p:nvPr/>
        </p:nvSpPr>
        <p:spPr>
          <a:xfrm>
            <a:off x="4450203" y="4153064"/>
            <a:ext cx="3185487" cy="369332"/>
          </a:xfrm>
          <a:prstGeom prst="rect">
            <a:avLst/>
          </a:prstGeom>
          <a:noFill/>
        </p:spPr>
        <p:txBody>
          <a:bodyPr wrap="none" rtlCol="0">
            <a:spAutoFit/>
          </a:bodyPr>
          <a:lstStyle/>
          <a:p>
            <a:r>
              <a:rPr lang="en-US" altLang="zh-CN">
                <a:latin typeface="黑体" panose="02010600030101010101" charset="-122"/>
                <a:ea typeface="黑体" panose="02010600030101010101" charset="-122"/>
              </a:rPr>
              <a:t>5.</a:t>
            </a:r>
            <a:r>
              <a:rPr lang="zh-CN" altLang="en-US">
                <a:latin typeface="黑体" panose="02010600030101010101" charset="-122"/>
                <a:ea typeface="黑体" panose="02010600030101010101" charset="-122"/>
              </a:rPr>
              <a:t>软件生命周期中的经济分析</a:t>
            </a:r>
          </a:p>
        </p:txBody>
      </p:sp>
      <p:sp>
        <p:nvSpPr>
          <p:cNvPr id="24" name="椭圆 23"/>
          <p:cNvSpPr/>
          <p:nvPr/>
        </p:nvSpPr>
        <p:spPr>
          <a:xfrm>
            <a:off x="4156315" y="2518400"/>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latin typeface="黑体" panose="02010600030101010101" charset="-122"/>
              <a:ea typeface="黑体" panose="02010600030101010101" charset="-122"/>
            </a:endParaRPr>
          </a:p>
        </p:txBody>
      </p:sp>
      <p:sp>
        <p:nvSpPr>
          <p:cNvPr id="25" name="椭圆 24"/>
          <p:cNvSpPr/>
          <p:nvPr/>
        </p:nvSpPr>
        <p:spPr>
          <a:xfrm>
            <a:off x="4156315" y="3306723"/>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latin typeface="黑体" panose="02010600030101010101" charset="-122"/>
              <a:ea typeface="黑体" panose="02010600030101010101" charset="-122"/>
            </a:endParaRPr>
          </a:p>
        </p:txBody>
      </p:sp>
      <p:sp>
        <p:nvSpPr>
          <p:cNvPr id="26" name="椭圆 25"/>
          <p:cNvSpPr/>
          <p:nvPr/>
        </p:nvSpPr>
        <p:spPr>
          <a:xfrm>
            <a:off x="4156315" y="3744086"/>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latin typeface="黑体" panose="02010600030101010101" charset="-122"/>
              <a:ea typeface="黑体" panose="02010600030101010101" charset="-122"/>
            </a:endParaRPr>
          </a:p>
        </p:txBody>
      </p:sp>
      <p:sp>
        <p:nvSpPr>
          <p:cNvPr id="27" name="椭圆 26"/>
          <p:cNvSpPr/>
          <p:nvPr/>
        </p:nvSpPr>
        <p:spPr>
          <a:xfrm>
            <a:off x="4156315" y="4181449"/>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latin typeface="黑体" panose="02010600030101010101" charset="-122"/>
              <a:ea typeface="黑体" panose="02010600030101010101" charset="-122"/>
            </a:endParaRPr>
          </a:p>
        </p:txBody>
      </p:sp>
      <p:sp>
        <p:nvSpPr>
          <p:cNvPr id="28" name="TextBox 27"/>
          <p:cNvSpPr txBox="1"/>
          <p:nvPr/>
        </p:nvSpPr>
        <p:spPr>
          <a:xfrm>
            <a:off x="4450203" y="2906617"/>
            <a:ext cx="1338828" cy="369332"/>
          </a:xfrm>
          <a:prstGeom prst="rect">
            <a:avLst/>
          </a:prstGeom>
          <a:noFill/>
        </p:spPr>
        <p:txBody>
          <a:bodyPr wrap="none" rtlCol="0">
            <a:spAutoFit/>
          </a:bodyPr>
          <a:lstStyle/>
          <a:p>
            <a:r>
              <a:rPr lang="en-US" altLang="zh-CN">
                <a:latin typeface="黑体" panose="02010600030101010101" charset="-122"/>
                <a:ea typeface="黑体" panose="02010600030101010101" charset="-122"/>
              </a:rPr>
              <a:t>2.</a:t>
            </a:r>
            <a:r>
              <a:rPr lang="zh-CN" altLang="en-US">
                <a:latin typeface="黑体" panose="02010600030101010101" charset="-122"/>
                <a:ea typeface="黑体" panose="02010600030101010101" charset="-122"/>
              </a:rPr>
              <a:t>研究内容</a:t>
            </a:r>
          </a:p>
        </p:txBody>
      </p:sp>
      <p:sp>
        <p:nvSpPr>
          <p:cNvPr id="30" name="椭圆 29"/>
          <p:cNvSpPr/>
          <p:nvPr/>
        </p:nvSpPr>
        <p:spPr>
          <a:xfrm>
            <a:off x="4156315" y="2934115"/>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latin typeface="黑体" panose="02010600030101010101" charset="-122"/>
              <a:ea typeface="黑体" panose="02010600030101010101" charset="-122"/>
            </a:endParaRPr>
          </a:p>
        </p:txBody>
      </p:sp>
    </p:spTree>
    <p:extLst>
      <p:ext uri="{BB962C8B-B14F-4D97-AF65-F5344CB8AC3E}">
        <p14:creationId xmlns:p14="http://schemas.microsoft.com/office/powerpoint/2010/main" val="19770613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ppt_x</p:attrName>
                                        </p:attrNameLst>
                                      </p:cBhvr>
                                      <p:tavLst>
                                        <p:tav tm="0">
                                          <p:val>
                                            <p:strVal val="#ppt_x+#ppt_w*1.125000"/>
                                          </p:val>
                                        </p:tav>
                                        <p:tav tm="100000">
                                          <p:val>
                                            <p:strVal val="#ppt_x"/>
                                          </p:val>
                                        </p:tav>
                                      </p:tavLst>
                                    </p:anim>
                                    <p:animEffect transition="in" filter="wipe(left)">
                                      <p:cBhvr>
                                        <p:cTn id="8" dur="500"/>
                                        <p:tgtEl>
                                          <p:spTgt spid="4"/>
                                        </p:tgtEl>
                                      </p:cBhvr>
                                    </p:animEffect>
                                  </p:childTnLst>
                                </p:cTn>
                              </p:par>
                            </p:childTnLst>
                          </p:cTn>
                        </p:par>
                        <p:par>
                          <p:cTn id="9" fill="hold">
                            <p:stCondLst>
                              <p:cond delay="500"/>
                            </p:stCondLst>
                            <p:childTnLst>
                              <p:par>
                                <p:cTn id="10" presetID="12" presetClass="entr" presetSubtype="2" fill="hold" nodeType="afterEffect">
                                  <p:stCondLst>
                                    <p:cond delay="0"/>
                                  </p:stCondLst>
                                  <p:childTnLst>
                                    <p:set>
                                      <p:cBhvr>
                                        <p:cTn id="11" dur="1" fill="hold">
                                          <p:stCondLst>
                                            <p:cond delay="0"/>
                                          </p:stCondLst>
                                        </p:cTn>
                                        <p:tgtEl>
                                          <p:spTgt spid="33"/>
                                        </p:tgtEl>
                                        <p:attrNameLst>
                                          <p:attrName>style.visibility</p:attrName>
                                        </p:attrNameLst>
                                      </p:cBhvr>
                                      <p:to>
                                        <p:strVal val="visible"/>
                                      </p:to>
                                    </p:set>
                                    <p:anim calcmode="lin" valueType="num">
                                      <p:cBhvr additive="base">
                                        <p:cTn id="12" dur="500"/>
                                        <p:tgtEl>
                                          <p:spTgt spid="33"/>
                                        </p:tgtEl>
                                        <p:attrNameLst>
                                          <p:attrName>ppt_x</p:attrName>
                                        </p:attrNameLst>
                                      </p:cBhvr>
                                      <p:tavLst>
                                        <p:tav tm="0">
                                          <p:val>
                                            <p:strVal val="#ppt_x+#ppt_w*1.125000"/>
                                          </p:val>
                                        </p:tav>
                                        <p:tav tm="100000">
                                          <p:val>
                                            <p:strVal val="#ppt_x"/>
                                          </p:val>
                                        </p:tav>
                                      </p:tavLst>
                                    </p:anim>
                                    <p:animEffect transition="in" filter="wipe(left)">
                                      <p:cBhvr>
                                        <p:cTn id="13" dur="500"/>
                                        <p:tgtEl>
                                          <p:spTgt spid="33"/>
                                        </p:tgtEl>
                                      </p:cBhvr>
                                    </p:animEffect>
                                  </p:childTnLst>
                                </p:cTn>
                              </p:par>
                              <p:par>
                                <p:cTn id="14" presetID="12" presetClass="entr" presetSubtype="8" fill="hold" grpId="0" nodeType="with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additive="base">
                                        <p:cTn id="16" dur="500"/>
                                        <p:tgtEl>
                                          <p:spTgt spid="2"/>
                                        </p:tgtEl>
                                        <p:attrNameLst>
                                          <p:attrName>ppt_x</p:attrName>
                                        </p:attrNameLst>
                                      </p:cBhvr>
                                      <p:tavLst>
                                        <p:tav tm="0">
                                          <p:val>
                                            <p:strVal val="#ppt_x-#ppt_w*1.125000"/>
                                          </p:val>
                                        </p:tav>
                                        <p:tav tm="100000">
                                          <p:val>
                                            <p:strVal val="#ppt_x"/>
                                          </p:val>
                                        </p:tav>
                                      </p:tavLst>
                                    </p:anim>
                                    <p:animEffect transition="in" filter="wipe(right)">
                                      <p:cBhvr>
                                        <p:cTn id="17" dur="500"/>
                                        <p:tgtEl>
                                          <p:spTgt spid="2"/>
                                        </p:tgtEl>
                                      </p:cBhvr>
                                    </p:animEffect>
                                  </p:childTnLst>
                                </p:cTn>
                              </p:par>
                              <p:par>
                                <p:cTn id="18" presetID="12" presetClass="entr" presetSubtype="8" fill="hold" grpId="0" nodeType="withEffect">
                                  <p:stCondLst>
                                    <p:cond delay="0"/>
                                  </p:stCondLst>
                                  <p:childTnLst>
                                    <p:set>
                                      <p:cBhvr>
                                        <p:cTn id="19" dur="1" fill="hold">
                                          <p:stCondLst>
                                            <p:cond delay="0"/>
                                          </p:stCondLst>
                                        </p:cTn>
                                        <p:tgtEl>
                                          <p:spTgt spid="24"/>
                                        </p:tgtEl>
                                        <p:attrNameLst>
                                          <p:attrName>style.visibility</p:attrName>
                                        </p:attrNameLst>
                                      </p:cBhvr>
                                      <p:to>
                                        <p:strVal val="visible"/>
                                      </p:to>
                                    </p:set>
                                    <p:anim calcmode="lin" valueType="num">
                                      <p:cBhvr additive="base">
                                        <p:cTn id="20" dur="500"/>
                                        <p:tgtEl>
                                          <p:spTgt spid="24"/>
                                        </p:tgtEl>
                                        <p:attrNameLst>
                                          <p:attrName>ppt_x</p:attrName>
                                        </p:attrNameLst>
                                      </p:cBhvr>
                                      <p:tavLst>
                                        <p:tav tm="0">
                                          <p:val>
                                            <p:strVal val="#ppt_x-#ppt_w*1.125000"/>
                                          </p:val>
                                        </p:tav>
                                        <p:tav tm="100000">
                                          <p:val>
                                            <p:strVal val="#ppt_x"/>
                                          </p:val>
                                        </p:tav>
                                      </p:tavLst>
                                    </p:anim>
                                    <p:animEffect transition="in" filter="wipe(right)">
                                      <p:cBhvr>
                                        <p:cTn id="21" dur="500"/>
                                        <p:tgtEl>
                                          <p:spTgt spid="24"/>
                                        </p:tgtEl>
                                      </p:cBhvr>
                                    </p:animEffect>
                                  </p:childTnLst>
                                </p:cTn>
                              </p:par>
                              <p:par>
                                <p:cTn id="22" presetID="12" presetClass="entr" presetSubtype="8" fill="hold" grpId="0" nodeType="withEffect">
                                  <p:stCondLst>
                                    <p:cond delay="0"/>
                                  </p:stCondLst>
                                  <p:childTnLst>
                                    <p:set>
                                      <p:cBhvr>
                                        <p:cTn id="23" dur="1" fill="hold">
                                          <p:stCondLst>
                                            <p:cond delay="0"/>
                                          </p:stCondLst>
                                        </p:cTn>
                                        <p:tgtEl>
                                          <p:spTgt spid="25"/>
                                        </p:tgtEl>
                                        <p:attrNameLst>
                                          <p:attrName>style.visibility</p:attrName>
                                        </p:attrNameLst>
                                      </p:cBhvr>
                                      <p:to>
                                        <p:strVal val="visible"/>
                                      </p:to>
                                    </p:set>
                                    <p:anim calcmode="lin" valueType="num">
                                      <p:cBhvr additive="base">
                                        <p:cTn id="24" dur="500"/>
                                        <p:tgtEl>
                                          <p:spTgt spid="25"/>
                                        </p:tgtEl>
                                        <p:attrNameLst>
                                          <p:attrName>ppt_x</p:attrName>
                                        </p:attrNameLst>
                                      </p:cBhvr>
                                      <p:tavLst>
                                        <p:tav tm="0">
                                          <p:val>
                                            <p:strVal val="#ppt_x-#ppt_w*1.125000"/>
                                          </p:val>
                                        </p:tav>
                                        <p:tav tm="100000">
                                          <p:val>
                                            <p:strVal val="#ppt_x"/>
                                          </p:val>
                                        </p:tav>
                                      </p:tavLst>
                                    </p:anim>
                                    <p:animEffect transition="in" filter="wipe(right)">
                                      <p:cBhvr>
                                        <p:cTn id="25" dur="500"/>
                                        <p:tgtEl>
                                          <p:spTgt spid="25"/>
                                        </p:tgtEl>
                                      </p:cBhvr>
                                    </p:animEffect>
                                  </p:childTnLst>
                                </p:cTn>
                              </p:par>
                              <p:par>
                                <p:cTn id="26" presetID="12" presetClass="entr" presetSubtype="8"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anim calcmode="lin" valueType="num">
                                      <p:cBhvr additive="base">
                                        <p:cTn id="28" dur="500"/>
                                        <p:tgtEl>
                                          <p:spTgt spid="26"/>
                                        </p:tgtEl>
                                        <p:attrNameLst>
                                          <p:attrName>ppt_x</p:attrName>
                                        </p:attrNameLst>
                                      </p:cBhvr>
                                      <p:tavLst>
                                        <p:tav tm="0">
                                          <p:val>
                                            <p:strVal val="#ppt_x-#ppt_w*1.125000"/>
                                          </p:val>
                                        </p:tav>
                                        <p:tav tm="100000">
                                          <p:val>
                                            <p:strVal val="#ppt_x"/>
                                          </p:val>
                                        </p:tav>
                                      </p:tavLst>
                                    </p:anim>
                                    <p:animEffect transition="in" filter="wipe(right)">
                                      <p:cBhvr>
                                        <p:cTn id="29" dur="500"/>
                                        <p:tgtEl>
                                          <p:spTgt spid="26"/>
                                        </p:tgtEl>
                                      </p:cBhvr>
                                    </p:animEffect>
                                  </p:childTnLst>
                                </p:cTn>
                              </p:par>
                              <p:par>
                                <p:cTn id="30" presetID="12" presetClass="entr" presetSubtype="8"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 calcmode="lin" valueType="num">
                                      <p:cBhvr additive="base">
                                        <p:cTn id="32" dur="500"/>
                                        <p:tgtEl>
                                          <p:spTgt spid="27"/>
                                        </p:tgtEl>
                                        <p:attrNameLst>
                                          <p:attrName>ppt_x</p:attrName>
                                        </p:attrNameLst>
                                      </p:cBhvr>
                                      <p:tavLst>
                                        <p:tav tm="0">
                                          <p:val>
                                            <p:strVal val="#ppt_x-#ppt_w*1.125000"/>
                                          </p:val>
                                        </p:tav>
                                        <p:tav tm="100000">
                                          <p:val>
                                            <p:strVal val="#ppt_x"/>
                                          </p:val>
                                        </p:tav>
                                      </p:tavLst>
                                    </p:anim>
                                    <p:animEffect transition="in" filter="wipe(right)">
                                      <p:cBhvr>
                                        <p:cTn id="33" dur="500"/>
                                        <p:tgtEl>
                                          <p:spTgt spid="27"/>
                                        </p:tgtEl>
                                      </p:cBhvr>
                                    </p:animEffect>
                                  </p:childTnLst>
                                </p:cTn>
                              </p:par>
                              <p:par>
                                <p:cTn id="34" presetID="12" presetClass="entr" presetSubtype="8" fill="hold" grpId="0" nodeType="withEffect">
                                  <p:stCondLst>
                                    <p:cond delay="300"/>
                                  </p:stCondLst>
                                  <p:childTnLst>
                                    <p:set>
                                      <p:cBhvr>
                                        <p:cTn id="35" dur="1" fill="hold">
                                          <p:stCondLst>
                                            <p:cond delay="0"/>
                                          </p:stCondLst>
                                        </p:cTn>
                                        <p:tgtEl>
                                          <p:spTgt spid="15"/>
                                        </p:tgtEl>
                                        <p:attrNameLst>
                                          <p:attrName>style.visibility</p:attrName>
                                        </p:attrNameLst>
                                      </p:cBhvr>
                                      <p:to>
                                        <p:strVal val="visible"/>
                                      </p:to>
                                    </p:set>
                                    <p:anim calcmode="lin" valueType="num">
                                      <p:cBhvr additive="base">
                                        <p:cTn id="36" dur="500"/>
                                        <p:tgtEl>
                                          <p:spTgt spid="15"/>
                                        </p:tgtEl>
                                        <p:attrNameLst>
                                          <p:attrName>ppt_x</p:attrName>
                                        </p:attrNameLst>
                                      </p:cBhvr>
                                      <p:tavLst>
                                        <p:tav tm="0">
                                          <p:val>
                                            <p:strVal val="#ppt_x-#ppt_w*1.125000"/>
                                          </p:val>
                                        </p:tav>
                                        <p:tav tm="100000">
                                          <p:val>
                                            <p:strVal val="#ppt_x"/>
                                          </p:val>
                                        </p:tav>
                                      </p:tavLst>
                                    </p:anim>
                                    <p:animEffect transition="in" filter="wipe(right)">
                                      <p:cBhvr>
                                        <p:cTn id="37" dur="500"/>
                                        <p:tgtEl>
                                          <p:spTgt spid="15"/>
                                        </p:tgtEl>
                                      </p:cBhvr>
                                    </p:animEffect>
                                  </p:childTnLst>
                                </p:cTn>
                              </p:par>
                              <p:par>
                                <p:cTn id="38" presetID="12" presetClass="entr" presetSubtype="8" fill="hold" grpId="0" nodeType="withEffect">
                                  <p:stCondLst>
                                    <p:cond delay="300"/>
                                  </p:stCondLst>
                                  <p:childTnLst>
                                    <p:set>
                                      <p:cBhvr>
                                        <p:cTn id="39" dur="1" fill="hold">
                                          <p:stCondLst>
                                            <p:cond delay="0"/>
                                          </p:stCondLst>
                                        </p:cTn>
                                        <p:tgtEl>
                                          <p:spTgt spid="16"/>
                                        </p:tgtEl>
                                        <p:attrNameLst>
                                          <p:attrName>style.visibility</p:attrName>
                                        </p:attrNameLst>
                                      </p:cBhvr>
                                      <p:to>
                                        <p:strVal val="visible"/>
                                      </p:to>
                                    </p:set>
                                    <p:anim calcmode="lin" valueType="num">
                                      <p:cBhvr additive="base">
                                        <p:cTn id="40" dur="500"/>
                                        <p:tgtEl>
                                          <p:spTgt spid="16"/>
                                        </p:tgtEl>
                                        <p:attrNameLst>
                                          <p:attrName>ppt_x</p:attrName>
                                        </p:attrNameLst>
                                      </p:cBhvr>
                                      <p:tavLst>
                                        <p:tav tm="0">
                                          <p:val>
                                            <p:strVal val="#ppt_x-#ppt_w*1.125000"/>
                                          </p:val>
                                        </p:tav>
                                        <p:tav tm="100000">
                                          <p:val>
                                            <p:strVal val="#ppt_x"/>
                                          </p:val>
                                        </p:tav>
                                      </p:tavLst>
                                    </p:anim>
                                    <p:animEffect transition="in" filter="wipe(right)">
                                      <p:cBhvr>
                                        <p:cTn id="41" dur="500"/>
                                        <p:tgtEl>
                                          <p:spTgt spid="16"/>
                                        </p:tgtEl>
                                      </p:cBhvr>
                                    </p:animEffect>
                                  </p:childTnLst>
                                </p:cTn>
                              </p:par>
                              <p:par>
                                <p:cTn id="42" presetID="12" presetClass="entr" presetSubtype="8" fill="hold" grpId="0" nodeType="withEffect">
                                  <p:stCondLst>
                                    <p:cond delay="300"/>
                                  </p:stCondLst>
                                  <p:childTnLst>
                                    <p:set>
                                      <p:cBhvr>
                                        <p:cTn id="43" dur="1" fill="hold">
                                          <p:stCondLst>
                                            <p:cond delay="0"/>
                                          </p:stCondLst>
                                        </p:cTn>
                                        <p:tgtEl>
                                          <p:spTgt spid="17"/>
                                        </p:tgtEl>
                                        <p:attrNameLst>
                                          <p:attrName>style.visibility</p:attrName>
                                        </p:attrNameLst>
                                      </p:cBhvr>
                                      <p:to>
                                        <p:strVal val="visible"/>
                                      </p:to>
                                    </p:set>
                                    <p:anim calcmode="lin" valueType="num">
                                      <p:cBhvr additive="base">
                                        <p:cTn id="44" dur="500"/>
                                        <p:tgtEl>
                                          <p:spTgt spid="17"/>
                                        </p:tgtEl>
                                        <p:attrNameLst>
                                          <p:attrName>ppt_x</p:attrName>
                                        </p:attrNameLst>
                                      </p:cBhvr>
                                      <p:tavLst>
                                        <p:tav tm="0">
                                          <p:val>
                                            <p:strVal val="#ppt_x-#ppt_w*1.125000"/>
                                          </p:val>
                                        </p:tav>
                                        <p:tav tm="100000">
                                          <p:val>
                                            <p:strVal val="#ppt_x"/>
                                          </p:val>
                                        </p:tav>
                                      </p:tavLst>
                                    </p:anim>
                                    <p:animEffect transition="in" filter="wipe(right)">
                                      <p:cBhvr>
                                        <p:cTn id="45" dur="500"/>
                                        <p:tgtEl>
                                          <p:spTgt spid="17"/>
                                        </p:tgtEl>
                                      </p:cBhvr>
                                    </p:animEffect>
                                  </p:childTnLst>
                                </p:cTn>
                              </p:par>
                              <p:par>
                                <p:cTn id="46" presetID="12" presetClass="entr" presetSubtype="8" fill="hold" grpId="0" nodeType="withEffect">
                                  <p:stCondLst>
                                    <p:cond delay="300"/>
                                  </p:stCondLst>
                                  <p:childTnLst>
                                    <p:set>
                                      <p:cBhvr>
                                        <p:cTn id="47" dur="1" fill="hold">
                                          <p:stCondLst>
                                            <p:cond delay="0"/>
                                          </p:stCondLst>
                                        </p:cTn>
                                        <p:tgtEl>
                                          <p:spTgt spid="18"/>
                                        </p:tgtEl>
                                        <p:attrNameLst>
                                          <p:attrName>style.visibility</p:attrName>
                                        </p:attrNameLst>
                                      </p:cBhvr>
                                      <p:to>
                                        <p:strVal val="visible"/>
                                      </p:to>
                                    </p:set>
                                    <p:anim calcmode="lin" valueType="num">
                                      <p:cBhvr additive="base">
                                        <p:cTn id="48" dur="500"/>
                                        <p:tgtEl>
                                          <p:spTgt spid="18"/>
                                        </p:tgtEl>
                                        <p:attrNameLst>
                                          <p:attrName>ppt_x</p:attrName>
                                        </p:attrNameLst>
                                      </p:cBhvr>
                                      <p:tavLst>
                                        <p:tav tm="0">
                                          <p:val>
                                            <p:strVal val="#ppt_x-#ppt_w*1.125000"/>
                                          </p:val>
                                        </p:tav>
                                        <p:tav tm="100000">
                                          <p:val>
                                            <p:strVal val="#ppt_x"/>
                                          </p:val>
                                        </p:tav>
                                      </p:tavLst>
                                    </p:anim>
                                    <p:animEffect transition="in" filter="wipe(right)">
                                      <p:cBhvr>
                                        <p:cTn id="49" dur="500"/>
                                        <p:tgtEl>
                                          <p:spTgt spid="18"/>
                                        </p:tgtEl>
                                      </p:cBhvr>
                                    </p:animEffect>
                                  </p:childTnLst>
                                </p:cTn>
                              </p:par>
                              <p:par>
                                <p:cTn id="50" presetID="12" presetClass="entr" presetSubtype="8" fill="hold" grpId="0" nodeType="withEffect">
                                  <p:stCondLst>
                                    <p:cond delay="0"/>
                                  </p:stCondLst>
                                  <p:childTnLst>
                                    <p:set>
                                      <p:cBhvr>
                                        <p:cTn id="51" dur="1" fill="hold">
                                          <p:stCondLst>
                                            <p:cond delay="0"/>
                                          </p:stCondLst>
                                        </p:cTn>
                                        <p:tgtEl>
                                          <p:spTgt spid="30"/>
                                        </p:tgtEl>
                                        <p:attrNameLst>
                                          <p:attrName>style.visibility</p:attrName>
                                        </p:attrNameLst>
                                      </p:cBhvr>
                                      <p:to>
                                        <p:strVal val="visible"/>
                                      </p:to>
                                    </p:set>
                                    <p:anim calcmode="lin" valueType="num">
                                      <p:cBhvr additive="base">
                                        <p:cTn id="52" dur="500"/>
                                        <p:tgtEl>
                                          <p:spTgt spid="30"/>
                                        </p:tgtEl>
                                        <p:attrNameLst>
                                          <p:attrName>ppt_x</p:attrName>
                                        </p:attrNameLst>
                                      </p:cBhvr>
                                      <p:tavLst>
                                        <p:tav tm="0">
                                          <p:val>
                                            <p:strVal val="#ppt_x-#ppt_w*1.125000"/>
                                          </p:val>
                                        </p:tav>
                                        <p:tav tm="100000">
                                          <p:val>
                                            <p:strVal val="#ppt_x"/>
                                          </p:val>
                                        </p:tav>
                                      </p:tavLst>
                                    </p:anim>
                                    <p:animEffect transition="in" filter="wipe(right)">
                                      <p:cBhvr>
                                        <p:cTn id="53" dur="500"/>
                                        <p:tgtEl>
                                          <p:spTgt spid="30"/>
                                        </p:tgtEl>
                                      </p:cBhvr>
                                    </p:animEffect>
                                  </p:childTnLst>
                                </p:cTn>
                              </p:par>
                              <p:par>
                                <p:cTn id="54" presetID="12" presetClass="entr" presetSubtype="8" fill="hold" grpId="0" nodeType="withEffect">
                                  <p:stCondLst>
                                    <p:cond delay="300"/>
                                  </p:stCondLst>
                                  <p:childTnLst>
                                    <p:set>
                                      <p:cBhvr>
                                        <p:cTn id="55" dur="1" fill="hold">
                                          <p:stCondLst>
                                            <p:cond delay="0"/>
                                          </p:stCondLst>
                                        </p:cTn>
                                        <p:tgtEl>
                                          <p:spTgt spid="28"/>
                                        </p:tgtEl>
                                        <p:attrNameLst>
                                          <p:attrName>style.visibility</p:attrName>
                                        </p:attrNameLst>
                                      </p:cBhvr>
                                      <p:to>
                                        <p:strVal val="visible"/>
                                      </p:to>
                                    </p:set>
                                    <p:anim calcmode="lin" valueType="num">
                                      <p:cBhvr additive="base">
                                        <p:cTn id="56" dur="500"/>
                                        <p:tgtEl>
                                          <p:spTgt spid="28"/>
                                        </p:tgtEl>
                                        <p:attrNameLst>
                                          <p:attrName>ppt_x</p:attrName>
                                        </p:attrNameLst>
                                      </p:cBhvr>
                                      <p:tavLst>
                                        <p:tav tm="0">
                                          <p:val>
                                            <p:strVal val="#ppt_x-#ppt_w*1.125000"/>
                                          </p:val>
                                        </p:tav>
                                        <p:tav tm="100000">
                                          <p:val>
                                            <p:strVal val="#ppt_x"/>
                                          </p:val>
                                        </p:tav>
                                      </p:tavLst>
                                    </p:anim>
                                    <p:animEffect transition="in" filter="wipe(right)">
                                      <p:cBhvr>
                                        <p:cTn id="5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p:bldP spid="15" grpId="0"/>
      <p:bldP spid="16" grpId="0"/>
      <p:bldP spid="17" grpId="0"/>
      <p:bldP spid="18" grpId="0"/>
      <p:bldP spid="24" grpId="0" animBg="1"/>
      <p:bldP spid="25" grpId="0" animBg="1"/>
      <p:bldP spid="26" grpId="0" animBg="1"/>
      <p:bldP spid="27" grpId="0" animBg="1"/>
      <p:bldP spid="28" grpId="0"/>
      <p:bldP spid="3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915909"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工程经济学</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4205447"/>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软件工程经济学：</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Software Engineering Economics, SEE</a:t>
            </a:r>
          </a:p>
          <a:p>
            <a:pPr marL="342900" indent="-342900" algn="just">
              <a:lnSpc>
                <a:spcPct val="150000"/>
              </a:lnSpc>
              <a:buFont typeface="Arial" panose="020B0604020202020204" pitchFamily="34" charset="0"/>
              <a:buChar char="•"/>
            </a:pPr>
            <a:r>
              <a:rPr lang="zh-CN" altLang="en-US" dirty="0" smtClean="0">
                <a:latin typeface="Times New Roman" panose="02020603050405020304" pitchFamily="18" charset="0"/>
                <a:ea typeface="华文楷体" panose="02010600040101010101" pitchFamily="2" charset="-122"/>
                <a:cs typeface="Times New Roman" panose="02020603050405020304" pitchFamily="18" charset="0"/>
              </a:rPr>
              <a:t>软件工程</a:t>
            </a:r>
            <a:r>
              <a:rPr lang="en-US" altLang="zh-CN" dirty="0" smtClean="0">
                <a:latin typeface="Times New Roman" panose="02020603050405020304" pitchFamily="18" charset="0"/>
                <a:ea typeface="华文楷体" panose="02010600040101010101" pitchFamily="2" charset="-122"/>
                <a:cs typeface="Times New Roman" panose="02020603050405020304" pitchFamily="18" charset="0"/>
              </a:rPr>
              <a:t>+</a:t>
            </a:r>
            <a:r>
              <a:rPr lang="zh-CN" altLang="en-US" dirty="0" smtClean="0">
                <a:latin typeface="Times New Roman" panose="02020603050405020304" pitchFamily="18" charset="0"/>
                <a:ea typeface="华文楷体" panose="02010600040101010101" pitchFamily="2" charset="-122"/>
                <a:cs typeface="Times New Roman" panose="02020603050405020304" pitchFamily="18" charset="0"/>
              </a:rPr>
              <a:t>工程经济学</a:t>
            </a:r>
            <a:endParaRPr lang="en-US" altLang="zh-CN" dirty="0" smtClean="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en-US" dirty="0" smtClean="0">
                <a:latin typeface="Times New Roman" panose="02020603050405020304" pitchFamily="18" charset="0"/>
                <a:ea typeface="华文楷体" panose="02010600040101010101" pitchFamily="2" charset="-122"/>
                <a:cs typeface="Times New Roman" panose="02020603050405020304" pitchFamily="18" charset="0"/>
              </a:rPr>
              <a:t>最早出现于</a:t>
            </a:r>
            <a:r>
              <a:rPr lang="en-US" altLang="zh-CN" dirty="0" smtClean="0">
                <a:latin typeface="Times New Roman" panose="02020603050405020304" pitchFamily="18" charset="0"/>
                <a:ea typeface="华文楷体" panose="02010600040101010101" pitchFamily="2" charset="-122"/>
                <a:cs typeface="Times New Roman" panose="02020603050405020304" pitchFamily="18" charset="0"/>
              </a:rPr>
              <a:t>1981</a:t>
            </a:r>
            <a:r>
              <a:rPr lang="zh-CN" altLang="en-US" dirty="0" smtClean="0">
                <a:latin typeface="Times New Roman" panose="02020603050405020304" pitchFamily="18" charset="0"/>
                <a:ea typeface="华文楷体" panose="02010600040101010101" pitchFamily="2" charset="-122"/>
                <a:cs typeface="Times New Roman" panose="02020603050405020304" pitchFamily="18" charset="0"/>
              </a:rPr>
              <a:t>年，</a:t>
            </a:r>
            <a:r>
              <a:rPr lang="en-US" altLang="zh-CN" dirty="0" smtClean="0">
                <a:latin typeface="Times New Roman" panose="02020603050405020304" pitchFamily="18" charset="0"/>
                <a:ea typeface="华文楷体" panose="02010600040101010101" pitchFamily="2" charset="-122"/>
                <a:cs typeface="Times New Roman" panose="02020603050405020304" pitchFamily="18" charset="0"/>
              </a:rPr>
              <a:t>Barry Boehm</a:t>
            </a:r>
            <a:r>
              <a:rPr lang="zh-CN" altLang="en-US" dirty="0" smtClean="0">
                <a:latin typeface="Times New Roman" panose="02020603050405020304" pitchFamily="18" charset="0"/>
                <a:ea typeface="华文楷体" panose="02010600040101010101" pitchFamily="2" charset="-122"/>
                <a:cs typeface="Times New Roman" panose="02020603050405020304" pitchFamily="18" charset="0"/>
              </a:rPr>
              <a:t>的同名书籍</a:t>
            </a:r>
            <a:r>
              <a:rPr lang="en-US" altLang="zh-CN" dirty="0" smtClean="0">
                <a:latin typeface="Times New Roman" panose="02020603050405020304" pitchFamily="18" charset="0"/>
                <a:ea typeface="华文楷体" panose="02010600040101010101" pitchFamily="2" charset="-122"/>
                <a:cs typeface="Times New Roman" panose="02020603050405020304" pitchFamily="18" charset="0"/>
              </a:rPr>
              <a:t>《Software Engineering Economics》.</a:t>
            </a:r>
          </a:p>
          <a:p>
            <a:pPr marL="342900" indent="-342900" algn="just">
              <a:lnSpc>
                <a:spcPct val="150000"/>
              </a:lnSpc>
              <a:buFont typeface="Arial" panose="020B0604020202020204" pitchFamily="34" charset="0"/>
              <a:buChar char="•"/>
            </a:pPr>
            <a:r>
              <a:rPr lang="en-US" altLang="zh-CN" dirty="0" smtClean="0">
                <a:latin typeface="Times New Roman" panose="02020603050405020304" pitchFamily="18" charset="0"/>
                <a:ea typeface="华文楷体" panose="02010600040101010101" pitchFamily="2" charset="-122"/>
                <a:cs typeface="Times New Roman" panose="02020603050405020304" pitchFamily="18" charset="0"/>
              </a:rPr>
              <a:t>Boehm </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identified engineering economics as one “scientific principle” in which software engineering fell short of hardware engineering.</a:t>
            </a:r>
          </a:p>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The focus of this book was </a:t>
            </a:r>
            <a:r>
              <a:rPr lang="en-US" altLang="zh-CN" dirty="0" smtClean="0">
                <a:latin typeface="Times New Roman" panose="02020603050405020304" pitchFamily="18" charset="0"/>
                <a:ea typeface="华文楷体" panose="02010600040101010101" pitchFamily="2" charset="-122"/>
                <a:cs typeface="Times New Roman" panose="02020603050405020304" pitchFamily="18" charset="0"/>
              </a:rPr>
              <a:t>on how to better estimate </a:t>
            </a:r>
            <a:r>
              <a:rPr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effort</a:t>
            </a:r>
            <a:r>
              <a:rPr lang="en-US" altLang="zh-CN" dirty="0" smtClean="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cost</a:t>
            </a:r>
            <a:r>
              <a:rPr lang="en-US" altLang="zh-CN" dirty="0" smtClean="0">
                <a:latin typeface="Times New Roman" panose="02020603050405020304" pitchFamily="18" charset="0"/>
                <a:ea typeface="华文楷体" panose="02010600040101010101" pitchFamily="2" charset="-122"/>
                <a:cs typeface="Times New Roman" panose="02020603050405020304" pitchFamily="18" charset="0"/>
              </a:rPr>
              <a:t> and </a:t>
            </a:r>
            <a:r>
              <a:rPr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schedule</a:t>
            </a:r>
            <a:r>
              <a:rPr lang="en-US" altLang="zh-CN" dirty="0" smtClean="0">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large software projects</a:t>
            </a:r>
            <a:r>
              <a:rPr lang="en-US" altLang="zh-CN" dirty="0" smtClean="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COCOMO</a:t>
            </a:r>
            <a:r>
              <a:rPr lang="en-US" altLang="zh-CN" dirty="0" smtClean="0">
                <a:latin typeface="Times New Roman" panose="02020603050405020304" pitchFamily="18" charset="0"/>
                <a:ea typeface="华文楷体" panose="02010600040101010101" pitchFamily="2" charset="-122"/>
                <a:cs typeface="Times New Roman" panose="02020603050405020304" pitchFamily="18" charset="0"/>
              </a:rPr>
              <a:t> (COnstructive </a:t>
            </a:r>
            <a:r>
              <a:rPr lang="en-US" altLang="zh-CN" dirty="0" err="1" smtClean="0">
                <a:latin typeface="Times New Roman" panose="02020603050405020304" pitchFamily="18" charset="0"/>
                <a:ea typeface="华文楷体" panose="02010600040101010101" pitchFamily="2" charset="-122"/>
                <a:cs typeface="Times New Roman" panose="02020603050405020304" pitchFamily="18" charset="0"/>
              </a:rPr>
              <a:t>COst</a:t>
            </a:r>
            <a:r>
              <a:rPr lang="en-US" altLang="zh-CN" dirty="0" smtClean="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dirty="0" err="1" smtClean="0">
                <a:latin typeface="Times New Roman" panose="02020603050405020304" pitchFamily="18" charset="0"/>
                <a:ea typeface="华文楷体" panose="02010600040101010101" pitchFamily="2" charset="-122"/>
                <a:cs typeface="Times New Roman" panose="02020603050405020304" pitchFamily="18" charset="0"/>
              </a:rPr>
              <a:t>MOdel</a:t>
            </a:r>
            <a:r>
              <a:rPr lang="en-US" altLang="zh-CN" dirty="0" smtClean="0">
                <a:latin typeface="Times New Roman" panose="02020603050405020304" pitchFamily="18" charset="0"/>
                <a:ea typeface="华文楷体" panose="02010600040101010101" pitchFamily="2" charset="-122"/>
                <a:cs typeface="Times New Roman" panose="02020603050405020304" pitchFamily="18" charset="0"/>
              </a:rPr>
              <a:t>)</a:t>
            </a:r>
          </a:p>
          <a:p>
            <a:pPr marL="342900" indent="-342900" algn="just">
              <a:lnSpc>
                <a:spcPct val="150000"/>
              </a:lnSpc>
              <a:buFont typeface="Arial" panose="020B0604020202020204" pitchFamily="34" charset="0"/>
              <a:buChar char="•"/>
            </a:pPr>
            <a:r>
              <a:rPr lang="zh-CN" altLang="en-US" dirty="0" smtClean="0">
                <a:latin typeface="Times New Roman" panose="02020603050405020304" pitchFamily="18" charset="0"/>
                <a:ea typeface="华文楷体" panose="02010600040101010101" pitchFamily="2" charset="-122"/>
                <a:cs typeface="Times New Roman" panose="02020603050405020304" pitchFamily="18" charset="0"/>
              </a:rPr>
              <a:t>软件工程经济学是一门基于软件工程本体、结合经济学、管理学等多学科交叉的课程。</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309303598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软件工程</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54576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软件工程的基本概念：</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软件工程是以工程的形式应用计算机科学和数学原理，从而经济地解决软件问题</a:t>
            </a:r>
            <a:r>
              <a:rPr lang="en-US" altLang="zh-CN" dirty="0">
                <a:solidFill>
                  <a:srgbClr val="000000"/>
                </a:solidFill>
                <a:latin typeface="华文楷体" panose="02010600040101010101" pitchFamily="2" charset="-122"/>
                <a:ea typeface="华文楷体" panose="02010600040101010101" pitchFamily="2" charset="-122"/>
              </a:rPr>
              <a:t>[CMU/SEI-90-TR-003]</a:t>
            </a:r>
            <a:r>
              <a:rPr lang="zh-CN" altLang="en-US" dirty="0">
                <a:solidFill>
                  <a:srgbClr val="000000"/>
                </a:solidFill>
                <a:latin typeface="华文楷体" panose="02010600040101010101" pitchFamily="2" charset="-122"/>
                <a:ea typeface="华文楷体" panose="02010600040101010101" pitchFamily="2" charset="-122"/>
              </a:rPr>
              <a:t>。</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软件工程：将系统的、规范的、可度量的工程化方法应用于软件开发、运行和维护的全过程及上述方法的研究。</a:t>
            </a:r>
          </a:p>
          <a:p>
            <a:pPr marL="285750" indent="-285750" algn="just">
              <a:lnSpc>
                <a:spcPct val="150000"/>
              </a:lnSpc>
              <a:buFont typeface="Arial" panose="020B0604020202020204" pitchFamily="34" charset="0"/>
              <a:buChar char="•"/>
            </a:pPr>
            <a:endParaRPr lang="en-US" altLang="zh-CN"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86414839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软件工程</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46827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软件工程包括：过程、方法和工具</a:t>
            </a:r>
          </a:p>
        </p:txBody>
      </p:sp>
      <p:grpSp>
        <p:nvGrpSpPr>
          <p:cNvPr id="6" name="Group 12">
            <a:extLst>
              <a:ext uri="{FF2B5EF4-FFF2-40B4-BE49-F238E27FC236}">
                <a16:creationId xmlns:a16="http://schemas.microsoft.com/office/drawing/2014/main" id="{520586C1-A61E-40E7-B40D-A8D69FD318B1}"/>
              </a:ext>
            </a:extLst>
          </p:cNvPr>
          <p:cNvGrpSpPr>
            <a:grpSpLocks/>
          </p:cNvGrpSpPr>
          <p:nvPr/>
        </p:nvGrpSpPr>
        <p:grpSpPr bwMode="auto">
          <a:xfrm>
            <a:off x="4631960" y="1663908"/>
            <a:ext cx="4264702" cy="1763906"/>
            <a:chOff x="1746" y="2432"/>
            <a:chExt cx="3357" cy="1361"/>
          </a:xfrm>
        </p:grpSpPr>
        <p:sp>
          <p:nvSpPr>
            <p:cNvPr id="7" name="Oval 7">
              <a:extLst>
                <a:ext uri="{FF2B5EF4-FFF2-40B4-BE49-F238E27FC236}">
                  <a16:creationId xmlns:a16="http://schemas.microsoft.com/office/drawing/2014/main" id="{B91744E9-B92A-463B-A76E-2FDE66338D8D}"/>
                </a:ext>
              </a:extLst>
            </p:cNvPr>
            <p:cNvSpPr>
              <a:spLocks noChangeArrowheads="1"/>
            </p:cNvSpPr>
            <p:nvPr/>
          </p:nvSpPr>
          <p:spPr bwMode="auto">
            <a:xfrm>
              <a:off x="1746" y="3294"/>
              <a:ext cx="3357" cy="499"/>
            </a:xfrm>
            <a:prstGeom prst="ellipse">
              <a:avLst/>
            </a:prstGeom>
            <a:noFill/>
            <a:ln w="9525" algn="ctr">
              <a:solidFill>
                <a:schemeClr val="tx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endParaRPr lang="zh-CN" altLang="en-US" sz="1800" b="1">
                <a:solidFill>
                  <a:schemeClr val="tx1"/>
                </a:solidFill>
                <a:ea typeface="宋体" panose="02010600030101010101" pitchFamily="2" charset="-122"/>
              </a:endParaRPr>
            </a:p>
            <a:p>
              <a:pPr algn="ctr" eaLnBrk="1" hangingPunct="1"/>
              <a:r>
                <a:rPr lang="zh-CN" altLang="en-US" sz="1800" b="1">
                  <a:solidFill>
                    <a:schemeClr val="tx1"/>
                  </a:solidFill>
                  <a:ea typeface="宋体" panose="02010600030101010101" pitchFamily="2" charset="-122"/>
                </a:rPr>
                <a:t>质量关注点</a:t>
              </a:r>
            </a:p>
          </p:txBody>
        </p:sp>
        <p:sp>
          <p:nvSpPr>
            <p:cNvPr id="8" name="Oval 8">
              <a:extLst>
                <a:ext uri="{FF2B5EF4-FFF2-40B4-BE49-F238E27FC236}">
                  <a16:creationId xmlns:a16="http://schemas.microsoft.com/office/drawing/2014/main" id="{933998A3-6363-493F-826A-5429DDFAF70A}"/>
                </a:ext>
              </a:extLst>
            </p:cNvPr>
            <p:cNvSpPr>
              <a:spLocks noChangeArrowheads="1"/>
            </p:cNvSpPr>
            <p:nvPr/>
          </p:nvSpPr>
          <p:spPr bwMode="auto">
            <a:xfrm>
              <a:off x="1927" y="3067"/>
              <a:ext cx="3040" cy="408"/>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endParaRPr lang="zh-CN" altLang="en-US" sz="1800" b="1">
                <a:solidFill>
                  <a:schemeClr val="tx1"/>
                </a:solidFill>
                <a:ea typeface="宋体" panose="02010600030101010101" pitchFamily="2" charset="-122"/>
              </a:endParaRPr>
            </a:p>
            <a:p>
              <a:pPr algn="ctr" eaLnBrk="1" hangingPunct="1"/>
              <a:r>
                <a:rPr lang="zh-CN" altLang="en-US" sz="1800" b="1">
                  <a:solidFill>
                    <a:schemeClr val="tx1"/>
                  </a:solidFill>
                  <a:ea typeface="宋体" panose="02010600030101010101" pitchFamily="2" charset="-122"/>
                </a:rPr>
                <a:t>过程</a:t>
              </a:r>
            </a:p>
          </p:txBody>
        </p:sp>
        <p:sp>
          <p:nvSpPr>
            <p:cNvPr id="9" name="Oval 9">
              <a:extLst>
                <a:ext uri="{FF2B5EF4-FFF2-40B4-BE49-F238E27FC236}">
                  <a16:creationId xmlns:a16="http://schemas.microsoft.com/office/drawing/2014/main" id="{C5A0CC2B-A0B8-45C9-ABE1-CCE5EF74F6A7}"/>
                </a:ext>
              </a:extLst>
            </p:cNvPr>
            <p:cNvSpPr>
              <a:spLocks noChangeArrowheads="1"/>
            </p:cNvSpPr>
            <p:nvPr/>
          </p:nvSpPr>
          <p:spPr bwMode="auto">
            <a:xfrm>
              <a:off x="2109" y="2704"/>
              <a:ext cx="2675" cy="454"/>
            </a:xfrm>
            <a:prstGeom prst="ellipse">
              <a:avLst/>
            </a:prstGeom>
            <a:solidFill>
              <a:srgbClr val="FFFF66"/>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endParaRPr lang="zh-CN" altLang="en-US" sz="1800" b="1">
                <a:solidFill>
                  <a:schemeClr val="tx1"/>
                </a:solidFill>
                <a:ea typeface="宋体" panose="02010600030101010101" pitchFamily="2" charset="-122"/>
              </a:endParaRPr>
            </a:p>
            <a:p>
              <a:pPr algn="ctr" eaLnBrk="1" hangingPunct="1"/>
              <a:r>
                <a:rPr lang="zh-CN" altLang="en-US" sz="1800" b="1">
                  <a:solidFill>
                    <a:schemeClr val="tx1"/>
                  </a:solidFill>
                  <a:ea typeface="宋体" panose="02010600030101010101" pitchFamily="2" charset="-122"/>
                </a:rPr>
                <a:t>方法</a:t>
              </a:r>
            </a:p>
          </p:txBody>
        </p:sp>
        <p:sp>
          <p:nvSpPr>
            <p:cNvPr id="10" name="Oval 10">
              <a:extLst>
                <a:ext uri="{FF2B5EF4-FFF2-40B4-BE49-F238E27FC236}">
                  <a16:creationId xmlns:a16="http://schemas.microsoft.com/office/drawing/2014/main" id="{6DD8D58F-A018-448A-9B1C-B17B3D6D0D87}"/>
                </a:ext>
              </a:extLst>
            </p:cNvPr>
            <p:cNvSpPr>
              <a:spLocks noChangeArrowheads="1"/>
            </p:cNvSpPr>
            <p:nvPr/>
          </p:nvSpPr>
          <p:spPr bwMode="auto">
            <a:xfrm>
              <a:off x="2562" y="2432"/>
              <a:ext cx="1814" cy="408"/>
            </a:xfrm>
            <a:prstGeom prst="ellipse">
              <a:avLst/>
            </a:prstGeom>
            <a:solidFill>
              <a:srgbClr val="C5D08E"/>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1800" b="1" dirty="0">
                  <a:solidFill>
                    <a:schemeClr val="tx1"/>
                  </a:solidFill>
                  <a:ea typeface="宋体" panose="02010600030101010101" pitchFamily="2" charset="-122"/>
                </a:rPr>
                <a:t>工具</a:t>
              </a:r>
            </a:p>
          </p:txBody>
        </p:sp>
      </p:grpSp>
      <p:sp>
        <p:nvSpPr>
          <p:cNvPr id="3" name="矩形 2"/>
          <p:cNvSpPr/>
          <p:nvPr/>
        </p:nvSpPr>
        <p:spPr>
          <a:xfrm>
            <a:off x="659294" y="1487959"/>
            <a:ext cx="3780738" cy="2308324"/>
          </a:xfrm>
          <a:prstGeom prst="rect">
            <a:avLst/>
          </a:prstGeom>
        </p:spPr>
        <p:txBody>
          <a:bodyPr wrap="square">
            <a:spAutoFit/>
          </a:bodyPr>
          <a:lstStyle/>
          <a:p>
            <a:r>
              <a:rPr lang="en-US" altLang="zh-CN" sz="1600" dirty="0" smtClean="0"/>
              <a:t>1</a:t>
            </a:r>
            <a:r>
              <a:rPr lang="zh-CN" altLang="en-US" sz="1600" dirty="0" smtClean="0"/>
              <a:t>）软件工程</a:t>
            </a:r>
            <a:r>
              <a:rPr lang="zh-CN" altLang="en-US" sz="1600" dirty="0"/>
              <a:t>方法为软件开发提供了“如何做”的技术</a:t>
            </a:r>
            <a:r>
              <a:rPr lang="en-US" altLang="zh-CN" sz="1600" dirty="0"/>
              <a:t>.</a:t>
            </a:r>
          </a:p>
          <a:p>
            <a:endParaRPr lang="en-US" altLang="zh-CN" sz="1600" dirty="0"/>
          </a:p>
          <a:p>
            <a:r>
              <a:rPr lang="en-US" altLang="zh-CN" sz="1600" dirty="0"/>
              <a:t>2)</a:t>
            </a:r>
            <a:r>
              <a:rPr lang="zh-CN" altLang="en-US" sz="1600" dirty="0"/>
              <a:t>软件工具为软件工程方法提供自动的或半自动的软件支撑环境</a:t>
            </a:r>
            <a:r>
              <a:rPr lang="en-US" altLang="zh-CN" sz="1600" dirty="0"/>
              <a:t>.</a:t>
            </a:r>
          </a:p>
          <a:p>
            <a:endParaRPr lang="en-US" altLang="zh-CN" sz="1600" dirty="0"/>
          </a:p>
          <a:p>
            <a:r>
              <a:rPr lang="en-US" altLang="zh-CN" sz="1600" dirty="0"/>
              <a:t>3)</a:t>
            </a:r>
            <a:r>
              <a:rPr lang="zh-CN" altLang="en-US" sz="1600" dirty="0"/>
              <a:t>软件工程过程指将软件工程的方法和工具综合起来</a:t>
            </a:r>
            <a:r>
              <a:rPr lang="en-US" altLang="zh-CN" sz="1600" dirty="0"/>
              <a:t>,</a:t>
            </a:r>
            <a:r>
              <a:rPr lang="zh-CN" altLang="en-US" sz="1600" dirty="0"/>
              <a:t>以达到合理、及时地进行计算机软件开发的目的</a:t>
            </a:r>
            <a:r>
              <a:rPr lang="en-US" altLang="zh-CN" sz="1600" dirty="0"/>
              <a:t>.</a:t>
            </a:r>
            <a:endParaRPr lang="zh-CN" altLang="en-US" sz="1600" dirty="0"/>
          </a:p>
        </p:txBody>
      </p:sp>
    </p:spTree>
    <p:extLst>
      <p:ext uri="{BB962C8B-B14F-4D97-AF65-F5344CB8AC3E}">
        <p14:creationId xmlns:p14="http://schemas.microsoft.com/office/powerpoint/2010/main" val="46827361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软件工程</a:t>
            </a:r>
          </a:p>
        </p:txBody>
      </p:sp>
      <p:sp>
        <p:nvSpPr>
          <p:cNvPr id="3" name="AutoShape 5">
            <a:extLst>
              <a:ext uri="{FF2B5EF4-FFF2-40B4-BE49-F238E27FC236}">
                <a16:creationId xmlns:a16="http://schemas.microsoft.com/office/drawing/2014/main" id="{59F725E3-2DBA-423E-84AC-A733031FCAB5}"/>
              </a:ext>
            </a:extLst>
          </p:cNvPr>
          <p:cNvSpPr>
            <a:spLocks/>
          </p:cNvSpPr>
          <p:nvPr/>
        </p:nvSpPr>
        <p:spPr bwMode="auto">
          <a:xfrm>
            <a:off x="921657" y="1138238"/>
            <a:ext cx="288925" cy="2808287"/>
          </a:xfrm>
          <a:prstGeom prst="leftBrace">
            <a:avLst>
              <a:gd name="adj1" fmla="val 80998"/>
              <a:gd name="adj2" fmla="val 50000"/>
            </a:avLst>
          </a:prstGeom>
          <a:noFill/>
          <a:ln w="9525">
            <a:solidFill>
              <a:schemeClr val="tx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endParaRPr lang="zh-CN" altLang="en-US">
              <a:latin typeface="华文楷体" panose="02010600040101010101" pitchFamily="2" charset="-122"/>
              <a:ea typeface="华文楷体" panose="02010600040101010101" pitchFamily="2" charset="-122"/>
            </a:endParaRPr>
          </a:p>
        </p:txBody>
      </p:sp>
      <p:sp>
        <p:nvSpPr>
          <p:cNvPr id="4" name="Rectangle 6">
            <a:extLst>
              <a:ext uri="{FF2B5EF4-FFF2-40B4-BE49-F238E27FC236}">
                <a16:creationId xmlns:a16="http://schemas.microsoft.com/office/drawing/2014/main" id="{C4DA4686-4610-4D3A-B91D-656AF07D20AC}"/>
              </a:ext>
            </a:extLst>
          </p:cNvPr>
          <p:cNvSpPr>
            <a:spLocks noChangeArrowheads="1"/>
          </p:cNvSpPr>
          <p:nvPr/>
        </p:nvSpPr>
        <p:spPr bwMode="auto">
          <a:xfrm>
            <a:off x="1208995" y="1138238"/>
            <a:ext cx="1800225" cy="719137"/>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1800" b="1" dirty="0">
                <a:solidFill>
                  <a:schemeClr val="tx1"/>
                </a:solidFill>
                <a:latin typeface="华文楷体" panose="02010600040101010101" pitchFamily="2" charset="-122"/>
                <a:ea typeface="华文楷体" panose="02010600040101010101" pitchFamily="2" charset="-122"/>
              </a:rPr>
              <a:t>软件工程</a:t>
            </a:r>
          </a:p>
          <a:p>
            <a:pPr algn="ctr" eaLnBrk="1" hangingPunct="1"/>
            <a:r>
              <a:rPr lang="zh-CN" altLang="en-US" sz="1800" b="1" dirty="0">
                <a:solidFill>
                  <a:schemeClr val="tx1"/>
                </a:solidFill>
                <a:latin typeface="华文楷体" panose="02010600040101010101" pitchFamily="2" charset="-122"/>
                <a:ea typeface="华文楷体" panose="02010600040101010101" pitchFamily="2" charset="-122"/>
              </a:rPr>
              <a:t>技术学</a:t>
            </a:r>
          </a:p>
        </p:txBody>
      </p:sp>
      <p:sp>
        <p:nvSpPr>
          <p:cNvPr id="5" name="Rectangle 7">
            <a:extLst>
              <a:ext uri="{FF2B5EF4-FFF2-40B4-BE49-F238E27FC236}">
                <a16:creationId xmlns:a16="http://schemas.microsoft.com/office/drawing/2014/main" id="{9DE7A935-446A-42B5-9C30-84627868F25B}"/>
              </a:ext>
            </a:extLst>
          </p:cNvPr>
          <p:cNvSpPr>
            <a:spLocks noChangeArrowheads="1"/>
          </p:cNvSpPr>
          <p:nvPr/>
        </p:nvSpPr>
        <p:spPr bwMode="auto">
          <a:xfrm>
            <a:off x="1137557" y="2433638"/>
            <a:ext cx="1800225" cy="720725"/>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1800" b="1">
                <a:solidFill>
                  <a:schemeClr val="tx1"/>
                </a:solidFill>
                <a:latin typeface="华文楷体" panose="02010600040101010101" pitchFamily="2" charset="-122"/>
                <a:ea typeface="华文楷体" panose="02010600040101010101" pitchFamily="2" charset="-122"/>
              </a:rPr>
              <a:t>软件工程</a:t>
            </a:r>
          </a:p>
          <a:p>
            <a:pPr algn="ctr" eaLnBrk="1" hangingPunct="1"/>
            <a:r>
              <a:rPr lang="zh-CN" altLang="en-US" sz="1800" b="1">
                <a:solidFill>
                  <a:schemeClr val="tx1"/>
                </a:solidFill>
                <a:latin typeface="华文楷体" panose="02010600040101010101" pitchFamily="2" charset="-122"/>
                <a:ea typeface="华文楷体" panose="02010600040101010101" pitchFamily="2" charset="-122"/>
              </a:rPr>
              <a:t>经济学</a:t>
            </a:r>
          </a:p>
        </p:txBody>
      </p:sp>
      <p:sp>
        <p:nvSpPr>
          <p:cNvPr id="7" name="Rectangle 8">
            <a:extLst>
              <a:ext uri="{FF2B5EF4-FFF2-40B4-BE49-F238E27FC236}">
                <a16:creationId xmlns:a16="http://schemas.microsoft.com/office/drawing/2014/main" id="{651B7038-20C8-4B52-AB13-5E601F91106C}"/>
              </a:ext>
            </a:extLst>
          </p:cNvPr>
          <p:cNvSpPr>
            <a:spLocks noChangeArrowheads="1"/>
          </p:cNvSpPr>
          <p:nvPr/>
        </p:nvSpPr>
        <p:spPr bwMode="auto">
          <a:xfrm>
            <a:off x="1137557" y="3591133"/>
            <a:ext cx="1800225" cy="719137"/>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1800" b="1">
                <a:solidFill>
                  <a:schemeClr val="tx1"/>
                </a:solidFill>
                <a:latin typeface="华文楷体" panose="02010600040101010101" pitchFamily="2" charset="-122"/>
                <a:ea typeface="华文楷体" panose="02010600040101010101" pitchFamily="2" charset="-122"/>
              </a:rPr>
              <a:t>软件工程</a:t>
            </a:r>
          </a:p>
          <a:p>
            <a:pPr algn="ctr" eaLnBrk="1" hangingPunct="1"/>
            <a:r>
              <a:rPr lang="zh-CN" altLang="en-US" sz="1800" b="1">
                <a:solidFill>
                  <a:schemeClr val="tx1"/>
                </a:solidFill>
                <a:latin typeface="华文楷体" panose="02010600040101010101" pitchFamily="2" charset="-122"/>
                <a:ea typeface="华文楷体" panose="02010600040101010101" pitchFamily="2" charset="-122"/>
              </a:rPr>
              <a:t>管理学</a:t>
            </a:r>
          </a:p>
        </p:txBody>
      </p:sp>
      <p:sp>
        <p:nvSpPr>
          <p:cNvPr id="9" name="Line 9">
            <a:extLst>
              <a:ext uri="{FF2B5EF4-FFF2-40B4-BE49-F238E27FC236}">
                <a16:creationId xmlns:a16="http://schemas.microsoft.com/office/drawing/2014/main" id="{870CBFC8-2555-44E1-9CA8-08A67DB5FFEB}"/>
              </a:ext>
            </a:extLst>
          </p:cNvPr>
          <p:cNvSpPr>
            <a:spLocks noChangeShapeType="1"/>
          </p:cNvSpPr>
          <p:nvPr/>
        </p:nvSpPr>
        <p:spPr bwMode="auto">
          <a:xfrm>
            <a:off x="3080657" y="1497013"/>
            <a:ext cx="36036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11" name="Rectangle 10">
            <a:extLst>
              <a:ext uri="{FF2B5EF4-FFF2-40B4-BE49-F238E27FC236}">
                <a16:creationId xmlns:a16="http://schemas.microsoft.com/office/drawing/2014/main" id="{18CFAAF0-36F8-454F-9C91-077F56A71550}"/>
              </a:ext>
            </a:extLst>
          </p:cNvPr>
          <p:cNvSpPr>
            <a:spLocks noChangeArrowheads="1"/>
          </p:cNvSpPr>
          <p:nvPr/>
        </p:nvSpPr>
        <p:spPr bwMode="auto">
          <a:xfrm>
            <a:off x="3441020" y="1209675"/>
            <a:ext cx="4897437" cy="71913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1800" b="1">
                <a:solidFill>
                  <a:schemeClr val="tx1"/>
                </a:solidFill>
                <a:latin typeface="华文楷体" panose="02010600040101010101" pitchFamily="2" charset="-122"/>
                <a:ea typeface="华文楷体" panose="02010600040101010101" pitchFamily="2" charset="-122"/>
              </a:rPr>
              <a:t>为满足用户功能与性能需求而采用的</a:t>
            </a:r>
          </a:p>
          <a:p>
            <a:pPr algn="ctr" eaLnBrk="1" hangingPunct="1"/>
            <a:r>
              <a:rPr lang="zh-CN" altLang="en-US" sz="1800" b="1">
                <a:solidFill>
                  <a:schemeClr val="tx1"/>
                </a:solidFill>
                <a:latin typeface="华文楷体" panose="02010600040101010101" pitchFamily="2" charset="-122"/>
                <a:ea typeface="华文楷体" panose="02010600040101010101" pitchFamily="2" charset="-122"/>
              </a:rPr>
              <a:t>工程技术方法</a:t>
            </a:r>
          </a:p>
        </p:txBody>
      </p:sp>
      <p:sp>
        <p:nvSpPr>
          <p:cNvPr id="13" name="Rectangle 12">
            <a:extLst>
              <a:ext uri="{FF2B5EF4-FFF2-40B4-BE49-F238E27FC236}">
                <a16:creationId xmlns:a16="http://schemas.microsoft.com/office/drawing/2014/main" id="{BC41D0A7-2650-433C-B061-ADB7CE18FBA2}"/>
              </a:ext>
            </a:extLst>
          </p:cNvPr>
          <p:cNvSpPr>
            <a:spLocks noChangeArrowheads="1"/>
          </p:cNvSpPr>
          <p:nvPr/>
        </p:nvSpPr>
        <p:spPr bwMode="auto">
          <a:xfrm>
            <a:off x="3512457" y="2362200"/>
            <a:ext cx="4826000" cy="86518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1800" b="1" dirty="0">
                <a:solidFill>
                  <a:schemeClr val="tx1"/>
                </a:solidFill>
                <a:latin typeface="华文楷体" panose="02010600040101010101" pitchFamily="2" charset="-122"/>
                <a:ea typeface="华文楷体" panose="02010600040101010101" pitchFamily="2" charset="-122"/>
              </a:rPr>
              <a:t> 为满足用户的成本、质量、时间（工期）、</a:t>
            </a:r>
          </a:p>
          <a:p>
            <a:pPr algn="ctr" eaLnBrk="1" hangingPunct="1"/>
            <a:r>
              <a:rPr lang="zh-CN" altLang="en-US" sz="1800" b="1" dirty="0">
                <a:solidFill>
                  <a:schemeClr val="tx1"/>
                </a:solidFill>
                <a:latin typeface="华文楷体" panose="02010600040101010101" pitchFamily="2" charset="-122"/>
                <a:ea typeface="华文楷体" panose="02010600040101010101" pitchFamily="2" charset="-122"/>
              </a:rPr>
              <a:t>效益需求而采用的工程经济方法</a:t>
            </a:r>
          </a:p>
        </p:txBody>
      </p:sp>
      <p:sp>
        <p:nvSpPr>
          <p:cNvPr id="15" name="Rectangle 14">
            <a:extLst>
              <a:ext uri="{FF2B5EF4-FFF2-40B4-BE49-F238E27FC236}">
                <a16:creationId xmlns:a16="http://schemas.microsoft.com/office/drawing/2014/main" id="{926B5CBF-BA9F-4FD4-A553-0B6EB3E1DCB1}"/>
              </a:ext>
            </a:extLst>
          </p:cNvPr>
          <p:cNvSpPr>
            <a:spLocks noChangeArrowheads="1"/>
          </p:cNvSpPr>
          <p:nvPr/>
        </p:nvSpPr>
        <p:spPr bwMode="auto">
          <a:xfrm>
            <a:off x="3369582" y="3501340"/>
            <a:ext cx="5003800" cy="792163"/>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1800" b="1" dirty="0">
                <a:solidFill>
                  <a:schemeClr val="tx1"/>
                </a:solidFill>
                <a:latin typeface="华文楷体" panose="02010600040101010101" pitchFamily="2" charset="-122"/>
                <a:ea typeface="华文楷体" panose="02010600040101010101" pitchFamily="2" charset="-122"/>
              </a:rPr>
              <a:t> 为满足用户对资金、人员、设备的计划、组织、</a:t>
            </a:r>
          </a:p>
          <a:p>
            <a:pPr algn="ctr" eaLnBrk="1" hangingPunct="1"/>
            <a:r>
              <a:rPr lang="zh-CN" altLang="en-US" sz="1800" b="1" dirty="0">
                <a:solidFill>
                  <a:schemeClr val="tx1"/>
                </a:solidFill>
                <a:latin typeface="华文楷体" panose="02010600040101010101" pitchFamily="2" charset="-122"/>
                <a:ea typeface="华文楷体" panose="02010600040101010101" pitchFamily="2" charset="-122"/>
              </a:rPr>
              <a:t>协调、控制需求而采取的工程管理方法</a:t>
            </a:r>
          </a:p>
        </p:txBody>
      </p:sp>
      <p:sp>
        <p:nvSpPr>
          <p:cNvPr id="17" name="Line 15">
            <a:extLst>
              <a:ext uri="{FF2B5EF4-FFF2-40B4-BE49-F238E27FC236}">
                <a16:creationId xmlns:a16="http://schemas.microsoft.com/office/drawing/2014/main" id="{F20F6B69-3B42-4288-91BB-AA73C4905271}"/>
              </a:ext>
            </a:extLst>
          </p:cNvPr>
          <p:cNvSpPr>
            <a:spLocks noChangeShapeType="1"/>
          </p:cNvSpPr>
          <p:nvPr/>
        </p:nvSpPr>
        <p:spPr bwMode="auto">
          <a:xfrm>
            <a:off x="3009220" y="2720975"/>
            <a:ext cx="36036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19" name="Line 16">
            <a:extLst>
              <a:ext uri="{FF2B5EF4-FFF2-40B4-BE49-F238E27FC236}">
                <a16:creationId xmlns:a16="http://schemas.microsoft.com/office/drawing/2014/main" id="{D899251D-C7E7-40A4-B16D-326521268A1F}"/>
              </a:ext>
            </a:extLst>
          </p:cNvPr>
          <p:cNvSpPr>
            <a:spLocks noChangeShapeType="1"/>
          </p:cNvSpPr>
          <p:nvPr/>
        </p:nvSpPr>
        <p:spPr bwMode="auto">
          <a:xfrm>
            <a:off x="2937782" y="3878470"/>
            <a:ext cx="36036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21" name="Rectangle 17">
            <a:extLst>
              <a:ext uri="{FF2B5EF4-FFF2-40B4-BE49-F238E27FC236}">
                <a16:creationId xmlns:a16="http://schemas.microsoft.com/office/drawing/2014/main" id="{39ECC94F-E200-4B66-83C9-DB00F60A6679}"/>
              </a:ext>
            </a:extLst>
          </p:cNvPr>
          <p:cNvSpPr>
            <a:spLocks noChangeArrowheads="1"/>
          </p:cNvSpPr>
          <p:nvPr/>
        </p:nvSpPr>
        <p:spPr bwMode="auto">
          <a:xfrm>
            <a:off x="3991882" y="860511"/>
            <a:ext cx="3867150" cy="3667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r>
              <a:rPr lang="zh-CN" altLang="en-US" sz="1800" b="1">
                <a:solidFill>
                  <a:srgbClr val="010307"/>
                </a:solidFill>
                <a:latin typeface="华文楷体" panose="02010600040101010101" pitchFamily="2" charset="-122"/>
                <a:ea typeface="华文楷体" panose="02010600040101010101" pitchFamily="2" charset="-122"/>
              </a:rPr>
              <a:t>在软件开发、运行和维护的全过程中</a:t>
            </a:r>
          </a:p>
        </p:txBody>
      </p:sp>
    </p:spTree>
    <p:extLst>
      <p:ext uri="{BB962C8B-B14F-4D97-AF65-F5344CB8AC3E}">
        <p14:creationId xmlns:p14="http://schemas.microsoft.com/office/powerpoint/2010/main" val="379390931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参考内容</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96126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800" b="0" i="0" u="none" strike="noStrike" baseline="0">
                <a:solidFill>
                  <a:srgbClr val="000000"/>
                </a:solidFill>
                <a:latin typeface="华文楷体" panose="02010600040101010101" pitchFamily="2" charset="-122"/>
                <a:ea typeface="华文楷体" panose="02010600040101010101" pitchFamily="2" charset="-122"/>
              </a:rPr>
              <a:t>参考书</a:t>
            </a:r>
            <a:endParaRPr lang="en-US" altLang="zh-CN" sz="1800" b="0" i="0" u="none" strike="noStrike" baseline="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b="0" i="0" u="none" strike="noStrike" baseline="0">
                <a:solidFill>
                  <a:srgbClr val="000000"/>
                </a:solidFill>
                <a:latin typeface="华文楷体" panose="02010600040101010101" pitchFamily="2" charset="-122"/>
                <a:ea typeface="华文楷体" panose="02010600040101010101" pitchFamily="2" charset="-122"/>
              </a:rPr>
              <a:t>软件工程经济学，赵编著，西安电子科技大学出版社。</a:t>
            </a:r>
            <a:endParaRPr lang="en-US" altLang="zh-CN" b="0" i="0" u="none" strike="noStrike" baseline="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敏捷软件开发实践：估算与计划</a:t>
            </a:r>
            <a:endParaRPr lang="en-US" altLang="zh-CN">
              <a:solidFill>
                <a:srgbClr val="000000"/>
              </a:solidFill>
              <a:latin typeface="华文楷体" panose="02010600040101010101" pitchFamily="2" charset="-122"/>
              <a:ea typeface="华文楷体" panose="02010600040101010101" pitchFamily="2" charset="-122"/>
              <a:cs typeface="Times New Roman" panose="02020603050405020304" pitchFamily="18" charset="0"/>
            </a:endParaRPr>
          </a:p>
          <a:p>
            <a:pPr marL="742950" lvl="1" indent="-285750" algn="just">
              <a:lnSpc>
                <a:spcPct val="150000"/>
              </a:lnSpc>
              <a:buFont typeface="Arial" panose="020B0604020202020204" pitchFamily="34" charset="0"/>
              <a:buChar char="•"/>
            </a:pPr>
            <a:endParaRPr lang="en-US" altLang="zh-CN">
              <a:solidFill>
                <a:srgbClr val="000000"/>
              </a:solidFill>
              <a:latin typeface="华文楷体" panose="02010600040101010101" pitchFamily="2" charset="-122"/>
              <a:ea typeface="华文楷体" panose="02010600040101010101" pitchFamily="2" charset="-122"/>
              <a:cs typeface="Times New Roman" panose="02020603050405020304" pitchFamily="18" charset="0"/>
            </a:endParaRPr>
          </a:p>
          <a:p>
            <a:pPr marL="742950" lvl="1" indent="-285750" algn="just">
              <a:lnSpc>
                <a:spcPct val="150000"/>
              </a:lnSpc>
              <a:buFont typeface="Arial" panose="020B0604020202020204" pitchFamily="34" charset="0"/>
              <a:buChar char="•"/>
            </a:pPr>
            <a:endParaRPr lang="en-US" altLang="zh-CN">
              <a:solidFill>
                <a:srgbClr val="000000"/>
              </a:solidFill>
              <a:latin typeface="华文楷体" panose="02010600040101010101" pitchFamily="2" charset="-122"/>
              <a:ea typeface="华文楷体" panose="02010600040101010101" pitchFamily="2" charset="-122"/>
              <a:cs typeface="Times New Roman" panose="02020603050405020304" pitchFamily="18" charset="0"/>
            </a:endParaRPr>
          </a:p>
          <a:p>
            <a:pPr marL="742950" lvl="1" indent="-285750" algn="just">
              <a:lnSpc>
                <a:spcPct val="150000"/>
              </a:lnSpc>
              <a:buFont typeface="Arial" panose="020B0604020202020204" pitchFamily="34" charset="0"/>
              <a:buChar char="•"/>
            </a:pPr>
            <a:endParaRPr lang="en-US" altLang="zh-CN">
              <a:solidFill>
                <a:srgbClr val="000000"/>
              </a:solidFill>
              <a:latin typeface="华文楷体" panose="02010600040101010101" pitchFamily="2" charset="-122"/>
              <a:ea typeface="华文楷体" panose="02010600040101010101" pitchFamily="2" charset="-122"/>
              <a:cs typeface="Times New Roman" panose="02020603050405020304" pitchFamily="18" charset="0"/>
            </a:endParaRPr>
          </a:p>
          <a:p>
            <a:pPr marL="742950" lvl="1" indent="-285750" algn="just">
              <a:lnSpc>
                <a:spcPct val="150000"/>
              </a:lnSpc>
              <a:buFont typeface="Arial" panose="020B0604020202020204" pitchFamily="34" charset="0"/>
              <a:buChar char="•"/>
            </a:pPr>
            <a:endParaRPr lang="en-US" altLang="zh-CN">
              <a:solidFill>
                <a:srgbClr val="000000"/>
              </a:solidFill>
              <a:latin typeface="华文楷体" panose="02010600040101010101" pitchFamily="2" charset="-122"/>
              <a:ea typeface="华文楷体" panose="02010600040101010101" pitchFamily="2" charset="-122"/>
              <a:cs typeface="Times New Roman" panose="02020603050405020304" pitchFamily="18" charset="0"/>
            </a:endParaRPr>
          </a:p>
        </p:txBody>
      </p:sp>
      <p:pic>
        <p:nvPicPr>
          <p:cNvPr id="1028" name="Picture 4">
            <a:extLst>
              <a:ext uri="{FF2B5EF4-FFF2-40B4-BE49-F238E27FC236}">
                <a16:creationId xmlns:a16="http://schemas.microsoft.com/office/drawing/2014/main" id="{461C35FD-DD9C-450B-AF61-044A2E5B49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851" y="2190061"/>
            <a:ext cx="2667000" cy="26670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F9A7E211-662B-4E1D-A0B0-266BB11F518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58691" y="2190061"/>
            <a:ext cx="2023298" cy="26670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a:extLst>
              <a:ext uri="{FF2B5EF4-FFF2-40B4-BE49-F238E27FC236}">
                <a16:creationId xmlns:a16="http://schemas.microsoft.com/office/drawing/2014/main" id="{E584D44C-93AD-4744-3A22-E900E06CCC0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8500" y="2190061"/>
            <a:ext cx="2667000" cy="26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005572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参考内容</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299266"/>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其他资料</a:t>
            </a:r>
            <a:endParaRPr lang="en-US" altLang="zh-CN">
              <a:solidFill>
                <a:srgbClr val="000000"/>
              </a:solidFill>
              <a:latin typeface="华文楷体" panose="02010600040101010101" pitchFamily="2" charset="-122"/>
              <a:ea typeface="华文楷体" panose="02010600040101010101" pitchFamily="2" charset="-122"/>
              <a:cs typeface="Times New Roman" panose="02020603050405020304" pitchFamily="18" charset="0"/>
            </a:endParaRP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论文</a:t>
            </a:r>
            <a:endParaRPr lang="en-US" altLang="zh-CN">
              <a:solidFill>
                <a:srgbClr val="000000"/>
              </a:solidFill>
              <a:latin typeface="华文楷体" panose="02010600040101010101" pitchFamily="2" charset="-122"/>
              <a:ea typeface="华文楷体" panose="02010600040101010101" pitchFamily="2" charset="-122"/>
              <a:cs typeface="Times New Roman" panose="02020603050405020304" pitchFamily="18" charset="0"/>
            </a:endParaRP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各种标准</a:t>
            </a:r>
            <a:endParaRPr lang="en-US" altLang="zh-CN">
              <a:solidFill>
                <a:srgbClr val="000000"/>
              </a:solidFill>
              <a:latin typeface="华文楷体" panose="02010600040101010101" pitchFamily="2" charset="-122"/>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372166122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135521"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案例研究</a:t>
            </a:r>
            <a:r>
              <a:rPr lang="en-US" altLang="zh-CN" sz="2400" spc="300">
                <a:latin typeface="微软雅黑" panose="020B0503020204020204" pitchFamily="34" charset="-122"/>
                <a:ea typeface="微软雅黑" panose="020B0503020204020204" pitchFamily="34" charset="-122"/>
              </a:rPr>
              <a:t>1</a:t>
            </a:r>
            <a:r>
              <a:rPr lang="zh-CN" altLang="en-US" sz="2400" spc="300">
                <a:latin typeface="微软雅黑" panose="020B0503020204020204" pitchFamily="34" charset="-122"/>
                <a:ea typeface="微软雅黑" panose="020B0503020204020204" pitchFamily="34" charset="-122"/>
              </a:rPr>
              <a:t>：</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00054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400" dirty="0">
                <a:solidFill>
                  <a:srgbClr val="000000"/>
                </a:solidFill>
                <a:latin typeface="华文楷体" panose="02010600040101010101" pitchFamily="2" charset="-122"/>
                <a:ea typeface="华文楷体" panose="02010600040101010101" pitchFamily="2" charset="-122"/>
              </a:rPr>
              <a:t>Scientific American</a:t>
            </a:r>
          </a:p>
          <a:p>
            <a:pPr marL="742950" lvl="1"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从</a:t>
            </a:r>
            <a:r>
              <a:rPr lang="en-US" altLang="zh-CN" sz="1400" dirty="0">
                <a:solidFill>
                  <a:srgbClr val="000000"/>
                </a:solidFill>
                <a:latin typeface="华文楷体" panose="02010600040101010101" pitchFamily="2" charset="-122"/>
                <a:ea typeface="华文楷体" panose="02010600040101010101" pitchFamily="2" charset="-122"/>
              </a:rPr>
              <a:t>60</a:t>
            </a:r>
            <a:r>
              <a:rPr lang="zh-CN" altLang="en-US" sz="1400" dirty="0">
                <a:solidFill>
                  <a:srgbClr val="000000"/>
                </a:solidFill>
                <a:latin typeface="华文楷体" panose="02010600040101010101" pitchFamily="2" charset="-122"/>
                <a:ea typeface="华文楷体" panose="02010600040101010101" pitchFamily="2" charset="-122"/>
              </a:rPr>
              <a:t>年代后期，预订量激增，当时使用的是人工系统。</a:t>
            </a:r>
            <a:endParaRPr lang="en-US" altLang="zh-CN" sz="1400" dirty="0">
              <a:solidFill>
                <a:srgbClr val="000000"/>
              </a:solidFill>
              <a:latin typeface="华文楷体" panose="02010600040101010101" pitchFamily="2" charset="-122"/>
              <a:ea typeface="华文楷体" panose="02010600040101010101" pitchFamily="2" charset="-122"/>
            </a:endParaRPr>
          </a:p>
          <a:p>
            <a:pPr lvl="1" algn="just">
              <a:lnSpc>
                <a:spcPct val="150000"/>
              </a:lnSpc>
            </a:pPr>
            <a:endParaRPr lang="en-US" altLang="zh-CN" sz="1400" dirty="0">
              <a:solidFill>
                <a:srgbClr val="000000"/>
              </a:solidFill>
              <a:latin typeface="华文楷体" panose="02010600040101010101" pitchFamily="2" charset="-122"/>
              <a:ea typeface="华文楷体" panose="02010600040101010101" pitchFamily="2" charset="-122"/>
            </a:endParaRPr>
          </a:p>
          <a:p>
            <a:pPr lvl="1" algn="just">
              <a:lnSpc>
                <a:spcPct val="150000"/>
              </a:lnSpc>
            </a:pPr>
            <a:endParaRPr lang="en-US" altLang="zh-CN" sz="1400" dirty="0">
              <a:solidFill>
                <a:srgbClr val="000000"/>
              </a:solidFill>
              <a:latin typeface="华文楷体" panose="02010600040101010101" pitchFamily="2" charset="-122"/>
              <a:ea typeface="华文楷体" panose="02010600040101010101" pitchFamily="2" charset="-122"/>
            </a:endParaRPr>
          </a:p>
          <a:p>
            <a:pPr lvl="1" algn="just">
              <a:lnSpc>
                <a:spcPct val="150000"/>
              </a:lnSpc>
            </a:pPr>
            <a:endParaRPr lang="en-US" altLang="zh-CN" sz="14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endParaRPr lang="en-US" altLang="zh-CN" sz="1400" dirty="0">
              <a:solidFill>
                <a:srgbClr val="000000"/>
              </a:solidFill>
              <a:latin typeface="华文楷体" panose="02010600040101010101" pitchFamily="2" charset="-122"/>
              <a:ea typeface="华文楷体" panose="02010600040101010101" pitchFamily="2" charset="-122"/>
            </a:endParaRPr>
          </a:p>
        </p:txBody>
      </p:sp>
      <p:pic>
        <p:nvPicPr>
          <p:cNvPr id="4" name="图片 3">
            <a:extLst>
              <a:ext uri="{FF2B5EF4-FFF2-40B4-BE49-F238E27FC236}">
                <a16:creationId xmlns:a16="http://schemas.microsoft.com/office/drawing/2014/main" id="{F747FDA6-7219-4444-8065-AFA739FCEEAE}"/>
              </a:ext>
            </a:extLst>
          </p:cNvPr>
          <p:cNvPicPr>
            <a:picLocks noChangeAspect="1"/>
          </p:cNvPicPr>
          <p:nvPr/>
        </p:nvPicPr>
        <p:blipFill>
          <a:blip r:embed="rId3"/>
          <a:stretch>
            <a:fillRect/>
          </a:stretch>
        </p:blipFill>
        <p:spPr>
          <a:xfrm>
            <a:off x="1426684" y="4056873"/>
            <a:ext cx="6158429" cy="908008"/>
          </a:xfrm>
          <a:prstGeom prst="rect">
            <a:avLst/>
          </a:prstGeom>
        </p:spPr>
      </p:pic>
      <p:sp>
        <p:nvSpPr>
          <p:cNvPr id="6" name="矩形 5">
            <a:extLst>
              <a:ext uri="{FF2B5EF4-FFF2-40B4-BE49-F238E27FC236}">
                <a16:creationId xmlns:a16="http://schemas.microsoft.com/office/drawing/2014/main" id="{71D5CBE5-3815-45AC-8C16-F7E02CE2A4B8}"/>
              </a:ext>
            </a:extLst>
          </p:cNvPr>
          <p:cNvSpPr/>
          <p:nvPr/>
        </p:nvSpPr>
        <p:spPr>
          <a:xfrm>
            <a:off x="1327533" y="3924475"/>
            <a:ext cx="2379643" cy="118982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pic>
        <p:nvPicPr>
          <p:cNvPr id="3074" name="Picture 2">
            <a:extLst>
              <a:ext uri="{FF2B5EF4-FFF2-40B4-BE49-F238E27FC236}">
                <a16:creationId xmlns:a16="http://schemas.microsoft.com/office/drawing/2014/main" id="{471082EA-1942-478F-899B-91B76AD328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08258" y="942113"/>
            <a:ext cx="2160039" cy="2849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914544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p:tgtEl>
                                          <p:spTgt spid="35"/>
                                        </p:tgtEl>
                                        <p:attrNameLst>
                                          <p:attrName>ppt_x</p:attrName>
                                        </p:attrNameLst>
                                      </p:cBhvr>
                                      <p:tavLst>
                                        <p:tav tm="0">
                                          <p:val>
                                            <p:strVal val="#ppt_x-#ppt_w*1.125000"/>
                                          </p:val>
                                        </p:tav>
                                        <p:tav tm="100000">
                                          <p:val>
                                            <p:strVal val="#ppt_x"/>
                                          </p:val>
                                        </p:tav>
                                      </p:tavLst>
                                    </p:anim>
                                    <p:animEffect transition="in" filter="wipe(right)">
                                      <p:cBhvr>
                                        <p:cTn id="8" dur="500"/>
                                        <p:tgtEl>
                                          <p:spTgt spid="35"/>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down)">
                                      <p:cBhvr>
                                        <p:cTn id="13" dur="300"/>
                                        <p:tgtEl>
                                          <p:spTgt spid="34"/>
                                        </p:tgtEl>
                                      </p:cBhvr>
                                    </p:animEffect>
                                  </p:childTnLst>
                                </p:cTn>
                              </p:par>
                              <p:par>
                                <p:cTn id="14" presetID="22" presetClass="entr" presetSubtype="8" fill="hold" nodeType="with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wipe(left)">
                                      <p:cBhvr>
                                        <p:cTn id="16" dur="300"/>
                                        <p:tgtEl>
                                          <p:spTgt spid="33"/>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074"/>
                                        </p:tgtEl>
                                        <p:attrNameLst>
                                          <p:attrName>style.visibility</p:attrName>
                                        </p:attrNameLst>
                                      </p:cBhvr>
                                      <p:to>
                                        <p:strVal val="visible"/>
                                      </p:to>
                                    </p:set>
                                    <p:animEffect transition="in" filter="fade">
                                      <p:cBhvr>
                                        <p:cTn id="25" dur="500"/>
                                        <p:tgtEl>
                                          <p:spTgt spid="3074"/>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4"/>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135521"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案例研究</a:t>
            </a:r>
            <a:r>
              <a:rPr lang="en-US" altLang="zh-CN" sz="2400" spc="300">
                <a:latin typeface="微软雅黑" panose="020B0503020204020204" pitchFamily="34" charset="-122"/>
                <a:ea typeface="微软雅黑" panose="020B0503020204020204" pitchFamily="34" charset="-122"/>
              </a:rPr>
              <a:t>2</a:t>
            </a:r>
            <a:r>
              <a:rPr lang="zh-CN" altLang="en-US" sz="2400" spc="300">
                <a:latin typeface="微软雅黑" panose="020B0503020204020204" pitchFamily="34" charset="-122"/>
                <a:ea typeface="微软雅黑" panose="020B0503020204020204" pitchFamily="34" charset="-122"/>
              </a:rPr>
              <a:t>：</a:t>
            </a:r>
          </a:p>
        </p:txBody>
      </p:sp>
      <p:pic>
        <p:nvPicPr>
          <p:cNvPr id="4" name="图片 3">
            <a:extLst>
              <a:ext uri="{FF2B5EF4-FFF2-40B4-BE49-F238E27FC236}">
                <a16:creationId xmlns:a16="http://schemas.microsoft.com/office/drawing/2014/main" id="{6E93FEB2-4B0B-46C2-BCC1-CE4395B37464}"/>
              </a:ext>
            </a:extLst>
          </p:cNvPr>
          <p:cNvPicPr>
            <a:picLocks noChangeAspect="1"/>
          </p:cNvPicPr>
          <p:nvPr/>
        </p:nvPicPr>
        <p:blipFill>
          <a:blip r:embed="rId3"/>
          <a:stretch>
            <a:fillRect/>
          </a:stretch>
        </p:blipFill>
        <p:spPr>
          <a:xfrm>
            <a:off x="1986260" y="173852"/>
            <a:ext cx="5171479" cy="3604552"/>
          </a:xfrm>
          <a:prstGeom prst="rect">
            <a:avLst/>
          </a:prstGeom>
        </p:spPr>
      </p:pic>
      <p:pic>
        <p:nvPicPr>
          <p:cNvPr id="6" name="图片 5">
            <a:extLst>
              <a:ext uri="{FF2B5EF4-FFF2-40B4-BE49-F238E27FC236}">
                <a16:creationId xmlns:a16="http://schemas.microsoft.com/office/drawing/2014/main" id="{DE80F556-870E-400E-81DB-C33A752F2B9A}"/>
              </a:ext>
            </a:extLst>
          </p:cNvPr>
          <p:cNvPicPr>
            <a:picLocks noChangeAspect="1"/>
          </p:cNvPicPr>
          <p:nvPr/>
        </p:nvPicPr>
        <p:blipFill>
          <a:blip r:embed="rId4"/>
          <a:stretch>
            <a:fillRect/>
          </a:stretch>
        </p:blipFill>
        <p:spPr>
          <a:xfrm>
            <a:off x="1453958" y="3901114"/>
            <a:ext cx="6236082" cy="1066519"/>
          </a:xfrm>
          <a:prstGeom prst="rect">
            <a:avLst/>
          </a:prstGeom>
        </p:spPr>
      </p:pic>
    </p:spTree>
    <p:extLst>
      <p:ext uri="{BB962C8B-B14F-4D97-AF65-F5344CB8AC3E}">
        <p14:creationId xmlns:p14="http://schemas.microsoft.com/office/powerpoint/2010/main" val="236490605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135521"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案例研究</a:t>
            </a:r>
            <a:r>
              <a:rPr lang="en-US" altLang="zh-CN" sz="2400" spc="300">
                <a:latin typeface="微软雅黑" panose="020B0503020204020204" pitchFamily="34" charset="-122"/>
                <a:ea typeface="微软雅黑" panose="020B0503020204020204" pitchFamily="34" charset="-122"/>
              </a:rPr>
              <a:t>1</a:t>
            </a:r>
            <a:r>
              <a:rPr lang="zh-CN" altLang="en-US" sz="2400" spc="300">
                <a:latin typeface="微软雅黑" panose="020B0503020204020204" pitchFamily="34" charset="-122"/>
                <a:ea typeface="微软雅黑" panose="020B0503020204020204" pitchFamily="34" charset="-122"/>
              </a:rPr>
              <a:t>：</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469091"/>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开发一套软件系统</a:t>
            </a:r>
            <a:endParaRPr lang="en-US" altLang="zh-CN" sz="16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结果：</a:t>
            </a:r>
            <a:endParaRPr lang="en-US" altLang="zh-CN" sz="16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成本上升</a:t>
            </a:r>
            <a:endParaRPr lang="en-US" altLang="zh-CN" sz="16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可靠性与服务质量下降</a:t>
            </a:r>
            <a:endParaRPr lang="en-US" altLang="zh-CN" sz="16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所需文书人员增多</a:t>
            </a:r>
            <a:endParaRPr lang="en-US" altLang="zh-CN" sz="16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员工士气下降</a:t>
            </a:r>
            <a:endParaRPr lang="en-US" altLang="zh-CN" sz="16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雇员流动性上升</a:t>
            </a:r>
            <a:endParaRPr lang="en-US" altLang="zh-CN" sz="16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原因</a:t>
            </a:r>
            <a:endParaRPr lang="en-US" altLang="zh-CN" sz="16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忽略了性能和经济因素</a:t>
            </a:r>
            <a:endParaRPr lang="en-US" altLang="zh-CN" sz="1600"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89321975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135521"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案例研究</a:t>
            </a:r>
            <a:r>
              <a:rPr lang="en-US" altLang="zh-CN" sz="2400" spc="300">
                <a:latin typeface="微软雅黑" panose="020B0503020204020204" pitchFamily="34" charset="-122"/>
                <a:ea typeface="微软雅黑" panose="020B0503020204020204" pitchFamily="34" charset="-122"/>
              </a:rPr>
              <a:t>2</a:t>
            </a:r>
            <a:r>
              <a:rPr lang="zh-CN" altLang="en-US" sz="2400" spc="300">
                <a:latin typeface="微软雅黑" panose="020B0503020204020204" pitchFamily="34" charset="-122"/>
                <a:ea typeface="微软雅黑" panose="020B0503020204020204" pitchFamily="34" charset="-122"/>
              </a:rPr>
              <a:t>：</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58668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国家电网</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各电信运营商</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边缘地区</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大赞！中国移动专为雪山女孩开</a:t>
            </a:r>
            <a:r>
              <a:rPr lang="en-US" altLang="zh-CN" sz="1700" dirty="0">
                <a:solidFill>
                  <a:srgbClr val="000000"/>
                </a:solidFill>
                <a:latin typeface="华文楷体" panose="02010600040101010101" pitchFamily="2" charset="-122"/>
                <a:ea typeface="华文楷体" panose="02010600040101010101" pitchFamily="2" charset="-122"/>
              </a:rPr>
              <a:t>4G</a:t>
            </a:r>
            <a:r>
              <a:rPr lang="zh-CN" altLang="en-US" sz="1700" dirty="0">
                <a:solidFill>
                  <a:srgbClr val="000000"/>
                </a:solidFill>
                <a:latin typeface="华文楷体" panose="02010600040101010101" pitchFamily="2" charset="-122"/>
                <a:ea typeface="华文楷体" panose="02010600040101010101" pitchFamily="2" charset="-122"/>
              </a:rPr>
              <a:t>基站：运营商社会责任大担当</a:t>
            </a:r>
          </a:p>
          <a:p>
            <a:pPr marL="285750" indent="-285750" algn="just">
              <a:lnSpc>
                <a:spcPct val="150000"/>
              </a:lnSpc>
              <a:buFont typeface="Arial" panose="020B0604020202020204" pitchFamily="34" charset="0"/>
              <a:buChar char="•"/>
            </a:pPr>
            <a:r>
              <a:rPr lang="zh-CN" altLang="en-US" sz="1700" b="1" dirty="0">
                <a:solidFill>
                  <a:srgbClr val="FF0000"/>
                </a:solidFill>
                <a:latin typeface="华文楷体" panose="02010600040101010101" pitchFamily="2" charset="-122"/>
                <a:ea typeface="华文楷体" panose="02010600040101010101" pitchFamily="2" charset="-122"/>
              </a:rPr>
              <a:t>外溢性</a:t>
            </a:r>
            <a:endParaRPr lang="en-US" altLang="zh-CN" sz="1700" b="1" dirty="0">
              <a:solidFill>
                <a:srgbClr val="FF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从经济学的角度来分析，指一个经济活动的主体对他所处的经济环境的影响方向和作用结果具有两面性，分为</a:t>
            </a:r>
            <a:r>
              <a:rPr lang="zh-CN" altLang="en-US" sz="1700" b="1" dirty="0">
                <a:solidFill>
                  <a:srgbClr val="FF0000"/>
                </a:solidFill>
                <a:latin typeface="华文楷体" panose="02010600040101010101" pitchFamily="2" charset="-122"/>
                <a:ea typeface="华文楷体" panose="02010600040101010101" pitchFamily="2" charset="-122"/>
              </a:rPr>
              <a:t>外部经济</a:t>
            </a:r>
            <a:r>
              <a:rPr lang="zh-CN" altLang="en-US" sz="1700" dirty="0">
                <a:solidFill>
                  <a:srgbClr val="000000"/>
                </a:solidFill>
                <a:latin typeface="华文楷体" panose="02010600040101010101" pitchFamily="2" charset="-122"/>
                <a:ea typeface="华文楷体" panose="02010600040101010101" pitchFamily="2" charset="-122"/>
              </a:rPr>
              <a:t>和</a:t>
            </a:r>
            <a:r>
              <a:rPr lang="zh-CN" altLang="en-US" sz="1700" b="1" dirty="0">
                <a:solidFill>
                  <a:srgbClr val="FF0000"/>
                </a:solidFill>
                <a:latin typeface="华文楷体" panose="02010600040101010101" pitchFamily="2" charset="-122"/>
                <a:ea typeface="华文楷体" panose="02010600040101010101" pitchFamily="2" charset="-122"/>
              </a:rPr>
              <a:t>外部不经济</a:t>
            </a:r>
            <a:r>
              <a:rPr lang="zh-CN" altLang="en-US" sz="1700" dirty="0">
                <a:solidFill>
                  <a:srgbClr val="000000"/>
                </a:solidFill>
                <a:latin typeface="华文楷体" panose="02010600040101010101" pitchFamily="2" charset="-122"/>
                <a:ea typeface="华文楷体" panose="02010600040101010101" pitchFamily="2" charset="-122"/>
              </a:rPr>
              <a:t>。</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那些能为社会和其他个人</a:t>
            </a:r>
            <a:r>
              <a:rPr lang="zh-CN" altLang="en-US" sz="1700" b="1" dirty="0">
                <a:solidFill>
                  <a:srgbClr val="FF0000"/>
                </a:solidFill>
                <a:latin typeface="华文楷体" panose="02010600040101010101" pitchFamily="2" charset="-122"/>
                <a:ea typeface="华文楷体" panose="02010600040101010101" pitchFamily="2" charset="-122"/>
              </a:rPr>
              <a:t>带来收益</a:t>
            </a:r>
            <a:r>
              <a:rPr lang="zh-CN" altLang="en-US" sz="1700" dirty="0">
                <a:solidFill>
                  <a:srgbClr val="000000"/>
                </a:solidFill>
                <a:latin typeface="华文楷体" panose="02010600040101010101" pitchFamily="2" charset="-122"/>
                <a:ea typeface="华文楷体" panose="02010600040101010101" pitchFamily="2" charset="-122"/>
              </a:rPr>
              <a:t>或者能使社会和个人</a:t>
            </a:r>
            <a:r>
              <a:rPr lang="zh-CN" altLang="en-US" sz="1700" b="1" dirty="0">
                <a:solidFill>
                  <a:srgbClr val="FF0000"/>
                </a:solidFill>
                <a:latin typeface="华文楷体" panose="02010600040101010101" pitchFamily="2" charset="-122"/>
                <a:ea typeface="华文楷体" panose="02010600040101010101" pitchFamily="2" charset="-122"/>
              </a:rPr>
              <a:t>降低成本支出</a:t>
            </a:r>
            <a:r>
              <a:rPr lang="zh-CN" altLang="en-US" sz="1700" dirty="0">
                <a:solidFill>
                  <a:srgbClr val="000000"/>
                </a:solidFill>
                <a:latin typeface="华文楷体" panose="02010600040101010101" pitchFamily="2" charset="-122"/>
                <a:ea typeface="华文楷体" panose="02010600040101010101" pitchFamily="2" charset="-122"/>
              </a:rPr>
              <a:t>的外部影响称为外部经济，它是</a:t>
            </a:r>
            <a:r>
              <a:rPr lang="zh-CN" altLang="en-US" sz="1700" b="1" dirty="0">
                <a:solidFill>
                  <a:srgbClr val="FF0000"/>
                </a:solidFill>
                <a:latin typeface="华文楷体" panose="02010600040101010101" pitchFamily="2" charset="-122"/>
                <a:ea typeface="华文楷体" panose="02010600040101010101" pitchFamily="2" charset="-122"/>
              </a:rPr>
              <a:t>对个人或社会有利的外部性</a:t>
            </a:r>
            <a:r>
              <a:rPr lang="zh-CN" altLang="en-US" sz="1700" dirty="0">
                <a:solidFill>
                  <a:srgbClr val="000000"/>
                </a:solidFill>
                <a:latin typeface="华文楷体" panose="02010600040101010101" pitchFamily="2" charset="-122"/>
                <a:ea typeface="华文楷体" panose="02010600040101010101" pitchFamily="2" charset="-122"/>
              </a:rPr>
              <a:t>；相反，则为外部不经济。</a:t>
            </a:r>
          </a:p>
        </p:txBody>
      </p:sp>
    </p:spTree>
    <p:extLst>
      <p:ext uri="{BB962C8B-B14F-4D97-AF65-F5344CB8AC3E}">
        <p14:creationId xmlns:p14="http://schemas.microsoft.com/office/powerpoint/2010/main" val="297132767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351926"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软件工程目标</a:t>
            </a:r>
          </a:p>
        </p:txBody>
      </p:sp>
      <p:sp>
        <p:nvSpPr>
          <p:cNvPr id="2" name="矩形 1">
            <a:extLst>
              <a:ext uri="{FF2B5EF4-FFF2-40B4-BE49-F238E27FC236}">
                <a16:creationId xmlns:a16="http://schemas.microsoft.com/office/drawing/2014/main" id="{1A343DEC-CFF6-41F5-B87C-0DFC08C67B76}"/>
              </a:ext>
            </a:extLst>
          </p:cNvPr>
          <p:cNvSpPr/>
          <p:nvPr/>
        </p:nvSpPr>
        <p:spPr>
          <a:xfrm>
            <a:off x="611831" y="1590160"/>
            <a:ext cx="7920338" cy="1701556"/>
          </a:xfrm>
          <a:prstGeom prst="rect">
            <a:avLst/>
          </a:prstGeom>
        </p:spPr>
        <p:txBody>
          <a:bodyPr wrap="square">
            <a:spAutoFit/>
          </a:bodyPr>
          <a:lstStyle/>
          <a:p>
            <a:pPr marL="285750" indent="-285750" algn="ctr">
              <a:lnSpc>
                <a:spcPct val="150000"/>
              </a:lnSpc>
              <a:buFont typeface="Arial" panose="020B0604020202020204" pitchFamily="34" charset="0"/>
              <a:buChar char="•"/>
            </a:pPr>
            <a:r>
              <a:rPr lang="zh-CN" altLang="en-US" sz="2400" dirty="0">
                <a:solidFill>
                  <a:srgbClr val="000000"/>
                </a:solidFill>
                <a:latin typeface="华文楷体" panose="02010600040101010101" pitchFamily="2" charset="-122"/>
                <a:ea typeface="华文楷体" panose="02010600040101010101" pitchFamily="2" charset="-122"/>
              </a:rPr>
              <a:t>好的软件不仅关注编程，还要协调人与经济的因素。</a:t>
            </a:r>
            <a:endParaRPr lang="en-US" altLang="zh-CN" sz="2400" dirty="0">
              <a:solidFill>
                <a:srgbClr val="000000"/>
              </a:solidFill>
              <a:latin typeface="华文楷体" panose="02010600040101010101" pitchFamily="2" charset="-122"/>
              <a:ea typeface="华文楷体" panose="02010600040101010101" pitchFamily="2" charset="-122"/>
            </a:endParaRPr>
          </a:p>
          <a:p>
            <a:pPr marL="285750" indent="-285750" algn="ctr">
              <a:lnSpc>
                <a:spcPct val="150000"/>
              </a:lnSpc>
              <a:buFont typeface="Arial" panose="020B0604020202020204" pitchFamily="34" charset="0"/>
              <a:buChar char="•"/>
            </a:pPr>
            <a:r>
              <a:rPr lang="zh-CN" altLang="en-US" sz="2400" dirty="0">
                <a:solidFill>
                  <a:srgbClr val="000000"/>
                </a:solidFill>
                <a:latin typeface="华文楷体" panose="02010600040101010101" pitchFamily="2" charset="-122"/>
                <a:ea typeface="华文楷体" panose="02010600040101010101" pitchFamily="2" charset="-122"/>
              </a:rPr>
              <a:t>软件工程经济学</a:t>
            </a:r>
            <a:endParaRPr lang="en-US" altLang="zh-CN" sz="2400" dirty="0">
              <a:solidFill>
                <a:srgbClr val="000000"/>
              </a:solidFill>
              <a:latin typeface="华文楷体" panose="02010600040101010101" pitchFamily="2" charset="-122"/>
              <a:ea typeface="华文楷体" panose="02010600040101010101" pitchFamily="2" charset="-122"/>
            </a:endParaRPr>
          </a:p>
          <a:p>
            <a:pPr marL="285750" indent="-285750" algn="ctr">
              <a:lnSpc>
                <a:spcPct val="150000"/>
              </a:lnSpc>
              <a:buFont typeface="Arial" panose="020B0604020202020204" pitchFamily="34" charset="0"/>
              <a:buChar char="•"/>
            </a:pPr>
            <a:r>
              <a:rPr lang="zh-CN" altLang="en-US" sz="2400" dirty="0">
                <a:solidFill>
                  <a:srgbClr val="000000"/>
                </a:solidFill>
                <a:latin typeface="华文楷体" panose="02010600040101010101" pitchFamily="2" charset="-122"/>
                <a:ea typeface="华文楷体" panose="02010600040101010101" pitchFamily="2" charset="-122"/>
              </a:rPr>
              <a:t>工程经济学</a:t>
            </a:r>
            <a:endParaRPr lang="en-US" altLang="zh-CN" sz="2400"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53194438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300904"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什么是工程经济学？</a:t>
            </a:r>
          </a:p>
        </p:txBody>
      </p:sp>
      <p:sp>
        <p:nvSpPr>
          <p:cNvPr id="2" name="矩形 1">
            <a:extLst>
              <a:ext uri="{FF2B5EF4-FFF2-40B4-BE49-F238E27FC236}">
                <a16:creationId xmlns:a16="http://schemas.microsoft.com/office/drawing/2014/main" id="{1A343DEC-CFF6-41F5-B87C-0DFC08C67B76}"/>
              </a:ext>
            </a:extLst>
          </p:cNvPr>
          <p:cNvSpPr/>
          <p:nvPr/>
        </p:nvSpPr>
        <p:spPr>
          <a:xfrm>
            <a:off x="274552" y="1000825"/>
            <a:ext cx="8712051" cy="378565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b="1" dirty="0" smtClean="0">
                <a:solidFill>
                  <a:srgbClr val="000000"/>
                </a:solidFill>
                <a:latin typeface="华文楷体" panose="02010600040101010101" pitchFamily="2" charset="-122"/>
                <a:ea typeface="华文楷体" panose="02010600040101010101" pitchFamily="2" charset="-122"/>
              </a:rPr>
              <a:t>工程</a:t>
            </a:r>
            <a:endParaRPr lang="en-US" altLang="zh-CN" sz="1600" b="1" dirty="0" smtClean="0">
              <a:solidFill>
                <a:srgbClr val="000000"/>
              </a:solidFill>
              <a:latin typeface="华文楷体" panose="02010600040101010101" pitchFamily="2" charset="-122"/>
              <a:ea typeface="华文楷体" panose="02010600040101010101" pitchFamily="2" charset="-122"/>
            </a:endParaRPr>
          </a:p>
          <a:p>
            <a:pPr algn="just">
              <a:lnSpc>
                <a:spcPct val="150000"/>
              </a:lnSpc>
            </a:pPr>
            <a:r>
              <a:rPr lang="zh-CN" altLang="en-US" sz="1600" dirty="0" smtClean="0">
                <a:solidFill>
                  <a:srgbClr val="000000"/>
                </a:solidFill>
                <a:latin typeface="华文楷体" panose="02010600040101010101" pitchFamily="2" charset="-122"/>
                <a:ea typeface="华文楷体" panose="02010600040101010101" pitchFamily="2" charset="-122"/>
              </a:rPr>
              <a:t>工程</a:t>
            </a:r>
            <a:r>
              <a:rPr lang="zh-CN" altLang="en-US" sz="1600" dirty="0">
                <a:solidFill>
                  <a:srgbClr val="000000"/>
                </a:solidFill>
                <a:latin typeface="华文楷体" panose="02010600040101010101" pitchFamily="2" charset="-122"/>
                <a:ea typeface="华文楷体" panose="02010600040101010101" pitchFamily="2" charset="-122"/>
              </a:rPr>
              <a:t>是人们利用科学技术改造客观世界的活动，一般是指制作过程与方法</a:t>
            </a:r>
            <a:r>
              <a:rPr lang="zh-CN" altLang="en-US" sz="1600" dirty="0" smtClean="0">
                <a:solidFill>
                  <a:srgbClr val="000000"/>
                </a:solidFill>
                <a:latin typeface="华文楷体" panose="02010600040101010101" pitchFamily="2" charset="-122"/>
                <a:ea typeface="华文楷体" panose="02010600040101010101" pitchFamily="2" charset="-122"/>
              </a:rPr>
              <a:t>。技术</a:t>
            </a:r>
            <a:r>
              <a:rPr lang="zh-CN" altLang="en-US" sz="1600" dirty="0">
                <a:solidFill>
                  <a:srgbClr val="000000"/>
                </a:solidFill>
                <a:latin typeface="华文楷体" panose="02010600040101010101" pitchFamily="2" charset="-122"/>
                <a:ea typeface="华文楷体" panose="02010600040101010101" pitchFamily="2" charset="-122"/>
              </a:rPr>
              <a:t>：是指一种劳动的技能和技巧</a:t>
            </a:r>
            <a:r>
              <a:rPr lang="zh-CN" altLang="en-US" sz="1600" dirty="0" smtClean="0">
                <a:solidFill>
                  <a:srgbClr val="000000"/>
                </a:solidFill>
                <a:latin typeface="华文楷体" panose="02010600040101010101" pitchFamily="2" charset="-122"/>
                <a:ea typeface="华文楷体" panose="02010600040101010101" pitchFamily="2" charset="-122"/>
              </a:rPr>
              <a:t>。广义</a:t>
            </a:r>
            <a:r>
              <a:rPr lang="zh-CN" altLang="en-US" sz="1600" dirty="0">
                <a:solidFill>
                  <a:srgbClr val="000000"/>
                </a:solidFill>
                <a:latin typeface="华文楷体" panose="02010600040101010101" pitchFamily="2" charset="-122"/>
                <a:ea typeface="华文楷体" panose="02010600040101010101" pitchFamily="2" charset="-122"/>
              </a:rPr>
              <a:t>的概念包括：劳动技能、劳动工具和</a:t>
            </a:r>
            <a:r>
              <a:rPr lang="zh-CN" altLang="en-US" sz="1600" dirty="0" smtClean="0">
                <a:solidFill>
                  <a:srgbClr val="000000"/>
                </a:solidFill>
                <a:latin typeface="华文楷体" panose="02010600040101010101" pitchFamily="2" charset="-122"/>
                <a:ea typeface="华文楷体" panose="02010600040101010101" pitchFamily="2" charset="-122"/>
              </a:rPr>
              <a:t>劳动对象</a:t>
            </a:r>
            <a:r>
              <a:rPr lang="zh-CN" altLang="en-US" sz="1600" dirty="0" smtClean="0">
                <a:solidFill>
                  <a:srgbClr val="000000"/>
                </a:solidFill>
                <a:latin typeface="华文楷体" panose="02010600040101010101" pitchFamily="2" charset="-122"/>
                <a:ea typeface="华文楷体" panose="02010600040101010101" pitchFamily="2" charset="-122"/>
              </a:rPr>
              <a:t>。</a:t>
            </a:r>
            <a:endParaRPr lang="en-US" altLang="zh-CN" sz="16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600" b="1" dirty="0">
                <a:solidFill>
                  <a:srgbClr val="000000"/>
                </a:solidFill>
                <a:latin typeface="华文楷体" panose="02010600040101010101" pitchFamily="2" charset="-122"/>
                <a:ea typeface="华文楷体" panose="02010600040101010101" pitchFamily="2" charset="-122"/>
              </a:rPr>
              <a:t>经济</a:t>
            </a:r>
          </a:p>
          <a:p>
            <a:pPr algn="just">
              <a:lnSpc>
                <a:spcPct val="150000"/>
              </a:lnSpc>
            </a:pPr>
            <a:r>
              <a:rPr lang="zh-CN" altLang="en-US" sz="1600" dirty="0">
                <a:solidFill>
                  <a:srgbClr val="000000"/>
                </a:solidFill>
                <a:latin typeface="华文楷体" panose="02010600040101010101" pitchFamily="2" charset="-122"/>
                <a:ea typeface="华文楷体" panose="02010600040101010101" pitchFamily="2" charset="-122"/>
              </a:rPr>
              <a:t>（</a:t>
            </a:r>
            <a:r>
              <a:rPr lang="en-US" altLang="zh-CN" sz="1600" dirty="0">
                <a:solidFill>
                  <a:srgbClr val="000000"/>
                </a:solidFill>
                <a:latin typeface="华文楷体" panose="02010600040101010101" pitchFamily="2" charset="-122"/>
                <a:ea typeface="华文楷体" panose="02010600040101010101" pitchFamily="2" charset="-122"/>
              </a:rPr>
              <a:t>1</a:t>
            </a:r>
            <a:r>
              <a:rPr lang="zh-CN" altLang="en-US" sz="1600" dirty="0">
                <a:solidFill>
                  <a:srgbClr val="000000"/>
                </a:solidFill>
                <a:latin typeface="华文楷体" panose="02010600040101010101" pitchFamily="2" charset="-122"/>
                <a:ea typeface="华文楷体" panose="02010600040101010101" pitchFamily="2" charset="-122"/>
              </a:rPr>
              <a:t>）指社会生产关系的总和，它是一切社会关系的基础，即经济基础。它支撑着社会上层建筑；</a:t>
            </a:r>
          </a:p>
          <a:p>
            <a:pPr algn="just">
              <a:lnSpc>
                <a:spcPct val="150000"/>
              </a:lnSpc>
            </a:pPr>
            <a:r>
              <a:rPr lang="zh-CN" altLang="en-US" sz="1600" dirty="0">
                <a:solidFill>
                  <a:srgbClr val="000000"/>
                </a:solidFill>
                <a:latin typeface="华文楷体" panose="02010600040101010101" pitchFamily="2" charset="-122"/>
                <a:ea typeface="华文楷体" panose="02010600040101010101" pitchFamily="2" charset="-122"/>
              </a:rPr>
              <a:t>（</a:t>
            </a:r>
            <a:r>
              <a:rPr lang="en-US" altLang="zh-CN" sz="1600" dirty="0">
                <a:solidFill>
                  <a:srgbClr val="000000"/>
                </a:solidFill>
                <a:latin typeface="华文楷体" panose="02010600040101010101" pitchFamily="2" charset="-122"/>
                <a:ea typeface="华文楷体" panose="02010600040101010101" pitchFamily="2" charset="-122"/>
              </a:rPr>
              <a:t>2</a:t>
            </a:r>
            <a:r>
              <a:rPr lang="zh-CN" altLang="en-US" sz="1600" dirty="0">
                <a:solidFill>
                  <a:srgbClr val="000000"/>
                </a:solidFill>
                <a:latin typeface="华文楷体" panose="02010600040101010101" pitchFamily="2" charset="-122"/>
                <a:ea typeface="华文楷体" panose="02010600040101010101" pitchFamily="2" charset="-122"/>
              </a:rPr>
              <a:t>）指国民经济的总称或国民经济的具体组成部门。社会再生产，即生产、流通、分配、消费构成了人类得以存在的基础，形成了国民经济；</a:t>
            </a:r>
          </a:p>
          <a:p>
            <a:pPr algn="just">
              <a:lnSpc>
                <a:spcPct val="150000"/>
              </a:lnSpc>
            </a:pPr>
            <a:r>
              <a:rPr lang="zh-CN" altLang="en-US" sz="1600" dirty="0">
                <a:solidFill>
                  <a:srgbClr val="000000"/>
                </a:solidFill>
                <a:latin typeface="华文楷体" panose="02010600040101010101" pitchFamily="2" charset="-122"/>
                <a:ea typeface="华文楷体" panose="02010600040101010101" pitchFamily="2" charset="-122"/>
              </a:rPr>
              <a:t>（</a:t>
            </a:r>
            <a:r>
              <a:rPr lang="en-US" altLang="zh-CN" sz="1600" dirty="0">
                <a:solidFill>
                  <a:srgbClr val="000000"/>
                </a:solidFill>
                <a:latin typeface="华文楷体" panose="02010600040101010101" pitchFamily="2" charset="-122"/>
                <a:ea typeface="华文楷体" panose="02010600040101010101" pitchFamily="2" charset="-122"/>
              </a:rPr>
              <a:t>3</a:t>
            </a:r>
            <a:r>
              <a:rPr lang="zh-CN" altLang="en-US" sz="1600" dirty="0">
                <a:solidFill>
                  <a:srgbClr val="000000"/>
                </a:solidFill>
                <a:latin typeface="华文楷体" panose="02010600040101010101" pitchFamily="2" charset="-122"/>
                <a:ea typeface="华文楷体" panose="02010600040101010101" pitchFamily="2" charset="-122"/>
              </a:rPr>
              <a:t>）指节约、节省。即以较少的社会投入获取较多的社会</a:t>
            </a:r>
            <a:r>
              <a:rPr lang="zh-CN" altLang="en-US" sz="1600" dirty="0" smtClean="0">
                <a:solidFill>
                  <a:srgbClr val="000000"/>
                </a:solidFill>
                <a:latin typeface="华文楷体" panose="02010600040101010101" pitchFamily="2" charset="-122"/>
                <a:ea typeface="华文楷体" panose="02010600040101010101" pitchFamily="2" charset="-122"/>
              </a:rPr>
              <a:t>回报</a:t>
            </a:r>
            <a:r>
              <a:rPr lang="zh-CN" altLang="en-US" sz="1600" dirty="0" smtClean="0">
                <a:solidFill>
                  <a:srgbClr val="000000"/>
                </a:solidFill>
                <a:latin typeface="华文楷体" panose="02010600040101010101" pitchFamily="2" charset="-122"/>
                <a:ea typeface="华文楷体" panose="02010600040101010101" pitchFamily="2" charset="-122"/>
              </a:rPr>
              <a:t>。</a:t>
            </a:r>
            <a:endParaRPr lang="en-US" altLang="zh-CN" sz="1600" dirty="0" smtClean="0">
              <a:solidFill>
                <a:srgbClr val="000000"/>
              </a:solidFill>
              <a:latin typeface="华文楷体" panose="02010600040101010101" pitchFamily="2" charset="-122"/>
              <a:ea typeface="华文楷体" panose="02010600040101010101" pitchFamily="2" charset="-122"/>
            </a:endParaRPr>
          </a:p>
          <a:p>
            <a:pPr algn="just">
              <a:lnSpc>
                <a:spcPct val="150000"/>
              </a:lnSpc>
            </a:pPr>
            <a:r>
              <a:rPr lang="zh-CN" altLang="en-US" sz="1600" b="1" dirty="0">
                <a:solidFill>
                  <a:srgbClr val="000000"/>
                </a:solidFill>
                <a:latin typeface="华文楷体" panose="02010600040101010101" pitchFamily="2" charset="-122"/>
                <a:ea typeface="华文楷体" panose="02010600040101010101" pitchFamily="2" charset="-122"/>
              </a:rPr>
              <a:t>工程是实现人们理想的手段，经济是人们所追求和期待的目标。它们是手段和目的关系。两者结合起来，就是工程的有效性，即技术的先进性和经济的合理性 。 </a:t>
            </a:r>
          </a:p>
        </p:txBody>
      </p:sp>
    </p:spTree>
    <p:extLst>
      <p:ext uri="{BB962C8B-B14F-4D97-AF65-F5344CB8AC3E}">
        <p14:creationId xmlns:p14="http://schemas.microsoft.com/office/powerpoint/2010/main" val="118191399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300904"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什么是工程经济学？</a:t>
            </a:r>
          </a:p>
        </p:txBody>
      </p:sp>
      <p:sp>
        <p:nvSpPr>
          <p:cNvPr id="2" name="矩形 1">
            <a:extLst>
              <a:ext uri="{FF2B5EF4-FFF2-40B4-BE49-F238E27FC236}">
                <a16:creationId xmlns:a16="http://schemas.microsoft.com/office/drawing/2014/main" id="{1A343DEC-CFF6-41F5-B87C-0DFC08C67B76}"/>
              </a:ext>
            </a:extLst>
          </p:cNvPr>
          <p:cNvSpPr/>
          <p:nvPr/>
        </p:nvSpPr>
        <p:spPr>
          <a:xfrm>
            <a:off x="274552" y="1000825"/>
            <a:ext cx="8712051" cy="3046988"/>
          </a:xfrm>
          <a:prstGeom prst="rect">
            <a:avLst/>
          </a:prstGeom>
        </p:spPr>
        <p:txBody>
          <a:bodyPr wrap="square">
            <a:spAutoFit/>
          </a:bodyPr>
          <a:lstStyle/>
          <a:p>
            <a:pPr algn="just">
              <a:lnSpc>
                <a:spcPct val="150000"/>
              </a:lnSpc>
            </a:pPr>
            <a:r>
              <a:rPr lang="zh-CN" altLang="en-US" sz="1600" b="1" dirty="0">
                <a:solidFill>
                  <a:srgbClr val="000000"/>
                </a:solidFill>
                <a:latin typeface="华文楷体" panose="02010600040101010101" pitchFamily="2" charset="-122"/>
                <a:ea typeface="华文楷体" panose="02010600040101010101" pitchFamily="2" charset="-122"/>
              </a:rPr>
              <a:t>工程经济学是工程与经济的交叉学科，研究的是再工程项目建设过程中如何取得技术的可行和经济合理的最佳结合点</a:t>
            </a:r>
            <a:r>
              <a:rPr lang="zh-CN" altLang="en-US" sz="1600" b="1" dirty="0" smtClean="0">
                <a:solidFill>
                  <a:srgbClr val="000000"/>
                </a:solidFill>
                <a:latin typeface="华文楷体" panose="02010600040101010101" pitchFamily="2" charset="-122"/>
                <a:ea typeface="华文楷体" panose="02010600040101010101" pitchFamily="2" charset="-122"/>
              </a:rPr>
              <a:t>。</a:t>
            </a:r>
            <a:endParaRPr lang="en-US" altLang="zh-CN" sz="1600" b="1" dirty="0" smtClean="0">
              <a:solidFill>
                <a:srgbClr val="000000"/>
              </a:solidFill>
              <a:latin typeface="华文楷体" panose="02010600040101010101" pitchFamily="2" charset="-122"/>
              <a:ea typeface="华文楷体" panose="02010600040101010101" pitchFamily="2" charset="-122"/>
            </a:endParaRPr>
          </a:p>
          <a:p>
            <a:pPr algn="just">
              <a:lnSpc>
                <a:spcPct val="150000"/>
              </a:lnSpc>
            </a:pPr>
            <a:r>
              <a:rPr lang="zh-CN" altLang="en-US" sz="1600" dirty="0" smtClean="0">
                <a:solidFill>
                  <a:srgbClr val="000000"/>
                </a:solidFill>
                <a:latin typeface="华文楷体" panose="02010600040101010101" pitchFamily="2" charset="-122"/>
                <a:ea typeface="华文楷体" panose="02010600040101010101" pitchFamily="2" charset="-122"/>
              </a:rPr>
              <a:t>（</a:t>
            </a:r>
            <a:r>
              <a:rPr lang="en-US" altLang="zh-CN" sz="1600" dirty="0" smtClean="0">
                <a:solidFill>
                  <a:srgbClr val="000000"/>
                </a:solidFill>
                <a:latin typeface="华文楷体" panose="02010600040101010101" pitchFamily="2" charset="-122"/>
                <a:ea typeface="华文楷体" panose="02010600040101010101" pitchFamily="2" charset="-122"/>
              </a:rPr>
              <a:t>1</a:t>
            </a:r>
            <a:r>
              <a:rPr lang="zh-CN" altLang="en-US" sz="1600" dirty="0" smtClean="0">
                <a:solidFill>
                  <a:srgbClr val="000000"/>
                </a:solidFill>
                <a:latin typeface="华文楷体" panose="02010600040101010101" pitchFamily="2" charset="-122"/>
                <a:ea typeface="华文楷体" panose="02010600040101010101" pitchFamily="2" charset="-122"/>
              </a:rPr>
              <a:t>）工程</a:t>
            </a:r>
            <a:r>
              <a:rPr lang="zh-CN" altLang="en-US" sz="1600" dirty="0">
                <a:solidFill>
                  <a:srgbClr val="000000"/>
                </a:solidFill>
                <a:latin typeface="华文楷体" panose="02010600040101010101" pitchFamily="2" charset="-122"/>
                <a:ea typeface="华文楷体" panose="02010600040101010101" pitchFamily="2" charset="-122"/>
              </a:rPr>
              <a:t>技术的先进性</a:t>
            </a: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创造落后技术所不能创造的的产品或劳务</a:t>
            </a:r>
            <a:r>
              <a:rPr lang="zh-CN" altLang="en-US" sz="1600" dirty="0" smtClean="0">
                <a:solidFill>
                  <a:srgbClr val="000000"/>
                </a:solidFill>
                <a:latin typeface="华文楷体" panose="02010600040101010101" pitchFamily="2" charset="-122"/>
                <a:ea typeface="华文楷体" panose="02010600040101010101" pitchFamily="2" charset="-122"/>
              </a:rPr>
              <a:t>；</a:t>
            </a:r>
            <a:endParaRPr lang="zh-CN" altLang="en-US" sz="16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利用更少的物力和人力创造出相同的产品和劳务</a:t>
            </a:r>
            <a:endParaRPr lang="en-US" altLang="zh-CN" sz="1600" dirty="0">
              <a:solidFill>
                <a:srgbClr val="000000"/>
              </a:solidFill>
              <a:latin typeface="华文楷体" panose="02010600040101010101" pitchFamily="2" charset="-122"/>
              <a:ea typeface="华文楷体" panose="02010600040101010101" pitchFamily="2" charset="-122"/>
            </a:endParaRPr>
          </a:p>
          <a:p>
            <a:pPr algn="just">
              <a:lnSpc>
                <a:spcPct val="150000"/>
              </a:lnSpc>
            </a:pPr>
            <a:r>
              <a:rPr lang="zh-CN" altLang="en-US" sz="1600" dirty="0" smtClean="0">
                <a:solidFill>
                  <a:srgbClr val="000000"/>
                </a:solidFill>
                <a:latin typeface="华文楷体" panose="02010600040101010101" pitchFamily="2" charset="-122"/>
                <a:ea typeface="华文楷体" panose="02010600040101010101" pitchFamily="2" charset="-122"/>
              </a:rPr>
              <a:t>（</a:t>
            </a:r>
            <a:r>
              <a:rPr lang="en-US" altLang="zh-CN" sz="1600" dirty="0" smtClean="0">
                <a:solidFill>
                  <a:srgbClr val="000000"/>
                </a:solidFill>
                <a:latin typeface="华文楷体" panose="02010600040101010101" pitchFamily="2" charset="-122"/>
                <a:ea typeface="华文楷体" panose="02010600040101010101" pitchFamily="2" charset="-122"/>
              </a:rPr>
              <a:t>2</a:t>
            </a:r>
            <a:r>
              <a:rPr lang="zh-CN" altLang="en-US" sz="1600" dirty="0" smtClean="0">
                <a:solidFill>
                  <a:srgbClr val="000000"/>
                </a:solidFill>
                <a:latin typeface="华文楷体" panose="02010600040101010101" pitchFamily="2" charset="-122"/>
                <a:ea typeface="华文楷体" panose="02010600040101010101" pitchFamily="2" charset="-122"/>
              </a:rPr>
              <a:t>）工程</a:t>
            </a:r>
            <a:r>
              <a:rPr lang="zh-CN" altLang="en-US" sz="1600" dirty="0">
                <a:solidFill>
                  <a:srgbClr val="000000"/>
                </a:solidFill>
                <a:latin typeface="华文楷体" panose="02010600040101010101" pitchFamily="2" charset="-122"/>
                <a:ea typeface="华文楷体" panose="02010600040101010101" pitchFamily="2" charset="-122"/>
              </a:rPr>
              <a:t>技术的评价标准</a:t>
            </a: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  技术的先进性</a:t>
            </a: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  经济的</a:t>
            </a:r>
            <a:r>
              <a:rPr lang="zh-CN" altLang="en-US" sz="1600" dirty="0" smtClean="0">
                <a:solidFill>
                  <a:srgbClr val="000000"/>
                </a:solidFill>
                <a:latin typeface="华文楷体" panose="02010600040101010101" pitchFamily="2" charset="-122"/>
                <a:ea typeface="华文楷体" panose="02010600040101010101" pitchFamily="2" charset="-122"/>
              </a:rPr>
              <a:t>合理性</a:t>
            </a:r>
            <a:endParaRPr lang="zh-CN" altLang="en-US" sz="1600"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54207738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300904"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什么是工程经济学？</a:t>
            </a:r>
          </a:p>
        </p:txBody>
      </p:sp>
      <p:grpSp>
        <p:nvGrpSpPr>
          <p:cNvPr id="3" name="组合 2"/>
          <p:cNvGrpSpPr/>
          <p:nvPr/>
        </p:nvGrpSpPr>
        <p:grpSpPr>
          <a:xfrm>
            <a:off x="1004341" y="921895"/>
            <a:ext cx="6177850" cy="3153217"/>
            <a:chOff x="344488" y="569913"/>
            <a:chExt cx="8284255" cy="441960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 name="Oval 4"/>
            <p:cNvSpPr>
              <a:spLocks noChangeArrowheads="1"/>
            </p:cNvSpPr>
            <p:nvPr/>
          </p:nvSpPr>
          <p:spPr bwMode="auto">
            <a:xfrm>
              <a:off x="2668588" y="4684713"/>
              <a:ext cx="3733800" cy="3048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AutoShape 5"/>
            <p:cNvSpPr>
              <a:spLocks noChangeArrowheads="1"/>
            </p:cNvSpPr>
            <p:nvPr/>
          </p:nvSpPr>
          <p:spPr bwMode="auto">
            <a:xfrm>
              <a:off x="344488" y="569913"/>
              <a:ext cx="2667000" cy="2590800"/>
            </a:xfrm>
            <a:prstGeom prst="roundRect">
              <a:avLst>
                <a:gd name="adj" fmla="val 16667"/>
              </a:avLst>
            </a:prstGeom>
            <a:gradFill rotWithShape="0">
              <a:gsLst>
                <a:gs pos="0">
                  <a:srgbClr val="009900"/>
                </a:gs>
                <a:gs pos="50000">
                  <a:schemeClr val="bg1"/>
                </a:gs>
                <a:gs pos="100000">
                  <a:srgbClr val="009900"/>
                </a:gs>
              </a:gsLst>
              <a:lin ang="18900000" scaled="1"/>
            </a:gra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AutoShape 6"/>
            <p:cNvSpPr>
              <a:spLocks noChangeArrowheads="1"/>
            </p:cNvSpPr>
            <p:nvPr/>
          </p:nvSpPr>
          <p:spPr bwMode="auto">
            <a:xfrm>
              <a:off x="3011488" y="569913"/>
              <a:ext cx="2667000" cy="2590800"/>
            </a:xfrm>
            <a:prstGeom prst="roundRect">
              <a:avLst>
                <a:gd name="adj" fmla="val 16667"/>
              </a:avLst>
            </a:prstGeom>
            <a:gradFill rotWithShape="0">
              <a:gsLst>
                <a:gs pos="0">
                  <a:srgbClr val="009900"/>
                </a:gs>
                <a:gs pos="50000">
                  <a:schemeClr val="bg1"/>
                </a:gs>
                <a:gs pos="100000">
                  <a:srgbClr val="009900"/>
                </a:gs>
              </a:gsLst>
              <a:lin ang="18900000" scaled="1"/>
            </a:gra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AutoShape 7"/>
            <p:cNvSpPr>
              <a:spLocks noChangeArrowheads="1"/>
            </p:cNvSpPr>
            <p:nvPr/>
          </p:nvSpPr>
          <p:spPr bwMode="auto">
            <a:xfrm>
              <a:off x="5678488" y="569913"/>
              <a:ext cx="2667000" cy="2590800"/>
            </a:xfrm>
            <a:prstGeom prst="roundRect">
              <a:avLst>
                <a:gd name="adj" fmla="val 16667"/>
              </a:avLst>
            </a:prstGeom>
            <a:gradFill rotWithShape="0">
              <a:gsLst>
                <a:gs pos="0">
                  <a:srgbClr val="009900"/>
                </a:gs>
                <a:gs pos="50000">
                  <a:schemeClr val="bg1"/>
                </a:gs>
                <a:gs pos="100000">
                  <a:srgbClr val="009900"/>
                </a:gs>
              </a:gsLst>
              <a:lin ang="18900000" scaled="1"/>
            </a:gra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AutoShape 8"/>
            <p:cNvSpPr>
              <a:spLocks noChangeArrowheads="1"/>
            </p:cNvSpPr>
            <p:nvPr/>
          </p:nvSpPr>
          <p:spPr bwMode="auto">
            <a:xfrm>
              <a:off x="655638" y="806450"/>
              <a:ext cx="1905000" cy="1828800"/>
            </a:xfrm>
            <a:prstGeom prst="roundRect">
              <a:avLst>
                <a:gd name="adj" fmla="val 16667"/>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800" dirty="0"/>
                <a:t>工程</a:t>
              </a:r>
            </a:p>
            <a:p>
              <a:pPr algn="ctr"/>
              <a:r>
                <a:rPr lang="zh-CN" altLang="en-US" dirty="0"/>
                <a:t>（拟议的工程项目）</a:t>
              </a:r>
            </a:p>
          </p:txBody>
        </p:sp>
        <p:sp>
          <p:nvSpPr>
            <p:cNvPr id="11" name="AutoShape 9"/>
            <p:cNvSpPr>
              <a:spLocks noChangeArrowheads="1"/>
            </p:cNvSpPr>
            <p:nvPr/>
          </p:nvSpPr>
          <p:spPr bwMode="auto">
            <a:xfrm>
              <a:off x="3392488" y="950913"/>
              <a:ext cx="1905000" cy="1828800"/>
            </a:xfrm>
            <a:prstGeom prst="roundRect">
              <a:avLst>
                <a:gd name="adj" fmla="val 16667"/>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zh-CN" sz="3600" dirty="0"/>
            </a:p>
            <a:p>
              <a:pPr algn="ctr"/>
              <a:r>
                <a:rPr lang="zh-CN" altLang="en-US" sz="2800" dirty="0"/>
                <a:t>技术</a:t>
              </a:r>
            </a:p>
            <a:p>
              <a:pPr algn="ctr"/>
              <a:endParaRPr lang="zh-CN" altLang="en-US" sz="3600" dirty="0"/>
            </a:p>
            <a:p>
              <a:pPr algn="ctr"/>
              <a:endParaRPr lang="en-US" altLang="zh-CN" sz="3600" dirty="0"/>
            </a:p>
          </p:txBody>
        </p:sp>
        <p:sp>
          <p:nvSpPr>
            <p:cNvPr id="12" name="AutoShape 10"/>
            <p:cNvSpPr>
              <a:spLocks noChangeArrowheads="1"/>
            </p:cNvSpPr>
            <p:nvPr/>
          </p:nvSpPr>
          <p:spPr bwMode="auto">
            <a:xfrm>
              <a:off x="6059488" y="950913"/>
              <a:ext cx="1905000" cy="1828800"/>
            </a:xfrm>
            <a:prstGeom prst="roundRect">
              <a:avLst>
                <a:gd name="adj" fmla="val 16667"/>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800" dirty="0"/>
                <a:t>经济</a:t>
              </a:r>
            </a:p>
            <a:p>
              <a:pPr algn="ctr"/>
              <a:r>
                <a:rPr lang="zh-CN" altLang="en-US" dirty="0"/>
                <a:t>节省或节约</a:t>
              </a:r>
            </a:p>
            <a:p>
              <a:pPr algn="ctr"/>
              <a:r>
                <a:rPr lang="zh-CN" altLang="en-US" dirty="0"/>
                <a:t>用最少的投入</a:t>
              </a:r>
            </a:p>
            <a:p>
              <a:pPr algn="ctr"/>
              <a:r>
                <a:rPr lang="zh-CN" altLang="en-US" dirty="0"/>
                <a:t>获得最大的产出</a:t>
              </a:r>
              <a:endParaRPr lang="zh-CN" altLang="en-US" sz="3600" dirty="0"/>
            </a:p>
            <a:p>
              <a:pPr algn="ctr"/>
              <a:endParaRPr lang="en-US" altLang="zh-CN" sz="3600" dirty="0"/>
            </a:p>
          </p:txBody>
        </p:sp>
        <p:sp>
          <p:nvSpPr>
            <p:cNvPr id="13" name="AutoShape 11"/>
            <p:cNvSpPr>
              <a:spLocks noChangeArrowheads="1"/>
            </p:cNvSpPr>
            <p:nvPr/>
          </p:nvSpPr>
          <p:spPr bwMode="auto">
            <a:xfrm rot="6085822">
              <a:off x="5223670" y="3196431"/>
              <a:ext cx="995362" cy="771525"/>
            </a:xfrm>
            <a:custGeom>
              <a:avLst/>
              <a:gdLst>
                <a:gd name="G0" fmla="+- 8998 0 0"/>
                <a:gd name="G1" fmla="+- 8532744 0 0"/>
                <a:gd name="G2" fmla="+- 0 0 8532744"/>
                <a:gd name="T0" fmla="*/ 0 256 1"/>
                <a:gd name="T1" fmla="*/ 180 256 1"/>
                <a:gd name="G3" fmla="+- 8532744 T0 T1"/>
                <a:gd name="T2" fmla="*/ 0 256 1"/>
                <a:gd name="T3" fmla="*/ 90 256 1"/>
                <a:gd name="G4" fmla="+- 8532744 T2 T3"/>
                <a:gd name="G5" fmla="*/ G4 2 1"/>
                <a:gd name="T4" fmla="*/ 90 256 1"/>
                <a:gd name="T5" fmla="*/ 0 256 1"/>
                <a:gd name="G6" fmla="+- 8532744 T4 T5"/>
                <a:gd name="G7" fmla="*/ G6 2 1"/>
                <a:gd name="G8" fmla="abs 8532744"/>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8998"/>
                <a:gd name="G18" fmla="*/ 8998 1 2"/>
                <a:gd name="G19" fmla="+- G18 5400 0"/>
                <a:gd name="G20" fmla="cos G19 8532744"/>
                <a:gd name="G21" fmla="sin G19 8532744"/>
                <a:gd name="G22" fmla="+- G20 10800 0"/>
                <a:gd name="G23" fmla="+- G21 10800 0"/>
                <a:gd name="G24" fmla="+- 10800 0 G20"/>
                <a:gd name="G25" fmla="+- 8998 10800 0"/>
                <a:gd name="G26" fmla="?: G9 G17 G25"/>
                <a:gd name="G27" fmla="?: G9 0 21600"/>
                <a:gd name="G28" fmla="cos 10800 8532744"/>
                <a:gd name="G29" fmla="sin 10800 8532744"/>
                <a:gd name="G30" fmla="sin 8998 8532744"/>
                <a:gd name="G31" fmla="+- G28 10800 0"/>
                <a:gd name="G32" fmla="+- G29 10800 0"/>
                <a:gd name="G33" fmla="+- G30 10800 0"/>
                <a:gd name="G34" fmla="?: G4 0 G31"/>
                <a:gd name="G35" fmla="?: 8532744 G34 0"/>
                <a:gd name="G36" fmla="?: G6 G35 G31"/>
                <a:gd name="G37" fmla="+- 21600 0 G36"/>
                <a:gd name="G38" fmla="?: G4 0 G33"/>
                <a:gd name="G39" fmla="?: 8532744 G38 G32"/>
                <a:gd name="G40" fmla="?: G6 G39 0"/>
                <a:gd name="G41" fmla="?: G4 G32 21600"/>
                <a:gd name="G42" fmla="?: G6 G41 G33"/>
                <a:gd name="T12" fmla="*/ 10800 w 21600"/>
                <a:gd name="T13" fmla="*/ 0 h 21600"/>
                <a:gd name="T14" fmla="*/ 4410 w 21600"/>
                <a:gd name="T15" fmla="*/ 18360 h 21600"/>
                <a:gd name="T16" fmla="*/ 10800 w 21600"/>
                <a:gd name="T17" fmla="*/ 1802 h 21600"/>
                <a:gd name="T18" fmla="*/ 17190 w 21600"/>
                <a:gd name="T19" fmla="*/ 1836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4992" y="17672"/>
                  </a:moveTo>
                  <a:cubicBezTo>
                    <a:pt x="2969" y="15963"/>
                    <a:pt x="1802" y="13448"/>
                    <a:pt x="1802" y="10800"/>
                  </a:cubicBezTo>
                  <a:cubicBezTo>
                    <a:pt x="1802" y="5830"/>
                    <a:pt x="5830" y="1802"/>
                    <a:pt x="10800" y="1802"/>
                  </a:cubicBezTo>
                  <a:cubicBezTo>
                    <a:pt x="15769" y="1802"/>
                    <a:pt x="19798" y="5830"/>
                    <a:pt x="19798" y="10800"/>
                  </a:cubicBezTo>
                  <a:cubicBezTo>
                    <a:pt x="19797" y="13448"/>
                    <a:pt x="18630" y="15963"/>
                    <a:pt x="16607" y="17672"/>
                  </a:cubicBezTo>
                  <a:lnTo>
                    <a:pt x="17770" y="19049"/>
                  </a:lnTo>
                  <a:cubicBezTo>
                    <a:pt x="20199" y="16997"/>
                    <a:pt x="21600" y="13979"/>
                    <a:pt x="21600" y="10800"/>
                  </a:cubicBezTo>
                  <a:cubicBezTo>
                    <a:pt x="21600" y="4835"/>
                    <a:pt x="16764" y="0"/>
                    <a:pt x="10800" y="0"/>
                  </a:cubicBezTo>
                  <a:cubicBezTo>
                    <a:pt x="4835" y="0"/>
                    <a:pt x="0" y="4835"/>
                    <a:pt x="0" y="10800"/>
                  </a:cubicBezTo>
                  <a:cubicBezTo>
                    <a:pt x="0" y="13979"/>
                    <a:pt x="1400" y="16997"/>
                    <a:pt x="3829" y="19049"/>
                  </a:cubicBezTo>
                  <a:close/>
                </a:path>
              </a:pathLst>
            </a:custGeom>
            <a:gradFill rotWithShape="0">
              <a:gsLst>
                <a:gs pos="0">
                  <a:schemeClr val="accent2"/>
                </a:gs>
                <a:gs pos="100000">
                  <a:schemeClr val="bg1"/>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Oval 12"/>
            <p:cNvSpPr>
              <a:spLocks noChangeArrowheads="1"/>
            </p:cNvSpPr>
            <p:nvPr/>
          </p:nvSpPr>
          <p:spPr bwMode="auto">
            <a:xfrm>
              <a:off x="2135188" y="3998913"/>
              <a:ext cx="4343400" cy="9144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sy="-100000" rotWithShape="0">
                      <a:schemeClr val="bg2"/>
                    </a:outerShdw>
                  </a:effectLst>
                </a14:hiddenEffects>
              </a:ext>
            </a:extLst>
          </p:spPr>
          <p:txBody>
            <a:bodyPr wrap="none" anchor="ctr"/>
            <a:lstStyle/>
            <a:p>
              <a:endParaRPr lang="zh-CN" altLang="en-US"/>
            </a:p>
          </p:txBody>
        </p:sp>
        <p:sp>
          <p:nvSpPr>
            <p:cNvPr id="15" name="Oval 13"/>
            <p:cNvSpPr>
              <a:spLocks noChangeArrowheads="1"/>
            </p:cNvSpPr>
            <p:nvPr/>
          </p:nvSpPr>
          <p:spPr bwMode="auto">
            <a:xfrm>
              <a:off x="3278188" y="4303713"/>
              <a:ext cx="2362200" cy="3048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AutoShape 14"/>
            <p:cNvSpPr>
              <a:spLocks noChangeArrowheads="1"/>
            </p:cNvSpPr>
            <p:nvPr/>
          </p:nvSpPr>
          <p:spPr bwMode="auto">
            <a:xfrm rot="5400000">
              <a:off x="3621088" y="2589213"/>
              <a:ext cx="1371600" cy="2514600"/>
            </a:xfrm>
            <a:prstGeom prst="flowChartDelay">
              <a:avLst/>
            </a:prstGeom>
            <a:gradFill rotWithShape="0">
              <a:gsLst>
                <a:gs pos="0">
                  <a:schemeClr val="accent2"/>
                </a:gs>
                <a:gs pos="50000">
                  <a:schemeClr val="bg1"/>
                </a:gs>
                <a:gs pos="100000">
                  <a:schemeClr val="accent2"/>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pPr algn="ctr"/>
              <a:r>
                <a:rPr lang="zh-CN" altLang="en-US" sz="2800"/>
                <a:t>工程经济</a:t>
              </a:r>
            </a:p>
          </p:txBody>
        </p:sp>
        <p:sp>
          <p:nvSpPr>
            <p:cNvPr id="17" name="Oval 15"/>
            <p:cNvSpPr>
              <a:spLocks noChangeArrowheads="1"/>
            </p:cNvSpPr>
            <p:nvPr/>
          </p:nvSpPr>
          <p:spPr bwMode="auto">
            <a:xfrm>
              <a:off x="3049588" y="2932113"/>
              <a:ext cx="2514600" cy="381000"/>
            </a:xfrm>
            <a:prstGeom prst="ellipse">
              <a:avLst/>
            </a:prstGeom>
            <a:gradFill rotWithShape="0">
              <a:gsLst>
                <a:gs pos="0">
                  <a:schemeClr val="accent2"/>
                </a:gs>
                <a:gs pos="100000">
                  <a:srgbClr val="FFFFFF"/>
                </a:gs>
              </a:gsLst>
              <a:lin ang="27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 name="矩形 3"/>
          <p:cNvSpPr/>
          <p:nvPr/>
        </p:nvSpPr>
        <p:spPr>
          <a:xfrm>
            <a:off x="241752" y="4145172"/>
            <a:ext cx="8257671" cy="923330"/>
          </a:xfrm>
          <a:prstGeom prst="rect">
            <a:avLst/>
          </a:prstGeom>
        </p:spPr>
        <p:txBody>
          <a:bodyPr wrap="square">
            <a:spAutoFit/>
          </a:bodyPr>
          <a:lstStyle/>
          <a:p>
            <a:r>
              <a:rPr lang="zh-CN" altLang="en-US" dirty="0"/>
              <a:t>在有限的资源下，运用有效的方法，对各种工程项目进行评价和选择，以确定初最佳方案，进而作出投资决策的学科，从经济角度解决对技术方案的选择问题，这是区别于其它经济学的显著标志</a:t>
            </a:r>
          </a:p>
        </p:txBody>
      </p:sp>
    </p:spTree>
    <p:extLst>
      <p:ext uri="{BB962C8B-B14F-4D97-AF65-F5344CB8AC3E}">
        <p14:creationId xmlns:p14="http://schemas.microsoft.com/office/powerpoint/2010/main" val="35309036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down)">
                                      <p:cBhvr>
                                        <p:cTn id="7" dur="300"/>
                                        <p:tgtEl>
                                          <p:spTgt spid="34"/>
                                        </p:tgtEl>
                                      </p:cBhvr>
                                    </p:animEffect>
                                  </p:childTnLst>
                                </p:cTn>
                              </p:par>
                            </p:childTnLst>
                          </p:cTn>
                        </p:par>
                        <p:par>
                          <p:cTn id="8" fill="hold">
                            <p:stCondLst>
                              <p:cond delay="300"/>
                            </p:stCondLst>
                            <p:childTnLst>
                              <p:par>
                                <p:cTn id="9" presetID="12" presetClass="entr" presetSubtype="8" fill="hold" grpId="0" nodeType="afterEffect">
                                  <p:stCondLst>
                                    <p:cond delay="0"/>
                                  </p:stCondLst>
                                  <p:childTnLst>
                                    <p:set>
                                      <p:cBhvr>
                                        <p:cTn id="10" dur="1" fill="hold">
                                          <p:stCondLst>
                                            <p:cond delay="0"/>
                                          </p:stCondLst>
                                        </p:cTn>
                                        <p:tgtEl>
                                          <p:spTgt spid="35"/>
                                        </p:tgtEl>
                                        <p:attrNameLst>
                                          <p:attrName>style.visibility</p:attrName>
                                        </p:attrNameLst>
                                      </p:cBhvr>
                                      <p:to>
                                        <p:strVal val="visible"/>
                                      </p:to>
                                    </p:set>
                                    <p:anim calcmode="lin" valueType="num">
                                      <p:cBhvr additive="base">
                                        <p:cTn id="11" dur="500"/>
                                        <p:tgtEl>
                                          <p:spTgt spid="35"/>
                                        </p:tgtEl>
                                        <p:attrNameLst>
                                          <p:attrName>ppt_x</p:attrName>
                                        </p:attrNameLst>
                                      </p:cBhvr>
                                      <p:tavLst>
                                        <p:tav tm="0">
                                          <p:val>
                                            <p:strVal val="#ppt_x-#ppt_w*1.125000"/>
                                          </p:val>
                                        </p:tav>
                                        <p:tav tm="100000">
                                          <p:val>
                                            <p:strVal val="#ppt_x"/>
                                          </p:val>
                                        </p:tav>
                                      </p:tavLst>
                                    </p:anim>
                                    <p:animEffect transition="in" filter="wipe(right)">
                                      <p:cBhvr>
                                        <p:cTn id="1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300904"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什么是工程经济学？</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420775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工程经济学是</a:t>
            </a:r>
            <a:r>
              <a:rPr lang="zh-CN" altLang="en-US" b="1">
                <a:solidFill>
                  <a:srgbClr val="FF0000"/>
                </a:solidFill>
                <a:latin typeface="华文楷体" panose="02010600040101010101" pitchFamily="2" charset="-122"/>
                <a:ea typeface="华文楷体" panose="02010600040101010101" pitchFamily="2" charset="-122"/>
              </a:rPr>
              <a:t>工程技术</a:t>
            </a:r>
            <a:r>
              <a:rPr lang="zh-CN" altLang="en-US">
                <a:solidFill>
                  <a:srgbClr val="000000"/>
                </a:solidFill>
                <a:latin typeface="华文楷体" panose="02010600040101010101" pitchFamily="2" charset="-122"/>
                <a:ea typeface="华文楷体" panose="02010600040101010101" pitchFamily="2" charset="-122"/>
              </a:rPr>
              <a:t>与</a:t>
            </a:r>
            <a:r>
              <a:rPr lang="zh-CN" altLang="en-US" b="1">
                <a:solidFill>
                  <a:srgbClr val="FF0000"/>
                </a:solidFill>
                <a:latin typeface="华文楷体" panose="02010600040101010101" pitchFamily="2" charset="-122"/>
                <a:ea typeface="华文楷体" panose="02010600040101010101" pitchFamily="2" charset="-122"/>
              </a:rPr>
              <a:t>经济学</a:t>
            </a:r>
            <a:r>
              <a:rPr lang="zh-CN" altLang="en-US">
                <a:solidFill>
                  <a:srgbClr val="000000"/>
                </a:solidFill>
                <a:latin typeface="华文楷体" panose="02010600040101010101" pitchFamily="2" charset="-122"/>
                <a:ea typeface="华文楷体" panose="02010600040101010101" pitchFamily="2" charset="-122"/>
              </a:rPr>
              <a:t>相结合的交叉学科，是自然科学、社会科学密切交融的综合科学一门与生产建设、经济发展有着直接联系的应用性学科。</a:t>
            </a:r>
            <a:endParaRPr lang="en-US" altLang="zh-CN">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工程经济学</a:t>
            </a:r>
            <a:r>
              <a:rPr lang="zh-CN" altLang="en-US" b="1">
                <a:solidFill>
                  <a:srgbClr val="FF0000"/>
                </a:solidFill>
                <a:latin typeface="华文楷体" panose="02010600040101010101" pitchFamily="2" charset="-122"/>
                <a:ea typeface="华文楷体" panose="02010600040101010101" pitchFamily="2" charset="-122"/>
              </a:rPr>
              <a:t>研究内容</a:t>
            </a:r>
            <a:r>
              <a:rPr lang="zh-CN" altLang="en-US">
                <a:solidFill>
                  <a:srgbClr val="000000"/>
                </a:solidFill>
                <a:latin typeface="华文楷体" panose="02010600040101010101" pitchFamily="2" charset="-122"/>
                <a:ea typeface="华文楷体" panose="02010600040101010101" pitchFamily="2" charset="-122"/>
              </a:rPr>
              <a:t>在</a:t>
            </a:r>
            <a:r>
              <a:rPr lang="zh-CN" altLang="en-US" b="1">
                <a:solidFill>
                  <a:srgbClr val="FF0000"/>
                </a:solidFill>
                <a:latin typeface="华文楷体" panose="02010600040101010101" pitchFamily="2" charset="-122"/>
                <a:ea typeface="华文楷体" panose="02010600040101010101" pitchFamily="2" charset="-122"/>
              </a:rPr>
              <a:t>有限资源</a:t>
            </a:r>
            <a:r>
              <a:rPr lang="zh-CN" altLang="en-US">
                <a:solidFill>
                  <a:srgbClr val="000000"/>
                </a:solidFill>
                <a:latin typeface="华文楷体" panose="02010600040101010101" pitchFamily="2" charset="-122"/>
                <a:ea typeface="华文楷体" panose="02010600040101010101" pitchFamily="2" charset="-122"/>
              </a:rPr>
              <a:t>的条件下，运用有效的方法，对各种工程项目进行评价和选择，以确定出最佳方案，进而作出投资决策的学科。</a:t>
            </a:r>
            <a:endParaRPr lang="en-US" altLang="zh-CN">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研究经济规律在工程问题中的应用，是分析技术方案、工程项目方案和技术政策等经济效果的一类应用经济学的分支。</a:t>
            </a:r>
            <a:endParaRPr lang="en-US" altLang="zh-CN">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是一门研究如何根据既定的活动目标，分析活动的代价及其对目标实现之贡献，并在此基础上设计、评价、选择以最低代价可靠地实现目标的最佳或满意活动方案的学科。</a:t>
            </a:r>
          </a:p>
        </p:txBody>
      </p:sp>
    </p:spTree>
    <p:extLst>
      <p:ext uri="{BB962C8B-B14F-4D97-AF65-F5344CB8AC3E}">
        <p14:creationId xmlns:p14="http://schemas.microsoft.com/office/powerpoint/2010/main" val="318608559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496470"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工程经济学</a:t>
            </a:r>
            <a:r>
              <a:rPr lang="en-US" altLang="zh-CN" sz="2400" spc="300">
                <a:latin typeface="微软雅黑" panose="020B0503020204020204" pitchFamily="34" charset="-122"/>
                <a:ea typeface="微软雅黑" panose="020B0503020204020204" pitchFamily="34" charset="-122"/>
              </a:rPr>
              <a:t>-</a:t>
            </a:r>
            <a:r>
              <a:rPr lang="zh-CN" altLang="en-US" sz="2400" spc="300">
                <a:latin typeface="微软雅黑" panose="020B0503020204020204" pitchFamily="34" charset="-122"/>
                <a:ea typeface="微软雅黑" panose="020B0503020204020204" pitchFamily="34" charset="-122"/>
              </a:rPr>
              <a:t>发展历程</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37675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a:solidFill>
                  <a:srgbClr val="000000"/>
                </a:solidFill>
                <a:latin typeface="华文楷体" panose="02010600040101010101" pitchFamily="2" charset="-122"/>
                <a:ea typeface="华文楷体" panose="02010600040101010101" pitchFamily="2" charset="-122"/>
              </a:rPr>
              <a:t>1887</a:t>
            </a:r>
            <a:r>
              <a:rPr lang="zh-CN" altLang="en-US">
                <a:solidFill>
                  <a:srgbClr val="000000"/>
                </a:solidFill>
                <a:latin typeface="华文楷体" panose="02010600040101010101" pitchFamily="2" charset="-122"/>
                <a:ea typeface="华文楷体" panose="02010600040101010101" pitchFamily="2" charset="-122"/>
              </a:rPr>
              <a:t>年，美国的土木工程师亚瑟</a:t>
            </a:r>
            <a:r>
              <a:rPr lang="en-US" altLang="zh-CN">
                <a:solidFill>
                  <a:srgbClr val="000000"/>
                </a:solidFill>
                <a:latin typeface="华文楷体" panose="02010600040101010101" pitchFamily="2" charset="-122"/>
                <a:ea typeface="华文楷体" panose="02010600040101010101" pitchFamily="2" charset="-122"/>
              </a:rPr>
              <a:t>·M.</a:t>
            </a:r>
            <a:r>
              <a:rPr lang="zh-CN" altLang="en-US">
                <a:solidFill>
                  <a:srgbClr val="000000"/>
                </a:solidFill>
                <a:latin typeface="华文楷体" panose="02010600040101010101" pitchFamily="2" charset="-122"/>
                <a:ea typeface="华文楷体" panose="02010600040101010101" pitchFamily="2" charset="-122"/>
              </a:rPr>
              <a:t>惠灵顿出版的著作</a:t>
            </a:r>
            <a:r>
              <a:rPr lang="en-US" altLang="zh-CN">
                <a:solidFill>
                  <a:srgbClr val="000000"/>
                </a:solidFill>
                <a:latin typeface="华文楷体" panose="02010600040101010101" pitchFamily="2" charset="-122"/>
                <a:ea typeface="华文楷体" panose="02010600040101010101" pitchFamily="2" charset="-122"/>
              </a:rPr>
              <a:t>《</a:t>
            </a:r>
            <a:r>
              <a:rPr lang="zh-CN" altLang="en-US">
                <a:solidFill>
                  <a:srgbClr val="000000"/>
                </a:solidFill>
                <a:latin typeface="华文楷体" panose="02010600040101010101" pitchFamily="2" charset="-122"/>
                <a:ea typeface="华文楷体" panose="02010600040101010101" pitchFamily="2" charset="-122"/>
              </a:rPr>
              <a:t>铁路布局的经济理论</a:t>
            </a:r>
            <a:r>
              <a:rPr lang="en-US" altLang="zh-CN">
                <a:solidFill>
                  <a:srgbClr val="000000"/>
                </a:solidFill>
                <a:latin typeface="华文楷体" panose="02010600040101010101" pitchFamily="2" charset="-122"/>
                <a:ea typeface="华文楷体" panose="02010600040101010101" pitchFamily="2" charset="-122"/>
              </a:rPr>
              <a:t>》</a:t>
            </a:r>
            <a:r>
              <a:rPr lang="zh-CN" altLang="en-US">
                <a:solidFill>
                  <a:srgbClr val="000000"/>
                </a:solidFill>
                <a:latin typeface="华文楷体" panose="02010600040101010101" pitchFamily="2" charset="-122"/>
                <a:ea typeface="华文楷体" panose="02010600040101010101" pitchFamily="2" charset="-122"/>
              </a:rPr>
              <a:t>。是目前公认工程经济学起源的标志。</a:t>
            </a:r>
          </a:p>
          <a:p>
            <a:pPr marL="285750" indent="-285750" algn="just">
              <a:lnSpc>
                <a:spcPct val="150000"/>
              </a:lnSpc>
              <a:buFont typeface="Arial" panose="020B0604020202020204" pitchFamily="34" charset="0"/>
              <a:buChar char="•"/>
            </a:pPr>
            <a:r>
              <a:rPr lang="en-US" altLang="zh-CN">
                <a:solidFill>
                  <a:srgbClr val="000000"/>
                </a:solidFill>
                <a:latin typeface="华文楷体" panose="02010600040101010101" pitchFamily="2" charset="-122"/>
                <a:ea typeface="华文楷体" panose="02010600040101010101" pitchFamily="2" charset="-122"/>
              </a:rPr>
              <a:t>1930</a:t>
            </a:r>
            <a:r>
              <a:rPr lang="zh-CN" altLang="en-US">
                <a:solidFill>
                  <a:srgbClr val="000000"/>
                </a:solidFill>
                <a:latin typeface="华文楷体" panose="02010600040101010101" pitchFamily="2" charset="-122"/>
                <a:ea typeface="华文楷体" panose="02010600040101010101" pitchFamily="2" charset="-122"/>
              </a:rPr>
              <a:t>年，</a:t>
            </a:r>
            <a:r>
              <a:rPr lang="en-US" altLang="zh-CN">
                <a:solidFill>
                  <a:srgbClr val="000000"/>
                </a:solidFill>
                <a:latin typeface="华文楷体" panose="02010600040101010101" pitchFamily="2" charset="-122"/>
                <a:ea typeface="华文楷体" panose="02010600040101010101" pitchFamily="2" charset="-122"/>
              </a:rPr>
              <a:t>E.L.</a:t>
            </a:r>
            <a:r>
              <a:rPr lang="zh-CN" altLang="en-US">
                <a:solidFill>
                  <a:srgbClr val="000000"/>
                </a:solidFill>
                <a:latin typeface="华文楷体" panose="02010600040101010101" pitchFamily="2" charset="-122"/>
                <a:ea typeface="华文楷体" panose="02010600040101010101" pitchFamily="2" charset="-122"/>
              </a:rPr>
              <a:t>格兰特教授出版了</a:t>
            </a:r>
            <a:r>
              <a:rPr lang="en-US" altLang="zh-CN">
                <a:solidFill>
                  <a:srgbClr val="000000"/>
                </a:solidFill>
                <a:latin typeface="华文楷体" panose="02010600040101010101" pitchFamily="2" charset="-122"/>
                <a:ea typeface="华文楷体" panose="02010600040101010101" pitchFamily="2" charset="-122"/>
              </a:rPr>
              <a:t>《</a:t>
            </a:r>
            <a:r>
              <a:rPr lang="zh-CN" altLang="en-US">
                <a:solidFill>
                  <a:srgbClr val="000000"/>
                </a:solidFill>
                <a:latin typeface="华文楷体" panose="02010600040101010101" pitchFamily="2" charset="-122"/>
                <a:ea typeface="华文楷体" panose="02010600040101010101" pitchFamily="2" charset="-122"/>
              </a:rPr>
              <a:t>工程经济学原理</a:t>
            </a:r>
            <a:r>
              <a:rPr lang="en-US" altLang="zh-CN">
                <a:solidFill>
                  <a:srgbClr val="000000"/>
                </a:solidFill>
                <a:latin typeface="华文楷体" panose="02010600040101010101" pitchFamily="2" charset="-122"/>
                <a:ea typeface="华文楷体" panose="02010600040101010101" pitchFamily="2" charset="-122"/>
              </a:rPr>
              <a:t>》</a:t>
            </a:r>
            <a:r>
              <a:rPr lang="zh-CN" altLang="en-US">
                <a:solidFill>
                  <a:srgbClr val="000000"/>
                </a:solidFill>
                <a:latin typeface="华文楷体" panose="02010600040101010101" pitchFamily="2" charset="-122"/>
                <a:ea typeface="华文楷体" panose="02010600040101010101" pitchFamily="2" charset="-122"/>
              </a:rPr>
              <a:t>教科书</a:t>
            </a:r>
            <a:r>
              <a:rPr lang="en-US" altLang="zh-CN">
                <a:solidFill>
                  <a:srgbClr val="000000"/>
                </a:solidFill>
                <a:latin typeface="华文楷体" panose="02010600040101010101" pitchFamily="2" charset="-122"/>
                <a:ea typeface="华文楷体" panose="02010600040101010101" pitchFamily="2" charset="-122"/>
              </a:rPr>
              <a:t>,</a:t>
            </a:r>
            <a:r>
              <a:rPr lang="zh-CN" altLang="en-US">
                <a:solidFill>
                  <a:srgbClr val="000000"/>
                </a:solidFill>
                <a:latin typeface="华文楷体" panose="02010600040101010101" pitchFamily="2" charset="-122"/>
                <a:ea typeface="华文楷体" panose="02010600040101010101" pitchFamily="2" charset="-122"/>
              </a:rPr>
              <a:t>从而奠定了经典工程经济学的基础。</a:t>
            </a:r>
          </a:p>
          <a:p>
            <a:pPr marL="285750" indent="-285750" algn="just">
              <a:lnSpc>
                <a:spcPct val="150000"/>
              </a:lnSpc>
              <a:buFont typeface="Arial" panose="020B0604020202020204" pitchFamily="34" charset="0"/>
              <a:buChar char="•"/>
            </a:pPr>
            <a:r>
              <a:rPr lang="en-US" altLang="zh-CN">
                <a:solidFill>
                  <a:srgbClr val="000000"/>
                </a:solidFill>
                <a:latin typeface="华文楷体" panose="02010600040101010101" pitchFamily="2" charset="-122"/>
                <a:ea typeface="华文楷体" panose="02010600040101010101" pitchFamily="2" charset="-122"/>
              </a:rPr>
              <a:t>1982</a:t>
            </a:r>
            <a:r>
              <a:rPr lang="zh-CN" altLang="en-US">
                <a:solidFill>
                  <a:srgbClr val="000000"/>
                </a:solidFill>
                <a:latin typeface="华文楷体" panose="02010600040101010101" pitchFamily="2" charset="-122"/>
                <a:ea typeface="华文楷体" panose="02010600040101010101" pitchFamily="2" charset="-122"/>
              </a:rPr>
              <a:t>年，</a:t>
            </a:r>
            <a:r>
              <a:rPr lang="en-US" altLang="zh-CN">
                <a:solidFill>
                  <a:srgbClr val="000000"/>
                </a:solidFill>
                <a:latin typeface="华文楷体" panose="02010600040101010101" pitchFamily="2" charset="-122"/>
                <a:ea typeface="华文楷体" panose="02010600040101010101" pitchFamily="2" charset="-122"/>
              </a:rPr>
              <a:t>J.L.</a:t>
            </a:r>
            <a:r>
              <a:rPr lang="zh-CN" altLang="en-US">
                <a:solidFill>
                  <a:srgbClr val="000000"/>
                </a:solidFill>
                <a:latin typeface="华文楷体" panose="02010600040101010101" pitchFamily="2" charset="-122"/>
                <a:ea typeface="华文楷体" panose="02010600040101010101" pitchFamily="2" charset="-122"/>
              </a:rPr>
              <a:t>里格斯出版了</a:t>
            </a:r>
            <a:r>
              <a:rPr lang="en-US" altLang="zh-CN">
                <a:solidFill>
                  <a:srgbClr val="000000"/>
                </a:solidFill>
                <a:latin typeface="华文楷体" panose="02010600040101010101" pitchFamily="2" charset="-122"/>
                <a:ea typeface="华文楷体" panose="02010600040101010101" pitchFamily="2" charset="-122"/>
              </a:rPr>
              <a:t>《</a:t>
            </a:r>
            <a:r>
              <a:rPr lang="zh-CN" altLang="en-US">
                <a:solidFill>
                  <a:srgbClr val="000000"/>
                </a:solidFill>
                <a:latin typeface="华文楷体" panose="02010600040101010101" pitchFamily="2" charset="-122"/>
                <a:ea typeface="华文楷体" panose="02010600040101010101" pitchFamily="2" charset="-122"/>
              </a:rPr>
              <a:t>工程经济学</a:t>
            </a:r>
            <a:r>
              <a:rPr lang="en-US" altLang="zh-CN">
                <a:solidFill>
                  <a:srgbClr val="000000"/>
                </a:solidFill>
                <a:latin typeface="华文楷体" panose="02010600040101010101" pitchFamily="2" charset="-122"/>
                <a:ea typeface="华文楷体" panose="02010600040101010101" pitchFamily="2" charset="-122"/>
              </a:rPr>
              <a:t>》</a:t>
            </a:r>
            <a:r>
              <a:rPr lang="zh-CN" altLang="en-US">
                <a:solidFill>
                  <a:srgbClr val="000000"/>
                </a:solidFill>
                <a:latin typeface="华文楷体" panose="02010600040101010101" pitchFamily="2" charset="-122"/>
                <a:ea typeface="华文楷体" panose="02010600040101010101" pitchFamily="2" charset="-122"/>
              </a:rPr>
              <a:t>把</a:t>
            </a:r>
            <a:r>
              <a:rPr lang="en-US" altLang="zh-CN">
                <a:solidFill>
                  <a:srgbClr val="000000"/>
                </a:solidFill>
                <a:latin typeface="华文楷体" panose="02010600040101010101" pitchFamily="2" charset="-122"/>
                <a:ea typeface="华文楷体" panose="02010600040101010101" pitchFamily="2" charset="-122"/>
              </a:rPr>
              <a:t>《</a:t>
            </a:r>
            <a:r>
              <a:rPr lang="zh-CN" altLang="en-US">
                <a:solidFill>
                  <a:srgbClr val="000000"/>
                </a:solidFill>
                <a:latin typeface="华文楷体" panose="02010600040101010101" pitchFamily="2" charset="-122"/>
                <a:ea typeface="华文楷体" panose="02010600040101010101" pitchFamily="2" charset="-122"/>
              </a:rPr>
              <a:t>工程经济学</a:t>
            </a:r>
            <a:r>
              <a:rPr lang="en-US" altLang="zh-CN">
                <a:solidFill>
                  <a:srgbClr val="000000"/>
                </a:solidFill>
                <a:latin typeface="华文楷体" panose="02010600040101010101" pitchFamily="2" charset="-122"/>
                <a:ea typeface="华文楷体" panose="02010600040101010101" pitchFamily="2" charset="-122"/>
              </a:rPr>
              <a:t>》</a:t>
            </a:r>
            <a:r>
              <a:rPr lang="zh-CN" altLang="en-US">
                <a:solidFill>
                  <a:srgbClr val="000000"/>
                </a:solidFill>
                <a:latin typeface="华文楷体" panose="02010600040101010101" pitchFamily="2" charset="-122"/>
                <a:ea typeface="华文楷体" panose="02010600040101010101" pitchFamily="2" charset="-122"/>
              </a:rPr>
              <a:t>的学科水平向前推进了一大步。</a:t>
            </a:r>
            <a:endParaRPr lang="en-US" altLang="zh-CN">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近代</a:t>
            </a:r>
            <a:r>
              <a:rPr lang="zh-CN" altLang="en-US" b="1">
                <a:solidFill>
                  <a:srgbClr val="FF0000"/>
                </a:solidFill>
                <a:latin typeface="华文楷体" panose="02010600040101010101" pitchFamily="2" charset="-122"/>
                <a:ea typeface="华文楷体" panose="02010600040101010101" pitchFamily="2" charset="-122"/>
              </a:rPr>
              <a:t>工程经济学</a:t>
            </a:r>
            <a:r>
              <a:rPr lang="zh-CN" altLang="en-US">
                <a:solidFill>
                  <a:srgbClr val="000000"/>
                </a:solidFill>
                <a:latin typeface="华文楷体" panose="02010600040101010101" pitchFamily="2" charset="-122"/>
                <a:ea typeface="华文楷体" panose="02010600040101010101" pitchFamily="2" charset="-122"/>
              </a:rPr>
              <a:t>的发展侧重于</a:t>
            </a:r>
            <a:r>
              <a:rPr lang="zh-CN" altLang="en-US" b="1">
                <a:solidFill>
                  <a:srgbClr val="FF0000"/>
                </a:solidFill>
                <a:latin typeface="华文楷体" panose="02010600040101010101" pitchFamily="2" charset="-122"/>
                <a:ea typeface="华文楷体" panose="02010600040101010101" pitchFamily="2" charset="-122"/>
              </a:rPr>
              <a:t>风险性</a:t>
            </a:r>
            <a:r>
              <a:rPr lang="zh-CN" altLang="en-US">
                <a:solidFill>
                  <a:srgbClr val="000000"/>
                </a:solidFill>
                <a:latin typeface="华文楷体" panose="02010600040101010101" pitchFamily="2" charset="-122"/>
                <a:ea typeface="华文楷体" panose="02010600040101010101" pitchFamily="2" charset="-122"/>
              </a:rPr>
              <a:t>、</a:t>
            </a:r>
            <a:r>
              <a:rPr lang="zh-CN" altLang="en-US" b="1">
                <a:solidFill>
                  <a:srgbClr val="FF0000"/>
                </a:solidFill>
                <a:latin typeface="华文楷体" panose="02010600040101010101" pitchFamily="2" charset="-122"/>
                <a:ea typeface="华文楷体" panose="02010600040101010101" pitchFamily="2" charset="-122"/>
              </a:rPr>
              <a:t>不确定性</a:t>
            </a:r>
            <a:r>
              <a:rPr lang="zh-CN" altLang="en-US">
                <a:solidFill>
                  <a:srgbClr val="000000"/>
                </a:solidFill>
                <a:latin typeface="华文楷体" panose="02010600040101010101" pitchFamily="2" charset="-122"/>
                <a:ea typeface="华文楷体" panose="02010600040101010101" pitchFamily="2" charset="-122"/>
              </a:rPr>
              <a:t>等新方法研究以及非经济因素的研究。</a:t>
            </a:r>
          </a:p>
        </p:txBody>
      </p:sp>
    </p:spTree>
    <p:extLst>
      <p:ext uri="{BB962C8B-B14F-4D97-AF65-F5344CB8AC3E}">
        <p14:creationId xmlns:p14="http://schemas.microsoft.com/office/powerpoint/2010/main" val="238389919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496470"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工程经济学</a:t>
            </a:r>
            <a:r>
              <a:rPr lang="en-US" altLang="zh-CN" sz="2400" spc="300" dirty="0" smtClean="0">
                <a:latin typeface="微软雅黑" panose="020B0503020204020204" pitchFamily="34" charset="-122"/>
                <a:ea typeface="微软雅黑" panose="020B0503020204020204" pitchFamily="34" charset="-122"/>
              </a:rPr>
              <a:t>-</a:t>
            </a:r>
            <a:r>
              <a:rPr lang="zh-CN" altLang="en-US" sz="2400" spc="300" dirty="0">
                <a:latin typeface="微软雅黑" panose="020B0503020204020204" pitchFamily="34" charset="-122"/>
                <a:ea typeface="微软雅黑" panose="020B0503020204020204" pitchFamily="34" charset="-122"/>
              </a:rPr>
              <a:t>研究对象</a:t>
            </a:r>
            <a:endParaRPr lang="zh-CN" altLang="en-US" sz="2400" spc="300" dirty="0">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093154"/>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smtClean="0">
                <a:solidFill>
                  <a:srgbClr val="000000"/>
                </a:solidFill>
                <a:latin typeface="华文楷体" panose="02010600040101010101" pitchFamily="2" charset="-122"/>
                <a:ea typeface="华文楷体" panose="02010600040101010101" pitchFamily="2" charset="-122"/>
              </a:rPr>
              <a:t>工程</a:t>
            </a:r>
            <a:r>
              <a:rPr lang="zh-CN" altLang="en-US" dirty="0">
                <a:solidFill>
                  <a:srgbClr val="000000"/>
                </a:solidFill>
                <a:latin typeface="华文楷体" panose="02010600040101010101" pitchFamily="2" charset="-122"/>
                <a:ea typeface="华文楷体" panose="02010600040101010101" pitchFamily="2" charset="-122"/>
              </a:rPr>
              <a:t>经济学的研究对象是工程项目的经济性</a:t>
            </a:r>
          </a:p>
          <a:p>
            <a:pPr algn="just">
              <a:lnSpc>
                <a:spcPct val="150000"/>
              </a:lnSpc>
            </a:pPr>
            <a:r>
              <a:rPr lang="zh-CN" altLang="en-US" sz="1600" dirty="0" smtClean="0">
                <a:solidFill>
                  <a:srgbClr val="000000"/>
                </a:solidFill>
                <a:latin typeface="华文楷体" panose="02010600040101010101" pitchFamily="2" charset="-122"/>
                <a:ea typeface="华文楷体" panose="02010600040101010101" pitchFamily="2" charset="-122"/>
              </a:rPr>
              <a:t>一</a:t>
            </a:r>
            <a:r>
              <a:rPr lang="zh-CN" altLang="en-US" sz="1600" dirty="0">
                <a:solidFill>
                  <a:srgbClr val="000000"/>
                </a:solidFill>
                <a:latin typeface="华文楷体" panose="02010600040101010101" pitchFamily="2" charset="-122"/>
                <a:ea typeface="华文楷体" panose="02010600040101010101" pitchFamily="2" charset="-122"/>
              </a:rPr>
              <a:t>个项目（</a:t>
            </a:r>
            <a:r>
              <a:rPr lang="en-US" altLang="zh-CN" sz="1600" dirty="0">
                <a:solidFill>
                  <a:srgbClr val="000000"/>
                </a:solidFill>
                <a:latin typeface="华文楷体" panose="02010600040101010101" pitchFamily="2" charset="-122"/>
                <a:ea typeface="华文楷体" panose="02010600040101010101" pitchFamily="2" charset="-122"/>
              </a:rPr>
              <a:t>Project</a:t>
            </a:r>
            <a:r>
              <a:rPr lang="zh-CN" altLang="en-US" sz="1600" dirty="0">
                <a:solidFill>
                  <a:srgbClr val="000000"/>
                </a:solidFill>
                <a:latin typeface="华文楷体" panose="02010600040101010101" pitchFamily="2" charset="-122"/>
                <a:ea typeface="华文楷体" panose="02010600040101010101" pitchFamily="2" charset="-122"/>
              </a:rPr>
              <a:t>）具有独立的功能（</a:t>
            </a:r>
            <a:r>
              <a:rPr lang="en-US" altLang="zh-CN" sz="1600" dirty="0">
                <a:solidFill>
                  <a:srgbClr val="000000"/>
                </a:solidFill>
                <a:latin typeface="华文楷体" panose="02010600040101010101" pitchFamily="2" charset="-122"/>
                <a:ea typeface="华文楷体" panose="02010600040101010101" pitchFamily="2" charset="-122"/>
              </a:rPr>
              <a:t>Functions</a:t>
            </a:r>
            <a:r>
              <a:rPr lang="zh-CN" altLang="en-US" sz="1600" dirty="0">
                <a:solidFill>
                  <a:srgbClr val="000000"/>
                </a:solidFill>
                <a:latin typeface="华文楷体" panose="02010600040101010101" pitchFamily="2" charset="-122"/>
                <a:ea typeface="华文楷体" panose="02010600040101010101" pitchFamily="2" charset="-122"/>
              </a:rPr>
              <a:t>）和明确的费用投入（</a:t>
            </a:r>
            <a:r>
              <a:rPr lang="en-US" altLang="zh-CN" sz="1600" dirty="0">
                <a:solidFill>
                  <a:srgbClr val="000000"/>
                </a:solidFill>
                <a:latin typeface="华文楷体" panose="02010600040101010101" pitchFamily="2" charset="-122"/>
                <a:ea typeface="华文楷体" panose="02010600040101010101" pitchFamily="2" charset="-122"/>
              </a:rPr>
              <a:t>Expenses</a:t>
            </a:r>
            <a:r>
              <a:rPr lang="zh-CN" altLang="en-US" sz="1600" dirty="0" smtClean="0">
                <a:solidFill>
                  <a:srgbClr val="000000"/>
                </a:solidFill>
                <a:latin typeface="华文楷体" panose="02010600040101010101" pitchFamily="2" charset="-122"/>
                <a:ea typeface="华文楷体" panose="02010600040101010101" pitchFamily="2" charset="-122"/>
              </a:rPr>
              <a:t>）</a:t>
            </a:r>
            <a:r>
              <a:rPr lang="zh-CN" altLang="en-US" sz="1600" dirty="0">
                <a:solidFill>
                  <a:srgbClr val="000000"/>
                </a:solidFill>
                <a:latin typeface="华文楷体" panose="02010600040101010101" pitchFamily="2" charset="-122"/>
                <a:ea typeface="华文楷体" panose="02010600040101010101" pitchFamily="2" charset="-122"/>
              </a:rPr>
              <a:t>。</a:t>
            </a:r>
          </a:p>
          <a:p>
            <a:pPr algn="just">
              <a:lnSpc>
                <a:spcPct val="150000"/>
              </a:lnSpc>
            </a:pPr>
            <a:endParaRPr lang="en-US" altLang="zh-CN" sz="1600" dirty="0" smtClean="0">
              <a:solidFill>
                <a:srgbClr val="000000"/>
              </a:solidFill>
              <a:latin typeface="华文楷体" panose="02010600040101010101" pitchFamily="2" charset="-122"/>
              <a:ea typeface="华文楷体" panose="02010600040101010101" pitchFamily="2" charset="-122"/>
            </a:endParaRPr>
          </a:p>
          <a:p>
            <a:pPr algn="just">
              <a:lnSpc>
                <a:spcPct val="150000"/>
              </a:lnSpc>
            </a:pPr>
            <a:endParaRPr lang="en-US" altLang="zh-CN" sz="1600" dirty="0">
              <a:solidFill>
                <a:srgbClr val="000000"/>
              </a:solidFill>
              <a:latin typeface="华文楷体" panose="02010600040101010101" pitchFamily="2" charset="-122"/>
              <a:ea typeface="华文楷体" panose="02010600040101010101" pitchFamily="2" charset="-122"/>
            </a:endParaRPr>
          </a:p>
          <a:p>
            <a:pPr algn="just">
              <a:lnSpc>
                <a:spcPct val="150000"/>
              </a:lnSpc>
            </a:pPr>
            <a:endParaRPr lang="en-US" altLang="zh-CN" sz="1600" dirty="0" smtClean="0">
              <a:solidFill>
                <a:srgbClr val="000000"/>
              </a:solidFill>
              <a:latin typeface="华文楷体" panose="02010600040101010101" pitchFamily="2" charset="-122"/>
              <a:ea typeface="华文楷体" panose="02010600040101010101" pitchFamily="2" charset="-122"/>
            </a:endParaRPr>
          </a:p>
          <a:p>
            <a:pPr algn="just">
              <a:lnSpc>
                <a:spcPct val="150000"/>
              </a:lnSpc>
            </a:pPr>
            <a:r>
              <a:rPr lang="zh-CN" altLang="en-US" sz="1600" dirty="0" smtClean="0">
                <a:solidFill>
                  <a:srgbClr val="000000"/>
                </a:solidFill>
                <a:latin typeface="华文楷体" panose="02010600040101010101" pitchFamily="2" charset="-122"/>
                <a:ea typeface="华文楷体" panose="02010600040101010101" pitchFamily="2" charset="-122"/>
              </a:rPr>
              <a:t>工程</a:t>
            </a:r>
            <a:r>
              <a:rPr lang="zh-CN" altLang="en-US" sz="1600" dirty="0">
                <a:solidFill>
                  <a:srgbClr val="000000"/>
                </a:solidFill>
                <a:latin typeface="华文楷体" panose="02010600040101010101" pitchFamily="2" charset="-122"/>
                <a:ea typeface="华文楷体" panose="02010600040101010101" pitchFamily="2" charset="-122"/>
              </a:rPr>
              <a:t>经济学不研究工程技术原理与应用本身，也不研究影响经济效果的各种因素自身，而是研究这些因素对工程项目产生的影响，研究工程项目的经济效果，具体内容包括了对工程项目的资金筹集、经济评价、优化决策，以及风险和不确定性分析等</a:t>
            </a:r>
            <a:endParaRPr lang="zh-CN" altLang="en-US" sz="1600"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47597123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6417141"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软件工程专业为什么要开设工程经济学？</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714765"/>
          </a:xfrm>
          <a:prstGeom prst="rect">
            <a:avLst/>
          </a:prstGeom>
        </p:spPr>
        <p:txBody>
          <a:bodyPr wrap="square">
            <a:spAutoFit/>
          </a:bodyPr>
          <a:lstStyle/>
          <a:p>
            <a:pPr algn="just">
              <a:lnSpc>
                <a:spcPct val="150000"/>
              </a:lnSpc>
            </a:pPr>
            <a:r>
              <a:rPr lang="en-US" altLang="zh-CN">
                <a:solidFill>
                  <a:srgbClr val="000000"/>
                </a:solidFill>
                <a:latin typeface="华文楷体" panose="02010600040101010101" pitchFamily="2" charset="-122"/>
                <a:ea typeface="华文楷体" panose="02010600040101010101" pitchFamily="2" charset="-122"/>
              </a:rPr>
              <a:t>2015</a:t>
            </a:r>
            <a:r>
              <a:rPr lang="zh-CN" altLang="en-US">
                <a:solidFill>
                  <a:srgbClr val="000000"/>
                </a:solidFill>
                <a:latin typeface="华文楷体" panose="02010600040101010101" pitchFamily="2" charset="-122"/>
                <a:ea typeface="华文楷体" panose="02010600040101010101" pitchFamily="2" charset="-122"/>
              </a:rPr>
              <a:t>年，上海交通大学对上海地区</a:t>
            </a:r>
            <a:r>
              <a:rPr lang="en-US" altLang="zh-CN">
                <a:solidFill>
                  <a:srgbClr val="000000"/>
                </a:solidFill>
                <a:latin typeface="华文楷体" panose="02010600040101010101" pitchFamily="2" charset="-122"/>
                <a:ea typeface="华文楷体" panose="02010600040101010101" pitchFamily="2" charset="-122"/>
              </a:rPr>
              <a:t>ICT</a:t>
            </a:r>
            <a:r>
              <a:rPr lang="zh-CN" altLang="en-US">
                <a:solidFill>
                  <a:srgbClr val="000000"/>
                </a:solidFill>
                <a:latin typeface="华文楷体" panose="02010600040101010101" pitchFamily="2" charset="-122"/>
                <a:ea typeface="华文楷体" panose="02010600040101010101" pitchFamily="2" charset="-122"/>
              </a:rPr>
              <a:t>（</a:t>
            </a:r>
            <a:r>
              <a:rPr lang="en-US" altLang="zh-CN">
                <a:solidFill>
                  <a:srgbClr val="000000"/>
                </a:solidFill>
                <a:latin typeface="华文楷体" panose="02010600040101010101" pitchFamily="2" charset="-122"/>
                <a:ea typeface="华文楷体" panose="02010600040101010101" pitchFamily="2" charset="-122"/>
              </a:rPr>
              <a:t>Information and Communications Technology</a:t>
            </a:r>
            <a:r>
              <a:rPr lang="zh-CN" altLang="en-US">
                <a:solidFill>
                  <a:srgbClr val="000000"/>
                </a:solidFill>
                <a:latin typeface="华文楷体" panose="02010600040101010101" pitchFamily="2" charset="-122"/>
                <a:ea typeface="华文楷体" panose="02010600040101010101" pitchFamily="2" charset="-122"/>
              </a:rPr>
              <a:t>）企业问卷调查的统计数据显示，企业对于毕业生缺乏“</a:t>
            </a:r>
            <a:r>
              <a:rPr lang="zh-CN" altLang="en-US" b="1">
                <a:solidFill>
                  <a:srgbClr val="FF0000"/>
                </a:solidFill>
                <a:latin typeface="华文楷体" panose="02010600040101010101" pitchFamily="2" charset="-122"/>
                <a:ea typeface="华文楷体" panose="02010600040101010101" pitchFamily="2" charset="-122"/>
              </a:rPr>
              <a:t>设计中考虑经济的原则</a:t>
            </a:r>
            <a:r>
              <a:rPr lang="zh-CN" altLang="en-US">
                <a:solidFill>
                  <a:srgbClr val="000000"/>
                </a:solidFill>
                <a:latin typeface="华文楷体" panose="02010600040101010101" pitchFamily="2" charset="-122"/>
                <a:ea typeface="华文楷体" panose="02010600040101010101" pitchFamily="2" charset="-122"/>
              </a:rPr>
              <a:t>”和“</a:t>
            </a:r>
            <a:r>
              <a:rPr lang="zh-CN" altLang="en-US" b="1">
                <a:solidFill>
                  <a:srgbClr val="FF0000"/>
                </a:solidFill>
                <a:latin typeface="华文楷体" panose="02010600040101010101" pitchFamily="2" charset="-122"/>
                <a:ea typeface="华文楷体" panose="02010600040101010101" pitchFamily="2" charset="-122"/>
              </a:rPr>
              <a:t>管理知识的应用</a:t>
            </a:r>
            <a:r>
              <a:rPr lang="zh-CN" altLang="en-US">
                <a:solidFill>
                  <a:srgbClr val="000000"/>
                </a:solidFill>
                <a:latin typeface="华文楷体" panose="02010600040101010101" pitchFamily="2" charset="-122"/>
                <a:ea typeface="华文楷体" panose="02010600040101010101" pitchFamily="2" charset="-122"/>
              </a:rPr>
              <a:t>”之评价，分别位列企业对人才知识与能力度量（期望值与实际值）差距最大项的第</a:t>
            </a:r>
            <a:r>
              <a:rPr lang="en-US" altLang="zh-CN">
                <a:solidFill>
                  <a:srgbClr val="000000"/>
                </a:solidFill>
                <a:latin typeface="华文楷体" panose="02010600040101010101" pitchFamily="2" charset="-122"/>
                <a:ea typeface="华文楷体" panose="02010600040101010101" pitchFamily="2" charset="-122"/>
              </a:rPr>
              <a:t>2 </a:t>
            </a:r>
            <a:r>
              <a:rPr lang="zh-CN" altLang="en-US">
                <a:solidFill>
                  <a:srgbClr val="000000"/>
                </a:solidFill>
                <a:latin typeface="华文楷体" panose="02010600040101010101" pitchFamily="2" charset="-122"/>
                <a:ea typeface="华文楷体" panose="02010600040101010101" pitchFamily="2" charset="-122"/>
              </a:rPr>
              <a:t>位和第</a:t>
            </a:r>
            <a:r>
              <a:rPr lang="en-US" altLang="zh-CN">
                <a:solidFill>
                  <a:srgbClr val="000000"/>
                </a:solidFill>
                <a:latin typeface="华文楷体" panose="02010600040101010101" pitchFamily="2" charset="-122"/>
                <a:ea typeface="华文楷体" panose="02010600040101010101" pitchFamily="2" charset="-122"/>
              </a:rPr>
              <a:t>3 </a:t>
            </a:r>
            <a:r>
              <a:rPr lang="zh-CN" altLang="en-US">
                <a:solidFill>
                  <a:srgbClr val="000000"/>
                </a:solidFill>
                <a:latin typeface="华文楷体" panose="02010600040101010101" pitchFamily="2" charset="-122"/>
                <a:ea typeface="华文楷体" panose="02010600040101010101" pitchFamily="2" charset="-122"/>
              </a:rPr>
              <a:t>位。</a:t>
            </a:r>
            <a:endParaRPr lang="en-US" altLang="zh-CN">
              <a:solidFill>
                <a:srgbClr val="000000"/>
              </a:solidFill>
              <a:latin typeface="华文楷体" panose="02010600040101010101" pitchFamily="2" charset="-122"/>
              <a:ea typeface="华文楷体" panose="02010600040101010101" pitchFamily="2" charset="-122"/>
            </a:endParaRPr>
          </a:p>
        </p:txBody>
      </p:sp>
      <p:sp>
        <p:nvSpPr>
          <p:cNvPr id="9" name="文本框 8">
            <a:extLst>
              <a:ext uri="{FF2B5EF4-FFF2-40B4-BE49-F238E27FC236}">
                <a16:creationId xmlns:a16="http://schemas.microsoft.com/office/drawing/2014/main" id="{F2F000C4-A5F3-4FC3-AFF7-D0D6C6EB3026}"/>
              </a:ext>
            </a:extLst>
          </p:cNvPr>
          <p:cNvSpPr txBox="1"/>
          <p:nvPr/>
        </p:nvSpPr>
        <p:spPr>
          <a:xfrm>
            <a:off x="611831" y="4300072"/>
            <a:ext cx="6439351" cy="384721"/>
          </a:xfrm>
          <a:prstGeom prst="rect">
            <a:avLst/>
          </a:prstGeom>
          <a:noFill/>
        </p:spPr>
        <p:txBody>
          <a:bodyPr wrap="square">
            <a:spAutoFit/>
          </a:bodyPr>
          <a:lstStyle/>
          <a:p>
            <a:pPr algn="just">
              <a:lnSpc>
                <a:spcPct val="150000"/>
              </a:lnSpc>
            </a:pPr>
            <a:r>
              <a:rPr lang="en-US" altLang="zh-CN" sz="1400">
                <a:solidFill>
                  <a:srgbClr val="000000"/>
                </a:solidFill>
                <a:latin typeface="华文楷体" panose="02010600040101010101" pitchFamily="2" charset="-122"/>
                <a:ea typeface="华文楷体" panose="02010600040101010101" pitchFamily="2" charset="-122"/>
              </a:rPr>
              <a:t>ICT</a:t>
            </a:r>
            <a:r>
              <a:rPr lang="zh-CN" altLang="en-US" sz="1400">
                <a:solidFill>
                  <a:srgbClr val="000000"/>
                </a:solidFill>
                <a:latin typeface="华文楷体" panose="02010600040101010101" pitchFamily="2" charset="-122"/>
                <a:ea typeface="华文楷体" panose="02010600040101010101" pitchFamily="2" charset="-122"/>
              </a:rPr>
              <a:t>企业包括通信业、电子信息产业、互联网、传媒业都将融合在</a:t>
            </a:r>
            <a:r>
              <a:rPr lang="en-US" altLang="zh-CN" sz="1400">
                <a:solidFill>
                  <a:srgbClr val="000000"/>
                </a:solidFill>
                <a:latin typeface="华文楷体" panose="02010600040101010101" pitchFamily="2" charset="-122"/>
                <a:ea typeface="华文楷体" panose="02010600040101010101" pitchFamily="2" charset="-122"/>
              </a:rPr>
              <a:t>ICT</a:t>
            </a:r>
            <a:r>
              <a:rPr lang="zh-CN" altLang="en-US" sz="1400">
                <a:solidFill>
                  <a:srgbClr val="000000"/>
                </a:solidFill>
                <a:latin typeface="华文楷体" panose="02010600040101010101" pitchFamily="2" charset="-122"/>
                <a:ea typeface="华文楷体" panose="02010600040101010101" pitchFamily="2" charset="-122"/>
              </a:rPr>
              <a:t>的范围内。</a:t>
            </a:r>
          </a:p>
        </p:txBody>
      </p:sp>
    </p:spTree>
    <p:extLst>
      <p:ext uri="{BB962C8B-B14F-4D97-AF65-F5344CB8AC3E}">
        <p14:creationId xmlns:p14="http://schemas.microsoft.com/office/powerpoint/2010/main" val="144098551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608406"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软件工程经济学</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420544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软件工程经济学作为软件工程与工程经济学的交叉学科，是提供系统方法以研究软件技术、软件开发过程和软件服务等，并建立其与经济要素之间的联系。</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软件工程经济学主要研究软件和软件工程</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经济效果</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以软件或软件载体作为</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研究对象</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，以追求</a:t>
            </a:r>
            <a:r>
              <a:rPr lang="zh-CN" altLang="en-US"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投入产出效益</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为</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目标</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，通过测算项目</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全生命周期的投入与产出</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，衡量实现软件产品、信息服务及作业预定需求之各类资源的使用效率，合理分配与优化使用各类生产要素，以提高软件工程</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经济效益</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软件工程经济学知识领域包括</a:t>
            </a:r>
            <a:r>
              <a:rPr lang="zh-CN" altLang="en-US"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软件工程经济学基础</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软件生命周期的投入与产出</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评估模型、方法与参数</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风险与不确定性</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和</a:t>
            </a:r>
            <a:r>
              <a:rPr lang="zh-CN" altLang="en-US" dirty="0">
                <a:solidFill>
                  <a:srgbClr val="002060"/>
                </a:solidFill>
                <a:latin typeface="Times New Roman" panose="02020603050405020304" pitchFamily="18" charset="0"/>
                <a:ea typeface="华文楷体" panose="02010600040101010101" pitchFamily="2" charset="-122"/>
                <a:cs typeface="Times New Roman" panose="02020603050405020304" pitchFamily="18" charset="0"/>
              </a:rPr>
              <a:t>实践考量</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5</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个知识单元。</a:t>
            </a:r>
          </a:p>
        </p:txBody>
      </p:sp>
    </p:spTree>
    <p:extLst>
      <p:ext uri="{BB962C8B-B14F-4D97-AF65-F5344CB8AC3E}">
        <p14:creationId xmlns:p14="http://schemas.microsoft.com/office/powerpoint/2010/main" val="298100603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知识领域</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127955"/>
          </a:xfrm>
          <a:prstGeom prst="rect">
            <a:avLst/>
          </a:prstGeom>
        </p:spPr>
        <p:txBody>
          <a:bodyPr wrap="square">
            <a:spAutoFit/>
          </a:bodyPr>
          <a:lstStyle/>
          <a:p>
            <a:pPr algn="just">
              <a:lnSpc>
                <a:spcPct val="150000"/>
              </a:lnSpc>
            </a:pPr>
            <a:r>
              <a:rPr lang="zh-CN" altLang="en-US">
                <a:latin typeface="Times New Roman" panose="02020603050405020304" pitchFamily="18" charset="0"/>
                <a:ea typeface="华文楷体" panose="02010600040101010101" pitchFamily="2" charset="-122"/>
                <a:cs typeface="Times New Roman" panose="02020603050405020304" pitchFamily="18" charset="0"/>
              </a:rPr>
              <a:t>电气和电子工程师协会（</a:t>
            </a:r>
            <a:r>
              <a:rPr lang="en-US" altLang="zh-CN">
                <a:latin typeface="Times New Roman" panose="02020603050405020304" pitchFamily="18" charset="0"/>
                <a:ea typeface="华文楷体" panose="02010600040101010101" pitchFamily="2" charset="-122"/>
                <a:cs typeface="Times New Roman" panose="02020603050405020304" pitchFamily="18" charset="0"/>
              </a:rPr>
              <a:t>IEEE</a:t>
            </a:r>
            <a:r>
              <a:rPr lang="zh-CN" altLang="en-US">
                <a:latin typeface="Times New Roman" panose="02020603050405020304" pitchFamily="18" charset="0"/>
                <a:ea typeface="华文楷体" panose="02010600040101010101" pitchFamily="2" charset="-122"/>
                <a:cs typeface="Times New Roman" panose="02020603050405020304" pitchFamily="18" charset="0"/>
              </a:rPr>
              <a:t>，全称是</a:t>
            </a:r>
            <a:r>
              <a:rPr lang="en-US" altLang="zh-CN">
                <a:latin typeface="Times New Roman" panose="02020603050405020304" pitchFamily="18" charset="0"/>
                <a:ea typeface="华文楷体" panose="02010600040101010101" pitchFamily="2" charset="-122"/>
                <a:cs typeface="Times New Roman" panose="02020603050405020304" pitchFamily="18" charset="0"/>
              </a:rPr>
              <a:t>Institute of Electrical and Electronics Engineers</a:t>
            </a:r>
            <a:r>
              <a:rPr lang="zh-CN" altLang="en-US">
                <a:latin typeface="Times New Roman" panose="02020603050405020304" pitchFamily="18" charset="0"/>
                <a:ea typeface="华文楷体" panose="02010600040101010101" pitchFamily="2" charset="-122"/>
                <a:cs typeface="Times New Roman" panose="02020603050405020304" pitchFamily="18" charset="0"/>
              </a:rPr>
              <a:t>）</a:t>
            </a:r>
            <a:r>
              <a:rPr lang="en-US" altLang="zh-CN">
                <a:latin typeface="Times New Roman" panose="02020603050405020304" pitchFamily="18" charset="0"/>
                <a:ea typeface="华文楷体" panose="02010600040101010101" pitchFamily="2" charset="-122"/>
                <a:cs typeface="Times New Roman" panose="02020603050405020304" pitchFamily="18" charset="0"/>
              </a:rPr>
              <a:t>2014</a:t>
            </a:r>
            <a:r>
              <a:rPr lang="zh-CN" altLang="zh-CN">
                <a:latin typeface="Times New Roman" panose="02020603050405020304" pitchFamily="18" charset="0"/>
                <a:ea typeface="华文楷体" panose="02010600040101010101" pitchFamily="2" charset="-122"/>
                <a:cs typeface="Times New Roman" panose="02020603050405020304" pitchFamily="18" charset="0"/>
              </a:rPr>
              <a:t>年发布的《软件工程知识体系》（</a:t>
            </a:r>
            <a:r>
              <a:rPr lang="en-US" altLang="zh-CN" b="1" err="1">
                <a:latin typeface="Times New Roman" panose="02020603050405020304" pitchFamily="18" charset="0"/>
                <a:ea typeface="华文楷体" panose="02010600040101010101" pitchFamily="2" charset="-122"/>
                <a:cs typeface="Times New Roman" panose="02020603050405020304" pitchFamily="18" charset="0"/>
              </a:rPr>
              <a:t>S</a:t>
            </a:r>
            <a:r>
              <a:rPr lang="en-US" altLang="zh-CN" err="1">
                <a:latin typeface="Times New Roman" panose="02020603050405020304" pitchFamily="18" charset="0"/>
                <a:ea typeface="华文楷体" panose="02010600040101010101" pitchFamily="2" charset="-122"/>
                <a:cs typeface="Times New Roman" panose="02020603050405020304" pitchFamily="18" charset="0"/>
              </a:rPr>
              <a:t>oft</a:t>
            </a:r>
            <a:r>
              <a:rPr lang="en-US" altLang="zh-CN" b="1" err="1">
                <a:latin typeface="Times New Roman" panose="02020603050405020304" pitchFamily="18" charset="0"/>
                <a:ea typeface="华文楷体" panose="02010600040101010101" pitchFamily="2" charset="-122"/>
                <a:cs typeface="Times New Roman" panose="02020603050405020304" pitchFamily="18" charset="0"/>
              </a:rPr>
              <a:t>W</a:t>
            </a:r>
            <a:r>
              <a:rPr lang="en-US" altLang="zh-CN" err="1">
                <a:latin typeface="Times New Roman" panose="02020603050405020304" pitchFamily="18" charset="0"/>
                <a:ea typeface="华文楷体" panose="02010600040101010101" pitchFamily="2" charset="-122"/>
                <a:cs typeface="Times New Roman" panose="02020603050405020304" pitchFamily="18" charset="0"/>
              </a:rPr>
              <a:t>are</a:t>
            </a:r>
            <a:r>
              <a:rPr lang="en-US" altLang="zh-CN">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a:latin typeface="Times New Roman" panose="02020603050405020304" pitchFamily="18" charset="0"/>
                <a:ea typeface="华文楷体" panose="02010600040101010101" pitchFamily="2" charset="-122"/>
                <a:cs typeface="Times New Roman" panose="02020603050405020304" pitchFamily="18" charset="0"/>
              </a:rPr>
              <a:t>E</a:t>
            </a:r>
            <a:r>
              <a:rPr lang="en-US" altLang="zh-CN">
                <a:latin typeface="Times New Roman" panose="02020603050405020304" pitchFamily="18" charset="0"/>
                <a:ea typeface="华文楷体" panose="02010600040101010101" pitchFamily="2" charset="-122"/>
                <a:cs typeface="Times New Roman" panose="02020603050405020304" pitchFamily="18" charset="0"/>
              </a:rPr>
              <a:t>ngineering </a:t>
            </a:r>
            <a:r>
              <a:rPr lang="en-US" altLang="zh-CN" b="1">
                <a:latin typeface="Times New Roman" panose="02020603050405020304" pitchFamily="18" charset="0"/>
                <a:ea typeface="华文楷体" panose="02010600040101010101" pitchFamily="2" charset="-122"/>
                <a:cs typeface="Times New Roman" panose="02020603050405020304" pitchFamily="18" charset="0"/>
              </a:rPr>
              <a:t>B</a:t>
            </a:r>
            <a:r>
              <a:rPr lang="en-US" altLang="zh-CN">
                <a:latin typeface="Times New Roman" panose="02020603050405020304" pitchFamily="18" charset="0"/>
                <a:ea typeface="华文楷体" panose="02010600040101010101" pitchFamily="2" charset="-122"/>
                <a:cs typeface="Times New Roman" panose="02020603050405020304" pitchFamily="18" charset="0"/>
              </a:rPr>
              <a:t>ody </a:t>
            </a:r>
            <a:r>
              <a:rPr lang="en-US" altLang="zh-CN" b="1">
                <a:latin typeface="Times New Roman" panose="02020603050405020304" pitchFamily="18" charset="0"/>
                <a:ea typeface="华文楷体" panose="02010600040101010101" pitchFamily="2" charset="-122"/>
                <a:cs typeface="Times New Roman" panose="02020603050405020304" pitchFamily="18" charset="0"/>
              </a:rPr>
              <a:t>o</a:t>
            </a:r>
            <a:r>
              <a:rPr lang="en-US" altLang="zh-CN">
                <a:latin typeface="Times New Roman" panose="02020603050405020304" pitchFamily="18" charset="0"/>
                <a:ea typeface="华文楷体" panose="02010600040101010101" pitchFamily="2" charset="-122"/>
                <a:cs typeface="Times New Roman" panose="02020603050405020304" pitchFamily="18" charset="0"/>
              </a:rPr>
              <a:t>f </a:t>
            </a:r>
            <a:r>
              <a:rPr lang="en-US" altLang="zh-CN" b="1">
                <a:latin typeface="Times New Roman" panose="02020603050405020304" pitchFamily="18" charset="0"/>
                <a:ea typeface="华文楷体" panose="02010600040101010101" pitchFamily="2" charset="-122"/>
                <a:cs typeface="Times New Roman" panose="02020603050405020304" pitchFamily="18" charset="0"/>
              </a:rPr>
              <a:t>K</a:t>
            </a:r>
            <a:r>
              <a:rPr lang="en-US" altLang="zh-CN">
                <a:latin typeface="Times New Roman" panose="02020603050405020304" pitchFamily="18" charset="0"/>
                <a:ea typeface="华文楷体" panose="02010600040101010101" pitchFamily="2" charset="-122"/>
                <a:cs typeface="Times New Roman" panose="02020603050405020304" pitchFamily="18" charset="0"/>
              </a:rPr>
              <a:t>nowledge, </a:t>
            </a:r>
            <a:r>
              <a:rPr lang="en-US" altLang="zh-CN"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SWEBOK</a:t>
            </a:r>
            <a:r>
              <a:rPr lang="zh-CN" altLang="zh-CN">
                <a:latin typeface="Times New Roman" panose="02020603050405020304" pitchFamily="18" charset="0"/>
                <a:ea typeface="华文楷体" panose="02010600040101010101" pitchFamily="2" charset="-122"/>
                <a:cs typeface="Times New Roman" panose="02020603050405020304" pitchFamily="18" charset="0"/>
              </a:rPr>
              <a:t>）中，软件工程经济学已经独立成为一个核心知识域，定义是</a:t>
            </a:r>
            <a:r>
              <a:rPr lang="en-US" altLang="zh-CN">
                <a:latin typeface="Times New Roman" panose="02020603050405020304" pitchFamily="18" charset="0"/>
                <a:ea typeface="华文楷体" panose="02010600040101010101" pitchFamily="2" charset="-122"/>
                <a:cs typeface="Times New Roman" panose="02020603050405020304" pitchFamily="18" charset="0"/>
              </a:rPr>
              <a:t>“</a:t>
            </a:r>
            <a:r>
              <a:rPr lang="zh-CN" altLang="zh-CN">
                <a:latin typeface="Times New Roman" panose="02020603050405020304" pitchFamily="18" charset="0"/>
                <a:ea typeface="华文楷体" panose="02010600040101010101" pitchFamily="2" charset="-122"/>
                <a:cs typeface="Times New Roman" panose="02020603050405020304" pitchFamily="18" charset="0"/>
              </a:rPr>
              <a:t>关于在</a:t>
            </a:r>
            <a:r>
              <a:rPr lang="zh-CN" altLang="zh-CN"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商业环境</a:t>
            </a:r>
            <a:r>
              <a:rPr lang="zh-CN" altLang="zh-CN">
                <a:latin typeface="Times New Roman" panose="02020603050405020304" pitchFamily="18" charset="0"/>
                <a:ea typeface="华文楷体" panose="02010600040101010101" pitchFamily="2" charset="-122"/>
                <a:cs typeface="Times New Roman" panose="02020603050405020304" pitchFamily="18" charset="0"/>
              </a:rPr>
              <a:t>中软件工程</a:t>
            </a:r>
            <a:r>
              <a:rPr lang="zh-CN" altLang="zh-CN"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项目决策</a:t>
            </a:r>
            <a:r>
              <a:rPr lang="zh-CN" altLang="zh-CN">
                <a:latin typeface="Times New Roman" panose="02020603050405020304" pitchFamily="18" charset="0"/>
                <a:ea typeface="华文楷体" panose="02010600040101010101" pitchFamily="2" charset="-122"/>
                <a:cs typeface="Times New Roman" panose="02020603050405020304" pitchFamily="18" charset="0"/>
              </a:rPr>
              <a:t>的学科领域。软件产品、服务及解决方案的成功均有赖于良好的</a:t>
            </a:r>
            <a:r>
              <a:rPr lang="zh-CN" altLang="zh-CN"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业务管理</a:t>
            </a:r>
            <a:r>
              <a:rPr lang="en-US" altLang="zh-CN">
                <a:latin typeface="Times New Roman" panose="02020603050405020304" pitchFamily="18" charset="0"/>
                <a:ea typeface="华文楷体" panose="02010600040101010101" pitchFamily="2" charset="-122"/>
                <a:cs typeface="Times New Roman" panose="02020603050405020304" pitchFamily="18" charset="0"/>
              </a:rPr>
              <a:t>”</a:t>
            </a:r>
            <a:r>
              <a:rPr lang="zh-CN" altLang="zh-CN">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4083904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知识领域</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12795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a:latin typeface="Times New Roman" panose="02020603050405020304" pitchFamily="18" charset="0"/>
                <a:ea typeface="华文楷体" panose="02010600040101010101" pitchFamily="2" charset="-122"/>
                <a:cs typeface="Times New Roman" panose="02020603050405020304" pitchFamily="18" charset="0"/>
              </a:rPr>
              <a:t>2018</a:t>
            </a:r>
            <a:r>
              <a:rPr lang="zh-CN" altLang="en-US">
                <a:latin typeface="Times New Roman" panose="02020603050405020304" pitchFamily="18" charset="0"/>
                <a:ea typeface="华文楷体" panose="02010600040101010101" pitchFamily="2" charset="-122"/>
                <a:cs typeface="Times New Roman" panose="02020603050405020304" pitchFamily="18" charset="0"/>
              </a:rPr>
              <a:t>年，教育部发布的</a:t>
            </a:r>
            <a:r>
              <a:rPr lang="en-US" altLang="zh-CN">
                <a:latin typeface="Times New Roman" panose="02020603050405020304" pitchFamily="18" charset="0"/>
                <a:ea typeface="华文楷体" panose="02010600040101010101" pitchFamily="2" charset="-122"/>
                <a:cs typeface="Times New Roman" panose="02020603050405020304" pitchFamily="18" charset="0"/>
              </a:rPr>
              <a:t>《</a:t>
            </a:r>
            <a:r>
              <a:rPr lang="zh-CN" altLang="en-US">
                <a:latin typeface="Times New Roman" panose="02020603050405020304" pitchFamily="18" charset="0"/>
                <a:ea typeface="华文楷体" panose="02010600040101010101" pitchFamily="2" charset="-122"/>
                <a:cs typeface="Times New Roman" panose="02020603050405020304" pitchFamily="18" charset="0"/>
              </a:rPr>
              <a:t>普通高等学校本科专业类教学质量国家标准</a:t>
            </a:r>
            <a:r>
              <a:rPr lang="en-US" altLang="zh-CN">
                <a:latin typeface="Times New Roman" panose="02020603050405020304" pitchFamily="18" charset="0"/>
                <a:ea typeface="华文楷体" panose="02010600040101010101" pitchFamily="2" charset="-122"/>
                <a:cs typeface="Times New Roman" panose="02020603050405020304" pitchFamily="18" charset="0"/>
              </a:rPr>
              <a:t>》</a:t>
            </a:r>
            <a:r>
              <a:rPr lang="zh-CN" altLang="en-US">
                <a:latin typeface="Times New Roman" panose="02020603050405020304" pitchFamily="18" charset="0"/>
                <a:ea typeface="华文楷体" panose="02010600040101010101" pitchFamily="2" charset="-122"/>
                <a:cs typeface="Times New Roman" panose="02020603050405020304" pitchFamily="18" charset="0"/>
              </a:rPr>
              <a:t>，将工程经济学列为计算机类软件工程专业的核心课程之一。</a:t>
            </a:r>
          </a:p>
          <a:p>
            <a:pPr marL="285750" indent="-285750" algn="just">
              <a:lnSpc>
                <a:spcPct val="150000"/>
              </a:lnSpc>
              <a:buFont typeface="Arial" panose="020B0604020202020204" pitchFamily="34" charset="0"/>
              <a:buChar char="•"/>
            </a:pPr>
            <a:r>
              <a:rPr lang="en-US" altLang="zh-CN">
                <a:latin typeface="Times New Roman" panose="02020603050405020304" pitchFamily="18" charset="0"/>
                <a:ea typeface="华文楷体" panose="02010600040101010101" pitchFamily="2" charset="-122"/>
                <a:cs typeface="Times New Roman" panose="02020603050405020304" pitchFamily="18" charset="0"/>
              </a:rPr>
              <a:t>2018</a:t>
            </a:r>
            <a:r>
              <a:rPr lang="zh-CN" altLang="en-US">
                <a:latin typeface="Times New Roman" panose="02020603050405020304" pitchFamily="18" charset="0"/>
                <a:ea typeface="华文楷体" panose="02010600040101010101" pitchFamily="2" charset="-122"/>
                <a:cs typeface="Times New Roman" panose="02020603050405020304" pitchFamily="18" charset="0"/>
              </a:rPr>
              <a:t>年</a:t>
            </a:r>
            <a:r>
              <a:rPr lang="en-US" altLang="zh-CN">
                <a:latin typeface="Times New Roman" panose="02020603050405020304" pitchFamily="18" charset="0"/>
                <a:ea typeface="华文楷体" panose="02010600040101010101" pitchFamily="2" charset="-122"/>
                <a:cs typeface="Times New Roman" panose="02020603050405020304" pitchFamily="18" charset="0"/>
              </a:rPr>
              <a:t>3</a:t>
            </a:r>
            <a:r>
              <a:rPr lang="zh-CN" altLang="en-US">
                <a:latin typeface="Times New Roman" panose="02020603050405020304" pitchFamily="18" charset="0"/>
                <a:ea typeface="华文楷体" panose="02010600040101010101" pitchFamily="2" charset="-122"/>
                <a:cs typeface="Times New Roman" panose="02020603050405020304" pitchFamily="18" charset="0"/>
              </a:rPr>
              <a:t>月，教育部高等学校软件工程专业教学指导委员会组织编写的</a:t>
            </a:r>
            <a:r>
              <a:rPr lang="en-US" altLang="zh-CN">
                <a:latin typeface="Times New Roman" panose="02020603050405020304" pitchFamily="18" charset="0"/>
                <a:ea typeface="华文楷体" panose="02010600040101010101" pitchFamily="2" charset="-122"/>
                <a:cs typeface="Times New Roman" panose="02020603050405020304" pitchFamily="18" charset="0"/>
              </a:rPr>
              <a:t>《</a:t>
            </a:r>
            <a:r>
              <a:rPr lang="zh-CN" altLang="en-US">
                <a:latin typeface="Times New Roman" panose="02020603050405020304" pitchFamily="18" charset="0"/>
                <a:ea typeface="华文楷体" panose="02010600040101010101" pitchFamily="2" charset="-122"/>
                <a:cs typeface="Times New Roman" panose="02020603050405020304" pitchFamily="18" charset="0"/>
              </a:rPr>
              <a:t>中国软件工程知识体系</a:t>
            </a:r>
            <a:r>
              <a:rPr lang="en-US" altLang="zh-CN">
                <a:latin typeface="Times New Roman" panose="02020603050405020304" pitchFamily="18" charset="0"/>
                <a:ea typeface="华文楷体" panose="02010600040101010101" pitchFamily="2" charset="-122"/>
                <a:cs typeface="Times New Roman" panose="02020603050405020304" pitchFamily="18" charset="0"/>
              </a:rPr>
              <a:t>》</a:t>
            </a:r>
            <a:r>
              <a:rPr lang="zh-CN" altLang="en-US">
                <a:latin typeface="Times New Roman" panose="02020603050405020304" pitchFamily="18" charset="0"/>
                <a:ea typeface="华文楷体" panose="02010600040101010101" pitchFamily="2" charset="-122"/>
                <a:cs typeface="Times New Roman" panose="02020603050405020304" pitchFamily="18" charset="0"/>
              </a:rPr>
              <a:t>（</a:t>
            </a:r>
            <a:r>
              <a:rPr lang="en-US" altLang="zh-CN">
                <a:latin typeface="Times New Roman" panose="02020603050405020304" pitchFamily="18" charset="0"/>
                <a:ea typeface="华文楷体" panose="02010600040101010101" pitchFamily="2" charset="-122"/>
                <a:cs typeface="Times New Roman" panose="02020603050405020304" pitchFamily="18" charset="0"/>
              </a:rPr>
              <a:t>C-SWEBOK</a:t>
            </a:r>
            <a:r>
              <a:rPr lang="zh-CN" altLang="en-US">
                <a:latin typeface="Times New Roman" panose="02020603050405020304" pitchFamily="18" charset="0"/>
                <a:ea typeface="华文楷体" panose="02010600040101010101" pitchFamily="2" charset="-122"/>
                <a:cs typeface="Times New Roman" panose="02020603050405020304" pitchFamily="18" charset="0"/>
              </a:rPr>
              <a:t>），也将软件工程经济学作为该知识体系中的一个独立知识域。</a:t>
            </a:r>
          </a:p>
        </p:txBody>
      </p:sp>
    </p:spTree>
    <p:extLst>
      <p:ext uri="{BB962C8B-B14F-4D97-AF65-F5344CB8AC3E}">
        <p14:creationId xmlns:p14="http://schemas.microsoft.com/office/powerpoint/2010/main" val="139734422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244799"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课程目标</a:t>
            </a:r>
            <a:r>
              <a:rPr lang="en-US" altLang="zh-CN" sz="2400" spc="300">
                <a:latin typeface="微软雅黑" panose="020B0503020204020204" pitchFamily="34" charset="-122"/>
                <a:ea typeface="微软雅黑" panose="020B0503020204020204" pitchFamily="34" charset="-122"/>
              </a:rPr>
              <a:t>-</a:t>
            </a:r>
            <a:r>
              <a:rPr lang="zh-CN" altLang="en-US" sz="2400" spc="300">
                <a:latin typeface="微软雅黑" panose="020B0503020204020204" pitchFamily="34" charset="-122"/>
                <a:ea typeface="微软雅黑" panose="020B0503020204020204" pitchFamily="34" charset="-122"/>
              </a:rPr>
              <a:t>知识学习</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750450"/>
          </a:xfrm>
          <a:prstGeom prst="rect">
            <a:avLst/>
          </a:prstGeom>
        </p:spPr>
        <p:txBody>
          <a:bodyPr wrap="square">
            <a:spAutoFit/>
          </a:bodyPr>
          <a:lstStyle/>
          <a:p>
            <a:pPr algn="just">
              <a:lnSpc>
                <a:spcPct val="150000"/>
              </a:lnSpc>
            </a:pPr>
            <a:r>
              <a:rPr lang="en-US" altLang="zh-CN" sz="1600" dirty="0">
                <a:solidFill>
                  <a:srgbClr val="000000"/>
                </a:solidFill>
                <a:latin typeface="华文楷体" panose="02010600040101010101" pitchFamily="2" charset="-122"/>
                <a:ea typeface="华文楷体" panose="02010600040101010101" pitchFamily="2" charset="-122"/>
              </a:rPr>
              <a:t>Learning Objectives:  </a:t>
            </a:r>
          </a:p>
          <a:p>
            <a:pPr algn="just">
              <a:lnSpc>
                <a:spcPct val="150000"/>
              </a:lnSpc>
            </a:pPr>
            <a:r>
              <a:rPr lang="en-US" altLang="zh-CN" sz="1600" dirty="0">
                <a:solidFill>
                  <a:srgbClr val="000000"/>
                </a:solidFill>
                <a:latin typeface="华文楷体" panose="02010600040101010101" pitchFamily="2" charset="-122"/>
                <a:ea typeface="华文楷体" panose="02010600040101010101" pitchFamily="2" charset="-122"/>
              </a:rPr>
              <a:t>1. Understand and be able to apply the </a:t>
            </a:r>
            <a:r>
              <a:rPr lang="en-US" altLang="zh-CN" sz="1600" b="1" dirty="0">
                <a:solidFill>
                  <a:srgbClr val="FF0000"/>
                </a:solidFill>
                <a:latin typeface="华文楷体" panose="02010600040101010101" pitchFamily="2" charset="-122"/>
                <a:ea typeface="华文楷体" panose="02010600040101010101" pitchFamily="2" charset="-122"/>
              </a:rPr>
              <a:t>key software engineering economic fundamentals </a:t>
            </a:r>
            <a:r>
              <a:rPr lang="en-US" altLang="zh-CN" sz="1600" dirty="0">
                <a:solidFill>
                  <a:srgbClr val="000000"/>
                </a:solidFill>
                <a:latin typeface="华文楷体" panose="02010600040101010101" pitchFamily="2" charset="-122"/>
                <a:ea typeface="华文楷体" panose="02010600040101010101" pitchFamily="2" charset="-122"/>
              </a:rPr>
              <a:t>to real-world software economic issues. </a:t>
            </a:r>
          </a:p>
          <a:p>
            <a:pPr algn="just">
              <a:lnSpc>
                <a:spcPct val="150000"/>
              </a:lnSpc>
            </a:pPr>
            <a:r>
              <a:rPr lang="en-US" altLang="zh-CN" sz="1600" dirty="0">
                <a:solidFill>
                  <a:srgbClr val="000000"/>
                </a:solidFill>
                <a:latin typeface="华文楷体" panose="02010600040101010101" pitchFamily="2" charset="-122"/>
                <a:ea typeface="华文楷体" panose="02010600040101010101" pitchFamily="2" charset="-122"/>
              </a:rPr>
              <a:t>2. Illustrate through example the </a:t>
            </a:r>
            <a:r>
              <a:rPr lang="en-US" altLang="zh-CN" sz="1600" b="1" dirty="0">
                <a:solidFill>
                  <a:srgbClr val="FF0000"/>
                </a:solidFill>
                <a:latin typeface="华文楷体" panose="02010600040101010101" pitchFamily="2" charset="-122"/>
                <a:ea typeface="华文楷体" panose="02010600040101010101" pitchFamily="2" charset="-122"/>
              </a:rPr>
              <a:t>key software life cycle economics</a:t>
            </a:r>
            <a:r>
              <a:rPr lang="en-US" altLang="zh-CN" sz="1600" dirty="0">
                <a:solidFill>
                  <a:srgbClr val="000000"/>
                </a:solidFill>
                <a:latin typeface="华文楷体" panose="02010600040101010101" pitchFamily="2" charset="-122"/>
                <a:ea typeface="华文楷体" panose="02010600040101010101" pitchFamily="2" charset="-122"/>
              </a:rPr>
              <a:t>, including product and process life cycles; </a:t>
            </a:r>
            <a:r>
              <a:rPr lang="en-US" altLang="zh-CN" sz="1600" b="1" dirty="0">
                <a:solidFill>
                  <a:srgbClr val="FF0000"/>
                </a:solidFill>
                <a:latin typeface="华文楷体" panose="02010600040101010101" pitchFamily="2" charset="-122"/>
                <a:ea typeface="华文楷体" panose="02010600040101010101" pitchFamily="2" charset="-122"/>
              </a:rPr>
              <a:t>portfolios</a:t>
            </a:r>
            <a:r>
              <a:rPr lang="en-US" altLang="zh-CN" sz="1600" dirty="0">
                <a:solidFill>
                  <a:srgbClr val="000000"/>
                </a:solidFill>
                <a:latin typeface="华文楷体" panose="02010600040101010101" pitchFamily="2" charset="-122"/>
                <a:ea typeface="华文楷体" panose="02010600040101010101" pitchFamily="2" charset="-122"/>
              </a:rPr>
              <a:t>; </a:t>
            </a:r>
            <a:r>
              <a:rPr lang="en-US" altLang="zh-CN" sz="1600" b="1" dirty="0">
                <a:solidFill>
                  <a:srgbClr val="FF0000"/>
                </a:solidFill>
                <a:latin typeface="华文楷体" panose="02010600040101010101" pitchFamily="2" charset="-122"/>
                <a:ea typeface="华文楷体" panose="02010600040101010101" pitchFamily="2" charset="-122"/>
              </a:rPr>
              <a:t>proposals</a:t>
            </a:r>
            <a:r>
              <a:rPr lang="en-US" altLang="zh-CN" sz="1600" dirty="0">
                <a:solidFill>
                  <a:srgbClr val="000000"/>
                </a:solidFill>
                <a:latin typeface="华文楷体" panose="02010600040101010101" pitchFamily="2" charset="-122"/>
                <a:ea typeface="华文楷体" panose="02010600040101010101" pitchFamily="2" charset="-122"/>
              </a:rPr>
              <a:t>; </a:t>
            </a:r>
            <a:r>
              <a:rPr lang="en-US" altLang="zh-CN" sz="1600" b="1" dirty="0">
                <a:solidFill>
                  <a:srgbClr val="FF0000"/>
                </a:solidFill>
                <a:latin typeface="华文楷体" panose="02010600040101010101" pitchFamily="2" charset="-122"/>
                <a:ea typeface="华文楷体" panose="02010600040101010101" pitchFamily="2" charset="-122"/>
              </a:rPr>
              <a:t>investment</a:t>
            </a:r>
            <a:r>
              <a:rPr lang="en-US" altLang="zh-CN" sz="1600" dirty="0">
                <a:solidFill>
                  <a:srgbClr val="000000"/>
                </a:solidFill>
                <a:latin typeface="华文楷体" panose="02010600040101010101" pitchFamily="2" charset="-122"/>
                <a:ea typeface="华文楷体" panose="02010600040101010101" pitchFamily="2" charset="-122"/>
              </a:rPr>
              <a:t> </a:t>
            </a:r>
            <a:r>
              <a:rPr lang="en-US" altLang="zh-CN" sz="1600" b="1" dirty="0">
                <a:solidFill>
                  <a:srgbClr val="FF0000"/>
                </a:solidFill>
                <a:latin typeface="华文楷体" panose="02010600040101010101" pitchFamily="2" charset="-122"/>
                <a:ea typeface="华文楷体" panose="02010600040101010101" pitchFamily="2" charset="-122"/>
              </a:rPr>
              <a:t>decisions</a:t>
            </a:r>
            <a:r>
              <a:rPr lang="en-US" altLang="zh-CN" sz="1600" dirty="0">
                <a:solidFill>
                  <a:srgbClr val="000000"/>
                </a:solidFill>
                <a:latin typeface="华文楷体" panose="02010600040101010101" pitchFamily="2" charset="-122"/>
                <a:ea typeface="华文楷体" panose="02010600040101010101" pitchFamily="2" charset="-122"/>
              </a:rPr>
              <a:t>; </a:t>
            </a:r>
            <a:r>
              <a:rPr lang="en-US" altLang="zh-CN" sz="1600" b="1" dirty="0">
                <a:solidFill>
                  <a:srgbClr val="FF0000"/>
                </a:solidFill>
                <a:latin typeface="华文楷体" panose="02010600040101010101" pitchFamily="2" charset="-122"/>
                <a:ea typeface="华文楷体" panose="02010600040101010101" pitchFamily="2" charset="-122"/>
              </a:rPr>
              <a:t>pricing</a:t>
            </a:r>
            <a:r>
              <a:rPr lang="en-US" altLang="zh-CN" sz="1600" dirty="0">
                <a:solidFill>
                  <a:srgbClr val="000000"/>
                </a:solidFill>
                <a:latin typeface="华文楷体" panose="02010600040101010101" pitchFamily="2" charset="-122"/>
                <a:ea typeface="华文楷体" panose="02010600040101010101" pitchFamily="2" charset="-122"/>
              </a:rPr>
              <a:t> and </a:t>
            </a:r>
            <a:r>
              <a:rPr lang="en-US" altLang="zh-CN" sz="1600" b="1" dirty="0">
                <a:solidFill>
                  <a:srgbClr val="FF0000"/>
                </a:solidFill>
                <a:latin typeface="华文楷体" panose="02010600040101010101" pitchFamily="2" charset="-122"/>
                <a:ea typeface="华文楷体" panose="02010600040101010101" pitchFamily="2" charset="-122"/>
              </a:rPr>
              <a:t>costing</a:t>
            </a:r>
            <a:r>
              <a:rPr lang="en-US" altLang="zh-CN" sz="1600" dirty="0">
                <a:solidFill>
                  <a:srgbClr val="000000"/>
                </a:solidFill>
                <a:latin typeface="华文楷体" panose="02010600040101010101" pitchFamily="2" charset="-122"/>
                <a:ea typeface="华文楷体" panose="02010600040101010101" pitchFamily="2" charset="-122"/>
              </a:rPr>
              <a:t>, and </a:t>
            </a:r>
            <a:r>
              <a:rPr lang="en-US" altLang="zh-CN" sz="1600" b="1" dirty="0">
                <a:solidFill>
                  <a:srgbClr val="FF0000"/>
                </a:solidFill>
                <a:latin typeface="华文楷体" panose="02010600040101010101" pitchFamily="2" charset="-122"/>
                <a:ea typeface="华文楷体" panose="02010600040101010101" pitchFamily="2" charset="-122"/>
              </a:rPr>
              <a:t>earned</a:t>
            </a:r>
            <a:r>
              <a:rPr lang="en-US" altLang="zh-CN" sz="1600" dirty="0">
                <a:solidFill>
                  <a:srgbClr val="000000"/>
                </a:solidFill>
                <a:latin typeface="华文楷体" panose="02010600040101010101" pitchFamily="2" charset="-122"/>
                <a:ea typeface="华文楷体" panose="02010600040101010101" pitchFamily="2" charset="-122"/>
              </a:rPr>
              <a:t> </a:t>
            </a:r>
            <a:r>
              <a:rPr lang="en-US" altLang="zh-CN" sz="1600" b="1" dirty="0">
                <a:solidFill>
                  <a:srgbClr val="FF0000"/>
                </a:solidFill>
                <a:latin typeface="华文楷体" panose="02010600040101010101" pitchFamily="2" charset="-122"/>
                <a:ea typeface="华文楷体" panose="02010600040101010101" pitchFamily="2" charset="-122"/>
              </a:rPr>
              <a:t>value</a:t>
            </a:r>
            <a:r>
              <a:rPr lang="en-US" altLang="zh-CN" sz="1600" dirty="0">
                <a:solidFill>
                  <a:srgbClr val="000000"/>
                </a:solidFill>
                <a:latin typeface="华文楷体" panose="02010600040101010101" pitchFamily="2" charset="-122"/>
                <a:ea typeface="华文楷体" panose="02010600040101010101" pitchFamily="2" charset="-122"/>
              </a:rPr>
              <a:t> </a:t>
            </a:r>
            <a:r>
              <a:rPr lang="en-US" altLang="zh-CN" sz="1600" b="1" dirty="0">
                <a:solidFill>
                  <a:srgbClr val="FF0000"/>
                </a:solidFill>
                <a:latin typeface="华文楷体" panose="02010600040101010101" pitchFamily="2" charset="-122"/>
                <a:ea typeface="华文楷体" panose="02010600040101010101" pitchFamily="2" charset="-122"/>
              </a:rPr>
              <a:t>management</a:t>
            </a:r>
            <a:r>
              <a:rPr lang="en-US" altLang="zh-CN" sz="1600" dirty="0">
                <a:solidFill>
                  <a:srgbClr val="000000"/>
                </a:solidFill>
                <a:latin typeface="华文楷体" panose="02010600040101010101" pitchFamily="2" charset="-122"/>
                <a:ea typeface="华文楷体" panose="02010600040101010101" pitchFamily="2" charset="-122"/>
              </a:rPr>
              <a:t> (EVM). </a:t>
            </a:r>
            <a:r>
              <a:rPr lang="zh-CN" altLang="en-US" sz="1600" dirty="0">
                <a:solidFill>
                  <a:srgbClr val="000000"/>
                </a:solidFill>
                <a:latin typeface="华文楷体" panose="02010600040101010101" pitchFamily="2" charset="-122"/>
                <a:ea typeface="华文楷体" panose="02010600040101010101" pitchFamily="2" charset="-122"/>
              </a:rPr>
              <a:t>（投资组合； 提案； 投资决策； 定价和成本核算以及挣值管理）</a:t>
            </a:r>
            <a:endParaRPr lang="en-US" altLang="zh-CN" sz="1600" dirty="0">
              <a:solidFill>
                <a:srgbClr val="000000"/>
              </a:solidFill>
              <a:latin typeface="华文楷体" panose="02010600040101010101" pitchFamily="2" charset="-122"/>
              <a:ea typeface="华文楷体" panose="02010600040101010101" pitchFamily="2" charset="-122"/>
            </a:endParaRPr>
          </a:p>
          <a:p>
            <a:pPr algn="just">
              <a:lnSpc>
                <a:spcPct val="150000"/>
              </a:lnSpc>
            </a:pPr>
            <a:r>
              <a:rPr lang="en-US" altLang="zh-CN" sz="1600" dirty="0">
                <a:solidFill>
                  <a:srgbClr val="000000"/>
                </a:solidFill>
                <a:latin typeface="华文楷体" panose="02010600040101010101" pitchFamily="2" charset="-122"/>
                <a:ea typeface="华文楷体" panose="02010600040101010101" pitchFamily="2" charset="-122"/>
              </a:rPr>
              <a:t>3. Apply the concepts of </a:t>
            </a:r>
            <a:r>
              <a:rPr lang="en-US" altLang="zh-CN" sz="1600" b="1" dirty="0">
                <a:solidFill>
                  <a:srgbClr val="FF0000"/>
                </a:solidFill>
                <a:latin typeface="华文楷体" panose="02010600040101010101" pitchFamily="2" charset="-122"/>
                <a:ea typeface="华文楷体" panose="02010600040101010101" pitchFamily="2" charset="-122"/>
              </a:rPr>
              <a:t>risk</a:t>
            </a:r>
            <a:r>
              <a:rPr lang="en-US" altLang="zh-CN" sz="1600" dirty="0">
                <a:solidFill>
                  <a:srgbClr val="000000"/>
                </a:solidFill>
                <a:latin typeface="华文楷体" panose="02010600040101010101" pitchFamily="2" charset="-122"/>
                <a:ea typeface="华文楷体" panose="02010600040101010101" pitchFamily="2" charset="-122"/>
              </a:rPr>
              <a:t> and </a:t>
            </a:r>
            <a:r>
              <a:rPr lang="en-US" altLang="zh-CN" sz="1600" b="1" dirty="0">
                <a:solidFill>
                  <a:srgbClr val="FF0000"/>
                </a:solidFill>
                <a:latin typeface="华文楷体" panose="02010600040101010101" pitchFamily="2" charset="-122"/>
                <a:ea typeface="华文楷体" panose="02010600040101010101" pitchFamily="2" charset="-122"/>
              </a:rPr>
              <a:t>uncertainty</a:t>
            </a:r>
            <a:r>
              <a:rPr lang="en-US" altLang="zh-CN" sz="1600" dirty="0">
                <a:solidFill>
                  <a:srgbClr val="000000"/>
                </a:solidFill>
                <a:latin typeface="华文楷体" panose="02010600040101010101" pitchFamily="2" charset="-122"/>
                <a:ea typeface="华文楷体" panose="02010600040101010101" pitchFamily="2" charset="-122"/>
              </a:rPr>
              <a:t> to real world software development projects, including goals; estimates; prioritization and decision making.</a:t>
            </a:r>
          </a:p>
          <a:p>
            <a:pPr algn="just">
              <a:lnSpc>
                <a:spcPct val="150000"/>
              </a:lnSpc>
            </a:pPr>
            <a:r>
              <a:rPr lang="en-US" altLang="zh-CN" sz="1600" dirty="0">
                <a:solidFill>
                  <a:srgbClr val="000000"/>
                </a:solidFill>
                <a:latin typeface="华文楷体" panose="02010600040101010101" pitchFamily="2" charset="-122"/>
                <a:ea typeface="华文楷体" panose="02010600040101010101" pitchFamily="2" charset="-122"/>
              </a:rPr>
              <a:t>4. Perform best-practice economic analysis methods. </a:t>
            </a:r>
          </a:p>
          <a:p>
            <a:pPr algn="just">
              <a:lnSpc>
                <a:spcPct val="150000"/>
              </a:lnSpc>
            </a:pPr>
            <a:endParaRPr lang="zh-CN" altLang="en-US" sz="1600"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68666462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126177"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课程目标</a:t>
            </a:r>
            <a:r>
              <a:rPr lang="en-US" altLang="zh-CN" sz="2400" spc="300">
                <a:latin typeface="微软雅黑" panose="020B0503020204020204" pitchFamily="34" charset="-122"/>
                <a:ea typeface="微软雅黑" panose="020B0503020204020204" pitchFamily="34" charset="-122"/>
              </a:rPr>
              <a:t>-</a:t>
            </a:r>
            <a:r>
              <a:rPr lang="zh-CN" altLang="en-US" sz="2400" spc="300">
                <a:latin typeface="微软雅黑" panose="020B0503020204020204" pitchFamily="34" charset="-122"/>
                <a:ea typeface="微软雅黑" panose="020B0503020204020204" pitchFamily="34" charset="-122"/>
              </a:rPr>
              <a:t>能力培养</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376758"/>
          </a:xfrm>
          <a:prstGeom prst="rect">
            <a:avLst/>
          </a:prstGeom>
        </p:spPr>
        <p:txBody>
          <a:bodyPr wrap="square">
            <a:spAutoFit/>
          </a:bodyPr>
          <a:lstStyle/>
          <a:p>
            <a:pPr algn="just">
              <a:lnSpc>
                <a:spcPct val="150000"/>
              </a:lnSpc>
            </a:pPr>
            <a:r>
              <a:rPr lang="en-US" altLang="zh-CN" dirty="0">
                <a:solidFill>
                  <a:srgbClr val="000000"/>
                </a:solidFill>
                <a:latin typeface="华文楷体" panose="02010600040101010101" pitchFamily="2" charset="-122"/>
                <a:ea typeface="华文楷体" panose="02010600040101010101" pitchFamily="2" charset="-122"/>
              </a:rPr>
              <a:t>1</a:t>
            </a:r>
            <a:r>
              <a:rPr lang="zh-CN" altLang="en-US" dirty="0">
                <a:solidFill>
                  <a:srgbClr val="000000"/>
                </a:solidFill>
                <a:latin typeface="华文楷体" panose="02010600040101010101" pitchFamily="2" charset="-122"/>
                <a:ea typeface="华文楷体" panose="02010600040101010101" pitchFamily="2" charset="-122"/>
              </a:rPr>
              <a:t>、明确技术、经济和管理之间的关系，本课程应突出经济分析与论证、计算与比较。</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作为商品的软件，在其生命周期中，只有应用系统的技术、经济和管理的方法才能满足人们对其功能、性能、成本、质量、工期、效率和效益等各种需求，这个系统的方法论，我们称之为软件工程学。</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经济与技术和管理的关系：不论是采取技术活动，或是进行管理活动，只要有活动就会发生资源的投入，自然不可避免的涉及经济，因为经济就是解决资源的使用效率问题。经济度量和分析为管理提供依据。</a:t>
            </a:r>
          </a:p>
        </p:txBody>
      </p:sp>
    </p:spTree>
    <p:extLst>
      <p:ext uri="{BB962C8B-B14F-4D97-AF65-F5344CB8AC3E}">
        <p14:creationId xmlns:p14="http://schemas.microsoft.com/office/powerpoint/2010/main" val="15944807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126177"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课程目标</a:t>
            </a:r>
            <a:r>
              <a:rPr lang="en-US" altLang="zh-CN" sz="2400" spc="300">
                <a:latin typeface="微软雅黑" panose="020B0503020204020204" pitchFamily="34" charset="-122"/>
                <a:ea typeface="微软雅黑" panose="020B0503020204020204" pitchFamily="34" charset="-122"/>
              </a:rPr>
              <a:t>-</a:t>
            </a:r>
            <a:r>
              <a:rPr lang="zh-CN" altLang="en-US" sz="2400" spc="300">
                <a:latin typeface="微软雅黑" panose="020B0503020204020204" pitchFamily="34" charset="-122"/>
                <a:ea typeface="微软雅黑" panose="020B0503020204020204" pitchFamily="34" charset="-122"/>
              </a:rPr>
              <a:t>能力培养</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130263"/>
          </a:xfrm>
          <a:prstGeom prst="rect">
            <a:avLst/>
          </a:prstGeom>
        </p:spPr>
        <p:txBody>
          <a:bodyPr wrap="square">
            <a:spAutoFit/>
          </a:bodyPr>
          <a:lstStyle/>
          <a:p>
            <a:pPr algn="just">
              <a:lnSpc>
                <a:spcPct val="150000"/>
              </a:lnSpc>
            </a:pPr>
            <a:r>
              <a:rPr lang="en-US" altLang="zh-CN">
                <a:solidFill>
                  <a:srgbClr val="000000"/>
                </a:solidFill>
                <a:latin typeface="华文楷体" panose="02010600040101010101" pitchFamily="2" charset="-122"/>
                <a:ea typeface="华文楷体" panose="02010600040101010101" pitchFamily="2" charset="-122"/>
              </a:rPr>
              <a:t>2</a:t>
            </a:r>
            <a:r>
              <a:rPr lang="zh-CN" altLang="en-US">
                <a:solidFill>
                  <a:srgbClr val="000000"/>
                </a:solidFill>
                <a:latin typeface="华文楷体" panose="02010600040101010101" pitchFamily="2" charset="-122"/>
                <a:ea typeface="华文楷体" panose="02010600040101010101" pitchFamily="2" charset="-122"/>
              </a:rPr>
              <a:t>、学习时，除了运用严密的逻辑思维，形象思维也是必不可少的</a:t>
            </a: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本课程中涉及的内容有高等数学中的微积分、应用统计学中的建模、运筹中的最优化等，这些内容需要有严密的逻辑思维。</a:t>
            </a: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对经济学和管理学中涉及的其他内容，则需要必要的形象思维来展现其艺术性。</a:t>
            </a:r>
          </a:p>
        </p:txBody>
      </p:sp>
    </p:spTree>
    <p:extLst>
      <p:ext uri="{BB962C8B-B14F-4D97-AF65-F5344CB8AC3E}">
        <p14:creationId xmlns:p14="http://schemas.microsoft.com/office/powerpoint/2010/main" val="26158973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126177"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课程目标</a:t>
            </a:r>
            <a:r>
              <a:rPr lang="en-US" altLang="zh-CN" sz="2400" spc="300">
                <a:latin typeface="微软雅黑" panose="020B0503020204020204" pitchFamily="34" charset="-122"/>
                <a:ea typeface="微软雅黑" panose="020B0503020204020204" pitchFamily="34" charset="-122"/>
              </a:rPr>
              <a:t>-</a:t>
            </a:r>
            <a:r>
              <a:rPr lang="zh-CN" altLang="en-US" sz="2400" spc="300">
                <a:latin typeface="微软雅黑" panose="020B0503020204020204" pitchFamily="34" charset="-122"/>
                <a:ea typeface="微软雅黑" panose="020B0503020204020204" pitchFamily="34" charset="-122"/>
              </a:rPr>
              <a:t>能力培养</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545762"/>
          </a:xfrm>
          <a:prstGeom prst="rect">
            <a:avLst/>
          </a:prstGeom>
        </p:spPr>
        <p:txBody>
          <a:bodyPr wrap="square">
            <a:spAutoFit/>
          </a:bodyPr>
          <a:lstStyle/>
          <a:p>
            <a:pPr algn="just">
              <a:lnSpc>
                <a:spcPct val="150000"/>
              </a:lnSpc>
            </a:pPr>
            <a:r>
              <a:rPr lang="en-US" altLang="zh-CN" dirty="0" smtClean="0">
                <a:solidFill>
                  <a:srgbClr val="000000"/>
                </a:solidFill>
                <a:latin typeface="华文楷体" panose="02010600040101010101" pitchFamily="2" charset="-122"/>
                <a:ea typeface="华文楷体" panose="02010600040101010101" pitchFamily="2" charset="-122"/>
              </a:rPr>
              <a:t>3</a:t>
            </a:r>
            <a:r>
              <a:rPr lang="zh-CN" altLang="en-US" dirty="0" smtClean="0">
                <a:solidFill>
                  <a:srgbClr val="000000"/>
                </a:solidFill>
                <a:latin typeface="华文楷体" panose="02010600040101010101" pitchFamily="2" charset="-122"/>
                <a:ea typeface="华文楷体" panose="02010600040101010101" pitchFamily="2" charset="-122"/>
              </a:rPr>
              <a:t>、掌握方法比掌握计算过程更重要，而且掌握方法时要紧密联系实际，即学会分析实际问题，选择适当的方法解决问题。</a:t>
            </a:r>
          </a:p>
          <a:p>
            <a:pPr marL="285750" indent="-285750" algn="just">
              <a:lnSpc>
                <a:spcPct val="150000"/>
              </a:lnSpc>
              <a:buFont typeface="Arial" panose="020B0604020202020204" pitchFamily="34" charset="0"/>
              <a:buChar char="•"/>
            </a:pPr>
            <a:r>
              <a:rPr lang="zh-CN" altLang="en-US" dirty="0" smtClean="0">
                <a:solidFill>
                  <a:srgbClr val="000000"/>
                </a:solidFill>
                <a:latin typeface="华文楷体" panose="02010600040101010101" pitchFamily="2" charset="-122"/>
                <a:ea typeface="华文楷体" panose="02010600040101010101" pitchFamily="2" charset="-122"/>
              </a:rPr>
              <a:t>任何一门学科都是方法论的集合，方法固然重要，但应注意在实际中是先有问题后有方法，方法是为了解决问题而产生的。</a:t>
            </a:r>
          </a:p>
          <a:p>
            <a:pPr marL="285750" indent="-285750" algn="just">
              <a:lnSpc>
                <a:spcPct val="150000"/>
              </a:lnSpc>
              <a:buFont typeface="Arial" panose="020B0604020202020204" pitchFamily="34" charset="0"/>
              <a:buChar char="•"/>
            </a:pPr>
            <a:r>
              <a:rPr lang="zh-CN" altLang="en-US" dirty="0" smtClean="0">
                <a:solidFill>
                  <a:srgbClr val="000000"/>
                </a:solidFill>
                <a:latin typeface="华文楷体" panose="02010600040101010101" pitchFamily="2" charset="-122"/>
                <a:ea typeface="华文楷体" panose="02010600040101010101" pitchFamily="2" charset="-122"/>
              </a:rPr>
              <a:t>方法包含许多，重点应放在问题的分析思路和结论的应用，而不追求冗长的论证过程。</a:t>
            </a:r>
            <a:endParaRPr lang="zh-CN" altLang="en-US"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77125739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工程认证</a:t>
            </a:r>
          </a:p>
        </p:txBody>
      </p:sp>
      <p:sp>
        <p:nvSpPr>
          <p:cNvPr id="2" name="矩形 1">
            <a:extLst>
              <a:ext uri="{FF2B5EF4-FFF2-40B4-BE49-F238E27FC236}">
                <a16:creationId xmlns:a16="http://schemas.microsoft.com/office/drawing/2014/main" id="{1A343DEC-CFF6-41F5-B87C-0DFC08C67B76}"/>
              </a:ext>
            </a:extLst>
          </p:cNvPr>
          <p:cNvSpPr/>
          <p:nvPr/>
        </p:nvSpPr>
        <p:spPr>
          <a:xfrm>
            <a:off x="515257" y="778818"/>
            <a:ext cx="8113486" cy="264245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a:solidFill>
                  <a:srgbClr val="000000"/>
                </a:solidFill>
                <a:latin typeface="华文楷体" panose="02010600040101010101" pitchFamily="2" charset="-122"/>
                <a:ea typeface="华文楷体" panose="02010600040101010101" pitchFamily="2" charset="-122"/>
              </a:rPr>
              <a:t>工程教育专业认证：</a:t>
            </a:r>
            <a:endParaRPr lang="en-US" altLang="zh-CN" sz="160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a:solidFill>
                  <a:srgbClr val="000000"/>
                </a:solidFill>
                <a:latin typeface="华文楷体" panose="02010600040101010101" pitchFamily="2" charset="-122"/>
                <a:ea typeface="华文楷体" panose="02010600040101010101" pitchFamily="2" charset="-122"/>
              </a:rPr>
              <a:t>指标点</a:t>
            </a:r>
            <a:r>
              <a:rPr lang="en-US" altLang="zh-CN" sz="1600">
                <a:solidFill>
                  <a:srgbClr val="000000"/>
                </a:solidFill>
                <a:latin typeface="华文楷体" panose="02010600040101010101" pitchFamily="2" charset="-122"/>
                <a:ea typeface="华文楷体" panose="02010600040101010101" pitchFamily="2" charset="-122"/>
              </a:rPr>
              <a:t>6.1 </a:t>
            </a:r>
            <a:r>
              <a:rPr lang="zh-CN" altLang="en-US" sz="1600">
                <a:solidFill>
                  <a:srgbClr val="000000"/>
                </a:solidFill>
                <a:latin typeface="华文楷体" panose="02010600040101010101" pitchFamily="2" charset="-122"/>
                <a:ea typeface="华文楷体" panose="02010600040101010101" pitchFamily="2" charset="-122"/>
              </a:rPr>
              <a:t>理解计算机</a:t>
            </a:r>
            <a:r>
              <a:rPr lang="zh-CN" altLang="en-US" sz="1600" b="1">
                <a:solidFill>
                  <a:srgbClr val="FF0000"/>
                </a:solidFill>
                <a:latin typeface="华文楷体" panose="02010600040101010101" pitchFamily="2" charset="-122"/>
                <a:ea typeface="华文楷体" panose="02010600040101010101" pitchFamily="2" charset="-122"/>
              </a:rPr>
              <a:t>相关领域的技术标准体系</a:t>
            </a:r>
            <a:r>
              <a:rPr lang="zh-CN" altLang="en-US" sz="1600">
                <a:solidFill>
                  <a:srgbClr val="000000"/>
                </a:solidFill>
                <a:latin typeface="华文楷体" panose="02010600040101010101" pitchFamily="2" charset="-122"/>
                <a:ea typeface="华文楷体" panose="02010600040101010101" pitchFamily="2" charset="-122"/>
              </a:rPr>
              <a:t>、</a:t>
            </a:r>
            <a:r>
              <a:rPr lang="zh-CN" altLang="en-US" sz="1600" b="1">
                <a:solidFill>
                  <a:srgbClr val="FF0000"/>
                </a:solidFill>
                <a:latin typeface="华文楷体" panose="02010600040101010101" pitchFamily="2" charset="-122"/>
                <a:ea typeface="华文楷体" panose="02010600040101010101" pitchFamily="2" charset="-122"/>
              </a:rPr>
              <a:t>知识产权</a:t>
            </a:r>
            <a:r>
              <a:rPr lang="zh-CN" altLang="en-US" sz="1600">
                <a:solidFill>
                  <a:srgbClr val="000000"/>
                </a:solidFill>
                <a:latin typeface="华文楷体" panose="02010600040101010101" pitchFamily="2" charset="-122"/>
                <a:ea typeface="华文楷体" panose="02010600040101010101" pitchFamily="2" charset="-122"/>
              </a:rPr>
              <a:t>、</a:t>
            </a:r>
            <a:r>
              <a:rPr lang="zh-CN" altLang="en-US" sz="1600" b="1">
                <a:solidFill>
                  <a:srgbClr val="FF0000"/>
                </a:solidFill>
                <a:latin typeface="华文楷体" panose="02010600040101010101" pitchFamily="2" charset="-122"/>
                <a:ea typeface="华文楷体" panose="02010600040101010101" pitchFamily="2" charset="-122"/>
              </a:rPr>
              <a:t>产业政策</a:t>
            </a:r>
            <a:r>
              <a:rPr lang="zh-CN" altLang="en-US" sz="1600">
                <a:solidFill>
                  <a:srgbClr val="000000"/>
                </a:solidFill>
                <a:latin typeface="华文楷体" panose="02010600040101010101" pitchFamily="2" charset="-122"/>
                <a:ea typeface="华文楷体" panose="02010600040101010101" pitchFamily="2" charset="-122"/>
              </a:rPr>
              <a:t>和</a:t>
            </a:r>
            <a:r>
              <a:rPr lang="zh-CN" altLang="en-US" sz="1600" b="1">
                <a:solidFill>
                  <a:srgbClr val="FF0000"/>
                </a:solidFill>
                <a:latin typeface="华文楷体" panose="02010600040101010101" pitchFamily="2" charset="-122"/>
                <a:ea typeface="华文楷体" panose="02010600040101010101" pitchFamily="2" charset="-122"/>
              </a:rPr>
              <a:t>法律法规</a:t>
            </a:r>
            <a:r>
              <a:rPr lang="zh-CN" altLang="en-US" sz="1600">
                <a:solidFill>
                  <a:srgbClr val="000000"/>
                </a:solidFill>
                <a:latin typeface="华文楷体" panose="02010600040101010101" pitchFamily="2" charset="-122"/>
                <a:ea typeface="华文楷体" panose="02010600040101010101" pitchFamily="2" charset="-122"/>
              </a:rPr>
              <a:t>，理解不同社会文化对软件工程活动的影响；</a:t>
            </a:r>
            <a:endParaRPr lang="en-US" altLang="zh-CN" sz="160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a:solidFill>
                  <a:srgbClr val="000000"/>
                </a:solidFill>
                <a:latin typeface="华文楷体" panose="02010600040101010101" pitchFamily="2" charset="-122"/>
                <a:ea typeface="华文楷体" panose="02010600040101010101" pitchFamily="2" charset="-122"/>
              </a:rPr>
              <a:t>指标点</a:t>
            </a:r>
            <a:r>
              <a:rPr lang="en-US" altLang="zh-CN" sz="1600">
                <a:solidFill>
                  <a:srgbClr val="000000"/>
                </a:solidFill>
                <a:latin typeface="华文楷体" panose="02010600040101010101" pitchFamily="2" charset="-122"/>
                <a:ea typeface="华文楷体" panose="02010600040101010101" pitchFamily="2" charset="-122"/>
              </a:rPr>
              <a:t>11.1 </a:t>
            </a:r>
            <a:r>
              <a:rPr lang="zh-CN" altLang="en-US" sz="1600" b="1">
                <a:solidFill>
                  <a:srgbClr val="FF0000"/>
                </a:solidFill>
                <a:latin typeface="华文楷体" panose="02010600040101010101" pitchFamily="2" charset="-122"/>
                <a:ea typeface="华文楷体" panose="02010600040101010101" pitchFamily="2" charset="-122"/>
              </a:rPr>
              <a:t>理解软件开发项目中涉及的重要经济与管理因素</a:t>
            </a:r>
            <a:r>
              <a:rPr lang="zh-CN" altLang="en-US" sz="1600">
                <a:solidFill>
                  <a:srgbClr val="000000"/>
                </a:solidFill>
                <a:latin typeface="华文楷体" panose="02010600040101010101" pitchFamily="2" charset="-122"/>
                <a:ea typeface="华文楷体" panose="02010600040101010101" pitchFamily="2" charset="-122"/>
              </a:rPr>
              <a:t>，能对成本及人力资源等进行有效管理，掌握软件工程项目中的</a:t>
            </a:r>
            <a:r>
              <a:rPr lang="zh-CN" altLang="en-US" sz="1600" b="1">
                <a:solidFill>
                  <a:srgbClr val="FF0000"/>
                </a:solidFill>
                <a:latin typeface="华文楷体" panose="02010600040101010101" pitchFamily="2" charset="-122"/>
                <a:ea typeface="华文楷体" panose="02010600040101010101" pitchFamily="2" charset="-122"/>
              </a:rPr>
              <a:t>重要经济与管理因素</a:t>
            </a:r>
            <a:r>
              <a:rPr lang="zh-CN" altLang="en-US" sz="1600">
                <a:solidFill>
                  <a:srgbClr val="000000"/>
                </a:solidFill>
                <a:latin typeface="华文楷体" panose="02010600040101010101" pitchFamily="2" charset="-122"/>
                <a:ea typeface="华文楷体" panose="02010600040101010101" pitchFamily="2" charset="-122"/>
              </a:rPr>
              <a:t>；</a:t>
            </a:r>
            <a:endParaRPr lang="en-US" altLang="zh-CN" sz="160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a:solidFill>
                  <a:srgbClr val="000000"/>
                </a:solidFill>
                <a:latin typeface="华文楷体" panose="02010600040101010101" pitchFamily="2" charset="-122"/>
                <a:ea typeface="华文楷体" panose="02010600040101010101" pitchFamily="2" charset="-122"/>
              </a:rPr>
              <a:t>指标点</a:t>
            </a:r>
            <a:r>
              <a:rPr lang="en-US" altLang="zh-CN" sz="1600">
                <a:solidFill>
                  <a:srgbClr val="000000"/>
                </a:solidFill>
                <a:latin typeface="华文楷体" panose="02010600040101010101" pitchFamily="2" charset="-122"/>
                <a:ea typeface="华文楷体" panose="02010600040101010101" pitchFamily="2" charset="-122"/>
              </a:rPr>
              <a:t>11.2 </a:t>
            </a:r>
            <a:r>
              <a:rPr lang="zh-CN" altLang="en-US" sz="1600">
                <a:solidFill>
                  <a:srgbClr val="000000"/>
                </a:solidFill>
                <a:latin typeface="华文楷体" panose="02010600040101010101" pitchFamily="2" charset="-122"/>
                <a:ea typeface="华文楷体" panose="02010600040101010101" pitchFamily="2" charset="-122"/>
              </a:rPr>
              <a:t>能在多学科环境下，在设计开发解决方案的过程中，正确运用</a:t>
            </a:r>
            <a:r>
              <a:rPr lang="zh-CN" altLang="en-US" sz="1600" b="1">
                <a:solidFill>
                  <a:srgbClr val="FF0000"/>
                </a:solidFill>
                <a:latin typeface="华文楷体" panose="02010600040101010101" pitchFamily="2" charset="-122"/>
                <a:ea typeface="华文楷体" panose="02010600040101010101" pitchFamily="2" charset="-122"/>
              </a:rPr>
              <a:t>工程管理与经济决策</a:t>
            </a:r>
            <a:r>
              <a:rPr lang="zh-CN" altLang="en-US" sz="1600">
                <a:solidFill>
                  <a:srgbClr val="000000"/>
                </a:solidFill>
                <a:latin typeface="华文楷体" panose="02010600040101010101" pitchFamily="2" charset="-122"/>
                <a:ea typeface="华文楷体" panose="02010600040101010101" pitchFamily="2" charset="-122"/>
              </a:rPr>
              <a:t>方法。</a:t>
            </a:r>
          </a:p>
        </p:txBody>
      </p:sp>
    </p:spTree>
    <p:extLst>
      <p:ext uri="{BB962C8B-B14F-4D97-AF65-F5344CB8AC3E}">
        <p14:creationId xmlns:p14="http://schemas.microsoft.com/office/powerpoint/2010/main" val="287033027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考核方法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37675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b="1" dirty="0">
                <a:solidFill>
                  <a:srgbClr val="000000"/>
                </a:solidFill>
                <a:latin typeface="华文楷体" panose="02010600040101010101" pitchFamily="2" charset="-122"/>
                <a:ea typeface="华文楷体" panose="02010600040101010101" pitchFamily="2" charset="-122"/>
              </a:rPr>
              <a:t>期末考试。    </a:t>
            </a:r>
            <a:r>
              <a:rPr lang="en-US" altLang="zh-CN" b="1" dirty="0">
                <a:solidFill>
                  <a:srgbClr val="000000"/>
                </a:solidFill>
                <a:latin typeface="华文楷体" panose="02010600040101010101" pitchFamily="2" charset="-122"/>
                <a:ea typeface="华文楷体" panose="02010600040101010101" pitchFamily="2" charset="-122"/>
              </a:rPr>
              <a:t>60% ---</a:t>
            </a:r>
            <a:r>
              <a:rPr lang="zh-CN" altLang="en-US" b="1" dirty="0">
                <a:solidFill>
                  <a:srgbClr val="000000"/>
                </a:solidFill>
                <a:latin typeface="华文楷体" panose="02010600040101010101" pitchFamily="2" charset="-122"/>
                <a:ea typeface="华文楷体" panose="02010600040101010101" pitchFamily="2" charset="-122"/>
              </a:rPr>
              <a:t> </a:t>
            </a:r>
            <a:r>
              <a:rPr lang="en-US" altLang="zh-CN" b="1" dirty="0">
                <a:solidFill>
                  <a:srgbClr val="000000"/>
                </a:solidFill>
                <a:latin typeface="华文楷体" panose="02010600040101010101" pitchFamily="2" charset="-122"/>
                <a:ea typeface="华文楷体" panose="02010600040101010101" pitchFamily="2" charset="-122"/>
              </a:rPr>
              <a:t>70%</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b="1" dirty="0">
                <a:solidFill>
                  <a:srgbClr val="000000"/>
                </a:solidFill>
                <a:latin typeface="华文楷体" panose="02010600040101010101" pitchFamily="2" charset="-122"/>
                <a:ea typeface="华文楷体" panose="02010600040101010101" pitchFamily="2" charset="-122"/>
              </a:rPr>
              <a:t>课内实验。     </a:t>
            </a:r>
            <a:endParaRPr lang="en-US" altLang="zh-CN" b="1"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b="1" dirty="0">
                <a:solidFill>
                  <a:srgbClr val="000000"/>
                </a:solidFill>
                <a:latin typeface="华文楷体" panose="02010600040101010101" pitchFamily="2" charset="-122"/>
                <a:ea typeface="华文楷体" panose="02010600040101010101" pitchFamily="2" charset="-122"/>
              </a:rPr>
              <a:t>平时作业。</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b="1" dirty="0">
                <a:solidFill>
                  <a:srgbClr val="000000"/>
                </a:solidFill>
                <a:latin typeface="华文楷体" panose="02010600040101010101" pitchFamily="2" charset="-122"/>
                <a:ea typeface="华文楷体" panose="02010600040101010101" pitchFamily="2" charset="-122"/>
              </a:rPr>
              <a:t>项目设计</a:t>
            </a:r>
            <a:r>
              <a:rPr lang="zh-CN" altLang="en-US" dirty="0">
                <a:solidFill>
                  <a:srgbClr val="000000"/>
                </a:solidFill>
                <a:latin typeface="华文楷体" panose="02010600040101010101" pitchFamily="2" charset="-122"/>
                <a:ea typeface="华文楷体" panose="02010600040101010101" pitchFamily="2" charset="-122"/>
              </a:rPr>
              <a:t>：以小组方式开发。选题由学生自主选择。期末以小组答辩方式，考核过程中将着重考查小组成员将经济学思维用于软件工程研究对象的分析建模能力、选择合理方法与合适的参数估算软件项目投入产出的计算能力以及小组管理与成员合作能力等。</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提交</a:t>
            </a:r>
            <a:r>
              <a:rPr lang="zh-CN" altLang="en-US" b="1" dirty="0">
                <a:solidFill>
                  <a:srgbClr val="000000"/>
                </a:solidFill>
                <a:latin typeface="华文楷体" panose="02010600040101010101" pitchFamily="2" charset="-122"/>
                <a:ea typeface="华文楷体" panose="02010600040101010101" pitchFamily="2" charset="-122"/>
              </a:rPr>
              <a:t>全部课内实验</a:t>
            </a:r>
            <a:r>
              <a:rPr lang="zh-CN" altLang="en-US" dirty="0">
                <a:solidFill>
                  <a:srgbClr val="000000"/>
                </a:solidFill>
                <a:latin typeface="华文楷体" panose="02010600040101010101" pitchFamily="2" charset="-122"/>
                <a:ea typeface="华文楷体" panose="02010600040101010101" pitchFamily="2" charset="-122"/>
              </a:rPr>
              <a:t>项目报告和</a:t>
            </a:r>
            <a:r>
              <a:rPr lang="zh-CN" altLang="en-US" b="1" dirty="0">
                <a:solidFill>
                  <a:srgbClr val="000000"/>
                </a:solidFill>
                <a:latin typeface="华文楷体" panose="02010600040101010101" pitchFamily="2" charset="-122"/>
                <a:ea typeface="华文楷体" panose="02010600040101010101" pitchFamily="2" charset="-122"/>
              </a:rPr>
              <a:t>一项课程设计项目</a:t>
            </a:r>
            <a:r>
              <a:rPr lang="zh-CN" altLang="en-US" dirty="0">
                <a:solidFill>
                  <a:srgbClr val="000000"/>
                </a:solidFill>
                <a:latin typeface="华文楷体" panose="02010600040101010101" pitchFamily="2" charset="-122"/>
                <a:ea typeface="华文楷体" panose="02010600040101010101" pitchFamily="2" charset="-122"/>
              </a:rPr>
              <a:t>。</a:t>
            </a:r>
            <a:endParaRPr lang="en-US" altLang="zh-CN"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98166561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实验内容</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961260"/>
          </a:xfrm>
          <a:prstGeom prst="rect">
            <a:avLst/>
          </a:prstGeom>
        </p:spPr>
        <p:txBody>
          <a:bodyPr wrap="square">
            <a:spAutoFit/>
          </a:bodyPr>
          <a:lstStyle/>
          <a:p>
            <a:pPr algn="just">
              <a:lnSpc>
                <a:spcPct val="150000"/>
              </a:lnSpc>
            </a:pPr>
            <a:r>
              <a:rPr lang="zh-CN" altLang="en-US">
                <a:solidFill>
                  <a:srgbClr val="000000"/>
                </a:solidFill>
                <a:latin typeface="华文楷体" panose="02010600040101010101" pitchFamily="2" charset="-122"/>
                <a:ea typeface="华文楷体" panose="02010600040101010101" pitchFamily="2" charset="-122"/>
              </a:rPr>
              <a:t>实验</a:t>
            </a:r>
            <a:r>
              <a:rPr lang="en-US" altLang="zh-CN">
                <a:solidFill>
                  <a:srgbClr val="000000"/>
                </a:solidFill>
                <a:latin typeface="华文楷体" panose="02010600040101010101" pitchFamily="2" charset="-122"/>
                <a:ea typeface="华文楷体" panose="02010600040101010101" pitchFamily="2" charset="-122"/>
              </a:rPr>
              <a:t>1</a:t>
            </a:r>
            <a:r>
              <a:rPr lang="zh-CN" altLang="en-US">
                <a:solidFill>
                  <a:srgbClr val="000000"/>
                </a:solidFill>
                <a:latin typeface="华文楷体" panose="02010600040101010101" pitchFamily="2" charset="-122"/>
                <a:ea typeface="华文楷体" panose="02010600040101010101" pitchFamily="2" charset="-122"/>
              </a:rPr>
              <a:t>：软件项目工程量测算实验。</a:t>
            </a:r>
            <a:endParaRPr lang="en-US" altLang="zh-CN">
              <a:solidFill>
                <a:srgbClr val="000000"/>
              </a:solidFill>
              <a:latin typeface="华文楷体" panose="02010600040101010101" pitchFamily="2" charset="-122"/>
              <a:ea typeface="华文楷体" panose="02010600040101010101" pitchFamily="2" charset="-122"/>
            </a:endParaRPr>
          </a:p>
          <a:p>
            <a:pPr algn="just">
              <a:lnSpc>
                <a:spcPct val="150000"/>
              </a:lnSpc>
            </a:pPr>
            <a:r>
              <a:rPr lang="zh-CN" altLang="en-US">
                <a:solidFill>
                  <a:srgbClr val="000000"/>
                </a:solidFill>
                <a:latin typeface="华文楷体" panose="02010600040101010101" pitchFamily="2" charset="-122"/>
                <a:ea typeface="华文楷体" panose="02010600040101010101" pitchFamily="2" charset="-122"/>
              </a:rPr>
              <a:t>自主设计一小型软件系统和项目需求，运用工作分解结构方法，分解该系统至粒度合理的模块；</a:t>
            </a:r>
            <a:endParaRPr lang="en-US" altLang="zh-CN">
              <a:solidFill>
                <a:srgbClr val="000000"/>
              </a:solidFill>
              <a:latin typeface="华文楷体" panose="02010600040101010101" pitchFamily="2" charset="-122"/>
              <a:ea typeface="华文楷体" panose="02010600040101010101" pitchFamily="2" charset="-122"/>
            </a:endParaRPr>
          </a:p>
          <a:p>
            <a:pPr algn="just">
              <a:lnSpc>
                <a:spcPct val="150000"/>
              </a:lnSpc>
            </a:pPr>
            <a:r>
              <a:rPr lang="zh-CN" altLang="en-US">
                <a:solidFill>
                  <a:srgbClr val="000000"/>
                </a:solidFill>
                <a:latin typeface="华文楷体" panose="02010600040101010101" pitchFamily="2" charset="-122"/>
                <a:ea typeface="华文楷体" panose="02010600040101010101" pitchFamily="2" charset="-122"/>
              </a:rPr>
              <a:t>选择至少两种软件工程量估算方法（必须包含一种功能的方法），估算各模块工程量并计算软件项目的总工程量；</a:t>
            </a:r>
            <a:endParaRPr lang="en-US" altLang="zh-CN">
              <a:solidFill>
                <a:srgbClr val="000000"/>
              </a:solidFill>
              <a:latin typeface="华文楷体" panose="02010600040101010101" pitchFamily="2" charset="-122"/>
              <a:ea typeface="华文楷体" panose="02010600040101010101" pitchFamily="2" charset="-122"/>
            </a:endParaRPr>
          </a:p>
          <a:p>
            <a:pPr algn="just">
              <a:lnSpc>
                <a:spcPct val="150000"/>
              </a:lnSpc>
            </a:pPr>
            <a:r>
              <a:rPr lang="zh-CN" altLang="en-US">
                <a:solidFill>
                  <a:srgbClr val="000000"/>
                </a:solidFill>
                <a:latin typeface="华文楷体" panose="02010600040101010101" pitchFamily="2" charset="-122"/>
                <a:ea typeface="华文楷体" panose="02010600040101010101" pitchFamily="2" charset="-122"/>
              </a:rPr>
              <a:t>归纳总结实验过程及全部数据信息；</a:t>
            </a:r>
            <a:endParaRPr lang="en-US" altLang="zh-CN">
              <a:solidFill>
                <a:srgbClr val="000000"/>
              </a:solidFill>
              <a:latin typeface="华文楷体" panose="02010600040101010101" pitchFamily="2" charset="-122"/>
              <a:ea typeface="华文楷体" panose="02010600040101010101" pitchFamily="2" charset="-122"/>
            </a:endParaRPr>
          </a:p>
          <a:p>
            <a:pPr algn="just">
              <a:lnSpc>
                <a:spcPct val="150000"/>
              </a:lnSpc>
            </a:pPr>
            <a:r>
              <a:rPr lang="zh-CN" altLang="en-US">
                <a:solidFill>
                  <a:srgbClr val="000000"/>
                </a:solidFill>
                <a:latin typeface="华文楷体" panose="02010600040101010101" pitchFamily="2" charset="-122"/>
                <a:ea typeface="华文楷体" panose="02010600040101010101" pitchFamily="2" charset="-122"/>
              </a:rPr>
              <a:t>撰写实验报告。</a:t>
            </a:r>
          </a:p>
        </p:txBody>
      </p:sp>
    </p:spTree>
    <p:extLst>
      <p:ext uri="{BB962C8B-B14F-4D97-AF65-F5344CB8AC3E}">
        <p14:creationId xmlns:p14="http://schemas.microsoft.com/office/powerpoint/2010/main" val="371919686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实验内容</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545762"/>
          </a:xfrm>
          <a:prstGeom prst="rect">
            <a:avLst/>
          </a:prstGeom>
        </p:spPr>
        <p:txBody>
          <a:bodyPr wrap="square">
            <a:spAutoFit/>
          </a:bodyPr>
          <a:lstStyle/>
          <a:p>
            <a:pPr algn="just">
              <a:lnSpc>
                <a:spcPct val="150000"/>
              </a:lnSpc>
            </a:pPr>
            <a:r>
              <a:rPr lang="zh-CN" altLang="en-US" dirty="0">
                <a:solidFill>
                  <a:srgbClr val="000000"/>
                </a:solidFill>
                <a:latin typeface="华文楷体" panose="02010600040101010101" pitchFamily="2" charset="-122"/>
                <a:ea typeface="华文楷体" panose="02010600040101010101" pitchFamily="2" charset="-122"/>
              </a:rPr>
              <a:t>实验</a:t>
            </a:r>
            <a:r>
              <a:rPr lang="en-US" altLang="zh-CN" dirty="0">
                <a:solidFill>
                  <a:srgbClr val="000000"/>
                </a:solidFill>
                <a:latin typeface="华文楷体" panose="02010600040101010101" pitchFamily="2" charset="-122"/>
                <a:ea typeface="华文楷体" panose="02010600040101010101" pitchFamily="2" charset="-122"/>
              </a:rPr>
              <a:t>2</a:t>
            </a:r>
            <a:r>
              <a:rPr lang="zh-CN" altLang="en-US" dirty="0">
                <a:solidFill>
                  <a:srgbClr val="000000"/>
                </a:solidFill>
                <a:latin typeface="华文楷体" panose="02010600040101010101" pitchFamily="2" charset="-122"/>
                <a:ea typeface="华文楷体" panose="02010600040101010101" pitchFamily="2" charset="-122"/>
              </a:rPr>
              <a:t>：软件项目投资度量实验。</a:t>
            </a:r>
            <a:endParaRPr lang="en-US" altLang="zh-CN" dirty="0">
              <a:solidFill>
                <a:srgbClr val="000000"/>
              </a:solidFill>
              <a:latin typeface="华文楷体" panose="02010600040101010101" pitchFamily="2" charset="-122"/>
              <a:ea typeface="华文楷体" panose="02010600040101010101" pitchFamily="2" charset="-122"/>
            </a:endParaRPr>
          </a:p>
          <a:p>
            <a:pPr algn="just">
              <a:lnSpc>
                <a:spcPct val="150000"/>
              </a:lnSpc>
            </a:pPr>
            <a:r>
              <a:rPr lang="zh-CN" altLang="en-US" dirty="0">
                <a:solidFill>
                  <a:srgbClr val="000000"/>
                </a:solidFill>
                <a:latin typeface="华文楷体" panose="02010600040101010101" pitchFamily="2" charset="-122"/>
                <a:ea typeface="华文楷体" panose="02010600040101010101" pitchFamily="2" charset="-122"/>
              </a:rPr>
              <a:t>依据实验</a:t>
            </a:r>
            <a:r>
              <a:rPr lang="en-US" altLang="zh-CN" dirty="0">
                <a:solidFill>
                  <a:srgbClr val="000000"/>
                </a:solidFill>
                <a:latin typeface="华文楷体" panose="02010600040101010101" pitchFamily="2" charset="-122"/>
                <a:ea typeface="华文楷体" panose="02010600040101010101" pitchFamily="2" charset="-122"/>
              </a:rPr>
              <a:t>1</a:t>
            </a:r>
            <a:r>
              <a:rPr lang="zh-CN" altLang="en-US" dirty="0">
                <a:solidFill>
                  <a:srgbClr val="000000"/>
                </a:solidFill>
                <a:latin typeface="华文楷体" panose="02010600040101010101" pitchFamily="2" charset="-122"/>
                <a:ea typeface="华文楷体" panose="02010600040101010101" pitchFamily="2" charset="-122"/>
              </a:rPr>
              <a:t>测算所得的软件项目工程量，按照实验指导书要求，合理选择某地区软件生产率指标（包括软件过程各岗位、各工种绩效指标以及平均工资），计算软件项目造价；</a:t>
            </a:r>
            <a:endParaRPr lang="en-US" altLang="zh-CN" dirty="0">
              <a:solidFill>
                <a:srgbClr val="000000"/>
              </a:solidFill>
              <a:latin typeface="华文楷体" panose="02010600040101010101" pitchFamily="2" charset="-122"/>
              <a:ea typeface="华文楷体" panose="02010600040101010101" pitchFamily="2" charset="-122"/>
            </a:endParaRPr>
          </a:p>
          <a:p>
            <a:pPr algn="just">
              <a:lnSpc>
                <a:spcPct val="150000"/>
              </a:lnSpc>
            </a:pPr>
            <a:r>
              <a:rPr lang="zh-CN" altLang="en-US" dirty="0">
                <a:solidFill>
                  <a:srgbClr val="000000"/>
                </a:solidFill>
                <a:latin typeface="华文楷体" panose="02010600040101010101" pitchFamily="2" charset="-122"/>
                <a:ea typeface="华文楷体" panose="02010600040101010101" pitchFamily="2" charset="-122"/>
              </a:rPr>
              <a:t>规范编制软件项目造价文件；</a:t>
            </a:r>
            <a:endParaRPr lang="en-US" altLang="zh-CN" dirty="0">
              <a:solidFill>
                <a:srgbClr val="000000"/>
              </a:solidFill>
              <a:latin typeface="华文楷体" panose="02010600040101010101" pitchFamily="2" charset="-122"/>
              <a:ea typeface="华文楷体" panose="02010600040101010101" pitchFamily="2" charset="-122"/>
            </a:endParaRPr>
          </a:p>
          <a:p>
            <a:pPr algn="just">
              <a:lnSpc>
                <a:spcPct val="150000"/>
              </a:lnSpc>
            </a:pPr>
            <a:r>
              <a:rPr lang="zh-CN" altLang="en-US" dirty="0">
                <a:solidFill>
                  <a:srgbClr val="000000"/>
                </a:solidFill>
                <a:latin typeface="华文楷体" panose="02010600040101010101" pitchFamily="2" charset="-122"/>
                <a:ea typeface="华文楷体" panose="02010600040101010101" pitchFamily="2" charset="-122"/>
              </a:rPr>
              <a:t>撰写实验报告。</a:t>
            </a:r>
          </a:p>
        </p:txBody>
      </p:sp>
    </p:spTree>
    <p:extLst>
      <p:ext uri="{BB962C8B-B14F-4D97-AF65-F5344CB8AC3E}">
        <p14:creationId xmlns:p14="http://schemas.microsoft.com/office/powerpoint/2010/main" val="53225571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实验内容</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545762"/>
          </a:xfrm>
          <a:prstGeom prst="rect">
            <a:avLst/>
          </a:prstGeom>
        </p:spPr>
        <p:txBody>
          <a:bodyPr wrap="square">
            <a:spAutoFit/>
          </a:bodyPr>
          <a:lstStyle/>
          <a:p>
            <a:pPr algn="just">
              <a:lnSpc>
                <a:spcPct val="150000"/>
              </a:lnSpc>
            </a:pPr>
            <a:r>
              <a:rPr lang="zh-CN" altLang="en-US" dirty="0">
                <a:solidFill>
                  <a:srgbClr val="000000"/>
                </a:solidFill>
                <a:latin typeface="华文楷体" panose="02010600040101010101" pitchFamily="2" charset="-122"/>
                <a:ea typeface="华文楷体" panose="02010600040101010101" pitchFamily="2" charset="-122"/>
              </a:rPr>
              <a:t>实验</a:t>
            </a:r>
            <a:r>
              <a:rPr lang="en-US" altLang="zh-CN" dirty="0">
                <a:solidFill>
                  <a:srgbClr val="000000"/>
                </a:solidFill>
                <a:latin typeface="华文楷体" panose="02010600040101010101" pitchFamily="2" charset="-122"/>
                <a:ea typeface="华文楷体" panose="02010600040101010101" pitchFamily="2" charset="-122"/>
              </a:rPr>
              <a:t>3</a:t>
            </a:r>
            <a:r>
              <a:rPr lang="zh-CN" altLang="en-US" dirty="0">
                <a:solidFill>
                  <a:srgbClr val="000000"/>
                </a:solidFill>
                <a:latin typeface="华文楷体" panose="02010600040101010101" pitchFamily="2" charset="-122"/>
                <a:ea typeface="华文楷体" panose="02010600040101010101" pitchFamily="2" charset="-122"/>
              </a:rPr>
              <a:t>：</a:t>
            </a:r>
            <a:r>
              <a:rPr lang="zh-CN" altLang="en-US" b="1" dirty="0">
                <a:solidFill>
                  <a:srgbClr val="FF0000"/>
                </a:solidFill>
                <a:latin typeface="华文楷体" panose="02010600040101010101" pitchFamily="2" charset="-122"/>
                <a:ea typeface="华文楷体" panose="02010600040101010101" pitchFamily="2" charset="-122"/>
              </a:rPr>
              <a:t>资金时间价值</a:t>
            </a:r>
            <a:r>
              <a:rPr lang="zh-CN" altLang="en-US" dirty="0">
                <a:solidFill>
                  <a:srgbClr val="000000"/>
                </a:solidFill>
                <a:latin typeface="华文楷体" panose="02010600040101010101" pitchFamily="2" charset="-122"/>
                <a:ea typeface="华文楷体" panose="02010600040101010101" pitchFamily="2" charset="-122"/>
              </a:rPr>
              <a:t>测算实验。</a:t>
            </a:r>
            <a:endParaRPr lang="en-US" altLang="zh-CN" dirty="0">
              <a:solidFill>
                <a:srgbClr val="000000"/>
              </a:solidFill>
              <a:latin typeface="华文楷体" panose="02010600040101010101" pitchFamily="2" charset="-122"/>
              <a:ea typeface="华文楷体" panose="02010600040101010101" pitchFamily="2" charset="-122"/>
            </a:endParaRPr>
          </a:p>
          <a:p>
            <a:pPr algn="just">
              <a:lnSpc>
                <a:spcPct val="150000"/>
              </a:lnSpc>
            </a:pPr>
            <a:r>
              <a:rPr lang="zh-CN" altLang="en-US" dirty="0">
                <a:solidFill>
                  <a:srgbClr val="000000"/>
                </a:solidFill>
                <a:latin typeface="华文楷体" panose="02010600040101010101" pitchFamily="2" charset="-122"/>
                <a:ea typeface="华文楷体" panose="02010600040101010101" pitchFamily="2" charset="-122"/>
              </a:rPr>
              <a:t>按照实验指导书及实验指导教师的要求，依照软件项目需求，利用</a:t>
            </a:r>
            <a:r>
              <a:rPr lang="en-US" altLang="zh-CN" dirty="0">
                <a:solidFill>
                  <a:srgbClr val="000000"/>
                </a:solidFill>
                <a:latin typeface="华文楷体" panose="02010600040101010101" pitchFamily="2" charset="-122"/>
                <a:ea typeface="华文楷体" panose="02010600040101010101" pitchFamily="2" charset="-122"/>
              </a:rPr>
              <a:t>Excel </a:t>
            </a:r>
            <a:r>
              <a:rPr lang="zh-CN" altLang="en-US" dirty="0">
                <a:solidFill>
                  <a:srgbClr val="000000"/>
                </a:solidFill>
                <a:latin typeface="华文楷体" panose="02010600040101010101" pitchFamily="2" charset="-122"/>
                <a:ea typeface="华文楷体" panose="02010600040101010101" pitchFamily="2" charset="-122"/>
              </a:rPr>
              <a:t>函数或电子表格软件工具，结合项目筹资方案，合理选择及运用资金时间价值计算公式，进行资金等值计算实验（包括现值、终值及年金）；</a:t>
            </a:r>
            <a:endParaRPr lang="en-US" altLang="zh-CN" dirty="0">
              <a:solidFill>
                <a:srgbClr val="000000"/>
              </a:solidFill>
              <a:latin typeface="华文楷体" panose="02010600040101010101" pitchFamily="2" charset="-122"/>
              <a:ea typeface="华文楷体" panose="02010600040101010101" pitchFamily="2" charset="-122"/>
            </a:endParaRPr>
          </a:p>
          <a:p>
            <a:pPr algn="just">
              <a:lnSpc>
                <a:spcPct val="150000"/>
              </a:lnSpc>
            </a:pPr>
            <a:r>
              <a:rPr lang="zh-CN" altLang="en-US" dirty="0">
                <a:solidFill>
                  <a:srgbClr val="000000"/>
                </a:solidFill>
                <a:latin typeface="华文楷体" panose="02010600040101010101" pitchFamily="2" charset="-122"/>
                <a:ea typeface="华文楷体" panose="02010600040101010101" pitchFamily="2" charset="-122"/>
              </a:rPr>
              <a:t>并根据计算结果，分析且推荐一个软件项目投资管理的最佳方案；</a:t>
            </a:r>
            <a:endParaRPr lang="en-US" altLang="zh-CN" dirty="0">
              <a:solidFill>
                <a:srgbClr val="000000"/>
              </a:solidFill>
              <a:latin typeface="华文楷体" panose="02010600040101010101" pitchFamily="2" charset="-122"/>
              <a:ea typeface="华文楷体" panose="02010600040101010101" pitchFamily="2" charset="-122"/>
            </a:endParaRPr>
          </a:p>
          <a:p>
            <a:pPr algn="just">
              <a:lnSpc>
                <a:spcPct val="150000"/>
              </a:lnSpc>
            </a:pPr>
            <a:r>
              <a:rPr lang="zh-CN" altLang="en-US" dirty="0">
                <a:solidFill>
                  <a:srgbClr val="000000"/>
                </a:solidFill>
                <a:latin typeface="华文楷体" panose="02010600040101010101" pitchFamily="2" charset="-122"/>
                <a:ea typeface="华文楷体" panose="02010600040101010101" pitchFamily="2" charset="-122"/>
              </a:rPr>
              <a:t>撰写实验报告。</a:t>
            </a:r>
          </a:p>
        </p:txBody>
      </p:sp>
    </p:spTree>
    <p:extLst>
      <p:ext uri="{BB962C8B-B14F-4D97-AF65-F5344CB8AC3E}">
        <p14:creationId xmlns:p14="http://schemas.microsoft.com/office/powerpoint/2010/main" val="428824570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实验内容</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376758"/>
          </a:xfrm>
          <a:prstGeom prst="rect">
            <a:avLst/>
          </a:prstGeom>
        </p:spPr>
        <p:txBody>
          <a:bodyPr wrap="square">
            <a:spAutoFit/>
          </a:bodyPr>
          <a:lstStyle/>
          <a:p>
            <a:pPr algn="just">
              <a:lnSpc>
                <a:spcPct val="150000"/>
              </a:lnSpc>
            </a:pPr>
            <a:r>
              <a:rPr lang="zh-CN" altLang="en-US" dirty="0">
                <a:solidFill>
                  <a:srgbClr val="000000"/>
                </a:solidFill>
                <a:latin typeface="华文楷体" panose="02010600040101010101" pitchFamily="2" charset="-122"/>
                <a:ea typeface="华文楷体" panose="02010600040101010101" pitchFamily="2" charset="-122"/>
              </a:rPr>
              <a:t>实验</a:t>
            </a:r>
            <a:r>
              <a:rPr lang="en-US" altLang="zh-CN" dirty="0">
                <a:solidFill>
                  <a:srgbClr val="000000"/>
                </a:solidFill>
                <a:latin typeface="华文楷体" panose="02010600040101010101" pitchFamily="2" charset="-122"/>
                <a:ea typeface="华文楷体" panose="02010600040101010101" pitchFamily="2" charset="-122"/>
              </a:rPr>
              <a:t>4</a:t>
            </a:r>
            <a:r>
              <a:rPr lang="zh-CN" altLang="en-US" dirty="0">
                <a:solidFill>
                  <a:srgbClr val="000000"/>
                </a:solidFill>
                <a:latin typeface="华文楷体" panose="02010600040101010101" pitchFamily="2" charset="-122"/>
                <a:ea typeface="华文楷体" panose="02010600040101010101" pitchFamily="2" charset="-122"/>
              </a:rPr>
              <a:t>：软件项目财务评价实验。</a:t>
            </a:r>
            <a:endParaRPr lang="en-US" altLang="zh-CN" dirty="0">
              <a:solidFill>
                <a:srgbClr val="000000"/>
              </a:solidFill>
              <a:latin typeface="华文楷体" panose="02010600040101010101" pitchFamily="2" charset="-122"/>
              <a:ea typeface="华文楷体" panose="02010600040101010101" pitchFamily="2" charset="-122"/>
            </a:endParaRPr>
          </a:p>
          <a:p>
            <a:pPr algn="just">
              <a:lnSpc>
                <a:spcPct val="150000"/>
              </a:lnSpc>
            </a:pPr>
            <a:r>
              <a:rPr lang="zh-CN" altLang="en-US" dirty="0">
                <a:solidFill>
                  <a:srgbClr val="000000"/>
                </a:solidFill>
                <a:latin typeface="华文楷体" panose="02010600040101010101" pitchFamily="2" charset="-122"/>
                <a:ea typeface="华文楷体" panose="02010600040101010101" pitchFamily="2" charset="-122"/>
              </a:rPr>
              <a:t>收集拟开发软件项目的业务目标；</a:t>
            </a:r>
            <a:endParaRPr lang="en-US" altLang="zh-CN" dirty="0">
              <a:solidFill>
                <a:srgbClr val="000000"/>
              </a:solidFill>
              <a:latin typeface="华文楷体" panose="02010600040101010101" pitchFamily="2" charset="-122"/>
              <a:ea typeface="华文楷体" panose="02010600040101010101" pitchFamily="2" charset="-122"/>
            </a:endParaRPr>
          </a:p>
          <a:p>
            <a:pPr algn="just">
              <a:lnSpc>
                <a:spcPct val="150000"/>
              </a:lnSpc>
            </a:pPr>
            <a:r>
              <a:rPr lang="zh-CN" altLang="en-US" dirty="0">
                <a:solidFill>
                  <a:srgbClr val="000000"/>
                </a:solidFill>
                <a:latin typeface="华文楷体" panose="02010600040101010101" pitchFamily="2" charset="-122"/>
                <a:ea typeface="华文楷体" panose="02010600040101010101" pitchFamily="2" charset="-122"/>
              </a:rPr>
              <a:t>调研该软件项目的目标市场结构及经济环境等多维度信息；</a:t>
            </a:r>
            <a:endParaRPr lang="en-US" altLang="zh-CN" dirty="0">
              <a:solidFill>
                <a:srgbClr val="000000"/>
              </a:solidFill>
              <a:latin typeface="华文楷体" panose="02010600040101010101" pitchFamily="2" charset="-122"/>
              <a:ea typeface="华文楷体" panose="02010600040101010101" pitchFamily="2" charset="-122"/>
            </a:endParaRPr>
          </a:p>
          <a:p>
            <a:pPr algn="just">
              <a:lnSpc>
                <a:spcPct val="150000"/>
              </a:lnSpc>
            </a:pPr>
            <a:r>
              <a:rPr lang="zh-CN" altLang="en-US" dirty="0">
                <a:solidFill>
                  <a:srgbClr val="000000"/>
                </a:solidFill>
                <a:latin typeface="华文楷体" panose="02010600040101010101" pitchFamily="2" charset="-122"/>
                <a:ea typeface="华文楷体" panose="02010600040101010101" pitchFamily="2" charset="-122"/>
              </a:rPr>
              <a:t>基于对上述信息的分析，设计拟开发软件项目的市场策略与软件产品或系统的定价方法；</a:t>
            </a:r>
            <a:endParaRPr lang="en-US" altLang="zh-CN" dirty="0">
              <a:solidFill>
                <a:srgbClr val="000000"/>
              </a:solidFill>
              <a:latin typeface="华文楷体" panose="02010600040101010101" pitchFamily="2" charset="-122"/>
              <a:ea typeface="华文楷体" panose="02010600040101010101" pitchFamily="2" charset="-122"/>
            </a:endParaRPr>
          </a:p>
          <a:p>
            <a:pPr algn="just">
              <a:lnSpc>
                <a:spcPct val="150000"/>
              </a:lnSpc>
            </a:pPr>
            <a:r>
              <a:rPr lang="zh-CN" altLang="en-US" dirty="0">
                <a:solidFill>
                  <a:srgbClr val="000000"/>
                </a:solidFill>
                <a:latin typeface="华文楷体" panose="02010600040101010101" pitchFamily="2" charset="-122"/>
                <a:ea typeface="华文楷体" panose="02010600040101010101" pitchFamily="2" charset="-122"/>
              </a:rPr>
              <a:t>设计构建软件项目的财务评价模型；</a:t>
            </a:r>
            <a:endParaRPr lang="en-US" altLang="zh-CN" dirty="0">
              <a:solidFill>
                <a:srgbClr val="000000"/>
              </a:solidFill>
              <a:latin typeface="华文楷体" panose="02010600040101010101" pitchFamily="2" charset="-122"/>
              <a:ea typeface="华文楷体" panose="02010600040101010101" pitchFamily="2" charset="-122"/>
            </a:endParaRPr>
          </a:p>
          <a:p>
            <a:pPr algn="just">
              <a:lnSpc>
                <a:spcPct val="150000"/>
              </a:lnSpc>
            </a:pPr>
            <a:r>
              <a:rPr lang="zh-CN" altLang="en-US" dirty="0">
                <a:solidFill>
                  <a:srgbClr val="000000"/>
                </a:solidFill>
                <a:latin typeface="华文楷体" panose="02010600040101010101" pitchFamily="2" charset="-122"/>
                <a:ea typeface="华文楷体" panose="02010600040101010101" pitchFamily="2" charset="-122"/>
              </a:rPr>
              <a:t>根据实验期间的国民经济经济参数，测算实验项目的盈利能力和偿债能力；</a:t>
            </a:r>
            <a:endParaRPr lang="en-US" altLang="zh-CN" dirty="0">
              <a:solidFill>
                <a:srgbClr val="000000"/>
              </a:solidFill>
              <a:latin typeface="华文楷体" panose="02010600040101010101" pitchFamily="2" charset="-122"/>
              <a:ea typeface="华文楷体" panose="02010600040101010101" pitchFamily="2" charset="-122"/>
            </a:endParaRPr>
          </a:p>
          <a:p>
            <a:pPr algn="just">
              <a:lnSpc>
                <a:spcPct val="150000"/>
              </a:lnSpc>
            </a:pPr>
            <a:r>
              <a:rPr lang="zh-CN" altLang="en-US" dirty="0">
                <a:solidFill>
                  <a:srgbClr val="000000"/>
                </a:solidFill>
                <a:latin typeface="华文楷体" panose="02010600040101010101" pitchFamily="2" charset="-122"/>
                <a:ea typeface="华文楷体" panose="02010600040101010101" pitchFamily="2" charset="-122"/>
              </a:rPr>
              <a:t>撰写实验报告。</a:t>
            </a:r>
          </a:p>
        </p:txBody>
      </p:sp>
    </p:spTree>
    <p:extLst>
      <p:ext uri="{BB962C8B-B14F-4D97-AF65-F5344CB8AC3E}">
        <p14:creationId xmlns:p14="http://schemas.microsoft.com/office/powerpoint/2010/main" val="359082476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实验内容</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961260"/>
          </a:xfrm>
          <a:prstGeom prst="rect">
            <a:avLst/>
          </a:prstGeom>
        </p:spPr>
        <p:txBody>
          <a:bodyPr wrap="square">
            <a:spAutoFit/>
          </a:bodyPr>
          <a:lstStyle/>
          <a:p>
            <a:pPr algn="just">
              <a:lnSpc>
                <a:spcPct val="150000"/>
              </a:lnSpc>
            </a:pPr>
            <a:r>
              <a:rPr lang="zh-CN" altLang="en-US" dirty="0">
                <a:solidFill>
                  <a:srgbClr val="000000"/>
                </a:solidFill>
                <a:latin typeface="华文楷体" panose="02010600040101010101" pitchFamily="2" charset="-122"/>
                <a:ea typeface="华文楷体" panose="02010600040101010101" pitchFamily="2" charset="-122"/>
              </a:rPr>
              <a:t>实验</a:t>
            </a:r>
            <a:r>
              <a:rPr lang="en-US" altLang="zh-CN" dirty="0">
                <a:solidFill>
                  <a:srgbClr val="000000"/>
                </a:solidFill>
                <a:latin typeface="华文楷体" panose="02010600040101010101" pitchFamily="2" charset="-122"/>
                <a:ea typeface="华文楷体" panose="02010600040101010101" pitchFamily="2" charset="-122"/>
              </a:rPr>
              <a:t>5</a:t>
            </a:r>
            <a:r>
              <a:rPr lang="zh-CN" altLang="en-US" dirty="0">
                <a:solidFill>
                  <a:srgbClr val="000000"/>
                </a:solidFill>
                <a:latin typeface="华文楷体" panose="02010600040101010101" pitchFamily="2" charset="-122"/>
                <a:ea typeface="华文楷体" panose="02010600040101010101" pitchFamily="2" charset="-122"/>
              </a:rPr>
              <a:t>：软件项目风险分析实验。</a:t>
            </a:r>
            <a:endParaRPr lang="en-US" altLang="zh-CN" dirty="0">
              <a:solidFill>
                <a:srgbClr val="000000"/>
              </a:solidFill>
              <a:latin typeface="华文楷体" panose="02010600040101010101" pitchFamily="2" charset="-122"/>
              <a:ea typeface="华文楷体" panose="02010600040101010101" pitchFamily="2" charset="-122"/>
            </a:endParaRPr>
          </a:p>
          <a:p>
            <a:pPr algn="just">
              <a:lnSpc>
                <a:spcPct val="150000"/>
              </a:lnSpc>
            </a:pPr>
            <a:r>
              <a:rPr lang="zh-CN" altLang="en-US" dirty="0">
                <a:solidFill>
                  <a:srgbClr val="000000"/>
                </a:solidFill>
                <a:latin typeface="华文楷体" panose="02010600040101010101" pitchFamily="2" charset="-122"/>
                <a:ea typeface="华文楷体" panose="02010600040101010101" pitchFamily="2" charset="-122"/>
              </a:rPr>
              <a:t>根据实验指导书及实验指导教师的要求，诊断候选软件项目财务状况及风险类型，设计项目财务风险分析方案、风险预警机制及风险防控方法；</a:t>
            </a:r>
            <a:endParaRPr lang="en-US" altLang="zh-CN" dirty="0">
              <a:solidFill>
                <a:srgbClr val="000000"/>
              </a:solidFill>
              <a:latin typeface="华文楷体" panose="02010600040101010101" pitchFamily="2" charset="-122"/>
              <a:ea typeface="华文楷体" panose="02010600040101010101" pitchFamily="2" charset="-122"/>
            </a:endParaRPr>
          </a:p>
          <a:p>
            <a:pPr algn="just">
              <a:lnSpc>
                <a:spcPct val="150000"/>
              </a:lnSpc>
            </a:pPr>
            <a:r>
              <a:rPr lang="zh-CN" altLang="en-US" dirty="0">
                <a:solidFill>
                  <a:srgbClr val="000000"/>
                </a:solidFill>
                <a:latin typeface="华文楷体" panose="02010600040101010101" pitchFamily="2" charset="-122"/>
                <a:ea typeface="华文楷体" panose="02010600040101010101" pitchFamily="2" charset="-122"/>
              </a:rPr>
              <a:t>合理选择风险计算方法；</a:t>
            </a:r>
            <a:endParaRPr lang="en-US" altLang="zh-CN" dirty="0">
              <a:solidFill>
                <a:srgbClr val="000000"/>
              </a:solidFill>
              <a:latin typeface="华文楷体" panose="02010600040101010101" pitchFamily="2" charset="-122"/>
              <a:ea typeface="华文楷体" panose="02010600040101010101" pitchFamily="2" charset="-122"/>
            </a:endParaRPr>
          </a:p>
          <a:p>
            <a:pPr algn="just">
              <a:lnSpc>
                <a:spcPct val="150000"/>
              </a:lnSpc>
            </a:pPr>
            <a:r>
              <a:rPr lang="zh-CN" altLang="en-US" dirty="0">
                <a:solidFill>
                  <a:srgbClr val="000000"/>
                </a:solidFill>
                <a:latin typeface="华文楷体" panose="02010600040101010101" pitchFamily="2" charset="-122"/>
                <a:ea typeface="华文楷体" panose="02010600040101010101" pitchFamily="2" charset="-122"/>
              </a:rPr>
              <a:t>诊断软件项目风险来源（如筹资风险、投资风险及经营风险等）；</a:t>
            </a:r>
            <a:endParaRPr lang="en-US" altLang="zh-CN" dirty="0">
              <a:solidFill>
                <a:srgbClr val="000000"/>
              </a:solidFill>
              <a:latin typeface="华文楷体" panose="02010600040101010101" pitchFamily="2" charset="-122"/>
              <a:ea typeface="华文楷体" panose="02010600040101010101" pitchFamily="2" charset="-122"/>
            </a:endParaRPr>
          </a:p>
          <a:p>
            <a:pPr algn="just">
              <a:lnSpc>
                <a:spcPct val="150000"/>
              </a:lnSpc>
            </a:pPr>
            <a:r>
              <a:rPr lang="zh-CN" altLang="en-US" dirty="0">
                <a:solidFill>
                  <a:srgbClr val="000000"/>
                </a:solidFill>
                <a:latin typeface="华文楷体" panose="02010600040101010101" pitchFamily="2" charset="-122"/>
                <a:ea typeface="华文楷体" panose="02010600040101010101" pitchFamily="2" charset="-122"/>
              </a:rPr>
              <a:t>推荐合理的软件项目风险防范预案；</a:t>
            </a:r>
            <a:endParaRPr lang="en-US" altLang="zh-CN" dirty="0">
              <a:solidFill>
                <a:srgbClr val="000000"/>
              </a:solidFill>
              <a:latin typeface="华文楷体" panose="02010600040101010101" pitchFamily="2" charset="-122"/>
              <a:ea typeface="华文楷体" panose="02010600040101010101" pitchFamily="2" charset="-122"/>
            </a:endParaRPr>
          </a:p>
          <a:p>
            <a:pPr algn="just">
              <a:lnSpc>
                <a:spcPct val="150000"/>
              </a:lnSpc>
            </a:pPr>
            <a:r>
              <a:rPr lang="zh-CN" altLang="en-US" dirty="0">
                <a:solidFill>
                  <a:srgbClr val="000000"/>
                </a:solidFill>
                <a:latin typeface="华文楷体" panose="02010600040101010101" pitchFamily="2" charset="-122"/>
                <a:ea typeface="华文楷体" panose="02010600040101010101" pitchFamily="2" charset="-122"/>
              </a:rPr>
              <a:t>撰写实验报告。</a:t>
            </a:r>
          </a:p>
        </p:txBody>
      </p:sp>
    </p:spTree>
    <p:extLst>
      <p:ext uri="{BB962C8B-B14F-4D97-AF65-F5344CB8AC3E}">
        <p14:creationId xmlns:p14="http://schemas.microsoft.com/office/powerpoint/2010/main" val="301716772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实验目标</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979103"/>
          </a:xfrm>
          <a:prstGeom prst="rect">
            <a:avLst/>
          </a:prstGeom>
        </p:spPr>
        <p:txBody>
          <a:bodyPr wrap="square">
            <a:spAutoFit/>
          </a:bodyPr>
          <a:lstStyle/>
          <a:p>
            <a:pPr algn="just">
              <a:lnSpc>
                <a:spcPct val="150000"/>
              </a:lnSpc>
            </a:pP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1</a:t>
            </a:r>
            <a:r>
              <a:rPr lang="zh-CN" altLang="en-US" sz="1700" dirty="0">
                <a:solidFill>
                  <a:srgbClr val="000000"/>
                </a:solidFill>
                <a:latin typeface="华文楷体" panose="02010600040101010101" pitchFamily="2" charset="-122"/>
                <a:ea typeface="华文楷体" panose="02010600040101010101" pitchFamily="2" charset="-122"/>
              </a:rPr>
              <a:t>）理解软件设计的</a:t>
            </a:r>
            <a:r>
              <a:rPr lang="zh-CN" altLang="en-US" sz="1700" b="1" dirty="0">
                <a:solidFill>
                  <a:srgbClr val="FF0000"/>
                </a:solidFill>
                <a:latin typeface="华文楷体" panose="02010600040101010101" pitchFamily="2" charset="-122"/>
                <a:ea typeface="华文楷体" panose="02010600040101010101" pitchFamily="2" charset="-122"/>
              </a:rPr>
              <a:t>工作分解</a:t>
            </a:r>
            <a:r>
              <a:rPr lang="zh-CN" altLang="en-US" sz="1700" dirty="0">
                <a:solidFill>
                  <a:srgbClr val="000000"/>
                </a:solidFill>
                <a:latin typeface="华文楷体" panose="02010600040101010101" pitchFamily="2" charset="-122"/>
                <a:ea typeface="华文楷体" panose="02010600040101010101" pitchFamily="2" charset="-122"/>
              </a:rPr>
              <a:t>结构方法，综合运用软件研发成本国标及至少两种软件工程量估算方法，估算小型软件系统项目工程量，编制该项目工程量文件。</a:t>
            </a:r>
          </a:p>
          <a:p>
            <a:pPr algn="just">
              <a:lnSpc>
                <a:spcPct val="150000"/>
              </a:lnSpc>
            </a:pP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2</a:t>
            </a:r>
            <a:r>
              <a:rPr lang="zh-CN" altLang="en-US" sz="1700" dirty="0">
                <a:solidFill>
                  <a:srgbClr val="000000"/>
                </a:solidFill>
                <a:latin typeface="华文楷体" panose="02010600040101010101" pitchFamily="2" charset="-122"/>
                <a:ea typeface="华文楷体" panose="02010600040101010101" pitchFamily="2" charset="-122"/>
              </a:rPr>
              <a:t>）理解软件市场及软件平台经济的特点，基于软件产品工程量测算结果，结合</a:t>
            </a:r>
            <a:r>
              <a:rPr lang="zh-CN" altLang="en-US" sz="1700" b="1" dirty="0">
                <a:solidFill>
                  <a:srgbClr val="FF0000"/>
                </a:solidFill>
                <a:latin typeface="华文楷体" panose="02010600040101010101" pitchFamily="2" charset="-122"/>
                <a:ea typeface="华文楷体" panose="02010600040101010101" pitchFamily="2" charset="-122"/>
              </a:rPr>
              <a:t>本地区软件产业生产率</a:t>
            </a:r>
            <a:r>
              <a:rPr lang="zh-CN" altLang="en-US" sz="1700" dirty="0">
                <a:solidFill>
                  <a:srgbClr val="000000"/>
                </a:solidFill>
                <a:latin typeface="华文楷体" panose="02010600040101010101" pitchFamily="2" charset="-122"/>
                <a:ea typeface="华文楷体" panose="02010600040101010101" pitchFamily="2" charset="-122"/>
              </a:rPr>
              <a:t>等参数，测算软件项目投资；根据软件项目融资方式，测算资金时间价值，推荐合理的项目投融资方案。</a:t>
            </a:r>
          </a:p>
          <a:p>
            <a:pPr algn="just">
              <a:lnSpc>
                <a:spcPct val="150000"/>
              </a:lnSpc>
            </a:pP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3</a:t>
            </a:r>
            <a:r>
              <a:rPr lang="zh-CN" altLang="en-US" sz="1700" dirty="0">
                <a:solidFill>
                  <a:srgbClr val="000000"/>
                </a:solidFill>
                <a:latin typeface="华文楷体" panose="02010600040101010101" pitchFamily="2" charset="-122"/>
                <a:ea typeface="华文楷体" panose="02010600040101010101" pitchFamily="2" charset="-122"/>
              </a:rPr>
              <a:t>）理解软件项目财务评价在软件工程项目决策中的作用，设计市场策略及软件定价，构建</a:t>
            </a:r>
            <a:r>
              <a:rPr lang="zh-CN" altLang="en-US" sz="1700" dirty="0">
                <a:solidFill>
                  <a:srgbClr val="FF0000"/>
                </a:solidFill>
                <a:latin typeface="华文楷体" panose="02010600040101010101" pitchFamily="2" charset="-122"/>
                <a:ea typeface="华文楷体" panose="02010600040101010101" pitchFamily="2" charset="-122"/>
              </a:rPr>
              <a:t>软件项目财务评价模型</a:t>
            </a:r>
            <a:r>
              <a:rPr lang="zh-CN" altLang="en-US" sz="1700" dirty="0">
                <a:solidFill>
                  <a:srgbClr val="000000"/>
                </a:solidFill>
                <a:latin typeface="华文楷体" panose="02010600040101010101" pitchFamily="2" charset="-122"/>
                <a:ea typeface="华文楷体" panose="02010600040101010101" pitchFamily="2" charset="-122"/>
              </a:rPr>
              <a:t>，具备计算软件项目盈利能力与偿债能力的能力。</a:t>
            </a:r>
          </a:p>
          <a:p>
            <a:pPr algn="just">
              <a:lnSpc>
                <a:spcPct val="150000"/>
              </a:lnSpc>
            </a:pP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4</a:t>
            </a:r>
            <a:r>
              <a:rPr lang="zh-CN" altLang="en-US" sz="1700" dirty="0">
                <a:solidFill>
                  <a:srgbClr val="000000"/>
                </a:solidFill>
                <a:latin typeface="华文楷体" panose="02010600040101010101" pitchFamily="2" charset="-122"/>
                <a:ea typeface="华文楷体" panose="02010600040101010101" pitchFamily="2" charset="-122"/>
              </a:rPr>
              <a:t>）理解软件项目风险特点，测算风险指标，具备设计合理的项目风险防控预案能力。</a:t>
            </a:r>
          </a:p>
        </p:txBody>
      </p:sp>
    </p:spTree>
    <p:extLst>
      <p:ext uri="{BB962C8B-B14F-4D97-AF65-F5344CB8AC3E}">
        <p14:creationId xmlns:p14="http://schemas.microsoft.com/office/powerpoint/2010/main" val="41835061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实验目标</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97910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现实中常见的软件成本估算方法包括经验法（专家法）、类推法，类比法、方程法，交叉验证法。</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除估算方法外，还需要估算数据库的支持才能继续度量分析，从而得出估算目标。</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估算数据基础可以是企业历史数据库，也可以是行业基准数据库。</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软件成本估算的思路可以分为</a:t>
            </a:r>
            <a:r>
              <a:rPr lang="en-US" altLang="zh-CN" sz="1700" dirty="0">
                <a:solidFill>
                  <a:srgbClr val="000000"/>
                </a:solidFill>
                <a:latin typeface="华文楷体" panose="02010600040101010101" pitchFamily="2" charset="-122"/>
                <a:ea typeface="华文楷体" panose="02010600040101010101" pitchFamily="2" charset="-122"/>
              </a:rPr>
              <a:t>3</a:t>
            </a:r>
            <a:r>
              <a:rPr lang="zh-CN" altLang="en-US" sz="1700" dirty="0">
                <a:solidFill>
                  <a:srgbClr val="000000"/>
                </a:solidFill>
                <a:latin typeface="华文楷体" panose="02010600040101010101" pitchFamily="2" charset="-122"/>
                <a:ea typeface="华文楷体" panose="02010600040101010101" pitchFamily="2" charset="-122"/>
              </a:rPr>
              <a:t>步骤，一是规模估算、二是工作量估算、三是成本估算。</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规模估算，采用国家标准</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国际标准，考虑规模需求变更调整；</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工作量估算，基于行业数据建模型，引入调整因子；</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成本估算，参照行业数据（如人月费），采用基准比对方法。</a:t>
            </a:r>
          </a:p>
        </p:txBody>
      </p:sp>
    </p:spTree>
    <p:extLst>
      <p:ext uri="{BB962C8B-B14F-4D97-AF65-F5344CB8AC3E}">
        <p14:creationId xmlns:p14="http://schemas.microsoft.com/office/powerpoint/2010/main" val="6997508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2" name="TextBox 1"/>
          <p:cNvSpPr txBox="1"/>
          <p:nvPr/>
        </p:nvSpPr>
        <p:spPr>
          <a:xfrm>
            <a:off x="3995936" y="1773787"/>
            <a:ext cx="3272050" cy="707886"/>
          </a:xfrm>
          <a:prstGeom prst="rect">
            <a:avLst/>
          </a:prstGeom>
          <a:noFill/>
        </p:spPr>
        <p:txBody>
          <a:bodyPr wrap="none" rtlCol="0">
            <a:spAutoFit/>
          </a:bodyPr>
          <a:lstStyle/>
          <a:p>
            <a:r>
              <a:rPr lang="zh-CN" altLang="en-US" sz="4000" b="1">
                <a:latin typeface="黑体" panose="02010600030101010101" charset="-122"/>
                <a:ea typeface="黑体" panose="02010600030101010101" charset="-122"/>
              </a:rPr>
              <a:t>本章主要内容</a:t>
            </a:r>
          </a:p>
        </p:txBody>
      </p:sp>
      <p:grpSp>
        <p:nvGrpSpPr>
          <p:cNvPr id="33" name="组合 32"/>
          <p:cNvGrpSpPr/>
          <p:nvPr/>
        </p:nvGrpSpPr>
        <p:grpSpPr>
          <a:xfrm>
            <a:off x="2262782" y="1446400"/>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20" name="KSO_Shape"/>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a:solidFill>
                  <a:srgbClr val="FFFFFF"/>
                </a:solidFill>
                <a:latin typeface="黑体" panose="02010600030101010101" charset="-122"/>
                <a:ea typeface="黑体" panose="02010600030101010101" charset="-122"/>
              </a:endParaRPr>
            </a:p>
          </p:txBody>
        </p:sp>
      </p:grpSp>
      <p:sp>
        <p:nvSpPr>
          <p:cNvPr id="15" name="TextBox 14"/>
          <p:cNvSpPr txBox="1"/>
          <p:nvPr/>
        </p:nvSpPr>
        <p:spPr>
          <a:xfrm>
            <a:off x="4450203" y="2490902"/>
            <a:ext cx="1338828" cy="369332"/>
          </a:xfrm>
          <a:prstGeom prst="rect">
            <a:avLst/>
          </a:prstGeom>
          <a:noFill/>
        </p:spPr>
        <p:txBody>
          <a:bodyPr wrap="none" rtlCol="0">
            <a:spAutoFit/>
          </a:bodyPr>
          <a:lstStyle/>
          <a:p>
            <a:r>
              <a:rPr lang="en-US" altLang="zh-CN">
                <a:latin typeface="黑体" panose="02010600030101010101" charset="-122"/>
                <a:ea typeface="黑体" panose="02010600030101010101" charset="-122"/>
              </a:rPr>
              <a:t>1.</a:t>
            </a:r>
            <a:r>
              <a:rPr lang="zh-CN" altLang="en-US">
                <a:latin typeface="黑体" panose="02010600030101010101" charset="-122"/>
                <a:ea typeface="黑体" panose="02010600030101010101" charset="-122"/>
              </a:rPr>
              <a:t>课程简介</a:t>
            </a:r>
          </a:p>
        </p:txBody>
      </p:sp>
      <p:sp>
        <p:nvSpPr>
          <p:cNvPr id="16" name="TextBox 15"/>
          <p:cNvSpPr txBox="1"/>
          <p:nvPr/>
        </p:nvSpPr>
        <p:spPr>
          <a:xfrm>
            <a:off x="4450203" y="3297980"/>
            <a:ext cx="1338828" cy="369332"/>
          </a:xfrm>
          <a:prstGeom prst="rect">
            <a:avLst/>
          </a:prstGeom>
          <a:noFill/>
        </p:spPr>
        <p:txBody>
          <a:bodyPr wrap="none" rtlCol="0">
            <a:spAutoFit/>
          </a:bodyPr>
          <a:lstStyle/>
          <a:p>
            <a:r>
              <a:rPr lang="en-US" altLang="zh-CN">
                <a:latin typeface="黑体" panose="02010600030101010101" charset="-122"/>
                <a:ea typeface="黑体" panose="02010600030101010101" charset="-122"/>
              </a:rPr>
              <a:t>3.</a:t>
            </a:r>
            <a:r>
              <a:rPr lang="zh-CN" altLang="en-US">
                <a:latin typeface="黑体" panose="02010600030101010101" charset="-122"/>
                <a:ea typeface="黑体" panose="02010600030101010101" charset="-122"/>
              </a:rPr>
              <a:t>基本概念</a:t>
            </a:r>
          </a:p>
        </p:txBody>
      </p:sp>
      <p:sp>
        <p:nvSpPr>
          <p:cNvPr id="17" name="TextBox 16"/>
          <p:cNvSpPr txBox="1"/>
          <p:nvPr/>
        </p:nvSpPr>
        <p:spPr>
          <a:xfrm>
            <a:off x="4450203" y="3735048"/>
            <a:ext cx="1800493" cy="369332"/>
          </a:xfrm>
          <a:prstGeom prst="rect">
            <a:avLst/>
          </a:prstGeom>
          <a:noFill/>
        </p:spPr>
        <p:txBody>
          <a:bodyPr wrap="none" rtlCol="0">
            <a:spAutoFit/>
          </a:bodyPr>
          <a:lstStyle/>
          <a:p>
            <a:r>
              <a:rPr lang="en-US" altLang="zh-CN">
                <a:latin typeface="黑体" panose="02010600030101010101" charset="-122"/>
                <a:ea typeface="黑体" panose="02010600030101010101" charset="-122"/>
              </a:rPr>
              <a:t>4.</a:t>
            </a:r>
            <a:r>
              <a:rPr lang="zh-CN" altLang="en-US">
                <a:latin typeface="黑体" panose="02010600030101010101" charset="-122"/>
                <a:ea typeface="黑体" panose="02010600030101010101" charset="-122"/>
              </a:rPr>
              <a:t>软件行业特点</a:t>
            </a:r>
          </a:p>
        </p:txBody>
      </p:sp>
      <p:sp>
        <p:nvSpPr>
          <p:cNvPr id="18" name="TextBox 17"/>
          <p:cNvSpPr txBox="1"/>
          <p:nvPr/>
        </p:nvSpPr>
        <p:spPr>
          <a:xfrm>
            <a:off x="4450203" y="4153064"/>
            <a:ext cx="3185487" cy="369332"/>
          </a:xfrm>
          <a:prstGeom prst="rect">
            <a:avLst/>
          </a:prstGeom>
          <a:noFill/>
        </p:spPr>
        <p:txBody>
          <a:bodyPr wrap="none" rtlCol="0">
            <a:spAutoFit/>
          </a:bodyPr>
          <a:lstStyle/>
          <a:p>
            <a:r>
              <a:rPr lang="en-US" altLang="zh-CN">
                <a:latin typeface="黑体" panose="02010600030101010101" charset="-122"/>
                <a:ea typeface="黑体" panose="02010600030101010101" charset="-122"/>
              </a:rPr>
              <a:t>5.</a:t>
            </a:r>
            <a:r>
              <a:rPr lang="zh-CN" altLang="en-US">
                <a:latin typeface="黑体" panose="02010600030101010101" charset="-122"/>
                <a:ea typeface="黑体" panose="02010600030101010101" charset="-122"/>
              </a:rPr>
              <a:t>软件生命周期中的经济分析</a:t>
            </a:r>
          </a:p>
        </p:txBody>
      </p:sp>
      <p:sp>
        <p:nvSpPr>
          <p:cNvPr id="24" name="椭圆 23"/>
          <p:cNvSpPr/>
          <p:nvPr/>
        </p:nvSpPr>
        <p:spPr>
          <a:xfrm>
            <a:off x="4156315" y="2518400"/>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latin typeface="黑体" panose="02010600030101010101" charset="-122"/>
              <a:ea typeface="黑体" panose="02010600030101010101" charset="-122"/>
            </a:endParaRPr>
          </a:p>
        </p:txBody>
      </p:sp>
      <p:sp>
        <p:nvSpPr>
          <p:cNvPr id="25" name="椭圆 24"/>
          <p:cNvSpPr/>
          <p:nvPr/>
        </p:nvSpPr>
        <p:spPr>
          <a:xfrm>
            <a:off x="4156315" y="3306723"/>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latin typeface="黑体" panose="02010600030101010101" charset="-122"/>
              <a:ea typeface="黑体" panose="02010600030101010101" charset="-122"/>
            </a:endParaRPr>
          </a:p>
        </p:txBody>
      </p:sp>
      <p:sp>
        <p:nvSpPr>
          <p:cNvPr id="26" name="椭圆 25"/>
          <p:cNvSpPr/>
          <p:nvPr/>
        </p:nvSpPr>
        <p:spPr>
          <a:xfrm>
            <a:off x="4156315" y="3744086"/>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latin typeface="黑体" panose="02010600030101010101" charset="-122"/>
              <a:ea typeface="黑体" panose="02010600030101010101" charset="-122"/>
            </a:endParaRPr>
          </a:p>
        </p:txBody>
      </p:sp>
      <p:sp>
        <p:nvSpPr>
          <p:cNvPr id="27" name="椭圆 26"/>
          <p:cNvSpPr/>
          <p:nvPr/>
        </p:nvSpPr>
        <p:spPr>
          <a:xfrm>
            <a:off x="4156315" y="4181449"/>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latin typeface="黑体" panose="02010600030101010101" charset="-122"/>
              <a:ea typeface="黑体" panose="02010600030101010101" charset="-122"/>
            </a:endParaRPr>
          </a:p>
        </p:txBody>
      </p:sp>
      <p:sp>
        <p:nvSpPr>
          <p:cNvPr id="28" name="TextBox 27"/>
          <p:cNvSpPr txBox="1"/>
          <p:nvPr/>
        </p:nvSpPr>
        <p:spPr>
          <a:xfrm>
            <a:off x="4450203" y="2896677"/>
            <a:ext cx="1338828" cy="369332"/>
          </a:xfrm>
          <a:prstGeom prst="rect">
            <a:avLst/>
          </a:prstGeom>
          <a:noFill/>
        </p:spPr>
        <p:txBody>
          <a:bodyPr wrap="none" rtlCol="0">
            <a:spAutoFit/>
          </a:bodyPr>
          <a:lstStyle/>
          <a:p>
            <a:r>
              <a:rPr lang="en-US" altLang="zh-CN" b="1">
                <a:solidFill>
                  <a:srgbClr val="FF0000"/>
                </a:solidFill>
                <a:latin typeface="黑体" panose="02010600030101010101" charset="-122"/>
                <a:ea typeface="黑体" panose="02010600030101010101" charset="-122"/>
              </a:rPr>
              <a:t>2.</a:t>
            </a:r>
            <a:r>
              <a:rPr lang="zh-CN" altLang="en-US" b="1">
                <a:solidFill>
                  <a:srgbClr val="FF0000"/>
                </a:solidFill>
                <a:latin typeface="黑体" panose="02010600030101010101" charset="-122"/>
                <a:ea typeface="黑体" panose="02010600030101010101" charset="-122"/>
              </a:rPr>
              <a:t>研究内容</a:t>
            </a:r>
          </a:p>
        </p:txBody>
      </p:sp>
      <p:sp>
        <p:nvSpPr>
          <p:cNvPr id="30" name="椭圆 29"/>
          <p:cNvSpPr/>
          <p:nvPr/>
        </p:nvSpPr>
        <p:spPr>
          <a:xfrm>
            <a:off x="4156315" y="2934115"/>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latin typeface="黑体" panose="02010600030101010101" charset="-122"/>
              <a:ea typeface="黑体" panose="02010600030101010101" charset="-122"/>
            </a:endParaRPr>
          </a:p>
        </p:txBody>
      </p:sp>
    </p:spTree>
    <p:extLst>
      <p:ext uri="{BB962C8B-B14F-4D97-AF65-F5344CB8AC3E}">
        <p14:creationId xmlns:p14="http://schemas.microsoft.com/office/powerpoint/2010/main" val="93831411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ppt_x</p:attrName>
                                        </p:attrNameLst>
                                      </p:cBhvr>
                                      <p:tavLst>
                                        <p:tav tm="0">
                                          <p:val>
                                            <p:strVal val="#ppt_x+#ppt_w*1.125000"/>
                                          </p:val>
                                        </p:tav>
                                        <p:tav tm="100000">
                                          <p:val>
                                            <p:strVal val="#ppt_x"/>
                                          </p:val>
                                        </p:tav>
                                      </p:tavLst>
                                    </p:anim>
                                    <p:animEffect transition="in" filter="wipe(left)">
                                      <p:cBhvr>
                                        <p:cTn id="8" dur="500"/>
                                        <p:tgtEl>
                                          <p:spTgt spid="4"/>
                                        </p:tgtEl>
                                      </p:cBhvr>
                                    </p:animEffect>
                                  </p:childTnLst>
                                </p:cTn>
                              </p:par>
                            </p:childTnLst>
                          </p:cTn>
                        </p:par>
                        <p:par>
                          <p:cTn id="9" fill="hold">
                            <p:stCondLst>
                              <p:cond delay="500"/>
                            </p:stCondLst>
                            <p:childTnLst>
                              <p:par>
                                <p:cTn id="10" presetID="12" presetClass="entr" presetSubtype="2" fill="hold" nodeType="afterEffect">
                                  <p:stCondLst>
                                    <p:cond delay="0"/>
                                  </p:stCondLst>
                                  <p:childTnLst>
                                    <p:set>
                                      <p:cBhvr>
                                        <p:cTn id="11" dur="1" fill="hold">
                                          <p:stCondLst>
                                            <p:cond delay="0"/>
                                          </p:stCondLst>
                                        </p:cTn>
                                        <p:tgtEl>
                                          <p:spTgt spid="33"/>
                                        </p:tgtEl>
                                        <p:attrNameLst>
                                          <p:attrName>style.visibility</p:attrName>
                                        </p:attrNameLst>
                                      </p:cBhvr>
                                      <p:to>
                                        <p:strVal val="visible"/>
                                      </p:to>
                                    </p:set>
                                    <p:anim calcmode="lin" valueType="num">
                                      <p:cBhvr additive="base">
                                        <p:cTn id="12" dur="500"/>
                                        <p:tgtEl>
                                          <p:spTgt spid="33"/>
                                        </p:tgtEl>
                                        <p:attrNameLst>
                                          <p:attrName>ppt_x</p:attrName>
                                        </p:attrNameLst>
                                      </p:cBhvr>
                                      <p:tavLst>
                                        <p:tav tm="0">
                                          <p:val>
                                            <p:strVal val="#ppt_x+#ppt_w*1.125000"/>
                                          </p:val>
                                        </p:tav>
                                        <p:tav tm="100000">
                                          <p:val>
                                            <p:strVal val="#ppt_x"/>
                                          </p:val>
                                        </p:tav>
                                      </p:tavLst>
                                    </p:anim>
                                    <p:animEffect transition="in" filter="wipe(left)">
                                      <p:cBhvr>
                                        <p:cTn id="13" dur="500"/>
                                        <p:tgtEl>
                                          <p:spTgt spid="33"/>
                                        </p:tgtEl>
                                      </p:cBhvr>
                                    </p:animEffect>
                                  </p:childTnLst>
                                </p:cTn>
                              </p:par>
                              <p:par>
                                <p:cTn id="14" presetID="12" presetClass="entr" presetSubtype="8" fill="hold" grpId="0" nodeType="with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additive="base">
                                        <p:cTn id="16" dur="500"/>
                                        <p:tgtEl>
                                          <p:spTgt spid="2"/>
                                        </p:tgtEl>
                                        <p:attrNameLst>
                                          <p:attrName>ppt_x</p:attrName>
                                        </p:attrNameLst>
                                      </p:cBhvr>
                                      <p:tavLst>
                                        <p:tav tm="0">
                                          <p:val>
                                            <p:strVal val="#ppt_x-#ppt_w*1.125000"/>
                                          </p:val>
                                        </p:tav>
                                        <p:tav tm="100000">
                                          <p:val>
                                            <p:strVal val="#ppt_x"/>
                                          </p:val>
                                        </p:tav>
                                      </p:tavLst>
                                    </p:anim>
                                    <p:animEffect transition="in" filter="wipe(right)">
                                      <p:cBhvr>
                                        <p:cTn id="17" dur="500"/>
                                        <p:tgtEl>
                                          <p:spTgt spid="2"/>
                                        </p:tgtEl>
                                      </p:cBhvr>
                                    </p:animEffect>
                                  </p:childTnLst>
                                </p:cTn>
                              </p:par>
                              <p:par>
                                <p:cTn id="18" presetID="12" presetClass="entr" presetSubtype="8" fill="hold" grpId="0" nodeType="withEffect">
                                  <p:stCondLst>
                                    <p:cond delay="0"/>
                                  </p:stCondLst>
                                  <p:childTnLst>
                                    <p:set>
                                      <p:cBhvr>
                                        <p:cTn id="19" dur="1" fill="hold">
                                          <p:stCondLst>
                                            <p:cond delay="0"/>
                                          </p:stCondLst>
                                        </p:cTn>
                                        <p:tgtEl>
                                          <p:spTgt spid="24"/>
                                        </p:tgtEl>
                                        <p:attrNameLst>
                                          <p:attrName>style.visibility</p:attrName>
                                        </p:attrNameLst>
                                      </p:cBhvr>
                                      <p:to>
                                        <p:strVal val="visible"/>
                                      </p:to>
                                    </p:set>
                                    <p:anim calcmode="lin" valueType="num">
                                      <p:cBhvr additive="base">
                                        <p:cTn id="20" dur="500"/>
                                        <p:tgtEl>
                                          <p:spTgt spid="24"/>
                                        </p:tgtEl>
                                        <p:attrNameLst>
                                          <p:attrName>ppt_x</p:attrName>
                                        </p:attrNameLst>
                                      </p:cBhvr>
                                      <p:tavLst>
                                        <p:tav tm="0">
                                          <p:val>
                                            <p:strVal val="#ppt_x-#ppt_w*1.125000"/>
                                          </p:val>
                                        </p:tav>
                                        <p:tav tm="100000">
                                          <p:val>
                                            <p:strVal val="#ppt_x"/>
                                          </p:val>
                                        </p:tav>
                                      </p:tavLst>
                                    </p:anim>
                                    <p:animEffect transition="in" filter="wipe(right)">
                                      <p:cBhvr>
                                        <p:cTn id="21" dur="500"/>
                                        <p:tgtEl>
                                          <p:spTgt spid="24"/>
                                        </p:tgtEl>
                                      </p:cBhvr>
                                    </p:animEffect>
                                  </p:childTnLst>
                                </p:cTn>
                              </p:par>
                              <p:par>
                                <p:cTn id="22" presetID="12" presetClass="entr" presetSubtype="8" fill="hold" grpId="0" nodeType="withEffect">
                                  <p:stCondLst>
                                    <p:cond delay="0"/>
                                  </p:stCondLst>
                                  <p:childTnLst>
                                    <p:set>
                                      <p:cBhvr>
                                        <p:cTn id="23" dur="1" fill="hold">
                                          <p:stCondLst>
                                            <p:cond delay="0"/>
                                          </p:stCondLst>
                                        </p:cTn>
                                        <p:tgtEl>
                                          <p:spTgt spid="25"/>
                                        </p:tgtEl>
                                        <p:attrNameLst>
                                          <p:attrName>style.visibility</p:attrName>
                                        </p:attrNameLst>
                                      </p:cBhvr>
                                      <p:to>
                                        <p:strVal val="visible"/>
                                      </p:to>
                                    </p:set>
                                    <p:anim calcmode="lin" valueType="num">
                                      <p:cBhvr additive="base">
                                        <p:cTn id="24" dur="500"/>
                                        <p:tgtEl>
                                          <p:spTgt spid="25"/>
                                        </p:tgtEl>
                                        <p:attrNameLst>
                                          <p:attrName>ppt_x</p:attrName>
                                        </p:attrNameLst>
                                      </p:cBhvr>
                                      <p:tavLst>
                                        <p:tav tm="0">
                                          <p:val>
                                            <p:strVal val="#ppt_x-#ppt_w*1.125000"/>
                                          </p:val>
                                        </p:tav>
                                        <p:tav tm="100000">
                                          <p:val>
                                            <p:strVal val="#ppt_x"/>
                                          </p:val>
                                        </p:tav>
                                      </p:tavLst>
                                    </p:anim>
                                    <p:animEffect transition="in" filter="wipe(right)">
                                      <p:cBhvr>
                                        <p:cTn id="25" dur="500"/>
                                        <p:tgtEl>
                                          <p:spTgt spid="25"/>
                                        </p:tgtEl>
                                      </p:cBhvr>
                                    </p:animEffect>
                                  </p:childTnLst>
                                </p:cTn>
                              </p:par>
                              <p:par>
                                <p:cTn id="26" presetID="12" presetClass="entr" presetSubtype="8"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anim calcmode="lin" valueType="num">
                                      <p:cBhvr additive="base">
                                        <p:cTn id="28" dur="500"/>
                                        <p:tgtEl>
                                          <p:spTgt spid="26"/>
                                        </p:tgtEl>
                                        <p:attrNameLst>
                                          <p:attrName>ppt_x</p:attrName>
                                        </p:attrNameLst>
                                      </p:cBhvr>
                                      <p:tavLst>
                                        <p:tav tm="0">
                                          <p:val>
                                            <p:strVal val="#ppt_x-#ppt_w*1.125000"/>
                                          </p:val>
                                        </p:tav>
                                        <p:tav tm="100000">
                                          <p:val>
                                            <p:strVal val="#ppt_x"/>
                                          </p:val>
                                        </p:tav>
                                      </p:tavLst>
                                    </p:anim>
                                    <p:animEffect transition="in" filter="wipe(right)">
                                      <p:cBhvr>
                                        <p:cTn id="29" dur="500"/>
                                        <p:tgtEl>
                                          <p:spTgt spid="26"/>
                                        </p:tgtEl>
                                      </p:cBhvr>
                                    </p:animEffect>
                                  </p:childTnLst>
                                </p:cTn>
                              </p:par>
                              <p:par>
                                <p:cTn id="30" presetID="12" presetClass="entr" presetSubtype="8"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 calcmode="lin" valueType="num">
                                      <p:cBhvr additive="base">
                                        <p:cTn id="32" dur="500"/>
                                        <p:tgtEl>
                                          <p:spTgt spid="27"/>
                                        </p:tgtEl>
                                        <p:attrNameLst>
                                          <p:attrName>ppt_x</p:attrName>
                                        </p:attrNameLst>
                                      </p:cBhvr>
                                      <p:tavLst>
                                        <p:tav tm="0">
                                          <p:val>
                                            <p:strVal val="#ppt_x-#ppt_w*1.125000"/>
                                          </p:val>
                                        </p:tav>
                                        <p:tav tm="100000">
                                          <p:val>
                                            <p:strVal val="#ppt_x"/>
                                          </p:val>
                                        </p:tav>
                                      </p:tavLst>
                                    </p:anim>
                                    <p:animEffect transition="in" filter="wipe(right)">
                                      <p:cBhvr>
                                        <p:cTn id="33" dur="500"/>
                                        <p:tgtEl>
                                          <p:spTgt spid="27"/>
                                        </p:tgtEl>
                                      </p:cBhvr>
                                    </p:animEffect>
                                  </p:childTnLst>
                                </p:cTn>
                              </p:par>
                              <p:par>
                                <p:cTn id="34" presetID="12" presetClass="entr" presetSubtype="8" fill="hold" grpId="0" nodeType="withEffect">
                                  <p:stCondLst>
                                    <p:cond delay="300"/>
                                  </p:stCondLst>
                                  <p:childTnLst>
                                    <p:set>
                                      <p:cBhvr>
                                        <p:cTn id="35" dur="1" fill="hold">
                                          <p:stCondLst>
                                            <p:cond delay="0"/>
                                          </p:stCondLst>
                                        </p:cTn>
                                        <p:tgtEl>
                                          <p:spTgt spid="15"/>
                                        </p:tgtEl>
                                        <p:attrNameLst>
                                          <p:attrName>style.visibility</p:attrName>
                                        </p:attrNameLst>
                                      </p:cBhvr>
                                      <p:to>
                                        <p:strVal val="visible"/>
                                      </p:to>
                                    </p:set>
                                    <p:anim calcmode="lin" valueType="num">
                                      <p:cBhvr additive="base">
                                        <p:cTn id="36" dur="500"/>
                                        <p:tgtEl>
                                          <p:spTgt spid="15"/>
                                        </p:tgtEl>
                                        <p:attrNameLst>
                                          <p:attrName>ppt_x</p:attrName>
                                        </p:attrNameLst>
                                      </p:cBhvr>
                                      <p:tavLst>
                                        <p:tav tm="0">
                                          <p:val>
                                            <p:strVal val="#ppt_x-#ppt_w*1.125000"/>
                                          </p:val>
                                        </p:tav>
                                        <p:tav tm="100000">
                                          <p:val>
                                            <p:strVal val="#ppt_x"/>
                                          </p:val>
                                        </p:tav>
                                      </p:tavLst>
                                    </p:anim>
                                    <p:animEffect transition="in" filter="wipe(right)">
                                      <p:cBhvr>
                                        <p:cTn id="37" dur="500"/>
                                        <p:tgtEl>
                                          <p:spTgt spid="15"/>
                                        </p:tgtEl>
                                      </p:cBhvr>
                                    </p:animEffect>
                                  </p:childTnLst>
                                </p:cTn>
                              </p:par>
                              <p:par>
                                <p:cTn id="38" presetID="12" presetClass="entr" presetSubtype="8" fill="hold" grpId="0" nodeType="withEffect">
                                  <p:stCondLst>
                                    <p:cond delay="300"/>
                                  </p:stCondLst>
                                  <p:childTnLst>
                                    <p:set>
                                      <p:cBhvr>
                                        <p:cTn id="39" dur="1" fill="hold">
                                          <p:stCondLst>
                                            <p:cond delay="0"/>
                                          </p:stCondLst>
                                        </p:cTn>
                                        <p:tgtEl>
                                          <p:spTgt spid="16"/>
                                        </p:tgtEl>
                                        <p:attrNameLst>
                                          <p:attrName>style.visibility</p:attrName>
                                        </p:attrNameLst>
                                      </p:cBhvr>
                                      <p:to>
                                        <p:strVal val="visible"/>
                                      </p:to>
                                    </p:set>
                                    <p:anim calcmode="lin" valueType="num">
                                      <p:cBhvr additive="base">
                                        <p:cTn id="40" dur="500"/>
                                        <p:tgtEl>
                                          <p:spTgt spid="16"/>
                                        </p:tgtEl>
                                        <p:attrNameLst>
                                          <p:attrName>ppt_x</p:attrName>
                                        </p:attrNameLst>
                                      </p:cBhvr>
                                      <p:tavLst>
                                        <p:tav tm="0">
                                          <p:val>
                                            <p:strVal val="#ppt_x-#ppt_w*1.125000"/>
                                          </p:val>
                                        </p:tav>
                                        <p:tav tm="100000">
                                          <p:val>
                                            <p:strVal val="#ppt_x"/>
                                          </p:val>
                                        </p:tav>
                                      </p:tavLst>
                                    </p:anim>
                                    <p:animEffect transition="in" filter="wipe(right)">
                                      <p:cBhvr>
                                        <p:cTn id="41" dur="500"/>
                                        <p:tgtEl>
                                          <p:spTgt spid="16"/>
                                        </p:tgtEl>
                                      </p:cBhvr>
                                    </p:animEffect>
                                  </p:childTnLst>
                                </p:cTn>
                              </p:par>
                              <p:par>
                                <p:cTn id="42" presetID="12" presetClass="entr" presetSubtype="8" fill="hold" grpId="0" nodeType="withEffect">
                                  <p:stCondLst>
                                    <p:cond delay="300"/>
                                  </p:stCondLst>
                                  <p:childTnLst>
                                    <p:set>
                                      <p:cBhvr>
                                        <p:cTn id="43" dur="1" fill="hold">
                                          <p:stCondLst>
                                            <p:cond delay="0"/>
                                          </p:stCondLst>
                                        </p:cTn>
                                        <p:tgtEl>
                                          <p:spTgt spid="17"/>
                                        </p:tgtEl>
                                        <p:attrNameLst>
                                          <p:attrName>style.visibility</p:attrName>
                                        </p:attrNameLst>
                                      </p:cBhvr>
                                      <p:to>
                                        <p:strVal val="visible"/>
                                      </p:to>
                                    </p:set>
                                    <p:anim calcmode="lin" valueType="num">
                                      <p:cBhvr additive="base">
                                        <p:cTn id="44" dur="500"/>
                                        <p:tgtEl>
                                          <p:spTgt spid="17"/>
                                        </p:tgtEl>
                                        <p:attrNameLst>
                                          <p:attrName>ppt_x</p:attrName>
                                        </p:attrNameLst>
                                      </p:cBhvr>
                                      <p:tavLst>
                                        <p:tav tm="0">
                                          <p:val>
                                            <p:strVal val="#ppt_x-#ppt_w*1.125000"/>
                                          </p:val>
                                        </p:tav>
                                        <p:tav tm="100000">
                                          <p:val>
                                            <p:strVal val="#ppt_x"/>
                                          </p:val>
                                        </p:tav>
                                      </p:tavLst>
                                    </p:anim>
                                    <p:animEffect transition="in" filter="wipe(right)">
                                      <p:cBhvr>
                                        <p:cTn id="45" dur="500"/>
                                        <p:tgtEl>
                                          <p:spTgt spid="17"/>
                                        </p:tgtEl>
                                      </p:cBhvr>
                                    </p:animEffect>
                                  </p:childTnLst>
                                </p:cTn>
                              </p:par>
                              <p:par>
                                <p:cTn id="46" presetID="12" presetClass="entr" presetSubtype="8" fill="hold" grpId="0" nodeType="withEffect">
                                  <p:stCondLst>
                                    <p:cond delay="300"/>
                                  </p:stCondLst>
                                  <p:childTnLst>
                                    <p:set>
                                      <p:cBhvr>
                                        <p:cTn id="47" dur="1" fill="hold">
                                          <p:stCondLst>
                                            <p:cond delay="0"/>
                                          </p:stCondLst>
                                        </p:cTn>
                                        <p:tgtEl>
                                          <p:spTgt spid="18"/>
                                        </p:tgtEl>
                                        <p:attrNameLst>
                                          <p:attrName>style.visibility</p:attrName>
                                        </p:attrNameLst>
                                      </p:cBhvr>
                                      <p:to>
                                        <p:strVal val="visible"/>
                                      </p:to>
                                    </p:set>
                                    <p:anim calcmode="lin" valueType="num">
                                      <p:cBhvr additive="base">
                                        <p:cTn id="48" dur="500"/>
                                        <p:tgtEl>
                                          <p:spTgt spid="18"/>
                                        </p:tgtEl>
                                        <p:attrNameLst>
                                          <p:attrName>ppt_x</p:attrName>
                                        </p:attrNameLst>
                                      </p:cBhvr>
                                      <p:tavLst>
                                        <p:tav tm="0">
                                          <p:val>
                                            <p:strVal val="#ppt_x-#ppt_w*1.125000"/>
                                          </p:val>
                                        </p:tav>
                                        <p:tav tm="100000">
                                          <p:val>
                                            <p:strVal val="#ppt_x"/>
                                          </p:val>
                                        </p:tav>
                                      </p:tavLst>
                                    </p:anim>
                                    <p:animEffect transition="in" filter="wipe(right)">
                                      <p:cBhvr>
                                        <p:cTn id="49" dur="500"/>
                                        <p:tgtEl>
                                          <p:spTgt spid="18"/>
                                        </p:tgtEl>
                                      </p:cBhvr>
                                    </p:animEffect>
                                  </p:childTnLst>
                                </p:cTn>
                              </p:par>
                              <p:par>
                                <p:cTn id="50" presetID="12" presetClass="entr" presetSubtype="8" fill="hold" grpId="0" nodeType="withEffect">
                                  <p:stCondLst>
                                    <p:cond delay="0"/>
                                  </p:stCondLst>
                                  <p:childTnLst>
                                    <p:set>
                                      <p:cBhvr>
                                        <p:cTn id="51" dur="1" fill="hold">
                                          <p:stCondLst>
                                            <p:cond delay="0"/>
                                          </p:stCondLst>
                                        </p:cTn>
                                        <p:tgtEl>
                                          <p:spTgt spid="30"/>
                                        </p:tgtEl>
                                        <p:attrNameLst>
                                          <p:attrName>style.visibility</p:attrName>
                                        </p:attrNameLst>
                                      </p:cBhvr>
                                      <p:to>
                                        <p:strVal val="visible"/>
                                      </p:to>
                                    </p:set>
                                    <p:anim calcmode="lin" valueType="num">
                                      <p:cBhvr additive="base">
                                        <p:cTn id="52" dur="500"/>
                                        <p:tgtEl>
                                          <p:spTgt spid="30"/>
                                        </p:tgtEl>
                                        <p:attrNameLst>
                                          <p:attrName>ppt_x</p:attrName>
                                        </p:attrNameLst>
                                      </p:cBhvr>
                                      <p:tavLst>
                                        <p:tav tm="0">
                                          <p:val>
                                            <p:strVal val="#ppt_x-#ppt_w*1.125000"/>
                                          </p:val>
                                        </p:tav>
                                        <p:tav tm="100000">
                                          <p:val>
                                            <p:strVal val="#ppt_x"/>
                                          </p:val>
                                        </p:tav>
                                      </p:tavLst>
                                    </p:anim>
                                    <p:animEffect transition="in" filter="wipe(right)">
                                      <p:cBhvr>
                                        <p:cTn id="53" dur="500"/>
                                        <p:tgtEl>
                                          <p:spTgt spid="30"/>
                                        </p:tgtEl>
                                      </p:cBhvr>
                                    </p:animEffect>
                                  </p:childTnLst>
                                </p:cTn>
                              </p:par>
                              <p:par>
                                <p:cTn id="54" presetID="12" presetClass="entr" presetSubtype="8" fill="hold" grpId="0" nodeType="withEffect">
                                  <p:stCondLst>
                                    <p:cond delay="300"/>
                                  </p:stCondLst>
                                  <p:childTnLst>
                                    <p:set>
                                      <p:cBhvr>
                                        <p:cTn id="55" dur="1" fill="hold">
                                          <p:stCondLst>
                                            <p:cond delay="0"/>
                                          </p:stCondLst>
                                        </p:cTn>
                                        <p:tgtEl>
                                          <p:spTgt spid="28"/>
                                        </p:tgtEl>
                                        <p:attrNameLst>
                                          <p:attrName>style.visibility</p:attrName>
                                        </p:attrNameLst>
                                      </p:cBhvr>
                                      <p:to>
                                        <p:strVal val="visible"/>
                                      </p:to>
                                    </p:set>
                                    <p:anim calcmode="lin" valueType="num">
                                      <p:cBhvr additive="base">
                                        <p:cTn id="56" dur="500"/>
                                        <p:tgtEl>
                                          <p:spTgt spid="28"/>
                                        </p:tgtEl>
                                        <p:attrNameLst>
                                          <p:attrName>ppt_x</p:attrName>
                                        </p:attrNameLst>
                                      </p:cBhvr>
                                      <p:tavLst>
                                        <p:tav tm="0">
                                          <p:val>
                                            <p:strVal val="#ppt_x-#ppt_w*1.125000"/>
                                          </p:val>
                                        </p:tav>
                                        <p:tav tm="100000">
                                          <p:val>
                                            <p:strVal val="#ppt_x"/>
                                          </p:val>
                                        </p:tav>
                                      </p:tavLst>
                                    </p:anim>
                                    <p:animEffect transition="in" filter="wipe(right)">
                                      <p:cBhvr>
                                        <p:cTn id="5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p:bldP spid="15" grpId="0"/>
      <p:bldP spid="16" grpId="0"/>
      <p:bldP spid="17" grpId="0"/>
      <p:bldP spid="18" grpId="0"/>
      <p:bldP spid="24" grpId="0" animBg="1"/>
      <p:bldP spid="25" grpId="0" animBg="1"/>
      <p:bldP spid="26" grpId="0" animBg="1"/>
      <p:bldP spid="27" grpId="0" animBg="1"/>
      <p:bldP spid="28" grpId="0"/>
      <p:bldP spid="30"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研究内容</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7922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软件工程经济学的研究内容</a:t>
            </a:r>
            <a:endParaRPr lang="en-US" altLang="zh-CN" dirty="0">
              <a:solidFill>
                <a:srgbClr val="000000"/>
              </a:solidFill>
              <a:latin typeface="华文楷体" panose="02010600040101010101" pitchFamily="2" charset="-122"/>
              <a:ea typeface="华文楷体" panose="02010600040101010101" pitchFamily="2" charset="-122"/>
            </a:endParaRPr>
          </a:p>
          <a:p>
            <a:pPr marL="342900" indent="-342900" algn="just">
              <a:lnSpc>
                <a:spcPct val="150000"/>
              </a:lnSpc>
              <a:buFont typeface="+mj-lt"/>
              <a:buAutoNum type="arabicPeriod"/>
            </a:pPr>
            <a:r>
              <a:rPr lang="zh-CN" altLang="en-US" dirty="0">
                <a:solidFill>
                  <a:srgbClr val="000000"/>
                </a:solidFill>
                <a:latin typeface="华文楷体" panose="02010600040101010101" pitchFamily="2" charset="-122"/>
                <a:ea typeface="华文楷体" panose="02010600040101010101" pitchFamily="2" charset="-122"/>
              </a:rPr>
              <a:t>学科研究的对象、任务、特征、研究范围和研究方法。</a:t>
            </a:r>
            <a:endParaRPr lang="en-US" altLang="zh-CN" dirty="0">
              <a:solidFill>
                <a:srgbClr val="000000"/>
              </a:solidFill>
              <a:latin typeface="华文楷体" panose="02010600040101010101" pitchFamily="2" charset="-122"/>
              <a:ea typeface="华文楷体" panose="02010600040101010101" pitchFamily="2" charset="-122"/>
            </a:endParaRPr>
          </a:p>
          <a:p>
            <a:pPr marL="342900" indent="-342900" algn="just">
              <a:lnSpc>
                <a:spcPct val="150000"/>
              </a:lnSpc>
              <a:buFont typeface="+mj-lt"/>
              <a:buAutoNum type="arabicPeriod"/>
            </a:pPr>
            <a:r>
              <a:rPr lang="zh-CN" altLang="en-US" dirty="0">
                <a:solidFill>
                  <a:srgbClr val="000000"/>
                </a:solidFill>
                <a:latin typeface="华文楷体" panose="02010600040101010101" pitchFamily="2" charset="-122"/>
                <a:ea typeface="华文楷体" panose="02010600040101010101" pitchFamily="2" charset="-122"/>
              </a:rPr>
              <a:t>软件系统的内部构成要素和经济活动及其关联分析，如投资、成本、利润、效益、工期、效率、质量及研制、开发、维护、管理活动及其关联分析。</a:t>
            </a:r>
            <a:endParaRPr lang="en-US" altLang="zh-CN" dirty="0">
              <a:solidFill>
                <a:srgbClr val="000000"/>
              </a:solidFill>
              <a:latin typeface="华文楷体" panose="02010600040101010101" pitchFamily="2" charset="-122"/>
              <a:ea typeface="华文楷体" panose="02010600040101010101" pitchFamily="2" charset="-122"/>
            </a:endParaRPr>
          </a:p>
          <a:p>
            <a:pPr marL="342900" indent="-342900" algn="just">
              <a:lnSpc>
                <a:spcPct val="150000"/>
              </a:lnSpc>
              <a:buFont typeface="+mj-lt"/>
              <a:buAutoNum type="arabicPeriod"/>
            </a:pPr>
            <a:r>
              <a:rPr lang="zh-CN" altLang="en-US" dirty="0">
                <a:solidFill>
                  <a:srgbClr val="000000"/>
                </a:solidFill>
                <a:latin typeface="华文楷体" panose="02010600040101010101" pitchFamily="2" charset="-122"/>
                <a:ea typeface="华文楷体" panose="02010600040101010101" pitchFamily="2" charset="-122"/>
              </a:rPr>
              <a:t>软件系统的组织结构、管理决策及其与经营活动的关系。</a:t>
            </a:r>
            <a:endParaRPr lang="en-US" altLang="zh-CN" dirty="0">
              <a:solidFill>
                <a:srgbClr val="000000"/>
              </a:solidFill>
              <a:latin typeface="华文楷体" panose="02010600040101010101" pitchFamily="2" charset="-122"/>
              <a:ea typeface="华文楷体" panose="02010600040101010101" pitchFamily="2" charset="-122"/>
            </a:endParaRPr>
          </a:p>
          <a:p>
            <a:pPr marL="342900" indent="-342900" algn="just">
              <a:lnSpc>
                <a:spcPct val="150000"/>
              </a:lnSpc>
              <a:buFont typeface="+mj-lt"/>
              <a:buAutoNum type="arabicPeriod"/>
            </a:pPr>
            <a:r>
              <a:rPr lang="zh-CN" altLang="en-US" dirty="0">
                <a:solidFill>
                  <a:srgbClr val="000000"/>
                </a:solidFill>
                <a:latin typeface="华文楷体" panose="02010600040101010101" pitchFamily="2" charset="-122"/>
                <a:ea typeface="华文楷体" panose="02010600040101010101" pitchFamily="2" charset="-122"/>
              </a:rPr>
              <a:t>软件系统的物流、资金流、信息流的输入与输出及其对系统外部</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国家、地区经济、社会、国防、人民生活的影响。</a:t>
            </a:r>
            <a:endParaRPr lang="en-US" altLang="zh-CN" dirty="0">
              <a:solidFill>
                <a:srgbClr val="000000"/>
              </a:solidFill>
              <a:latin typeface="华文楷体" panose="02010600040101010101" pitchFamily="2" charset="-122"/>
              <a:ea typeface="华文楷体" panose="02010600040101010101" pitchFamily="2" charset="-122"/>
            </a:endParaRPr>
          </a:p>
          <a:p>
            <a:pPr algn="just">
              <a:lnSpc>
                <a:spcPct val="150000"/>
              </a:lnSpc>
            </a:pPr>
            <a:r>
              <a:rPr lang="zh-CN" altLang="en-US" dirty="0">
                <a:solidFill>
                  <a:srgbClr val="000000"/>
                </a:solidFill>
                <a:latin typeface="华文楷体" panose="02010600040101010101" pitchFamily="2" charset="-122"/>
                <a:ea typeface="华文楷体" panose="02010600040101010101" pitchFamily="2" charset="-122"/>
              </a:rPr>
              <a:t>其中，</a:t>
            </a:r>
            <a:r>
              <a:rPr lang="en-US" altLang="zh-CN" dirty="0">
                <a:solidFill>
                  <a:srgbClr val="000000"/>
                </a:solidFill>
                <a:latin typeface="华文楷体" panose="02010600040101010101" pitchFamily="2" charset="-122"/>
                <a:ea typeface="华文楷体" panose="02010600040101010101" pitchFamily="2" charset="-122"/>
              </a:rPr>
              <a:t>1</a:t>
            </a:r>
            <a:r>
              <a:rPr lang="zh-CN" altLang="en-US" dirty="0">
                <a:solidFill>
                  <a:srgbClr val="000000"/>
                </a:solidFill>
                <a:latin typeface="华文楷体" panose="02010600040101010101" pitchFamily="2" charset="-122"/>
                <a:ea typeface="华文楷体" panose="02010600040101010101" pitchFamily="2" charset="-122"/>
              </a:rPr>
              <a:t>是软件系统的基础概念与理论部分，</a:t>
            </a:r>
            <a:r>
              <a:rPr lang="en-US" altLang="zh-CN" dirty="0">
                <a:solidFill>
                  <a:srgbClr val="000000"/>
                </a:solidFill>
                <a:latin typeface="华文楷体" panose="02010600040101010101" pitchFamily="2" charset="-122"/>
                <a:ea typeface="华文楷体" panose="02010600040101010101" pitchFamily="2" charset="-122"/>
              </a:rPr>
              <a:t>2</a:t>
            </a:r>
            <a:r>
              <a:rPr lang="zh-CN" altLang="en-US" dirty="0">
                <a:solidFill>
                  <a:srgbClr val="000000"/>
                </a:solidFill>
                <a:latin typeface="华文楷体" panose="02010600040101010101" pitchFamily="2" charset="-122"/>
                <a:ea typeface="华文楷体" panose="02010600040101010101" pitchFamily="2" charset="-122"/>
              </a:rPr>
              <a:t>、</a:t>
            </a:r>
            <a:r>
              <a:rPr lang="en-US" altLang="zh-CN" dirty="0">
                <a:solidFill>
                  <a:srgbClr val="000000"/>
                </a:solidFill>
                <a:latin typeface="华文楷体" panose="02010600040101010101" pitchFamily="2" charset="-122"/>
                <a:ea typeface="华文楷体" panose="02010600040101010101" pitchFamily="2" charset="-122"/>
              </a:rPr>
              <a:t>3</a:t>
            </a:r>
            <a:r>
              <a:rPr lang="zh-CN" altLang="en-US" dirty="0">
                <a:solidFill>
                  <a:srgbClr val="000000"/>
                </a:solidFill>
                <a:latin typeface="华文楷体" panose="02010600040101010101" pitchFamily="2" charset="-122"/>
                <a:ea typeface="华文楷体" panose="02010600040101010101" pitchFamily="2" charset="-122"/>
              </a:rPr>
              <a:t>为软件系统的微观经济分析部分，</a:t>
            </a:r>
            <a:r>
              <a:rPr lang="en-US" altLang="zh-CN" dirty="0">
                <a:solidFill>
                  <a:srgbClr val="000000"/>
                </a:solidFill>
                <a:latin typeface="华文楷体" panose="02010600040101010101" pitchFamily="2" charset="-122"/>
                <a:ea typeface="华文楷体" panose="02010600040101010101" pitchFamily="2" charset="-122"/>
              </a:rPr>
              <a:t>4</a:t>
            </a:r>
            <a:r>
              <a:rPr lang="zh-CN" altLang="en-US" dirty="0">
                <a:solidFill>
                  <a:srgbClr val="000000"/>
                </a:solidFill>
                <a:latin typeface="华文楷体" panose="02010600040101010101" pitchFamily="2" charset="-122"/>
                <a:ea typeface="华文楷体" panose="02010600040101010101" pitchFamily="2" charset="-122"/>
              </a:rPr>
              <a:t>为软件系统的宏观经济分析部分。</a:t>
            </a:r>
            <a:endParaRPr lang="en-US" altLang="zh-CN"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31342117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研究特点</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96126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软件生产过程的主要生产力是“人”。“人”的生产效率受很多非工程技术的影响，如：管理模式、心理因素、企业文化、团队协作、社会因素甚至家庭因素等，成本与效率关系不易准确描述且不确定因素多。</a:t>
            </a: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软件产品涉及众多行业与领域，个性鲜明，需要采用灵活的经济分析方法。</a:t>
            </a: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软件项目的经济分析需要多学科交叉。</a:t>
            </a: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不同国家和地区的价值理念、技术水平、金融、税收和价格体系等不同，需要考虑环境差异而对方法和技术进行选择和改造。</a:t>
            </a:r>
          </a:p>
        </p:txBody>
      </p:sp>
    </p:spTree>
    <p:extLst>
      <p:ext uri="{BB962C8B-B14F-4D97-AF65-F5344CB8AC3E}">
        <p14:creationId xmlns:p14="http://schemas.microsoft.com/office/powerpoint/2010/main" val="379432771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研究特点</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37675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b="1" dirty="0">
                <a:solidFill>
                  <a:srgbClr val="FF0000"/>
                </a:solidFill>
                <a:latin typeface="华文楷体" panose="02010600040101010101" pitchFamily="2" charset="-122"/>
                <a:ea typeface="华文楷体" panose="02010600040101010101" pitchFamily="2" charset="-122"/>
              </a:rPr>
              <a:t>研究重点：</a:t>
            </a:r>
            <a:r>
              <a:rPr lang="zh-CN" altLang="en-US" dirty="0">
                <a:solidFill>
                  <a:srgbClr val="000000"/>
                </a:solidFill>
                <a:latin typeface="华文楷体" panose="02010600040101010101" pitchFamily="2" charset="-122"/>
                <a:ea typeface="华文楷体" panose="02010600040101010101" pitchFamily="2" charset="-122"/>
              </a:rPr>
              <a:t>始终环绕软件产品的质量、工期、成本</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效益、时间</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进度、效率等目标要素的关联分析及其人的组织与协调对上述个目标的影响分析进行。</a:t>
            </a:r>
          </a:p>
          <a:p>
            <a:pPr marL="285750" indent="-285750" algn="just">
              <a:lnSpc>
                <a:spcPct val="150000"/>
              </a:lnSpc>
              <a:buFont typeface="Arial" panose="020B0604020202020204" pitchFamily="34" charset="0"/>
              <a:buChar char="•"/>
            </a:pPr>
            <a:r>
              <a:rPr lang="zh-CN" altLang="en-US" b="1" dirty="0">
                <a:solidFill>
                  <a:srgbClr val="FF0000"/>
                </a:solidFill>
                <a:latin typeface="华文楷体" panose="02010600040101010101" pitchFamily="2" charset="-122"/>
                <a:ea typeface="华文楷体" panose="02010600040101010101" pitchFamily="2" charset="-122"/>
              </a:rPr>
              <a:t>研究思想：</a:t>
            </a:r>
            <a:r>
              <a:rPr lang="zh-CN" altLang="en-US" dirty="0">
                <a:solidFill>
                  <a:srgbClr val="000000"/>
                </a:solidFill>
                <a:latin typeface="华文楷体" panose="02010600040101010101" pitchFamily="2" charset="-122"/>
                <a:ea typeface="华文楷体" panose="02010600040101010101" pitchFamily="2" charset="-122"/>
              </a:rPr>
              <a:t>来自于系统工程。</a:t>
            </a:r>
          </a:p>
          <a:p>
            <a:pPr marL="285750" indent="-285750" algn="just">
              <a:lnSpc>
                <a:spcPct val="150000"/>
              </a:lnSpc>
              <a:buFont typeface="Arial" panose="020B0604020202020204" pitchFamily="34" charset="0"/>
              <a:buChar char="•"/>
            </a:pPr>
            <a:r>
              <a:rPr lang="zh-CN" altLang="en-US" b="1" dirty="0">
                <a:solidFill>
                  <a:srgbClr val="FF0000"/>
                </a:solidFill>
                <a:latin typeface="华文楷体" panose="02010600040101010101" pitchFamily="2" charset="-122"/>
                <a:ea typeface="华文楷体" panose="02010600040101010101" pitchFamily="2" charset="-122"/>
              </a:rPr>
              <a:t>研究方法：</a:t>
            </a:r>
            <a:r>
              <a:rPr lang="zh-CN" altLang="en-US" dirty="0">
                <a:solidFill>
                  <a:srgbClr val="000000"/>
                </a:solidFill>
                <a:latin typeface="华文楷体" panose="02010600040101010101" pitchFamily="2" charset="-122"/>
                <a:ea typeface="华文楷体" panose="02010600040101010101" pitchFamily="2" charset="-122"/>
              </a:rPr>
              <a:t>采用了</a:t>
            </a:r>
            <a:r>
              <a:rPr lang="zh-CN" altLang="en-US" b="1" dirty="0">
                <a:solidFill>
                  <a:srgbClr val="FF0000"/>
                </a:solidFill>
                <a:latin typeface="华文楷体" panose="02010600040101010101" pitchFamily="2" charset="-122"/>
                <a:ea typeface="华文楷体" panose="02010600040101010101" pitchFamily="2" charset="-122"/>
              </a:rPr>
              <a:t>定量分析</a:t>
            </a:r>
            <a:r>
              <a:rPr lang="zh-CN" altLang="en-US" dirty="0">
                <a:solidFill>
                  <a:srgbClr val="000000"/>
                </a:solidFill>
                <a:latin typeface="华文楷体" panose="02010600040101010101" pitchFamily="2" charset="-122"/>
                <a:ea typeface="华文楷体" panose="02010600040101010101" pitchFamily="2" charset="-122"/>
              </a:rPr>
              <a:t>和</a:t>
            </a:r>
            <a:r>
              <a:rPr lang="zh-CN" altLang="en-US" b="1" dirty="0">
                <a:solidFill>
                  <a:srgbClr val="FF0000"/>
                </a:solidFill>
                <a:latin typeface="华文楷体" panose="02010600040101010101" pitchFamily="2" charset="-122"/>
                <a:ea typeface="华文楷体" panose="02010600040101010101" pitchFamily="2" charset="-122"/>
              </a:rPr>
              <a:t>定性分析</a:t>
            </a:r>
            <a:r>
              <a:rPr lang="zh-CN" altLang="en-US" dirty="0">
                <a:solidFill>
                  <a:srgbClr val="000000"/>
                </a:solidFill>
                <a:latin typeface="华文楷体" panose="02010600040101010101" pitchFamily="2" charset="-122"/>
                <a:ea typeface="华文楷体" panose="02010600040101010101" pitchFamily="2" charset="-122"/>
              </a:rPr>
              <a:t>相结合、</a:t>
            </a:r>
            <a:r>
              <a:rPr lang="zh-CN" altLang="en-US" b="1" dirty="0">
                <a:solidFill>
                  <a:srgbClr val="FF0000"/>
                </a:solidFill>
                <a:latin typeface="华文楷体" panose="02010600040101010101" pitchFamily="2" charset="-122"/>
                <a:ea typeface="华文楷体" panose="02010600040101010101" pitchFamily="2" charset="-122"/>
              </a:rPr>
              <a:t>理论分析</a:t>
            </a:r>
            <a:r>
              <a:rPr lang="zh-CN" altLang="en-US" dirty="0">
                <a:solidFill>
                  <a:srgbClr val="000000"/>
                </a:solidFill>
                <a:latin typeface="华文楷体" panose="02010600040101010101" pitchFamily="2" charset="-122"/>
                <a:ea typeface="华文楷体" panose="02010600040101010101" pitchFamily="2" charset="-122"/>
              </a:rPr>
              <a:t>与</a:t>
            </a:r>
            <a:r>
              <a:rPr lang="zh-CN" altLang="en-US" b="1" dirty="0">
                <a:solidFill>
                  <a:srgbClr val="FF0000"/>
                </a:solidFill>
                <a:latin typeface="华文楷体" panose="02010600040101010101" pitchFamily="2" charset="-122"/>
                <a:ea typeface="华文楷体" panose="02010600040101010101" pitchFamily="2" charset="-122"/>
              </a:rPr>
              <a:t>实证验证</a:t>
            </a:r>
            <a:r>
              <a:rPr lang="zh-CN" altLang="en-US" dirty="0">
                <a:solidFill>
                  <a:srgbClr val="000000"/>
                </a:solidFill>
                <a:latin typeface="华文楷体" panose="02010600040101010101" pitchFamily="2" charset="-122"/>
                <a:ea typeface="华文楷体" panose="02010600040101010101" pitchFamily="2" charset="-122"/>
              </a:rPr>
              <a:t>相结合。</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在数学分析的思路与方法的通用性基础之上来寻找适合于我国国情的研究结果。</a:t>
            </a:r>
          </a:p>
        </p:txBody>
      </p:sp>
    </p:spTree>
    <p:extLst>
      <p:ext uri="{BB962C8B-B14F-4D97-AF65-F5344CB8AC3E}">
        <p14:creationId xmlns:p14="http://schemas.microsoft.com/office/powerpoint/2010/main" val="28039386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D625FB8D-F196-46A1-B538-CE806BA0CEEF}"/>
              </a:ext>
            </a:extLst>
          </p:cNvPr>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 name="椭圆 2">
            <a:extLst>
              <a:ext uri="{FF2B5EF4-FFF2-40B4-BE49-F238E27FC236}">
                <a16:creationId xmlns:a16="http://schemas.microsoft.com/office/drawing/2014/main" id="{4AF3E39B-7D9D-4B01-882F-12AED4DCE306}"/>
              </a:ext>
            </a:extLst>
          </p:cNvPr>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4" name="TextBox 34">
            <a:extLst>
              <a:ext uri="{FF2B5EF4-FFF2-40B4-BE49-F238E27FC236}">
                <a16:creationId xmlns:a16="http://schemas.microsoft.com/office/drawing/2014/main" id="{8FD841E6-5629-4F0B-B8A4-1C6918B71561}"/>
              </a:ext>
            </a:extLst>
          </p:cNvPr>
          <p:cNvSpPr txBox="1"/>
          <p:nvPr/>
        </p:nvSpPr>
        <p:spPr>
          <a:xfrm>
            <a:off x="950303" y="135982"/>
            <a:ext cx="5032147"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软件工程经济学研究的发展道路</a:t>
            </a:r>
          </a:p>
        </p:txBody>
      </p:sp>
      <p:sp>
        <p:nvSpPr>
          <p:cNvPr id="11" name="Rectangle 4">
            <a:extLst>
              <a:ext uri="{FF2B5EF4-FFF2-40B4-BE49-F238E27FC236}">
                <a16:creationId xmlns:a16="http://schemas.microsoft.com/office/drawing/2014/main" id="{DEC180C3-B97B-4235-8C24-4905104507AD}"/>
              </a:ext>
            </a:extLst>
          </p:cNvPr>
          <p:cNvSpPr>
            <a:spLocks noChangeArrowheads="1"/>
          </p:cNvSpPr>
          <p:nvPr/>
        </p:nvSpPr>
        <p:spPr bwMode="auto">
          <a:xfrm>
            <a:off x="646880" y="809479"/>
            <a:ext cx="533400" cy="2971800"/>
          </a:xfrm>
          <a:prstGeom prst="rect">
            <a:avLst/>
          </a:prstGeom>
          <a:solidFill>
            <a:schemeClr val="accent1"/>
          </a:solidFill>
          <a:ln w="9525">
            <a:solidFill>
              <a:schemeClr val="tx1"/>
            </a:solidFill>
            <a:miter lim="800000"/>
            <a:headEnd/>
            <a:tailEnd/>
          </a:ln>
        </p:spPr>
        <p:txBody>
          <a:bodyPr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2000">
                <a:solidFill>
                  <a:schemeClr val="bg2"/>
                </a:solidFill>
                <a:latin typeface="黑体" panose="02010609060101010101" pitchFamily="49" charset="-122"/>
                <a:ea typeface="黑体" panose="02010609060101010101" pitchFamily="49" charset="-122"/>
              </a:rPr>
              <a:t>软件危机</a:t>
            </a:r>
          </a:p>
        </p:txBody>
      </p:sp>
      <p:sp>
        <p:nvSpPr>
          <p:cNvPr id="13" name="Rectangle 5">
            <a:extLst>
              <a:ext uri="{FF2B5EF4-FFF2-40B4-BE49-F238E27FC236}">
                <a16:creationId xmlns:a16="http://schemas.microsoft.com/office/drawing/2014/main" id="{CB8505FD-5AC6-49AD-BDF3-C93A984E3136}"/>
              </a:ext>
            </a:extLst>
          </p:cNvPr>
          <p:cNvSpPr>
            <a:spLocks noChangeArrowheads="1"/>
          </p:cNvSpPr>
          <p:nvPr/>
        </p:nvSpPr>
        <p:spPr bwMode="auto">
          <a:xfrm>
            <a:off x="2080165" y="809479"/>
            <a:ext cx="1066800" cy="2971800"/>
          </a:xfrm>
          <a:prstGeom prst="rect">
            <a:avLst/>
          </a:prstGeom>
          <a:solidFill>
            <a:schemeClr val="accent1"/>
          </a:solidFill>
          <a:ln w="9525">
            <a:solidFill>
              <a:schemeClr val="tx1"/>
            </a:solidFill>
            <a:miter lim="800000"/>
            <a:headEnd/>
            <a:tailEnd/>
          </a:ln>
        </p:spPr>
        <p:txBody>
          <a:bodyPr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2000">
                <a:solidFill>
                  <a:schemeClr val="bg2"/>
                </a:solidFill>
                <a:latin typeface="黑体" panose="02010609060101010101" pitchFamily="49" charset="-122"/>
                <a:ea typeface="黑体" panose="02010609060101010101" pitchFamily="49" charset="-122"/>
              </a:rPr>
              <a:t>通过</a:t>
            </a:r>
            <a:r>
              <a:rPr lang="en-US" altLang="zh-CN" sz="2000">
                <a:solidFill>
                  <a:schemeClr val="bg2"/>
                </a:solidFill>
                <a:latin typeface="黑体" panose="02010609060101010101" pitchFamily="49" charset="-122"/>
                <a:ea typeface="黑体" panose="02010609060101010101" pitchFamily="49" charset="-122"/>
              </a:rPr>
              <a:t>SE</a:t>
            </a:r>
            <a:r>
              <a:rPr lang="zh-CN" altLang="en-US" sz="2000">
                <a:solidFill>
                  <a:schemeClr val="bg2"/>
                </a:solidFill>
                <a:latin typeface="黑体" panose="02010609060101010101" pitchFamily="49" charset="-122"/>
                <a:ea typeface="黑体" panose="02010609060101010101" pitchFamily="49" charset="-122"/>
              </a:rPr>
              <a:t>范例研究、构造模型，做成本、工期预测</a:t>
            </a:r>
          </a:p>
        </p:txBody>
      </p:sp>
      <p:sp>
        <p:nvSpPr>
          <p:cNvPr id="15" name="Rectangle 7">
            <a:extLst>
              <a:ext uri="{FF2B5EF4-FFF2-40B4-BE49-F238E27FC236}">
                <a16:creationId xmlns:a16="http://schemas.microsoft.com/office/drawing/2014/main" id="{C63F0BF9-3BB9-4D38-8AB1-CFFFE8F48AD0}"/>
              </a:ext>
            </a:extLst>
          </p:cNvPr>
          <p:cNvSpPr>
            <a:spLocks noChangeArrowheads="1"/>
          </p:cNvSpPr>
          <p:nvPr/>
        </p:nvSpPr>
        <p:spPr bwMode="auto">
          <a:xfrm>
            <a:off x="3861794" y="809479"/>
            <a:ext cx="1143000" cy="2971800"/>
          </a:xfrm>
          <a:prstGeom prst="rect">
            <a:avLst/>
          </a:prstGeom>
          <a:solidFill>
            <a:schemeClr val="accent1"/>
          </a:solidFill>
          <a:ln w="9525">
            <a:solidFill>
              <a:schemeClr val="tx1"/>
            </a:solidFill>
            <a:miter lim="800000"/>
            <a:headEnd/>
            <a:tailEnd/>
          </a:ln>
        </p:spPr>
        <p:txBody>
          <a:bodyPr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2000">
                <a:solidFill>
                  <a:schemeClr val="bg2"/>
                </a:solidFill>
                <a:latin typeface="黑体" panose="02010609060101010101" pitchFamily="49" charset="-122"/>
                <a:ea typeface="黑体" panose="02010609060101010101" pitchFamily="49" charset="-122"/>
              </a:rPr>
              <a:t>模型的比较评价，要素的均衡优化</a:t>
            </a:r>
          </a:p>
        </p:txBody>
      </p:sp>
      <p:sp>
        <p:nvSpPr>
          <p:cNvPr id="17" name="Rectangle 8">
            <a:extLst>
              <a:ext uri="{FF2B5EF4-FFF2-40B4-BE49-F238E27FC236}">
                <a16:creationId xmlns:a16="http://schemas.microsoft.com/office/drawing/2014/main" id="{D6CD8884-9248-44D1-B205-38F8454F3FA7}"/>
              </a:ext>
            </a:extLst>
          </p:cNvPr>
          <p:cNvSpPr>
            <a:spLocks noChangeArrowheads="1"/>
          </p:cNvSpPr>
          <p:nvPr/>
        </p:nvSpPr>
        <p:spPr bwMode="auto">
          <a:xfrm>
            <a:off x="5919195" y="809479"/>
            <a:ext cx="1067393" cy="2971800"/>
          </a:xfrm>
          <a:prstGeom prst="rect">
            <a:avLst/>
          </a:prstGeom>
          <a:solidFill>
            <a:schemeClr val="accent1"/>
          </a:solidFill>
          <a:ln w="9525">
            <a:solidFill>
              <a:schemeClr val="tx1"/>
            </a:solidFill>
            <a:miter lim="800000"/>
            <a:headEnd/>
            <a:tailEnd/>
          </a:ln>
        </p:spPr>
        <p:txBody>
          <a:bodyPr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2000">
                <a:solidFill>
                  <a:schemeClr val="bg2"/>
                </a:solidFill>
                <a:latin typeface="黑体" panose="02010609060101010101" pitchFamily="49" charset="-122"/>
                <a:ea typeface="黑体" panose="02010609060101010101" pitchFamily="49" charset="-122"/>
              </a:rPr>
              <a:t>系统动力学方程、生产函数、生产率</a:t>
            </a:r>
          </a:p>
        </p:txBody>
      </p:sp>
      <p:sp>
        <p:nvSpPr>
          <p:cNvPr id="19" name="Rectangle 9">
            <a:extLst>
              <a:ext uri="{FF2B5EF4-FFF2-40B4-BE49-F238E27FC236}">
                <a16:creationId xmlns:a16="http://schemas.microsoft.com/office/drawing/2014/main" id="{5E0C5EBC-8523-4ACF-BAA2-BAED5DD6CEAD}"/>
              </a:ext>
            </a:extLst>
          </p:cNvPr>
          <p:cNvSpPr>
            <a:spLocks noChangeArrowheads="1"/>
          </p:cNvSpPr>
          <p:nvPr/>
        </p:nvSpPr>
        <p:spPr bwMode="auto">
          <a:xfrm>
            <a:off x="7824788" y="809479"/>
            <a:ext cx="762000" cy="2971800"/>
          </a:xfrm>
          <a:prstGeom prst="rect">
            <a:avLst/>
          </a:prstGeom>
          <a:solidFill>
            <a:schemeClr val="accent1"/>
          </a:solidFill>
          <a:ln w="9525">
            <a:solidFill>
              <a:schemeClr val="tx1"/>
            </a:solidFill>
            <a:miter lim="800000"/>
            <a:headEnd/>
            <a:tailEnd/>
          </a:ln>
        </p:spPr>
        <p:txBody>
          <a:bodyPr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2000">
                <a:solidFill>
                  <a:schemeClr val="bg2"/>
                </a:solidFill>
                <a:latin typeface="黑体" panose="02010609060101010101" pitchFamily="49" charset="-122"/>
                <a:ea typeface="黑体" panose="02010609060101010101" pitchFamily="49" charset="-122"/>
              </a:rPr>
              <a:t>企业决策的经济分析</a:t>
            </a:r>
          </a:p>
        </p:txBody>
      </p:sp>
      <p:sp>
        <p:nvSpPr>
          <p:cNvPr id="21" name="Line 10">
            <a:extLst>
              <a:ext uri="{FF2B5EF4-FFF2-40B4-BE49-F238E27FC236}">
                <a16:creationId xmlns:a16="http://schemas.microsoft.com/office/drawing/2014/main" id="{667E2998-9506-42EB-98D1-C94B8C967937}"/>
              </a:ext>
            </a:extLst>
          </p:cNvPr>
          <p:cNvSpPr>
            <a:spLocks noChangeShapeType="1"/>
          </p:cNvSpPr>
          <p:nvPr/>
        </p:nvSpPr>
        <p:spPr bwMode="auto">
          <a:xfrm>
            <a:off x="1194794" y="2295379"/>
            <a:ext cx="914400" cy="0"/>
          </a:xfrm>
          <a:prstGeom prst="line">
            <a:avLst/>
          </a:prstGeom>
          <a:noFill/>
          <a:ln w="190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3" name="Line 11">
            <a:extLst>
              <a:ext uri="{FF2B5EF4-FFF2-40B4-BE49-F238E27FC236}">
                <a16:creationId xmlns:a16="http://schemas.microsoft.com/office/drawing/2014/main" id="{343602CB-FF9C-4BC5-8AB1-62FE6E32772F}"/>
              </a:ext>
            </a:extLst>
          </p:cNvPr>
          <p:cNvSpPr>
            <a:spLocks noChangeShapeType="1"/>
          </p:cNvSpPr>
          <p:nvPr/>
        </p:nvSpPr>
        <p:spPr bwMode="auto">
          <a:xfrm>
            <a:off x="3146965" y="2295379"/>
            <a:ext cx="714829" cy="0"/>
          </a:xfrm>
          <a:prstGeom prst="line">
            <a:avLst/>
          </a:prstGeom>
          <a:noFill/>
          <a:ln w="190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5" name="Line 13">
            <a:extLst>
              <a:ext uri="{FF2B5EF4-FFF2-40B4-BE49-F238E27FC236}">
                <a16:creationId xmlns:a16="http://schemas.microsoft.com/office/drawing/2014/main" id="{967E17DA-8579-48D6-B252-F40C4FE4D548}"/>
              </a:ext>
            </a:extLst>
          </p:cNvPr>
          <p:cNvSpPr>
            <a:spLocks noChangeShapeType="1"/>
          </p:cNvSpPr>
          <p:nvPr/>
        </p:nvSpPr>
        <p:spPr bwMode="auto">
          <a:xfrm>
            <a:off x="5004794" y="2295379"/>
            <a:ext cx="914400" cy="0"/>
          </a:xfrm>
          <a:prstGeom prst="line">
            <a:avLst/>
          </a:prstGeom>
          <a:noFill/>
          <a:ln w="190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7" name="Line 14">
            <a:extLst>
              <a:ext uri="{FF2B5EF4-FFF2-40B4-BE49-F238E27FC236}">
                <a16:creationId xmlns:a16="http://schemas.microsoft.com/office/drawing/2014/main" id="{5C65BC59-3C9C-4B76-948A-653D00CFE260}"/>
              </a:ext>
            </a:extLst>
          </p:cNvPr>
          <p:cNvSpPr>
            <a:spLocks noChangeShapeType="1"/>
          </p:cNvSpPr>
          <p:nvPr/>
        </p:nvSpPr>
        <p:spPr bwMode="auto">
          <a:xfrm>
            <a:off x="6986588" y="2297614"/>
            <a:ext cx="838200" cy="0"/>
          </a:xfrm>
          <a:prstGeom prst="line">
            <a:avLst/>
          </a:prstGeom>
          <a:noFill/>
          <a:ln w="190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425455473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300"/>
                                        <p:tgtEl>
                                          <p:spTgt spid="2"/>
                                        </p:tgtEl>
                                      </p:cBhvr>
                                    </p:animEffect>
                                  </p:childTnLst>
                                </p:cTn>
                              </p:par>
                            </p:childTnLst>
                          </p:cTn>
                        </p:par>
                        <p:par>
                          <p:cTn id="8" fill="hold">
                            <p:stCondLst>
                              <p:cond delay="300"/>
                            </p:stCondLst>
                            <p:childTnLst>
                              <p:par>
                                <p:cTn id="9" presetID="22" presetClass="entr" presetSubtype="4"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down)">
                                      <p:cBhvr>
                                        <p:cTn id="11" dur="300"/>
                                        <p:tgtEl>
                                          <p:spTgt spid="3"/>
                                        </p:tgtEl>
                                      </p:cBhvr>
                                    </p:animEffect>
                                  </p:childTnLst>
                                </p:cTn>
                              </p:par>
                            </p:childTnLst>
                          </p:cTn>
                        </p:par>
                        <p:par>
                          <p:cTn id="12" fill="hold">
                            <p:stCondLst>
                              <p:cond delay="600"/>
                            </p:stCondLst>
                            <p:childTnLst>
                              <p:par>
                                <p:cTn id="13" presetID="12" presetClass="entr" presetSubtype="8"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p:tgtEl>
                                          <p:spTgt spid="4"/>
                                        </p:tgtEl>
                                        <p:attrNameLst>
                                          <p:attrName>ppt_x</p:attrName>
                                        </p:attrNameLst>
                                      </p:cBhvr>
                                      <p:tavLst>
                                        <p:tav tm="0">
                                          <p:val>
                                            <p:strVal val="#ppt_x-#ppt_w*1.125000"/>
                                          </p:val>
                                        </p:tav>
                                        <p:tav tm="100000">
                                          <p:val>
                                            <p:strVal val="#ppt_x"/>
                                          </p:val>
                                        </p:tav>
                                      </p:tavLst>
                                    </p:anim>
                                    <p:animEffect transition="in" filter="wipe(right)">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223412"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知识点</a:t>
            </a:r>
          </a:p>
        </p:txBody>
      </p:sp>
      <p:pic>
        <p:nvPicPr>
          <p:cNvPr id="4" name="图片 3">
            <a:extLst>
              <a:ext uri="{FF2B5EF4-FFF2-40B4-BE49-F238E27FC236}">
                <a16:creationId xmlns:a16="http://schemas.microsoft.com/office/drawing/2014/main" id="{05F69294-5C7E-47CA-AF72-F2B1779893E8}"/>
              </a:ext>
            </a:extLst>
          </p:cNvPr>
          <p:cNvPicPr>
            <a:picLocks noChangeAspect="1"/>
          </p:cNvPicPr>
          <p:nvPr/>
        </p:nvPicPr>
        <p:blipFill>
          <a:blip r:embed="rId3"/>
          <a:stretch>
            <a:fillRect/>
          </a:stretch>
        </p:blipFill>
        <p:spPr>
          <a:xfrm>
            <a:off x="2051414" y="398138"/>
            <a:ext cx="5041172" cy="4609380"/>
          </a:xfrm>
          <a:prstGeom prst="rect">
            <a:avLst/>
          </a:prstGeom>
        </p:spPr>
      </p:pic>
    </p:spTree>
    <p:extLst>
      <p:ext uri="{BB962C8B-B14F-4D97-AF65-F5344CB8AC3E}">
        <p14:creationId xmlns:p14="http://schemas.microsoft.com/office/powerpoint/2010/main" val="98977217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2" name="TextBox 1"/>
          <p:cNvSpPr txBox="1"/>
          <p:nvPr/>
        </p:nvSpPr>
        <p:spPr>
          <a:xfrm>
            <a:off x="3995936" y="1773787"/>
            <a:ext cx="3272050" cy="707886"/>
          </a:xfrm>
          <a:prstGeom prst="rect">
            <a:avLst/>
          </a:prstGeom>
          <a:noFill/>
        </p:spPr>
        <p:txBody>
          <a:bodyPr wrap="none" rtlCol="0">
            <a:spAutoFit/>
          </a:bodyPr>
          <a:lstStyle/>
          <a:p>
            <a:r>
              <a:rPr lang="zh-CN" altLang="en-US" sz="4000" b="1">
                <a:latin typeface="黑体" panose="02010600030101010101" charset="-122"/>
                <a:ea typeface="黑体" panose="02010600030101010101" charset="-122"/>
              </a:rPr>
              <a:t>本章主要内容</a:t>
            </a:r>
          </a:p>
        </p:txBody>
      </p:sp>
      <p:grpSp>
        <p:nvGrpSpPr>
          <p:cNvPr id="33" name="组合 32"/>
          <p:cNvGrpSpPr/>
          <p:nvPr/>
        </p:nvGrpSpPr>
        <p:grpSpPr>
          <a:xfrm>
            <a:off x="2262782" y="1446400"/>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20" name="KSO_Shape"/>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a:solidFill>
                  <a:srgbClr val="FFFFFF"/>
                </a:solidFill>
                <a:latin typeface="黑体" panose="02010600030101010101" charset="-122"/>
                <a:ea typeface="黑体" panose="02010600030101010101" charset="-122"/>
              </a:endParaRPr>
            </a:p>
          </p:txBody>
        </p:sp>
      </p:grpSp>
      <p:sp>
        <p:nvSpPr>
          <p:cNvPr id="15" name="TextBox 14"/>
          <p:cNvSpPr txBox="1"/>
          <p:nvPr/>
        </p:nvSpPr>
        <p:spPr>
          <a:xfrm>
            <a:off x="4450203" y="2490902"/>
            <a:ext cx="1338828" cy="369332"/>
          </a:xfrm>
          <a:prstGeom prst="rect">
            <a:avLst/>
          </a:prstGeom>
          <a:noFill/>
        </p:spPr>
        <p:txBody>
          <a:bodyPr wrap="none" rtlCol="0">
            <a:spAutoFit/>
          </a:bodyPr>
          <a:lstStyle/>
          <a:p>
            <a:r>
              <a:rPr lang="en-US" altLang="zh-CN">
                <a:latin typeface="黑体" panose="02010600030101010101" charset="-122"/>
                <a:ea typeface="黑体" panose="02010600030101010101" charset="-122"/>
              </a:rPr>
              <a:t>1.</a:t>
            </a:r>
            <a:r>
              <a:rPr lang="zh-CN" altLang="en-US">
                <a:latin typeface="黑体" panose="02010600030101010101" charset="-122"/>
                <a:ea typeface="黑体" panose="02010600030101010101" charset="-122"/>
              </a:rPr>
              <a:t>课程简介</a:t>
            </a:r>
          </a:p>
        </p:txBody>
      </p:sp>
      <p:sp>
        <p:nvSpPr>
          <p:cNvPr id="16" name="TextBox 15"/>
          <p:cNvSpPr txBox="1"/>
          <p:nvPr/>
        </p:nvSpPr>
        <p:spPr>
          <a:xfrm>
            <a:off x="4450203" y="3297980"/>
            <a:ext cx="1338828" cy="369332"/>
          </a:xfrm>
          <a:prstGeom prst="rect">
            <a:avLst/>
          </a:prstGeom>
          <a:noFill/>
        </p:spPr>
        <p:txBody>
          <a:bodyPr wrap="none" rtlCol="0">
            <a:spAutoFit/>
          </a:bodyPr>
          <a:lstStyle/>
          <a:p>
            <a:r>
              <a:rPr lang="en-US" altLang="zh-CN" b="1">
                <a:solidFill>
                  <a:srgbClr val="FF0000"/>
                </a:solidFill>
                <a:latin typeface="黑体" panose="02010600030101010101" charset="-122"/>
                <a:ea typeface="黑体" panose="02010600030101010101" charset="-122"/>
              </a:rPr>
              <a:t>3.</a:t>
            </a:r>
            <a:r>
              <a:rPr lang="zh-CN" altLang="en-US" b="1">
                <a:solidFill>
                  <a:srgbClr val="FF0000"/>
                </a:solidFill>
                <a:latin typeface="黑体" panose="02010600030101010101" charset="-122"/>
                <a:ea typeface="黑体" panose="02010600030101010101" charset="-122"/>
              </a:rPr>
              <a:t>基本概念</a:t>
            </a:r>
          </a:p>
        </p:txBody>
      </p:sp>
      <p:sp>
        <p:nvSpPr>
          <p:cNvPr id="17" name="TextBox 16"/>
          <p:cNvSpPr txBox="1"/>
          <p:nvPr/>
        </p:nvSpPr>
        <p:spPr>
          <a:xfrm>
            <a:off x="4450203" y="3735048"/>
            <a:ext cx="1800493" cy="369332"/>
          </a:xfrm>
          <a:prstGeom prst="rect">
            <a:avLst/>
          </a:prstGeom>
          <a:noFill/>
        </p:spPr>
        <p:txBody>
          <a:bodyPr wrap="none" rtlCol="0">
            <a:spAutoFit/>
          </a:bodyPr>
          <a:lstStyle/>
          <a:p>
            <a:r>
              <a:rPr lang="en-US" altLang="zh-CN">
                <a:latin typeface="黑体" panose="02010600030101010101" charset="-122"/>
                <a:ea typeface="黑体" panose="02010600030101010101" charset="-122"/>
              </a:rPr>
              <a:t>4.</a:t>
            </a:r>
            <a:r>
              <a:rPr lang="zh-CN" altLang="en-US">
                <a:latin typeface="黑体" panose="02010600030101010101" charset="-122"/>
                <a:ea typeface="黑体" panose="02010600030101010101" charset="-122"/>
              </a:rPr>
              <a:t>软件行业特点</a:t>
            </a:r>
          </a:p>
        </p:txBody>
      </p:sp>
      <p:sp>
        <p:nvSpPr>
          <p:cNvPr id="18" name="TextBox 17"/>
          <p:cNvSpPr txBox="1"/>
          <p:nvPr/>
        </p:nvSpPr>
        <p:spPr>
          <a:xfrm>
            <a:off x="4450203" y="4153064"/>
            <a:ext cx="3185487" cy="369332"/>
          </a:xfrm>
          <a:prstGeom prst="rect">
            <a:avLst/>
          </a:prstGeom>
          <a:noFill/>
        </p:spPr>
        <p:txBody>
          <a:bodyPr wrap="none" rtlCol="0">
            <a:spAutoFit/>
          </a:bodyPr>
          <a:lstStyle/>
          <a:p>
            <a:r>
              <a:rPr lang="en-US" altLang="zh-CN">
                <a:latin typeface="黑体" panose="02010600030101010101" charset="-122"/>
                <a:ea typeface="黑体" panose="02010600030101010101" charset="-122"/>
              </a:rPr>
              <a:t>5.</a:t>
            </a:r>
            <a:r>
              <a:rPr lang="zh-CN" altLang="en-US">
                <a:latin typeface="黑体" panose="02010600030101010101" charset="-122"/>
                <a:ea typeface="黑体" panose="02010600030101010101" charset="-122"/>
              </a:rPr>
              <a:t>软件生命周期中的经济分析</a:t>
            </a:r>
          </a:p>
        </p:txBody>
      </p:sp>
      <p:sp>
        <p:nvSpPr>
          <p:cNvPr id="24" name="椭圆 23"/>
          <p:cNvSpPr/>
          <p:nvPr/>
        </p:nvSpPr>
        <p:spPr>
          <a:xfrm>
            <a:off x="4156315" y="2518400"/>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latin typeface="黑体" panose="02010600030101010101" charset="-122"/>
              <a:ea typeface="黑体" panose="02010600030101010101" charset="-122"/>
            </a:endParaRPr>
          </a:p>
        </p:txBody>
      </p:sp>
      <p:sp>
        <p:nvSpPr>
          <p:cNvPr id="25" name="椭圆 24"/>
          <p:cNvSpPr/>
          <p:nvPr/>
        </p:nvSpPr>
        <p:spPr>
          <a:xfrm>
            <a:off x="4156315" y="3306723"/>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latin typeface="黑体" panose="02010600030101010101" charset="-122"/>
              <a:ea typeface="黑体" panose="02010600030101010101" charset="-122"/>
            </a:endParaRPr>
          </a:p>
        </p:txBody>
      </p:sp>
      <p:sp>
        <p:nvSpPr>
          <p:cNvPr id="26" name="椭圆 25"/>
          <p:cNvSpPr/>
          <p:nvPr/>
        </p:nvSpPr>
        <p:spPr>
          <a:xfrm>
            <a:off x="4156315" y="3744086"/>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latin typeface="黑体" panose="02010600030101010101" charset="-122"/>
              <a:ea typeface="黑体" panose="02010600030101010101" charset="-122"/>
            </a:endParaRPr>
          </a:p>
        </p:txBody>
      </p:sp>
      <p:sp>
        <p:nvSpPr>
          <p:cNvPr id="27" name="椭圆 26"/>
          <p:cNvSpPr/>
          <p:nvPr/>
        </p:nvSpPr>
        <p:spPr>
          <a:xfrm>
            <a:off x="4156315" y="4181449"/>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latin typeface="黑体" panose="02010600030101010101" charset="-122"/>
              <a:ea typeface="黑体" panose="02010600030101010101" charset="-122"/>
            </a:endParaRPr>
          </a:p>
        </p:txBody>
      </p:sp>
      <p:sp>
        <p:nvSpPr>
          <p:cNvPr id="28" name="TextBox 27"/>
          <p:cNvSpPr txBox="1"/>
          <p:nvPr/>
        </p:nvSpPr>
        <p:spPr>
          <a:xfrm>
            <a:off x="4450203" y="2906617"/>
            <a:ext cx="1338828" cy="369332"/>
          </a:xfrm>
          <a:prstGeom prst="rect">
            <a:avLst/>
          </a:prstGeom>
          <a:noFill/>
        </p:spPr>
        <p:txBody>
          <a:bodyPr wrap="none" rtlCol="0">
            <a:spAutoFit/>
          </a:bodyPr>
          <a:lstStyle/>
          <a:p>
            <a:r>
              <a:rPr lang="en-US" altLang="zh-CN">
                <a:latin typeface="黑体" panose="02010600030101010101" charset="-122"/>
                <a:ea typeface="黑体" panose="02010600030101010101" charset="-122"/>
              </a:rPr>
              <a:t>2.</a:t>
            </a:r>
            <a:r>
              <a:rPr lang="zh-CN" altLang="en-US">
                <a:latin typeface="黑体" panose="02010600030101010101" charset="-122"/>
                <a:ea typeface="黑体" panose="02010600030101010101" charset="-122"/>
              </a:rPr>
              <a:t>研究内容</a:t>
            </a:r>
          </a:p>
        </p:txBody>
      </p:sp>
      <p:sp>
        <p:nvSpPr>
          <p:cNvPr id="30" name="椭圆 29"/>
          <p:cNvSpPr/>
          <p:nvPr/>
        </p:nvSpPr>
        <p:spPr>
          <a:xfrm>
            <a:off x="4156315" y="2934115"/>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latin typeface="黑体" panose="02010600030101010101" charset="-122"/>
              <a:ea typeface="黑体" panose="02010600030101010101" charset="-122"/>
            </a:endParaRPr>
          </a:p>
        </p:txBody>
      </p:sp>
    </p:spTree>
    <p:extLst>
      <p:ext uri="{BB962C8B-B14F-4D97-AF65-F5344CB8AC3E}">
        <p14:creationId xmlns:p14="http://schemas.microsoft.com/office/powerpoint/2010/main" val="4531952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ppt_x</p:attrName>
                                        </p:attrNameLst>
                                      </p:cBhvr>
                                      <p:tavLst>
                                        <p:tav tm="0">
                                          <p:val>
                                            <p:strVal val="#ppt_x+#ppt_w*1.125000"/>
                                          </p:val>
                                        </p:tav>
                                        <p:tav tm="100000">
                                          <p:val>
                                            <p:strVal val="#ppt_x"/>
                                          </p:val>
                                        </p:tav>
                                      </p:tavLst>
                                    </p:anim>
                                    <p:animEffect transition="in" filter="wipe(left)">
                                      <p:cBhvr>
                                        <p:cTn id="8" dur="500"/>
                                        <p:tgtEl>
                                          <p:spTgt spid="4"/>
                                        </p:tgtEl>
                                      </p:cBhvr>
                                    </p:animEffect>
                                  </p:childTnLst>
                                </p:cTn>
                              </p:par>
                            </p:childTnLst>
                          </p:cTn>
                        </p:par>
                        <p:par>
                          <p:cTn id="9" fill="hold">
                            <p:stCondLst>
                              <p:cond delay="500"/>
                            </p:stCondLst>
                            <p:childTnLst>
                              <p:par>
                                <p:cTn id="10" presetID="12" presetClass="entr" presetSubtype="2" fill="hold" nodeType="afterEffect">
                                  <p:stCondLst>
                                    <p:cond delay="0"/>
                                  </p:stCondLst>
                                  <p:childTnLst>
                                    <p:set>
                                      <p:cBhvr>
                                        <p:cTn id="11" dur="1" fill="hold">
                                          <p:stCondLst>
                                            <p:cond delay="0"/>
                                          </p:stCondLst>
                                        </p:cTn>
                                        <p:tgtEl>
                                          <p:spTgt spid="33"/>
                                        </p:tgtEl>
                                        <p:attrNameLst>
                                          <p:attrName>style.visibility</p:attrName>
                                        </p:attrNameLst>
                                      </p:cBhvr>
                                      <p:to>
                                        <p:strVal val="visible"/>
                                      </p:to>
                                    </p:set>
                                    <p:anim calcmode="lin" valueType="num">
                                      <p:cBhvr additive="base">
                                        <p:cTn id="12" dur="500"/>
                                        <p:tgtEl>
                                          <p:spTgt spid="33"/>
                                        </p:tgtEl>
                                        <p:attrNameLst>
                                          <p:attrName>ppt_x</p:attrName>
                                        </p:attrNameLst>
                                      </p:cBhvr>
                                      <p:tavLst>
                                        <p:tav tm="0">
                                          <p:val>
                                            <p:strVal val="#ppt_x+#ppt_w*1.125000"/>
                                          </p:val>
                                        </p:tav>
                                        <p:tav tm="100000">
                                          <p:val>
                                            <p:strVal val="#ppt_x"/>
                                          </p:val>
                                        </p:tav>
                                      </p:tavLst>
                                    </p:anim>
                                    <p:animEffect transition="in" filter="wipe(left)">
                                      <p:cBhvr>
                                        <p:cTn id="13" dur="500"/>
                                        <p:tgtEl>
                                          <p:spTgt spid="33"/>
                                        </p:tgtEl>
                                      </p:cBhvr>
                                    </p:animEffect>
                                  </p:childTnLst>
                                </p:cTn>
                              </p:par>
                              <p:par>
                                <p:cTn id="14" presetID="12" presetClass="entr" presetSubtype="8" fill="hold" grpId="0" nodeType="with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additive="base">
                                        <p:cTn id="16" dur="500"/>
                                        <p:tgtEl>
                                          <p:spTgt spid="2"/>
                                        </p:tgtEl>
                                        <p:attrNameLst>
                                          <p:attrName>ppt_x</p:attrName>
                                        </p:attrNameLst>
                                      </p:cBhvr>
                                      <p:tavLst>
                                        <p:tav tm="0">
                                          <p:val>
                                            <p:strVal val="#ppt_x-#ppt_w*1.125000"/>
                                          </p:val>
                                        </p:tav>
                                        <p:tav tm="100000">
                                          <p:val>
                                            <p:strVal val="#ppt_x"/>
                                          </p:val>
                                        </p:tav>
                                      </p:tavLst>
                                    </p:anim>
                                    <p:animEffect transition="in" filter="wipe(right)">
                                      <p:cBhvr>
                                        <p:cTn id="17" dur="500"/>
                                        <p:tgtEl>
                                          <p:spTgt spid="2"/>
                                        </p:tgtEl>
                                      </p:cBhvr>
                                    </p:animEffect>
                                  </p:childTnLst>
                                </p:cTn>
                              </p:par>
                              <p:par>
                                <p:cTn id="18" presetID="12" presetClass="entr" presetSubtype="8" fill="hold" grpId="0" nodeType="withEffect">
                                  <p:stCondLst>
                                    <p:cond delay="0"/>
                                  </p:stCondLst>
                                  <p:childTnLst>
                                    <p:set>
                                      <p:cBhvr>
                                        <p:cTn id="19" dur="1" fill="hold">
                                          <p:stCondLst>
                                            <p:cond delay="0"/>
                                          </p:stCondLst>
                                        </p:cTn>
                                        <p:tgtEl>
                                          <p:spTgt spid="24"/>
                                        </p:tgtEl>
                                        <p:attrNameLst>
                                          <p:attrName>style.visibility</p:attrName>
                                        </p:attrNameLst>
                                      </p:cBhvr>
                                      <p:to>
                                        <p:strVal val="visible"/>
                                      </p:to>
                                    </p:set>
                                    <p:anim calcmode="lin" valueType="num">
                                      <p:cBhvr additive="base">
                                        <p:cTn id="20" dur="500"/>
                                        <p:tgtEl>
                                          <p:spTgt spid="24"/>
                                        </p:tgtEl>
                                        <p:attrNameLst>
                                          <p:attrName>ppt_x</p:attrName>
                                        </p:attrNameLst>
                                      </p:cBhvr>
                                      <p:tavLst>
                                        <p:tav tm="0">
                                          <p:val>
                                            <p:strVal val="#ppt_x-#ppt_w*1.125000"/>
                                          </p:val>
                                        </p:tav>
                                        <p:tav tm="100000">
                                          <p:val>
                                            <p:strVal val="#ppt_x"/>
                                          </p:val>
                                        </p:tav>
                                      </p:tavLst>
                                    </p:anim>
                                    <p:animEffect transition="in" filter="wipe(right)">
                                      <p:cBhvr>
                                        <p:cTn id="21" dur="500"/>
                                        <p:tgtEl>
                                          <p:spTgt spid="24"/>
                                        </p:tgtEl>
                                      </p:cBhvr>
                                    </p:animEffect>
                                  </p:childTnLst>
                                </p:cTn>
                              </p:par>
                              <p:par>
                                <p:cTn id="22" presetID="12" presetClass="entr" presetSubtype="8" fill="hold" grpId="0" nodeType="withEffect">
                                  <p:stCondLst>
                                    <p:cond delay="0"/>
                                  </p:stCondLst>
                                  <p:childTnLst>
                                    <p:set>
                                      <p:cBhvr>
                                        <p:cTn id="23" dur="1" fill="hold">
                                          <p:stCondLst>
                                            <p:cond delay="0"/>
                                          </p:stCondLst>
                                        </p:cTn>
                                        <p:tgtEl>
                                          <p:spTgt spid="25"/>
                                        </p:tgtEl>
                                        <p:attrNameLst>
                                          <p:attrName>style.visibility</p:attrName>
                                        </p:attrNameLst>
                                      </p:cBhvr>
                                      <p:to>
                                        <p:strVal val="visible"/>
                                      </p:to>
                                    </p:set>
                                    <p:anim calcmode="lin" valueType="num">
                                      <p:cBhvr additive="base">
                                        <p:cTn id="24" dur="500"/>
                                        <p:tgtEl>
                                          <p:spTgt spid="25"/>
                                        </p:tgtEl>
                                        <p:attrNameLst>
                                          <p:attrName>ppt_x</p:attrName>
                                        </p:attrNameLst>
                                      </p:cBhvr>
                                      <p:tavLst>
                                        <p:tav tm="0">
                                          <p:val>
                                            <p:strVal val="#ppt_x-#ppt_w*1.125000"/>
                                          </p:val>
                                        </p:tav>
                                        <p:tav tm="100000">
                                          <p:val>
                                            <p:strVal val="#ppt_x"/>
                                          </p:val>
                                        </p:tav>
                                      </p:tavLst>
                                    </p:anim>
                                    <p:animEffect transition="in" filter="wipe(right)">
                                      <p:cBhvr>
                                        <p:cTn id="25" dur="500"/>
                                        <p:tgtEl>
                                          <p:spTgt spid="25"/>
                                        </p:tgtEl>
                                      </p:cBhvr>
                                    </p:animEffect>
                                  </p:childTnLst>
                                </p:cTn>
                              </p:par>
                              <p:par>
                                <p:cTn id="26" presetID="12" presetClass="entr" presetSubtype="8"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anim calcmode="lin" valueType="num">
                                      <p:cBhvr additive="base">
                                        <p:cTn id="28" dur="500"/>
                                        <p:tgtEl>
                                          <p:spTgt spid="26"/>
                                        </p:tgtEl>
                                        <p:attrNameLst>
                                          <p:attrName>ppt_x</p:attrName>
                                        </p:attrNameLst>
                                      </p:cBhvr>
                                      <p:tavLst>
                                        <p:tav tm="0">
                                          <p:val>
                                            <p:strVal val="#ppt_x-#ppt_w*1.125000"/>
                                          </p:val>
                                        </p:tav>
                                        <p:tav tm="100000">
                                          <p:val>
                                            <p:strVal val="#ppt_x"/>
                                          </p:val>
                                        </p:tav>
                                      </p:tavLst>
                                    </p:anim>
                                    <p:animEffect transition="in" filter="wipe(right)">
                                      <p:cBhvr>
                                        <p:cTn id="29" dur="500"/>
                                        <p:tgtEl>
                                          <p:spTgt spid="26"/>
                                        </p:tgtEl>
                                      </p:cBhvr>
                                    </p:animEffect>
                                  </p:childTnLst>
                                </p:cTn>
                              </p:par>
                              <p:par>
                                <p:cTn id="30" presetID="12" presetClass="entr" presetSubtype="8"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 calcmode="lin" valueType="num">
                                      <p:cBhvr additive="base">
                                        <p:cTn id="32" dur="500"/>
                                        <p:tgtEl>
                                          <p:spTgt spid="27"/>
                                        </p:tgtEl>
                                        <p:attrNameLst>
                                          <p:attrName>ppt_x</p:attrName>
                                        </p:attrNameLst>
                                      </p:cBhvr>
                                      <p:tavLst>
                                        <p:tav tm="0">
                                          <p:val>
                                            <p:strVal val="#ppt_x-#ppt_w*1.125000"/>
                                          </p:val>
                                        </p:tav>
                                        <p:tav tm="100000">
                                          <p:val>
                                            <p:strVal val="#ppt_x"/>
                                          </p:val>
                                        </p:tav>
                                      </p:tavLst>
                                    </p:anim>
                                    <p:animEffect transition="in" filter="wipe(right)">
                                      <p:cBhvr>
                                        <p:cTn id="33" dur="500"/>
                                        <p:tgtEl>
                                          <p:spTgt spid="27"/>
                                        </p:tgtEl>
                                      </p:cBhvr>
                                    </p:animEffect>
                                  </p:childTnLst>
                                </p:cTn>
                              </p:par>
                              <p:par>
                                <p:cTn id="34" presetID="12" presetClass="entr" presetSubtype="8" fill="hold" grpId="0" nodeType="withEffect">
                                  <p:stCondLst>
                                    <p:cond delay="300"/>
                                  </p:stCondLst>
                                  <p:childTnLst>
                                    <p:set>
                                      <p:cBhvr>
                                        <p:cTn id="35" dur="1" fill="hold">
                                          <p:stCondLst>
                                            <p:cond delay="0"/>
                                          </p:stCondLst>
                                        </p:cTn>
                                        <p:tgtEl>
                                          <p:spTgt spid="15"/>
                                        </p:tgtEl>
                                        <p:attrNameLst>
                                          <p:attrName>style.visibility</p:attrName>
                                        </p:attrNameLst>
                                      </p:cBhvr>
                                      <p:to>
                                        <p:strVal val="visible"/>
                                      </p:to>
                                    </p:set>
                                    <p:anim calcmode="lin" valueType="num">
                                      <p:cBhvr additive="base">
                                        <p:cTn id="36" dur="500"/>
                                        <p:tgtEl>
                                          <p:spTgt spid="15"/>
                                        </p:tgtEl>
                                        <p:attrNameLst>
                                          <p:attrName>ppt_x</p:attrName>
                                        </p:attrNameLst>
                                      </p:cBhvr>
                                      <p:tavLst>
                                        <p:tav tm="0">
                                          <p:val>
                                            <p:strVal val="#ppt_x-#ppt_w*1.125000"/>
                                          </p:val>
                                        </p:tav>
                                        <p:tav tm="100000">
                                          <p:val>
                                            <p:strVal val="#ppt_x"/>
                                          </p:val>
                                        </p:tav>
                                      </p:tavLst>
                                    </p:anim>
                                    <p:animEffect transition="in" filter="wipe(right)">
                                      <p:cBhvr>
                                        <p:cTn id="37" dur="500"/>
                                        <p:tgtEl>
                                          <p:spTgt spid="15"/>
                                        </p:tgtEl>
                                      </p:cBhvr>
                                    </p:animEffect>
                                  </p:childTnLst>
                                </p:cTn>
                              </p:par>
                              <p:par>
                                <p:cTn id="38" presetID="12" presetClass="entr" presetSubtype="8" fill="hold" grpId="0" nodeType="withEffect">
                                  <p:stCondLst>
                                    <p:cond delay="300"/>
                                  </p:stCondLst>
                                  <p:childTnLst>
                                    <p:set>
                                      <p:cBhvr>
                                        <p:cTn id="39" dur="1" fill="hold">
                                          <p:stCondLst>
                                            <p:cond delay="0"/>
                                          </p:stCondLst>
                                        </p:cTn>
                                        <p:tgtEl>
                                          <p:spTgt spid="16"/>
                                        </p:tgtEl>
                                        <p:attrNameLst>
                                          <p:attrName>style.visibility</p:attrName>
                                        </p:attrNameLst>
                                      </p:cBhvr>
                                      <p:to>
                                        <p:strVal val="visible"/>
                                      </p:to>
                                    </p:set>
                                    <p:anim calcmode="lin" valueType="num">
                                      <p:cBhvr additive="base">
                                        <p:cTn id="40" dur="500"/>
                                        <p:tgtEl>
                                          <p:spTgt spid="16"/>
                                        </p:tgtEl>
                                        <p:attrNameLst>
                                          <p:attrName>ppt_x</p:attrName>
                                        </p:attrNameLst>
                                      </p:cBhvr>
                                      <p:tavLst>
                                        <p:tav tm="0">
                                          <p:val>
                                            <p:strVal val="#ppt_x-#ppt_w*1.125000"/>
                                          </p:val>
                                        </p:tav>
                                        <p:tav tm="100000">
                                          <p:val>
                                            <p:strVal val="#ppt_x"/>
                                          </p:val>
                                        </p:tav>
                                      </p:tavLst>
                                    </p:anim>
                                    <p:animEffect transition="in" filter="wipe(right)">
                                      <p:cBhvr>
                                        <p:cTn id="41" dur="500"/>
                                        <p:tgtEl>
                                          <p:spTgt spid="16"/>
                                        </p:tgtEl>
                                      </p:cBhvr>
                                    </p:animEffect>
                                  </p:childTnLst>
                                </p:cTn>
                              </p:par>
                              <p:par>
                                <p:cTn id="42" presetID="12" presetClass="entr" presetSubtype="8" fill="hold" grpId="0" nodeType="withEffect">
                                  <p:stCondLst>
                                    <p:cond delay="300"/>
                                  </p:stCondLst>
                                  <p:childTnLst>
                                    <p:set>
                                      <p:cBhvr>
                                        <p:cTn id="43" dur="1" fill="hold">
                                          <p:stCondLst>
                                            <p:cond delay="0"/>
                                          </p:stCondLst>
                                        </p:cTn>
                                        <p:tgtEl>
                                          <p:spTgt spid="17"/>
                                        </p:tgtEl>
                                        <p:attrNameLst>
                                          <p:attrName>style.visibility</p:attrName>
                                        </p:attrNameLst>
                                      </p:cBhvr>
                                      <p:to>
                                        <p:strVal val="visible"/>
                                      </p:to>
                                    </p:set>
                                    <p:anim calcmode="lin" valueType="num">
                                      <p:cBhvr additive="base">
                                        <p:cTn id="44" dur="500"/>
                                        <p:tgtEl>
                                          <p:spTgt spid="17"/>
                                        </p:tgtEl>
                                        <p:attrNameLst>
                                          <p:attrName>ppt_x</p:attrName>
                                        </p:attrNameLst>
                                      </p:cBhvr>
                                      <p:tavLst>
                                        <p:tav tm="0">
                                          <p:val>
                                            <p:strVal val="#ppt_x-#ppt_w*1.125000"/>
                                          </p:val>
                                        </p:tav>
                                        <p:tav tm="100000">
                                          <p:val>
                                            <p:strVal val="#ppt_x"/>
                                          </p:val>
                                        </p:tav>
                                      </p:tavLst>
                                    </p:anim>
                                    <p:animEffect transition="in" filter="wipe(right)">
                                      <p:cBhvr>
                                        <p:cTn id="45" dur="500"/>
                                        <p:tgtEl>
                                          <p:spTgt spid="17"/>
                                        </p:tgtEl>
                                      </p:cBhvr>
                                    </p:animEffect>
                                  </p:childTnLst>
                                </p:cTn>
                              </p:par>
                              <p:par>
                                <p:cTn id="46" presetID="12" presetClass="entr" presetSubtype="8" fill="hold" grpId="0" nodeType="withEffect">
                                  <p:stCondLst>
                                    <p:cond delay="300"/>
                                  </p:stCondLst>
                                  <p:childTnLst>
                                    <p:set>
                                      <p:cBhvr>
                                        <p:cTn id="47" dur="1" fill="hold">
                                          <p:stCondLst>
                                            <p:cond delay="0"/>
                                          </p:stCondLst>
                                        </p:cTn>
                                        <p:tgtEl>
                                          <p:spTgt spid="18"/>
                                        </p:tgtEl>
                                        <p:attrNameLst>
                                          <p:attrName>style.visibility</p:attrName>
                                        </p:attrNameLst>
                                      </p:cBhvr>
                                      <p:to>
                                        <p:strVal val="visible"/>
                                      </p:to>
                                    </p:set>
                                    <p:anim calcmode="lin" valueType="num">
                                      <p:cBhvr additive="base">
                                        <p:cTn id="48" dur="500"/>
                                        <p:tgtEl>
                                          <p:spTgt spid="18"/>
                                        </p:tgtEl>
                                        <p:attrNameLst>
                                          <p:attrName>ppt_x</p:attrName>
                                        </p:attrNameLst>
                                      </p:cBhvr>
                                      <p:tavLst>
                                        <p:tav tm="0">
                                          <p:val>
                                            <p:strVal val="#ppt_x-#ppt_w*1.125000"/>
                                          </p:val>
                                        </p:tav>
                                        <p:tav tm="100000">
                                          <p:val>
                                            <p:strVal val="#ppt_x"/>
                                          </p:val>
                                        </p:tav>
                                      </p:tavLst>
                                    </p:anim>
                                    <p:animEffect transition="in" filter="wipe(right)">
                                      <p:cBhvr>
                                        <p:cTn id="49" dur="500"/>
                                        <p:tgtEl>
                                          <p:spTgt spid="18"/>
                                        </p:tgtEl>
                                      </p:cBhvr>
                                    </p:animEffect>
                                  </p:childTnLst>
                                </p:cTn>
                              </p:par>
                              <p:par>
                                <p:cTn id="50" presetID="12" presetClass="entr" presetSubtype="8" fill="hold" grpId="0" nodeType="withEffect">
                                  <p:stCondLst>
                                    <p:cond delay="0"/>
                                  </p:stCondLst>
                                  <p:childTnLst>
                                    <p:set>
                                      <p:cBhvr>
                                        <p:cTn id="51" dur="1" fill="hold">
                                          <p:stCondLst>
                                            <p:cond delay="0"/>
                                          </p:stCondLst>
                                        </p:cTn>
                                        <p:tgtEl>
                                          <p:spTgt spid="30"/>
                                        </p:tgtEl>
                                        <p:attrNameLst>
                                          <p:attrName>style.visibility</p:attrName>
                                        </p:attrNameLst>
                                      </p:cBhvr>
                                      <p:to>
                                        <p:strVal val="visible"/>
                                      </p:to>
                                    </p:set>
                                    <p:anim calcmode="lin" valueType="num">
                                      <p:cBhvr additive="base">
                                        <p:cTn id="52" dur="500"/>
                                        <p:tgtEl>
                                          <p:spTgt spid="30"/>
                                        </p:tgtEl>
                                        <p:attrNameLst>
                                          <p:attrName>ppt_x</p:attrName>
                                        </p:attrNameLst>
                                      </p:cBhvr>
                                      <p:tavLst>
                                        <p:tav tm="0">
                                          <p:val>
                                            <p:strVal val="#ppt_x-#ppt_w*1.125000"/>
                                          </p:val>
                                        </p:tav>
                                        <p:tav tm="100000">
                                          <p:val>
                                            <p:strVal val="#ppt_x"/>
                                          </p:val>
                                        </p:tav>
                                      </p:tavLst>
                                    </p:anim>
                                    <p:animEffect transition="in" filter="wipe(right)">
                                      <p:cBhvr>
                                        <p:cTn id="53" dur="500"/>
                                        <p:tgtEl>
                                          <p:spTgt spid="30"/>
                                        </p:tgtEl>
                                      </p:cBhvr>
                                    </p:animEffect>
                                  </p:childTnLst>
                                </p:cTn>
                              </p:par>
                              <p:par>
                                <p:cTn id="54" presetID="12" presetClass="entr" presetSubtype="8" fill="hold" grpId="0" nodeType="withEffect">
                                  <p:stCondLst>
                                    <p:cond delay="300"/>
                                  </p:stCondLst>
                                  <p:childTnLst>
                                    <p:set>
                                      <p:cBhvr>
                                        <p:cTn id="55" dur="1" fill="hold">
                                          <p:stCondLst>
                                            <p:cond delay="0"/>
                                          </p:stCondLst>
                                        </p:cTn>
                                        <p:tgtEl>
                                          <p:spTgt spid="28"/>
                                        </p:tgtEl>
                                        <p:attrNameLst>
                                          <p:attrName>style.visibility</p:attrName>
                                        </p:attrNameLst>
                                      </p:cBhvr>
                                      <p:to>
                                        <p:strVal val="visible"/>
                                      </p:to>
                                    </p:set>
                                    <p:anim calcmode="lin" valueType="num">
                                      <p:cBhvr additive="base">
                                        <p:cTn id="56" dur="500"/>
                                        <p:tgtEl>
                                          <p:spTgt spid="28"/>
                                        </p:tgtEl>
                                        <p:attrNameLst>
                                          <p:attrName>ppt_x</p:attrName>
                                        </p:attrNameLst>
                                      </p:cBhvr>
                                      <p:tavLst>
                                        <p:tav tm="0">
                                          <p:val>
                                            <p:strVal val="#ppt_x-#ppt_w*1.125000"/>
                                          </p:val>
                                        </p:tav>
                                        <p:tav tm="100000">
                                          <p:val>
                                            <p:strVal val="#ppt_x"/>
                                          </p:val>
                                        </p:tav>
                                      </p:tavLst>
                                    </p:anim>
                                    <p:animEffect transition="in" filter="wipe(right)">
                                      <p:cBhvr>
                                        <p:cTn id="5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p:bldP spid="15" grpId="0"/>
      <p:bldP spid="16" grpId="0"/>
      <p:bldP spid="17" grpId="0"/>
      <p:bldP spid="18" grpId="0"/>
      <p:bldP spid="24" grpId="0" animBg="1"/>
      <p:bldP spid="25" grpId="0" animBg="1"/>
      <p:bldP spid="26" grpId="0" animBg="1"/>
      <p:bldP spid="27" grpId="0" animBg="1"/>
      <p:bldP spid="28" grpId="0"/>
      <p:bldP spid="30"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300904"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工程经济学基本要素</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96126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经济学</a:t>
            </a:r>
            <a:endParaRPr lang="en-US" altLang="zh-CN">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金融学</a:t>
            </a:r>
            <a:endParaRPr lang="en-US" altLang="zh-CN">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会计学原理</a:t>
            </a:r>
            <a:endParaRPr lang="en-US" altLang="zh-CN">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现金流量</a:t>
            </a:r>
            <a:endParaRPr lang="en-US" altLang="zh-CN">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决策</a:t>
            </a:r>
            <a:endParaRPr lang="en-US" altLang="zh-CN">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经济分析方法</a:t>
            </a:r>
            <a:endParaRPr lang="en-US" altLang="zh-CN">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风险分析与不确定性分析</a:t>
            </a:r>
            <a:endParaRPr lang="en-US" altLang="zh-CN">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63963605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223412"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经济学</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54576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经济学：研究人类社会在各个发展阶段上的各种经济活动和各种相应的经济关系及其运行、发展的规律的学科。</a:t>
            </a:r>
            <a:endParaRPr lang="en-US" altLang="zh-CN">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经济学核心思想是</a:t>
            </a:r>
            <a:r>
              <a:rPr lang="zh-CN" altLang="en-US" b="1">
                <a:solidFill>
                  <a:srgbClr val="FF0000"/>
                </a:solidFill>
                <a:latin typeface="华文楷体" panose="02010600040101010101" pitchFamily="2" charset="-122"/>
                <a:ea typeface="华文楷体" panose="02010600040101010101" pitchFamily="2" charset="-122"/>
              </a:rPr>
              <a:t>物质稀缺性</a:t>
            </a:r>
            <a:r>
              <a:rPr lang="zh-CN" altLang="en-US">
                <a:solidFill>
                  <a:srgbClr val="000000"/>
                </a:solidFill>
                <a:latin typeface="华文楷体" panose="02010600040101010101" pitchFamily="2" charset="-122"/>
                <a:ea typeface="华文楷体" panose="02010600040101010101" pitchFamily="2" charset="-122"/>
              </a:rPr>
              <a:t>和</a:t>
            </a:r>
            <a:r>
              <a:rPr lang="zh-CN" altLang="en-US" b="1">
                <a:solidFill>
                  <a:srgbClr val="FF0000"/>
                </a:solidFill>
                <a:latin typeface="华文楷体" panose="02010600040101010101" pitchFamily="2" charset="-122"/>
                <a:ea typeface="华文楷体" panose="02010600040101010101" pitchFamily="2" charset="-122"/>
              </a:rPr>
              <a:t>有效利用</a:t>
            </a:r>
            <a:r>
              <a:rPr lang="zh-CN" altLang="en-US">
                <a:solidFill>
                  <a:srgbClr val="000000"/>
                </a:solidFill>
                <a:latin typeface="华文楷体" panose="02010600040101010101" pitchFamily="2" charset="-122"/>
                <a:ea typeface="华文楷体" panose="02010600040101010101" pitchFamily="2" charset="-122"/>
              </a:rPr>
              <a:t>资源。</a:t>
            </a:r>
            <a:endParaRPr lang="en-US" altLang="zh-CN">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经济学分类</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宏观经济学和微观经济学</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工程经济学、管理经济学、区域经济学等</a:t>
            </a:r>
          </a:p>
        </p:txBody>
      </p:sp>
      <p:sp>
        <p:nvSpPr>
          <p:cNvPr id="3" name="矩形 2"/>
          <p:cNvSpPr/>
          <p:nvPr/>
        </p:nvSpPr>
        <p:spPr>
          <a:xfrm>
            <a:off x="646880" y="3848944"/>
            <a:ext cx="6925456" cy="584775"/>
          </a:xfrm>
          <a:prstGeom prst="rect">
            <a:avLst/>
          </a:prstGeom>
        </p:spPr>
        <p:txBody>
          <a:bodyPr wrap="square">
            <a:spAutoFit/>
          </a:bodyPr>
          <a:lstStyle/>
          <a:p>
            <a:r>
              <a:rPr lang="zh-CN" altLang="en-US" sz="1600" dirty="0"/>
              <a:t>经济学研究的是一个社会如何利用稀缺的资源生产有价值的商品，并将他们在不同的个体之间进行分配。</a:t>
            </a:r>
          </a:p>
        </p:txBody>
      </p:sp>
    </p:spTree>
    <p:extLst>
      <p:ext uri="{BB962C8B-B14F-4D97-AF65-F5344CB8AC3E}">
        <p14:creationId xmlns:p14="http://schemas.microsoft.com/office/powerpoint/2010/main" val="383215967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223412"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经济学</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7922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经济学起源希腊色诺芬、亚里士多德为代表的早期经济学。</a:t>
            </a:r>
            <a:endParaRPr lang="en-US" altLang="zh-CN">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经过亚当</a:t>
            </a:r>
            <a:r>
              <a:rPr lang="en-US" altLang="zh-CN">
                <a:solidFill>
                  <a:srgbClr val="000000"/>
                </a:solidFill>
                <a:latin typeface="华文楷体" panose="02010600040101010101" pitchFamily="2" charset="-122"/>
                <a:ea typeface="华文楷体" panose="02010600040101010101" pitchFamily="2" charset="-122"/>
              </a:rPr>
              <a:t>·</a:t>
            </a:r>
            <a:r>
              <a:rPr lang="zh-CN" altLang="en-US">
                <a:solidFill>
                  <a:srgbClr val="000000"/>
                </a:solidFill>
                <a:latin typeface="华文楷体" panose="02010600040101010101" pitchFamily="2" charset="-122"/>
                <a:ea typeface="华文楷体" panose="02010600040101010101" pitchFamily="2" charset="-122"/>
              </a:rPr>
              <a:t>斯密（看不见的手）、马尔萨斯（人口理论）、马克思、凯恩斯（对</a:t>
            </a:r>
            <a:r>
              <a:rPr lang="en-US" altLang="zh-CN">
                <a:solidFill>
                  <a:srgbClr val="000000"/>
                </a:solidFill>
                <a:latin typeface="华文楷体" panose="02010600040101010101" pitchFamily="2" charset="-122"/>
                <a:ea typeface="华文楷体" panose="02010600040101010101" pitchFamily="2" charset="-122"/>
              </a:rPr>
              <a:t>20</a:t>
            </a:r>
            <a:r>
              <a:rPr lang="zh-CN" altLang="en-US">
                <a:solidFill>
                  <a:srgbClr val="000000"/>
                </a:solidFill>
                <a:latin typeface="华文楷体" panose="02010600040101010101" pitchFamily="2" charset="-122"/>
                <a:ea typeface="华文楷体" panose="02010600040101010101" pitchFamily="2" charset="-122"/>
              </a:rPr>
              <a:t>世纪影响最大的经济学家）等经济学家的发展，经济学衍生出了演化证券学、行为经济学等交叉边缘学科。</a:t>
            </a:r>
            <a:endParaRPr lang="en-US" altLang="zh-CN">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随着国民经济的高速发展，经济学研究和应用受到国家和民众的关注越来越高，理论体系和应用不断完善和发展。</a:t>
            </a:r>
            <a:endParaRPr lang="en-US" altLang="zh-CN">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研究方法上，研究方式的数学化不可逆转，而且愈演愈烈</a:t>
            </a:r>
            <a:endParaRPr lang="en-US" altLang="zh-CN">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研究范围上，经济学与其他学科的边界将愈来愈模糊</a:t>
            </a:r>
            <a:endParaRPr lang="en-US" altLang="zh-CN">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在理论与现实的关系上，经济学的“工程化”</a:t>
            </a:r>
          </a:p>
        </p:txBody>
      </p:sp>
    </p:spTree>
    <p:extLst>
      <p:ext uri="{BB962C8B-B14F-4D97-AF65-F5344CB8AC3E}">
        <p14:creationId xmlns:p14="http://schemas.microsoft.com/office/powerpoint/2010/main" val="23811363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278817" cy="461665"/>
          </a:xfrm>
          <a:prstGeom prst="rect">
            <a:avLst/>
          </a:prstGeom>
          <a:noFill/>
        </p:spPr>
        <p:txBody>
          <a:bodyPr wrap="none" rtlCol="0">
            <a:spAutoFit/>
          </a:bodyPr>
          <a:lstStyle/>
          <a:p>
            <a:r>
              <a:rPr lang="en-US" altLang="zh-CN" sz="2400" spc="300">
                <a:latin typeface="微软雅黑" panose="020B0503020204020204" pitchFamily="34" charset="-122"/>
                <a:ea typeface="微软雅黑" panose="020B0503020204020204" pitchFamily="34" charset="-122"/>
              </a:rPr>
              <a:t>Ten Principles of Economics</a:t>
            </a:r>
            <a:endParaRPr lang="zh-CN" altLang="en-US" sz="2400" spc="300">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54576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人如何决策</a:t>
            </a:r>
            <a:endParaRPr lang="en-US" altLang="zh-CN"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1.</a:t>
            </a:r>
            <a:r>
              <a:rPr lang="zh-CN" altLang="en-US" dirty="0">
                <a:solidFill>
                  <a:srgbClr val="000000"/>
                </a:solidFill>
                <a:latin typeface="华文楷体" panose="02010600040101010101" pitchFamily="2" charset="-122"/>
                <a:ea typeface="华文楷体" panose="02010600040101010101" pitchFamily="2" charset="-122"/>
              </a:rPr>
              <a:t>人们面临权衡取舍（</a:t>
            </a:r>
            <a:r>
              <a:rPr lang="en-US" altLang="zh-CN" dirty="0">
                <a:solidFill>
                  <a:srgbClr val="000000"/>
                </a:solidFill>
                <a:latin typeface="华文楷体" panose="02010600040101010101" pitchFamily="2" charset="-122"/>
                <a:ea typeface="华文楷体" panose="02010600040101010101" pitchFamily="2" charset="-122"/>
              </a:rPr>
              <a:t>People face </a:t>
            </a:r>
            <a:r>
              <a:rPr lang="en-US" altLang="zh-CN" b="1" dirty="0">
                <a:solidFill>
                  <a:srgbClr val="FF0000"/>
                </a:solidFill>
                <a:latin typeface="华文楷体" panose="02010600040101010101" pitchFamily="2" charset="-122"/>
                <a:ea typeface="华文楷体" panose="02010600040101010101" pitchFamily="2" charset="-122"/>
              </a:rPr>
              <a:t>tradeoffs</a:t>
            </a:r>
            <a:r>
              <a:rPr lang="zh-CN" altLang="en-US" dirty="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2.</a:t>
            </a:r>
            <a:r>
              <a:rPr lang="zh-CN" altLang="en-US" dirty="0">
                <a:solidFill>
                  <a:srgbClr val="000000"/>
                </a:solidFill>
                <a:latin typeface="华文楷体" panose="02010600040101010101" pitchFamily="2" charset="-122"/>
                <a:ea typeface="华文楷体" panose="02010600040101010101" pitchFamily="2" charset="-122"/>
              </a:rPr>
              <a:t>某种东西的成本是为了得到它而放弃的东西（</a:t>
            </a:r>
            <a:r>
              <a:rPr lang="en-US" altLang="zh-CN" dirty="0">
                <a:solidFill>
                  <a:srgbClr val="000000"/>
                </a:solidFill>
                <a:latin typeface="华文楷体" panose="02010600040101010101" pitchFamily="2" charset="-122"/>
                <a:ea typeface="华文楷体" panose="02010600040101010101" pitchFamily="2" charset="-122"/>
              </a:rPr>
              <a:t>The </a:t>
            </a:r>
            <a:r>
              <a:rPr lang="en-US" altLang="zh-CN" b="1" dirty="0">
                <a:solidFill>
                  <a:srgbClr val="FF0000"/>
                </a:solidFill>
                <a:latin typeface="华文楷体" panose="02010600040101010101" pitchFamily="2" charset="-122"/>
                <a:ea typeface="华文楷体" panose="02010600040101010101" pitchFamily="2" charset="-122"/>
              </a:rPr>
              <a:t>cost</a:t>
            </a:r>
            <a:r>
              <a:rPr lang="en-US" altLang="zh-CN" dirty="0">
                <a:solidFill>
                  <a:srgbClr val="000000"/>
                </a:solidFill>
                <a:latin typeface="华文楷体" panose="02010600040101010101" pitchFamily="2" charset="-122"/>
                <a:ea typeface="华文楷体" panose="02010600040101010101" pitchFamily="2" charset="-122"/>
              </a:rPr>
              <a:t> of something is what you give up to get it</a:t>
            </a:r>
            <a:r>
              <a:rPr lang="zh-CN" altLang="en-US" dirty="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3.</a:t>
            </a:r>
            <a:r>
              <a:rPr lang="zh-CN" altLang="en-US" dirty="0">
                <a:solidFill>
                  <a:srgbClr val="000000"/>
                </a:solidFill>
                <a:latin typeface="华文楷体" panose="02010600040101010101" pitchFamily="2" charset="-122"/>
                <a:ea typeface="华文楷体" panose="02010600040101010101" pitchFamily="2" charset="-122"/>
              </a:rPr>
              <a:t>理性人考虑边际量（</a:t>
            </a:r>
            <a:r>
              <a:rPr lang="en-US" altLang="zh-CN" dirty="0">
                <a:solidFill>
                  <a:srgbClr val="000000"/>
                </a:solidFill>
                <a:latin typeface="华文楷体" panose="02010600040101010101" pitchFamily="2" charset="-122"/>
                <a:ea typeface="华文楷体" panose="02010600040101010101" pitchFamily="2" charset="-122"/>
              </a:rPr>
              <a:t>Rational people think at </a:t>
            </a:r>
            <a:r>
              <a:rPr lang="en-US" altLang="zh-CN" b="1" dirty="0">
                <a:solidFill>
                  <a:srgbClr val="FF0000"/>
                </a:solidFill>
                <a:latin typeface="华文楷体" panose="02010600040101010101" pitchFamily="2" charset="-122"/>
                <a:ea typeface="华文楷体" panose="02010600040101010101" pitchFamily="2" charset="-122"/>
              </a:rPr>
              <a:t>margin</a:t>
            </a:r>
            <a:r>
              <a:rPr lang="zh-CN" altLang="en-US" dirty="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4.</a:t>
            </a:r>
            <a:r>
              <a:rPr lang="zh-CN" altLang="en-US" dirty="0">
                <a:solidFill>
                  <a:srgbClr val="000000"/>
                </a:solidFill>
                <a:latin typeface="华文楷体" panose="02010600040101010101" pitchFamily="2" charset="-122"/>
                <a:ea typeface="华文楷体" panose="02010600040101010101" pitchFamily="2" charset="-122"/>
              </a:rPr>
              <a:t>人们会对激励作出反应（</a:t>
            </a:r>
            <a:r>
              <a:rPr lang="en-US" altLang="zh-CN" dirty="0">
                <a:solidFill>
                  <a:srgbClr val="000000"/>
                </a:solidFill>
                <a:latin typeface="华文楷体" panose="02010600040101010101" pitchFamily="2" charset="-122"/>
                <a:ea typeface="华文楷体" panose="02010600040101010101" pitchFamily="2" charset="-122"/>
              </a:rPr>
              <a:t>People respond to </a:t>
            </a:r>
            <a:r>
              <a:rPr lang="en-US" altLang="zh-CN" b="1" dirty="0">
                <a:solidFill>
                  <a:srgbClr val="FF0000"/>
                </a:solidFill>
                <a:latin typeface="华文楷体" panose="02010600040101010101" pitchFamily="2" charset="-122"/>
                <a:ea typeface="华文楷体" panose="02010600040101010101" pitchFamily="2" charset="-122"/>
              </a:rPr>
              <a:t>incentives</a:t>
            </a:r>
            <a:r>
              <a:rPr lang="zh-CN" altLang="en-US" dirty="0">
                <a:solidFill>
                  <a:srgbClr val="000000"/>
                </a:solidFill>
                <a:latin typeface="华文楷体" panose="02010600040101010101" pitchFamily="2" charset="-122"/>
                <a:ea typeface="华文楷体" panose="02010600040101010101" pitchFamily="2" charset="-122"/>
              </a:rPr>
              <a:t>）</a:t>
            </a:r>
            <a:endParaRPr lang="en-US" altLang="zh-CN"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98214244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278817" cy="461665"/>
          </a:xfrm>
          <a:prstGeom prst="rect">
            <a:avLst/>
          </a:prstGeom>
          <a:noFill/>
        </p:spPr>
        <p:txBody>
          <a:bodyPr wrap="none" rtlCol="0">
            <a:spAutoFit/>
          </a:bodyPr>
          <a:lstStyle/>
          <a:p>
            <a:r>
              <a:rPr lang="en-US" altLang="zh-CN" sz="2400" spc="300">
                <a:latin typeface="微软雅黑" panose="020B0503020204020204" pitchFamily="34" charset="-122"/>
                <a:ea typeface="微软雅黑" panose="020B0503020204020204" pitchFamily="34" charset="-122"/>
              </a:rPr>
              <a:t>Ten Principles of Economics</a:t>
            </a:r>
            <a:endParaRPr lang="zh-CN" altLang="en-US" sz="2400" spc="300">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54576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人们如何相互作用</a:t>
            </a:r>
            <a:endParaRPr lang="en-US" altLang="zh-CN"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5.</a:t>
            </a:r>
            <a:r>
              <a:rPr lang="zh-CN" altLang="en-US" dirty="0">
                <a:solidFill>
                  <a:srgbClr val="000000"/>
                </a:solidFill>
                <a:latin typeface="华文楷体" panose="02010600040101010101" pitchFamily="2" charset="-122"/>
                <a:ea typeface="华文楷体" panose="02010600040101010101" pitchFamily="2" charset="-122"/>
              </a:rPr>
              <a:t>贸易能使每个人状况更好（</a:t>
            </a:r>
            <a:r>
              <a:rPr lang="en-US" altLang="zh-CN" b="1" dirty="0">
                <a:solidFill>
                  <a:srgbClr val="FF0000"/>
                </a:solidFill>
                <a:latin typeface="华文楷体" panose="02010600040101010101" pitchFamily="2" charset="-122"/>
                <a:ea typeface="华文楷体" panose="02010600040101010101" pitchFamily="2" charset="-122"/>
              </a:rPr>
              <a:t>Trade</a:t>
            </a:r>
            <a:r>
              <a:rPr lang="en-US" altLang="zh-CN" dirty="0">
                <a:solidFill>
                  <a:srgbClr val="000000"/>
                </a:solidFill>
                <a:latin typeface="华文楷体" panose="02010600040101010101" pitchFamily="2" charset="-122"/>
                <a:ea typeface="华文楷体" panose="02010600040101010101" pitchFamily="2" charset="-122"/>
              </a:rPr>
              <a:t> can make everyone better off</a:t>
            </a:r>
            <a:r>
              <a:rPr lang="zh-CN" altLang="en-US" dirty="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6.</a:t>
            </a:r>
            <a:r>
              <a:rPr lang="zh-CN" altLang="en-US" dirty="0">
                <a:solidFill>
                  <a:srgbClr val="000000"/>
                </a:solidFill>
                <a:latin typeface="华文楷体" panose="02010600040101010101" pitchFamily="2" charset="-122"/>
                <a:ea typeface="华文楷体" panose="02010600040101010101" pitchFamily="2" charset="-122"/>
              </a:rPr>
              <a:t>市场通常是组织经济活动的一种好方法（</a:t>
            </a:r>
            <a:r>
              <a:rPr lang="en-US" altLang="zh-CN" b="1" dirty="0">
                <a:solidFill>
                  <a:srgbClr val="FF0000"/>
                </a:solidFill>
                <a:latin typeface="华文楷体" panose="02010600040101010101" pitchFamily="2" charset="-122"/>
                <a:ea typeface="华文楷体" panose="02010600040101010101" pitchFamily="2" charset="-122"/>
              </a:rPr>
              <a:t>Markets</a:t>
            </a:r>
            <a:r>
              <a:rPr lang="en-US" altLang="zh-CN" dirty="0">
                <a:solidFill>
                  <a:srgbClr val="000000"/>
                </a:solidFill>
                <a:latin typeface="华文楷体" panose="02010600040101010101" pitchFamily="2" charset="-122"/>
                <a:ea typeface="华文楷体" panose="02010600040101010101" pitchFamily="2" charset="-122"/>
              </a:rPr>
              <a:t> are usually a good way to organize economic activities</a:t>
            </a:r>
            <a:r>
              <a:rPr lang="zh-CN" altLang="en-US" dirty="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7.</a:t>
            </a:r>
            <a:r>
              <a:rPr lang="zh-CN" altLang="en-US" dirty="0">
                <a:solidFill>
                  <a:srgbClr val="000000"/>
                </a:solidFill>
                <a:latin typeface="华文楷体" panose="02010600040101010101" pitchFamily="2" charset="-122"/>
                <a:ea typeface="华文楷体" panose="02010600040101010101" pitchFamily="2" charset="-122"/>
              </a:rPr>
              <a:t>政府有时可以改善市场结果（</a:t>
            </a:r>
            <a:r>
              <a:rPr lang="en-US" altLang="zh-CN" b="1" dirty="0">
                <a:solidFill>
                  <a:srgbClr val="FF0000"/>
                </a:solidFill>
                <a:latin typeface="华文楷体" panose="02010600040101010101" pitchFamily="2" charset="-122"/>
                <a:ea typeface="华文楷体" panose="02010600040101010101" pitchFamily="2" charset="-122"/>
              </a:rPr>
              <a:t>Governments</a:t>
            </a:r>
            <a:r>
              <a:rPr lang="en-US" altLang="zh-CN" dirty="0">
                <a:solidFill>
                  <a:srgbClr val="000000"/>
                </a:solidFill>
                <a:latin typeface="华文楷体" panose="02010600040101010101" pitchFamily="2" charset="-122"/>
                <a:ea typeface="华文楷体" panose="02010600040101010101" pitchFamily="2" charset="-122"/>
              </a:rPr>
              <a:t> can sometimes improve market outcomes</a:t>
            </a:r>
            <a:r>
              <a:rPr lang="zh-CN" altLang="en-US" dirty="0">
                <a:solidFill>
                  <a:srgbClr val="000000"/>
                </a:solidFill>
                <a:latin typeface="华文楷体" panose="02010600040101010101" pitchFamily="2" charset="-122"/>
                <a:ea typeface="华文楷体" panose="02010600040101010101" pitchFamily="2" charset="-122"/>
              </a:rPr>
              <a:t>）</a:t>
            </a:r>
            <a:endParaRPr lang="en-US" altLang="zh-CN"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8249534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278817" cy="461665"/>
          </a:xfrm>
          <a:prstGeom prst="rect">
            <a:avLst/>
          </a:prstGeom>
          <a:noFill/>
        </p:spPr>
        <p:txBody>
          <a:bodyPr wrap="none" rtlCol="0">
            <a:spAutoFit/>
          </a:bodyPr>
          <a:lstStyle/>
          <a:p>
            <a:r>
              <a:rPr lang="en-US" altLang="zh-CN" sz="2400" spc="300">
                <a:latin typeface="微软雅黑" panose="020B0503020204020204" pitchFamily="34" charset="-122"/>
                <a:ea typeface="微软雅黑" panose="020B0503020204020204" pitchFamily="34" charset="-122"/>
              </a:rPr>
              <a:t>Ten Principles of Economics</a:t>
            </a:r>
            <a:endParaRPr lang="zh-CN" altLang="en-US" sz="2400" spc="300">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96126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整体经济如何运行</a:t>
            </a:r>
            <a:endParaRPr lang="en-US" altLang="zh-CN"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8.</a:t>
            </a:r>
            <a:r>
              <a:rPr lang="zh-CN" altLang="en-US" dirty="0">
                <a:solidFill>
                  <a:srgbClr val="000000"/>
                </a:solidFill>
                <a:latin typeface="华文楷体" panose="02010600040101010101" pitchFamily="2" charset="-122"/>
                <a:ea typeface="华文楷体" panose="02010600040101010101" pitchFamily="2" charset="-122"/>
              </a:rPr>
              <a:t>一国的生活水平取决于它生产物品与劳务的能力（</a:t>
            </a:r>
            <a:r>
              <a:rPr lang="en-US" altLang="zh-CN" dirty="0">
                <a:solidFill>
                  <a:srgbClr val="000000"/>
                </a:solidFill>
                <a:latin typeface="华文楷体" panose="02010600040101010101" pitchFamily="2" charset="-122"/>
                <a:ea typeface="华文楷体" panose="02010600040101010101" pitchFamily="2" charset="-122"/>
              </a:rPr>
              <a:t>The standard of living depends on a country’s </a:t>
            </a:r>
            <a:r>
              <a:rPr lang="en-US" altLang="zh-CN" b="1" dirty="0">
                <a:solidFill>
                  <a:srgbClr val="FF0000"/>
                </a:solidFill>
                <a:latin typeface="华文楷体" panose="02010600040101010101" pitchFamily="2" charset="-122"/>
                <a:ea typeface="华文楷体" panose="02010600040101010101" pitchFamily="2" charset="-122"/>
              </a:rPr>
              <a:t>production</a:t>
            </a:r>
            <a:r>
              <a:rPr lang="zh-CN" altLang="en-US" dirty="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9.</a:t>
            </a:r>
            <a:r>
              <a:rPr lang="zh-CN" altLang="en-US" dirty="0">
                <a:solidFill>
                  <a:srgbClr val="000000"/>
                </a:solidFill>
                <a:latin typeface="华文楷体" panose="02010600040101010101" pitchFamily="2" charset="-122"/>
                <a:ea typeface="华文楷体" panose="02010600040101010101" pitchFamily="2" charset="-122"/>
              </a:rPr>
              <a:t>当政府发行了过多货币时</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物价上升（</a:t>
            </a:r>
            <a:r>
              <a:rPr lang="en-US" altLang="zh-CN" dirty="0">
                <a:solidFill>
                  <a:srgbClr val="000000"/>
                </a:solidFill>
                <a:latin typeface="华文楷体" panose="02010600040101010101" pitchFamily="2" charset="-122"/>
                <a:ea typeface="华文楷体" panose="02010600040101010101" pitchFamily="2" charset="-122"/>
              </a:rPr>
              <a:t>Prices rise when the government prints too much </a:t>
            </a:r>
            <a:r>
              <a:rPr lang="en-US" altLang="zh-CN" b="1" dirty="0">
                <a:solidFill>
                  <a:srgbClr val="FF0000"/>
                </a:solidFill>
                <a:latin typeface="华文楷体" panose="02010600040101010101" pitchFamily="2" charset="-122"/>
                <a:ea typeface="华文楷体" panose="02010600040101010101" pitchFamily="2" charset="-122"/>
              </a:rPr>
              <a:t>money</a:t>
            </a:r>
            <a:r>
              <a:rPr lang="zh-CN" altLang="en-US" dirty="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10.</a:t>
            </a:r>
            <a:r>
              <a:rPr lang="zh-CN" altLang="en-US" dirty="0">
                <a:solidFill>
                  <a:srgbClr val="000000"/>
                </a:solidFill>
                <a:latin typeface="华文楷体" panose="02010600040101010101" pitchFamily="2" charset="-122"/>
                <a:ea typeface="华文楷体" panose="02010600040101010101" pitchFamily="2" charset="-122"/>
              </a:rPr>
              <a:t>社会面临通货膨胀与失业之间的短期交替关系（</a:t>
            </a:r>
            <a:r>
              <a:rPr lang="en-US" altLang="zh-CN" dirty="0">
                <a:solidFill>
                  <a:srgbClr val="000000"/>
                </a:solidFill>
                <a:latin typeface="华文楷体" panose="02010600040101010101" pitchFamily="2" charset="-122"/>
                <a:ea typeface="华文楷体" panose="02010600040101010101" pitchFamily="2" charset="-122"/>
              </a:rPr>
              <a:t>Society faces short-run trade-off between </a:t>
            </a:r>
            <a:r>
              <a:rPr lang="en-US" altLang="zh-CN" b="1" dirty="0">
                <a:solidFill>
                  <a:srgbClr val="FF0000"/>
                </a:solidFill>
                <a:latin typeface="华文楷体" panose="02010600040101010101" pitchFamily="2" charset="-122"/>
                <a:ea typeface="华文楷体" panose="02010600040101010101" pitchFamily="2" charset="-122"/>
              </a:rPr>
              <a:t>inflation and unemployment</a:t>
            </a:r>
            <a:r>
              <a:rPr lang="zh-CN" altLang="en-US" dirty="0">
                <a:solidFill>
                  <a:srgbClr val="000000"/>
                </a:solidFill>
                <a:latin typeface="华文楷体" panose="02010600040101010101" pitchFamily="2" charset="-122"/>
                <a:ea typeface="华文楷体" panose="02010600040101010101" pitchFamily="2" charset="-122"/>
              </a:rPr>
              <a:t>）</a:t>
            </a:r>
            <a:endParaRPr lang="en-US" altLang="zh-CN"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407579902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993401"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宏观经济学与微观经济学</a:t>
            </a:r>
          </a:p>
        </p:txBody>
      </p:sp>
      <p:sp>
        <p:nvSpPr>
          <p:cNvPr id="3" name="矩形 2"/>
          <p:cNvSpPr/>
          <p:nvPr/>
        </p:nvSpPr>
        <p:spPr>
          <a:xfrm>
            <a:off x="425316" y="833609"/>
            <a:ext cx="7465102" cy="2585323"/>
          </a:xfrm>
          <a:prstGeom prst="rect">
            <a:avLst/>
          </a:prstGeom>
        </p:spPr>
        <p:txBody>
          <a:bodyPr wrap="square">
            <a:spAutoFit/>
          </a:bodyPr>
          <a:lstStyle/>
          <a:p>
            <a:r>
              <a:rPr lang="zh-CN" altLang="en-US" b="1" dirty="0"/>
              <a:t>不同的研究对象</a:t>
            </a:r>
            <a:r>
              <a:rPr lang="zh-CN" altLang="en-US" b="1" dirty="0" smtClean="0"/>
              <a:t>：</a:t>
            </a:r>
            <a:endParaRPr lang="en-US" altLang="zh-CN" b="1" dirty="0" smtClean="0"/>
          </a:p>
          <a:p>
            <a:endParaRPr lang="en-US" altLang="zh-CN" b="1" dirty="0"/>
          </a:p>
          <a:p>
            <a:r>
              <a:rPr lang="zh-CN" altLang="en-US" dirty="0" smtClean="0"/>
              <a:t>传统上</a:t>
            </a:r>
            <a:r>
              <a:rPr lang="zh-CN" altLang="en-US" dirty="0"/>
              <a:t>，经济学被划分为两个大的分领域。微观经济学 </a:t>
            </a:r>
            <a:r>
              <a:rPr lang="en-US" altLang="zh-CN" dirty="0"/>
              <a:t>(microeconomics)</a:t>
            </a:r>
            <a:r>
              <a:rPr lang="zh-CN" altLang="en-US" dirty="0"/>
              <a:t>研究家庭和企业如何做出决策，以及它们如何在特定市场上相互交易。宏观经济学 </a:t>
            </a:r>
            <a:r>
              <a:rPr lang="en-US" altLang="zh-CN" dirty="0"/>
              <a:t>(macroeconomics) </a:t>
            </a:r>
            <a:r>
              <a:rPr lang="zh-CN" altLang="en-US" dirty="0"/>
              <a:t>研究整体经济现象。一个微观经济学家可能研究租金控制对上海市住房的影响、外国竞争对新能源汽车行业的影响，或者接受</a:t>
            </a:r>
            <a:r>
              <a:rPr lang="en-US" altLang="zh-CN" dirty="0"/>
              <a:t>9</a:t>
            </a:r>
            <a:r>
              <a:rPr lang="zh-CN" altLang="en-US" dirty="0"/>
              <a:t>年义务教育对工人收入的影响。一个宏观经济学家可能研究中央政府借债的影响、经济中失业率随时间推移的变动，或者提高一国生活水平的不同政策。</a:t>
            </a:r>
          </a:p>
        </p:txBody>
      </p:sp>
    </p:spTree>
    <p:extLst>
      <p:ext uri="{BB962C8B-B14F-4D97-AF65-F5344CB8AC3E}">
        <p14:creationId xmlns:p14="http://schemas.microsoft.com/office/powerpoint/2010/main" val="215208059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993401"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宏观经济学与微观经济学</a:t>
            </a:r>
          </a:p>
        </p:txBody>
      </p:sp>
      <p:sp>
        <p:nvSpPr>
          <p:cNvPr id="2" name="矩形 1"/>
          <p:cNvSpPr/>
          <p:nvPr/>
        </p:nvSpPr>
        <p:spPr>
          <a:xfrm>
            <a:off x="424168" y="1133413"/>
            <a:ext cx="8075253" cy="2585323"/>
          </a:xfrm>
          <a:prstGeom prst="rect">
            <a:avLst/>
          </a:prstGeom>
        </p:spPr>
        <p:txBody>
          <a:bodyPr wrap="square">
            <a:spAutoFit/>
          </a:bodyPr>
          <a:lstStyle/>
          <a:p>
            <a:r>
              <a:rPr lang="zh-CN" altLang="en-US" b="1" dirty="0"/>
              <a:t>二者紧密</a:t>
            </a:r>
            <a:r>
              <a:rPr lang="zh-CN" altLang="en-US" b="1" dirty="0" smtClean="0"/>
              <a:t>相连</a:t>
            </a:r>
            <a:endParaRPr lang="en-US" altLang="zh-CN" b="1" dirty="0"/>
          </a:p>
          <a:p>
            <a:endParaRPr lang="en-US" altLang="zh-CN" b="1" dirty="0" smtClean="0"/>
          </a:p>
          <a:p>
            <a:r>
              <a:rPr lang="zh-CN" altLang="en-US" dirty="0" smtClean="0"/>
              <a:t>微观经济学</a:t>
            </a:r>
            <a:r>
              <a:rPr lang="zh-CN" altLang="en-US" dirty="0"/>
              <a:t>和宏观经济学是紧密相关的。由于整体经济的变动产生于千百万个人的决策，所以不考虑相关的微观经济决策而要去理解宏观经济的发展是不可能的。例如，宏观经济学家可能研究个人所得税的减少对整个物品与服务生产的影响。但是为了分析这个问题，他必须考虑所得税减少会如何影响家庭把多少钱用于购买物品与服务的决策。尽管微观经济学与宏观经济学之间存在固有的联系，但这两个领域仍然是不同的：因为它们强调不同的问题，所以在每个领域都有自己的一套模型。</a:t>
            </a:r>
          </a:p>
        </p:txBody>
      </p:sp>
    </p:spTree>
    <p:extLst>
      <p:ext uri="{BB962C8B-B14F-4D97-AF65-F5344CB8AC3E}">
        <p14:creationId xmlns:p14="http://schemas.microsoft.com/office/powerpoint/2010/main" val="261221424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993401"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宏观经济学与微观经济学</a:t>
            </a:r>
          </a:p>
        </p:txBody>
      </p:sp>
      <p:sp>
        <p:nvSpPr>
          <p:cNvPr id="2" name="矩形 1"/>
          <p:cNvSpPr/>
          <p:nvPr/>
        </p:nvSpPr>
        <p:spPr>
          <a:xfrm>
            <a:off x="424169" y="1133413"/>
            <a:ext cx="6561248" cy="2031325"/>
          </a:xfrm>
          <a:prstGeom prst="rect">
            <a:avLst/>
          </a:prstGeom>
        </p:spPr>
        <p:txBody>
          <a:bodyPr wrap="square">
            <a:spAutoFit/>
          </a:bodyPr>
          <a:lstStyle/>
          <a:p>
            <a:r>
              <a:rPr lang="zh-CN" altLang="en-US" b="1" dirty="0"/>
              <a:t>总结</a:t>
            </a:r>
            <a:r>
              <a:rPr lang="zh-CN" altLang="en-US" b="1" dirty="0" smtClean="0"/>
              <a:t>：</a:t>
            </a:r>
            <a:endParaRPr lang="en-US" altLang="zh-CN" b="1" dirty="0" smtClean="0"/>
          </a:p>
          <a:p>
            <a:endParaRPr lang="zh-CN" altLang="en-US" b="1" dirty="0"/>
          </a:p>
          <a:p>
            <a:r>
              <a:rPr lang="zh-CN" altLang="en-US" b="1" dirty="0"/>
              <a:t>微观经济学：</a:t>
            </a:r>
            <a:r>
              <a:rPr lang="zh-CN" altLang="en-US" dirty="0"/>
              <a:t>研究家庭和企业如何做出决策，以及它们如何在市场上相互交易的学科</a:t>
            </a:r>
            <a:r>
              <a:rPr lang="zh-CN" altLang="en-US" dirty="0" smtClean="0"/>
              <a:t>。</a:t>
            </a:r>
            <a:endParaRPr lang="en-US" altLang="zh-CN" dirty="0" smtClean="0"/>
          </a:p>
          <a:p>
            <a:endParaRPr lang="zh-CN" altLang="en-US" b="1" dirty="0"/>
          </a:p>
          <a:p>
            <a:r>
              <a:rPr lang="zh-CN" altLang="en-US" b="1" dirty="0"/>
              <a:t>宏观经济学：</a:t>
            </a:r>
            <a:r>
              <a:rPr lang="zh-CN" altLang="en-US" dirty="0"/>
              <a:t>研究整体经济现象，包括通货膨胀、失业和经济增长的学科。</a:t>
            </a:r>
          </a:p>
        </p:txBody>
      </p:sp>
    </p:spTree>
    <p:extLst>
      <p:ext uri="{BB962C8B-B14F-4D97-AF65-F5344CB8AC3E}">
        <p14:creationId xmlns:p14="http://schemas.microsoft.com/office/powerpoint/2010/main" val="29790637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451860"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工程经济学基本要素</a:t>
            </a:r>
            <a:r>
              <a:rPr lang="en-US" altLang="zh-CN" sz="2400" spc="300">
                <a:latin typeface="微软雅黑" panose="020B0503020204020204" pitchFamily="34" charset="-122"/>
                <a:ea typeface="微软雅黑" panose="020B0503020204020204" pitchFamily="34" charset="-122"/>
              </a:rPr>
              <a:t>:</a:t>
            </a:r>
            <a:r>
              <a:rPr lang="zh-CN" altLang="en-US" sz="2400" spc="300">
                <a:latin typeface="微软雅黑" panose="020B0503020204020204" pitchFamily="34" charset="-122"/>
                <a:ea typeface="微软雅黑" panose="020B0503020204020204" pitchFamily="34" charset="-122"/>
              </a:rPr>
              <a:t>金融学</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7922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金融学：经济学的一个分支，它关注诸如对资源的投入、获取、分配和管理等问题。</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金融是任何组织机构，包括软件行业企业的重要组成部分。</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明确组织机构的经营目标，计划周期，风险因素，纳税所带来的影响和财务方面的约束；</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明确并实施恰当的商业战略，比如采用何种投资组合，如何管理现金流量和如何融资等；</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评估财务绩效，包括现金流量和投资回报率，并经营状况偏离企业目标和战略时采取纠正措施。</a:t>
            </a:r>
          </a:p>
        </p:txBody>
      </p:sp>
    </p:spTree>
    <p:extLst>
      <p:ext uri="{BB962C8B-B14F-4D97-AF65-F5344CB8AC3E}">
        <p14:creationId xmlns:p14="http://schemas.microsoft.com/office/powerpoint/2010/main" val="99415751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144357"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工程经济学基本要素</a:t>
            </a:r>
            <a:r>
              <a:rPr lang="en-US" altLang="zh-CN" sz="2400" spc="300">
                <a:latin typeface="微软雅黑" panose="020B0503020204020204" pitchFamily="34" charset="-122"/>
                <a:ea typeface="微软雅黑" panose="020B0503020204020204" pitchFamily="34" charset="-122"/>
              </a:rPr>
              <a:t>:</a:t>
            </a:r>
            <a:r>
              <a:rPr lang="zh-CN" altLang="en-US" sz="2400" spc="300">
                <a:latin typeface="微软雅黑" panose="020B0503020204020204" pitchFamily="34" charset="-122"/>
                <a:ea typeface="微软雅黑" panose="020B0503020204020204" pitchFamily="34" charset="-122"/>
              </a:rPr>
              <a:t>会计学原理</a:t>
            </a:r>
          </a:p>
        </p:txBody>
      </p:sp>
      <p:sp>
        <p:nvSpPr>
          <p:cNvPr id="2" name="矩形 1">
            <a:extLst>
              <a:ext uri="{FF2B5EF4-FFF2-40B4-BE49-F238E27FC236}">
                <a16:creationId xmlns:a16="http://schemas.microsoft.com/office/drawing/2014/main" id="{1A343DEC-CFF6-41F5-B87C-0DFC08C67B76}"/>
              </a:ext>
            </a:extLst>
          </p:cNvPr>
          <p:cNvSpPr/>
          <p:nvPr/>
        </p:nvSpPr>
        <p:spPr>
          <a:xfrm>
            <a:off x="611831" y="798698"/>
            <a:ext cx="7920338" cy="37922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会计学：会计学是金融学的一个组成部分。</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它使得</a:t>
            </a:r>
            <a:r>
              <a:rPr lang="zh-CN" altLang="en-US" b="1" dirty="0">
                <a:solidFill>
                  <a:srgbClr val="000000"/>
                </a:solidFill>
                <a:latin typeface="华文楷体" panose="02010600040101010101" pitchFamily="2" charset="-122"/>
                <a:ea typeface="华文楷体" panose="02010600040101010101" pitchFamily="2" charset="-122"/>
              </a:rPr>
              <a:t>企业运营所需资金的提供者了解投资的结果</a:t>
            </a:r>
            <a:r>
              <a:rPr lang="zh-CN" altLang="en-US" dirty="0">
                <a:solidFill>
                  <a:srgbClr val="000000"/>
                </a:solidFill>
                <a:latin typeface="华文楷体" panose="02010600040101010101" pitchFamily="2" charset="-122"/>
                <a:ea typeface="华文楷体" panose="02010600040101010101" pitchFamily="2" charset="-122"/>
              </a:rPr>
              <a:t>。</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即：是否在可接受的成本范围内获取了期望的利润。</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货币资金及应收款项</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固定资产、无形资产和其他资产</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对外投资</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负债、所有者权益</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收入、费用和利润</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财务会计报告及分析</a:t>
            </a:r>
          </a:p>
        </p:txBody>
      </p:sp>
    </p:spTree>
    <p:extLst>
      <p:ext uri="{BB962C8B-B14F-4D97-AF65-F5344CB8AC3E}">
        <p14:creationId xmlns:p14="http://schemas.microsoft.com/office/powerpoint/2010/main" val="4796639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798108"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工程经济学基本要素</a:t>
            </a:r>
            <a:r>
              <a:rPr lang="en-US" altLang="zh-CN" sz="2400" spc="300">
                <a:latin typeface="微软雅黑" panose="020B0503020204020204" pitchFamily="34" charset="-122"/>
                <a:ea typeface="微软雅黑" panose="020B0503020204020204" pitchFamily="34" charset="-122"/>
              </a:rPr>
              <a:t>:</a:t>
            </a:r>
            <a:r>
              <a:rPr lang="zh-CN" altLang="en-US" sz="2400" spc="300">
                <a:latin typeface="微软雅黑" panose="020B0503020204020204" pitchFamily="34" charset="-122"/>
                <a:ea typeface="微软雅黑" panose="020B0503020204020204" pitchFamily="34" charset="-122"/>
              </a:rPr>
              <a:t>现金流量</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130263"/>
          </a:xfrm>
          <a:prstGeom prst="rect">
            <a:avLst/>
          </a:prstGeom>
        </p:spPr>
        <p:txBody>
          <a:bodyPr wrap="square">
            <a:spAutoFit/>
          </a:bodyPr>
          <a:lstStyle/>
          <a:p>
            <a:pPr algn="just">
              <a:lnSpc>
                <a:spcPct val="150000"/>
              </a:lnSpc>
            </a:pPr>
            <a:r>
              <a:rPr lang="zh-CN" altLang="en-US">
                <a:solidFill>
                  <a:srgbClr val="000000"/>
                </a:solidFill>
                <a:latin typeface="华文楷体" panose="02010600040101010101" pitchFamily="2" charset="-122"/>
                <a:ea typeface="华文楷体" panose="02010600040101010101" pitchFamily="2" charset="-122"/>
              </a:rPr>
              <a:t>现金流量</a:t>
            </a:r>
          </a:p>
          <a:p>
            <a:pPr algn="just">
              <a:lnSpc>
                <a:spcPct val="150000"/>
              </a:lnSpc>
            </a:pPr>
            <a:r>
              <a:rPr lang="zh-CN" altLang="en-US">
                <a:solidFill>
                  <a:srgbClr val="000000"/>
                </a:solidFill>
                <a:latin typeface="华文楷体" panose="02010600040101010101" pitchFamily="2" charset="-122"/>
                <a:ea typeface="华文楷体" panose="02010600040101010101" pitchFamily="2" charset="-122"/>
              </a:rPr>
              <a:t>是指企业在一定会计期间按照现金收付实现制，通过一定经济活动（包括经营活动、投资活动、筹资活动和非经常性项目</a:t>
            </a:r>
            <a:r>
              <a:rPr lang="en-US" altLang="zh-CN">
                <a:solidFill>
                  <a:srgbClr val="000000"/>
                </a:solidFill>
                <a:latin typeface="华文楷体" panose="02010600040101010101" pitchFamily="2" charset="-122"/>
                <a:ea typeface="华文楷体" panose="02010600040101010101" pitchFamily="2" charset="-122"/>
              </a:rPr>
              <a:t>)</a:t>
            </a:r>
            <a:r>
              <a:rPr lang="zh-CN" altLang="en-US">
                <a:solidFill>
                  <a:srgbClr val="000000"/>
                </a:solidFill>
                <a:latin typeface="华文楷体" panose="02010600040101010101" pitchFamily="2" charset="-122"/>
                <a:ea typeface="华文楷体" panose="02010600040101010101" pitchFamily="2" charset="-122"/>
              </a:rPr>
              <a:t>而产生的现金流入、现金流出及其总量情况的总称，即企业一定时期的现金和现金等价物的流入和流出的数量。</a:t>
            </a:r>
          </a:p>
        </p:txBody>
      </p:sp>
      <p:pic>
        <p:nvPicPr>
          <p:cNvPr id="6" name="图片 5">
            <a:extLst>
              <a:ext uri="{FF2B5EF4-FFF2-40B4-BE49-F238E27FC236}">
                <a16:creationId xmlns:a16="http://schemas.microsoft.com/office/drawing/2014/main" id="{CEC16A83-D065-4F47-95B4-63FF26FFD825}"/>
              </a:ext>
            </a:extLst>
          </p:cNvPr>
          <p:cNvPicPr/>
          <p:nvPr/>
        </p:nvPicPr>
        <p:blipFill>
          <a:blip r:embed="rId3"/>
          <a:stretch>
            <a:fillRect/>
          </a:stretch>
        </p:blipFill>
        <p:spPr>
          <a:xfrm>
            <a:off x="2220277" y="2681081"/>
            <a:ext cx="4703445" cy="2362200"/>
          </a:xfrm>
          <a:prstGeom prst="rect">
            <a:avLst/>
          </a:prstGeom>
        </p:spPr>
      </p:pic>
    </p:spTree>
    <p:extLst>
      <p:ext uri="{BB962C8B-B14F-4D97-AF65-F5344CB8AC3E}">
        <p14:creationId xmlns:p14="http://schemas.microsoft.com/office/powerpoint/2010/main" val="298353964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105611"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工程经济学基本要素</a:t>
            </a:r>
            <a:r>
              <a:rPr lang="en-US" altLang="zh-CN" sz="2400" spc="300">
                <a:latin typeface="微软雅黑" panose="020B0503020204020204" pitchFamily="34" charset="-122"/>
                <a:ea typeface="微软雅黑" panose="020B0503020204020204" pitchFamily="34" charset="-122"/>
              </a:rPr>
              <a:t>:</a:t>
            </a:r>
            <a:r>
              <a:rPr lang="zh-CN" altLang="en-US" sz="2400" spc="300">
                <a:latin typeface="微软雅黑" panose="020B0503020204020204" pitchFamily="34" charset="-122"/>
                <a:ea typeface="微软雅黑" panose="020B0503020204020204" pitchFamily="34" charset="-122"/>
              </a:rPr>
              <a:t>决策</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714765"/>
          </a:xfrm>
          <a:prstGeom prst="rect">
            <a:avLst/>
          </a:prstGeom>
        </p:spPr>
        <p:txBody>
          <a:bodyPr wrap="square">
            <a:spAutoFit/>
          </a:bodyPr>
          <a:lstStyle/>
          <a:p>
            <a:pPr algn="just">
              <a:lnSpc>
                <a:spcPct val="150000"/>
              </a:lnSpc>
            </a:pPr>
            <a:r>
              <a:rPr lang="zh-CN" altLang="en-US" dirty="0">
                <a:solidFill>
                  <a:srgbClr val="000000"/>
                </a:solidFill>
                <a:latin typeface="华文楷体" panose="02010600040101010101" pitchFamily="2" charset="-122"/>
                <a:ea typeface="华文楷体" panose="02010600040101010101" pitchFamily="2" charset="-122"/>
              </a:rPr>
              <a:t>决策</a:t>
            </a:r>
            <a:endParaRPr lang="en-US" altLang="zh-CN" dirty="0">
              <a:solidFill>
                <a:srgbClr val="000000"/>
              </a:solidFill>
              <a:latin typeface="华文楷体" panose="02010600040101010101" pitchFamily="2" charset="-122"/>
              <a:ea typeface="华文楷体" panose="02010600040101010101" pitchFamily="2" charset="-122"/>
            </a:endParaRPr>
          </a:p>
          <a:p>
            <a:pPr algn="just">
              <a:lnSpc>
                <a:spcPct val="150000"/>
              </a:lnSpc>
            </a:pPr>
            <a:r>
              <a:rPr lang="zh-CN" altLang="en-US" dirty="0">
                <a:solidFill>
                  <a:srgbClr val="000000"/>
                </a:solidFill>
                <a:latin typeface="华文楷体" panose="02010600040101010101" pitchFamily="2" charset="-122"/>
                <a:ea typeface="华文楷体" panose="02010600040101010101" pitchFamily="2" charset="-122"/>
              </a:rPr>
              <a:t>为了实现某一组织目标，由提出的几种方法或几种行动方案中选取效益最大、损失最小的方法或方案，以期优化地达成目标。它既是静态的决定，又是动态的决策过程。</a:t>
            </a:r>
          </a:p>
        </p:txBody>
      </p:sp>
      <p:pic>
        <p:nvPicPr>
          <p:cNvPr id="6" name="图片 5">
            <a:extLst>
              <a:ext uri="{FF2B5EF4-FFF2-40B4-BE49-F238E27FC236}">
                <a16:creationId xmlns:a16="http://schemas.microsoft.com/office/drawing/2014/main" id="{1E7935DF-D7B7-4F76-A56E-2E87D67F1A2D}"/>
              </a:ext>
            </a:extLst>
          </p:cNvPr>
          <p:cNvPicPr/>
          <p:nvPr/>
        </p:nvPicPr>
        <p:blipFill>
          <a:blip r:embed="rId3"/>
          <a:stretch>
            <a:fillRect/>
          </a:stretch>
        </p:blipFill>
        <p:spPr>
          <a:xfrm>
            <a:off x="2604452" y="2371765"/>
            <a:ext cx="3935095" cy="2205990"/>
          </a:xfrm>
          <a:prstGeom prst="rect">
            <a:avLst/>
          </a:prstGeom>
        </p:spPr>
      </p:pic>
    </p:spTree>
    <p:extLst>
      <p:ext uri="{BB962C8B-B14F-4D97-AF65-F5344CB8AC3E}">
        <p14:creationId xmlns:p14="http://schemas.microsoft.com/office/powerpoint/2010/main" val="292527409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490606"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工程经济学基本要素</a:t>
            </a:r>
            <a:r>
              <a:rPr lang="en-US" altLang="zh-CN" sz="2400" spc="300">
                <a:latin typeface="微软雅黑" panose="020B0503020204020204" pitchFamily="34" charset="-122"/>
                <a:ea typeface="微软雅黑" panose="020B0503020204020204" pitchFamily="34" charset="-122"/>
              </a:rPr>
              <a:t>:</a:t>
            </a:r>
            <a:r>
              <a:rPr lang="zh-CN" altLang="en-US" sz="2400" spc="300">
                <a:latin typeface="微软雅黑" panose="020B0503020204020204" pitchFamily="34" charset="-122"/>
                <a:ea typeface="微软雅黑" panose="020B0503020204020204" pitchFamily="34" charset="-122"/>
              </a:rPr>
              <a:t>经济分析方法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861278" cy="37922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盈利性决策</a:t>
            </a: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最低期望收益率</a:t>
            </a: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投资回报率</a:t>
            </a: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已动用资本回报率</a:t>
            </a: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成本</a:t>
            </a:r>
            <a:r>
              <a:rPr lang="en-US" altLang="zh-CN">
                <a:solidFill>
                  <a:srgbClr val="000000"/>
                </a:solidFill>
                <a:latin typeface="华文楷体" panose="02010600040101010101" pitchFamily="2" charset="-122"/>
                <a:ea typeface="华文楷体" panose="02010600040101010101" pitchFamily="2" charset="-122"/>
              </a:rPr>
              <a:t>-</a:t>
            </a:r>
            <a:r>
              <a:rPr lang="zh-CN" altLang="en-US">
                <a:solidFill>
                  <a:srgbClr val="000000"/>
                </a:solidFill>
                <a:latin typeface="华文楷体" panose="02010600040101010101" pitchFamily="2" charset="-122"/>
                <a:ea typeface="华文楷体" panose="02010600040101010101" pitchFamily="2" charset="-122"/>
              </a:rPr>
              <a:t>效益分析</a:t>
            </a: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成本</a:t>
            </a:r>
            <a:r>
              <a:rPr lang="en-US" altLang="zh-CN">
                <a:solidFill>
                  <a:srgbClr val="000000"/>
                </a:solidFill>
                <a:latin typeface="华文楷体" panose="02010600040101010101" pitchFamily="2" charset="-122"/>
                <a:ea typeface="华文楷体" panose="02010600040101010101" pitchFamily="2" charset="-122"/>
              </a:rPr>
              <a:t>-</a:t>
            </a:r>
            <a:r>
              <a:rPr lang="zh-CN" altLang="en-US">
                <a:solidFill>
                  <a:srgbClr val="000000"/>
                </a:solidFill>
                <a:latin typeface="华文楷体" panose="02010600040101010101" pitchFamily="2" charset="-122"/>
                <a:ea typeface="华文楷体" panose="02010600040101010101" pitchFamily="2" charset="-122"/>
              </a:rPr>
              <a:t>效能分析</a:t>
            </a: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收支平衡分析</a:t>
            </a: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多属性决策</a:t>
            </a: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优化分析</a:t>
            </a:r>
          </a:p>
        </p:txBody>
      </p:sp>
    </p:spTree>
    <p:extLst>
      <p:ext uri="{BB962C8B-B14F-4D97-AF65-F5344CB8AC3E}">
        <p14:creationId xmlns:p14="http://schemas.microsoft.com/office/powerpoint/2010/main" val="129142899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7221849"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工程经济学基本要素</a:t>
            </a:r>
            <a:r>
              <a:rPr lang="en-US" altLang="zh-CN" sz="2400" spc="300">
                <a:latin typeface="微软雅黑" panose="020B0503020204020204" pitchFamily="34" charset="-122"/>
                <a:ea typeface="微软雅黑" panose="020B0503020204020204" pitchFamily="34" charset="-122"/>
              </a:rPr>
              <a:t>:</a:t>
            </a:r>
            <a:r>
              <a:rPr lang="zh-CN" altLang="en-US" sz="2400" spc="300">
                <a:latin typeface="微软雅黑" panose="020B0503020204020204" pitchFamily="34" charset="-122"/>
                <a:ea typeface="微软雅黑" panose="020B0503020204020204" pitchFamily="34" charset="-122"/>
              </a:rPr>
              <a:t>风险分析与不确定性问题</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54576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目标、估算和计划</a:t>
            </a: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估算技术</a:t>
            </a: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不确定性对策</a:t>
            </a: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优先次序</a:t>
            </a: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风险性决策</a:t>
            </a: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不确定性决策</a:t>
            </a:r>
          </a:p>
        </p:txBody>
      </p:sp>
    </p:spTree>
    <p:extLst>
      <p:ext uri="{BB962C8B-B14F-4D97-AF65-F5344CB8AC3E}">
        <p14:creationId xmlns:p14="http://schemas.microsoft.com/office/powerpoint/2010/main" val="146376321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223412"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经济学</a:t>
            </a:r>
            <a:endParaRPr lang="en-US" altLang="zh-CN" sz="2400" spc="300">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7922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经济学等相关学科的基本理论在软件工程中的应用。如：货币时间价值、经济分析方法、优化理论、决策论、敏感性分析、稳定性理论。</a:t>
            </a: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软件生命周期中的经济分析。</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软件项目可行性分析。</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成本估算及成本效益分析。</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软件开发技术、软件体系结构、质量、可靠性和成熟度选型与经济评价。</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软件项目中风险与不确定性问题。</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软件项目管理中任务分解、计划制定、控制与调度等。</a:t>
            </a:r>
          </a:p>
        </p:txBody>
      </p:sp>
    </p:spTree>
    <p:extLst>
      <p:ext uri="{BB962C8B-B14F-4D97-AF65-F5344CB8AC3E}">
        <p14:creationId xmlns:p14="http://schemas.microsoft.com/office/powerpoint/2010/main" val="370712692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相关概念</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961260"/>
          </a:xfrm>
          <a:prstGeom prst="rect">
            <a:avLst/>
          </a:prstGeom>
        </p:spPr>
        <p:txBody>
          <a:bodyPr wrap="square">
            <a:spAutoFit/>
          </a:bodyPr>
          <a:lstStyle/>
          <a:p>
            <a:pPr algn="just">
              <a:lnSpc>
                <a:spcPct val="150000"/>
              </a:lnSpc>
            </a:pPr>
            <a:r>
              <a:rPr lang="en-US" altLang="zh-CN">
                <a:solidFill>
                  <a:srgbClr val="000000"/>
                </a:solidFill>
                <a:latin typeface="华文楷体" panose="02010600040101010101" pitchFamily="2" charset="-122"/>
                <a:ea typeface="华文楷体" panose="02010600040101010101" pitchFamily="2" charset="-122"/>
              </a:rPr>
              <a:t>(1) </a:t>
            </a:r>
            <a:r>
              <a:rPr lang="zh-CN" altLang="en-US">
                <a:solidFill>
                  <a:srgbClr val="000000"/>
                </a:solidFill>
                <a:latin typeface="华文楷体" panose="02010600040101010101" pitchFamily="2" charset="-122"/>
                <a:ea typeface="华文楷体" panose="02010600040101010101" pitchFamily="2" charset="-122"/>
              </a:rPr>
              <a:t>资金时间价值</a:t>
            </a:r>
            <a:r>
              <a:rPr lang="en-US" altLang="zh-CN">
                <a:solidFill>
                  <a:srgbClr val="000000"/>
                </a:solidFill>
                <a:latin typeface="华文楷体" panose="02010600040101010101" pitchFamily="2" charset="-122"/>
                <a:ea typeface="华文楷体" panose="02010600040101010101" pitchFamily="2" charset="-122"/>
              </a:rPr>
              <a:t>(Time - Value of Money)</a:t>
            </a: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资金时间价值是指特定数量资金在不同时点上的价值差异。资金时间价值是金融学的最基本概念之一，其含义是在商业决策中资金价值随时间而变化，也被称作时间价值。例如，当前时刻的一笔资金与未来某时刻的同等数量的资金相比，其价值有所不同。为了比较跨年度方案之投资及组合，运用资金时间价值原理，可以将方案中各不同时点的资金量折算为基准时点的价值。</a:t>
            </a:r>
          </a:p>
        </p:txBody>
      </p:sp>
    </p:spTree>
    <p:extLst>
      <p:ext uri="{BB962C8B-B14F-4D97-AF65-F5344CB8AC3E}">
        <p14:creationId xmlns:p14="http://schemas.microsoft.com/office/powerpoint/2010/main" val="237039983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相关概念</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961260"/>
          </a:xfrm>
          <a:prstGeom prst="rect">
            <a:avLst/>
          </a:prstGeom>
        </p:spPr>
        <p:txBody>
          <a:bodyPr wrap="square">
            <a:spAutoFit/>
          </a:bodyPr>
          <a:lstStyle/>
          <a:p>
            <a:pPr algn="just">
              <a:lnSpc>
                <a:spcPct val="150000"/>
              </a:lnSpc>
            </a:pPr>
            <a:r>
              <a:rPr lang="en-US" altLang="zh-CN">
                <a:solidFill>
                  <a:srgbClr val="000000"/>
                </a:solidFill>
                <a:latin typeface="华文楷体" panose="02010600040101010101" pitchFamily="2" charset="-122"/>
                <a:ea typeface="华文楷体" panose="02010600040101010101" pitchFamily="2" charset="-122"/>
              </a:rPr>
              <a:t>(2) </a:t>
            </a:r>
            <a:r>
              <a:rPr lang="zh-CN" altLang="en-US">
                <a:solidFill>
                  <a:srgbClr val="000000"/>
                </a:solidFill>
                <a:latin typeface="华文楷体" panose="02010600040101010101" pitchFamily="2" charset="-122"/>
                <a:ea typeface="华文楷体" panose="02010600040101010101" pitchFamily="2" charset="-122"/>
              </a:rPr>
              <a:t>折现率</a:t>
            </a:r>
            <a:r>
              <a:rPr lang="en-US" altLang="zh-CN">
                <a:solidFill>
                  <a:srgbClr val="000000"/>
                </a:solidFill>
                <a:latin typeface="华文楷体" panose="02010600040101010101" pitchFamily="2" charset="-122"/>
                <a:ea typeface="华文楷体" panose="02010600040101010101" pitchFamily="2" charset="-122"/>
              </a:rPr>
              <a:t>(Discount Rate)</a:t>
            </a: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折现率是指将未来预期现金流折算成现值的比率。作为一个计算过程，折现计算是把一个特定比率应用于某预期的现金流，以得出基准期现金流的价值。根据不同折现率计算相同数量的现金流会出现差异。基准折现率是管理会计的概念，其实质是折现率的基准通常是用来评价一个项目在财务上的内部收益率</a:t>
            </a:r>
            <a:r>
              <a:rPr lang="en-US" altLang="zh-CN">
                <a:solidFill>
                  <a:srgbClr val="000000"/>
                </a:solidFill>
                <a:latin typeface="华文楷体" panose="02010600040101010101" pitchFamily="2" charset="-122"/>
                <a:ea typeface="华文楷体" panose="02010600040101010101" pitchFamily="2" charset="-122"/>
              </a:rPr>
              <a:t>(IRR)</a:t>
            </a:r>
            <a:r>
              <a:rPr lang="zh-CN" altLang="en-US">
                <a:solidFill>
                  <a:srgbClr val="000000"/>
                </a:solidFill>
                <a:latin typeface="华文楷体" panose="02010600040101010101" pitchFamily="2" charset="-122"/>
                <a:ea typeface="华文楷体" panose="02010600040101010101" pitchFamily="2" charset="-122"/>
              </a:rPr>
              <a:t>、折现率是否达标的比较标准。一般选用社会基准折现率、行业基准折现率等作为评价项目的基准折现率。</a:t>
            </a:r>
          </a:p>
        </p:txBody>
      </p:sp>
    </p:spTree>
    <p:extLst>
      <p:ext uri="{BB962C8B-B14F-4D97-AF65-F5344CB8AC3E}">
        <p14:creationId xmlns:p14="http://schemas.microsoft.com/office/powerpoint/2010/main" val="344672583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相关概念</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961260"/>
          </a:xfrm>
          <a:prstGeom prst="rect">
            <a:avLst/>
          </a:prstGeom>
        </p:spPr>
        <p:txBody>
          <a:bodyPr wrap="square">
            <a:spAutoFit/>
          </a:bodyPr>
          <a:lstStyle/>
          <a:p>
            <a:pPr algn="just">
              <a:lnSpc>
                <a:spcPct val="150000"/>
              </a:lnSpc>
            </a:pPr>
            <a:r>
              <a:rPr lang="en-US" altLang="zh-CN" dirty="0">
                <a:solidFill>
                  <a:srgbClr val="000000"/>
                </a:solidFill>
                <a:latin typeface="华文楷体" panose="02010600040101010101" pitchFamily="2" charset="-122"/>
                <a:ea typeface="华文楷体" panose="02010600040101010101" pitchFamily="2" charset="-122"/>
              </a:rPr>
              <a:t>(3) </a:t>
            </a:r>
            <a:r>
              <a:rPr lang="zh-CN" altLang="en-US" dirty="0">
                <a:solidFill>
                  <a:srgbClr val="000000"/>
                </a:solidFill>
                <a:latin typeface="华文楷体" panose="02010600040101010101" pitchFamily="2" charset="-122"/>
                <a:ea typeface="华文楷体" panose="02010600040101010101" pitchFamily="2" charset="-122"/>
              </a:rPr>
              <a:t>等值</a:t>
            </a:r>
            <a:r>
              <a:rPr lang="en-US" altLang="zh-CN" dirty="0">
                <a:solidFill>
                  <a:srgbClr val="000000"/>
                </a:solidFill>
                <a:latin typeface="华文楷体" panose="02010600040101010101" pitchFamily="2" charset="-122"/>
                <a:ea typeface="华文楷体" panose="02010600040101010101" pitchFamily="2" charset="-122"/>
              </a:rPr>
              <a:t>(Equivalence)</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资金具有时间价值，在不同时点上发生的同等数量的资金具有不同的价值。不同时点的绝对值不等的资金，依据某一折现率水平折算为具有相等价值的资金，称作等值。</a:t>
            </a:r>
          </a:p>
          <a:p>
            <a:pPr algn="just">
              <a:lnSpc>
                <a:spcPct val="150000"/>
              </a:lnSpc>
            </a:pPr>
            <a:r>
              <a:rPr lang="en-US" altLang="zh-CN" dirty="0">
                <a:solidFill>
                  <a:srgbClr val="000000"/>
                </a:solidFill>
                <a:latin typeface="华文楷体" panose="02010600040101010101" pitchFamily="2" charset="-122"/>
                <a:ea typeface="华文楷体" panose="02010600040101010101" pitchFamily="2" charset="-122"/>
              </a:rPr>
              <a:t>(4) </a:t>
            </a:r>
            <a:r>
              <a:rPr lang="zh-CN" altLang="en-US" dirty="0">
                <a:solidFill>
                  <a:srgbClr val="000000"/>
                </a:solidFill>
                <a:latin typeface="华文楷体" panose="02010600040101010101" pitchFamily="2" charset="-122"/>
                <a:ea typeface="华文楷体" panose="02010600040101010101" pitchFamily="2" charset="-122"/>
              </a:rPr>
              <a:t>净现值</a:t>
            </a:r>
            <a:r>
              <a:rPr lang="en-US" altLang="zh-CN" dirty="0">
                <a:solidFill>
                  <a:srgbClr val="000000"/>
                </a:solidFill>
                <a:latin typeface="华文楷体" panose="02010600040101010101" pitchFamily="2" charset="-122"/>
                <a:ea typeface="华文楷体" panose="02010600040101010101" pitchFamily="2" charset="-122"/>
              </a:rPr>
              <a:t>(Present Worth)</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净现值是在项目计算期内按行业基准折现率或其他设定的折现率计算的各年净现金流量现值的代数和。</a:t>
            </a:r>
          </a:p>
        </p:txBody>
      </p:sp>
    </p:spTree>
    <p:extLst>
      <p:ext uri="{BB962C8B-B14F-4D97-AF65-F5344CB8AC3E}">
        <p14:creationId xmlns:p14="http://schemas.microsoft.com/office/powerpoint/2010/main" val="411129190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相关概念</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545762"/>
          </a:xfrm>
          <a:prstGeom prst="rect">
            <a:avLst/>
          </a:prstGeom>
        </p:spPr>
        <p:txBody>
          <a:bodyPr wrap="square">
            <a:spAutoFit/>
          </a:bodyPr>
          <a:lstStyle/>
          <a:p>
            <a:pPr algn="just">
              <a:lnSpc>
                <a:spcPct val="150000"/>
              </a:lnSpc>
            </a:pPr>
            <a:r>
              <a:rPr lang="en-US" altLang="zh-CN" dirty="0">
                <a:solidFill>
                  <a:srgbClr val="000000"/>
                </a:solidFill>
                <a:latin typeface="华文楷体" panose="02010600040101010101" pitchFamily="2" charset="-122"/>
                <a:ea typeface="华文楷体" panose="02010600040101010101" pitchFamily="2" charset="-122"/>
              </a:rPr>
              <a:t>(5) </a:t>
            </a:r>
            <a:r>
              <a:rPr lang="zh-CN" altLang="en-US" dirty="0">
                <a:solidFill>
                  <a:srgbClr val="000000"/>
                </a:solidFill>
                <a:latin typeface="华文楷体" panose="02010600040101010101" pitchFamily="2" charset="-122"/>
                <a:ea typeface="华文楷体" panose="02010600040101010101" pitchFamily="2" charset="-122"/>
              </a:rPr>
              <a:t>内部收益率</a:t>
            </a:r>
            <a:r>
              <a:rPr lang="en-US" altLang="zh-CN" dirty="0">
                <a:solidFill>
                  <a:srgbClr val="000000"/>
                </a:solidFill>
                <a:latin typeface="华文楷体" panose="02010600040101010101" pitchFamily="2" charset="-122"/>
                <a:ea typeface="华文楷体" panose="02010600040101010101" pitchFamily="2" charset="-122"/>
              </a:rPr>
              <a:t>(Internal Rate of Return)</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内部收益率是在项目的资金流入现值总额与资金流出现值总额相等、净现值等于零时的折现率。</a:t>
            </a:r>
          </a:p>
          <a:p>
            <a:pPr algn="just">
              <a:lnSpc>
                <a:spcPct val="150000"/>
              </a:lnSpc>
            </a:pPr>
            <a:r>
              <a:rPr lang="en-US" altLang="zh-CN" dirty="0">
                <a:solidFill>
                  <a:srgbClr val="000000"/>
                </a:solidFill>
                <a:latin typeface="华文楷体" panose="02010600040101010101" pitchFamily="2" charset="-122"/>
                <a:ea typeface="华文楷体" panose="02010600040101010101" pitchFamily="2" charset="-122"/>
              </a:rPr>
              <a:t>(6) </a:t>
            </a:r>
            <a:r>
              <a:rPr lang="zh-CN" altLang="en-US" dirty="0">
                <a:solidFill>
                  <a:srgbClr val="000000"/>
                </a:solidFill>
                <a:latin typeface="华文楷体" panose="02010600040101010101" pitchFamily="2" charset="-122"/>
                <a:ea typeface="华文楷体" panose="02010600040101010101" pitchFamily="2" charset="-122"/>
              </a:rPr>
              <a:t>投资回收期</a:t>
            </a:r>
            <a:r>
              <a:rPr lang="en-US" altLang="zh-CN" dirty="0">
                <a:solidFill>
                  <a:srgbClr val="000000"/>
                </a:solidFill>
                <a:latin typeface="华文楷体" panose="02010600040101010101" pitchFamily="2" charset="-122"/>
                <a:ea typeface="华文楷体" panose="02010600040101010101" pitchFamily="2" charset="-122"/>
              </a:rPr>
              <a:t>(Payback Period)</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投资回收期是指从项目投建日起开始计算，用项目所得的净收益偿还原始投资所需要的年限。投资回收期可分为静态投资回收期和动态投资回收期。</a:t>
            </a:r>
          </a:p>
        </p:txBody>
      </p:sp>
    </p:spTree>
    <p:extLst>
      <p:ext uri="{BB962C8B-B14F-4D97-AF65-F5344CB8AC3E}">
        <p14:creationId xmlns:p14="http://schemas.microsoft.com/office/powerpoint/2010/main" val="19471381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相关概念</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376758"/>
          </a:xfrm>
          <a:prstGeom prst="rect">
            <a:avLst/>
          </a:prstGeom>
        </p:spPr>
        <p:txBody>
          <a:bodyPr wrap="square">
            <a:spAutoFit/>
          </a:bodyPr>
          <a:lstStyle/>
          <a:p>
            <a:pPr algn="just">
              <a:lnSpc>
                <a:spcPct val="150000"/>
              </a:lnSpc>
            </a:pPr>
            <a:r>
              <a:rPr lang="en-US" altLang="zh-CN">
                <a:solidFill>
                  <a:srgbClr val="000000"/>
                </a:solidFill>
                <a:latin typeface="华文楷体" panose="02010600040101010101" pitchFamily="2" charset="-122"/>
                <a:ea typeface="华文楷体" panose="02010600040101010101" pitchFamily="2" charset="-122"/>
              </a:rPr>
              <a:t>(7) </a:t>
            </a:r>
            <a:r>
              <a:rPr lang="zh-CN" altLang="en-US">
                <a:solidFill>
                  <a:srgbClr val="000000"/>
                </a:solidFill>
                <a:latin typeface="华文楷体" panose="02010600040101010101" pitchFamily="2" charset="-122"/>
                <a:ea typeface="华文楷体" panose="02010600040101010101" pitchFamily="2" charset="-122"/>
              </a:rPr>
              <a:t>最低可接受投资回报率</a:t>
            </a:r>
            <a:r>
              <a:rPr lang="en-US" altLang="zh-CN">
                <a:solidFill>
                  <a:srgbClr val="000000"/>
                </a:solidFill>
                <a:latin typeface="华文楷体" panose="02010600040101010101" pitchFamily="2" charset="-122"/>
                <a:ea typeface="华文楷体" panose="02010600040101010101" pitchFamily="2" charset="-122"/>
              </a:rPr>
              <a:t>(Lowest acceptable return on investment)</a:t>
            </a: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最低可接受投资回报率是指投资者可以接受的从事某项投资的收益率下限值。最低可接受回报率受投资者的资金成本、项目风险、投资目的及投资环境等因素的影响。</a:t>
            </a:r>
          </a:p>
          <a:p>
            <a:pPr algn="just">
              <a:lnSpc>
                <a:spcPct val="150000"/>
              </a:lnSpc>
            </a:pPr>
            <a:r>
              <a:rPr lang="en-US" altLang="zh-CN">
                <a:solidFill>
                  <a:srgbClr val="000000"/>
                </a:solidFill>
                <a:latin typeface="华文楷体" panose="02010600040101010101" pitchFamily="2" charset="-122"/>
                <a:ea typeface="华文楷体" panose="02010600040101010101" pitchFamily="2" charset="-122"/>
              </a:rPr>
              <a:t>(8) </a:t>
            </a:r>
            <a:r>
              <a:rPr lang="zh-CN" altLang="en-US">
                <a:solidFill>
                  <a:srgbClr val="000000"/>
                </a:solidFill>
                <a:latin typeface="华文楷体" panose="02010600040101010101" pitchFamily="2" charset="-122"/>
                <a:ea typeface="华文楷体" panose="02010600040101010101" pitchFamily="2" charset="-122"/>
              </a:rPr>
              <a:t>需求规律</a:t>
            </a:r>
            <a:r>
              <a:rPr lang="en-US" altLang="zh-CN">
                <a:solidFill>
                  <a:srgbClr val="000000"/>
                </a:solidFill>
                <a:latin typeface="华文楷体" panose="02010600040101010101" pitchFamily="2" charset="-122"/>
                <a:ea typeface="华文楷体" panose="02010600040101010101" pitchFamily="2" charset="-122"/>
              </a:rPr>
              <a:t>(Demand rule)</a:t>
            </a: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需求规律是指当除价格以外影响商品需求量的其他因素不变时，商品的需求量随着商品价格的上升而减少，随着商品价格下降而增加的规律。符合需求规律的需求曲线一般向右下倾斜。</a:t>
            </a:r>
          </a:p>
        </p:txBody>
      </p:sp>
    </p:spTree>
    <p:extLst>
      <p:ext uri="{BB962C8B-B14F-4D97-AF65-F5344CB8AC3E}">
        <p14:creationId xmlns:p14="http://schemas.microsoft.com/office/powerpoint/2010/main" val="152555926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相关概念</a:t>
            </a:r>
          </a:p>
        </p:txBody>
      </p:sp>
      <p:sp>
        <p:nvSpPr>
          <p:cNvPr id="2" name="矩形 1">
            <a:extLst>
              <a:ext uri="{FF2B5EF4-FFF2-40B4-BE49-F238E27FC236}">
                <a16:creationId xmlns:a16="http://schemas.microsoft.com/office/drawing/2014/main" id="{1A343DEC-CFF6-41F5-B87C-0DFC08C67B76}"/>
              </a:ext>
            </a:extLst>
          </p:cNvPr>
          <p:cNvSpPr/>
          <p:nvPr/>
        </p:nvSpPr>
        <p:spPr>
          <a:xfrm>
            <a:off x="611831" y="714838"/>
            <a:ext cx="7920338" cy="4207755"/>
          </a:xfrm>
          <a:prstGeom prst="rect">
            <a:avLst/>
          </a:prstGeom>
        </p:spPr>
        <p:txBody>
          <a:bodyPr wrap="square">
            <a:spAutoFit/>
          </a:bodyPr>
          <a:lstStyle/>
          <a:p>
            <a:pPr algn="just">
              <a:lnSpc>
                <a:spcPct val="150000"/>
              </a:lnSpc>
            </a:pPr>
            <a:r>
              <a:rPr lang="en-US" altLang="zh-CN" dirty="0">
                <a:solidFill>
                  <a:srgbClr val="000000"/>
                </a:solidFill>
                <a:latin typeface="华文楷体" panose="02010600040101010101" pitchFamily="2" charset="-122"/>
                <a:ea typeface="华文楷体" panose="02010600040101010101" pitchFamily="2" charset="-122"/>
              </a:rPr>
              <a:t>(9) </a:t>
            </a:r>
            <a:r>
              <a:rPr lang="zh-CN" altLang="en-US" dirty="0">
                <a:solidFill>
                  <a:srgbClr val="000000"/>
                </a:solidFill>
                <a:latin typeface="华文楷体" panose="02010600040101010101" pitchFamily="2" charset="-122"/>
                <a:ea typeface="华文楷体" panose="02010600040101010101" pitchFamily="2" charset="-122"/>
              </a:rPr>
              <a:t>总投资收益率</a:t>
            </a:r>
            <a:r>
              <a:rPr lang="en-US" altLang="zh-CN" dirty="0">
                <a:solidFill>
                  <a:srgbClr val="000000"/>
                </a:solidFill>
                <a:latin typeface="华文楷体" panose="02010600040101010101" pitchFamily="2" charset="-122"/>
                <a:ea typeface="华文楷体" panose="02010600040101010101" pitchFamily="2" charset="-122"/>
              </a:rPr>
              <a:t>(Return on Investment)</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总投资收益率</a:t>
            </a:r>
            <a:r>
              <a:rPr lang="en-US" altLang="zh-CN" dirty="0">
                <a:solidFill>
                  <a:srgbClr val="000000"/>
                </a:solidFill>
                <a:latin typeface="华文楷体" panose="02010600040101010101" pitchFamily="2" charset="-122"/>
                <a:ea typeface="华文楷体" panose="02010600040101010101" pitchFamily="2" charset="-122"/>
              </a:rPr>
              <a:t>(ROI)</a:t>
            </a:r>
            <a:r>
              <a:rPr lang="zh-CN" altLang="en-US" dirty="0">
                <a:solidFill>
                  <a:srgbClr val="000000"/>
                </a:solidFill>
                <a:latin typeface="华文楷体" panose="02010600040101010101" pitchFamily="2" charset="-122"/>
                <a:ea typeface="华文楷体" panose="02010600040101010101" pitchFamily="2" charset="-122"/>
              </a:rPr>
              <a:t>是指项目达到设计能力后正常年份的年息税前利润或运营期内年平均利税前利润</a:t>
            </a:r>
            <a:r>
              <a:rPr lang="en-US" altLang="zh-CN" dirty="0">
                <a:solidFill>
                  <a:srgbClr val="000000"/>
                </a:solidFill>
                <a:latin typeface="华文楷体" panose="02010600040101010101" pitchFamily="2" charset="-122"/>
                <a:ea typeface="华文楷体" panose="02010600040101010101" pitchFamily="2" charset="-122"/>
              </a:rPr>
              <a:t>(EBIT)</a:t>
            </a:r>
            <a:r>
              <a:rPr lang="zh-CN" altLang="en-US" dirty="0">
                <a:solidFill>
                  <a:srgbClr val="000000"/>
                </a:solidFill>
                <a:latin typeface="华文楷体" panose="02010600040101010101" pitchFamily="2" charset="-122"/>
                <a:ea typeface="华文楷体" panose="02010600040101010101" pitchFamily="2" charset="-122"/>
              </a:rPr>
              <a:t>与项目总投资</a:t>
            </a:r>
            <a:r>
              <a:rPr lang="en-US" altLang="zh-CN" dirty="0">
                <a:solidFill>
                  <a:srgbClr val="000000"/>
                </a:solidFill>
                <a:latin typeface="华文楷体" panose="02010600040101010101" pitchFamily="2" charset="-122"/>
                <a:ea typeface="华文楷体" panose="02010600040101010101" pitchFamily="2" charset="-122"/>
              </a:rPr>
              <a:t>(TI)</a:t>
            </a:r>
            <a:r>
              <a:rPr lang="zh-CN" altLang="en-US" dirty="0">
                <a:solidFill>
                  <a:srgbClr val="000000"/>
                </a:solidFill>
                <a:latin typeface="华文楷体" panose="02010600040101010101" pitchFamily="2" charset="-122"/>
                <a:ea typeface="华文楷体" panose="02010600040101010101" pitchFamily="2" charset="-122"/>
              </a:rPr>
              <a:t>的比率，它反映了总投资的盈利水平。当项目的总投资收益率高于同行业收益率参考值时，表明用该指标表示的项目盈利能力满足要求。</a:t>
            </a:r>
          </a:p>
          <a:p>
            <a:pPr algn="just">
              <a:lnSpc>
                <a:spcPct val="150000"/>
              </a:lnSpc>
            </a:pPr>
            <a:r>
              <a:rPr lang="en-US" altLang="zh-CN" dirty="0">
                <a:solidFill>
                  <a:srgbClr val="000000"/>
                </a:solidFill>
                <a:latin typeface="华文楷体" panose="02010600040101010101" pitchFamily="2" charset="-122"/>
                <a:ea typeface="华文楷体" panose="02010600040101010101" pitchFamily="2" charset="-122"/>
              </a:rPr>
              <a:t>(10) </a:t>
            </a:r>
            <a:r>
              <a:rPr lang="zh-CN" altLang="en-US" dirty="0">
                <a:solidFill>
                  <a:srgbClr val="000000"/>
                </a:solidFill>
                <a:latin typeface="华文楷体" panose="02010600040101010101" pitchFamily="2" charset="-122"/>
                <a:ea typeface="华文楷体" panose="02010600040101010101" pitchFamily="2" charset="-122"/>
              </a:rPr>
              <a:t>项目资本金净利润率</a:t>
            </a:r>
            <a:r>
              <a:rPr lang="en-US" altLang="zh-CN" dirty="0">
                <a:solidFill>
                  <a:srgbClr val="000000"/>
                </a:solidFill>
                <a:latin typeface="华文楷体" panose="02010600040101010101" pitchFamily="2" charset="-122"/>
                <a:ea typeface="华文楷体" panose="02010600040101010101" pitchFamily="2" charset="-122"/>
              </a:rPr>
              <a:t>(Return on Equity)</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项目资本金净利润率</a:t>
            </a:r>
            <a:r>
              <a:rPr lang="en-US" altLang="zh-CN" dirty="0">
                <a:solidFill>
                  <a:srgbClr val="000000"/>
                </a:solidFill>
                <a:latin typeface="华文楷体" panose="02010600040101010101" pitchFamily="2" charset="-122"/>
                <a:ea typeface="华文楷体" panose="02010600040101010101" pitchFamily="2" charset="-122"/>
              </a:rPr>
              <a:t>(ROE)</a:t>
            </a:r>
            <a:r>
              <a:rPr lang="zh-CN" altLang="en-US" dirty="0">
                <a:solidFill>
                  <a:srgbClr val="000000"/>
                </a:solidFill>
                <a:latin typeface="华文楷体" panose="02010600040101010101" pitchFamily="2" charset="-122"/>
                <a:ea typeface="华文楷体" panose="02010600040101010101" pitchFamily="2" charset="-122"/>
              </a:rPr>
              <a:t>是指项目达到设计能力后正常年份的年净利润或运营期内年平均净利润</a:t>
            </a:r>
            <a:r>
              <a:rPr lang="en-US" altLang="zh-CN" dirty="0">
                <a:solidFill>
                  <a:srgbClr val="000000"/>
                </a:solidFill>
                <a:latin typeface="华文楷体" panose="02010600040101010101" pitchFamily="2" charset="-122"/>
                <a:ea typeface="华文楷体" panose="02010600040101010101" pitchFamily="2" charset="-122"/>
              </a:rPr>
              <a:t>(NP)</a:t>
            </a:r>
            <a:r>
              <a:rPr lang="zh-CN" altLang="en-US" dirty="0">
                <a:solidFill>
                  <a:srgbClr val="000000"/>
                </a:solidFill>
                <a:latin typeface="华文楷体" panose="02010600040101010101" pitchFamily="2" charset="-122"/>
                <a:ea typeface="华文楷体" panose="02010600040101010101" pitchFamily="2" charset="-122"/>
              </a:rPr>
              <a:t>与项目资本金</a:t>
            </a:r>
            <a:r>
              <a:rPr lang="en-US" altLang="zh-CN" dirty="0">
                <a:solidFill>
                  <a:srgbClr val="000000"/>
                </a:solidFill>
                <a:latin typeface="华文楷体" panose="02010600040101010101" pitchFamily="2" charset="-122"/>
                <a:ea typeface="华文楷体" panose="02010600040101010101" pitchFamily="2" charset="-122"/>
              </a:rPr>
              <a:t>(EC)</a:t>
            </a:r>
            <a:r>
              <a:rPr lang="zh-CN" altLang="en-US" dirty="0">
                <a:solidFill>
                  <a:srgbClr val="000000"/>
                </a:solidFill>
                <a:latin typeface="华文楷体" panose="02010600040101010101" pitchFamily="2" charset="-122"/>
                <a:ea typeface="华文楷体" panose="02010600040101010101" pitchFamily="2" charset="-122"/>
              </a:rPr>
              <a:t>的比率，它反映了项目资本金的盈利水平。当项目资本金净利润率高于同行业净利润率参考值时，表明用该指标表示的项目盈利能力满足要求。</a:t>
            </a:r>
          </a:p>
        </p:txBody>
      </p:sp>
    </p:spTree>
    <p:extLst>
      <p:ext uri="{BB962C8B-B14F-4D97-AF65-F5344CB8AC3E}">
        <p14:creationId xmlns:p14="http://schemas.microsoft.com/office/powerpoint/2010/main" val="267841011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2" name="TextBox 1"/>
          <p:cNvSpPr txBox="1"/>
          <p:nvPr/>
        </p:nvSpPr>
        <p:spPr>
          <a:xfrm>
            <a:off x="3995936" y="1773787"/>
            <a:ext cx="3272050" cy="707886"/>
          </a:xfrm>
          <a:prstGeom prst="rect">
            <a:avLst/>
          </a:prstGeom>
          <a:noFill/>
        </p:spPr>
        <p:txBody>
          <a:bodyPr wrap="none" rtlCol="0">
            <a:spAutoFit/>
          </a:bodyPr>
          <a:lstStyle/>
          <a:p>
            <a:r>
              <a:rPr lang="zh-CN" altLang="en-US" sz="4000" b="1">
                <a:latin typeface="黑体" panose="02010600030101010101" charset="-122"/>
                <a:ea typeface="黑体" panose="02010600030101010101" charset="-122"/>
              </a:rPr>
              <a:t>本章主要内容</a:t>
            </a:r>
          </a:p>
        </p:txBody>
      </p:sp>
      <p:grpSp>
        <p:nvGrpSpPr>
          <p:cNvPr id="33" name="组合 32"/>
          <p:cNvGrpSpPr/>
          <p:nvPr/>
        </p:nvGrpSpPr>
        <p:grpSpPr>
          <a:xfrm>
            <a:off x="2262782" y="1446400"/>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20" name="KSO_Shape"/>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a:solidFill>
                  <a:srgbClr val="FFFFFF"/>
                </a:solidFill>
                <a:latin typeface="黑体" panose="02010600030101010101" charset="-122"/>
                <a:ea typeface="黑体" panose="02010600030101010101" charset="-122"/>
              </a:endParaRPr>
            </a:p>
          </p:txBody>
        </p:sp>
      </p:grpSp>
      <p:sp>
        <p:nvSpPr>
          <p:cNvPr id="15" name="TextBox 14"/>
          <p:cNvSpPr txBox="1"/>
          <p:nvPr/>
        </p:nvSpPr>
        <p:spPr>
          <a:xfrm>
            <a:off x="4450203" y="2490902"/>
            <a:ext cx="1338828" cy="369332"/>
          </a:xfrm>
          <a:prstGeom prst="rect">
            <a:avLst/>
          </a:prstGeom>
          <a:noFill/>
        </p:spPr>
        <p:txBody>
          <a:bodyPr wrap="none" rtlCol="0">
            <a:spAutoFit/>
          </a:bodyPr>
          <a:lstStyle/>
          <a:p>
            <a:r>
              <a:rPr lang="en-US" altLang="zh-CN">
                <a:latin typeface="黑体" panose="02010600030101010101" charset="-122"/>
                <a:ea typeface="黑体" panose="02010600030101010101" charset="-122"/>
              </a:rPr>
              <a:t>1.</a:t>
            </a:r>
            <a:r>
              <a:rPr lang="zh-CN" altLang="en-US">
                <a:latin typeface="黑体" panose="02010600030101010101" charset="-122"/>
                <a:ea typeface="黑体" panose="02010600030101010101" charset="-122"/>
              </a:rPr>
              <a:t>课程简介</a:t>
            </a:r>
          </a:p>
        </p:txBody>
      </p:sp>
      <p:sp>
        <p:nvSpPr>
          <p:cNvPr id="16" name="TextBox 15"/>
          <p:cNvSpPr txBox="1"/>
          <p:nvPr/>
        </p:nvSpPr>
        <p:spPr>
          <a:xfrm>
            <a:off x="4450203" y="3288455"/>
            <a:ext cx="1338828" cy="369332"/>
          </a:xfrm>
          <a:prstGeom prst="rect">
            <a:avLst/>
          </a:prstGeom>
          <a:noFill/>
        </p:spPr>
        <p:txBody>
          <a:bodyPr wrap="none" rtlCol="0">
            <a:spAutoFit/>
          </a:bodyPr>
          <a:lstStyle/>
          <a:p>
            <a:r>
              <a:rPr lang="en-US" altLang="zh-CN">
                <a:latin typeface="黑体" panose="02010600030101010101" charset="-122"/>
                <a:ea typeface="黑体" panose="02010600030101010101" charset="-122"/>
              </a:rPr>
              <a:t>3.</a:t>
            </a:r>
            <a:r>
              <a:rPr lang="zh-CN" altLang="en-US">
                <a:latin typeface="黑体" panose="02010600030101010101" charset="-122"/>
                <a:ea typeface="黑体" panose="02010600030101010101" charset="-122"/>
              </a:rPr>
              <a:t>基本概念</a:t>
            </a:r>
          </a:p>
        </p:txBody>
      </p:sp>
      <p:sp>
        <p:nvSpPr>
          <p:cNvPr id="17" name="TextBox 16"/>
          <p:cNvSpPr txBox="1"/>
          <p:nvPr/>
        </p:nvSpPr>
        <p:spPr>
          <a:xfrm>
            <a:off x="4450203" y="3735048"/>
            <a:ext cx="1800493" cy="369332"/>
          </a:xfrm>
          <a:prstGeom prst="rect">
            <a:avLst/>
          </a:prstGeom>
          <a:noFill/>
        </p:spPr>
        <p:txBody>
          <a:bodyPr wrap="none" rtlCol="0">
            <a:spAutoFit/>
          </a:bodyPr>
          <a:lstStyle/>
          <a:p>
            <a:r>
              <a:rPr lang="en-US" altLang="zh-CN" b="1">
                <a:solidFill>
                  <a:srgbClr val="FF0000"/>
                </a:solidFill>
                <a:latin typeface="黑体" panose="02010600030101010101" charset="-122"/>
                <a:ea typeface="黑体" panose="02010600030101010101" charset="-122"/>
              </a:rPr>
              <a:t>4.</a:t>
            </a:r>
            <a:r>
              <a:rPr lang="zh-CN" altLang="en-US" b="1">
                <a:solidFill>
                  <a:srgbClr val="FF0000"/>
                </a:solidFill>
                <a:latin typeface="黑体" panose="02010600030101010101" charset="-122"/>
                <a:ea typeface="黑体" panose="02010600030101010101" charset="-122"/>
              </a:rPr>
              <a:t>软件行业特点</a:t>
            </a:r>
          </a:p>
        </p:txBody>
      </p:sp>
      <p:sp>
        <p:nvSpPr>
          <p:cNvPr id="18" name="TextBox 17"/>
          <p:cNvSpPr txBox="1"/>
          <p:nvPr/>
        </p:nvSpPr>
        <p:spPr>
          <a:xfrm>
            <a:off x="4450203" y="4153064"/>
            <a:ext cx="3185487" cy="369332"/>
          </a:xfrm>
          <a:prstGeom prst="rect">
            <a:avLst/>
          </a:prstGeom>
          <a:noFill/>
        </p:spPr>
        <p:txBody>
          <a:bodyPr wrap="none" rtlCol="0">
            <a:spAutoFit/>
          </a:bodyPr>
          <a:lstStyle/>
          <a:p>
            <a:r>
              <a:rPr lang="en-US" altLang="zh-CN">
                <a:latin typeface="黑体" panose="02010600030101010101" charset="-122"/>
                <a:ea typeface="黑体" panose="02010600030101010101" charset="-122"/>
              </a:rPr>
              <a:t>5.</a:t>
            </a:r>
            <a:r>
              <a:rPr lang="zh-CN" altLang="en-US">
                <a:latin typeface="黑体" panose="02010600030101010101" charset="-122"/>
                <a:ea typeface="黑体" panose="02010600030101010101" charset="-122"/>
              </a:rPr>
              <a:t>软件生命周期中的经济分析</a:t>
            </a:r>
          </a:p>
        </p:txBody>
      </p:sp>
      <p:sp>
        <p:nvSpPr>
          <p:cNvPr id="24" name="椭圆 23"/>
          <p:cNvSpPr/>
          <p:nvPr/>
        </p:nvSpPr>
        <p:spPr>
          <a:xfrm>
            <a:off x="4156315" y="2518400"/>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latin typeface="黑体" panose="02010600030101010101" charset="-122"/>
              <a:ea typeface="黑体" panose="02010600030101010101" charset="-122"/>
            </a:endParaRPr>
          </a:p>
        </p:txBody>
      </p:sp>
      <p:sp>
        <p:nvSpPr>
          <p:cNvPr id="25" name="椭圆 24"/>
          <p:cNvSpPr/>
          <p:nvPr/>
        </p:nvSpPr>
        <p:spPr>
          <a:xfrm>
            <a:off x="4156315" y="3306723"/>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latin typeface="黑体" panose="02010600030101010101" charset="-122"/>
              <a:ea typeface="黑体" panose="02010600030101010101" charset="-122"/>
            </a:endParaRPr>
          </a:p>
        </p:txBody>
      </p:sp>
      <p:sp>
        <p:nvSpPr>
          <p:cNvPr id="26" name="椭圆 25"/>
          <p:cNvSpPr/>
          <p:nvPr/>
        </p:nvSpPr>
        <p:spPr>
          <a:xfrm>
            <a:off x="4156315" y="3744086"/>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latin typeface="黑体" panose="02010600030101010101" charset="-122"/>
              <a:ea typeface="黑体" panose="02010600030101010101" charset="-122"/>
            </a:endParaRPr>
          </a:p>
        </p:txBody>
      </p:sp>
      <p:sp>
        <p:nvSpPr>
          <p:cNvPr id="27" name="椭圆 26"/>
          <p:cNvSpPr/>
          <p:nvPr/>
        </p:nvSpPr>
        <p:spPr>
          <a:xfrm>
            <a:off x="4156315" y="4181449"/>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latin typeface="黑体" panose="02010600030101010101" charset="-122"/>
              <a:ea typeface="黑体" panose="02010600030101010101" charset="-122"/>
            </a:endParaRPr>
          </a:p>
        </p:txBody>
      </p:sp>
      <p:sp>
        <p:nvSpPr>
          <p:cNvPr id="28" name="TextBox 27"/>
          <p:cNvSpPr txBox="1"/>
          <p:nvPr/>
        </p:nvSpPr>
        <p:spPr>
          <a:xfrm>
            <a:off x="4450203" y="2906617"/>
            <a:ext cx="1338828" cy="369332"/>
          </a:xfrm>
          <a:prstGeom prst="rect">
            <a:avLst/>
          </a:prstGeom>
          <a:noFill/>
        </p:spPr>
        <p:txBody>
          <a:bodyPr wrap="none" rtlCol="0">
            <a:spAutoFit/>
          </a:bodyPr>
          <a:lstStyle/>
          <a:p>
            <a:r>
              <a:rPr lang="en-US" altLang="zh-CN">
                <a:latin typeface="黑体" panose="02010600030101010101" charset="-122"/>
                <a:ea typeface="黑体" panose="02010600030101010101" charset="-122"/>
              </a:rPr>
              <a:t>2.</a:t>
            </a:r>
            <a:r>
              <a:rPr lang="zh-CN" altLang="en-US">
                <a:latin typeface="黑体" panose="02010600030101010101" charset="-122"/>
                <a:ea typeface="黑体" panose="02010600030101010101" charset="-122"/>
              </a:rPr>
              <a:t>研究内容</a:t>
            </a:r>
          </a:p>
        </p:txBody>
      </p:sp>
      <p:sp>
        <p:nvSpPr>
          <p:cNvPr id="30" name="椭圆 29"/>
          <p:cNvSpPr/>
          <p:nvPr/>
        </p:nvSpPr>
        <p:spPr>
          <a:xfrm>
            <a:off x="4156315" y="2934115"/>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latin typeface="黑体" panose="02010600030101010101" charset="-122"/>
              <a:ea typeface="黑体" panose="02010600030101010101" charset="-122"/>
            </a:endParaRPr>
          </a:p>
        </p:txBody>
      </p:sp>
    </p:spTree>
    <p:extLst>
      <p:ext uri="{BB962C8B-B14F-4D97-AF65-F5344CB8AC3E}">
        <p14:creationId xmlns:p14="http://schemas.microsoft.com/office/powerpoint/2010/main" val="297106846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ppt_x</p:attrName>
                                        </p:attrNameLst>
                                      </p:cBhvr>
                                      <p:tavLst>
                                        <p:tav tm="0">
                                          <p:val>
                                            <p:strVal val="#ppt_x+#ppt_w*1.125000"/>
                                          </p:val>
                                        </p:tav>
                                        <p:tav tm="100000">
                                          <p:val>
                                            <p:strVal val="#ppt_x"/>
                                          </p:val>
                                        </p:tav>
                                      </p:tavLst>
                                    </p:anim>
                                    <p:animEffect transition="in" filter="wipe(left)">
                                      <p:cBhvr>
                                        <p:cTn id="8" dur="500"/>
                                        <p:tgtEl>
                                          <p:spTgt spid="4"/>
                                        </p:tgtEl>
                                      </p:cBhvr>
                                    </p:animEffect>
                                  </p:childTnLst>
                                </p:cTn>
                              </p:par>
                            </p:childTnLst>
                          </p:cTn>
                        </p:par>
                        <p:par>
                          <p:cTn id="9" fill="hold">
                            <p:stCondLst>
                              <p:cond delay="500"/>
                            </p:stCondLst>
                            <p:childTnLst>
                              <p:par>
                                <p:cTn id="10" presetID="12" presetClass="entr" presetSubtype="2" fill="hold" nodeType="afterEffect">
                                  <p:stCondLst>
                                    <p:cond delay="0"/>
                                  </p:stCondLst>
                                  <p:childTnLst>
                                    <p:set>
                                      <p:cBhvr>
                                        <p:cTn id="11" dur="1" fill="hold">
                                          <p:stCondLst>
                                            <p:cond delay="0"/>
                                          </p:stCondLst>
                                        </p:cTn>
                                        <p:tgtEl>
                                          <p:spTgt spid="33"/>
                                        </p:tgtEl>
                                        <p:attrNameLst>
                                          <p:attrName>style.visibility</p:attrName>
                                        </p:attrNameLst>
                                      </p:cBhvr>
                                      <p:to>
                                        <p:strVal val="visible"/>
                                      </p:to>
                                    </p:set>
                                    <p:anim calcmode="lin" valueType="num">
                                      <p:cBhvr additive="base">
                                        <p:cTn id="12" dur="500"/>
                                        <p:tgtEl>
                                          <p:spTgt spid="33"/>
                                        </p:tgtEl>
                                        <p:attrNameLst>
                                          <p:attrName>ppt_x</p:attrName>
                                        </p:attrNameLst>
                                      </p:cBhvr>
                                      <p:tavLst>
                                        <p:tav tm="0">
                                          <p:val>
                                            <p:strVal val="#ppt_x+#ppt_w*1.125000"/>
                                          </p:val>
                                        </p:tav>
                                        <p:tav tm="100000">
                                          <p:val>
                                            <p:strVal val="#ppt_x"/>
                                          </p:val>
                                        </p:tav>
                                      </p:tavLst>
                                    </p:anim>
                                    <p:animEffect transition="in" filter="wipe(left)">
                                      <p:cBhvr>
                                        <p:cTn id="13" dur="500"/>
                                        <p:tgtEl>
                                          <p:spTgt spid="33"/>
                                        </p:tgtEl>
                                      </p:cBhvr>
                                    </p:animEffect>
                                  </p:childTnLst>
                                </p:cTn>
                              </p:par>
                              <p:par>
                                <p:cTn id="14" presetID="12" presetClass="entr" presetSubtype="8" fill="hold" grpId="0" nodeType="with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additive="base">
                                        <p:cTn id="16" dur="500"/>
                                        <p:tgtEl>
                                          <p:spTgt spid="2"/>
                                        </p:tgtEl>
                                        <p:attrNameLst>
                                          <p:attrName>ppt_x</p:attrName>
                                        </p:attrNameLst>
                                      </p:cBhvr>
                                      <p:tavLst>
                                        <p:tav tm="0">
                                          <p:val>
                                            <p:strVal val="#ppt_x-#ppt_w*1.125000"/>
                                          </p:val>
                                        </p:tav>
                                        <p:tav tm="100000">
                                          <p:val>
                                            <p:strVal val="#ppt_x"/>
                                          </p:val>
                                        </p:tav>
                                      </p:tavLst>
                                    </p:anim>
                                    <p:animEffect transition="in" filter="wipe(right)">
                                      <p:cBhvr>
                                        <p:cTn id="17" dur="500"/>
                                        <p:tgtEl>
                                          <p:spTgt spid="2"/>
                                        </p:tgtEl>
                                      </p:cBhvr>
                                    </p:animEffect>
                                  </p:childTnLst>
                                </p:cTn>
                              </p:par>
                              <p:par>
                                <p:cTn id="18" presetID="12" presetClass="entr" presetSubtype="8" fill="hold" grpId="0" nodeType="withEffect">
                                  <p:stCondLst>
                                    <p:cond delay="0"/>
                                  </p:stCondLst>
                                  <p:childTnLst>
                                    <p:set>
                                      <p:cBhvr>
                                        <p:cTn id="19" dur="1" fill="hold">
                                          <p:stCondLst>
                                            <p:cond delay="0"/>
                                          </p:stCondLst>
                                        </p:cTn>
                                        <p:tgtEl>
                                          <p:spTgt spid="24"/>
                                        </p:tgtEl>
                                        <p:attrNameLst>
                                          <p:attrName>style.visibility</p:attrName>
                                        </p:attrNameLst>
                                      </p:cBhvr>
                                      <p:to>
                                        <p:strVal val="visible"/>
                                      </p:to>
                                    </p:set>
                                    <p:anim calcmode="lin" valueType="num">
                                      <p:cBhvr additive="base">
                                        <p:cTn id="20" dur="500"/>
                                        <p:tgtEl>
                                          <p:spTgt spid="24"/>
                                        </p:tgtEl>
                                        <p:attrNameLst>
                                          <p:attrName>ppt_x</p:attrName>
                                        </p:attrNameLst>
                                      </p:cBhvr>
                                      <p:tavLst>
                                        <p:tav tm="0">
                                          <p:val>
                                            <p:strVal val="#ppt_x-#ppt_w*1.125000"/>
                                          </p:val>
                                        </p:tav>
                                        <p:tav tm="100000">
                                          <p:val>
                                            <p:strVal val="#ppt_x"/>
                                          </p:val>
                                        </p:tav>
                                      </p:tavLst>
                                    </p:anim>
                                    <p:animEffect transition="in" filter="wipe(right)">
                                      <p:cBhvr>
                                        <p:cTn id="21" dur="500"/>
                                        <p:tgtEl>
                                          <p:spTgt spid="24"/>
                                        </p:tgtEl>
                                      </p:cBhvr>
                                    </p:animEffect>
                                  </p:childTnLst>
                                </p:cTn>
                              </p:par>
                              <p:par>
                                <p:cTn id="22" presetID="12" presetClass="entr" presetSubtype="8" fill="hold" grpId="0" nodeType="withEffect">
                                  <p:stCondLst>
                                    <p:cond delay="0"/>
                                  </p:stCondLst>
                                  <p:childTnLst>
                                    <p:set>
                                      <p:cBhvr>
                                        <p:cTn id="23" dur="1" fill="hold">
                                          <p:stCondLst>
                                            <p:cond delay="0"/>
                                          </p:stCondLst>
                                        </p:cTn>
                                        <p:tgtEl>
                                          <p:spTgt spid="25"/>
                                        </p:tgtEl>
                                        <p:attrNameLst>
                                          <p:attrName>style.visibility</p:attrName>
                                        </p:attrNameLst>
                                      </p:cBhvr>
                                      <p:to>
                                        <p:strVal val="visible"/>
                                      </p:to>
                                    </p:set>
                                    <p:anim calcmode="lin" valueType="num">
                                      <p:cBhvr additive="base">
                                        <p:cTn id="24" dur="500"/>
                                        <p:tgtEl>
                                          <p:spTgt spid="25"/>
                                        </p:tgtEl>
                                        <p:attrNameLst>
                                          <p:attrName>ppt_x</p:attrName>
                                        </p:attrNameLst>
                                      </p:cBhvr>
                                      <p:tavLst>
                                        <p:tav tm="0">
                                          <p:val>
                                            <p:strVal val="#ppt_x-#ppt_w*1.125000"/>
                                          </p:val>
                                        </p:tav>
                                        <p:tav tm="100000">
                                          <p:val>
                                            <p:strVal val="#ppt_x"/>
                                          </p:val>
                                        </p:tav>
                                      </p:tavLst>
                                    </p:anim>
                                    <p:animEffect transition="in" filter="wipe(right)">
                                      <p:cBhvr>
                                        <p:cTn id="25" dur="500"/>
                                        <p:tgtEl>
                                          <p:spTgt spid="25"/>
                                        </p:tgtEl>
                                      </p:cBhvr>
                                    </p:animEffect>
                                  </p:childTnLst>
                                </p:cTn>
                              </p:par>
                              <p:par>
                                <p:cTn id="26" presetID="12" presetClass="entr" presetSubtype="8"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anim calcmode="lin" valueType="num">
                                      <p:cBhvr additive="base">
                                        <p:cTn id="28" dur="500"/>
                                        <p:tgtEl>
                                          <p:spTgt spid="26"/>
                                        </p:tgtEl>
                                        <p:attrNameLst>
                                          <p:attrName>ppt_x</p:attrName>
                                        </p:attrNameLst>
                                      </p:cBhvr>
                                      <p:tavLst>
                                        <p:tav tm="0">
                                          <p:val>
                                            <p:strVal val="#ppt_x-#ppt_w*1.125000"/>
                                          </p:val>
                                        </p:tav>
                                        <p:tav tm="100000">
                                          <p:val>
                                            <p:strVal val="#ppt_x"/>
                                          </p:val>
                                        </p:tav>
                                      </p:tavLst>
                                    </p:anim>
                                    <p:animEffect transition="in" filter="wipe(right)">
                                      <p:cBhvr>
                                        <p:cTn id="29" dur="500"/>
                                        <p:tgtEl>
                                          <p:spTgt spid="26"/>
                                        </p:tgtEl>
                                      </p:cBhvr>
                                    </p:animEffect>
                                  </p:childTnLst>
                                </p:cTn>
                              </p:par>
                              <p:par>
                                <p:cTn id="30" presetID="12" presetClass="entr" presetSubtype="8"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 calcmode="lin" valueType="num">
                                      <p:cBhvr additive="base">
                                        <p:cTn id="32" dur="500"/>
                                        <p:tgtEl>
                                          <p:spTgt spid="27"/>
                                        </p:tgtEl>
                                        <p:attrNameLst>
                                          <p:attrName>ppt_x</p:attrName>
                                        </p:attrNameLst>
                                      </p:cBhvr>
                                      <p:tavLst>
                                        <p:tav tm="0">
                                          <p:val>
                                            <p:strVal val="#ppt_x-#ppt_w*1.125000"/>
                                          </p:val>
                                        </p:tav>
                                        <p:tav tm="100000">
                                          <p:val>
                                            <p:strVal val="#ppt_x"/>
                                          </p:val>
                                        </p:tav>
                                      </p:tavLst>
                                    </p:anim>
                                    <p:animEffect transition="in" filter="wipe(right)">
                                      <p:cBhvr>
                                        <p:cTn id="33" dur="500"/>
                                        <p:tgtEl>
                                          <p:spTgt spid="27"/>
                                        </p:tgtEl>
                                      </p:cBhvr>
                                    </p:animEffect>
                                  </p:childTnLst>
                                </p:cTn>
                              </p:par>
                              <p:par>
                                <p:cTn id="34" presetID="12" presetClass="entr" presetSubtype="8" fill="hold" grpId="0" nodeType="withEffect">
                                  <p:stCondLst>
                                    <p:cond delay="300"/>
                                  </p:stCondLst>
                                  <p:childTnLst>
                                    <p:set>
                                      <p:cBhvr>
                                        <p:cTn id="35" dur="1" fill="hold">
                                          <p:stCondLst>
                                            <p:cond delay="0"/>
                                          </p:stCondLst>
                                        </p:cTn>
                                        <p:tgtEl>
                                          <p:spTgt spid="15"/>
                                        </p:tgtEl>
                                        <p:attrNameLst>
                                          <p:attrName>style.visibility</p:attrName>
                                        </p:attrNameLst>
                                      </p:cBhvr>
                                      <p:to>
                                        <p:strVal val="visible"/>
                                      </p:to>
                                    </p:set>
                                    <p:anim calcmode="lin" valueType="num">
                                      <p:cBhvr additive="base">
                                        <p:cTn id="36" dur="500"/>
                                        <p:tgtEl>
                                          <p:spTgt spid="15"/>
                                        </p:tgtEl>
                                        <p:attrNameLst>
                                          <p:attrName>ppt_x</p:attrName>
                                        </p:attrNameLst>
                                      </p:cBhvr>
                                      <p:tavLst>
                                        <p:tav tm="0">
                                          <p:val>
                                            <p:strVal val="#ppt_x-#ppt_w*1.125000"/>
                                          </p:val>
                                        </p:tav>
                                        <p:tav tm="100000">
                                          <p:val>
                                            <p:strVal val="#ppt_x"/>
                                          </p:val>
                                        </p:tav>
                                      </p:tavLst>
                                    </p:anim>
                                    <p:animEffect transition="in" filter="wipe(right)">
                                      <p:cBhvr>
                                        <p:cTn id="37" dur="500"/>
                                        <p:tgtEl>
                                          <p:spTgt spid="15"/>
                                        </p:tgtEl>
                                      </p:cBhvr>
                                    </p:animEffect>
                                  </p:childTnLst>
                                </p:cTn>
                              </p:par>
                              <p:par>
                                <p:cTn id="38" presetID="12" presetClass="entr" presetSubtype="8" fill="hold" grpId="0" nodeType="withEffect">
                                  <p:stCondLst>
                                    <p:cond delay="300"/>
                                  </p:stCondLst>
                                  <p:childTnLst>
                                    <p:set>
                                      <p:cBhvr>
                                        <p:cTn id="39" dur="1" fill="hold">
                                          <p:stCondLst>
                                            <p:cond delay="0"/>
                                          </p:stCondLst>
                                        </p:cTn>
                                        <p:tgtEl>
                                          <p:spTgt spid="16"/>
                                        </p:tgtEl>
                                        <p:attrNameLst>
                                          <p:attrName>style.visibility</p:attrName>
                                        </p:attrNameLst>
                                      </p:cBhvr>
                                      <p:to>
                                        <p:strVal val="visible"/>
                                      </p:to>
                                    </p:set>
                                    <p:anim calcmode="lin" valueType="num">
                                      <p:cBhvr additive="base">
                                        <p:cTn id="40" dur="500"/>
                                        <p:tgtEl>
                                          <p:spTgt spid="16"/>
                                        </p:tgtEl>
                                        <p:attrNameLst>
                                          <p:attrName>ppt_x</p:attrName>
                                        </p:attrNameLst>
                                      </p:cBhvr>
                                      <p:tavLst>
                                        <p:tav tm="0">
                                          <p:val>
                                            <p:strVal val="#ppt_x-#ppt_w*1.125000"/>
                                          </p:val>
                                        </p:tav>
                                        <p:tav tm="100000">
                                          <p:val>
                                            <p:strVal val="#ppt_x"/>
                                          </p:val>
                                        </p:tav>
                                      </p:tavLst>
                                    </p:anim>
                                    <p:animEffect transition="in" filter="wipe(right)">
                                      <p:cBhvr>
                                        <p:cTn id="41" dur="500"/>
                                        <p:tgtEl>
                                          <p:spTgt spid="16"/>
                                        </p:tgtEl>
                                      </p:cBhvr>
                                    </p:animEffect>
                                  </p:childTnLst>
                                </p:cTn>
                              </p:par>
                              <p:par>
                                <p:cTn id="42" presetID="12" presetClass="entr" presetSubtype="8" fill="hold" grpId="0" nodeType="withEffect">
                                  <p:stCondLst>
                                    <p:cond delay="300"/>
                                  </p:stCondLst>
                                  <p:childTnLst>
                                    <p:set>
                                      <p:cBhvr>
                                        <p:cTn id="43" dur="1" fill="hold">
                                          <p:stCondLst>
                                            <p:cond delay="0"/>
                                          </p:stCondLst>
                                        </p:cTn>
                                        <p:tgtEl>
                                          <p:spTgt spid="17"/>
                                        </p:tgtEl>
                                        <p:attrNameLst>
                                          <p:attrName>style.visibility</p:attrName>
                                        </p:attrNameLst>
                                      </p:cBhvr>
                                      <p:to>
                                        <p:strVal val="visible"/>
                                      </p:to>
                                    </p:set>
                                    <p:anim calcmode="lin" valueType="num">
                                      <p:cBhvr additive="base">
                                        <p:cTn id="44" dur="500"/>
                                        <p:tgtEl>
                                          <p:spTgt spid="17"/>
                                        </p:tgtEl>
                                        <p:attrNameLst>
                                          <p:attrName>ppt_x</p:attrName>
                                        </p:attrNameLst>
                                      </p:cBhvr>
                                      <p:tavLst>
                                        <p:tav tm="0">
                                          <p:val>
                                            <p:strVal val="#ppt_x-#ppt_w*1.125000"/>
                                          </p:val>
                                        </p:tav>
                                        <p:tav tm="100000">
                                          <p:val>
                                            <p:strVal val="#ppt_x"/>
                                          </p:val>
                                        </p:tav>
                                      </p:tavLst>
                                    </p:anim>
                                    <p:animEffect transition="in" filter="wipe(right)">
                                      <p:cBhvr>
                                        <p:cTn id="45" dur="500"/>
                                        <p:tgtEl>
                                          <p:spTgt spid="17"/>
                                        </p:tgtEl>
                                      </p:cBhvr>
                                    </p:animEffect>
                                  </p:childTnLst>
                                </p:cTn>
                              </p:par>
                              <p:par>
                                <p:cTn id="46" presetID="12" presetClass="entr" presetSubtype="8" fill="hold" grpId="0" nodeType="withEffect">
                                  <p:stCondLst>
                                    <p:cond delay="300"/>
                                  </p:stCondLst>
                                  <p:childTnLst>
                                    <p:set>
                                      <p:cBhvr>
                                        <p:cTn id="47" dur="1" fill="hold">
                                          <p:stCondLst>
                                            <p:cond delay="0"/>
                                          </p:stCondLst>
                                        </p:cTn>
                                        <p:tgtEl>
                                          <p:spTgt spid="18"/>
                                        </p:tgtEl>
                                        <p:attrNameLst>
                                          <p:attrName>style.visibility</p:attrName>
                                        </p:attrNameLst>
                                      </p:cBhvr>
                                      <p:to>
                                        <p:strVal val="visible"/>
                                      </p:to>
                                    </p:set>
                                    <p:anim calcmode="lin" valueType="num">
                                      <p:cBhvr additive="base">
                                        <p:cTn id="48" dur="500"/>
                                        <p:tgtEl>
                                          <p:spTgt spid="18"/>
                                        </p:tgtEl>
                                        <p:attrNameLst>
                                          <p:attrName>ppt_x</p:attrName>
                                        </p:attrNameLst>
                                      </p:cBhvr>
                                      <p:tavLst>
                                        <p:tav tm="0">
                                          <p:val>
                                            <p:strVal val="#ppt_x-#ppt_w*1.125000"/>
                                          </p:val>
                                        </p:tav>
                                        <p:tav tm="100000">
                                          <p:val>
                                            <p:strVal val="#ppt_x"/>
                                          </p:val>
                                        </p:tav>
                                      </p:tavLst>
                                    </p:anim>
                                    <p:animEffect transition="in" filter="wipe(right)">
                                      <p:cBhvr>
                                        <p:cTn id="49" dur="500"/>
                                        <p:tgtEl>
                                          <p:spTgt spid="18"/>
                                        </p:tgtEl>
                                      </p:cBhvr>
                                    </p:animEffect>
                                  </p:childTnLst>
                                </p:cTn>
                              </p:par>
                              <p:par>
                                <p:cTn id="50" presetID="12" presetClass="entr" presetSubtype="8" fill="hold" grpId="0" nodeType="withEffect">
                                  <p:stCondLst>
                                    <p:cond delay="0"/>
                                  </p:stCondLst>
                                  <p:childTnLst>
                                    <p:set>
                                      <p:cBhvr>
                                        <p:cTn id="51" dur="1" fill="hold">
                                          <p:stCondLst>
                                            <p:cond delay="0"/>
                                          </p:stCondLst>
                                        </p:cTn>
                                        <p:tgtEl>
                                          <p:spTgt spid="30"/>
                                        </p:tgtEl>
                                        <p:attrNameLst>
                                          <p:attrName>style.visibility</p:attrName>
                                        </p:attrNameLst>
                                      </p:cBhvr>
                                      <p:to>
                                        <p:strVal val="visible"/>
                                      </p:to>
                                    </p:set>
                                    <p:anim calcmode="lin" valueType="num">
                                      <p:cBhvr additive="base">
                                        <p:cTn id="52" dur="500"/>
                                        <p:tgtEl>
                                          <p:spTgt spid="30"/>
                                        </p:tgtEl>
                                        <p:attrNameLst>
                                          <p:attrName>ppt_x</p:attrName>
                                        </p:attrNameLst>
                                      </p:cBhvr>
                                      <p:tavLst>
                                        <p:tav tm="0">
                                          <p:val>
                                            <p:strVal val="#ppt_x-#ppt_w*1.125000"/>
                                          </p:val>
                                        </p:tav>
                                        <p:tav tm="100000">
                                          <p:val>
                                            <p:strVal val="#ppt_x"/>
                                          </p:val>
                                        </p:tav>
                                      </p:tavLst>
                                    </p:anim>
                                    <p:animEffect transition="in" filter="wipe(right)">
                                      <p:cBhvr>
                                        <p:cTn id="53" dur="500"/>
                                        <p:tgtEl>
                                          <p:spTgt spid="30"/>
                                        </p:tgtEl>
                                      </p:cBhvr>
                                    </p:animEffect>
                                  </p:childTnLst>
                                </p:cTn>
                              </p:par>
                              <p:par>
                                <p:cTn id="54" presetID="12" presetClass="entr" presetSubtype="8" fill="hold" grpId="0" nodeType="withEffect">
                                  <p:stCondLst>
                                    <p:cond delay="300"/>
                                  </p:stCondLst>
                                  <p:childTnLst>
                                    <p:set>
                                      <p:cBhvr>
                                        <p:cTn id="55" dur="1" fill="hold">
                                          <p:stCondLst>
                                            <p:cond delay="0"/>
                                          </p:stCondLst>
                                        </p:cTn>
                                        <p:tgtEl>
                                          <p:spTgt spid="28"/>
                                        </p:tgtEl>
                                        <p:attrNameLst>
                                          <p:attrName>style.visibility</p:attrName>
                                        </p:attrNameLst>
                                      </p:cBhvr>
                                      <p:to>
                                        <p:strVal val="visible"/>
                                      </p:to>
                                    </p:set>
                                    <p:anim calcmode="lin" valueType="num">
                                      <p:cBhvr additive="base">
                                        <p:cTn id="56" dur="500"/>
                                        <p:tgtEl>
                                          <p:spTgt spid="28"/>
                                        </p:tgtEl>
                                        <p:attrNameLst>
                                          <p:attrName>ppt_x</p:attrName>
                                        </p:attrNameLst>
                                      </p:cBhvr>
                                      <p:tavLst>
                                        <p:tav tm="0">
                                          <p:val>
                                            <p:strVal val="#ppt_x-#ppt_w*1.125000"/>
                                          </p:val>
                                        </p:tav>
                                        <p:tav tm="100000">
                                          <p:val>
                                            <p:strVal val="#ppt_x"/>
                                          </p:val>
                                        </p:tav>
                                      </p:tavLst>
                                    </p:anim>
                                    <p:animEffect transition="in" filter="wipe(right)">
                                      <p:cBhvr>
                                        <p:cTn id="5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p:bldP spid="15" grpId="0"/>
      <p:bldP spid="16" grpId="0"/>
      <p:bldP spid="17" grpId="0"/>
      <p:bldP spid="18" grpId="0"/>
      <p:bldP spid="24" grpId="0" animBg="1"/>
      <p:bldP spid="25" grpId="0" animBg="1"/>
      <p:bldP spid="26" grpId="0" animBg="1"/>
      <p:bldP spid="27" grpId="0" animBg="1"/>
      <p:bldP spid="28" grpId="0"/>
      <p:bldP spid="30"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469493"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软件、软件产业与软件企业 </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707886"/>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400" dirty="0">
                <a:solidFill>
                  <a:srgbClr val="000000"/>
                </a:solidFill>
                <a:latin typeface="华文楷体" panose="02010600040101010101" pitchFamily="2" charset="-122"/>
                <a:ea typeface="华文楷体" panose="02010600040101010101" pitchFamily="2" charset="-122"/>
              </a:rPr>
              <a:t>1.1 </a:t>
            </a:r>
            <a:r>
              <a:rPr lang="zh-CN" altLang="en-US" sz="1400" dirty="0">
                <a:solidFill>
                  <a:srgbClr val="000000"/>
                </a:solidFill>
                <a:latin typeface="华文楷体" panose="02010600040101010101" pitchFamily="2" charset="-122"/>
                <a:ea typeface="华文楷体" panose="02010600040101010101" pitchFamily="2" charset="-122"/>
              </a:rPr>
              <a:t>软件及其分类与特点</a:t>
            </a:r>
            <a:endParaRPr lang="en-US" altLang="zh-CN" sz="140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endParaRPr lang="zh-CN" altLang="en-US" sz="1400"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423174391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469493"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软件、软件产业与软件企业 </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293209"/>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软件：信息产品，无形性、抽象性、可复制性、共享性，是一种逻辑的实体而非物理实体。</a:t>
            </a:r>
          </a:p>
          <a:p>
            <a:pPr marL="285750" indent="-285750" algn="just">
              <a:lnSpc>
                <a:spcPct val="150000"/>
              </a:lnSpc>
              <a:buFont typeface="Arial" panose="020B0604020202020204" pitchFamily="34" charset="0"/>
              <a:buChar char="•"/>
            </a:pPr>
            <a:r>
              <a:rPr lang="zh-CN" altLang="en-US" sz="1400" b="1" dirty="0">
                <a:solidFill>
                  <a:srgbClr val="0000FF"/>
                </a:solidFill>
                <a:latin typeface="华文楷体" panose="02010600040101010101" pitchFamily="2" charset="-122"/>
                <a:ea typeface="华文楷体" panose="02010600040101010101" pitchFamily="2" charset="-122"/>
              </a:rPr>
              <a:t>生产方式</a:t>
            </a:r>
          </a:p>
          <a:p>
            <a:pPr marL="742950" lvl="1"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软件是设计开发的，而不是传统意义上生产制造的；</a:t>
            </a:r>
          </a:p>
          <a:p>
            <a:pPr marL="742950" lvl="1"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虽然整个工业向着基于构件的构造模式发展，然而大多数软件仍是采用用户定制的方式。</a:t>
            </a:r>
          </a:p>
          <a:p>
            <a:pPr marL="285750" indent="-285750" algn="just">
              <a:lnSpc>
                <a:spcPct val="150000"/>
              </a:lnSpc>
              <a:buFont typeface="Arial" panose="020B0604020202020204" pitchFamily="34" charset="0"/>
              <a:buChar char="•"/>
            </a:pPr>
            <a:r>
              <a:rPr lang="zh-CN" altLang="en-US" sz="1400" b="1" dirty="0">
                <a:solidFill>
                  <a:srgbClr val="0000FF"/>
                </a:solidFill>
                <a:latin typeface="华文楷体" panose="02010600040101010101" pitchFamily="2" charset="-122"/>
                <a:ea typeface="华文楷体" panose="02010600040101010101" pitchFamily="2" charset="-122"/>
              </a:rPr>
              <a:t>创新</a:t>
            </a:r>
            <a:r>
              <a:rPr lang="zh-CN" altLang="en-US" sz="1400" dirty="0">
                <a:solidFill>
                  <a:srgbClr val="000000"/>
                </a:solidFill>
                <a:latin typeface="华文楷体" panose="02010600040101010101" pitchFamily="2" charset="-122"/>
                <a:ea typeface="华文楷体" panose="02010600040101010101" pitchFamily="2" charset="-122"/>
              </a:rPr>
              <a:t>是软件产品发展和企业竞争的焦点。</a:t>
            </a:r>
            <a:endParaRPr lang="en-US" altLang="zh-CN" sz="14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使用过程：软件不会“磨损”但会退化</a:t>
            </a:r>
          </a:p>
          <a:p>
            <a:pPr marL="285750"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成本构成</a:t>
            </a:r>
          </a:p>
          <a:p>
            <a:pPr marL="742950" lvl="1"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软件需开发成本、销售成本、维护成本，但无需库存成本；</a:t>
            </a:r>
          </a:p>
          <a:p>
            <a:pPr marL="742950" lvl="1"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人力成本占开发成本中绝大比例。</a:t>
            </a:r>
          </a:p>
          <a:p>
            <a:pPr marL="285750"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其他：软件生产的进入壁垒低、销售采用捆绑式营销策略等。</a:t>
            </a:r>
          </a:p>
        </p:txBody>
      </p:sp>
    </p:spTree>
    <p:extLst>
      <p:ext uri="{BB962C8B-B14F-4D97-AF65-F5344CB8AC3E}">
        <p14:creationId xmlns:p14="http://schemas.microsoft.com/office/powerpoint/2010/main" val="284312351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469493"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软件、软件产业与软件企业 </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61637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400" b="1" dirty="0">
                <a:solidFill>
                  <a:srgbClr val="0000FF"/>
                </a:solidFill>
                <a:latin typeface="华文楷体" panose="02010600040101010101" pitchFamily="2" charset="-122"/>
                <a:ea typeface="华文楷体" panose="02010600040101010101" pitchFamily="2" charset="-122"/>
              </a:rPr>
              <a:t>创新</a:t>
            </a:r>
            <a:r>
              <a:rPr lang="zh-CN" altLang="en-US" sz="1400" dirty="0">
                <a:solidFill>
                  <a:srgbClr val="000000"/>
                </a:solidFill>
                <a:latin typeface="华文楷体" panose="02010600040101010101" pitchFamily="2" charset="-122"/>
                <a:ea typeface="华文楷体" panose="02010600040101010101" pitchFamily="2" charset="-122"/>
              </a:rPr>
              <a:t>是软件产品发展和企业竞争的焦点。</a:t>
            </a:r>
            <a:endParaRPr lang="en-US" altLang="zh-CN" sz="14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endParaRPr lang="en-US" altLang="zh-CN" sz="14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endParaRPr lang="en-US" altLang="zh-CN" sz="14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endParaRPr lang="en-US" altLang="zh-CN" sz="14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endParaRPr lang="en-US" altLang="zh-CN" sz="14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endParaRPr lang="en-US" altLang="zh-CN" sz="14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endParaRPr lang="en-US" altLang="zh-CN" sz="14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endParaRPr lang="en-US" altLang="zh-CN" sz="14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endParaRPr lang="en-US" altLang="zh-CN" sz="14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endParaRPr lang="en-US" altLang="zh-CN" sz="14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endParaRPr lang="zh-CN" altLang="en-US" sz="1400" dirty="0">
              <a:solidFill>
                <a:srgbClr val="000000"/>
              </a:solidFill>
              <a:latin typeface="华文楷体" panose="02010600040101010101" pitchFamily="2" charset="-122"/>
              <a:ea typeface="华文楷体" panose="02010600040101010101" pitchFamily="2" charset="-122"/>
            </a:endParaRPr>
          </a:p>
        </p:txBody>
      </p:sp>
      <p:pic>
        <p:nvPicPr>
          <p:cNvPr id="1028" name="Picture 4">
            <a:extLst>
              <a:ext uri="{FF2B5EF4-FFF2-40B4-BE49-F238E27FC236}">
                <a16:creationId xmlns:a16="http://schemas.microsoft.com/office/drawing/2014/main" id="{BDB2B7C8-8B1B-E6C6-241F-887A94D952B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94805" y="1300403"/>
            <a:ext cx="2364569" cy="177342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D3AB3850-AD52-02F2-6C2A-8D63BB2F24E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37823" y="1300402"/>
            <a:ext cx="3318694" cy="1773427"/>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AB331B4E-2242-2221-3787-D67E339BC1D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053481" y="3319613"/>
            <a:ext cx="1392093" cy="928787"/>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9D344D63-5B32-CE29-FF30-D144FE98D822}"/>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875953" y="3327527"/>
            <a:ext cx="1392093" cy="928787"/>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62A143EF-5B6F-6C70-184D-032695F827C9}"/>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698425" y="3319614"/>
            <a:ext cx="1493527" cy="9287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763038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469493"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软件、软件产业与软件企业 </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970044"/>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软件生产仍然需要大量的手工操作。</a:t>
            </a:r>
            <a:endParaRPr lang="en-US" altLang="zh-CN" sz="14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智能代码补全工具</a:t>
            </a:r>
            <a:endParaRPr lang="en-US" altLang="zh-CN" sz="14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en-US" altLang="zh-CN" sz="1400" dirty="0">
                <a:solidFill>
                  <a:srgbClr val="000000"/>
                </a:solidFill>
                <a:latin typeface="华文楷体" panose="02010600040101010101" pitchFamily="2" charset="-122"/>
                <a:ea typeface="华文楷体" panose="02010600040101010101" pitchFamily="2" charset="-122"/>
              </a:rPr>
              <a:t>GitHub Copilot</a:t>
            </a:r>
          </a:p>
          <a:p>
            <a:pPr marL="742950" lvl="1" indent="-285750" algn="just">
              <a:lnSpc>
                <a:spcPct val="150000"/>
              </a:lnSpc>
              <a:buFont typeface="Arial" panose="020B0604020202020204" pitchFamily="34" charset="0"/>
              <a:buChar char="•"/>
            </a:pPr>
            <a:r>
              <a:rPr lang="en-US" altLang="zh-CN" sz="1400" dirty="0">
                <a:solidFill>
                  <a:srgbClr val="000000"/>
                </a:solidFill>
                <a:latin typeface="华文楷体" panose="02010600040101010101" pitchFamily="2" charset="-122"/>
                <a:ea typeface="华文楷体" panose="02010600040101010101" pitchFamily="2" charset="-122"/>
              </a:rPr>
              <a:t>Visual Studio</a:t>
            </a:r>
          </a:p>
          <a:p>
            <a:pPr marL="742950" lvl="1" indent="-285750" algn="just">
              <a:lnSpc>
                <a:spcPct val="150000"/>
              </a:lnSpc>
              <a:buFont typeface="Arial" panose="020B0604020202020204" pitchFamily="34" charset="0"/>
              <a:buChar char="•"/>
            </a:pPr>
            <a:r>
              <a:rPr lang="en-US" altLang="zh-CN" sz="1400" dirty="0">
                <a:solidFill>
                  <a:srgbClr val="000000"/>
                </a:solidFill>
                <a:latin typeface="华文楷体" panose="02010600040101010101" pitchFamily="2" charset="-122"/>
                <a:ea typeface="华文楷体" panose="02010600040101010101" pitchFamily="2" charset="-122"/>
              </a:rPr>
              <a:t>…</a:t>
            </a:r>
          </a:p>
          <a:p>
            <a:pPr marL="285750" indent="-285750" algn="just">
              <a:lnSpc>
                <a:spcPct val="150000"/>
              </a:lnSpc>
              <a:buFont typeface="Arial" panose="020B0604020202020204" pitchFamily="34" charset="0"/>
              <a:buChar char="•"/>
            </a:pPr>
            <a:endParaRPr lang="en-US" altLang="zh-CN" sz="14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endParaRPr lang="en-US" altLang="zh-CN" sz="14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endParaRPr lang="en-US" altLang="zh-CN" sz="14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endParaRPr lang="zh-CN" altLang="en-US" sz="1400" dirty="0">
              <a:solidFill>
                <a:srgbClr val="000000"/>
              </a:solidFill>
              <a:latin typeface="华文楷体" panose="02010600040101010101" pitchFamily="2" charset="-122"/>
              <a:ea typeface="华文楷体" panose="02010600040101010101" pitchFamily="2" charset="-122"/>
            </a:endParaRPr>
          </a:p>
        </p:txBody>
      </p:sp>
      <p:pic>
        <p:nvPicPr>
          <p:cNvPr id="9" name="图片 8" descr="图形用户界面, 文本, 应用程序">
            <a:extLst>
              <a:ext uri="{FF2B5EF4-FFF2-40B4-BE49-F238E27FC236}">
                <a16:creationId xmlns:a16="http://schemas.microsoft.com/office/drawing/2014/main" id="{D124F707-0822-79F6-CB42-2996BF933A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99402" y="1398493"/>
            <a:ext cx="5063695" cy="3506015"/>
          </a:xfrm>
          <a:prstGeom prst="rect">
            <a:avLst/>
          </a:prstGeom>
        </p:spPr>
      </p:pic>
    </p:spTree>
    <p:extLst>
      <p:ext uri="{BB962C8B-B14F-4D97-AF65-F5344CB8AC3E}">
        <p14:creationId xmlns:p14="http://schemas.microsoft.com/office/powerpoint/2010/main" val="325017079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469493"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软件、软件产业与软件企业 </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67738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使用过程：软件不会“磨损”但会退化</a:t>
            </a:r>
          </a:p>
          <a:p>
            <a:pPr marL="285750"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成本构成</a:t>
            </a:r>
          </a:p>
          <a:p>
            <a:pPr marL="742950" lvl="1"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软件需开发成本、销售成本、维护成本，但无需库存成本；</a:t>
            </a:r>
          </a:p>
          <a:p>
            <a:pPr marL="742950" lvl="1"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人力成本占开发成本中绝大比例。</a:t>
            </a:r>
          </a:p>
          <a:p>
            <a:pPr marL="285750"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其他：软件生产的进入壁垒低、销售采用捆绑式营销策略等。</a:t>
            </a:r>
          </a:p>
        </p:txBody>
      </p:sp>
    </p:spTree>
    <p:extLst>
      <p:ext uri="{BB962C8B-B14F-4D97-AF65-F5344CB8AC3E}">
        <p14:creationId xmlns:p14="http://schemas.microsoft.com/office/powerpoint/2010/main" val="339022127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608406"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软件企业的特点</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420775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市场准入门槛低</a:t>
            </a: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高收益和高风险</a:t>
            </a: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资产结构特殊</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资产是企业拥有和控制的，能给企业带来经济效益的资源。</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分为流动资产、固定资产、无形资产</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无形资产：技术、专利、商标、商誉等</a:t>
            </a: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成本结构中人力成本大</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成本结构：劳动资料消耗、劳动对象消耗、劳动力成本</a:t>
            </a: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技术更新速度快</a:t>
            </a: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注重售前和售后服务等</a:t>
            </a:r>
          </a:p>
        </p:txBody>
      </p:sp>
    </p:spTree>
    <p:extLst>
      <p:ext uri="{BB962C8B-B14F-4D97-AF65-F5344CB8AC3E}">
        <p14:creationId xmlns:p14="http://schemas.microsoft.com/office/powerpoint/2010/main" val="85030822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39650"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国内对软件企业的税率优惠</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79579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a:solidFill>
                  <a:srgbClr val="000000"/>
                </a:solidFill>
                <a:latin typeface="华文楷体" panose="02010600040101010101" pitchFamily="2" charset="-122"/>
                <a:ea typeface="华文楷体" panose="02010600040101010101" pitchFamily="2" charset="-122"/>
              </a:rPr>
              <a:t>在中国，企业所得税的税率在</a:t>
            </a:r>
            <a:r>
              <a:rPr lang="en-US" altLang="zh-CN" sz="1600">
                <a:solidFill>
                  <a:srgbClr val="000000"/>
                </a:solidFill>
                <a:latin typeface="华文楷体" panose="02010600040101010101" pitchFamily="2" charset="-122"/>
                <a:ea typeface="华文楷体" panose="02010600040101010101" pitchFamily="2" charset="-122"/>
              </a:rPr>
              <a:t>25%</a:t>
            </a:r>
            <a:r>
              <a:rPr lang="zh-CN" altLang="en-US" sz="1600">
                <a:solidFill>
                  <a:srgbClr val="000000"/>
                </a:solidFill>
                <a:latin typeface="华文楷体" panose="02010600040101010101" pitchFamily="2" charset="-122"/>
                <a:ea typeface="华文楷体" panose="02010600040101010101" pitchFamily="2" charset="-122"/>
              </a:rPr>
              <a:t>，阿里、腾讯多年来享受税收优惠政策，有的业务享受最低</a:t>
            </a:r>
            <a:r>
              <a:rPr lang="en-US" altLang="zh-CN" sz="1600">
                <a:solidFill>
                  <a:srgbClr val="000000"/>
                </a:solidFill>
                <a:latin typeface="华文楷体" panose="02010600040101010101" pitchFamily="2" charset="-122"/>
                <a:ea typeface="华文楷体" panose="02010600040101010101" pitchFamily="2" charset="-122"/>
              </a:rPr>
              <a:t>10%</a:t>
            </a:r>
            <a:r>
              <a:rPr lang="zh-CN" altLang="en-US" sz="1600">
                <a:solidFill>
                  <a:srgbClr val="000000"/>
                </a:solidFill>
                <a:latin typeface="华文楷体" panose="02010600040101010101" pitchFamily="2" charset="-122"/>
                <a:ea typeface="华文楷体" panose="02010600040101010101" pitchFamily="2" charset="-122"/>
              </a:rPr>
              <a:t>的税率。</a:t>
            </a:r>
            <a:r>
              <a:rPr lang="en-US" altLang="zh-CN" sz="1600">
                <a:solidFill>
                  <a:srgbClr val="000000"/>
                </a:solidFill>
                <a:latin typeface="华文楷体" panose="02010600040101010101" pitchFamily="2" charset="-122"/>
                <a:ea typeface="华文楷体" panose="02010600040101010101" pitchFamily="2" charset="-122"/>
              </a:rPr>
              <a:t>2020</a:t>
            </a:r>
            <a:r>
              <a:rPr lang="zh-CN" altLang="en-US" sz="1600">
                <a:solidFill>
                  <a:srgbClr val="000000"/>
                </a:solidFill>
                <a:latin typeface="华文楷体" panose="02010600040101010101" pitchFamily="2" charset="-122"/>
                <a:ea typeface="华文楷体" panose="02010600040101010101" pitchFamily="2" charset="-122"/>
              </a:rPr>
              <a:t>年，阿里、腾讯的有效税率分别是</a:t>
            </a:r>
            <a:r>
              <a:rPr lang="en-US" altLang="zh-CN" sz="1600">
                <a:solidFill>
                  <a:srgbClr val="000000"/>
                </a:solidFill>
                <a:latin typeface="华文楷体" panose="02010600040101010101" pitchFamily="2" charset="-122"/>
                <a:ea typeface="华文楷体" panose="02010600040101010101" pitchFamily="2" charset="-122"/>
              </a:rPr>
              <a:t>12%</a:t>
            </a:r>
            <a:r>
              <a:rPr lang="zh-CN" altLang="en-US" sz="1600">
                <a:solidFill>
                  <a:srgbClr val="000000"/>
                </a:solidFill>
                <a:latin typeface="华文楷体" panose="02010600040101010101" pitchFamily="2" charset="-122"/>
                <a:ea typeface="华文楷体" panose="02010600040101010101" pitchFamily="2" charset="-122"/>
              </a:rPr>
              <a:t>，</a:t>
            </a:r>
            <a:r>
              <a:rPr lang="en-US" altLang="zh-CN" sz="1600">
                <a:solidFill>
                  <a:srgbClr val="000000"/>
                </a:solidFill>
                <a:latin typeface="华文楷体" panose="02010600040101010101" pitchFamily="2" charset="-122"/>
                <a:ea typeface="华文楷体" panose="02010600040101010101" pitchFamily="2" charset="-122"/>
              </a:rPr>
              <a:t>11%</a:t>
            </a:r>
            <a:r>
              <a:rPr lang="zh-CN" altLang="en-US" sz="1600">
                <a:solidFill>
                  <a:srgbClr val="000000"/>
                </a:solidFill>
                <a:latin typeface="华文楷体" panose="02010600040101010101" pitchFamily="2" charset="-122"/>
                <a:ea typeface="华文楷体" panose="02010600040101010101" pitchFamily="2" charset="-122"/>
              </a:rPr>
              <a:t>。</a:t>
            </a:r>
            <a:endParaRPr lang="en-US" altLang="zh-CN" sz="1600">
              <a:solidFill>
                <a:srgbClr val="000000"/>
              </a:solidFill>
              <a:latin typeface="华文楷体" panose="02010600040101010101" pitchFamily="2" charset="-122"/>
              <a:ea typeface="华文楷体" panose="02010600040101010101" pitchFamily="2" charset="-122"/>
            </a:endParaRPr>
          </a:p>
        </p:txBody>
      </p:sp>
      <p:graphicFrame>
        <p:nvGraphicFramePr>
          <p:cNvPr id="3" name="表格 3">
            <a:extLst>
              <a:ext uri="{FF2B5EF4-FFF2-40B4-BE49-F238E27FC236}">
                <a16:creationId xmlns:a16="http://schemas.microsoft.com/office/drawing/2014/main" id="{1C640F7A-93AC-456F-AACF-AE3E39014EB4}"/>
              </a:ext>
            </a:extLst>
          </p:cNvPr>
          <p:cNvGraphicFramePr>
            <a:graphicFrameLocks noGrp="1"/>
          </p:cNvGraphicFramePr>
          <p:nvPr>
            <p:extLst>
              <p:ext uri="{D42A27DB-BD31-4B8C-83A1-F6EECF244321}">
                <p14:modId xmlns:p14="http://schemas.microsoft.com/office/powerpoint/2010/main" val="1863233028"/>
              </p:ext>
            </p:extLst>
          </p:nvPr>
        </p:nvGraphicFramePr>
        <p:xfrm>
          <a:off x="190043" y="1655894"/>
          <a:ext cx="8763914" cy="2958104"/>
        </p:xfrm>
        <a:graphic>
          <a:graphicData uri="http://schemas.openxmlformats.org/drawingml/2006/table">
            <a:tbl>
              <a:tblPr firstRow="1" bandRow="1">
                <a:tableStyleId>{5C22544A-7EE6-4342-B048-85BDC9FD1C3A}</a:tableStyleId>
              </a:tblPr>
              <a:tblGrid>
                <a:gridCol w="2109730">
                  <a:extLst>
                    <a:ext uri="{9D8B030D-6E8A-4147-A177-3AD203B41FA5}">
                      <a16:colId xmlns:a16="http://schemas.microsoft.com/office/drawing/2014/main" val="2946361092"/>
                    </a:ext>
                  </a:extLst>
                </a:gridCol>
                <a:gridCol w="2307014">
                  <a:extLst>
                    <a:ext uri="{9D8B030D-6E8A-4147-A177-3AD203B41FA5}">
                      <a16:colId xmlns:a16="http://schemas.microsoft.com/office/drawing/2014/main" val="2269735073"/>
                    </a:ext>
                  </a:extLst>
                </a:gridCol>
                <a:gridCol w="2842591">
                  <a:extLst>
                    <a:ext uri="{9D8B030D-6E8A-4147-A177-3AD203B41FA5}">
                      <a16:colId xmlns:a16="http://schemas.microsoft.com/office/drawing/2014/main" val="594555730"/>
                    </a:ext>
                  </a:extLst>
                </a:gridCol>
                <a:gridCol w="1504579">
                  <a:extLst>
                    <a:ext uri="{9D8B030D-6E8A-4147-A177-3AD203B41FA5}">
                      <a16:colId xmlns:a16="http://schemas.microsoft.com/office/drawing/2014/main" val="4021924312"/>
                    </a:ext>
                  </a:extLst>
                </a:gridCol>
              </a:tblGrid>
              <a:tr h="479455">
                <a:tc>
                  <a:txBody>
                    <a:bodyPr/>
                    <a:lstStyle/>
                    <a:p>
                      <a:pPr algn="ctr"/>
                      <a:r>
                        <a:rPr lang="zh-CN" altLang="en-US" sz="1200">
                          <a:latin typeface="Times New Roman" panose="02020603050405020304" pitchFamily="18" charset="0"/>
                          <a:cs typeface="Times New Roman" panose="02020603050405020304" pitchFamily="18" charset="0"/>
                        </a:rPr>
                        <a:t>下属企业</a:t>
                      </a:r>
                      <a:endParaRPr lang="en-001" sz="1200">
                        <a:latin typeface="Times New Roman" panose="02020603050405020304" pitchFamily="18" charset="0"/>
                        <a:cs typeface="Times New Roman" panose="02020603050405020304" pitchFamily="18" charset="0"/>
                      </a:endParaRPr>
                    </a:p>
                  </a:txBody>
                  <a:tcPr anchor="ctr"/>
                </a:tc>
                <a:tc>
                  <a:txBody>
                    <a:bodyPr/>
                    <a:lstStyle/>
                    <a:p>
                      <a:pPr algn="ctr"/>
                      <a:r>
                        <a:rPr lang="en-US" sz="1200">
                          <a:latin typeface="Times New Roman" panose="02020603050405020304" pitchFamily="18" charset="0"/>
                          <a:cs typeface="Times New Roman" panose="02020603050405020304" pitchFamily="18" charset="0"/>
                        </a:rPr>
                        <a:t> </a:t>
                      </a:r>
                      <a:r>
                        <a:rPr lang="zh-CN" altLang="en-US" sz="1200">
                          <a:latin typeface="Times New Roman" panose="02020603050405020304" pitchFamily="18" charset="0"/>
                          <a:cs typeface="Times New Roman" panose="02020603050405020304" pitchFamily="18" charset="0"/>
                        </a:rPr>
                        <a:t>业务</a:t>
                      </a:r>
                      <a:endParaRPr lang="en-001" sz="120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200">
                          <a:latin typeface="Times New Roman" panose="02020603050405020304" pitchFamily="18" charset="0"/>
                          <a:cs typeface="Times New Roman" panose="02020603050405020304" pitchFamily="18" charset="0"/>
                        </a:rPr>
                        <a:t>税率</a:t>
                      </a:r>
                      <a:endParaRPr lang="en-001" sz="1200">
                        <a:latin typeface="Times New Roman" panose="02020603050405020304" pitchFamily="18" charset="0"/>
                        <a:cs typeface="Times New Roman" panose="02020603050405020304" pitchFamily="18" charset="0"/>
                      </a:endParaRPr>
                    </a:p>
                  </a:txBody>
                  <a:tcPr anchor="ctr"/>
                </a:tc>
                <a:tc>
                  <a:txBody>
                    <a:bodyPr/>
                    <a:lstStyle/>
                    <a:p>
                      <a:pPr algn="ctr"/>
                      <a:r>
                        <a:rPr lang="en-US" sz="1200">
                          <a:latin typeface="Times New Roman" panose="02020603050405020304" pitchFamily="18" charset="0"/>
                          <a:cs typeface="Times New Roman" panose="02020603050405020304" pitchFamily="18" charset="0"/>
                        </a:rPr>
                        <a:t>2020</a:t>
                      </a:r>
                      <a:r>
                        <a:rPr lang="zh-CN" altLang="en-US" sz="1200">
                          <a:latin typeface="Times New Roman" panose="02020603050405020304" pitchFamily="18" charset="0"/>
                          <a:cs typeface="Times New Roman" panose="02020603050405020304" pitchFamily="18" charset="0"/>
                        </a:rPr>
                        <a:t>年</a:t>
                      </a:r>
                      <a:endParaRPr lang="en-001" sz="12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12016693"/>
                  </a:ext>
                </a:extLst>
              </a:tr>
              <a:tr h="666398">
                <a:tc>
                  <a:txBody>
                    <a:bodyPr/>
                    <a:lstStyle/>
                    <a:p>
                      <a:pPr algn="ctr"/>
                      <a:r>
                        <a:rPr lang="zh-CN" altLang="en-US" sz="1200">
                          <a:latin typeface="Times New Roman" panose="02020603050405020304" pitchFamily="18" charset="0"/>
                          <a:cs typeface="Times New Roman" panose="02020603050405020304" pitchFamily="18" charset="0"/>
                        </a:rPr>
                        <a:t>阿里巴巴（中国）</a:t>
                      </a:r>
                      <a:endParaRPr lang="en-US" altLang="zh-CN" sz="1200">
                        <a:latin typeface="Times New Roman" panose="02020603050405020304" pitchFamily="18" charset="0"/>
                        <a:cs typeface="Times New Roman" panose="02020603050405020304" pitchFamily="18" charset="0"/>
                      </a:endParaRPr>
                    </a:p>
                    <a:p>
                      <a:pPr algn="ctr"/>
                      <a:r>
                        <a:rPr lang="zh-CN" altLang="en-US" sz="1200">
                          <a:latin typeface="Times New Roman" panose="02020603050405020304" pitchFamily="18" charset="0"/>
                          <a:cs typeface="Times New Roman" panose="02020603050405020304" pitchFamily="18" charset="0"/>
                        </a:rPr>
                        <a:t>网络技术有限公司</a:t>
                      </a:r>
                      <a:endParaRPr lang="en-001" sz="120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200">
                          <a:latin typeface="Times New Roman" panose="02020603050405020304" pitchFamily="18" charset="0"/>
                          <a:cs typeface="Times New Roman" panose="02020603050405020304" pitchFamily="18" charset="0"/>
                        </a:rPr>
                        <a:t>批发交易市场业务</a:t>
                      </a:r>
                      <a:endParaRPr lang="en-001" sz="1200">
                        <a:latin typeface="Times New Roman" panose="02020603050405020304" pitchFamily="18" charset="0"/>
                        <a:cs typeface="Times New Roman" panose="02020603050405020304" pitchFamily="18" charset="0"/>
                      </a:endParaRPr>
                    </a:p>
                  </a:txBody>
                  <a:tcPr anchor="ctr"/>
                </a:tc>
                <a:tc rowSpan="3">
                  <a:txBody>
                    <a:bodyPr/>
                    <a:lstStyle/>
                    <a:p>
                      <a:pPr algn="l"/>
                      <a:r>
                        <a:rPr lang="zh-CN" altLang="en-US" sz="1200" kern="1200">
                          <a:solidFill>
                            <a:schemeClr val="dk1"/>
                          </a:solidFill>
                          <a:latin typeface="Times New Roman" panose="02020603050405020304" pitchFamily="18" charset="0"/>
                          <a:ea typeface="+mn-ea"/>
                          <a:cs typeface="Times New Roman" panose="02020603050405020304" pitchFamily="18" charset="0"/>
                        </a:rPr>
                        <a:t>从</a:t>
                      </a:r>
                      <a:r>
                        <a:rPr lang="en-US" altLang="zh-CN" sz="1200" kern="1200">
                          <a:solidFill>
                            <a:schemeClr val="dk1"/>
                          </a:solidFill>
                          <a:latin typeface="Times New Roman" panose="02020603050405020304" pitchFamily="18" charset="0"/>
                          <a:ea typeface="+mn-ea"/>
                          <a:cs typeface="Times New Roman" panose="02020603050405020304" pitchFamily="18" charset="0"/>
                        </a:rPr>
                        <a:t>2017</a:t>
                      </a:r>
                      <a:r>
                        <a:rPr lang="zh-CN" altLang="en-US" sz="1200" kern="1200">
                          <a:solidFill>
                            <a:schemeClr val="dk1"/>
                          </a:solidFill>
                          <a:latin typeface="Times New Roman" panose="02020603050405020304" pitchFamily="18" charset="0"/>
                          <a:ea typeface="+mn-ea"/>
                          <a:cs typeface="Times New Roman" panose="02020603050405020304" pitchFamily="18" charset="0"/>
                        </a:rPr>
                        <a:t>年开始，连续三年被认定为重点软件企业，适用</a:t>
                      </a:r>
                      <a:r>
                        <a:rPr lang="en-US" altLang="zh-CN" sz="1200" kern="1200">
                          <a:solidFill>
                            <a:schemeClr val="dk1"/>
                          </a:solidFill>
                          <a:latin typeface="Times New Roman" panose="02020603050405020304" pitchFamily="18" charset="0"/>
                          <a:ea typeface="+mn-ea"/>
                          <a:cs typeface="Times New Roman" panose="02020603050405020304" pitchFamily="18" charset="0"/>
                        </a:rPr>
                        <a:t>10%</a:t>
                      </a:r>
                      <a:r>
                        <a:rPr lang="zh-CN" altLang="en-US" sz="1200" kern="1200">
                          <a:solidFill>
                            <a:schemeClr val="dk1"/>
                          </a:solidFill>
                          <a:latin typeface="Times New Roman" panose="02020603050405020304" pitchFamily="18" charset="0"/>
                          <a:ea typeface="+mn-ea"/>
                          <a:cs typeface="Times New Roman" panose="02020603050405020304" pitchFamily="18" charset="0"/>
                        </a:rPr>
                        <a:t>的所得税率</a:t>
                      </a:r>
                      <a:endParaRPr lang="en-001" sz="1200" kern="120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US" sz="1200">
                          <a:latin typeface="Times New Roman" panose="02020603050405020304" pitchFamily="18" charset="0"/>
                          <a:cs typeface="Times New Roman" panose="02020603050405020304" pitchFamily="18" charset="0"/>
                        </a:rPr>
                        <a:t>15%</a:t>
                      </a:r>
                      <a:endParaRPr lang="en-001" sz="12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984800434"/>
                  </a:ext>
                </a:extLst>
              </a:tr>
              <a:tr h="666398">
                <a:tc>
                  <a:txBody>
                    <a:bodyPr/>
                    <a:lstStyle/>
                    <a:p>
                      <a:pPr algn="ctr"/>
                      <a:r>
                        <a:rPr lang="zh-CN" altLang="en-US" sz="1200">
                          <a:latin typeface="Times New Roman" panose="02020603050405020304" pitchFamily="18" charset="0"/>
                          <a:cs typeface="Times New Roman" panose="02020603050405020304" pitchFamily="18" charset="0"/>
                        </a:rPr>
                        <a:t>淘宝（中国）软件</a:t>
                      </a:r>
                      <a:endParaRPr lang="en-US" altLang="zh-CN" sz="1200">
                        <a:latin typeface="Times New Roman" panose="02020603050405020304" pitchFamily="18" charset="0"/>
                        <a:cs typeface="Times New Roman" panose="02020603050405020304" pitchFamily="18" charset="0"/>
                      </a:endParaRPr>
                    </a:p>
                    <a:p>
                      <a:pPr algn="ctr"/>
                      <a:r>
                        <a:rPr lang="zh-CN" altLang="en-US" sz="1200">
                          <a:latin typeface="Times New Roman" panose="02020603050405020304" pitchFamily="18" charset="0"/>
                          <a:cs typeface="Times New Roman" panose="02020603050405020304" pitchFamily="18" charset="0"/>
                        </a:rPr>
                        <a:t>有限公司</a:t>
                      </a:r>
                      <a:endParaRPr lang="en-001" sz="120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200">
                          <a:latin typeface="Times New Roman" panose="02020603050405020304" pitchFamily="18" charset="0"/>
                          <a:cs typeface="Times New Roman" panose="02020603050405020304" pitchFamily="18" charset="0"/>
                        </a:rPr>
                        <a:t>淘宝</a:t>
                      </a:r>
                      <a:endParaRPr lang="en-001" sz="1200">
                        <a:latin typeface="Times New Roman" panose="02020603050405020304" pitchFamily="18" charset="0"/>
                        <a:cs typeface="Times New Roman" panose="02020603050405020304" pitchFamily="18" charset="0"/>
                      </a:endParaRPr>
                    </a:p>
                  </a:txBody>
                  <a:tcPr anchor="ctr"/>
                </a:tc>
                <a:tc vMerge="1">
                  <a:txBody>
                    <a:bodyPr/>
                    <a:lstStyle/>
                    <a:p>
                      <a:pPr algn="ctr"/>
                      <a:endParaRPr lang="en-001" sz="1200"/>
                    </a:p>
                  </a:txBody>
                  <a:tcPr anchor="ctr"/>
                </a:tc>
                <a:tc>
                  <a:txBody>
                    <a:bodyPr/>
                    <a:lstStyle/>
                    <a:p>
                      <a:pPr algn="ctr"/>
                      <a:r>
                        <a:rPr lang="en-US" sz="1200">
                          <a:latin typeface="Times New Roman" panose="02020603050405020304" pitchFamily="18" charset="0"/>
                          <a:cs typeface="Times New Roman" panose="02020603050405020304" pitchFamily="18" charset="0"/>
                        </a:rPr>
                        <a:t>15%</a:t>
                      </a:r>
                      <a:endParaRPr lang="en-001" sz="12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657204480"/>
                  </a:ext>
                </a:extLst>
              </a:tr>
              <a:tr h="666398">
                <a:tc>
                  <a:txBody>
                    <a:bodyPr/>
                    <a:lstStyle/>
                    <a:p>
                      <a:pPr algn="ctr"/>
                      <a:r>
                        <a:rPr lang="zh-CN" altLang="en-US" sz="1200">
                          <a:latin typeface="Times New Roman" panose="02020603050405020304" pitchFamily="18" charset="0"/>
                          <a:cs typeface="Times New Roman" panose="02020603050405020304" pitchFamily="18" charset="0"/>
                        </a:rPr>
                        <a:t>浙江天猫</a:t>
                      </a:r>
                      <a:endParaRPr lang="en-US" altLang="zh-CN" sz="1200">
                        <a:latin typeface="Times New Roman" panose="02020603050405020304" pitchFamily="18" charset="0"/>
                        <a:cs typeface="Times New Roman" panose="02020603050405020304" pitchFamily="18" charset="0"/>
                      </a:endParaRPr>
                    </a:p>
                    <a:p>
                      <a:pPr algn="ctr"/>
                      <a:r>
                        <a:rPr lang="zh-CN" altLang="en-US" sz="1200">
                          <a:latin typeface="Times New Roman" panose="02020603050405020304" pitchFamily="18" charset="0"/>
                          <a:cs typeface="Times New Roman" panose="02020603050405020304" pitchFamily="18" charset="0"/>
                        </a:rPr>
                        <a:t>技术有限公司</a:t>
                      </a:r>
                      <a:endParaRPr lang="en-001" sz="120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200">
                          <a:latin typeface="Times New Roman" panose="02020603050405020304" pitchFamily="18" charset="0"/>
                          <a:cs typeface="Times New Roman" panose="02020603050405020304" pitchFamily="18" charset="0"/>
                        </a:rPr>
                        <a:t>天猫</a:t>
                      </a:r>
                      <a:endParaRPr lang="en-001" sz="1200">
                        <a:latin typeface="Times New Roman" panose="02020603050405020304" pitchFamily="18" charset="0"/>
                        <a:cs typeface="Times New Roman" panose="02020603050405020304" pitchFamily="18" charset="0"/>
                      </a:endParaRPr>
                    </a:p>
                  </a:txBody>
                  <a:tcPr anchor="ctr"/>
                </a:tc>
                <a:tc vMerge="1">
                  <a:txBody>
                    <a:bodyPr/>
                    <a:lstStyle/>
                    <a:p>
                      <a:pPr algn="ctr"/>
                      <a:endParaRPr lang="en-001" sz="1200"/>
                    </a:p>
                  </a:txBody>
                  <a:tcPr anchor="ctr"/>
                </a:tc>
                <a:tc>
                  <a:txBody>
                    <a:bodyPr/>
                    <a:lstStyle/>
                    <a:p>
                      <a:pPr algn="ctr"/>
                      <a:r>
                        <a:rPr lang="en-US" sz="1200">
                          <a:latin typeface="Times New Roman" panose="02020603050405020304" pitchFamily="18" charset="0"/>
                          <a:cs typeface="Times New Roman" panose="02020603050405020304" pitchFamily="18" charset="0"/>
                        </a:rPr>
                        <a:t>15%</a:t>
                      </a:r>
                      <a:endParaRPr lang="en-001" sz="12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2714654"/>
                  </a:ext>
                </a:extLst>
              </a:tr>
              <a:tr h="479455">
                <a:tc>
                  <a:txBody>
                    <a:bodyPr/>
                    <a:lstStyle/>
                    <a:p>
                      <a:pPr algn="ctr"/>
                      <a:r>
                        <a:rPr lang="zh-CN" altLang="en-US" sz="1200">
                          <a:latin typeface="Times New Roman" panose="02020603050405020304" pitchFamily="18" charset="0"/>
                          <a:cs typeface="Times New Roman" panose="02020603050405020304" pitchFamily="18" charset="0"/>
                        </a:rPr>
                        <a:t>阿里巴巴（北京）</a:t>
                      </a:r>
                      <a:endParaRPr lang="en-US" altLang="zh-CN" sz="1200">
                        <a:latin typeface="Times New Roman" panose="02020603050405020304" pitchFamily="18" charset="0"/>
                        <a:cs typeface="Times New Roman" panose="02020603050405020304" pitchFamily="18" charset="0"/>
                      </a:endParaRPr>
                    </a:p>
                    <a:p>
                      <a:pPr algn="ctr"/>
                      <a:r>
                        <a:rPr lang="zh-CN" altLang="en-US" sz="1200">
                          <a:latin typeface="Times New Roman" panose="02020603050405020304" pitchFamily="18" charset="0"/>
                          <a:cs typeface="Times New Roman" panose="02020603050405020304" pitchFamily="18" charset="0"/>
                        </a:rPr>
                        <a:t>软件服务有限公司</a:t>
                      </a:r>
                      <a:endParaRPr lang="en-001" sz="120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200">
                          <a:latin typeface="Times New Roman" panose="02020603050405020304" pitchFamily="18" charset="0"/>
                          <a:cs typeface="Times New Roman" panose="02020603050405020304" pitchFamily="18" charset="0"/>
                        </a:rPr>
                        <a:t>技术、软件开发及相关服务业</a:t>
                      </a:r>
                      <a:endParaRPr lang="en-001" sz="1200">
                        <a:latin typeface="Times New Roman" panose="02020603050405020304" pitchFamily="18" charset="0"/>
                        <a:cs typeface="Times New Roman" panose="02020603050405020304" pitchFamily="18" charset="0"/>
                      </a:endParaRPr>
                    </a:p>
                  </a:txBody>
                  <a:tcPr anchor="ctr"/>
                </a:tc>
                <a:tc>
                  <a:txBody>
                    <a:bodyPr/>
                    <a:lstStyle/>
                    <a:p>
                      <a:pPr algn="l"/>
                      <a:r>
                        <a:rPr lang="en-US" altLang="zh-CN" sz="1200">
                          <a:latin typeface="Times New Roman" panose="02020603050405020304" pitchFamily="18" charset="0"/>
                          <a:cs typeface="Times New Roman" panose="02020603050405020304" pitchFamily="18" charset="0"/>
                        </a:rPr>
                        <a:t>2019</a:t>
                      </a:r>
                      <a:r>
                        <a:rPr lang="zh-CN" altLang="en-US" sz="1200">
                          <a:latin typeface="Times New Roman" panose="02020603050405020304" pitchFamily="18" charset="0"/>
                          <a:cs typeface="Times New Roman" panose="02020603050405020304" pitchFamily="18" charset="0"/>
                        </a:rPr>
                        <a:t>年，认定为重点软件企业。</a:t>
                      </a:r>
                      <a:endParaRPr lang="en-001" sz="1200">
                        <a:latin typeface="Times New Roman" panose="02020603050405020304" pitchFamily="18" charset="0"/>
                        <a:cs typeface="Times New Roman" panose="02020603050405020304" pitchFamily="18" charset="0"/>
                      </a:endParaRPr>
                    </a:p>
                  </a:txBody>
                  <a:tcPr anchor="ctr"/>
                </a:tc>
                <a:tc>
                  <a:txBody>
                    <a:bodyPr/>
                    <a:lstStyle/>
                    <a:p>
                      <a:pPr algn="ctr"/>
                      <a:r>
                        <a:rPr lang="en-US" sz="1200">
                          <a:latin typeface="Times New Roman" panose="02020603050405020304" pitchFamily="18" charset="0"/>
                          <a:cs typeface="Times New Roman" panose="02020603050405020304" pitchFamily="18" charset="0"/>
                        </a:rPr>
                        <a:t>12.5%</a:t>
                      </a:r>
                      <a:endParaRPr lang="en-001" sz="12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507153325"/>
                  </a:ext>
                </a:extLst>
              </a:tr>
            </a:tbl>
          </a:graphicData>
        </a:graphic>
      </p:graphicFrame>
    </p:spTree>
    <p:extLst>
      <p:ext uri="{BB962C8B-B14F-4D97-AF65-F5344CB8AC3E}">
        <p14:creationId xmlns:p14="http://schemas.microsoft.com/office/powerpoint/2010/main" val="85002815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相关政策</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54037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a:latin typeface="Times New Roman" panose="02020603050405020304" pitchFamily="18" charset="0"/>
                <a:cs typeface="Times New Roman" panose="02020603050405020304" pitchFamily="18" charset="0"/>
                <a:hlinkClick r:id="rId3"/>
              </a:rPr>
              <a:t>国家发展计划委员会、信息产业部、对外贸易经济合作部、国家税务总局关于印发</a:t>
            </a:r>
            <a:r>
              <a:rPr lang="en-US" altLang="zh-CN">
                <a:latin typeface="Times New Roman" panose="02020603050405020304" pitchFamily="18" charset="0"/>
                <a:cs typeface="Times New Roman" panose="02020603050405020304" pitchFamily="18" charset="0"/>
                <a:hlinkClick r:id="rId3"/>
              </a:rPr>
              <a:t>《</a:t>
            </a:r>
            <a:r>
              <a:rPr lang="zh-CN" altLang="en-US">
                <a:latin typeface="Times New Roman" panose="02020603050405020304" pitchFamily="18" charset="0"/>
                <a:cs typeface="Times New Roman" panose="02020603050405020304" pitchFamily="18" charset="0"/>
                <a:hlinkClick r:id="rId3"/>
              </a:rPr>
              <a:t>国家规划布局内的重点软件企业认定管理办法</a:t>
            </a:r>
            <a:r>
              <a:rPr lang="en-US" altLang="zh-CN">
                <a:latin typeface="Times New Roman" panose="02020603050405020304" pitchFamily="18" charset="0"/>
                <a:cs typeface="Times New Roman" panose="02020603050405020304" pitchFamily="18" charset="0"/>
                <a:hlinkClick r:id="rId3"/>
              </a:rPr>
              <a:t>》</a:t>
            </a:r>
            <a:r>
              <a:rPr lang="zh-CN" altLang="en-US">
                <a:latin typeface="Times New Roman" panose="02020603050405020304" pitchFamily="18" charset="0"/>
                <a:cs typeface="Times New Roman" panose="02020603050405020304" pitchFamily="18" charset="0"/>
                <a:hlinkClick r:id="rId3"/>
              </a:rPr>
              <a:t>（试行）的通知　</a:t>
            </a:r>
            <a:r>
              <a:rPr lang="en-US" altLang="zh-CN">
                <a:latin typeface="Times New Roman" panose="02020603050405020304" pitchFamily="18" charset="0"/>
                <a:cs typeface="Times New Roman" panose="02020603050405020304" pitchFamily="18" charset="0"/>
                <a:hlinkClick r:id="rId3"/>
              </a:rPr>
              <a:t>_2002</a:t>
            </a:r>
            <a:r>
              <a:rPr lang="zh-CN" altLang="en-US">
                <a:latin typeface="Times New Roman" panose="02020603050405020304" pitchFamily="18" charset="0"/>
                <a:cs typeface="Times New Roman" panose="02020603050405020304" pitchFamily="18" charset="0"/>
                <a:hlinkClick r:id="rId3"/>
              </a:rPr>
              <a:t>年第</a:t>
            </a:r>
            <a:r>
              <a:rPr lang="en-US" altLang="zh-CN">
                <a:latin typeface="Times New Roman" panose="02020603050405020304" pitchFamily="18" charset="0"/>
                <a:cs typeface="Times New Roman" panose="02020603050405020304" pitchFamily="18" charset="0"/>
                <a:hlinkClick r:id="rId3"/>
              </a:rPr>
              <a:t>15</a:t>
            </a:r>
            <a:r>
              <a:rPr lang="zh-CN" altLang="en-US">
                <a:latin typeface="Times New Roman" panose="02020603050405020304" pitchFamily="18" charset="0"/>
                <a:cs typeface="Times New Roman" panose="02020603050405020304" pitchFamily="18" charset="0"/>
                <a:hlinkClick r:id="rId3"/>
              </a:rPr>
              <a:t>号国务院公报</a:t>
            </a:r>
            <a:r>
              <a:rPr lang="en-US" altLang="zh-CN">
                <a:latin typeface="Times New Roman" panose="02020603050405020304" pitchFamily="18" charset="0"/>
                <a:cs typeface="Times New Roman" panose="02020603050405020304" pitchFamily="18" charset="0"/>
                <a:hlinkClick r:id="rId3"/>
              </a:rPr>
              <a:t>_</a:t>
            </a:r>
            <a:r>
              <a:rPr lang="zh-CN" altLang="en-US">
                <a:latin typeface="Times New Roman" panose="02020603050405020304" pitchFamily="18" charset="0"/>
                <a:cs typeface="Times New Roman" panose="02020603050405020304" pitchFamily="18" charset="0"/>
                <a:hlinkClick r:id="rId3"/>
              </a:rPr>
              <a:t>中国政府网 </a:t>
            </a:r>
            <a:r>
              <a:rPr lang="en-US" altLang="zh-CN">
                <a:latin typeface="Times New Roman" panose="02020603050405020304" pitchFamily="18" charset="0"/>
                <a:cs typeface="Times New Roman" panose="02020603050405020304" pitchFamily="18" charset="0"/>
                <a:hlinkClick r:id="rId3"/>
              </a:rPr>
              <a:t>(www.gov.cn)</a:t>
            </a:r>
            <a:endParaRPr lang="en-US" altLang="zh-CN">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altLang="zh-CN">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a:latin typeface="Times New Roman" panose="02020603050405020304" pitchFamily="18" charset="0"/>
                <a:cs typeface="Times New Roman" panose="02020603050405020304" pitchFamily="18" charset="0"/>
                <a:hlinkClick r:id="rId4"/>
              </a:rPr>
              <a:t>国务院关于印发鼓励软件产业和集成电路产业发展若干政策的通知</a:t>
            </a:r>
            <a:r>
              <a:rPr lang="en-US" altLang="zh-CN">
                <a:latin typeface="Times New Roman" panose="02020603050405020304" pitchFamily="18" charset="0"/>
                <a:cs typeface="Times New Roman" panose="02020603050405020304" pitchFamily="18" charset="0"/>
                <a:hlinkClick r:id="rId4"/>
              </a:rPr>
              <a:t>_2000</a:t>
            </a:r>
            <a:r>
              <a:rPr lang="zh-CN" altLang="en-US">
                <a:latin typeface="Times New Roman" panose="02020603050405020304" pitchFamily="18" charset="0"/>
                <a:cs typeface="Times New Roman" panose="02020603050405020304" pitchFamily="18" charset="0"/>
                <a:hlinkClick r:id="rId4"/>
              </a:rPr>
              <a:t>年第</a:t>
            </a:r>
            <a:r>
              <a:rPr lang="en-US" altLang="zh-CN">
                <a:latin typeface="Times New Roman" panose="02020603050405020304" pitchFamily="18" charset="0"/>
                <a:cs typeface="Times New Roman" panose="02020603050405020304" pitchFamily="18" charset="0"/>
                <a:hlinkClick r:id="rId4"/>
              </a:rPr>
              <a:t>23</a:t>
            </a:r>
            <a:r>
              <a:rPr lang="zh-CN" altLang="en-US">
                <a:latin typeface="Times New Roman" panose="02020603050405020304" pitchFamily="18" charset="0"/>
                <a:cs typeface="Times New Roman" panose="02020603050405020304" pitchFamily="18" charset="0"/>
                <a:hlinkClick r:id="rId4"/>
              </a:rPr>
              <a:t>号国务院公报</a:t>
            </a:r>
            <a:r>
              <a:rPr lang="en-US" altLang="zh-CN">
                <a:latin typeface="Times New Roman" panose="02020603050405020304" pitchFamily="18" charset="0"/>
                <a:cs typeface="Times New Roman" panose="02020603050405020304" pitchFamily="18" charset="0"/>
                <a:hlinkClick r:id="rId4"/>
              </a:rPr>
              <a:t>_</a:t>
            </a:r>
            <a:r>
              <a:rPr lang="zh-CN" altLang="en-US">
                <a:latin typeface="Times New Roman" panose="02020603050405020304" pitchFamily="18" charset="0"/>
                <a:cs typeface="Times New Roman" panose="02020603050405020304" pitchFamily="18" charset="0"/>
                <a:hlinkClick r:id="rId4"/>
              </a:rPr>
              <a:t>中国政府网 </a:t>
            </a:r>
            <a:r>
              <a:rPr lang="en-US" altLang="zh-CN">
                <a:latin typeface="Times New Roman" panose="02020603050405020304" pitchFamily="18" charset="0"/>
                <a:cs typeface="Times New Roman" panose="02020603050405020304" pitchFamily="18" charset="0"/>
                <a:hlinkClick r:id="rId4"/>
              </a:rPr>
              <a:t>(www.gov.cn)</a:t>
            </a:r>
            <a:endParaRPr lang="zh-CN" altLang="en-US">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07993732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608406"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企业管理的定义</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13026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企业管理的定义</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是指在企业特定的生产方式下，管理者按照某些原则、程序和方法，使用一定的手段（工具、方法），针对生产的各要素（人力、物力、设备、资金、信息）进行计划、组织、指导、协调和控制，以使其发挥最大的经济效果，达到预期目标的一种筹划和过程。</a:t>
            </a:r>
          </a:p>
        </p:txBody>
      </p:sp>
    </p:spTree>
    <p:extLst>
      <p:ext uri="{BB962C8B-B14F-4D97-AF65-F5344CB8AC3E}">
        <p14:creationId xmlns:p14="http://schemas.microsoft.com/office/powerpoint/2010/main" val="337316473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608406"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企业管理的分类</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37675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企业管理的分类</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战略管理</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生产运作管理</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市场营销管理</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财务管理</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人力资源管理</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采购管理</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信息管理</a:t>
            </a:r>
          </a:p>
        </p:txBody>
      </p:sp>
    </p:spTree>
    <p:extLst>
      <p:ext uri="{BB962C8B-B14F-4D97-AF65-F5344CB8AC3E}">
        <p14:creationId xmlns:p14="http://schemas.microsoft.com/office/powerpoint/2010/main" val="357555271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915909"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项目的定义</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4253921"/>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a:solidFill>
                  <a:srgbClr val="000000"/>
                </a:solidFill>
                <a:latin typeface="华文楷体" panose="02010600040101010101" pitchFamily="2" charset="-122"/>
                <a:ea typeface="华文楷体" panose="02010600040101010101" pitchFamily="2" charset="-122"/>
              </a:rPr>
              <a:t>项目的定义</a:t>
            </a:r>
          </a:p>
          <a:p>
            <a:pPr marL="742950" lvl="1" indent="-285750" algn="just">
              <a:lnSpc>
                <a:spcPct val="150000"/>
              </a:lnSpc>
              <a:buFont typeface="Arial" panose="020B0604020202020204" pitchFamily="34" charset="0"/>
              <a:buChar char="•"/>
            </a:pPr>
            <a:r>
              <a:rPr lang="zh-CN" altLang="en-US" sz="1600">
                <a:solidFill>
                  <a:srgbClr val="000000"/>
                </a:solidFill>
                <a:latin typeface="华文楷体" panose="02010600040101010101" pitchFamily="2" charset="-122"/>
                <a:ea typeface="华文楷体" panose="02010600040101010101" pitchFamily="2" charset="-122"/>
              </a:rPr>
              <a:t>所谓项目，是在既定的资源和需求约束下，为实现某种目的而相互联系的一次性的有计划的工作任务。</a:t>
            </a:r>
          </a:p>
          <a:p>
            <a:pPr marL="285750" indent="-285750" algn="just">
              <a:lnSpc>
                <a:spcPct val="150000"/>
              </a:lnSpc>
              <a:buFont typeface="Arial" panose="020B0604020202020204" pitchFamily="34" charset="0"/>
              <a:buChar char="•"/>
            </a:pPr>
            <a:r>
              <a:rPr lang="zh-CN" altLang="en-US" sz="1600">
                <a:solidFill>
                  <a:srgbClr val="000000"/>
                </a:solidFill>
                <a:latin typeface="华文楷体" panose="02010600040101010101" pitchFamily="2" charset="-122"/>
                <a:ea typeface="华文楷体" panose="02010600040101010101" pitchFamily="2" charset="-122"/>
              </a:rPr>
              <a:t>项目的特征</a:t>
            </a:r>
          </a:p>
          <a:p>
            <a:pPr marL="742950" lvl="1" indent="-285750" algn="just">
              <a:lnSpc>
                <a:spcPct val="150000"/>
              </a:lnSpc>
              <a:buFont typeface="Arial" panose="020B0604020202020204" pitchFamily="34" charset="0"/>
              <a:buChar char="•"/>
            </a:pPr>
            <a:r>
              <a:rPr lang="zh-CN" altLang="en-US" sz="1600">
                <a:solidFill>
                  <a:srgbClr val="000000"/>
                </a:solidFill>
                <a:latin typeface="华文楷体" panose="02010600040101010101" pitchFamily="2" charset="-122"/>
                <a:ea typeface="华文楷体" panose="02010600040101010101" pitchFamily="2" charset="-122"/>
              </a:rPr>
              <a:t>目标性</a:t>
            </a:r>
            <a:endParaRPr lang="en-US" altLang="zh-CN" sz="160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a:solidFill>
                  <a:srgbClr val="000000"/>
                </a:solidFill>
                <a:latin typeface="华文楷体" panose="02010600040101010101" pitchFamily="2" charset="-122"/>
                <a:ea typeface="华文楷体" panose="02010600040101010101" pitchFamily="2" charset="-122"/>
              </a:rPr>
              <a:t>相关性</a:t>
            </a:r>
          </a:p>
          <a:p>
            <a:pPr marL="742950" lvl="1" indent="-285750" algn="just">
              <a:lnSpc>
                <a:spcPct val="150000"/>
              </a:lnSpc>
              <a:buFont typeface="Arial" panose="020B0604020202020204" pitchFamily="34" charset="0"/>
              <a:buChar char="•"/>
            </a:pPr>
            <a:r>
              <a:rPr lang="zh-CN" altLang="en-US" sz="1600">
                <a:solidFill>
                  <a:srgbClr val="000000"/>
                </a:solidFill>
                <a:latin typeface="华文楷体" panose="02010600040101010101" pitchFamily="2" charset="-122"/>
                <a:ea typeface="华文楷体" panose="02010600040101010101" pitchFamily="2" charset="-122"/>
              </a:rPr>
              <a:t>时限性</a:t>
            </a:r>
          </a:p>
          <a:p>
            <a:pPr marL="742950" lvl="1" indent="-285750" algn="just">
              <a:lnSpc>
                <a:spcPct val="150000"/>
              </a:lnSpc>
              <a:buFont typeface="Arial" panose="020B0604020202020204" pitchFamily="34" charset="0"/>
              <a:buChar char="•"/>
            </a:pPr>
            <a:r>
              <a:rPr lang="zh-CN" altLang="en-US" sz="1600">
                <a:solidFill>
                  <a:srgbClr val="000000"/>
                </a:solidFill>
                <a:latin typeface="华文楷体" panose="02010600040101010101" pitchFamily="2" charset="-122"/>
                <a:ea typeface="华文楷体" panose="02010600040101010101" pitchFamily="2" charset="-122"/>
              </a:rPr>
              <a:t>独特性</a:t>
            </a:r>
          </a:p>
          <a:p>
            <a:pPr marL="742950" lvl="1" indent="-285750" algn="just">
              <a:lnSpc>
                <a:spcPct val="150000"/>
              </a:lnSpc>
              <a:buFont typeface="Arial" panose="020B0604020202020204" pitchFamily="34" charset="0"/>
              <a:buChar char="•"/>
            </a:pPr>
            <a:r>
              <a:rPr lang="zh-CN" altLang="en-US" sz="1600">
                <a:solidFill>
                  <a:srgbClr val="000000"/>
                </a:solidFill>
                <a:latin typeface="华文楷体" panose="02010600040101010101" pitchFamily="2" charset="-122"/>
                <a:ea typeface="华文楷体" panose="02010600040101010101" pitchFamily="2" charset="-122"/>
              </a:rPr>
              <a:t>约束性</a:t>
            </a:r>
          </a:p>
          <a:p>
            <a:pPr marL="742950" lvl="1" indent="-285750" algn="just">
              <a:lnSpc>
                <a:spcPct val="150000"/>
              </a:lnSpc>
              <a:buFont typeface="Arial" panose="020B0604020202020204" pitchFamily="34" charset="0"/>
              <a:buChar char="•"/>
            </a:pPr>
            <a:r>
              <a:rPr lang="zh-CN" altLang="en-US" sz="1600">
                <a:solidFill>
                  <a:srgbClr val="000000"/>
                </a:solidFill>
                <a:latin typeface="华文楷体" panose="02010600040101010101" pitchFamily="2" charset="-122"/>
                <a:ea typeface="华文楷体" panose="02010600040101010101" pitchFamily="2" charset="-122"/>
              </a:rPr>
              <a:t>不确定性、变更性</a:t>
            </a:r>
          </a:p>
          <a:p>
            <a:pPr marL="742950" lvl="1" indent="-285750" algn="just">
              <a:lnSpc>
                <a:spcPct val="150000"/>
              </a:lnSpc>
              <a:buFont typeface="Arial" panose="020B0604020202020204" pitchFamily="34" charset="0"/>
              <a:buChar char="•"/>
            </a:pPr>
            <a:r>
              <a:rPr lang="zh-CN" altLang="en-US" sz="1600">
                <a:solidFill>
                  <a:srgbClr val="000000"/>
                </a:solidFill>
                <a:latin typeface="华文楷体" panose="02010600040101010101" pitchFamily="2" charset="-122"/>
                <a:ea typeface="华文楷体" panose="02010600040101010101" pitchFamily="2" charset="-122"/>
              </a:rPr>
              <a:t>结果的不可逆转性</a:t>
            </a:r>
          </a:p>
        </p:txBody>
      </p:sp>
    </p:spTree>
    <p:extLst>
      <p:ext uri="{BB962C8B-B14F-4D97-AF65-F5344CB8AC3E}">
        <p14:creationId xmlns:p14="http://schemas.microsoft.com/office/powerpoint/2010/main" val="398904069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608406"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项目管理的定义</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714765"/>
          </a:xfrm>
          <a:prstGeom prst="rect">
            <a:avLst/>
          </a:prstGeom>
        </p:spPr>
        <p:txBody>
          <a:bodyPr wrap="square">
            <a:spAutoFit/>
          </a:bodyPr>
          <a:lstStyle/>
          <a:p>
            <a:pPr algn="just">
              <a:lnSpc>
                <a:spcPct val="150000"/>
              </a:lnSpc>
            </a:pPr>
            <a:r>
              <a:rPr lang="zh-CN" altLang="en-US">
                <a:solidFill>
                  <a:srgbClr val="000000"/>
                </a:solidFill>
                <a:latin typeface="华文楷体" panose="02010600040101010101" pitchFamily="2" charset="-122"/>
                <a:ea typeface="华文楷体" panose="02010600040101010101" pitchFamily="2" charset="-122"/>
              </a:rPr>
              <a:t>项目管理就是在项目活动中运用专门的知识、技能、工具和方法，使项目达到预期目标的过程，是以项目作为管理对象，通过一个临时性的、专门的组织，对项目进行计划、组织、执行和控制，并在时间、成本、性能、质量等方面达到预期目标的一种系统管理方法。</a:t>
            </a:r>
          </a:p>
        </p:txBody>
      </p:sp>
    </p:spTree>
    <p:extLst>
      <p:ext uri="{BB962C8B-B14F-4D97-AF65-F5344CB8AC3E}">
        <p14:creationId xmlns:p14="http://schemas.microsoft.com/office/powerpoint/2010/main" val="305581730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608406"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项目管理的意义</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96126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根据</a:t>
            </a:r>
            <a:r>
              <a:rPr lang="en-US" altLang="zh-CN">
                <a:solidFill>
                  <a:srgbClr val="000000"/>
                </a:solidFill>
                <a:latin typeface="华文楷体" panose="02010600040101010101" pitchFamily="2" charset="-122"/>
                <a:ea typeface="华文楷体" panose="02010600040101010101" pitchFamily="2" charset="-122"/>
              </a:rPr>
              <a:t>1999</a:t>
            </a:r>
            <a:r>
              <a:rPr lang="zh-CN" altLang="en-US">
                <a:solidFill>
                  <a:srgbClr val="000000"/>
                </a:solidFill>
                <a:latin typeface="华文楷体" panose="02010600040101010101" pitchFamily="2" charset="-122"/>
                <a:ea typeface="华文楷体" panose="02010600040101010101" pitchFamily="2" charset="-122"/>
              </a:rPr>
              <a:t>年美国的</a:t>
            </a:r>
            <a:r>
              <a:rPr lang="en-US" altLang="zh-CN">
                <a:solidFill>
                  <a:srgbClr val="000000"/>
                </a:solidFill>
                <a:latin typeface="华文楷体" panose="02010600040101010101" pitchFamily="2" charset="-122"/>
                <a:ea typeface="华文楷体" panose="02010600040101010101" pitchFamily="2" charset="-122"/>
              </a:rPr>
              <a:t>Standish Group</a:t>
            </a:r>
            <a:r>
              <a:rPr lang="zh-CN" altLang="en-US">
                <a:solidFill>
                  <a:srgbClr val="000000"/>
                </a:solidFill>
                <a:latin typeface="华文楷体" panose="02010600040101010101" pitchFamily="2" charset="-122"/>
                <a:ea typeface="华文楷体" panose="02010600040101010101" pitchFamily="2" charset="-122"/>
              </a:rPr>
              <a:t>对当年美国的软件项目的统计数字表明，</a:t>
            </a:r>
            <a:r>
              <a:rPr lang="en-US" altLang="zh-CN">
                <a:solidFill>
                  <a:srgbClr val="000000"/>
                </a:solidFill>
                <a:latin typeface="华文楷体" panose="02010600040101010101" pitchFamily="2" charset="-122"/>
                <a:ea typeface="华文楷体" panose="02010600040101010101" pitchFamily="2" charset="-122"/>
              </a:rPr>
              <a:t>26%</a:t>
            </a:r>
            <a:r>
              <a:rPr lang="zh-CN" altLang="en-US">
                <a:solidFill>
                  <a:srgbClr val="000000"/>
                </a:solidFill>
                <a:latin typeface="华文楷体" panose="02010600040101010101" pitchFamily="2" charset="-122"/>
                <a:ea typeface="华文楷体" panose="02010600040101010101" pitchFamily="2" charset="-122"/>
              </a:rPr>
              <a:t>的软件项目是真正成功，</a:t>
            </a:r>
            <a:r>
              <a:rPr lang="en-US" altLang="zh-CN">
                <a:solidFill>
                  <a:srgbClr val="000000"/>
                </a:solidFill>
                <a:latin typeface="华文楷体" panose="02010600040101010101" pitchFamily="2" charset="-122"/>
                <a:ea typeface="华文楷体" panose="02010600040101010101" pitchFamily="2" charset="-122"/>
              </a:rPr>
              <a:t>28%</a:t>
            </a:r>
            <a:r>
              <a:rPr lang="zh-CN" altLang="en-US">
                <a:solidFill>
                  <a:srgbClr val="000000"/>
                </a:solidFill>
                <a:latin typeface="华文楷体" panose="02010600040101010101" pitchFamily="2" charset="-122"/>
                <a:ea typeface="华文楷体" panose="02010600040101010101" pitchFamily="2" charset="-122"/>
              </a:rPr>
              <a:t>彻底失败；这些存在问题的或是失败的项目带来的直接损失是</a:t>
            </a:r>
            <a:r>
              <a:rPr lang="en-US" altLang="zh-CN">
                <a:solidFill>
                  <a:srgbClr val="000000"/>
                </a:solidFill>
                <a:latin typeface="华文楷体" panose="02010600040101010101" pitchFamily="2" charset="-122"/>
                <a:ea typeface="华文楷体" panose="02010600040101010101" pitchFamily="2" charset="-122"/>
              </a:rPr>
              <a:t>970</a:t>
            </a:r>
            <a:r>
              <a:rPr lang="zh-CN" altLang="en-US">
                <a:solidFill>
                  <a:srgbClr val="000000"/>
                </a:solidFill>
                <a:latin typeface="华文楷体" panose="02010600040101010101" pitchFamily="2" charset="-122"/>
                <a:ea typeface="华文楷体" panose="02010600040101010101" pitchFamily="2" charset="-122"/>
              </a:rPr>
              <a:t>亿美元，占美国全年</a:t>
            </a:r>
            <a:r>
              <a:rPr lang="en-US" altLang="zh-CN">
                <a:solidFill>
                  <a:srgbClr val="000000"/>
                </a:solidFill>
                <a:latin typeface="华文楷体" panose="02010600040101010101" pitchFamily="2" charset="-122"/>
                <a:ea typeface="华文楷体" panose="02010600040101010101" pitchFamily="2" charset="-122"/>
              </a:rPr>
              <a:t>IT</a:t>
            </a:r>
            <a:r>
              <a:rPr lang="zh-CN" altLang="en-US">
                <a:solidFill>
                  <a:srgbClr val="000000"/>
                </a:solidFill>
                <a:latin typeface="华文楷体" panose="02010600040101010101" pitchFamily="2" charset="-122"/>
                <a:ea typeface="华文楷体" panose="02010600040101010101" pitchFamily="2" charset="-122"/>
              </a:rPr>
              <a:t>投资的近</a:t>
            </a:r>
            <a:r>
              <a:rPr lang="en-US" altLang="zh-CN">
                <a:solidFill>
                  <a:srgbClr val="000000"/>
                </a:solidFill>
                <a:latin typeface="华文楷体" panose="02010600040101010101" pitchFamily="2" charset="-122"/>
                <a:ea typeface="华文楷体" panose="02010600040101010101" pitchFamily="2" charset="-122"/>
              </a:rPr>
              <a:t>40%</a:t>
            </a:r>
            <a:r>
              <a:rPr lang="zh-CN" altLang="en-US">
                <a:solidFill>
                  <a:srgbClr val="000000"/>
                </a:solidFill>
                <a:latin typeface="华文楷体" panose="02010600040101010101" pitchFamily="2" charset="-122"/>
                <a:ea typeface="华文楷体" panose="02010600040101010101" pitchFamily="2" charset="-122"/>
              </a:rPr>
              <a:t>，而间接损失是无法估量的；在全部项目中平均超期</a:t>
            </a:r>
            <a:r>
              <a:rPr lang="en-US" altLang="zh-CN">
                <a:solidFill>
                  <a:srgbClr val="000000"/>
                </a:solidFill>
                <a:latin typeface="华文楷体" panose="02010600040101010101" pitchFamily="2" charset="-122"/>
                <a:ea typeface="华文楷体" panose="02010600040101010101" pitchFamily="2" charset="-122"/>
              </a:rPr>
              <a:t>27</a:t>
            </a:r>
            <a:r>
              <a:rPr lang="zh-CN" altLang="en-US">
                <a:solidFill>
                  <a:srgbClr val="000000"/>
                </a:solidFill>
                <a:latin typeface="华文楷体" panose="02010600040101010101" pitchFamily="2" charset="-122"/>
                <a:ea typeface="华文楷体" panose="02010600040101010101" pitchFamily="2" charset="-122"/>
              </a:rPr>
              <a:t>个月，更有</a:t>
            </a:r>
            <a:r>
              <a:rPr lang="en-US" altLang="zh-CN">
                <a:solidFill>
                  <a:srgbClr val="000000"/>
                </a:solidFill>
                <a:latin typeface="华文楷体" panose="02010600040101010101" pitchFamily="2" charset="-122"/>
                <a:ea typeface="华文楷体" panose="02010600040101010101" pitchFamily="2" charset="-122"/>
              </a:rPr>
              <a:t>80%</a:t>
            </a:r>
            <a:r>
              <a:rPr lang="zh-CN" altLang="en-US">
                <a:solidFill>
                  <a:srgbClr val="000000"/>
                </a:solidFill>
                <a:latin typeface="华文楷体" panose="02010600040101010101" pitchFamily="2" charset="-122"/>
                <a:ea typeface="华文楷体" panose="02010600040101010101" pitchFamily="2" charset="-122"/>
              </a:rPr>
              <a:t>的资源被开销在对应用的维护上。</a:t>
            </a: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在</a:t>
            </a:r>
            <a:r>
              <a:rPr lang="en-US" altLang="zh-CN">
                <a:solidFill>
                  <a:srgbClr val="000000"/>
                </a:solidFill>
                <a:latin typeface="华文楷体" panose="02010600040101010101" pitchFamily="2" charset="-122"/>
                <a:ea typeface="华文楷体" panose="02010600040101010101" pitchFamily="2" charset="-122"/>
              </a:rPr>
              <a:t>2003</a:t>
            </a:r>
            <a:r>
              <a:rPr lang="zh-CN" altLang="en-US">
                <a:solidFill>
                  <a:srgbClr val="000000"/>
                </a:solidFill>
                <a:latin typeface="华文楷体" panose="02010600040101010101" pitchFamily="2" charset="-122"/>
                <a:ea typeface="华文楷体" panose="02010600040101010101" pitchFamily="2" charset="-122"/>
              </a:rPr>
              <a:t>年的一份分析报告中，通过分析</a:t>
            </a:r>
            <a:r>
              <a:rPr lang="en-US" altLang="zh-CN">
                <a:solidFill>
                  <a:srgbClr val="000000"/>
                </a:solidFill>
                <a:latin typeface="华文楷体" panose="02010600040101010101" pitchFamily="2" charset="-122"/>
                <a:ea typeface="华文楷体" panose="02010600040101010101" pitchFamily="2" charset="-122"/>
              </a:rPr>
              <a:t>13522</a:t>
            </a:r>
            <a:r>
              <a:rPr lang="zh-CN" altLang="en-US">
                <a:solidFill>
                  <a:srgbClr val="000000"/>
                </a:solidFill>
                <a:latin typeface="华文楷体" panose="02010600040101010101" pitchFamily="2" charset="-122"/>
                <a:ea typeface="华文楷体" panose="02010600040101010101" pitchFamily="2" charset="-122"/>
              </a:rPr>
              <a:t>个项目得出的结论：只有</a:t>
            </a:r>
            <a:r>
              <a:rPr lang="en-US" altLang="zh-CN">
                <a:solidFill>
                  <a:srgbClr val="000000"/>
                </a:solidFill>
                <a:latin typeface="华文楷体" panose="02010600040101010101" pitchFamily="2" charset="-122"/>
                <a:ea typeface="华文楷体" panose="02010600040101010101" pitchFamily="2" charset="-122"/>
              </a:rPr>
              <a:t>1/3</a:t>
            </a:r>
            <a:r>
              <a:rPr lang="zh-CN" altLang="en-US">
                <a:solidFill>
                  <a:srgbClr val="000000"/>
                </a:solidFill>
                <a:latin typeface="华文楷体" panose="02010600040101010101" pitchFamily="2" charset="-122"/>
                <a:ea typeface="华文楷体" panose="02010600040101010101" pitchFamily="2" charset="-122"/>
              </a:rPr>
              <a:t>的项目是成功的，</a:t>
            </a:r>
            <a:r>
              <a:rPr lang="en-US" altLang="zh-CN">
                <a:solidFill>
                  <a:srgbClr val="000000"/>
                </a:solidFill>
                <a:latin typeface="华文楷体" panose="02010600040101010101" pitchFamily="2" charset="-122"/>
                <a:ea typeface="华文楷体" panose="02010600040101010101" pitchFamily="2" charset="-122"/>
              </a:rPr>
              <a:t>82%</a:t>
            </a:r>
            <a:r>
              <a:rPr lang="zh-CN" altLang="en-US">
                <a:solidFill>
                  <a:srgbClr val="000000"/>
                </a:solidFill>
                <a:latin typeface="华文楷体" panose="02010600040101010101" pitchFamily="2" charset="-122"/>
                <a:ea typeface="华文楷体" panose="02010600040101010101" pitchFamily="2" charset="-122"/>
              </a:rPr>
              <a:t>的项目延期，</a:t>
            </a:r>
            <a:r>
              <a:rPr lang="en-US" altLang="zh-CN">
                <a:solidFill>
                  <a:srgbClr val="000000"/>
                </a:solidFill>
                <a:latin typeface="华文楷体" panose="02010600040101010101" pitchFamily="2" charset="-122"/>
                <a:ea typeface="华文楷体" panose="02010600040101010101" pitchFamily="2" charset="-122"/>
              </a:rPr>
              <a:t>43%</a:t>
            </a:r>
            <a:r>
              <a:rPr lang="zh-CN" altLang="en-US">
                <a:solidFill>
                  <a:srgbClr val="000000"/>
                </a:solidFill>
                <a:latin typeface="华文楷体" panose="02010600040101010101" pitchFamily="2" charset="-122"/>
                <a:ea typeface="华文楷体" panose="02010600040101010101" pitchFamily="2" charset="-122"/>
              </a:rPr>
              <a:t>的项目超出预算。</a:t>
            </a:r>
          </a:p>
        </p:txBody>
      </p:sp>
    </p:spTree>
    <p:extLst>
      <p:ext uri="{BB962C8B-B14F-4D97-AF65-F5344CB8AC3E}">
        <p14:creationId xmlns:p14="http://schemas.microsoft.com/office/powerpoint/2010/main" val="181754444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262158"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为啥延期了？</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13026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沟通管理：内部、外部。</a:t>
            </a:r>
            <a:endParaRPr lang="en-US" altLang="zh-CN">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需求变更管理</a:t>
            </a:r>
            <a:endParaRPr lang="en-US" altLang="zh-CN">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工作量估算偏差</a:t>
            </a:r>
            <a:endParaRPr lang="en-US" altLang="zh-CN">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项目的组织管理</a:t>
            </a:r>
            <a:endParaRPr lang="en-US" altLang="zh-CN">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突发事件</a:t>
            </a:r>
          </a:p>
        </p:txBody>
      </p:sp>
    </p:spTree>
    <p:extLst>
      <p:ext uri="{BB962C8B-B14F-4D97-AF65-F5344CB8AC3E}">
        <p14:creationId xmlns:p14="http://schemas.microsoft.com/office/powerpoint/2010/main" val="253739397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954655"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软件企业及其管理</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4207755"/>
          </a:xfrm>
          <a:prstGeom prst="rect">
            <a:avLst/>
          </a:prstGeom>
        </p:spPr>
        <p:txBody>
          <a:bodyPr wrap="square">
            <a:spAutoFit/>
          </a:bodyPr>
          <a:lstStyle/>
          <a:p>
            <a:pPr algn="just">
              <a:lnSpc>
                <a:spcPct val="150000"/>
              </a:lnSpc>
            </a:pPr>
            <a:r>
              <a:rPr lang="zh-CN" altLang="en-US">
                <a:solidFill>
                  <a:srgbClr val="000000"/>
                </a:solidFill>
                <a:latin typeface="华文楷体" panose="02010600040101010101" pitchFamily="2" charset="-122"/>
                <a:ea typeface="华文楷体" panose="02010600040101010101" pitchFamily="2" charset="-122"/>
              </a:rPr>
              <a:t>软件危机是一种矛盾，就是弱的软件生产能力与强的业务需求之间的矛盾，既有技术上的问题，又有经济上的问题，通常可以找到的导致项目缺陷的原因都与项目管理有关，项目管理的重要性显现出来，可以有效解决下列问题：</a:t>
            </a:r>
            <a:endParaRPr lang="en-US" altLang="zh-CN">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需求不明确，变化比较多，不可实现的期望值</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工作量估计过低 </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团队成员职责划分不清 </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开发计划不充分 </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项目经理的管理能力不足 </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对风险的认识不足</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来自高层管理者的支持不够，对项目所依赖的外部因素无法控制等</a:t>
            </a:r>
            <a:endParaRPr lang="en-US" altLang="zh-CN">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68555844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608406"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项目管理的框架</a:t>
            </a:r>
          </a:p>
        </p:txBody>
      </p:sp>
      <p:sp>
        <p:nvSpPr>
          <p:cNvPr id="2" name="矩形 1">
            <a:extLst>
              <a:ext uri="{FF2B5EF4-FFF2-40B4-BE49-F238E27FC236}">
                <a16:creationId xmlns:a16="http://schemas.microsoft.com/office/drawing/2014/main" id="{1A343DEC-CFF6-41F5-B87C-0DFC08C67B76}"/>
              </a:ext>
            </a:extLst>
          </p:cNvPr>
          <p:cNvSpPr/>
          <p:nvPr/>
        </p:nvSpPr>
        <p:spPr>
          <a:xfrm>
            <a:off x="515256" y="843428"/>
            <a:ext cx="8113486" cy="468270"/>
          </a:xfrm>
          <a:prstGeom prst="rect">
            <a:avLst/>
          </a:prstGeom>
        </p:spPr>
        <p:txBody>
          <a:bodyPr wrap="square">
            <a:spAutoFit/>
          </a:bodyPr>
          <a:lstStyle/>
          <a:p>
            <a:pPr algn="just">
              <a:lnSpc>
                <a:spcPct val="150000"/>
              </a:lnSpc>
            </a:pPr>
            <a:r>
              <a:rPr lang="zh-CN" altLang="en-US">
                <a:solidFill>
                  <a:srgbClr val="000000"/>
                </a:solidFill>
                <a:latin typeface="华文楷体" panose="02010600040101010101" pitchFamily="2" charset="-122"/>
                <a:ea typeface="华文楷体" panose="02010600040101010101" pitchFamily="2" charset="-122"/>
              </a:rPr>
              <a:t> 按照</a:t>
            </a:r>
            <a:r>
              <a:rPr lang="en-US" altLang="zh-CN">
                <a:solidFill>
                  <a:srgbClr val="000000"/>
                </a:solidFill>
                <a:latin typeface="华文楷体" panose="02010600040101010101" pitchFamily="2" charset="-122"/>
                <a:ea typeface="华文楷体" panose="02010600040101010101" pitchFamily="2" charset="-122"/>
              </a:rPr>
              <a:t>PMI</a:t>
            </a:r>
            <a:r>
              <a:rPr lang="zh-CN" altLang="en-US">
                <a:solidFill>
                  <a:srgbClr val="000000"/>
                </a:solidFill>
                <a:latin typeface="华文楷体" panose="02010600040101010101" pitchFamily="2" charset="-122"/>
                <a:ea typeface="华文楷体" panose="02010600040101010101" pitchFamily="2" charset="-122"/>
              </a:rPr>
              <a:t>（</a:t>
            </a:r>
            <a:r>
              <a:rPr lang="en-US" altLang="zh-CN">
                <a:solidFill>
                  <a:srgbClr val="000000"/>
                </a:solidFill>
                <a:latin typeface="华文楷体" panose="02010600040101010101" pitchFamily="2" charset="-122"/>
                <a:ea typeface="华文楷体" panose="02010600040101010101" pitchFamily="2" charset="-122"/>
              </a:rPr>
              <a:t>Project Management Institute</a:t>
            </a:r>
            <a:r>
              <a:rPr lang="zh-CN" altLang="en-US">
                <a:solidFill>
                  <a:srgbClr val="000000"/>
                </a:solidFill>
                <a:latin typeface="华文楷体" panose="02010600040101010101" pitchFamily="2" charset="-122"/>
                <a:ea typeface="华文楷体" panose="02010600040101010101" pitchFamily="2" charset="-122"/>
              </a:rPr>
              <a:t>）的体系可以划分为如下九个主要的方面</a:t>
            </a:r>
          </a:p>
        </p:txBody>
      </p:sp>
      <p:pic>
        <p:nvPicPr>
          <p:cNvPr id="6" name="Picture 6">
            <a:extLst>
              <a:ext uri="{FF2B5EF4-FFF2-40B4-BE49-F238E27FC236}">
                <a16:creationId xmlns:a16="http://schemas.microsoft.com/office/drawing/2014/main" id="{1FC625FB-239C-49EE-A6E2-6C26364789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328" y="1443599"/>
            <a:ext cx="8041341" cy="2956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314508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blinds(horizontal)">
                                      <p:cBhvr>
                                        <p:cTn id="2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954655"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项目管理知识体系</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7922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现代项目管理知识体系</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所谓现代项目管理知识体系是指在现代项目管理中所要开展的各种管理活动中要使用的各种理论、方法和工具等一系列内容的总称。</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现代项目管理知识体系是</a:t>
            </a:r>
            <a:r>
              <a:rPr lang="en-US" altLang="zh-CN">
                <a:solidFill>
                  <a:srgbClr val="000000"/>
                </a:solidFill>
                <a:latin typeface="华文楷体" panose="02010600040101010101" pitchFamily="2" charset="-122"/>
                <a:ea typeface="华文楷体" panose="02010600040101010101" pitchFamily="2" charset="-122"/>
              </a:rPr>
              <a:t>PMI</a:t>
            </a:r>
            <a:r>
              <a:rPr lang="zh-CN" altLang="en-US">
                <a:solidFill>
                  <a:srgbClr val="000000"/>
                </a:solidFill>
                <a:latin typeface="华文楷体" panose="02010600040101010101" pitchFamily="2" charset="-122"/>
                <a:ea typeface="华文楷体" panose="02010600040101010101" pitchFamily="2" charset="-122"/>
              </a:rPr>
              <a:t>从</a:t>
            </a:r>
            <a:r>
              <a:rPr lang="en-US" altLang="zh-CN">
                <a:solidFill>
                  <a:srgbClr val="000000"/>
                </a:solidFill>
                <a:latin typeface="华文楷体" panose="02010600040101010101" pitchFamily="2" charset="-122"/>
                <a:ea typeface="华文楷体" panose="02010600040101010101" pitchFamily="2" charset="-122"/>
              </a:rPr>
              <a:t>1984</a:t>
            </a:r>
            <a:r>
              <a:rPr lang="zh-CN" altLang="en-US">
                <a:solidFill>
                  <a:srgbClr val="000000"/>
                </a:solidFill>
                <a:latin typeface="华文楷体" panose="02010600040101010101" pitchFamily="2" charset="-122"/>
                <a:ea typeface="华文楷体" panose="02010600040101010101" pitchFamily="2" charset="-122"/>
              </a:rPr>
              <a:t>年开始研究，</a:t>
            </a:r>
            <a:r>
              <a:rPr lang="en-US" altLang="zh-CN">
                <a:solidFill>
                  <a:srgbClr val="000000"/>
                </a:solidFill>
                <a:latin typeface="华文楷体" panose="02010600040101010101" pitchFamily="2" charset="-122"/>
                <a:ea typeface="华文楷体" panose="02010600040101010101" pitchFamily="2" charset="-122"/>
              </a:rPr>
              <a:t>1996</a:t>
            </a:r>
            <a:r>
              <a:rPr lang="zh-CN" altLang="en-US">
                <a:solidFill>
                  <a:srgbClr val="000000"/>
                </a:solidFill>
                <a:latin typeface="华文楷体" panose="02010600040101010101" pitchFamily="2" charset="-122"/>
                <a:ea typeface="华文楷体" panose="02010600040101010101" pitchFamily="2" charset="-122"/>
              </a:rPr>
              <a:t>年推出并投入使用，</a:t>
            </a:r>
            <a:r>
              <a:rPr lang="en-US" altLang="zh-CN">
                <a:solidFill>
                  <a:srgbClr val="000000"/>
                </a:solidFill>
                <a:latin typeface="华文楷体" panose="02010600040101010101" pitchFamily="2" charset="-122"/>
                <a:ea typeface="华文楷体" panose="02010600040101010101" pitchFamily="2" charset="-122"/>
              </a:rPr>
              <a:t>2000</a:t>
            </a:r>
            <a:r>
              <a:rPr lang="zh-CN" altLang="en-US">
                <a:solidFill>
                  <a:srgbClr val="000000"/>
                </a:solidFill>
                <a:latin typeface="华文楷体" panose="02010600040101010101" pitchFamily="2" charset="-122"/>
                <a:ea typeface="华文楷体" panose="02010600040101010101" pitchFamily="2" charset="-122"/>
              </a:rPr>
              <a:t>年新版修订，并以此为蓝本制订了</a:t>
            </a:r>
            <a:r>
              <a:rPr lang="en-US" altLang="zh-CN">
                <a:solidFill>
                  <a:srgbClr val="000000"/>
                </a:solidFill>
                <a:latin typeface="华文楷体" panose="02010600040101010101" pitchFamily="2" charset="-122"/>
                <a:ea typeface="华文楷体" panose="02010600040101010101" pitchFamily="2" charset="-122"/>
              </a:rPr>
              <a:t>ISO10006</a:t>
            </a:r>
            <a:r>
              <a:rPr lang="zh-CN" altLang="en-US">
                <a:solidFill>
                  <a:srgbClr val="000000"/>
                </a:solidFill>
                <a:latin typeface="华文楷体" panose="02010600040101010101" pitchFamily="2" charset="-122"/>
                <a:ea typeface="华文楷体" panose="02010600040101010101" pitchFamily="2" charset="-122"/>
              </a:rPr>
              <a:t>标准的一整套现代项目管理的程序、技术、工具和方法。</a:t>
            </a: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项目干系人：</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项目经理、客户、用户、项目执行组织、项目团队成员、项目出资人、项目业主、项目承包人、供应商。</a:t>
            </a:r>
          </a:p>
        </p:txBody>
      </p:sp>
    </p:spTree>
    <p:extLst>
      <p:ext uri="{BB962C8B-B14F-4D97-AF65-F5344CB8AC3E}">
        <p14:creationId xmlns:p14="http://schemas.microsoft.com/office/powerpoint/2010/main" val="68934994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7790594" cy="461665"/>
          </a:xfrm>
          <a:prstGeom prst="rect">
            <a:avLst/>
          </a:prstGeom>
          <a:noFill/>
        </p:spPr>
        <p:txBody>
          <a:bodyPr wrap="none" rtlCol="0">
            <a:spAutoFit/>
          </a:bodyPr>
          <a:lstStyle/>
          <a:p>
            <a:r>
              <a:rPr lang="en-US" altLang="zh-CN" sz="2400" spc="300">
                <a:latin typeface="微软雅黑" panose="020B0503020204020204" pitchFamily="34" charset="-122"/>
                <a:ea typeface="微软雅黑" panose="020B0503020204020204" pitchFamily="34" charset="-122"/>
              </a:rPr>
              <a:t> PMP( Project Management Professional )</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96126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a:solidFill>
                  <a:srgbClr val="000000"/>
                </a:solidFill>
                <a:latin typeface="华文楷体" panose="02010600040101010101" pitchFamily="2" charset="-122"/>
                <a:ea typeface="华文楷体" panose="02010600040101010101" pitchFamily="2" charset="-122"/>
              </a:rPr>
              <a:t>PMI:</a:t>
            </a:r>
            <a:r>
              <a:rPr lang="zh-CN" altLang="en-US">
                <a:solidFill>
                  <a:srgbClr val="000000"/>
                </a:solidFill>
                <a:latin typeface="华文楷体" panose="02010600040101010101" pitchFamily="2" charset="-122"/>
                <a:ea typeface="华文楷体" panose="02010600040101010101" pitchFamily="2" charset="-122"/>
              </a:rPr>
              <a:t>项目管理协会，是世界领先的非盈利会员协会的项目管理专业机构，</a:t>
            </a:r>
            <a:r>
              <a:rPr lang="en-US" altLang="zh-CN">
                <a:solidFill>
                  <a:srgbClr val="000000"/>
                </a:solidFill>
                <a:latin typeface="华文楷体" panose="02010600040101010101" pitchFamily="2" charset="-122"/>
                <a:ea typeface="华文楷体" panose="02010600040101010101" pitchFamily="2" charset="-122"/>
              </a:rPr>
              <a:t>1969</a:t>
            </a:r>
            <a:r>
              <a:rPr lang="zh-CN" altLang="en-US">
                <a:solidFill>
                  <a:srgbClr val="000000"/>
                </a:solidFill>
                <a:latin typeface="华文楷体" panose="02010600040101010101" pitchFamily="2" charset="-122"/>
                <a:ea typeface="华文楷体" panose="02010600040101010101" pitchFamily="2" charset="-122"/>
              </a:rPr>
              <a:t>年成立，在全球</a:t>
            </a:r>
            <a:r>
              <a:rPr lang="en-US" altLang="zh-CN">
                <a:solidFill>
                  <a:srgbClr val="000000"/>
                </a:solidFill>
                <a:latin typeface="华文楷体" panose="02010600040101010101" pitchFamily="2" charset="-122"/>
                <a:ea typeface="华文楷体" panose="02010600040101010101" pitchFamily="2" charset="-122"/>
              </a:rPr>
              <a:t>185</a:t>
            </a:r>
            <a:r>
              <a:rPr lang="zh-CN" altLang="en-US">
                <a:solidFill>
                  <a:srgbClr val="000000"/>
                </a:solidFill>
                <a:latin typeface="华文楷体" panose="02010600040101010101" pitchFamily="2" charset="-122"/>
                <a:ea typeface="华文楷体" panose="02010600040101010101" pitchFamily="2" charset="-122"/>
              </a:rPr>
              <a:t>个国家有</a:t>
            </a:r>
            <a:r>
              <a:rPr lang="en-US" altLang="zh-CN">
                <a:solidFill>
                  <a:srgbClr val="000000"/>
                </a:solidFill>
                <a:latin typeface="华文楷体" panose="02010600040101010101" pitchFamily="2" charset="-122"/>
                <a:ea typeface="华文楷体" panose="02010600040101010101" pitchFamily="2" charset="-122"/>
              </a:rPr>
              <a:t>70</a:t>
            </a:r>
            <a:r>
              <a:rPr lang="zh-CN" altLang="en-US">
                <a:solidFill>
                  <a:srgbClr val="000000"/>
                </a:solidFill>
                <a:latin typeface="华文楷体" panose="02010600040101010101" pitchFamily="2" charset="-122"/>
                <a:ea typeface="华文楷体" panose="02010600040101010101" pitchFamily="2" charset="-122"/>
              </a:rPr>
              <a:t>多万会员和证书持有人。</a:t>
            </a:r>
            <a:endParaRPr lang="en-US" altLang="zh-CN">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项目管里知识体系指南（</a:t>
            </a:r>
            <a:r>
              <a:rPr lang="en-US" altLang="zh-CN">
                <a:solidFill>
                  <a:srgbClr val="000000"/>
                </a:solidFill>
                <a:latin typeface="华文楷体" panose="02010600040101010101" pitchFamily="2" charset="-122"/>
                <a:ea typeface="华文楷体" panose="02010600040101010101" pitchFamily="2" charset="-122"/>
              </a:rPr>
              <a:t>PMBOK</a:t>
            </a:r>
            <a:r>
              <a:rPr lang="zh-CN" altLang="en-US">
                <a:solidFill>
                  <a:srgbClr val="000000"/>
                </a:solidFill>
                <a:latin typeface="华文楷体" panose="02010600040101010101" pitchFamily="2" charset="-122"/>
                <a:ea typeface="华文楷体" panose="02010600040101010101" pitchFamily="2" charset="-122"/>
              </a:rPr>
              <a:t>指南）</a:t>
            </a:r>
            <a:endParaRPr lang="en-US" altLang="zh-CN">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a:solidFill>
                  <a:srgbClr val="000000"/>
                </a:solidFill>
                <a:latin typeface="华文楷体" panose="02010600040101010101" pitchFamily="2" charset="-122"/>
                <a:ea typeface="华文楷体" panose="02010600040101010101" pitchFamily="2" charset="-122"/>
              </a:rPr>
              <a:t>PMP</a:t>
            </a:r>
            <a:r>
              <a:rPr lang="zh-CN" altLang="en-US">
                <a:solidFill>
                  <a:srgbClr val="000000"/>
                </a:solidFill>
                <a:latin typeface="华文楷体" panose="02010600040101010101" pitchFamily="2" charset="-122"/>
                <a:ea typeface="华文楷体" panose="02010600040101010101" pitchFamily="2" charset="-122"/>
              </a:rPr>
              <a:t>：</a:t>
            </a:r>
            <a:r>
              <a:rPr lang="en-US" altLang="zh-CN">
                <a:solidFill>
                  <a:srgbClr val="000000"/>
                </a:solidFill>
                <a:latin typeface="华文楷体" panose="02010600040101010101" pitchFamily="2" charset="-122"/>
                <a:ea typeface="华文楷体" panose="02010600040101010101" pitchFamily="2" charset="-122"/>
              </a:rPr>
              <a:t>Project Management Professional</a:t>
            </a:r>
            <a:r>
              <a:rPr lang="zh-CN" altLang="en-US">
                <a:solidFill>
                  <a:srgbClr val="000000"/>
                </a:solidFill>
                <a:latin typeface="华文楷体" panose="02010600040101010101" pitchFamily="2" charset="-122"/>
                <a:ea typeface="华文楷体" panose="02010600040101010101" pitchFamily="2" charset="-122"/>
              </a:rPr>
              <a:t>、项目管理专业人员资格，它是美国项目管理学会（</a:t>
            </a:r>
            <a:r>
              <a:rPr lang="en-US" altLang="zh-CN">
                <a:solidFill>
                  <a:srgbClr val="000000"/>
                </a:solidFill>
                <a:latin typeface="华文楷体" panose="02010600040101010101" pitchFamily="2" charset="-122"/>
                <a:ea typeface="华文楷体" panose="02010600040101010101" pitchFamily="2" charset="-122"/>
              </a:rPr>
              <a:t>PMI</a:t>
            </a:r>
            <a:r>
              <a:rPr lang="zh-CN" altLang="en-US">
                <a:solidFill>
                  <a:srgbClr val="000000"/>
                </a:solidFill>
                <a:latin typeface="华文楷体" panose="02010600040101010101" pitchFamily="2" charset="-122"/>
                <a:ea typeface="华文楷体" panose="02010600040101010101" pitchFamily="2" charset="-122"/>
              </a:rPr>
              <a:t>）开发并负责组织实施的一种专业资格认证。</a:t>
            </a: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该项认证已经获得世界上</a:t>
            </a:r>
            <a:r>
              <a:rPr lang="en-US" altLang="zh-CN">
                <a:solidFill>
                  <a:srgbClr val="000000"/>
                </a:solidFill>
                <a:latin typeface="华文楷体" panose="02010600040101010101" pitchFamily="2" charset="-122"/>
                <a:ea typeface="华文楷体" panose="02010600040101010101" pitchFamily="2" charset="-122"/>
              </a:rPr>
              <a:t>100</a:t>
            </a:r>
            <a:r>
              <a:rPr lang="zh-CN" altLang="en-US">
                <a:solidFill>
                  <a:srgbClr val="000000"/>
                </a:solidFill>
                <a:latin typeface="华文楷体" panose="02010600040101010101" pitchFamily="2" charset="-122"/>
                <a:ea typeface="华文楷体" panose="02010600040101010101" pitchFamily="2" charset="-122"/>
              </a:rPr>
              <a:t>多个国家的承认，是目前全球认可程度最高的项目管理专业认证，也是项目管理资格最重要的标志之一。</a:t>
            </a:r>
            <a:endParaRPr lang="en-US" altLang="zh-CN">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67141341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7790594" cy="461665"/>
          </a:xfrm>
          <a:prstGeom prst="rect">
            <a:avLst/>
          </a:prstGeom>
          <a:noFill/>
        </p:spPr>
        <p:txBody>
          <a:bodyPr wrap="none" rtlCol="0">
            <a:spAutoFit/>
          </a:bodyPr>
          <a:lstStyle/>
          <a:p>
            <a:r>
              <a:rPr lang="en-US" altLang="zh-CN" sz="2400" spc="300">
                <a:latin typeface="微软雅黑" panose="020B0503020204020204" pitchFamily="34" charset="-122"/>
                <a:ea typeface="微软雅黑" panose="020B0503020204020204" pitchFamily="34" charset="-122"/>
              </a:rPr>
              <a:t> PMP( Project Management Professional )</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7922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err="1">
                <a:solidFill>
                  <a:srgbClr val="000000"/>
                </a:solidFill>
                <a:latin typeface="华文楷体" panose="02010600040101010101" pitchFamily="2" charset="-122"/>
                <a:ea typeface="华文楷体" panose="02010600040101010101" pitchFamily="2" charset="-122"/>
              </a:rPr>
              <a:t>pmp</a:t>
            </a:r>
            <a:r>
              <a:rPr lang="zh-CN" altLang="en-US">
                <a:solidFill>
                  <a:srgbClr val="000000"/>
                </a:solidFill>
                <a:latin typeface="华文楷体" panose="02010600040101010101" pitchFamily="2" charset="-122"/>
                <a:ea typeface="华文楷体" panose="02010600040101010101" pitchFamily="2" charset="-122"/>
              </a:rPr>
              <a:t>报考条件是：</a:t>
            </a:r>
            <a:endParaRPr lang="en-US" altLang="zh-CN">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第一类：学士学位或同等学历以下者，申请者必须具备至少</a:t>
            </a:r>
            <a:r>
              <a:rPr lang="en-US" altLang="zh-CN">
                <a:solidFill>
                  <a:srgbClr val="000000"/>
                </a:solidFill>
                <a:latin typeface="华文楷体" panose="02010600040101010101" pitchFamily="2" charset="-122"/>
                <a:ea typeface="华文楷体" panose="02010600040101010101" pitchFamily="2" charset="-122"/>
              </a:rPr>
              <a:t>7500</a:t>
            </a:r>
            <a:r>
              <a:rPr lang="zh-CN" altLang="en-US">
                <a:solidFill>
                  <a:srgbClr val="000000"/>
                </a:solidFill>
                <a:latin typeface="华文楷体" panose="02010600040101010101" pitchFamily="2" charset="-122"/>
                <a:ea typeface="华文楷体" panose="02010600040101010101" pitchFamily="2" charset="-122"/>
              </a:rPr>
              <a:t>个小时的项目管理经验，并且在申请之日前</a:t>
            </a:r>
            <a:r>
              <a:rPr lang="en-US" altLang="zh-CN">
                <a:solidFill>
                  <a:srgbClr val="000000"/>
                </a:solidFill>
                <a:latin typeface="华文楷体" panose="02010600040101010101" pitchFamily="2" charset="-122"/>
                <a:ea typeface="华文楷体" panose="02010600040101010101" pitchFamily="2" charset="-122"/>
              </a:rPr>
              <a:t>8</a:t>
            </a:r>
            <a:r>
              <a:rPr lang="zh-CN" altLang="en-US">
                <a:solidFill>
                  <a:srgbClr val="000000"/>
                </a:solidFill>
                <a:latin typeface="华文楷体" panose="02010600040101010101" pitchFamily="2" charset="-122"/>
                <a:ea typeface="华文楷体" panose="02010600040101010101" pitchFamily="2" charset="-122"/>
              </a:rPr>
              <a:t>年内，累计项目管理月数不少于</a:t>
            </a:r>
            <a:r>
              <a:rPr lang="en-US" altLang="zh-CN">
                <a:solidFill>
                  <a:srgbClr val="000000"/>
                </a:solidFill>
                <a:latin typeface="华文楷体" panose="02010600040101010101" pitchFamily="2" charset="-122"/>
                <a:ea typeface="华文楷体" panose="02010600040101010101" pitchFamily="2" charset="-122"/>
              </a:rPr>
              <a:t>60</a:t>
            </a:r>
            <a:r>
              <a:rPr lang="zh-CN" altLang="en-US">
                <a:solidFill>
                  <a:srgbClr val="000000"/>
                </a:solidFill>
                <a:latin typeface="华文楷体" panose="02010600040101010101" pitchFamily="2" charset="-122"/>
                <a:ea typeface="华文楷体" panose="02010600040101010101" pitchFamily="2" charset="-122"/>
              </a:rPr>
              <a:t>个月。</a:t>
            </a:r>
            <a:endParaRPr lang="en-US" altLang="zh-CN">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第二类：学士学位或同等学历以上者，申请者必须具备至少</a:t>
            </a:r>
            <a:r>
              <a:rPr lang="en-US" altLang="zh-CN">
                <a:solidFill>
                  <a:srgbClr val="000000"/>
                </a:solidFill>
                <a:latin typeface="华文楷体" panose="02010600040101010101" pitchFamily="2" charset="-122"/>
                <a:ea typeface="华文楷体" panose="02010600040101010101" pitchFamily="2" charset="-122"/>
              </a:rPr>
              <a:t>4500</a:t>
            </a:r>
            <a:r>
              <a:rPr lang="zh-CN" altLang="en-US">
                <a:solidFill>
                  <a:srgbClr val="000000"/>
                </a:solidFill>
                <a:latin typeface="华文楷体" panose="02010600040101010101" pitchFamily="2" charset="-122"/>
                <a:ea typeface="华文楷体" panose="02010600040101010101" pitchFamily="2" charset="-122"/>
              </a:rPr>
              <a:t>个小时的项目管理经验，并且在申请之日前</a:t>
            </a:r>
            <a:r>
              <a:rPr lang="en-US" altLang="zh-CN">
                <a:solidFill>
                  <a:srgbClr val="000000"/>
                </a:solidFill>
                <a:latin typeface="华文楷体" panose="02010600040101010101" pitchFamily="2" charset="-122"/>
                <a:ea typeface="华文楷体" panose="02010600040101010101" pitchFamily="2" charset="-122"/>
              </a:rPr>
              <a:t>6</a:t>
            </a:r>
            <a:r>
              <a:rPr lang="zh-CN" altLang="en-US">
                <a:solidFill>
                  <a:srgbClr val="000000"/>
                </a:solidFill>
                <a:latin typeface="华文楷体" panose="02010600040101010101" pitchFamily="2" charset="-122"/>
                <a:ea typeface="华文楷体" panose="02010600040101010101" pitchFamily="2" charset="-122"/>
              </a:rPr>
              <a:t>年内，累计项目管理月数不少于</a:t>
            </a:r>
            <a:r>
              <a:rPr lang="en-US" altLang="zh-CN">
                <a:solidFill>
                  <a:srgbClr val="000000"/>
                </a:solidFill>
                <a:latin typeface="华文楷体" panose="02010600040101010101" pitchFamily="2" charset="-122"/>
                <a:ea typeface="华文楷体" panose="02010600040101010101" pitchFamily="2" charset="-122"/>
              </a:rPr>
              <a:t>36</a:t>
            </a:r>
            <a:r>
              <a:rPr lang="zh-CN" altLang="en-US">
                <a:solidFill>
                  <a:srgbClr val="000000"/>
                </a:solidFill>
                <a:latin typeface="华文楷体" panose="02010600040101010101" pitchFamily="2" charset="-122"/>
                <a:ea typeface="华文楷体" panose="02010600040101010101" pitchFamily="2" charset="-122"/>
              </a:rPr>
              <a:t>个月。</a:t>
            </a:r>
            <a:endParaRPr lang="en-US" altLang="zh-CN">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en-US" altLang="zh-CN">
                <a:solidFill>
                  <a:srgbClr val="000000"/>
                </a:solidFill>
                <a:latin typeface="华文楷体" panose="02010600040101010101" pitchFamily="2" charset="-122"/>
                <a:ea typeface="华文楷体" panose="02010600040101010101" pitchFamily="2" charset="-122"/>
              </a:rPr>
              <a:t>PMI</a:t>
            </a:r>
            <a:r>
              <a:rPr lang="zh-CN" altLang="en-US">
                <a:solidFill>
                  <a:srgbClr val="000000"/>
                </a:solidFill>
                <a:latin typeface="华文楷体" panose="02010600040101010101" pitchFamily="2" charset="-122"/>
                <a:ea typeface="华文楷体" panose="02010600040101010101" pitchFamily="2" charset="-122"/>
              </a:rPr>
              <a:t>要求，报名考生必须具备</a:t>
            </a:r>
            <a:r>
              <a:rPr lang="en-US" altLang="zh-CN">
                <a:solidFill>
                  <a:srgbClr val="000000"/>
                </a:solidFill>
                <a:latin typeface="华文楷体" panose="02010600040101010101" pitchFamily="2" charset="-122"/>
                <a:ea typeface="华文楷体" panose="02010600040101010101" pitchFamily="2" charset="-122"/>
              </a:rPr>
              <a:t>35</a:t>
            </a:r>
            <a:r>
              <a:rPr lang="zh-CN" altLang="en-US">
                <a:solidFill>
                  <a:srgbClr val="000000"/>
                </a:solidFill>
                <a:latin typeface="华文楷体" panose="02010600040101010101" pitchFamily="2" charset="-122"/>
                <a:ea typeface="华文楷体" panose="02010600040101010101" pitchFamily="2" charset="-122"/>
              </a:rPr>
              <a:t>小时以上，涵盖项目管理知识体系中十大知识领域的项目管理培训经历。</a:t>
            </a:r>
            <a:endParaRPr lang="en-US" altLang="zh-CN">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409646035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70B5CECD-8BCF-4CB3-A63C-F7516CC2D0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8623" y="258373"/>
            <a:ext cx="4626754" cy="4626754"/>
          </a:xfrm>
          <a:prstGeom prst="rect">
            <a:avLst/>
          </a:prstGeom>
        </p:spPr>
      </p:pic>
    </p:spTree>
    <p:extLst>
      <p:ext uri="{BB962C8B-B14F-4D97-AF65-F5344CB8AC3E}">
        <p14:creationId xmlns:p14="http://schemas.microsoft.com/office/powerpoint/2010/main" val="334160158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914FE0E-841C-43EF-8234-297E06A3E5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9625" y="428374"/>
            <a:ext cx="7204749" cy="4286751"/>
          </a:xfrm>
          <a:prstGeom prst="rect">
            <a:avLst/>
          </a:prstGeom>
        </p:spPr>
      </p:pic>
    </p:spTree>
    <p:extLst>
      <p:ext uri="{BB962C8B-B14F-4D97-AF65-F5344CB8AC3E}">
        <p14:creationId xmlns:p14="http://schemas.microsoft.com/office/powerpoint/2010/main" val="384825255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954655"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项目管理知识领域</a:t>
            </a:r>
            <a:endParaRPr lang="en-US" altLang="zh-CN" sz="2400" spc="300">
              <a:latin typeface="微软雅黑" panose="020B0503020204020204" pitchFamily="34" charset="-122"/>
              <a:ea typeface="微软雅黑" panose="020B0503020204020204" pitchFamily="34" charset="-122"/>
            </a:endParaRPr>
          </a:p>
        </p:txBody>
      </p:sp>
      <p:pic>
        <p:nvPicPr>
          <p:cNvPr id="3" name="Picture 7">
            <a:extLst>
              <a:ext uri="{FF2B5EF4-FFF2-40B4-BE49-F238E27FC236}">
                <a16:creationId xmlns:a16="http://schemas.microsoft.com/office/drawing/2014/main" id="{D14B6356-0D00-4DA1-A210-FD75F18A9D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3379" y="936612"/>
            <a:ext cx="5317241" cy="327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6139526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8EEA2A8B-C11E-441C-9D8D-BC6948EE66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1637" y="247650"/>
            <a:ext cx="5800725" cy="4648200"/>
          </a:xfrm>
          <a:prstGeom prst="rect">
            <a:avLst/>
          </a:prstGeom>
        </p:spPr>
      </p:pic>
    </p:spTree>
    <p:extLst>
      <p:ext uri="{BB962C8B-B14F-4D97-AF65-F5344CB8AC3E}">
        <p14:creationId xmlns:p14="http://schemas.microsoft.com/office/powerpoint/2010/main" val="373211999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2" name="TextBox 1"/>
          <p:cNvSpPr txBox="1"/>
          <p:nvPr/>
        </p:nvSpPr>
        <p:spPr>
          <a:xfrm>
            <a:off x="3995936" y="1773787"/>
            <a:ext cx="3272050" cy="707886"/>
          </a:xfrm>
          <a:prstGeom prst="rect">
            <a:avLst/>
          </a:prstGeom>
          <a:noFill/>
        </p:spPr>
        <p:txBody>
          <a:bodyPr wrap="none" rtlCol="0">
            <a:spAutoFit/>
          </a:bodyPr>
          <a:lstStyle/>
          <a:p>
            <a:r>
              <a:rPr lang="zh-CN" altLang="en-US" sz="4000" b="1">
                <a:latin typeface="黑体" panose="02010600030101010101" charset="-122"/>
                <a:ea typeface="黑体" panose="02010600030101010101" charset="-122"/>
              </a:rPr>
              <a:t>本章主要内容</a:t>
            </a:r>
          </a:p>
        </p:txBody>
      </p:sp>
      <p:grpSp>
        <p:nvGrpSpPr>
          <p:cNvPr id="33" name="组合 32"/>
          <p:cNvGrpSpPr/>
          <p:nvPr/>
        </p:nvGrpSpPr>
        <p:grpSpPr>
          <a:xfrm>
            <a:off x="2262782" y="1446400"/>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20" name="KSO_Shape"/>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a:solidFill>
                  <a:srgbClr val="FFFFFF"/>
                </a:solidFill>
                <a:latin typeface="黑体" panose="02010600030101010101" charset="-122"/>
                <a:ea typeface="黑体" panose="02010600030101010101" charset="-122"/>
              </a:endParaRPr>
            </a:p>
          </p:txBody>
        </p:sp>
      </p:grpSp>
      <p:sp>
        <p:nvSpPr>
          <p:cNvPr id="15" name="TextBox 14"/>
          <p:cNvSpPr txBox="1"/>
          <p:nvPr/>
        </p:nvSpPr>
        <p:spPr>
          <a:xfrm>
            <a:off x="4450203" y="2490902"/>
            <a:ext cx="1338828" cy="369332"/>
          </a:xfrm>
          <a:prstGeom prst="rect">
            <a:avLst/>
          </a:prstGeom>
          <a:noFill/>
        </p:spPr>
        <p:txBody>
          <a:bodyPr wrap="none" rtlCol="0">
            <a:spAutoFit/>
          </a:bodyPr>
          <a:lstStyle/>
          <a:p>
            <a:r>
              <a:rPr lang="en-US" altLang="zh-CN">
                <a:latin typeface="黑体" panose="02010600030101010101" charset="-122"/>
                <a:ea typeface="黑体" panose="02010600030101010101" charset="-122"/>
              </a:rPr>
              <a:t>1.</a:t>
            </a:r>
            <a:r>
              <a:rPr lang="zh-CN" altLang="en-US">
                <a:latin typeface="黑体" panose="02010600030101010101" charset="-122"/>
                <a:ea typeface="黑体" panose="02010600030101010101" charset="-122"/>
              </a:rPr>
              <a:t>课程简介</a:t>
            </a:r>
          </a:p>
        </p:txBody>
      </p:sp>
      <p:sp>
        <p:nvSpPr>
          <p:cNvPr id="16" name="TextBox 15"/>
          <p:cNvSpPr txBox="1"/>
          <p:nvPr/>
        </p:nvSpPr>
        <p:spPr>
          <a:xfrm>
            <a:off x="4450203" y="3297980"/>
            <a:ext cx="1338828" cy="369332"/>
          </a:xfrm>
          <a:prstGeom prst="rect">
            <a:avLst/>
          </a:prstGeom>
          <a:noFill/>
        </p:spPr>
        <p:txBody>
          <a:bodyPr wrap="none" rtlCol="0">
            <a:spAutoFit/>
          </a:bodyPr>
          <a:lstStyle/>
          <a:p>
            <a:r>
              <a:rPr lang="en-US" altLang="zh-CN">
                <a:latin typeface="黑体" panose="02010600030101010101" charset="-122"/>
                <a:ea typeface="黑体" panose="02010600030101010101" charset="-122"/>
              </a:rPr>
              <a:t>3.</a:t>
            </a:r>
            <a:r>
              <a:rPr lang="zh-CN" altLang="en-US">
                <a:latin typeface="黑体" panose="02010600030101010101" charset="-122"/>
                <a:ea typeface="黑体" panose="02010600030101010101" charset="-122"/>
              </a:rPr>
              <a:t>基本概念</a:t>
            </a:r>
          </a:p>
        </p:txBody>
      </p:sp>
      <p:sp>
        <p:nvSpPr>
          <p:cNvPr id="17" name="TextBox 16"/>
          <p:cNvSpPr txBox="1"/>
          <p:nvPr/>
        </p:nvSpPr>
        <p:spPr>
          <a:xfrm>
            <a:off x="4450203" y="3735048"/>
            <a:ext cx="1800493" cy="369332"/>
          </a:xfrm>
          <a:prstGeom prst="rect">
            <a:avLst/>
          </a:prstGeom>
          <a:noFill/>
        </p:spPr>
        <p:txBody>
          <a:bodyPr wrap="none" rtlCol="0">
            <a:spAutoFit/>
          </a:bodyPr>
          <a:lstStyle/>
          <a:p>
            <a:r>
              <a:rPr lang="en-US" altLang="zh-CN">
                <a:latin typeface="黑体" panose="02010600030101010101" charset="-122"/>
                <a:ea typeface="黑体" panose="02010600030101010101" charset="-122"/>
              </a:rPr>
              <a:t>4.</a:t>
            </a:r>
            <a:r>
              <a:rPr lang="zh-CN" altLang="en-US">
                <a:latin typeface="黑体" panose="02010600030101010101" charset="-122"/>
                <a:ea typeface="黑体" panose="02010600030101010101" charset="-122"/>
              </a:rPr>
              <a:t>软件行业特点</a:t>
            </a:r>
          </a:p>
        </p:txBody>
      </p:sp>
      <p:sp>
        <p:nvSpPr>
          <p:cNvPr id="18" name="TextBox 17"/>
          <p:cNvSpPr txBox="1"/>
          <p:nvPr/>
        </p:nvSpPr>
        <p:spPr>
          <a:xfrm>
            <a:off x="4450203" y="4153064"/>
            <a:ext cx="3185487" cy="369332"/>
          </a:xfrm>
          <a:prstGeom prst="rect">
            <a:avLst/>
          </a:prstGeom>
          <a:noFill/>
        </p:spPr>
        <p:txBody>
          <a:bodyPr wrap="none" rtlCol="0">
            <a:spAutoFit/>
          </a:bodyPr>
          <a:lstStyle/>
          <a:p>
            <a:r>
              <a:rPr lang="en-US" altLang="zh-CN" b="1">
                <a:solidFill>
                  <a:srgbClr val="FF0000"/>
                </a:solidFill>
                <a:latin typeface="黑体" panose="02010600030101010101" charset="-122"/>
                <a:ea typeface="黑体" panose="02010600030101010101" charset="-122"/>
              </a:rPr>
              <a:t>5.</a:t>
            </a:r>
            <a:r>
              <a:rPr lang="zh-CN" altLang="en-US" b="1">
                <a:solidFill>
                  <a:srgbClr val="FF0000"/>
                </a:solidFill>
                <a:latin typeface="黑体" panose="02010600030101010101" charset="-122"/>
                <a:ea typeface="黑体" panose="02010600030101010101" charset="-122"/>
              </a:rPr>
              <a:t>软件生命周期中的经济分析</a:t>
            </a:r>
          </a:p>
        </p:txBody>
      </p:sp>
      <p:sp>
        <p:nvSpPr>
          <p:cNvPr id="24" name="椭圆 23"/>
          <p:cNvSpPr/>
          <p:nvPr/>
        </p:nvSpPr>
        <p:spPr>
          <a:xfrm>
            <a:off x="4156315" y="2518400"/>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latin typeface="黑体" panose="02010600030101010101" charset="-122"/>
              <a:ea typeface="黑体" panose="02010600030101010101" charset="-122"/>
            </a:endParaRPr>
          </a:p>
        </p:txBody>
      </p:sp>
      <p:sp>
        <p:nvSpPr>
          <p:cNvPr id="25" name="椭圆 24"/>
          <p:cNvSpPr/>
          <p:nvPr/>
        </p:nvSpPr>
        <p:spPr>
          <a:xfrm>
            <a:off x="4156315" y="3306723"/>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latin typeface="黑体" panose="02010600030101010101" charset="-122"/>
              <a:ea typeface="黑体" panose="02010600030101010101" charset="-122"/>
            </a:endParaRPr>
          </a:p>
        </p:txBody>
      </p:sp>
      <p:sp>
        <p:nvSpPr>
          <p:cNvPr id="26" name="椭圆 25"/>
          <p:cNvSpPr/>
          <p:nvPr/>
        </p:nvSpPr>
        <p:spPr>
          <a:xfrm>
            <a:off x="4156315" y="3744086"/>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latin typeface="黑体" panose="02010600030101010101" charset="-122"/>
              <a:ea typeface="黑体" panose="02010600030101010101" charset="-122"/>
            </a:endParaRPr>
          </a:p>
        </p:txBody>
      </p:sp>
      <p:sp>
        <p:nvSpPr>
          <p:cNvPr id="27" name="椭圆 26"/>
          <p:cNvSpPr/>
          <p:nvPr/>
        </p:nvSpPr>
        <p:spPr>
          <a:xfrm>
            <a:off x="4156315" y="4181449"/>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latin typeface="黑体" panose="02010600030101010101" charset="-122"/>
              <a:ea typeface="黑体" panose="02010600030101010101" charset="-122"/>
            </a:endParaRPr>
          </a:p>
        </p:txBody>
      </p:sp>
      <p:sp>
        <p:nvSpPr>
          <p:cNvPr id="28" name="TextBox 27"/>
          <p:cNvSpPr txBox="1"/>
          <p:nvPr/>
        </p:nvSpPr>
        <p:spPr>
          <a:xfrm>
            <a:off x="4450203" y="2906617"/>
            <a:ext cx="1338828" cy="369332"/>
          </a:xfrm>
          <a:prstGeom prst="rect">
            <a:avLst/>
          </a:prstGeom>
          <a:noFill/>
        </p:spPr>
        <p:txBody>
          <a:bodyPr wrap="none" rtlCol="0">
            <a:spAutoFit/>
          </a:bodyPr>
          <a:lstStyle/>
          <a:p>
            <a:r>
              <a:rPr lang="en-US" altLang="zh-CN">
                <a:latin typeface="黑体" panose="02010600030101010101" charset="-122"/>
                <a:ea typeface="黑体" panose="02010600030101010101" charset="-122"/>
              </a:rPr>
              <a:t>2.</a:t>
            </a:r>
            <a:r>
              <a:rPr lang="zh-CN" altLang="en-US">
                <a:latin typeface="黑体" panose="02010600030101010101" charset="-122"/>
                <a:ea typeface="黑体" panose="02010600030101010101" charset="-122"/>
              </a:rPr>
              <a:t>研究内容</a:t>
            </a:r>
          </a:p>
        </p:txBody>
      </p:sp>
      <p:sp>
        <p:nvSpPr>
          <p:cNvPr id="30" name="椭圆 29"/>
          <p:cNvSpPr/>
          <p:nvPr/>
        </p:nvSpPr>
        <p:spPr>
          <a:xfrm>
            <a:off x="4156315" y="2934115"/>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latin typeface="黑体" panose="02010600030101010101" charset="-122"/>
              <a:ea typeface="黑体" panose="02010600030101010101" charset="-122"/>
            </a:endParaRPr>
          </a:p>
        </p:txBody>
      </p:sp>
    </p:spTree>
    <p:extLst>
      <p:ext uri="{BB962C8B-B14F-4D97-AF65-F5344CB8AC3E}">
        <p14:creationId xmlns:p14="http://schemas.microsoft.com/office/powerpoint/2010/main" val="266428749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ppt_x</p:attrName>
                                        </p:attrNameLst>
                                      </p:cBhvr>
                                      <p:tavLst>
                                        <p:tav tm="0">
                                          <p:val>
                                            <p:strVal val="#ppt_x+#ppt_w*1.125000"/>
                                          </p:val>
                                        </p:tav>
                                        <p:tav tm="100000">
                                          <p:val>
                                            <p:strVal val="#ppt_x"/>
                                          </p:val>
                                        </p:tav>
                                      </p:tavLst>
                                    </p:anim>
                                    <p:animEffect transition="in" filter="wipe(left)">
                                      <p:cBhvr>
                                        <p:cTn id="8" dur="500"/>
                                        <p:tgtEl>
                                          <p:spTgt spid="4"/>
                                        </p:tgtEl>
                                      </p:cBhvr>
                                    </p:animEffect>
                                  </p:childTnLst>
                                </p:cTn>
                              </p:par>
                            </p:childTnLst>
                          </p:cTn>
                        </p:par>
                        <p:par>
                          <p:cTn id="9" fill="hold">
                            <p:stCondLst>
                              <p:cond delay="500"/>
                            </p:stCondLst>
                            <p:childTnLst>
                              <p:par>
                                <p:cTn id="10" presetID="12" presetClass="entr" presetSubtype="2" fill="hold" nodeType="afterEffect">
                                  <p:stCondLst>
                                    <p:cond delay="0"/>
                                  </p:stCondLst>
                                  <p:childTnLst>
                                    <p:set>
                                      <p:cBhvr>
                                        <p:cTn id="11" dur="1" fill="hold">
                                          <p:stCondLst>
                                            <p:cond delay="0"/>
                                          </p:stCondLst>
                                        </p:cTn>
                                        <p:tgtEl>
                                          <p:spTgt spid="33"/>
                                        </p:tgtEl>
                                        <p:attrNameLst>
                                          <p:attrName>style.visibility</p:attrName>
                                        </p:attrNameLst>
                                      </p:cBhvr>
                                      <p:to>
                                        <p:strVal val="visible"/>
                                      </p:to>
                                    </p:set>
                                    <p:anim calcmode="lin" valueType="num">
                                      <p:cBhvr additive="base">
                                        <p:cTn id="12" dur="500"/>
                                        <p:tgtEl>
                                          <p:spTgt spid="33"/>
                                        </p:tgtEl>
                                        <p:attrNameLst>
                                          <p:attrName>ppt_x</p:attrName>
                                        </p:attrNameLst>
                                      </p:cBhvr>
                                      <p:tavLst>
                                        <p:tav tm="0">
                                          <p:val>
                                            <p:strVal val="#ppt_x+#ppt_w*1.125000"/>
                                          </p:val>
                                        </p:tav>
                                        <p:tav tm="100000">
                                          <p:val>
                                            <p:strVal val="#ppt_x"/>
                                          </p:val>
                                        </p:tav>
                                      </p:tavLst>
                                    </p:anim>
                                    <p:animEffect transition="in" filter="wipe(left)">
                                      <p:cBhvr>
                                        <p:cTn id="13" dur="500"/>
                                        <p:tgtEl>
                                          <p:spTgt spid="33"/>
                                        </p:tgtEl>
                                      </p:cBhvr>
                                    </p:animEffect>
                                  </p:childTnLst>
                                </p:cTn>
                              </p:par>
                              <p:par>
                                <p:cTn id="14" presetID="12" presetClass="entr" presetSubtype="8" fill="hold" grpId="0" nodeType="with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additive="base">
                                        <p:cTn id="16" dur="500"/>
                                        <p:tgtEl>
                                          <p:spTgt spid="2"/>
                                        </p:tgtEl>
                                        <p:attrNameLst>
                                          <p:attrName>ppt_x</p:attrName>
                                        </p:attrNameLst>
                                      </p:cBhvr>
                                      <p:tavLst>
                                        <p:tav tm="0">
                                          <p:val>
                                            <p:strVal val="#ppt_x-#ppt_w*1.125000"/>
                                          </p:val>
                                        </p:tav>
                                        <p:tav tm="100000">
                                          <p:val>
                                            <p:strVal val="#ppt_x"/>
                                          </p:val>
                                        </p:tav>
                                      </p:tavLst>
                                    </p:anim>
                                    <p:animEffect transition="in" filter="wipe(right)">
                                      <p:cBhvr>
                                        <p:cTn id="17" dur="500"/>
                                        <p:tgtEl>
                                          <p:spTgt spid="2"/>
                                        </p:tgtEl>
                                      </p:cBhvr>
                                    </p:animEffect>
                                  </p:childTnLst>
                                </p:cTn>
                              </p:par>
                              <p:par>
                                <p:cTn id="18" presetID="12" presetClass="entr" presetSubtype="8" fill="hold" grpId="0" nodeType="withEffect">
                                  <p:stCondLst>
                                    <p:cond delay="0"/>
                                  </p:stCondLst>
                                  <p:childTnLst>
                                    <p:set>
                                      <p:cBhvr>
                                        <p:cTn id="19" dur="1" fill="hold">
                                          <p:stCondLst>
                                            <p:cond delay="0"/>
                                          </p:stCondLst>
                                        </p:cTn>
                                        <p:tgtEl>
                                          <p:spTgt spid="24"/>
                                        </p:tgtEl>
                                        <p:attrNameLst>
                                          <p:attrName>style.visibility</p:attrName>
                                        </p:attrNameLst>
                                      </p:cBhvr>
                                      <p:to>
                                        <p:strVal val="visible"/>
                                      </p:to>
                                    </p:set>
                                    <p:anim calcmode="lin" valueType="num">
                                      <p:cBhvr additive="base">
                                        <p:cTn id="20" dur="500"/>
                                        <p:tgtEl>
                                          <p:spTgt spid="24"/>
                                        </p:tgtEl>
                                        <p:attrNameLst>
                                          <p:attrName>ppt_x</p:attrName>
                                        </p:attrNameLst>
                                      </p:cBhvr>
                                      <p:tavLst>
                                        <p:tav tm="0">
                                          <p:val>
                                            <p:strVal val="#ppt_x-#ppt_w*1.125000"/>
                                          </p:val>
                                        </p:tav>
                                        <p:tav tm="100000">
                                          <p:val>
                                            <p:strVal val="#ppt_x"/>
                                          </p:val>
                                        </p:tav>
                                      </p:tavLst>
                                    </p:anim>
                                    <p:animEffect transition="in" filter="wipe(right)">
                                      <p:cBhvr>
                                        <p:cTn id="21" dur="500"/>
                                        <p:tgtEl>
                                          <p:spTgt spid="24"/>
                                        </p:tgtEl>
                                      </p:cBhvr>
                                    </p:animEffect>
                                  </p:childTnLst>
                                </p:cTn>
                              </p:par>
                              <p:par>
                                <p:cTn id="22" presetID="12" presetClass="entr" presetSubtype="8" fill="hold" grpId="0" nodeType="withEffect">
                                  <p:stCondLst>
                                    <p:cond delay="0"/>
                                  </p:stCondLst>
                                  <p:childTnLst>
                                    <p:set>
                                      <p:cBhvr>
                                        <p:cTn id="23" dur="1" fill="hold">
                                          <p:stCondLst>
                                            <p:cond delay="0"/>
                                          </p:stCondLst>
                                        </p:cTn>
                                        <p:tgtEl>
                                          <p:spTgt spid="25"/>
                                        </p:tgtEl>
                                        <p:attrNameLst>
                                          <p:attrName>style.visibility</p:attrName>
                                        </p:attrNameLst>
                                      </p:cBhvr>
                                      <p:to>
                                        <p:strVal val="visible"/>
                                      </p:to>
                                    </p:set>
                                    <p:anim calcmode="lin" valueType="num">
                                      <p:cBhvr additive="base">
                                        <p:cTn id="24" dur="500"/>
                                        <p:tgtEl>
                                          <p:spTgt spid="25"/>
                                        </p:tgtEl>
                                        <p:attrNameLst>
                                          <p:attrName>ppt_x</p:attrName>
                                        </p:attrNameLst>
                                      </p:cBhvr>
                                      <p:tavLst>
                                        <p:tav tm="0">
                                          <p:val>
                                            <p:strVal val="#ppt_x-#ppt_w*1.125000"/>
                                          </p:val>
                                        </p:tav>
                                        <p:tav tm="100000">
                                          <p:val>
                                            <p:strVal val="#ppt_x"/>
                                          </p:val>
                                        </p:tav>
                                      </p:tavLst>
                                    </p:anim>
                                    <p:animEffect transition="in" filter="wipe(right)">
                                      <p:cBhvr>
                                        <p:cTn id="25" dur="500"/>
                                        <p:tgtEl>
                                          <p:spTgt spid="25"/>
                                        </p:tgtEl>
                                      </p:cBhvr>
                                    </p:animEffect>
                                  </p:childTnLst>
                                </p:cTn>
                              </p:par>
                              <p:par>
                                <p:cTn id="26" presetID="12" presetClass="entr" presetSubtype="8"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anim calcmode="lin" valueType="num">
                                      <p:cBhvr additive="base">
                                        <p:cTn id="28" dur="500"/>
                                        <p:tgtEl>
                                          <p:spTgt spid="26"/>
                                        </p:tgtEl>
                                        <p:attrNameLst>
                                          <p:attrName>ppt_x</p:attrName>
                                        </p:attrNameLst>
                                      </p:cBhvr>
                                      <p:tavLst>
                                        <p:tav tm="0">
                                          <p:val>
                                            <p:strVal val="#ppt_x-#ppt_w*1.125000"/>
                                          </p:val>
                                        </p:tav>
                                        <p:tav tm="100000">
                                          <p:val>
                                            <p:strVal val="#ppt_x"/>
                                          </p:val>
                                        </p:tav>
                                      </p:tavLst>
                                    </p:anim>
                                    <p:animEffect transition="in" filter="wipe(right)">
                                      <p:cBhvr>
                                        <p:cTn id="29" dur="500"/>
                                        <p:tgtEl>
                                          <p:spTgt spid="26"/>
                                        </p:tgtEl>
                                      </p:cBhvr>
                                    </p:animEffect>
                                  </p:childTnLst>
                                </p:cTn>
                              </p:par>
                              <p:par>
                                <p:cTn id="30" presetID="12" presetClass="entr" presetSubtype="8"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 calcmode="lin" valueType="num">
                                      <p:cBhvr additive="base">
                                        <p:cTn id="32" dur="500"/>
                                        <p:tgtEl>
                                          <p:spTgt spid="27"/>
                                        </p:tgtEl>
                                        <p:attrNameLst>
                                          <p:attrName>ppt_x</p:attrName>
                                        </p:attrNameLst>
                                      </p:cBhvr>
                                      <p:tavLst>
                                        <p:tav tm="0">
                                          <p:val>
                                            <p:strVal val="#ppt_x-#ppt_w*1.125000"/>
                                          </p:val>
                                        </p:tav>
                                        <p:tav tm="100000">
                                          <p:val>
                                            <p:strVal val="#ppt_x"/>
                                          </p:val>
                                        </p:tav>
                                      </p:tavLst>
                                    </p:anim>
                                    <p:animEffect transition="in" filter="wipe(right)">
                                      <p:cBhvr>
                                        <p:cTn id="33" dur="500"/>
                                        <p:tgtEl>
                                          <p:spTgt spid="27"/>
                                        </p:tgtEl>
                                      </p:cBhvr>
                                    </p:animEffect>
                                  </p:childTnLst>
                                </p:cTn>
                              </p:par>
                              <p:par>
                                <p:cTn id="34" presetID="12" presetClass="entr" presetSubtype="8" fill="hold" grpId="0" nodeType="withEffect">
                                  <p:stCondLst>
                                    <p:cond delay="300"/>
                                  </p:stCondLst>
                                  <p:childTnLst>
                                    <p:set>
                                      <p:cBhvr>
                                        <p:cTn id="35" dur="1" fill="hold">
                                          <p:stCondLst>
                                            <p:cond delay="0"/>
                                          </p:stCondLst>
                                        </p:cTn>
                                        <p:tgtEl>
                                          <p:spTgt spid="15"/>
                                        </p:tgtEl>
                                        <p:attrNameLst>
                                          <p:attrName>style.visibility</p:attrName>
                                        </p:attrNameLst>
                                      </p:cBhvr>
                                      <p:to>
                                        <p:strVal val="visible"/>
                                      </p:to>
                                    </p:set>
                                    <p:anim calcmode="lin" valueType="num">
                                      <p:cBhvr additive="base">
                                        <p:cTn id="36" dur="500"/>
                                        <p:tgtEl>
                                          <p:spTgt spid="15"/>
                                        </p:tgtEl>
                                        <p:attrNameLst>
                                          <p:attrName>ppt_x</p:attrName>
                                        </p:attrNameLst>
                                      </p:cBhvr>
                                      <p:tavLst>
                                        <p:tav tm="0">
                                          <p:val>
                                            <p:strVal val="#ppt_x-#ppt_w*1.125000"/>
                                          </p:val>
                                        </p:tav>
                                        <p:tav tm="100000">
                                          <p:val>
                                            <p:strVal val="#ppt_x"/>
                                          </p:val>
                                        </p:tav>
                                      </p:tavLst>
                                    </p:anim>
                                    <p:animEffect transition="in" filter="wipe(right)">
                                      <p:cBhvr>
                                        <p:cTn id="37" dur="500"/>
                                        <p:tgtEl>
                                          <p:spTgt spid="15"/>
                                        </p:tgtEl>
                                      </p:cBhvr>
                                    </p:animEffect>
                                  </p:childTnLst>
                                </p:cTn>
                              </p:par>
                              <p:par>
                                <p:cTn id="38" presetID="12" presetClass="entr" presetSubtype="8" fill="hold" grpId="0" nodeType="withEffect">
                                  <p:stCondLst>
                                    <p:cond delay="300"/>
                                  </p:stCondLst>
                                  <p:childTnLst>
                                    <p:set>
                                      <p:cBhvr>
                                        <p:cTn id="39" dur="1" fill="hold">
                                          <p:stCondLst>
                                            <p:cond delay="0"/>
                                          </p:stCondLst>
                                        </p:cTn>
                                        <p:tgtEl>
                                          <p:spTgt spid="16"/>
                                        </p:tgtEl>
                                        <p:attrNameLst>
                                          <p:attrName>style.visibility</p:attrName>
                                        </p:attrNameLst>
                                      </p:cBhvr>
                                      <p:to>
                                        <p:strVal val="visible"/>
                                      </p:to>
                                    </p:set>
                                    <p:anim calcmode="lin" valueType="num">
                                      <p:cBhvr additive="base">
                                        <p:cTn id="40" dur="500"/>
                                        <p:tgtEl>
                                          <p:spTgt spid="16"/>
                                        </p:tgtEl>
                                        <p:attrNameLst>
                                          <p:attrName>ppt_x</p:attrName>
                                        </p:attrNameLst>
                                      </p:cBhvr>
                                      <p:tavLst>
                                        <p:tav tm="0">
                                          <p:val>
                                            <p:strVal val="#ppt_x-#ppt_w*1.125000"/>
                                          </p:val>
                                        </p:tav>
                                        <p:tav tm="100000">
                                          <p:val>
                                            <p:strVal val="#ppt_x"/>
                                          </p:val>
                                        </p:tav>
                                      </p:tavLst>
                                    </p:anim>
                                    <p:animEffect transition="in" filter="wipe(right)">
                                      <p:cBhvr>
                                        <p:cTn id="41" dur="500"/>
                                        <p:tgtEl>
                                          <p:spTgt spid="16"/>
                                        </p:tgtEl>
                                      </p:cBhvr>
                                    </p:animEffect>
                                  </p:childTnLst>
                                </p:cTn>
                              </p:par>
                              <p:par>
                                <p:cTn id="42" presetID="12" presetClass="entr" presetSubtype="8" fill="hold" grpId="0" nodeType="withEffect">
                                  <p:stCondLst>
                                    <p:cond delay="300"/>
                                  </p:stCondLst>
                                  <p:childTnLst>
                                    <p:set>
                                      <p:cBhvr>
                                        <p:cTn id="43" dur="1" fill="hold">
                                          <p:stCondLst>
                                            <p:cond delay="0"/>
                                          </p:stCondLst>
                                        </p:cTn>
                                        <p:tgtEl>
                                          <p:spTgt spid="17"/>
                                        </p:tgtEl>
                                        <p:attrNameLst>
                                          <p:attrName>style.visibility</p:attrName>
                                        </p:attrNameLst>
                                      </p:cBhvr>
                                      <p:to>
                                        <p:strVal val="visible"/>
                                      </p:to>
                                    </p:set>
                                    <p:anim calcmode="lin" valueType="num">
                                      <p:cBhvr additive="base">
                                        <p:cTn id="44" dur="500"/>
                                        <p:tgtEl>
                                          <p:spTgt spid="17"/>
                                        </p:tgtEl>
                                        <p:attrNameLst>
                                          <p:attrName>ppt_x</p:attrName>
                                        </p:attrNameLst>
                                      </p:cBhvr>
                                      <p:tavLst>
                                        <p:tav tm="0">
                                          <p:val>
                                            <p:strVal val="#ppt_x-#ppt_w*1.125000"/>
                                          </p:val>
                                        </p:tav>
                                        <p:tav tm="100000">
                                          <p:val>
                                            <p:strVal val="#ppt_x"/>
                                          </p:val>
                                        </p:tav>
                                      </p:tavLst>
                                    </p:anim>
                                    <p:animEffect transition="in" filter="wipe(right)">
                                      <p:cBhvr>
                                        <p:cTn id="45" dur="500"/>
                                        <p:tgtEl>
                                          <p:spTgt spid="17"/>
                                        </p:tgtEl>
                                      </p:cBhvr>
                                    </p:animEffect>
                                  </p:childTnLst>
                                </p:cTn>
                              </p:par>
                              <p:par>
                                <p:cTn id="46" presetID="12" presetClass="entr" presetSubtype="8" fill="hold" grpId="0" nodeType="withEffect">
                                  <p:stCondLst>
                                    <p:cond delay="300"/>
                                  </p:stCondLst>
                                  <p:childTnLst>
                                    <p:set>
                                      <p:cBhvr>
                                        <p:cTn id="47" dur="1" fill="hold">
                                          <p:stCondLst>
                                            <p:cond delay="0"/>
                                          </p:stCondLst>
                                        </p:cTn>
                                        <p:tgtEl>
                                          <p:spTgt spid="18"/>
                                        </p:tgtEl>
                                        <p:attrNameLst>
                                          <p:attrName>style.visibility</p:attrName>
                                        </p:attrNameLst>
                                      </p:cBhvr>
                                      <p:to>
                                        <p:strVal val="visible"/>
                                      </p:to>
                                    </p:set>
                                    <p:anim calcmode="lin" valueType="num">
                                      <p:cBhvr additive="base">
                                        <p:cTn id="48" dur="500"/>
                                        <p:tgtEl>
                                          <p:spTgt spid="18"/>
                                        </p:tgtEl>
                                        <p:attrNameLst>
                                          <p:attrName>ppt_x</p:attrName>
                                        </p:attrNameLst>
                                      </p:cBhvr>
                                      <p:tavLst>
                                        <p:tav tm="0">
                                          <p:val>
                                            <p:strVal val="#ppt_x-#ppt_w*1.125000"/>
                                          </p:val>
                                        </p:tav>
                                        <p:tav tm="100000">
                                          <p:val>
                                            <p:strVal val="#ppt_x"/>
                                          </p:val>
                                        </p:tav>
                                      </p:tavLst>
                                    </p:anim>
                                    <p:animEffect transition="in" filter="wipe(right)">
                                      <p:cBhvr>
                                        <p:cTn id="49" dur="500"/>
                                        <p:tgtEl>
                                          <p:spTgt spid="18"/>
                                        </p:tgtEl>
                                      </p:cBhvr>
                                    </p:animEffect>
                                  </p:childTnLst>
                                </p:cTn>
                              </p:par>
                              <p:par>
                                <p:cTn id="50" presetID="12" presetClass="entr" presetSubtype="8" fill="hold" grpId="0" nodeType="withEffect">
                                  <p:stCondLst>
                                    <p:cond delay="0"/>
                                  </p:stCondLst>
                                  <p:childTnLst>
                                    <p:set>
                                      <p:cBhvr>
                                        <p:cTn id="51" dur="1" fill="hold">
                                          <p:stCondLst>
                                            <p:cond delay="0"/>
                                          </p:stCondLst>
                                        </p:cTn>
                                        <p:tgtEl>
                                          <p:spTgt spid="30"/>
                                        </p:tgtEl>
                                        <p:attrNameLst>
                                          <p:attrName>style.visibility</p:attrName>
                                        </p:attrNameLst>
                                      </p:cBhvr>
                                      <p:to>
                                        <p:strVal val="visible"/>
                                      </p:to>
                                    </p:set>
                                    <p:anim calcmode="lin" valueType="num">
                                      <p:cBhvr additive="base">
                                        <p:cTn id="52" dur="500"/>
                                        <p:tgtEl>
                                          <p:spTgt spid="30"/>
                                        </p:tgtEl>
                                        <p:attrNameLst>
                                          <p:attrName>ppt_x</p:attrName>
                                        </p:attrNameLst>
                                      </p:cBhvr>
                                      <p:tavLst>
                                        <p:tav tm="0">
                                          <p:val>
                                            <p:strVal val="#ppt_x-#ppt_w*1.125000"/>
                                          </p:val>
                                        </p:tav>
                                        <p:tav tm="100000">
                                          <p:val>
                                            <p:strVal val="#ppt_x"/>
                                          </p:val>
                                        </p:tav>
                                      </p:tavLst>
                                    </p:anim>
                                    <p:animEffect transition="in" filter="wipe(right)">
                                      <p:cBhvr>
                                        <p:cTn id="53" dur="500"/>
                                        <p:tgtEl>
                                          <p:spTgt spid="30"/>
                                        </p:tgtEl>
                                      </p:cBhvr>
                                    </p:animEffect>
                                  </p:childTnLst>
                                </p:cTn>
                              </p:par>
                              <p:par>
                                <p:cTn id="54" presetID="12" presetClass="entr" presetSubtype="8" fill="hold" grpId="0" nodeType="withEffect">
                                  <p:stCondLst>
                                    <p:cond delay="300"/>
                                  </p:stCondLst>
                                  <p:childTnLst>
                                    <p:set>
                                      <p:cBhvr>
                                        <p:cTn id="55" dur="1" fill="hold">
                                          <p:stCondLst>
                                            <p:cond delay="0"/>
                                          </p:stCondLst>
                                        </p:cTn>
                                        <p:tgtEl>
                                          <p:spTgt spid="28"/>
                                        </p:tgtEl>
                                        <p:attrNameLst>
                                          <p:attrName>style.visibility</p:attrName>
                                        </p:attrNameLst>
                                      </p:cBhvr>
                                      <p:to>
                                        <p:strVal val="visible"/>
                                      </p:to>
                                    </p:set>
                                    <p:anim calcmode="lin" valueType="num">
                                      <p:cBhvr additive="base">
                                        <p:cTn id="56" dur="500"/>
                                        <p:tgtEl>
                                          <p:spTgt spid="28"/>
                                        </p:tgtEl>
                                        <p:attrNameLst>
                                          <p:attrName>ppt_x</p:attrName>
                                        </p:attrNameLst>
                                      </p:cBhvr>
                                      <p:tavLst>
                                        <p:tav tm="0">
                                          <p:val>
                                            <p:strVal val="#ppt_x-#ppt_w*1.125000"/>
                                          </p:val>
                                        </p:tav>
                                        <p:tav tm="100000">
                                          <p:val>
                                            <p:strVal val="#ppt_x"/>
                                          </p:val>
                                        </p:tav>
                                      </p:tavLst>
                                    </p:anim>
                                    <p:animEffect transition="in" filter="wipe(right)">
                                      <p:cBhvr>
                                        <p:cTn id="5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p:bldP spid="15" grpId="0"/>
      <p:bldP spid="16" grpId="0"/>
      <p:bldP spid="17" grpId="0"/>
      <p:bldP spid="18" grpId="0"/>
      <p:bldP spid="24" grpId="0" animBg="1"/>
      <p:bldP spid="25" grpId="0" animBg="1"/>
      <p:bldP spid="26" grpId="0" animBg="1"/>
      <p:bldP spid="27" grpId="0" animBg="1"/>
      <p:bldP spid="28" grpId="0"/>
      <p:bldP spid="30"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262158"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软件生命周期</a:t>
            </a:r>
            <a:endParaRPr lang="en-US" altLang="zh-CN" sz="2400" spc="300">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37675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b="1">
                <a:solidFill>
                  <a:srgbClr val="FF0000"/>
                </a:solidFill>
                <a:latin typeface="华文楷体" panose="02010600040101010101" pitchFamily="2" charset="-122"/>
                <a:ea typeface="华文楷体" panose="02010600040101010101" pitchFamily="2" charset="-122"/>
              </a:rPr>
              <a:t>生命周期</a:t>
            </a:r>
            <a:r>
              <a:rPr lang="zh-CN" altLang="en-US">
                <a:solidFill>
                  <a:srgbClr val="000000"/>
                </a:solidFill>
                <a:latin typeface="华文楷体" panose="02010600040101010101" pitchFamily="2" charset="-122"/>
                <a:ea typeface="华文楷体" panose="02010600040101010101" pitchFamily="2" charset="-122"/>
              </a:rPr>
              <a:t>：是</a:t>
            </a:r>
            <a:r>
              <a:rPr lang="en-US" altLang="zh-CN">
                <a:solidFill>
                  <a:srgbClr val="000000"/>
                </a:solidFill>
                <a:latin typeface="华文楷体" panose="02010600040101010101" pitchFamily="2" charset="-122"/>
                <a:ea typeface="华文楷体" panose="02010600040101010101" pitchFamily="2" charset="-122"/>
              </a:rPr>
              <a:t>20</a:t>
            </a:r>
            <a:r>
              <a:rPr lang="zh-CN" altLang="en-US">
                <a:solidFill>
                  <a:srgbClr val="000000"/>
                </a:solidFill>
                <a:latin typeface="华文楷体" panose="02010600040101010101" pitchFamily="2" charset="-122"/>
                <a:ea typeface="华文楷体" panose="02010600040101010101" pitchFamily="2" charset="-122"/>
              </a:rPr>
              <a:t>世纪</a:t>
            </a:r>
            <a:r>
              <a:rPr lang="en-US" altLang="zh-CN">
                <a:solidFill>
                  <a:srgbClr val="000000"/>
                </a:solidFill>
                <a:latin typeface="华文楷体" panose="02010600040101010101" pitchFamily="2" charset="-122"/>
                <a:ea typeface="华文楷体" panose="02010600040101010101" pitchFamily="2" charset="-122"/>
              </a:rPr>
              <a:t>70</a:t>
            </a:r>
            <a:r>
              <a:rPr lang="zh-CN" altLang="en-US">
                <a:solidFill>
                  <a:srgbClr val="000000"/>
                </a:solidFill>
                <a:latin typeface="华文楷体" panose="02010600040101010101" pitchFamily="2" charset="-122"/>
                <a:ea typeface="华文楷体" panose="02010600040101010101" pitchFamily="2" charset="-122"/>
              </a:rPr>
              <a:t>年代提出的，从早期的进行新软件</a:t>
            </a:r>
            <a:r>
              <a:rPr lang="zh-CN" altLang="en-US" b="1">
                <a:solidFill>
                  <a:srgbClr val="FF0000"/>
                </a:solidFill>
                <a:latin typeface="华文楷体" panose="02010600040101010101" pitchFamily="2" charset="-122"/>
                <a:ea typeface="华文楷体" panose="02010600040101010101" pitchFamily="2" charset="-122"/>
              </a:rPr>
              <a:t>可行性研究</a:t>
            </a:r>
            <a:r>
              <a:rPr lang="zh-CN" altLang="en-US">
                <a:solidFill>
                  <a:srgbClr val="000000"/>
                </a:solidFill>
                <a:latin typeface="华文楷体" panose="02010600040101010101" pitchFamily="2" charset="-122"/>
                <a:ea typeface="华文楷体" panose="02010600040101010101" pitchFamily="2" charset="-122"/>
              </a:rPr>
              <a:t>的探索阶段开始，直到软件产品逐</a:t>
            </a:r>
            <a:r>
              <a:rPr lang="zh-CN" altLang="en-US" b="1">
                <a:solidFill>
                  <a:srgbClr val="FF0000"/>
                </a:solidFill>
                <a:latin typeface="华文楷体" panose="02010600040101010101" pitchFamily="2" charset="-122"/>
                <a:ea typeface="华文楷体" panose="02010600040101010101" pitchFamily="2" charset="-122"/>
              </a:rPr>
              <a:t>淘汰</a:t>
            </a:r>
            <a:r>
              <a:rPr lang="zh-CN" altLang="en-US">
                <a:solidFill>
                  <a:srgbClr val="000000"/>
                </a:solidFill>
                <a:latin typeface="华文楷体" panose="02010600040101010101" pitchFamily="2" charset="-122"/>
                <a:ea typeface="华文楷体" panose="02010600040101010101" pitchFamily="2" charset="-122"/>
              </a:rPr>
              <a:t>为止。</a:t>
            </a:r>
            <a:endParaRPr lang="en-US" altLang="zh-CN">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在生存周期中有各个阶段的划分，每个阶段的活动、任务、人员，使用的方法和工具，以及任务的结果（程序、数据或文档）。</a:t>
            </a:r>
            <a:endParaRPr lang="en-US" altLang="zh-CN">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a:solidFill>
                  <a:srgbClr val="000000"/>
                </a:solidFill>
                <a:latin typeface="华文楷体" panose="02010600040101010101" pitchFamily="2" charset="-122"/>
                <a:ea typeface="华文楷体" panose="02010600040101010101" pitchFamily="2" charset="-122"/>
              </a:rPr>
              <a:t>1995</a:t>
            </a:r>
            <a:r>
              <a:rPr lang="zh-CN" altLang="en-US">
                <a:solidFill>
                  <a:srgbClr val="000000"/>
                </a:solidFill>
                <a:latin typeface="华文楷体" panose="02010600040101010101" pitchFamily="2" charset="-122"/>
                <a:ea typeface="华文楷体" panose="02010600040101010101" pitchFamily="2" charset="-122"/>
              </a:rPr>
              <a:t>年，</a:t>
            </a:r>
            <a:r>
              <a:rPr lang="en-US" altLang="zh-CN">
                <a:solidFill>
                  <a:srgbClr val="000000"/>
                </a:solidFill>
                <a:latin typeface="华文楷体" panose="02010600040101010101" pitchFamily="2" charset="-122"/>
                <a:ea typeface="华文楷体" panose="02010600040101010101" pitchFamily="2" charset="-122"/>
              </a:rPr>
              <a:t>ISO</a:t>
            </a:r>
            <a:r>
              <a:rPr lang="zh-CN" altLang="en-US">
                <a:solidFill>
                  <a:srgbClr val="000000"/>
                </a:solidFill>
                <a:latin typeface="华文楷体" panose="02010600040101010101" pitchFamily="2" charset="-122"/>
                <a:ea typeface="华文楷体" panose="02010600040101010101" pitchFamily="2" charset="-122"/>
              </a:rPr>
              <a:t>正式公布了“软件生存周期过程的开发标准”。</a:t>
            </a:r>
            <a:endParaRPr lang="en-US" altLang="zh-CN">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信息技术 软件生存周期过程 </a:t>
            </a:r>
            <a:endParaRPr lang="en-US" altLang="zh-CN">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医疗器械软件 软件生存周期过程</a:t>
            </a:r>
            <a:endParaRPr lang="en-US" altLang="zh-CN">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生命周期根据完成每一阶段所用的时间和所需的工作量来量化地描述。</a:t>
            </a:r>
            <a:endParaRPr lang="en-US" altLang="zh-CN">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58804868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262158"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软件生命周期</a:t>
            </a:r>
            <a:endParaRPr lang="en-US" altLang="zh-CN" sz="2400" spc="300">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13026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例：</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分析活动：包括一组工作任务（需求获取、细化、协商、规格说明和确认），最终产生需求规格说明书。</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设计活动：包括一组工作任务（数据库设计、体系结构框架设计、接口设计和构件层设计等）最终产生设计规格说明。</a:t>
            </a:r>
          </a:p>
        </p:txBody>
      </p:sp>
    </p:spTree>
    <p:extLst>
      <p:ext uri="{BB962C8B-B14F-4D97-AF65-F5344CB8AC3E}">
        <p14:creationId xmlns:p14="http://schemas.microsoft.com/office/powerpoint/2010/main" val="37811668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39650"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软件生命周期中的经济分析</a:t>
            </a:r>
          </a:p>
        </p:txBody>
      </p:sp>
      <p:pic>
        <p:nvPicPr>
          <p:cNvPr id="3" name="图片 2">
            <a:extLst>
              <a:ext uri="{FF2B5EF4-FFF2-40B4-BE49-F238E27FC236}">
                <a16:creationId xmlns:a16="http://schemas.microsoft.com/office/drawing/2014/main" id="{4513675E-3A4A-4165-88B5-A971D0D6F4F6}"/>
              </a:ext>
            </a:extLst>
          </p:cNvPr>
          <p:cNvPicPr>
            <a:picLocks noChangeAspect="1"/>
          </p:cNvPicPr>
          <p:nvPr/>
        </p:nvPicPr>
        <p:blipFill>
          <a:blip r:embed="rId3"/>
          <a:stretch>
            <a:fillRect/>
          </a:stretch>
        </p:blipFill>
        <p:spPr>
          <a:xfrm>
            <a:off x="431724" y="812429"/>
            <a:ext cx="5736357" cy="3935919"/>
          </a:xfrm>
          <a:prstGeom prst="rect">
            <a:avLst/>
          </a:prstGeom>
        </p:spPr>
      </p:pic>
      <p:sp>
        <p:nvSpPr>
          <p:cNvPr id="6" name="矩形 5">
            <a:extLst>
              <a:ext uri="{FF2B5EF4-FFF2-40B4-BE49-F238E27FC236}">
                <a16:creationId xmlns:a16="http://schemas.microsoft.com/office/drawing/2014/main" id="{2197C6B1-94A9-4C41-A95A-247F2BEA6564}"/>
              </a:ext>
            </a:extLst>
          </p:cNvPr>
          <p:cNvSpPr/>
          <p:nvPr/>
        </p:nvSpPr>
        <p:spPr>
          <a:xfrm>
            <a:off x="6168081" y="1502538"/>
            <a:ext cx="2601269" cy="254576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成本驱动因子</a:t>
            </a:r>
            <a:endParaRPr lang="en-US" altLang="zh-CN">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产品属性</a:t>
            </a:r>
            <a:endParaRPr lang="en-US" altLang="zh-CN">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计算机硬件属性</a:t>
            </a:r>
            <a:endParaRPr lang="en-US" altLang="zh-CN">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人员属性</a:t>
            </a:r>
            <a:endParaRPr lang="en-US" altLang="zh-CN">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项目属性</a:t>
            </a:r>
            <a:endParaRPr lang="en-US" altLang="zh-CN">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endParaRPr lang="zh-CN" altLang="en-US">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38231608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262158"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软件开发模型</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323439"/>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2800">
                <a:solidFill>
                  <a:srgbClr val="000000"/>
                </a:solidFill>
                <a:latin typeface="华文楷体" panose="02010600040101010101" pitchFamily="2" charset="-122"/>
                <a:ea typeface="华文楷体" panose="02010600040101010101" pitchFamily="2" charset="-122"/>
              </a:rPr>
              <a:t>软件开发模型→任务分解→项目度量→ 成本估算→质量度量</a:t>
            </a:r>
          </a:p>
        </p:txBody>
      </p:sp>
    </p:spTree>
    <p:extLst>
      <p:ext uri="{BB962C8B-B14F-4D97-AF65-F5344CB8AC3E}">
        <p14:creationId xmlns:p14="http://schemas.microsoft.com/office/powerpoint/2010/main" val="60133658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262158"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软件开发模型</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970044"/>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400">
                <a:solidFill>
                  <a:srgbClr val="000000"/>
                </a:solidFill>
                <a:latin typeface="华文楷体" panose="02010600040101010101" pitchFamily="2" charset="-122"/>
                <a:ea typeface="华文楷体" panose="02010600040101010101" pitchFamily="2" charset="-122"/>
              </a:rPr>
              <a:t>定义：</a:t>
            </a:r>
          </a:p>
          <a:p>
            <a:pPr marL="742950" lvl="1" indent="-285750" algn="just">
              <a:lnSpc>
                <a:spcPct val="150000"/>
              </a:lnSpc>
              <a:buFont typeface="Arial" panose="020B0604020202020204" pitchFamily="34" charset="0"/>
              <a:buChar char="•"/>
            </a:pPr>
            <a:r>
              <a:rPr lang="zh-CN" altLang="en-US" sz="1400">
                <a:solidFill>
                  <a:srgbClr val="000000"/>
                </a:solidFill>
                <a:latin typeface="华文楷体" panose="02010600040101010101" pitchFamily="2" charset="-122"/>
                <a:ea typeface="华文楷体" panose="02010600040101010101" pitchFamily="2" charset="-122"/>
              </a:rPr>
              <a:t>根据软件生存周期为各项开发活动的流程确定合理的框架。</a:t>
            </a:r>
          </a:p>
          <a:p>
            <a:pPr marL="742950" lvl="1" indent="-285750" algn="just">
              <a:lnSpc>
                <a:spcPct val="150000"/>
              </a:lnSpc>
              <a:buFont typeface="Arial" panose="020B0604020202020204" pitchFamily="34" charset="0"/>
              <a:buChar char="•"/>
            </a:pPr>
            <a:r>
              <a:rPr lang="zh-CN" altLang="en-US" sz="1400">
                <a:solidFill>
                  <a:srgbClr val="000000"/>
                </a:solidFill>
                <a:latin typeface="华文楷体" panose="02010600040101010101" pitchFamily="2" charset="-122"/>
                <a:ea typeface="华文楷体" panose="02010600040101010101" pitchFamily="2" charset="-122"/>
              </a:rPr>
              <a:t>开发模型的选择与成本和工期密切相关</a:t>
            </a:r>
            <a:endParaRPr lang="en-US" altLang="zh-CN" sz="140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400">
                <a:solidFill>
                  <a:srgbClr val="000000"/>
                </a:solidFill>
                <a:latin typeface="华文楷体" panose="02010600040101010101" pitchFamily="2" charset="-122"/>
                <a:ea typeface="华文楷体" panose="02010600040101010101" pitchFamily="2" charset="-122"/>
              </a:rPr>
              <a:t>常见模型</a:t>
            </a:r>
            <a:endParaRPr lang="en-US" altLang="zh-CN" sz="140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400">
                <a:solidFill>
                  <a:srgbClr val="000000"/>
                </a:solidFill>
                <a:latin typeface="华文楷体" panose="02010600040101010101" pitchFamily="2" charset="-122"/>
                <a:ea typeface="华文楷体" panose="02010600040101010101" pitchFamily="2" charset="-122"/>
              </a:rPr>
              <a:t>瀑布模型、原型模型、增量模型、螺旋模型、迭代模型</a:t>
            </a:r>
          </a:p>
          <a:p>
            <a:pPr marL="285750" indent="-285750" algn="just">
              <a:lnSpc>
                <a:spcPct val="150000"/>
              </a:lnSpc>
              <a:buFont typeface="Arial" panose="020B0604020202020204" pitchFamily="34" charset="0"/>
              <a:buChar char="•"/>
            </a:pPr>
            <a:r>
              <a:rPr lang="zh-CN" altLang="en-US" sz="1400">
                <a:solidFill>
                  <a:srgbClr val="000000"/>
                </a:solidFill>
                <a:latin typeface="华文楷体" panose="02010600040101010101" pitchFamily="2" charset="-122"/>
                <a:ea typeface="华文楷体" panose="02010600040101010101" pitchFamily="2" charset="-122"/>
              </a:rPr>
              <a:t>作用：</a:t>
            </a:r>
          </a:p>
          <a:p>
            <a:pPr marL="742950" lvl="1" indent="-285750" algn="just">
              <a:lnSpc>
                <a:spcPct val="150000"/>
              </a:lnSpc>
              <a:buFont typeface="Arial" panose="020B0604020202020204" pitchFamily="34" charset="0"/>
              <a:buChar char="•"/>
            </a:pPr>
            <a:r>
              <a:rPr lang="zh-CN" altLang="en-US" sz="1400">
                <a:solidFill>
                  <a:srgbClr val="000000"/>
                </a:solidFill>
                <a:latin typeface="华文楷体" panose="02010600040101010101" pitchFamily="2" charset="-122"/>
                <a:ea typeface="华文楷体" panose="02010600040101010101" pitchFamily="2" charset="-122"/>
              </a:rPr>
              <a:t>给软件开发过程提供原则和方法（技术）</a:t>
            </a:r>
          </a:p>
          <a:p>
            <a:pPr marL="742950" lvl="1" indent="-285750" algn="just">
              <a:lnSpc>
                <a:spcPct val="150000"/>
              </a:lnSpc>
              <a:buFont typeface="Arial" panose="020B0604020202020204" pitchFamily="34" charset="0"/>
              <a:buChar char="•"/>
            </a:pPr>
            <a:r>
              <a:rPr lang="zh-CN" altLang="en-US" sz="1400">
                <a:solidFill>
                  <a:srgbClr val="000000"/>
                </a:solidFill>
                <a:latin typeface="华文楷体" panose="02010600040101010101" pitchFamily="2" charset="-122"/>
                <a:ea typeface="华文楷体" panose="02010600040101010101" pitchFamily="2" charset="-122"/>
              </a:rPr>
              <a:t>给软件工程管理提供里程碑和进度表（管理）</a:t>
            </a:r>
          </a:p>
          <a:p>
            <a:pPr marL="742950" lvl="1" indent="-285750" algn="just">
              <a:lnSpc>
                <a:spcPct val="150000"/>
              </a:lnSpc>
              <a:buFont typeface="Arial" panose="020B0604020202020204" pitchFamily="34" charset="0"/>
              <a:buChar char="•"/>
            </a:pPr>
            <a:r>
              <a:rPr lang="zh-CN" altLang="en-US" sz="1400">
                <a:solidFill>
                  <a:srgbClr val="000000"/>
                </a:solidFill>
                <a:latin typeface="华文楷体" panose="02010600040101010101" pitchFamily="2" charset="-122"/>
                <a:ea typeface="华文楷体" panose="02010600040101010101" pitchFamily="2" charset="-122"/>
              </a:rPr>
              <a:t>便于各阶段成本估算、核算、控制（经济）</a:t>
            </a:r>
          </a:p>
        </p:txBody>
      </p:sp>
    </p:spTree>
    <p:extLst>
      <p:ext uri="{BB962C8B-B14F-4D97-AF65-F5344CB8AC3E}">
        <p14:creationId xmlns:p14="http://schemas.microsoft.com/office/powerpoint/2010/main" val="75544704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262158"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软件开发模型</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684261"/>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a:solidFill>
                  <a:srgbClr val="C00000"/>
                </a:solidFill>
                <a:latin typeface="华文楷体" panose="02010600040101010101" pitchFamily="2" charset="-122"/>
                <a:ea typeface="华文楷体" panose="02010600040101010101" pitchFamily="2" charset="-122"/>
              </a:rPr>
              <a:t>基线</a:t>
            </a:r>
            <a:r>
              <a:rPr lang="zh-CN" altLang="en-US" sz="160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zh-CN" altLang="en-US" sz="1600">
                <a:solidFill>
                  <a:srgbClr val="000000"/>
                </a:solidFill>
                <a:latin typeface="华文楷体" panose="02010600040101010101" pitchFamily="2" charset="-122"/>
                <a:ea typeface="华文楷体" panose="02010600040101010101" pitchFamily="2" charset="-122"/>
              </a:rPr>
              <a:t>基线是已经通过正式评审和批准的规格说明或产品，它可以作为进一步开发的基础，并且只有通过正式的变更控制规程才能修改它。</a:t>
            </a:r>
          </a:p>
          <a:p>
            <a:pPr marL="742950" lvl="1" indent="-285750" algn="just">
              <a:lnSpc>
                <a:spcPct val="150000"/>
              </a:lnSpc>
              <a:buFont typeface="Arial" panose="020B0604020202020204" pitchFamily="34" charset="0"/>
              <a:buChar char="•"/>
            </a:pPr>
            <a:r>
              <a:rPr lang="zh-CN" altLang="en-US" sz="1600">
                <a:solidFill>
                  <a:srgbClr val="000000"/>
                </a:solidFill>
                <a:latin typeface="华文楷体" panose="02010600040101010101" pitchFamily="2" charset="-122"/>
                <a:ea typeface="华文楷体" panose="02010600040101010101" pitchFamily="2" charset="-122"/>
              </a:rPr>
              <a:t>基线包括：系统规格说明，软件需求、设计规格说明，源代码，测试计划</a:t>
            </a:r>
            <a:r>
              <a:rPr lang="en-US" altLang="zh-CN" sz="1600">
                <a:solidFill>
                  <a:srgbClr val="000000"/>
                </a:solidFill>
                <a:latin typeface="华文楷体" panose="02010600040101010101" pitchFamily="2" charset="-122"/>
                <a:ea typeface="华文楷体" panose="02010600040101010101" pitchFamily="2" charset="-122"/>
              </a:rPr>
              <a:t>/</a:t>
            </a:r>
            <a:r>
              <a:rPr lang="zh-CN" altLang="en-US" sz="1600">
                <a:solidFill>
                  <a:srgbClr val="000000"/>
                </a:solidFill>
                <a:latin typeface="华文楷体" panose="02010600040101010101" pitchFamily="2" charset="-122"/>
                <a:ea typeface="华文楷体" panose="02010600040101010101" pitchFamily="2" charset="-122"/>
              </a:rPr>
              <a:t>规程</a:t>
            </a:r>
            <a:r>
              <a:rPr lang="en-US" altLang="zh-CN" sz="1600">
                <a:solidFill>
                  <a:srgbClr val="000000"/>
                </a:solidFill>
                <a:latin typeface="华文楷体" panose="02010600040101010101" pitchFamily="2" charset="-122"/>
                <a:ea typeface="华文楷体" panose="02010600040101010101" pitchFamily="2" charset="-122"/>
              </a:rPr>
              <a:t>/</a:t>
            </a:r>
            <a:r>
              <a:rPr lang="zh-CN" altLang="en-US" sz="1600">
                <a:solidFill>
                  <a:srgbClr val="000000"/>
                </a:solidFill>
                <a:latin typeface="华文楷体" panose="02010600040101010101" pitchFamily="2" charset="-122"/>
                <a:ea typeface="华文楷体" panose="02010600040101010101" pitchFamily="2" charset="-122"/>
              </a:rPr>
              <a:t>数据，可运行的系统</a:t>
            </a:r>
          </a:p>
          <a:p>
            <a:pPr marL="285750" indent="-285750" algn="just">
              <a:lnSpc>
                <a:spcPct val="150000"/>
              </a:lnSpc>
              <a:buFont typeface="Arial" panose="020B0604020202020204" pitchFamily="34" charset="0"/>
              <a:buChar char="•"/>
            </a:pPr>
            <a:r>
              <a:rPr lang="zh-CN" altLang="en-US" sz="1600">
                <a:solidFill>
                  <a:srgbClr val="C00000"/>
                </a:solidFill>
                <a:latin typeface="华文楷体" panose="02010600040101010101" pitchFamily="2" charset="-122"/>
                <a:ea typeface="华文楷体" panose="02010600040101010101" pitchFamily="2" charset="-122"/>
              </a:rPr>
              <a:t>里程碑</a:t>
            </a:r>
            <a:r>
              <a:rPr lang="zh-CN" altLang="en-US" sz="160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zh-CN" altLang="en-US" sz="1600">
                <a:solidFill>
                  <a:srgbClr val="000000"/>
                </a:solidFill>
                <a:latin typeface="华文楷体" panose="02010600040101010101" pitchFamily="2" charset="-122"/>
                <a:ea typeface="华文楷体" panose="02010600040101010101" pitchFamily="2" charset="-122"/>
              </a:rPr>
              <a:t>在软件工程范畴中，基线是软件开发中的里程碑。</a:t>
            </a:r>
          </a:p>
        </p:txBody>
      </p:sp>
    </p:spTree>
    <p:extLst>
      <p:ext uri="{BB962C8B-B14F-4D97-AF65-F5344CB8AC3E}">
        <p14:creationId xmlns:p14="http://schemas.microsoft.com/office/powerpoint/2010/main" val="46709214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任务分解</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64245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a:solidFill>
                  <a:srgbClr val="000000"/>
                </a:solidFill>
                <a:latin typeface="华文楷体" panose="02010600040101010101" pitchFamily="2" charset="-122"/>
                <a:ea typeface="华文楷体" panose="02010600040101010101" pitchFamily="2" charset="-122"/>
              </a:rPr>
              <a:t>任务分解</a:t>
            </a:r>
          </a:p>
          <a:p>
            <a:pPr marL="742950" lvl="1" indent="-285750" algn="just">
              <a:lnSpc>
                <a:spcPct val="150000"/>
              </a:lnSpc>
              <a:buFont typeface="Arial" panose="020B0604020202020204" pitchFamily="34" charset="0"/>
              <a:buChar char="•"/>
            </a:pPr>
            <a:r>
              <a:rPr lang="zh-CN" altLang="en-US" sz="1600">
                <a:solidFill>
                  <a:srgbClr val="000000"/>
                </a:solidFill>
                <a:latin typeface="华文楷体" panose="02010600040101010101" pitchFamily="2" charset="-122"/>
                <a:ea typeface="华文楷体" panose="02010600040101010101" pitchFamily="2" charset="-122"/>
              </a:rPr>
              <a:t>将软件项目的工作任务进行逐级逐层的分解</a:t>
            </a:r>
          </a:p>
          <a:p>
            <a:pPr marL="285750" indent="-285750" algn="just">
              <a:lnSpc>
                <a:spcPct val="150000"/>
              </a:lnSpc>
              <a:buFont typeface="Arial" panose="020B0604020202020204" pitchFamily="34" charset="0"/>
              <a:buChar char="•"/>
            </a:pPr>
            <a:r>
              <a:rPr lang="zh-CN" altLang="en-US" sz="1600">
                <a:solidFill>
                  <a:srgbClr val="000000"/>
                </a:solidFill>
                <a:latin typeface="华文楷体" panose="02010600040101010101" pitchFamily="2" charset="-122"/>
                <a:ea typeface="华文楷体" panose="02010600040101010101" pitchFamily="2" charset="-122"/>
              </a:rPr>
              <a:t>作用：</a:t>
            </a:r>
          </a:p>
          <a:p>
            <a:pPr marL="742950" lvl="1" indent="-285750" algn="just">
              <a:lnSpc>
                <a:spcPct val="150000"/>
              </a:lnSpc>
              <a:buFont typeface="Arial" panose="020B0604020202020204" pitchFamily="34" charset="0"/>
              <a:buChar char="•"/>
            </a:pPr>
            <a:r>
              <a:rPr lang="zh-CN" altLang="en-US" sz="1600">
                <a:solidFill>
                  <a:srgbClr val="000000"/>
                </a:solidFill>
                <a:latin typeface="华文楷体" panose="02010600040101010101" pitchFamily="2" charset="-122"/>
                <a:ea typeface="华文楷体" panose="02010600040101010101" pitchFamily="2" charset="-122"/>
              </a:rPr>
              <a:t>为了进行团队组织、制定进度计划，控制计划的执行（管理）</a:t>
            </a:r>
          </a:p>
          <a:p>
            <a:pPr marL="742950" lvl="1" indent="-285750" algn="just">
              <a:lnSpc>
                <a:spcPct val="150000"/>
              </a:lnSpc>
              <a:buFont typeface="Arial" panose="020B0604020202020204" pitchFamily="34" charset="0"/>
              <a:buChar char="•"/>
            </a:pPr>
            <a:r>
              <a:rPr lang="zh-CN" altLang="en-US" sz="1600">
                <a:solidFill>
                  <a:srgbClr val="000000"/>
                </a:solidFill>
                <a:latin typeface="华文楷体" panose="02010600040101010101" pitchFamily="2" charset="-122"/>
                <a:ea typeface="华文楷体" panose="02010600040101010101" pitchFamily="2" charset="-122"/>
              </a:rPr>
              <a:t>为了成本估算和控制（经济）</a:t>
            </a:r>
            <a:endParaRPr lang="en-US" altLang="zh-CN" sz="1600">
              <a:solidFill>
                <a:srgbClr val="000000"/>
              </a:solidFill>
              <a:latin typeface="华文楷体" panose="02010600040101010101" pitchFamily="2" charset="-122"/>
              <a:ea typeface="华文楷体" panose="02010600040101010101" pitchFamily="2" charset="-122"/>
            </a:endParaRPr>
          </a:p>
          <a:p>
            <a:pPr marL="1200150" lvl="2" indent="-285750" algn="just">
              <a:lnSpc>
                <a:spcPct val="150000"/>
              </a:lnSpc>
              <a:buFont typeface="Arial" panose="020B0604020202020204" pitchFamily="34" charset="0"/>
              <a:buChar char="•"/>
            </a:pPr>
            <a:r>
              <a:rPr lang="zh-CN" altLang="en-US" sz="1600">
                <a:solidFill>
                  <a:srgbClr val="000000"/>
                </a:solidFill>
                <a:latin typeface="华文楷体" panose="02010600040101010101" pitchFamily="2" charset="-122"/>
                <a:ea typeface="华文楷体" panose="02010600040101010101" pitchFamily="2" charset="-122"/>
              </a:rPr>
              <a:t>定义软件成本估算模型究竟估算什么成本</a:t>
            </a:r>
            <a:endParaRPr lang="en-US" altLang="zh-CN" sz="1600">
              <a:solidFill>
                <a:srgbClr val="000000"/>
              </a:solidFill>
              <a:latin typeface="华文楷体" panose="02010600040101010101" pitchFamily="2" charset="-122"/>
              <a:ea typeface="华文楷体" panose="02010600040101010101" pitchFamily="2" charset="-122"/>
            </a:endParaRPr>
          </a:p>
          <a:p>
            <a:pPr marL="1200150" lvl="2" indent="-285750" algn="just">
              <a:lnSpc>
                <a:spcPct val="150000"/>
              </a:lnSpc>
              <a:buFont typeface="Arial" panose="020B0604020202020204" pitchFamily="34" charset="0"/>
              <a:buChar char="•"/>
            </a:pPr>
            <a:r>
              <a:rPr lang="zh-CN" altLang="en-US" sz="1600">
                <a:solidFill>
                  <a:srgbClr val="000000"/>
                </a:solidFill>
                <a:latin typeface="华文楷体" panose="02010600040101010101" pitchFamily="2" charset="-122"/>
                <a:ea typeface="华文楷体" panose="02010600040101010101" pitchFamily="2" charset="-122"/>
              </a:rPr>
              <a:t>作为软件成本收集与报告的基础</a:t>
            </a:r>
          </a:p>
        </p:txBody>
      </p:sp>
    </p:spTree>
    <p:extLst>
      <p:ext uri="{BB962C8B-B14F-4D97-AF65-F5344CB8AC3E}">
        <p14:creationId xmlns:p14="http://schemas.microsoft.com/office/powerpoint/2010/main" val="36871305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262158"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软件成本估算</a:t>
            </a:r>
            <a:endParaRPr lang="en-US" altLang="zh-CN" sz="2400" spc="300">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469091"/>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a:solidFill>
                  <a:srgbClr val="000000"/>
                </a:solidFill>
                <a:latin typeface="华文楷体" panose="02010600040101010101" pitchFamily="2" charset="-122"/>
                <a:ea typeface="华文楷体" panose="02010600040101010101" pitchFamily="2" charset="-122"/>
              </a:rPr>
              <a:t>软件成本估算</a:t>
            </a:r>
            <a:endParaRPr lang="en-US" altLang="zh-CN" sz="160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a:solidFill>
                  <a:srgbClr val="000000"/>
                </a:solidFill>
                <a:latin typeface="华文楷体" panose="02010600040101010101" pitchFamily="2" charset="-122"/>
                <a:ea typeface="华文楷体" panose="02010600040101010101" pitchFamily="2" charset="-122"/>
              </a:rPr>
              <a:t>成本</a:t>
            </a:r>
            <a:r>
              <a:rPr lang="en-US" altLang="zh-CN" sz="1600">
                <a:solidFill>
                  <a:srgbClr val="000000"/>
                </a:solidFill>
                <a:latin typeface="华文楷体" panose="02010600040101010101" pitchFamily="2" charset="-122"/>
                <a:ea typeface="华文楷体" panose="02010600040101010101" pitchFamily="2" charset="-122"/>
              </a:rPr>
              <a:t>-</a:t>
            </a:r>
            <a:r>
              <a:rPr lang="zh-CN" altLang="en-US" sz="1600">
                <a:solidFill>
                  <a:srgbClr val="000000"/>
                </a:solidFill>
                <a:latin typeface="华文楷体" panose="02010600040101010101" pitchFamily="2" charset="-122"/>
                <a:ea typeface="华文楷体" panose="02010600040101010101" pitchFamily="2" charset="-122"/>
              </a:rPr>
              <a:t>效益分析</a:t>
            </a:r>
            <a:endParaRPr lang="en-US" altLang="zh-CN" sz="160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a:solidFill>
                  <a:srgbClr val="000000"/>
                </a:solidFill>
                <a:latin typeface="华文楷体" panose="02010600040101010101" pitchFamily="2" charset="-122"/>
                <a:ea typeface="华文楷体" panose="02010600040101010101" pitchFamily="2" charset="-122"/>
              </a:rPr>
              <a:t>盈亏平衡分析</a:t>
            </a:r>
            <a:endParaRPr lang="en-US" altLang="zh-CN" sz="160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a:solidFill>
                  <a:srgbClr val="000000"/>
                </a:solidFill>
                <a:latin typeface="华文楷体" panose="02010600040101010101" pitchFamily="2" charset="-122"/>
                <a:ea typeface="华文楷体" panose="02010600040101010101" pitchFamily="2" charset="-122"/>
              </a:rPr>
              <a:t>生产或购买分析</a:t>
            </a:r>
            <a:endParaRPr lang="en-US" altLang="zh-CN" sz="160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600">
                <a:solidFill>
                  <a:srgbClr val="000000"/>
                </a:solidFill>
                <a:latin typeface="华文楷体" panose="02010600040101010101" pitchFamily="2" charset="-122"/>
                <a:ea typeface="华文楷体" panose="02010600040101010101" pitchFamily="2" charset="-122"/>
              </a:rPr>
              <a:t>如果未进行有效的估算，则可能导致下列问题</a:t>
            </a:r>
            <a:endParaRPr lang="en-US" altLang="zh-CN" sz="160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a:solidFill>
                  <a:srgbClr val="000000"/>
                </a:solidFill>
                <a:latin typeface="华文楷体" panose="02010600040101010101" pitchFamily="2" charset="-122"/>
                <a:ea typeface="华文楷体" panose="02010600040101010101" pitchFamily="2" charset="-122"/>
              </a:rPr>
              <a:t>项目人员没有可靠的依据，预算或进度不现实。过分乐观、虚拟低价。</a:t>
            </a:r>
            <a:endParaRPr lang="en-US" altLang="zh-CN" sz="160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a:solidFill>
                  <a:srgbClr val="000000"/>
                </a:solidFill>
                <a:latin typeface="华文楷体" panose="02010600040101010101" pitchFamily="2" charset="-122"/>
                <a:ea typeface="华文楷体" panose="02010600040101010101" pitchFamily="2" charset="-122"/>
              </a:rPr>
              <a:t>分析员没有可靠的依据，分析设计阶段，在软件</a:t>
            </a:r>
            <a:r>
              <a:rPr lang="en-US" altLang="zh-CN" sz="1600">
                <a:solidFill>
                  <a:srgbClr val="000000"/>
                </a:solidFill>
                <a:latin typeface="华文楷体" panose="02010600040101010101" pitchFamily="2" charset="-122"/>
                <a:ea typeface="华文楷体" panose="02010600040101010101" pitchFamily="2" charset="-122"/>
              </a:rPr>
              <a:t>-</a:t>
            </a:r>
            <a:r>
              <a:rPr lang="zh-CN" altLang="en-US" sz="1600">
                <a:solidFill>
                  <a:srgbClr val="000000"/>
                </a:solidFill>
                <a:latin typeface="华文楷体" panose="02010600040101010101" pitchFamily="2" charset="-122"/>
                <a:ea typeface="华文楷体" panose="02010600040101010101" pitchFamily="2" charset="-122"/>
              </a:rPr>
              <a:t>硬件权衡分析不正确。</a:t>
            </a:r>
            <a:endParaRPr lang="en-US" altLang="zh-CN" sz="160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a:solidFill>
                  <a:srgbClr val="000000"/>
                </a:solidFill>
                <a:latin typeface="华文楷体" panose="02010600040101010101" pitchFamily="2" charset="-122"/>
                <a:ea typeface="华文楷体" panose="02010600040101010101" pitchFamily="2" charset="-122"/>
              </a:rPr>
              <a:t>项目经理没有可靠的依据，决定每个软件阶段和活动的时间或工作量估计，从项目一开始就失控。</a:t>
            </a:r>
            <a:endParaRPr lang="en-US" altLang="zh-CN" sz="160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77239322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335896"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软件项目度量</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13026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b="1">
                <a:solidFill>
                  <a:srgbClr val="FF0000"/>
                </a:solidFill>
                <a:latin typeface="华文楷体" panose="02010600040101010101" pitchFamily="2" charset="-122"/>
                <a:ea typeface="华文楷体" panose="02010600040101010101" pitchFamily="2" charset="-122"/>
              </a:rPr>
              <a:t>软件项目度量 </a:t>
            </a:r>
            <a:r>
              <a:rPr lang="en-US" altLang="zh-CN">
                <a:solidFill>
                  <a:srgbClr val="000000"/>
                </a:solidFill>
                <a:latin typeface="华文楷体" panose="02010600040101010101" pitchFamily="2" charset="-122"/>
                <a:ea typeface="华文楷体" panose="02010600040101010101" pitchFamily="2" charset="-122"/>
              </a:rPr>
              <a:t>----</a:t>
            </a:r>
            <a:r>
              <a:rPr lang="zh-CN" altLang="en-US">
                <a:solidFill>
                  <a:srgbClr val="000000"/>
                </a:solidFill>
                <a:latin typeface="华文楷体" panose="02010600040101010101" pitchFamily="2" charset="-122"/>
                <a:ea typeface="华文楷体" panose="02010600040101010101" pitchFamily="2" charset="-122"/>
              </a:rPr>
              <a:t>实现量化管理的关键</a:t>
            </a: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软件度量的三个主要作用：</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理解软件项目</a:t>
            </a:r>
            <a:endParaRPr lang="en-US" altLang="zh-CN">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预测软件项目</a:t>
            </a:r>
            <a:endParaRPr lang="en-US" altLang="zh-CN">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控制软件项目</a:t>
            </a:r>
          </a:p>
        </p:txBody>
      </p:sp>
    </p:spTree>
    <p:extLst>
      <p:ext uri="{BB962C8B-B14F-4D97-AF65-F5344CB8AC3E}">
        <p14:creationId xmlns:p14="http://schemas.microsoft.com/office/powerpoint/2010/main" val="371949662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262158"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软件项目度量</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7922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具体体现在以下方面：</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软件度量能为</a:t>
            </a:r>
            <a:r>
              <a:rPr lang="zh-CN" altLang="en-US" b="1">
                <a:solidFill>
                  <a:srgbClr val="FF0000"/>
                </a:solidFill>
                <a:latin typeface="华文楷体" panose="02010600040101010101" pitchFamily="2" charset="-122"/>
                <a:ea typeface="华文楷体" panose="02010600040101010101" pitchFamily="2" charset="-122"/>
              </a:rPr>
              <a:t>项目估算</a:t>
            </a:r>
            <a:r>
              <a:rPr lang="zh-CN" altLang="en-US">
                <a:solidFill>
                  <a:srgbClr val="000000"/>
                </a:solidFill>
                <a:latin typeface="华文楷体" panose="02010600040101010101" pitchFamily="2" charset="-122"/>
                <a:ea typeface="华文楷体" panose="02010600040101010101" pitchFamily="2" charset="-122"/>
              </a:rPr>
              <a:t>、计划提供基础数据，也提供了控制项目的量化信息。</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软件度量为</a:t>
            </a:r>
            <a:r>
              <a:rPr lang="zh-CN" altLang="en-US" b="1">
                <a:solidFill>
                  <a:srgbClr val="FF0000"/>
                </a:solidFill>
                <a:latin typeface="华文楷体" panose="02010600040101010101" pitchFamily="2" charset="-122"/>
                <a:ea typeface="华文楷体" panose="02010600040101010101" pitchFamily="2" charset="-122"/>
              </a:rPr>
              <a:t>质量管理</a:t>
            </a:r>
            <a:r>
              <a:rPr lang="zh-CN" altLang="en-US">
                <a:solidFill>
                  <a:srgbClr val="000000"/>
                </a:solidFill>
                <a:latin typeface="华文楷体" panose="02010600040101010101" pitchFamily="2" charset="-122"/>
                <a:ea typeface="华文楷体" panose="02010600040101010101" pitchFamily="2" charset="-122"/>
              </a:rPr>
              <a:t>提供指标，推动企业过程改进。</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度量为软件组织提供客观的信息，是帮助项目经理进行</a:t>
            </a:r>
            <a:r>
              <a:rPr lang="zh-CN" altLang="en-US">
                <a:solidFill>
                  <a:srgbClr val="FF0000"/>
                </a:solidFill>
                <a:latin typeface="华文楷体" panose="02010600040101010101" pitchFamily="2" charset="-122"/>
                <a:ea typeface="华文楷体" panose="02010600040101010101" pitchFamily="2" charset="-122"/>
              </a:rPr>
              <a:t>项目交流</a:t>
            </a:r>
            <a:r>
              <a:rPr lang="zh-CN" altLang="en-US">
                <a:solidFill>
                  <a:srgbClr val="000000"/>
                </a:solidFill>
                <a:latin typeface="华文楷体" panose="02010600040101010101" pitchFamily="2" charset="-122"/>
                <a:ea typeface="华文楷体" panose="02010600040101010101" pitchFamily="2" charset="-122"/>
              </a:rPr>
              <a:t>的有力工具。</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度量可促进主动性的</a:t>
            </a:r>
            <a:r>
              <a:rPr lang="zh-CN" altLang="en-US" b="1">
                <a:solidFill>
                  <a:srgbClr val="FF0000"/>
                </a:solidFill>
                <a:latin typeface="华文楷体" panose="02010600040101010101" pitchFamily="2" charset="-122"/>
                <a:ea typeface="华文楷体" panose="02010600040101010101" pitchFamily="2" charset="-122"/>
              </a:rPr>
              <a:t>管理策略</a:t>
            </a:r>
            <a:r>
              <a:rPr lang="zh-CN" altLang="en-US">
                <a:solidFill>
                  <a:srgbClr val="000000"/>
                </a:solidFill>
                <a:latin typeface="华文楷体" panose="02010600040101010101" pitchFamily="2" charset="-122"/>
                <a:ea typeface="华文楷体" panose="02010600040101010101" pitchFamily="2" charset="-122"/>
              </a:rPr>
              <a:t>，度量指标的各种指示，就像质量目标的红绿指示灯一样，帮助项目经理进行决策，以便对费用、进度、质量等进行权衡，以满足项目目标。</a:t>
            </a:r>
          </a:p>
        </p:txBody>
      </p:sp>
    </p:spTree>
    <p:extLst>
      <p:ext uri="{BB962C8B-B14F-4D97-AF65-F5344CB8AC3E}">
        <p14:creationId xmlns:p14="http://schemas.microsoft.com/office/powerpoint/2010/main" val="129062789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6064481"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软件项目度量</a:t>
            </a:r>
            <a:r>
              <a:rPr lang="en-US" altLang="zh-CN" sz="2400" spc="300">
                <a:latin typeface="微软雅黑" panose="020B0503020204020204" pitchFamily="34" charset="-122"/>
                <a:ea typeface="微软雅黑" panose="020B0503020204020204" pitchFamily="34" charset="-122"/>
              </a:rPr>
              <a:t>----</a:t>
            </a:r>
            <a:r>
              <a:rPr lang="zh-CN" altLang="en-US" sz="2400" spc="300">
                <a:latin typeface="微软雅黑" panose="020B0503020204020204" pitchFamily="34" charset="-122"/>
                <a:ea typeface="微软雅黑" panose="020B0503020204020204" pitchFamily="34" charset="-122"/>
              </a:rPr>
              <a:t>实现量化管理的关键</a:t>
            </a:r>
          </a:p>
        </p:txBody>
      </p:sp>
      <p:sp>
        <p:nvSpPr>
          <p:cNvPr id="3" name="Oval 3">
            <a:extLst>
              <a:ext uri="{FF2B5EF4-FFF2-40B4-BE49-F238E27FC236}">
                <a16:creationId xmlns:a16="http://schemas.microsoft.com/office/drawing/2014/main" id="{69E50848-CA3D-4469-B77F-656144774EB3}"/>
              </a:ext>
            </a:extLst>
          </p:cNvPr>
          <p:cNvSpPr>
            <a:spLocks noChangeArrowheads="1"/>
          </p:cNvSpPr>
          <p:nvPr/>
        </p:nvSpPr>
        <p:spPr bwMode="auto">
          <a:xfrm>
            <a:off x="4223657" y="2117725"/>
            <a:ext cx="792163" cy="2089150"/>
          </a:xfrm>
          <a:prstGeom prst="ellipse">
            <a:avLst/>
          </a:prstGeom>
          <a:solidFill>
            <a:schemeClr val="bg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400" b="1">
                <a:solidFill>
                  <a:schemeClr val="tx1"/>
                </a:solidFill>
              </a:rPr>
              <a:t>度</a:t>
            </a:r>
          </a:p>
          <a:p>
            <a:pPr algn="ctr" eaLnBrk="1" hangingPunct="1"/>
            <a:r>
              <a:rPr lang="zh-CN" altLang="en-US" sz="2400" b="1">
                <a:solidFill>
                  <a:schemeClr val="tx1"/>
                </a:solidFill>
              </a:rPr>
              <a:t>量</a:t>
            </a:r>
          </a:p>
          <a:p>
            <a:pPr algn="ctr" eaLnBrk="1" hangingPunct="1"/>
            <a:r>
              <a:rPr lang="zh-CN" altLang="en-US" sz="2400" b="1">
                <a:solidFill>
                  <a:schemeClr val="tx1"/>
                </a:solidFill>
              </a:rPr>
              <a:t>指</a:t>
            </a:r>
          </a:p>
          <a:p>
            <a:pPr algn="ctr" eaLnBrk="1" hangingPunct="1"/>
            <a:r>
              <a:rPr lang="zh-CN" altLang="en-US" sz="2400" b="1">
                <a:solidFill>
                  <a:schemeClr val="tx1"/>
                </a:solidFill>
              </a:rPr>
              <a:t>标</a:t>
            </a:r>
          </a:p>
        </p:txBody>
      </p:sp>
      <p:sp>
        <p:nvSpPr>
          <p:cNvPr id="4" name="Rectangle 4">
            <a:extLst>
              <a:ext uri="{FF2B5EF4-FFF2-40B4-BE49-F238E27FC236}">
                <a16:creationId xmlns:a16="http://schemas.microsoft.com/office/drawing/2014/main" id="{8B1EE0F8-2E5A-431F-82C7-4E28C61138EF}"/>
              </a:ext>
            </a:extLst>
          </p:cNvPr>
          <p:cNvSpPr>
            <a:spLocks noChangeArrowheads="1"/>
          </p:cNvSpPr>
          <p:nvPr/>
        </p:nvSpPr>
        <p:spPr bwMode="auto">
          <a:xfrm>
            <a:off x="1199470" y="1038225"/>
            <a:ext cx="2374900" cy="1152525"/>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b="1">
                <a:solidFill>
                  <a:schemeClr val="tx1"/>
                </a:solidFill>
              </a:rPr>
              <a:t>项目管理的</a:t>
            </a:r>
          </a:p>
          <a:p>
            <a:pPr algn="ctr" eaLnBrk="1" hangingPunct="1"/>
            <a:r>
              <a:rPr lang="zh-CN" altLang="en-US" sz="2000" b="1">
                <a:solidFill>
                  <a:schemeClr val="tx1"/>
                </a:solidFill>
              </a:rPr>
              <a:t>计划和控制</a:t>
            </a:r>
          </a:p>
        </p:txBody>
      </p:sp>
      <p:sp>
        <p:nvSpPr>
          <p:cNvPr id="5" name="Rectangle 5">
            <a:extLst>
              <a:ext uri="{FF2B5EF4-FFF2-40B4-BE49-F238E27FC236}">
                <a16:creationId xmlns:a16="http://schemas.microsoft.com/office/drawing/2014/main" id="{79240AE7-D05F-4B51-A018-C6BCC6F8F279}"/>
              </a:ext>
            </a:extLst>
          </p:cNvPr>
          <p:cNvSpPr>
            <a:spLocks noChangeArrowheads="1"/>
          </p:cNvSpPr>
          <p:nvPr/>
        </p:nvSpPr>
        <p:spPr bwMode="auto">
          <a:xfrm>
            <a:off x="1270907" y="3486150"/>
            <a:ext cx="2160588" cy="1152525"/>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b="1">
                <a:solidFill>
                  <a:schemeClr val="tx1"/>
                </a:solidFill>
              </a:rPr>
              <a:t>软件工程</a:t>
            </a:r>
          </a:p>
          <a:p>
            <a:pPr algn="ctr" eaLnBrk="1" hangingPunct="1"/>
            <a:r>
              <a:rPr lang="zh-CN" altLang="en-US" sz="2000" b="1">
                <a:solidFill>
                  <a:schemeClr val="tx1"/>
                </a:solidFill>
              </a:rPr>
              <a:t>过程组的</a:t>
            </a:r>
          </a:p>
          <a:p>
            <a:pPr algn="ctr" eaLnBrk="1" hangingPunct="1"/>
            <a:r>
              <a:rPr lang="zh-CN" altLang="en-US" sz="2000" b="1">
                <a:solidFill>
                  <a:schemeClr val="tx1"/>
                </a:solidFill>
              </a:rPr>
              <a:t>过程改进</a:t>
            </a:r>
          </a:p>
        </p:txBody>
      </p:sp>
      <p:sp>
        <p:nvSpPr>
          <p:cNvPr id="7" name="Rectangle 6">
            <a:extLst>
              <a:ext uri="{FF2B5EF4-FFF2-40B4-BE49-F238E27FC236}">
                <a16:creationId xmlns:a16="http://schemas.microsoft.com/office/drawing/2014/main" id="{01347255-6D25-468F-82E1-D356AD732B89}"/>
              </a:ext>
            </a:extLst>
          </p:cNvPr>
          <p:cNvSpPr>
            <a:spLocks noChangeArrowheads="1"/>
          </p:cNvSpPr>
          <p:nvPr/>
        </p:nvSpPr>
        <p:spPr bwMode="auto">
          <a:xfrm>
            <a:off x="6239782" y="822325"/>
            <a:ext cx="2376488" cy="1152525"/>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b="1">
                <a:solidFill>
                  <a:schemeClr val="tx1"/>
                </a:solidFill>
              </a:rPr>
              <a:t>高层管理对</a:t>
            </a:r>
          </a:p>
          <a:p>
            <a:pPr algn="ctr" eaLnBrk="1" hangingPunct="1"/>
            <a:r>
              <a:rPr lang="zh-CN" altLang="en-US" sz="2000" b="1">
                <a:solidFill>
                  <a:schemeClr val="tx1"/>
                </a:solidFill>
              </a:rPr>
              <a:t>项目的可见度</a:t>
            </a:r>
          </a:p>
        </p:txBody>
      </p:sp>
      <p:sp>
        <p:nvSpPr>
          <p:cNvPr id="9" name="Rectangle 7">
            <a:extLst>
              <a:ext uri="{FF2B5EF4-FFF2-40B4-BE49-F238E27FC236}">
                <a16:creationId xmlns:a16="http://schemas.microsoft.com/office/drawing/2014/main" id="{A32C231B-8E92-48AC-8CC5-6A41F6A98512}"/>
              </a:ext>
            </a:extLst>
          </p:cNvPr>
          <p:cNvSpPr>
            <a:spLocks noChangeArrowheads="1"/>
          </p:cNvSpPr>
          <p:nvPr/>
        </p:nvSpPr>
        <p:spPr bwMode="auto">
          <a:xfrm>
            <a:off x="6311220" y="2262188"/>
            <a:ext cx="2376487" cy="1152525"/>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b="1">
                <a:solidFill>
                  <a:schemeClr val="tx1"/>
                </a:solidFill>
              </a:rPr>
              <a:t>客户对项目</a:t>
            </a:r>
          </a:p>
          <a:p>
            <a:pPr algn="ctr" eaLnBrk="1" hangingPunct="1"/>
            <a:r>
              <a:rPr lang="zh-CN" altLang="en-US" sz="2000" b="1">
                <a:solidFill>
                  <a:schemeClr val="tx1"/>
                </a:solidFill>
              </a:rPr>
              <a:t>的跟踪</a:t>
            </a:r>
          </a:p>
        </p:txBody>
      </p:sp>
      <p:sp>
        <p:nvSpPr>
          <p:cNvPr id="11" name="Rectangle 8">
            <a:extLst>
              <a:ext uri="{FF2B5EF4-FFF2-40B4-BE49-F238E27FC236}">
                <a16:creationId xmlns:a16="http://schemas.microsoft.com/office/drawing/2014/main" id="{6D228E30-6E46-47F5-BD6D-D5E749352A46}"/>
              </a:ext>
            </a:extLst>
          </p:cNvPr>
          <p:cNvSpPr>
            <a:spLocks noChangeArrowheads="1"/>
          </p:cNvSpPr>
          <p:nvPr/>
        </p:nvSpPr>
        <p:spPr bwMode="auto">
          <a:xfrm>
            <a:off x="6382657" y="3630613"/>
            <a:ext cx="2305050" cy="1152525"/>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b="1">
                <a:solidFill>
                  <a:schemeClr val="tx1"/>
                </a:solidFill>
              </a:rPr>
              <a:t>研究机构的</a:t>
            </a:r>
          </a:p>
          <a:p>
            <a:pPr algn="ctr" eaLnBrk="1" hangingPunct="1"/>
            <a:r>
              <a:rPr lang="zh-CN" altLang="en-US" sz="2000" b="1">
                <a:solidFill>
                  <a:schemeClr val="tx1"/>
                </a:solidFill>
              </a:rPr>
              <a:t>研究对象</a:t>
            </a:r>
          </a:p>
        </p:txBody>
      </p:sp>
      <p:sp>
        <p:nvSpPr>
          <p:cNvPr id="13" name="Line 9">
            <a:extLst>
              <a:ext uri="{FF2B5EF4-FFF2-40B4-BE49-F238E27FC236}">
                <a16:creationId xmlns:a16="http://schemas.microsoft.com/office/drawing/2014/main" id="{ED4CA2FA-0675-467F-98E1-962DC36519AB}"/>
              </a:ext>
            </a:extLst>
          </p:cNvPr>
          <p:cNvSpPr>
            <a:spLocks noChangeShapeType="1"/>
          </p:cNvSpPr>
          <p:nvPr/>
        </p:nvSpPr>
        <p:spPr bwMode="auto">
          <a:xfrm flipV="1">
            <a:off x="4942795" y="1541463"/>
            <a:ext cx="1296987" cy="11525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10">
            <a:extLst>
              <a:ext uri="{FF2B5EF4-FFF2-40B4-BE49-F238E27FC236}">
                <a16:creationId xmlns:a16="http://schemas.microsoft.com/office/drawing/2014/main" id="{08533EF5-3B47-4661-9A4B-F1B34BE28326}"/>
              </a:ext>
            </a:extLst>
          </p:cNvPr>
          <p:cNvSpPr>
            <a:spLocks noChangeShapeType="1"/>
          </p:cNvSpPr>
          <p:nvPr/>
        </p:nvSpPr>
        <p:spPr bwMode="auto">
          <a:xfrm>
            <a:off x="5015820" y="3054350"/>
            <a:ext cx="1295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11">
            <a:extLst>
              <a:ext uri="{FF2B5EF4-FFF2-40B4-BE49-F238E27FC236}">
                <a16:creationId xmlns:a16="http://schemas.microsoft.com/office/drawing/2014/main" id="{2CC7DF7E-E565-48D5-8990-458DC7CD0831}"/>
              </a:ext>
            </a:extLst>
          </p:cNvPr>
          <p:cNvSpPr>
            <a:spLocks noChangeShapeType="1"/>
          </p:cNvSpPr>
          <p:nvPr/>
        </p:nvSpPr>
        <p:spPr bwMode="auto">
          <a:xfrm>
            <a:off x="4942795" y="3846513"/>
            <a:ext cx="1439862" cy="6477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12">
            <a:extLst>
              <a:ext uri="{FF2B5EF4-FFF2-40B4-BE49-F238E27FC236}">
                <a16:creationId xmlns:a16="http://schemas.microsoft.com/office/drawing/2014/main" id="{D10B3050-1EBC-48F2-8A3F-487D770307A5}"/>
              </a:ext>
            </a:extLst>
          </p:cNvPr>
          <p:cNvSpPr>
            <a:spLocks noChangeShapeType="1"/>
          </p:cNvSpPr>
          <p:nvPr/>
        </p:nvSpPr>
        <p:spPr bwMode="auto">
          <a:xfrm flipH="1">
            <a:off x="3431495" y="3702050"/>
            <a:ext cx="863600" cy="3603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13">
            <a:extLst>
              <a:ext uri="{FF2B5EF4-FFF2-40B4-BE49-F238E27FC236}">
                <a16:creationId xmlns:a16="http://schemas.microsoft.com/office/drawing/2014/main" id="{6CB0FF8C-60D1-43DD-BD98-E779B720F216}"/>
              </a:ext>
            </a:extLst>
          </p:cNvPr>
          <p:cNvSpPr>
            <a:spLocks noChangeShapeType="1"/>
          </p:cNvSpPr>
          <p:nvPr/>
        </p:nvSpPr>
        <p:spPr bwMode="auto">
          <a:xfrm flipH="1" flipV="1">
            <a:off x="3358470" y="2189163"/>
            <a:ext cx="865187" cy="5048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Line 14">
            <a:extLst>
              <a:ext uri="{FF2B5EF4-FFF2-40B4-BE49-F238E27FC236}">
                <a16:creationId xmlns:a16="http://schemas.microsoft.com/office/drawing/2014/main" id="{428A6FFE-CA28-40CF-9A05-52D3EA90D902}"/>
              </a:ext>
            </a:extLst>
          </p:cNvPr>
          <p:cNvSpPr>
            <a:spLocks noChangeShapeType="1"/>
          </p:cNvSpPr>
          <p:nvPr/>
        </p:nvSpPr>
        <p:spPr bwMode="auto">
          <a:xfrm>
            <a:off x="3574370" y="1254125"/>
            <a:ext cx="2665412" cy="0"/>
          </a:xfrm>
          <a:prstGeom prst="line">
            <a:avLst/>
          </a:prstGeom>
          <a:noFill/>
          <a:ln w="28575">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Line 15">
            <a:extLst>
              <a:ext uri="{FF2B5EF4-FFF2-40B4-BE49-F238E27FC236}">
                <a16:creationId xmlns:a16="http://schemas.microsoft.com/office/drawing/2014/main" id="{A960A3F9-91A3-4F24-925F-47A91EBF4C2E}"/>
              </a:ext>
            </a:extLst>
          </p:cNvPr>
          <p:cNvSpPr>
            <a:spLocks noChangeShapeType="1"/>
          </p:cNvSpPr>
          <p:nvPr/>
        </p:nvSpPr>
        <p:spPr bwMode="auto">
          <a:xfrm>
            <a:off x="3574370" y="1541463"/>
            <a:ext cx="2736850" cy="863600"/>
          </a:xfrm>
          <a:prstGeom prst="line">
            <a:avLst/>
          </a:prstGeom>
          <a:noFill/>
          <a:ln w="28575">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Oval 16">
            <a:extLst>
              <a:ext uri="{FF2B5EF4-FFF2-40B4-BE49-F238E27FC236}">
                <a16:creationId xmlns:a16="http://schemas.microsoft.com/office/drawing/2014/main" id="{81EB3F5D-D5B5-4608-9334-5782E9FEA6E7}"/>
              </a:ext>
            </a:extLst>
          </p:cNvPr>
          <p:cNvSpPr>
            <a:spLocks noChangeArrowheads="1"/>
          </p:cNvSpPr>
          <p:nvPr/>
        </p:nvSpPr>
        <p:spPr bwMode="auto">
          <a:xfrm>
            <a:off x="515257" y="1685925"/>
            <a:ext cx="468313" cy="1871663"/>
          </a:xfrm>
          <a:prstGeom prst="ellipse">
            <a:avLst/>
          </a:prstGeom>
          <a:solidFill>
            <a:schemeClr val="bg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1800" b="1">
                <a:solidFill>
                  <a:schemeClr val="tx2"/>
                </a:solidFill>
                <a:ea typeface="楷体_GB2312" pitchFamily="49" charset="-122"/>
              </a:rPr>
              <a:t>项</a:t>
            </a:r>
          </a:p>
          <a:p>
            <a:pPr algn="ctr" eaLnBrk="1" hangingPunct="1"/>
            <a:r>
              <a:rPr lang="zh-CN" altLang="en-US" sz="1800" b="1">
                <a:solidFill>
                  <a:schemeClr val="tx2"/>
                </a:solidFill>
                <a:ea typeface="楷体_GB2312" pitchFamily="49" charset="-122"/>
              </a:rPr>
              <a:t>目</a:t>
            </a:r>
          </a:p>
          <a:p>
            <a:pPr algn="ctr" eaLnBrk="1" hangingPunct="1"/>
            <a:r>
              <a:rPr lang="zh-CN" altLang="en-US" sz="1800" b="1">
                <a:solidFill>
                  <a:schemeClr val="tx2"/>
                </a:solidFill>
                <a:ea typeface="楷体_GB2312" pitchFamily="49" charset="-122"/>
              </a:rPr>
              <a:t>管</a:t>
            </a:r>
          </a:p>
          <a:p>
            <a:pPr algn="ctr" eaLnBrk="1" hangingPunct="1"/>
            <a:r>
              <a:rPr lang="zh-CN" altLang="en-US" sz="1800" b="1">
                <a:solidFill>
                  <a:schemeClr val="tx2"/>
                </a:solidFill>
                <a:ea typeface="楷体_GB2312" pitchFamily="49" charset="-122"/>
              </a:rPr>
              <a:t>理</a:t>
            </a:r>
          </a:p>
          <a:p>
            <a:pPr algn="ctr" eaLnBrk="1" hangingPunct="1"/>
            <a:r>
              <a:rPr lang="zh-CN" altLang="en-US" sz="1800" b="1">
                <a:solidFill>
                  <a:schemeClr val="tx2"/>
                </a:solidFill>
                <a:ea typeface="楷体_GB2312" pitchFamily="49" charset="-122"/>
              </a:rPr>
              <a:t>者</a:t>
            </a:r>
          </a:p>
        </p:txBody>
      </p:sp>
      <p:sp>
        <p:nvSpPr>
          <p:cNvPr id="29" name="Line 17">
            <a:extLst>
              <a:ext uri="{FF2B5EF4-FFF2-40B4-BE49-F238E27FC236}">
                <a16:creationId xmlns:a16="http://schemas.microsoft.com/office/drawing/2014/main" id="{44555084-2837-450C-91E2-026EA7CC17AF}"/>
              </a:ext>
            </a:extLst>
          </p:cNvPr>
          <p:cNvSpPr>
            <a:spLocks noChangeShapeType="1"/>
          </p:cNvSpPr>
          <p:nvPr/>
        </p:nvSpPr>
        <p:spPr bwMode="auto">
          <a:xfrm flipV="1">
            <a:off x="983570" y="1901825"/>
            <a:ext cx="215900" cy="287338"/>
          </a:xfrm>
          <a:prstGeom prst="line">
            <a:avLst/>
          </a:prstGeom>
          <a:noFill/>
          <a:ln w="19050">
            <a:solidFill>
              <a:srgbClr val="CC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Line 18">
            <a:extLst>
              <a:ext uri="{FF2B5EF4-FFF2-40B4-BE49-F238E27FC236}">
                <a16:creationId xmlns:a16="http://schemas.microsoft.com/office/drawing/2014/main" id="{328266BA-52AF-4475-877D-48429221C881}"/>
              </a:ext>
            </a:extLst>
          </p:cNvPr>
          <p:cNvSpPr>
            <a:spLocks noChangeShapeType="1"/>
          </p:cNvSpPr>
          <p:nvPr/>
        </p:nvSpPr>
        <p:spPr bwMode="auto">
          <a:xfrm>
            <a:off x="910545" y="3270250"/>
            <a:ext cx="360362" cy="719138"/>
          </a:xfrm>
          <a:prstGeom prst="line">
            <a:avLst/>
          </a:prstGeom>
          <a:noFill/>
          <a:ln w="19050">
            <a:solidFill>
              <a:srgbClr val="CC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 name="Rectangle 19">
            <a:extLst>
              <a:ext uri="{FF2B5EF4-FFF2-40B4-BE49-F238E27FC236}">
                <a16:creationId xmlns:a16="http://schemas.microsoft.com/office/drawing/2014/main" id="{66218FF1-F6D3-4092-8072-8FDEA2229819}"/>
              </a:ext>
            </a:extLst>
          </p:cNvPr>
          <p:cNvSpPr>
            <a:spLocks noChangeArrowheads="1"/>
          </p:cNvSpPr>
          <p:nvPr/>
        </p:nvSpPr>
        <p:spPr bwMode="auto">
          <a:xfrm>
            <a:off x="1666195" y="2260601"/>
            <a:ext cx="1441450" cy="433387"/>
          </a:xfrm>
          <a:prstGeom prst="rect">
            <a:avLst/>
          </a:prstGeom>
          <a:solidFill>
            <a:schemeClr val="bg1"/>
          </a:solidFill>
          <a:ln>
            <a:noFill/>
          </a:ln>
          <a:effectLst/>
          <a:extLst>
            <a:ext uri="{91240B29-F687-4F45-9708-019B960494DF}">
              <a14:hiddenLine xmlns:a14="http://schemas.microsoft.com/office/drawing/2010/main" w="9525" algn="ctr">
                <a:solidFill>
                  <a:srgbClr val="CC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1800">
                <a:solidFill>
                  <a:schemeClr val="tx2"/>
                </a:solidFill>
              </a:rPr>
              <a:t>项目度量</a:t>
            </a:r>
          </a:p>
        </p:txBody>
      </p:sp>
      <p:sp>
        <p:nvSpPr>
          <p:cNvPr id="41" name="Rectangle 20">
            <a:extLst>
              <a:ext uri="{FF2B5EF4-FFF2-40B4-BE49-F238E27FC236}">
                <a16:creationId xmlns:a16="http://schemas.microsoft.com/office/drawing/2014/main" id="{350745C9-7C1E-4B84-BCA4-0DA62160040B}"/>
              </a:ext>
            </a:extLst>
          </p:cNvPr>
          <p:cNvSpPr>
            <a:spLocks noChangeArrowheads="1"/>
          </p:cNvSpPr>
          <p:nvPr/>
        </p:nvSpPr>
        <p:spPr bwMode="auto">
          <a:xfrm>
            <a:off x="1630476" y="4710113"/>
            <a:ext cx="1441450" cy="433387"/>
          </a:xfrm>
          <a:prstGeom prst="rect">
            <a:avLst/>
          </a:prstGeom>
          <a:solidFill>
            <a:schemeClr val="bg1"/>
          </a:solidFill>
          <a:ln>
            <a:noFill/>
          </a:ln>
          <a:effectLst/>
          <a:extLst>
            <a:ext uri="{91240B29-F687-4F45-9708-019B960494DF}">
              <a14:hiddenLine xmlns:a14="http://schemas.microsoft.com/office/drawing/2010/main" w="9525" algn="ctr">
                <a:solidFill>
                  <a:srgbClr val="CC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1800">
                <a:solidFill>
                  <a:schemeClr val="tx2"/>
                </a:solidFill>
              </a:rPr>
              <a:t>过程度量</a:t>
            </a:r>
          </a:p>
        </p:txBody>
      </p:sp>
    </p:spTree>
    <p:extLst>
      <p:ext uri="{BB962C8B-B14F-4D97-AF65-F5344CB8AC3E}">
        <p14:creationId xmlns:p14="http://schemas.microsoft.com/office/powerpoint/2010/main" val="65286107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378395"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软件工程经济学中涉及的软件度量</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420775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a:solidFill>
                  <a:srgbClr val="000000"/>
                </a:solidFill>
                <a:latin typeface="华文楷体" panose="02010600040101010101" pitchFamily="2" charset="-122"/>
                <a:ea typeface="华文楷体" panose="02010600040101010101" pitchFamily="2" charset="-122"/>
              </a:rPr>
              <a:t>1. </a:t>
            </a:r>
            <a:r>
              <a:rPr lang="zh-CN" altLang="en-US">
                <a:solidFill>
                  <a:srgbClr val="000000"/>
                </a:solidFill>
                <a:latin typeface="华文楷体" panose="02010600040101010101" pitchFamily="2" charset="-122"/>
                <a:ea typeface="华文楷体" panose="02010600040101010101" pitchFamily="2" charset="-122"/>
              </a:rPr>
              <a:t>规模度量</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程序源代码行（</a:t>
            </a:r>
            <a:r>
              <a:rPr lang="en-US" altLang="zh-CN">
                <a:solidFill>
                  <a:srgbClr val="000000"/>
                </a:solidFill>
                <a:latin typeface="华文楷体" panose="02010600040101010101" pitchFamily="2" charset="-122"/>
                <a:ea typeface="华文楷体" panose="02010600040101010101" pitchFamily="2" charset="-122"/>
              </a:rPr>
              <a:t>LOC</a:t>
            </a:r>
            <a:r>
              <a:rPr lang="zh-CN" altLang="en-US">
                <a:solidFill>
                  <a:srgbClr val="000000"/>
                </a:solidFill>
                <a:latin typeface="华文楷体" panose="02010600040101010101" pitchFamily="2" charset="-122"/>
                <a:ea typeface="华文楷体" panose="02010600040101010101" pitchFamily="2" charset="-122"/>
              </a:rPr>
              <a:t>）、功能点</a:t>
            </a:r>
            <a:r>
              <a:rPr lang="en-US" altLang="zh-CN">
                <a:solidFill>
                  <a:srgbClr val="000000"/>
                </a:solidFill>
                <a:latin typeface="华文楷体" panose="02010600040101010101" pitchFamily="2" charset="-122"/>
                <a:ea typeface="华文楷体" panose="02010600040101010101" pitchFamily="2" charset="-122"/>
              </a:rPr>
              <a:t>(FP)</a:t>
            </a:r>
          </a:p>
          <a:p>
            <a:pPr marL="285750" indent="-285750" algn="just">
              <a:lnSpc>
                <a:spcPct val="150000"/>
              </a:lnSpc>
              <a:buFont typeface="Arial" panose="020B0604020202020204" pitchFamily="34" charset="0"/>
              <a:buChar char="•"/>
            </a:pPr>
            <a:r>
              <a:rPr lang="en-US" altLang="zh-CN">
                <a:solidFill>
                  <a:srgbClr val="000000"/>
                </a:solidFill>
                <a:latin typeface="华文楷体" panose="02010600040101010101" pitchFamily="2" charset="-122"/>
                <a:ea typeface="华文楷体" panose="02010600040101010101" pitchFamily="2" charset="-122"/>
              </a:rPr>
              <a:t>2. </a:t>
            </a:r>
            <a:r>
              <a:rPr lang="zh-CN" altLang="en-US">
                <a:solidFill>
                  <a:srgbClr val="000000"/>
                </a:solidFill>
                <a:latin typeface="华文楷体" panose="02010600040101010101" pitchFamily="2" charset="-122"/>
                <a:ea typeface="华文楷体" panose="02010600040101010101" pitchFamily="2" charset="-122"/>
              </a:rPr>
              <a:t>复杂性度量</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可执行代码的词汇量</a:t>
            </a:r>
          </a:p>
          <a:p>
            <a:pPr marL="285750" indent="-285750" algn="just">
              <a:lnSpc>
                <a:spcPct val="150000"/>
              </a:lnSpc>
              <a:buFont typeface="Arial" panose="020B0604020202020204" pitchFamily="34" charset="0"/>
              <a:buChar char="•"/>
            </a:pPr>
            <a:r>
              <a:rPr lang="en-US" altLang="zh-CN">
                <a:solidFill>
                  <a:srgbClr val="000000"/>
                </a:solidFill>
                <a:latin typeface="华文楷体" panose="02010600040101010101" pitchFamily="2" charset="-122"/>
                <a:ea typeface="华文楷体" panose="02010600040101010101" pitchFamily="2" charset="-122"/>
              </a:rPr>
              <a:t>3. </a:t>
            </a:r>
            <a:r>
              <a:rPr lang="zh-CN" altLang="en-US">
                <a:solidFill>
                  <a:srgbClr val="000000"/>
                </a:solidFill>
                <a:latin typeface="华文楷体" panose="02010600040101010101" pitchFamily="2" charset="-122"/>
                <a:ea typeface="华文楷体" panose="02010600040101010101" pitchFamily="2" charset="-122"/>
              </a:rPr>
              <a:t>差错</a:t>
            </a:r>
            <a:r>
              <a:rPr lang="en-US" altLang="zh-CN">
                <a:solidFill>
                  <a:srgbClr val="000000"/>
                </a:solidFill>
                <a:latin typeface="华文楷体" panose="02010600040101010101" pitchFamily="2" charset="-122"/>
                <a:ea typeface="华文楷体" panose="02010600040101010101" pitchFamily="2" charset="-122"/>
              </a:rPr>
              <a:t>/</a:t>
            </a:r>
            <a:r>
              <a:rPr lang="zh-CN" altLang="en-US">
                <a:solidFill>
                  <a:srgbClr val="000000"/>
                </a:solidFill>
                <a:latin typeface="华文楷体" panose="02010600040101010101" pitchFamily="2" charset="-122"/>
                <a:ea typeface="华文楷体" panose="02010600040101010101" pitchFamily="2" charset="-122"/>
              </a:rPr>
              <a:t>缺陷度量</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缺陷数</a:t>
            </a:r>
            <a:r>
              <a:rPr lang="en-US" altLang="zh-CN">
                <a:solidFill>
                  <a:srgbClr val="000000"/>
                </a:solidFill>
                <a:latin typeface="华文楷体" panose="02010600040101010101" pitchFamily="2" charset="-122"/>
                <a:ea typeface="华文楷体" panose="02010600040101010101" pitchFamily="2" charset="-122"/>
              </a:rPr>
              <a:t>/KLOC</a:t>
            </a:r>
          </a:p>
          <a:p>
            <a:pPr marL="285750" indent="-285750" algn="just">
              <a:lnSpc>
                <a:spcPct val="150000"/>
              </a:lnSpc>
              <a:buFont typeface="Arial" panose="020B0604020202020204" pitchFamily="34" charset="0"/>
              <a:buChar char="•"/>
            </a:pPr>
            <a:r>
              <a:rPr lang="en-US" altLang="zh-CN">
                <a:solidFill>
                  <a:srgbClr val="000000"/>
                </a:solidFill>
                <a:latin typeface="华文楷体" panose="02010600040101010101" pitchFamily="2" charset="-122"/>
                <a:ea typeface="华文楷体" panose="02010600040101010101" pitchFamily="2" charset="-122"/>
              </a:rPr>
              <a:t>4. </a:t>
            </a:r>
            <a:r>
              <a:rPr lang="zh-CN" altLang="en-US">
                <a:solidFill>
                  <a:srgbClr val="000000"/>
                </a:solidFill>
                <a:latin typeface="华文楷体" panose="02010600040101010101" pitchFamily="2" charset="-122"/>
                <a:ea typeface="华文楷体" panose="02010600040101010101" pitchFamily="2" charset="-122"/>
              </a:rPr>
              <a:t>可靠性度量</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软件寿命、可靠度、软件寿命概率密度、软件寿命的期望值</a:t>
            </a:r>
          </a:p>
          <a:p>
            <a:pPr marL="285750" indent="-285750" algn="just">
              <a:lnSpc>
                <a:spcPct val="150000"/>
              </a:lnSpc>
              <a:buFont typeface="Arial" panose="020B0604020202020204" pitchFamily="34" charset="0"/>
              <a:buChar char="•"/>
            </a:pPr>
            <a:r>
              <a:rPr lang="en-US" altLang="zh-CN">
                <a:solidFill>
                  <a:srgbClr val="000000"/>
                </a:solidFill>
                <a:latin typeface="华文楷体" panose="02010600040101010101" pitchFamily="2" charset="-122"/>
                <a:ea typeface="华文楷体" panose="02010600040101010101" pitchFamily="2" charset="-122"/>
              </a:rPr>
              <a:t>5. </a:t>
            </a:r>
            <a:r>
              <a:rPr lang="zh-CN" altLang="en-US">
                <a:solidFill>
                  <a:srgbClr val="000000"/>
                </a:solidFill>
                <a:latin typeface="华文楷体" panose="02010600040101010101" pitchFamily="2" charset="-122"/>
                <a:ea typeface="华文楷体" panose="02010600040101010101" pitchFamily="2" charset="-122"/>
              </a:rPr>
              <a:t>质量度量</a:t>
            </a:r>
          </a:p>
          <a:p>
            <a:pPr marL="742950" lvl="1" indent="-285750" algn="just">
              <a:lnSpc>
                <a:spcPct val="150000"/>
              </a:lnSpc>
              <a:buFont typeface="Arial" panose="020B0604020202020204" pitchFamily="34" charset="0"/>
              <a:buChar char="•"/>
            </a:pPr>
            <a:r>
              <a:rPr lang="en-US" altLang="zh-CN">
                <a:solidFill>
                  <a:srgbClr val="000000"/>
                </a:solidFill>
                <a:latin typeface="华文楷体" panose="02010600040101010101" pitchFamily="2" charset="-122"/>
                <a:ea typeface="华文楷体" panose="02010600040101010101" pitchFamily="2" charset="-122"/>
              </a:rPr>
              <a:t>ISO/IEC9126</a:t>
            </a:r>
            <a:r>
              <a:rPr lang="zh-CN" altLang="en-US">
                <a:solidFill>
                  <a:srgbClr val="000000"/>
                </a:solidFill>
                <a:latin typeface="华文楷体" panose="02010600040101010101" pitchFamily="2" charset="-122"/>
                <a:ea typeface="华文楷体" panose="02010600040101010101" pitchFamily="2" charset="-122"/>
              </a:rPr>
              <a:t>质量特性国际标准</a:t>
            </a:r>
          </a:p>
        </p:txBody>
      </p:sp>
    </p:spTree>
    <p:extLst>
      <p:ext uri="{BB962C8B-B14F-4D97-AF65-F5344CB8AC3E}">
        <p14:creationId xmlns:p14="http://schemas.microsoft.com/office/powerpoint/2010/main" val="214907464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901483" cy="461665"/>
          </a:xfrm>
          <a:prstGeom prst="rect">
            <a:avLst/>
          </a:prstGeom>
          <a:noFill/>
        </p:spPr>
        <p:txBody>
          <a:bodyPr wrap="none" rtlCol="0">
            <a:spAutoFit/>
          </a:bodyPr>
          <a:lstStyle/>
          <a:p>
            <a:r>
              <a:rPr lang="en-US" altLang="zh-CN" sz="2400" spc="300">
                <a:latin typeface="微软雅黑" panose="020B0503020204020204" pitchFamily="34" charset="-122"/>
                <a:ea typeface="微软雅黑" panose="020B0503020204020204" pitchFamily="34" charset="-122"/>
              </a:rPr>
              <a:t>1.</a:t>
            </a:r>
            <a:r>
              <a:rPr lang="zh-CN" altLang="en-US" sz="2400" spc="300">
                <a:latin typeface="微软雅黑" panose="020B0503020204020204" pitchFamily="34" charset="-122"/>
                <a:ea typeface="微软雅黑" panose="020B0503020204020204" pitchFamily="34" charset="-122"/>
              </a:rPr>
              <a:t>规模度量</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93954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400">
                <a:solidFill>
                  <a:srgbClr val="000000"/>
                </a:solidFill>
                <a:latin typeface="华文楷体" panose="02010600040101010101" pitchFamily="2" charset="-122"/>
                <a:ea typeface="华文楷体" panose="02010600040101010101" pitchFamily="2" charset="-122"/>
              </a:rPr>
              <a:t>程序源代码行（</a:t>
            </a:r>
            <a:r>
              <a:rPr lang="en-US" altLang="zh-CN" sz="1400">
                <a:solidFill>
                  <a:srgbClr val="000000"/>
                </a:solidFill>
                <a:latin typeface="华文楷体" panose="02010600040101010101" pitchFamily="2" charset="-122"/>
                <a:ea typeface="华文楷体" panose="02010600040101010101" pitchFamily="2" charset="-122"/>
              </a:rPr>
              <a:t>LOC Lines of code </a:t>
            </a:r>
            <a:r>
              <a:rPr lang="zh-CN" altLang="en-US" sz="1400">
                <a:solidFill>
                  <a:srgbClr val="000000"/>
                </a:solidFill>
                <a:latin typeface="华文楷体" panose="02010600040101010101" pitchFamily="2" charset="-122"/>
                <a:ea typeface="华文楷体" panose="02010600040101010101" pitchFamily="2" charset="-122"/>
              </a:rPr>
              <a:t>、</a:t>
            </a:r>
            <a:r>
              <a:rPr lang="en-US" altLang="zh-CN" sz="1400">
                <a:solidFill>
                  <a:srgbClr val="000000"/>
                </a:solidFill>
                <a:latin typeface="华文楷体" panose="02010600040101010101" pitchFamily="2" charset="-122"/>
                <a:ea typeface="华文楷体" panose="02010600040101010101" pitchFamily="2" charset="-122"/>
              </a:rPr>
              <a:t>KLOC</a:t>
            </a:r>
            <a:r>
              <a:rPr lang="zh-CN" altLang="en-US" sz="140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zh-CN" altLang="en-US" sz="1400">
                <a:solidFill>
                  <a:srgbClr val="000000"/>
                </a:solidFill>
                <a:latin typeface="华文楷体" panose="02010600040101010101" pitchFamily="2" charset="-122"/>
                <a:ea typeface="华文楷体" panose="02010600040101010101" pitchFamily="2" charset="-122"/>
              </a:rPr>
              <a:t>是从软件程序量的角度定义项目规模</a:t>
            </a:r>
          </a:p>
          <a:p>
            <a:pPr marL="742950" lvl="1" indent="-285750" algn="just">
              <a:lnSpc>
                <a:spcPct val="150000"/>
              </a:lnSpc>
              <a:buFont typeface="Arial" panose="020B0604020202020204" pitchFamily="34" charset="0"/>
              <a:buChar char="•"/>
            </a:pPr>
            <a:r>
              <a:rPr lang="zh-CN" altLang="en-US" sz="1400">
                <a:solidFill>
                  <a:srgbClr val="000000"/>
                </a:solidFill>
                <a:latin typeface="华文楷体" panose="02010600040101010101" pitchFamily="2" charset="-122"/>
                <a:ea typeface="华文楷体" panose="02010600040101010101" pitchFamily="2" charset="-122"/>
              </a:rPr>
              <a:t>使用</a:t>
            </a:r>
            <a:r>
              <a:rPr lang="en-US" altLang="zh-CN" sz="1400">
                <a:solidFill>
                  <a:srgbClr val="000000"/>
                </a:solidFill>
                <a:latin typeface="华文楷体" panose="02010600040101010101" pitchFamily="2" charset="-122"/>
                <a:ea typeface="华文楷体" panose="02010600040101010101" pitchFamily="2" charset="-122"/>
              </a:rPr>
              <a:t>LOC</a:t>
            </a:r>
            <a:r>
              <a:rPr lang="zh-CN" altLang="en-US" sz="1400">
                <a:solidFill>
                  <a:srgbClr val="000000"/>
                </a:solidFill>
                <a:latin typeface="华文楷体" panose="02010600040101010101" pitchFamily="2" charset="-122"/>
                <a:ea typeface="华文楷体" panose="02010600040101010101" pitchFamily="2" charset="-122"/>
              </a:rPr>
              <a:t>要求功能分解够详细，而且有一定的经验数据</a:t>
            </a:r>
          </a:p>
          <a:p>
            <a:pPr marL="742950" lvl="1" indent="-285750" algn="just">
              <a:lnSpc>
                <a:spcPct val="150000"/>
              </a:lnSpc>
              <a:buFont typeface="Arial" panose="020B0604020202020204" pitchFamily="34" charset="0"/>
              <a:buChar char="•"/>
            </a:pPr>
            <a:r>
              <a:rPr lang="zh-CN" altLang="en-US" sz="1400">
                <a:solidFill>
                  <a:srgbClr val="000000"/>
                </a:solidFill>
                <a:latin typeface="华文楷体" panose="02010600040101010101" pitchFamily="2" charset="-122"/>
                <a:ea typeface="华文楷体" panose="02010600040101010101" pitchFamily="2" charset="-122"/>
              </a:rPr>
              <a:t>不同的开发语言代码行不一样</a:t>
            </a:r>
          </a:p>
          <a:p>
            <a:pPr marL="742950" lvl="1" indent="-285750" algn="just">
              <a:lnSpc>
                <a:spcPct val="150000"/>
              </a:lnSpc>
              <a:buFont typeface="Arial" panose="020B0604020202020204" pitchFamily="34" charset="0"/>
              <a:buChar char="•"/>
            </a:pPr>
            <a:r>
              <a:rPr lang="zh-CN" altLang="en-US" sz="1400">
                <a:solidFill>
                  <a:srgbClr val="000000"/>
                </a:solidFill>
                <a:latin typeface="华文楷体" panose="02010600040101010101" pitchFamily="2" charset="-122"/>
                <a:ea typeface="华文楷体" panose="02010600040101010101" pitchFamily="2" charset="-122"/>
              </a:rPr>
              <a:t>可用人工和软件工具直接测量</a:t>
            </a:r>
          </a:p>
          <a:p>
            <a:pPr marL="742950" lvl="1" indent="-285750" algn="just">
              <a:lnSpc>
                <a:spcPct val="150000"/>
              </a:lnSpc>
              <a:buFont typeface="Arial" panose="020B0604020202020204" pitchFamily="34" charset="0"/>
              <a:buChar char="•"/>
            </a:pPr>
            <a:r>
              <a:rPr lang="zh-CN" altLang="en-US" sz="1400">
                <a:solidFill>
                  <a:srgbClr val="000000"/>
                </a:solidFill>
                <a:latin typeface="华文楷体" panose="02010600040101010101" pitchFamily="2" charset="-122"/>
                <a:ea typeface="华文楷体" panose="02010600040101010101" pitchFamily="2" charset="-122"/>
              </a:rPr>
              <a:t>根据历史经验数据提供的如下经济参数：</a:t>
            </a:r>
          </a:p>
          <a:p>
            <a:pPr marL="1200150" lvl="2" indent="-285750" algn="just">
              <a:lnSpc>
                <a:spcPct val="150000"/>
              </a:lnSpc>
              <a:buFont typeface="Arial" panose="020B0604020202020204" pitchFamily="34" charset="0"/>
              <a:buChar char="•"/>
            </a:pPr>
            <a:r>
              <a:rPr lang="zh-CN" altLang="en-US" sz="1400">
                <a:solidFill>
                  <a:srgbClr val="000000"/>
                </a:solidFill>
                <a:latin typeface="华文楷体" panose="02010600040101010101" pitchFamily="2" charset="-122"/>
                <a:ea typeface="华文楷体" panose="02010600040101010101" pitchFamily="2" charset="-122"/>
              </a:rPr>
              <a:t>成本费用率：元</a:t>
            </a:r>
            <a:r>
              <a:rPr lang="en-US" altLang="zh-CN" sz="1400">
                <a:solidFill>
                  <a:srgbClr val="000000"/>
                </a:solidFill>
                <a:latin typeface="华文楷体" panose="02010600040101010101" pitchFamily="2" charset="-122"/>
                <a:ea typeface="华文楷体" panose="02010600040101010101" pitchFamily="2" charset="-122"/>
              </a:rPr>
              <a:t>/</a:t>
            </a:r>
            <a:r>
              <a:rPr lang="zh-CN" altLang="en-US" sz="1400">
                <a:solidFill>
                  <a:srgbClr val="000000"/>
                </a:solidFill>
                <a:latin typeface="华文楷体" panose="02010600040101010101" pitchFamily="2" charset="-122"/>
                <a:ea typeface="华文楷体" panose="02010600040101010101" pitchFamily="2" charset="-122"/>
              </a:rPr>
              <a:t>千行</a:t>
            </a:r>
          </a:p>
          <a:p>
            <a:pPr marL="1200150" lvl="2" indent="-285750" algn="just">
              <a:lnSpc>
                <a:spcPct val="150000"/>
              </a:lnSpc>
              <a:buFont typeface="Arial" panose="020B0604020202020204" pitchFamily="34" charset="0"/>
              <a:buChar char="•"/>
            </a:pPr>
            <a:r>
              <a:rPr lang="zh-CN" altLang="en-US" sz="1400">
                <a:solidFill>
                  <a:srgbClr val="000000"/>
                </a:solidFill>
                <a:latin typeface="华文楷体" panose="02010600040101010101" pitchFamily="2" charset="-122"/>
                <a:ea typeface="华文楷体" panose="02010600040101010101" pitchFamily="2" charset="-122"/>
              </a:rPr>
              <a:t>劳动生产率：千行</a:t>
            </a:r>
            <a:r>
              <a:rPr lang="en-US" altLang="zh-CN" sz="1400">
                <a:solidFill>
                  <a:srgbClr val="000000"/>
                </a:solidFill>
                <a:latin typeface="华文楷体" panose="02010600040101010101" pitchFamily="2" charset="-122"/>
                <a:ea typeface="华文楷体" panose="02010600040101010101" pitchFamily="2" charset="-122"/>
              </a:rPr>
              <a:t>/</a:t>
            </a:r>
            <a:r>
              <a:rPr lang="zh-CN" altLang="en-US" sz="1400">
                <a:solidFill>
                  <a:srgbClr val="000000"/>
                </a:solidFill>
                <a:latin typeface="华文楷体" panose="02010600040101010101" pitchFamily="2" charset="-122"/>
                <a:ea typeface="华文楷体" panose="02010600040101010101" pitchFamily="2" charset="-122"/>
              </a:rPr>
              <a:t>人月</a:t>
            </a:r>
          </a:p>
          <a:p>
            <a:pPr marL="1200150" lvl="2" indent="-285750" algn="just">
              <a:lnSpc>
                <a:spcPct val="150000"/>
              </a:lnSpc>
              <a:buFont typeface="Arial" panose="020B0604020202020204" pitchFamily="34" charset="0"/>
              <a:buChar char="•"/>
            </a:pPr>
            <a:r>
              <a:rPr lang="zh-CN" altLang="en-US" sz="1400">
                <a:solidFill>
                  <a:srgbClr val="000000"/>
                </a:solidFill>
                <a:latin typeface="华文楷体" panose="02010600040101010101" pitchFamily="2" charset="-122"/>
                <a:ea typeface="华文楷体" panose="02010600040101010101" pitchFamily="2" charset="-122"/>
              </a:rPr>
              <a:t>工时费用率：元</a:t>
            </a:r>
            <a:r>
              <a:rPr lang="en-US" altLang="zh-CN" sz="1400">
                <a:solidFill>
                  <a:srgbClr val="000000"/>
                </a:solidFill>
                <a:latin typeface="华文楷体" panose="02010600040101010101" pitchFamily="2" charset="-122"/>
                <a:ea typeface="华文楷体" panose="02010600040101010101" pitchFamily="2" charset="-122"/>
              </a:rPr>
              <a:t>/</a:t>
            </a:r>
            <a:r>
              <a:rPr lang="zh-CN" altLang="en-US" sz="1400">
                <a:solidFill>
                  <a:srgbClr val="000000"/>
                </a:solidFill>
                <a:latin typeface="华文楷体" panose="02010600040101010101" pitchFamily="2" charset="-122"/>
                <a:ea typeface="华文楷体" panose="02010600040101010101" pitchFamily="2" charset="-122"/>
              </a:rPr>
              <a:t>人月</a:t>
            </a:r>
          </a:p>
          <a:p>
            <a:pPr marL="742950" lvl="1" indent="-285750" algn="just">
              <a:lnSpc>
                <a:spcPct val="150000"/>
              </a:lnSpc>
              <a:buFont typeface="Arial" panose="020B0604020202020204" pitchFamily="34" charset="0"/>
              <a:buChar char="•"/>
            </a:pPr>
            <a:r>
              <a:rPr lang="zh-CN" altLang="en-US" sz="1400">
                <a:solidFill>
                  <a:srgbClr val="000000"/>
                </a:solidFill>
                <a:latin typeface="华文楷体" panose="02010600040101010101" pitchFamily="2" charset="-122"/>
                <a:ea typeface="华文楷体" panose="02010600040101010101" pitchFamily="2" charset="-122"/>
              </a:rPr>
              <a:t>可以计算：</a:t>
            </a:r>
          </a:p>
          <a:p>
            <a:pPr marL="1200150" lvl="2" indent="-285750" algn="just">
              <a:lnSpc>
                <a:spcPct val="150000"/>
              </a:lnSpc>
              <a:buFont typeface="Arial" panose="020B0604020202020204" pitchFamily="34" charset="0"/>
              <a:buChar char="•"/>
            </a:pPr>
            <a:r>
              <a:rPr lang="zh-CN" altLang="en-US" sz="1400">
                <a:solidFill>
                  <a:srgbClr val="000000"/>
                </a:solidFill>
                <a:latin typeface="华文楷体" panose="02010600040101010101" pitchFamily="2" charset="-122"/>
                <a:ea typeface="华文楷体" panose="02010600040101010101" pitchFamily="2" charset="-122"/>
              </a:rPr>
              <a:t>工期、工作量：人月、人年</a:t>
            </a:r>
          </a:p>
          <a:p>
            <a:pPr marL="1200150" lvl="2" indent="-285750" algn="just">
              <a:lnSpc>
                <a:spcPct val="150000"/>
              </a:lnSpc>
              <a:buFont typeface="Arial" panose="020B0604020202020204" pitchFamily="34" charset="0"/>
              <a:buChar char="•"/>
            </a:pPr>
            <a:r>
              <a:rPr lang="zh-CN" altLang="en-US" sz="1400">
                <a:solidFill>
                  <a:srgbClr val="000000"/>
                </a:solidFill>
                <a:latin typeface="华文楷体" panose="02010600040101010101" pitchFamily="2" charset="-122"/>
                <a:ea typeface="华文楷体" panose="02010600040101010101" pitchFamily="2" charset="-122"/>
              </a:rPr>
              <a:t>成本：元</a:t>
            </a:r>
          </a:p>
        </p:txBody>
      </p:sp>
    </p:spTree>
    <p:extLst>
      <p:ext uri="{BB962C8B-B14F-4D97-AF65-F5344CB8AC3E}">
        <p14:creationId xmlns:p14="http://schemas.microsoft.com/office/powerpoint/2010/main" val="389149136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39650"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成本软件成本模型的准确性</a:t>
            </a:r>
            <a:endParaRPr lang="en-US" altLang="zh-CN" sz="2400" spc="300">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71476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源指令的成本</a:t>
            </a:r>
            <a:endParaRPr lang="en-US" altLang="zh-CN">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源指令不是一种具有统一形式的商品，也不是所需的的产品的本质。</a:t>
            </a:r>
            <a:endParaRPr lang="en-US" altLang="zh-CN">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软件需要创新性和人员之间的合作，个人或团队的行为通常难以预测。</a:t>
            </a:r>
            <a:endParaRPr lang="en-US" altLang="zh-CN">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软件相对缺少相关的历史经验，难以通过实验验证。</a:t>
            </a:r>
            <a:endParaRPr lang="en-US" altLang="zh-CN">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6152168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49268"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关于使用代码行统计工作量</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84721"/>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400" dirty="0">
                <a:solidFill>
                  <a:srgbClr val="000000"/>
                </a:solidFill>
                <a:latin typeface="华文楷体" panose="02010600040101010101" pitchFamily="2" charset="-122"/>
                <a:ea typeface="华文楷体" panose="02010600040101010101" pitchFamily="2" charset="-122"/>
              </a:rPr>
              <a:t>https://www.zhihu.com/question/295181406</a:t>
            </a:r>
            <a:endParaRPr lang="zh-CN" altLang="en-US" sz="1400"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49858695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031325" cy="461665"/>
          </a:xfrm>
          <a:prstGeom prst="rect">
            <a:avLst/>
          </a:prstGeom>
          <a:noFill/>
        </p:spPr>
        <p:txBody>
          <a:bodyPr wrap="none" rtlCol="0">
            <a:spAutoFit/>
          </a:bodyPr>
          <a:lstStyle/>
          <a:p>
            <a:r>
              <a:rPr lang="en-US" altLang="zh-CN" sz="2400" spc="300">
                <a:latin typeface="微软雅黑" panose="020B0503020204020204" pitchFamily="34" charset="-122"/>
                <a:ea typeface="微软雅黑" panose="020B0503020204020204" pitchFamily="34" charset="-122"/>
              </a:rPr>
              <a:t>1.</a:t>
            </a:r>
            <a:r>
              <a:rPr lang="zh-CN" altLang="en-US" sz="2400" spc="300">
                <a:latin typeface="微软雅黑" panose="020B0503020204020204" pitchFamily="34" charset="-122"/>
                <a:ea typeface="微软雅黑" panose="020B0503020204020204" pitchFamily="34" charset="-122"/>
              </a:rPr>
              <a:t> 规模度量</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4698400" cy="411978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b="1" dirty="0">
                <a:solidFill>
                  <a:srgbClr val="FF0000"/>
                </a:solidFill>
                <a:latin typeface="华文楷体" panose="02010600040101010101" pitchFamily="2" charset="-122"/>
                <a:ea typeface="华文楷体" panose="02010600040101010101" pitchFamily="2" charset="-122"/>
              </a:rPr>
              <a:t>功能点</a:t>
            </a:r>
            <a:r>
              <a:rPr lang="zh-CN" altLang="en-US" sz="1600" dirty="0">
                <a:solidFill>
                  <a:srgbClr val="000000"/>
                </a:solidFill>
                <a:latin typeface="华文楷体" panose="02010600040101010101" pitchFamily="2" charset="-122"/>
                <a:ea typeface="华文楷体" panose="02010600040101010101" pitchFamily="2" charset="-122"/>
              </a:rPr>
              <a:t>（</a:t>
            </a:r>
            <a:r>
              <a:rPr lang="en-US" altLang="zh-CN" sz="1600" dirty="0">
                <a:solidFill>
                  <a:srgbClr val="000000"/>
                </a:solidFill>
                <a:latin typeface="华文楷体" panose="02010600040101010101" pitchFamily="2" charset="-122"/>
                <a:ea typeface="华文楷体" panose="02010600040101010101" pitchFamily="2" charset="-122"/>
              </a:rPr>
              <a:t>FP,</a:t>
            </a:r>
            <a:r>
              <a:rPr lang="zh-CN" altLang="en-US" sz="1600" dirty="0">
                <a:solidFill>
                  <a:srgbClr val="000000"/>
                </a:solidFill>
                <a:latin typeface="华文楷体" panose="02010600040101010101" pitchFamily="2" charset="-122"/>
                <a:ea typeface="华文楷体" panose="02010600040101010101" pitchFamily="2" charset="-122"/>
              </a:rPr>
              <a:t> </a:t>
            </a:r>
            <a:r>
              <a:rPr lang="en-US" altLang="zh-CN" sz="1600" dirty="0">
                <a:solidFill>
                  <a:srgbClr val="000000"/>
                </a:solidFill>
                <a:latin typeface="华文楷体" panose="02010600040101010101" pitchFamily="2" charset="-122"/>
                <a:ea typeface="华文楷体" panose="02010600040101010101" pitchFamily="2" charset="-122"/>
              </a:rPr>
              <a:t>Function Point </a:t>
            </a:r>
            <a:r>
              <a:rPr lang="zh-CN" altLang="en-US" sz="1600" dirty="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是用系统的功能数量来测量其规模</a:t>
            </a:r>
            <a:r>
              <a:rPr lang="en-US" altLang="zh-CN" sz="1600" dirty="0">
                <a:solidFill>
                  <a:srgbClr val="000000"/>
                </a:solidFill>
                <a:latin typeface="华文楷体" panose="02010600040101010101" pitchFamily="2" charset="-122"/>
                <a:ea typeface="华文楷体" panose="02010600040101010101" pitchFamily="2" charset="-122"/>
              </a:rPr>
              <a:t>,</a:t>
            </a:r>
            <a:r>
              <a:rPr lang="zh-CN" altLang="en-US" sz="1600" dirty="0">
                <a:solidFill>
                  <a:srgbClr val="000000"/>
                </a:solidFill>
                <a:latin typeface="华文楷体" panose="02010600040101010101" pitchFamily="2" charset="-122"/>
                <a:ea typeface="华文楷体" panose="02010600040101010101" pitchFamily="2" charset="-122"/>
              </a:rPr>
              <a:t>是一种间接的度量方法</a:t>
            </a: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以一个标准的单位来度量软件产品的功能，与技术和语言无关</a:t>
            </a: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基本思路：</a:t>
            </a: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首先计算软件的</a:t>
            </a:r>
            <a:r>
              <a:rPr lang="zh-CN" altLang="en-US" sz="1600" b="1" dirty="0">
                <a:solidFill>
                  <a:srgbClr val="FF0000"/>
                </a:solidFill>
                <a:latin typeface="华文楷体" panose="02010600040101010101" pitchFamily="2" charset="-122"/>
                <a:ea typeface="华文楷体" panose="02010600040101010101" pitchFamily="2" charset="-122"/>
              </a:rPr>
              <a:t>五个基本信息量</a:t>
            </a:r>
            <a:r>
              <a:rPr lang="zh-CN" altLang="en-US" sz="1600" dirty="0">
                <a:solidFill>
                  <a:srgbClr val="000000"/>
                </a:solidFill>
                <a:latin typeface="华文楷体" panose="02010600040101010101" pitchFamily="2" charset="-122"/>
                <a:ea typeface="华文楷体" panose="02010600040101010101" pitchFamily="2" charset="-122"/>
              </a:rPr>
              <a:t>：外部输入数、外部输出数、外部查询数、内部逻辑文件数、外部接口文件数的加权和</a:t>
            </a: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然后对其通过</a:t>
            </a:r>
            <a:r>
              <a:rPr lang="en-US" altLang="zh-CN" sz="1600" dirty="0">
                <a:solidFill>
                  <a:srgbClr val="000000"/>
                </a:solidFill>
                <a:latin typeface="华文楷体" panose="02010600040101010101" pitchFamily="2" charset="-122"/>
                <a:ea typeface="华文楷体" panose="02010600040101010101" pitchFamily="2" charset="-122"/>
              </a:rPr>
              <a:t>14</a:t>
            </a:r>
            <a:r>
              <a:rPr lang="zh-CN" altLang="en-US" sz="1600" dirty="0">
                <a:solidFill>
                  <a:srgbClr val="000000"/>
                </a:solidFill>
                <a:latin typeface="华文楷体" panose="02010600040101010101" pitchFamily="2" charset="-122"/>
                <a:ea typeface="华文楷体" panose="02010600040101010101" pitchFamily="2" charset="-122"/>
              </a:rPr>
              <a:t>个环境复杂性因子做如下修正</a:t>
            </a:r>
          </a:p>
        </p:txBody>
      </p:sp>
      <p:sp>
        <p:nvSpPr>
          <p:cNvPr id="8" name="文本框 7">
            <a:extLst>
              <a:ext uri="{FF2B5EF4-FFF2-40B4-BE49-F238E27FC236}">
                <a16:creationId xmlns:a16="http://schemas.microsoft.com/office/drawing/2014/main" id="{89AA4E0F-93DB-4C1E-933F-896F5210663B}"/>
              </a:ext>
            </a:extLst>
          </p:cNvPr>
          <p:cNvSpPr txBox="1"/>
          <p:nvPr/>
        </p:nvSpPr>
        <p:spPr>
          <a:xfrm>
            <a:off x="5204460" y="843428"/>
            <a:ext cx="3787140" cy="1903791"/>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zh-CN" altLang="en-US" sz="1600">
                <a:solidFill>
                  <a:srgbClr val="000000"/>
                </a:solidFill>
                <a:latin typeface="华文楷体" panose="02010600040101010101" pitchFamily="2" charset="-122"/>
                <a:ea typeface="华文楷体" panose="02010600040101010101" pitchFamily="2" charset="-122"/>
              </a:rPr>
              <a:t>尽管功能点的计算是结构化的，但是权重的确定是主观的，另外要求计算人员要仔细地将需求映射为外部和内部的行为，必须避免双重计算，所以该方法也存在一定的主观性。</a:t>
            </a:r>
          </a:p>
        </p:txBody>
      </p:sp>
    </p:spTree>
    <p:extLst>
      <p:ext uri="{BB962C8B-B14F-4D97-AF65-F5344CB8AC3E}">
        <p14:creationId xmlns:p14="http://schemas.microsoft.com/office/powerpoint/2010/main" val="163219562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690160" cy="461665"/>
          </a:xfrm>
          <a:prstGeom prst="rect">
            <a:avLst/>
          </a:prstGeom>
          <a:noFill/>
        </p:spPr>
        <p:txBody>
          <a:bodyPr wrap="none" rtlCol="0">
            <a:spAutoFit/>
          </a:bodyPr>
          <a:lstStyle/>
          <a:p>
            <a:r>
              <a:rPr lang="en-US" altLang="zh-CN" sz="2400" spc="300">
                <a:latin typeface="微软雅黑" panose="020B0503020204020204" pitchFamily="34" charset="-122"/>
                <a:ea typeface="微软雅黑" panose="020B0503020204020204" pitchFamily="34" charset="-122"/>
              </a:rPr>
              <a:t>FP</a:t>
            </a:r>
            <a:r>
              <a:rPr lang="zh-CN" altLang="en-US" sz="2400" spc="300">
                <a:latin typeface="微软雅黑" panose="020B0503020204020204" pitchFamily="34" charset="-122"/>
                <a:ea typeface="微软雅黑" panose="020B0503020204020204" pitchFamily="34" charset="-122"/>
              </a:rPr>
              <a:t>度量使用案例</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7922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为说明</a:t>
            </a:r>
            <a:r>
              <a:rPr lang="en-US" altLang="zh-CN">
                <a:solidFill>
                  <a:srgbClr val="000000"/>
                </a:solidFill>
                <a:latin typeface="华文楷体" panose="02010600040101010101" pitchFamily="2" charset="-122"/>
                <a:ea typeface="华文楷体" panose="02010600040101010101" pitchFamily="2" charset="-122"/>
              </a:rPr>
              <a:t>FP</a:t>
            </a:r>
            <a:r>
              <a:rPr lang="zh-CN" altLang="en-US">
                <a:solidFill>
                  <a:srgbClr val="000000"/>
                </a:solidFill>
                <a:latin typeface="华文楷体" panose="02010600040101010101" pitchFamily="2" charset="-122"/>
                <a:ea typeface="华文楷体" panose="02010600040101010101" pitchFamily="2" charset="-122"/>
              </a:rPr>
              <a:t>度量的使用，我们考虑一个简单的分析模型。</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该软件管理用户交互，接收一个用户密码来启动和关闭系统，并且允许对安全区状态和不同安全传感器进行查询。该功能显示了一系列的提示信息且发送合适的控制信号到安全系统的不同构件。</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三个外部输入：密码、紧急按钮、启动</a:t>
            </a:r>
            <a:r>
              <a:rPr lang="en-US" altLang="zh-CN">
                <a:solidFill>
                  <a:srgbClr val="000000"/>
                </a:solidFill>
                <a:latin typeface="华文楷体" panose="02010600040101010101" pitchFamily="2" charset="-122"/>
                <a:ea typeface="华文楷体" panose="02010600040101010101" pitchFamily="2" charset="-122"/>
              </a:rPr>
              <a:t>/</a:t>
            </a:r>
            <a:r>
              <a:rPr lang="zh-CN" altLang="en-US">
                <a:solidFill>
                  <a:srgbClr val="000000"/>
                </a:solidFill>
                <a:latin typeface="华文楷体" panose="02010600040101010101" pitchFamily="2" charset="-122"/>
                <a:ea typeface="华文楷体" panose="02010600040101010101" pitchFamily="2" charset="-122"/>
              </a:rPr>
              <a:t>关闭</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两个外部查询：区域查询、传感器查询</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内部逻辑文件：系统配置数据</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两个外部输出：消息和传感器的状态</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四个外部接口文件：测试传感器、区域设置、启动</a:t>
            </a:r>
            <a:r>
              <a:rPr lang="en-US" altLang="zh-CN">
                <a:solidFill>
                  <a:srgbClr val="000000"/>
                </a:solidFill>
                <a:latin typeface="华文楷体" panose="02010600040101010101" pitchFamily="2" charset="-122"/>
                <a:ea typeface="华文楷体" panose="02010600040101010101" pitchFamily="2" charset="-122"/>
              </a:rPr>
              <a:t>/</a:t>
            </a:r>
            <a:r>
              <a:rPr lang="zh-CN" altLang="en-US">
                <a:solidFill>
                  <a:srgbClr val="000000"/>
                </a:solidFill>
                <a:latin typeface="华文楷体" panose="02010600040101010101" pitchFamily="2" charset="-122"/>
                <a:ea typeface="华文楷体" panose="02010600040101010101" pitchFamily="2" charset="-122"/>
              </a:rPr>
              <a:t>关闭、报警</a:t>
            </a:r>
          </a:p>
        </p:txBody>
      </p:sp>
    </p:spTree>
    <p:extLst>
      <p:ext uri="{BB962C8B-B14F-4D97-AF65-F5344CB8AC3E}">
        <p14:creationId xmlns:p14="http://schemas.microsoft.com/office/powerpoint/2010/main" val="321049451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楷体" panose="02010600040101010101" pitchFamily="2" charset="-122"/>
              <a:ea typeface="华文楷体" panose="02010600040101010101" pitchFamily="2" charset="-122"/>
            </a:endParaRPr>
          </a:p>
        </p:txBody>
      </p:sp>
      <p:sp>
        <p:nvSpPr>
          <p:cNvPr id="35" name="TextBox 34"/>
          <p:cNvSpPr txBox="1"/>
          <p:nvPr/>
        </p:nvSpPr>
        <p:spPr>
          <a:xfrm>
            <a:off x="950303" y="135982"/>
            <a:ext cx="5080237" cy="461665"/>
          </a:xfrm>
          <a:prstGeom prst="rect">
            <a:avLst/>
          </a:prstGeom>
          <a:noFill/>
        </p:spPr>
        <p:txBody>
          <a:bodyPr wrap="none" rtlCol="0">
            <a:spAutoFit/>
          </a:bodyPr>
          <a:lstStyle/>
          <a:p>
            <a:r>
              <a:rPr lang="en-US" altLang="zh-CN" sz="2400" spc="300">
                <a:latin typeface="微软雅黑" panose="020B0503020204020204" pitchFamily="34" charset="-122"/>
                <a:ea typeface="微软雅黑" panose="020B0503020204020204" pitchFamily="34" charset="-122"/>
              </a:rPr>
              <a:t> SAFEHOME</a:t>
            </a:r>
            <a:r>
              <a:rPr lang="zh-CN" altLang="en-US" sz="2400" spc="300">
                <a:latin typeface="微软雅黑" panose="020B0503020204020204" pitchFamily="34" charset="-122"/>
                <a:ea typeface="微软雅黑" panose="020B0503020204020204" pitchFamily="34" charset="-122"/>
              </a:rPr>
              <a:t>软件的数据流模型</a:t>
            </a:r>
          </a:p>
        </p:txBody>
      </p:sp>
      <p:sp>
        <p:nvSpPr>
          <p:cNvPr id="3" name="Oval 5">
            <a:extLst>
              <a:ext uri="{FF2B5EF4-FFF2-40B4-BE49-F238E27FC236}">
                <a16:creationId xmlns:a16="http://schemas.microsoft.com/office/drawing/2014/main" id="{2A9DAFDC-3025-4021-A72A-56C66A2F6889}"/>
              </a:ext>
            </a:extLst>
          </p:cNvPr>
          <p:cNvSpPr>
            <a:spLocks noChangeArrowheads="1"/>
          </p:cNvSpPr>
          <p:nvPr/>
        </p:nvSpPr>
        <p:spPr bwMode="auto">
          <a:xfrm>
            <a:off x="3492500" y="1229420"/>
            <a:ext cx="1727200" cy="2519363"/>
          </a:xfrm>
          <a:prstGeom prst="ellipse">
            <a:avLst/>
          </a:prstGeom>
          <a:solidFill>
            <a:schemeClr val="bg1"/>
          </a:solidFill>
          <a:ln w="9525" algn="ctr">
            <a:solidFill>
              <a:srgbClr val="0000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400" b="1">
                <a:solidFill>
                  <a:srgbClr val="000099"/>
                </a:solidFill>
                <a:latin typeface="华文楷体" panose="02010600040101010101" pitchFamily="2" charset="-122"/>
                <a:ea typeface="华文楷体" panose="02010600040101010101" pitchFamily="2" charset="-122"/>
              </a:rPr>
              <a:t>用户</a:t>
            </a:r>
          </a:p>
          <a:p>
            <a:pPr algn="ctr" eaLnBrk="1" hangingPunct="1"/>
            <a:r>
              <a:rPr lang="zh-CN" altLang="en-US" sz="2400" b="1">
                <a:solidFill>
                  <a:srgbClr val="000099"/>
                </a:solidFill>
                <a:latin typeface="华文楷体" panose="02010600040101010101" pitchFamily="2" charset="-122"/>
                <a:ea typeface="华文楷体" panose="02010600040101010101" pitchFamily="2" charset="-122"/>
              </a:rPr>
              <a:t>交互功能</a:t>
            </a:r>
          </a:p>
        </p:txBody>
      </p:sp>
      <p:sp>
        <p:nvSpPr>
          <p:cNvPr id="4" name="Rectangle 6">
            <a:extLst>
              <a:ext uri="{FF2B5EF4-FFF2-40B4-BE49-F238E27FC236}">
                <a16:creationId xmlns:a16="http://schemas.microsoft.com/office/drawing/2014/main" id="{8C6693C7-4DDB-40FD-8E01-77BDD7662A1B}"/>
              </a:ext>
            </a:extLst>
          </p:cNvPr>
          <p:cNvSpPr>
            <a:spLocks noChangeArrowheads="1"/>
          </p:cNvSpPr>
          <p:nvPr/>
        </p:nvSpPr>
        <p:spPr bwMode="auto">
          <a:xfrm>
            <a:off x="7092950" y="796033"/>
            <a:ext cx="1727200" cy="792162"/>
          </a:xfrm>
          <a:prstGeom prst="rect">
            <a:avLst/>
          </a:prstGeom>
          <a:solidFill>
            <a:schemeClr val="bg1"/>
          </a:solidFill>
          <a:ln w="9525" algn="ctr">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b="1">
                <a:solidFill>
                  <a:srgbClr val="000099"/>
                </a:solidFill>
                <a:latin typeface="华文楷体" panose="02010600040101010101" pitchFamily="2" charset="-122"/>
                <a:ea typeface="华文楷体" panose="02010600040101010101" pitchFamily="2" charset="-122"/>
              </a:rPr>
              <a:t>传感器</a:t>
            </a:r>
          </a:p>
        </p:txBody>
      </p:sp>
      <p:sp>
        <p:nvSpPr>
          <p:cNvPr id="5" name="Rectangle 8">
            <a:extLst>
              <a:ext uri="{FF2B5EF4-FFF2-40B4-BE49-F238E27FC236}">
                <a16:creationId xmlns:a16="http://schemas.microsoft.com/office/drawing/2014/main" id="{C8F60F6B-69E7-4D32-9D34-B65713F4A55D}"/>
              </a:ext>
            </a:extLst>
          </p:cNvPr>
          <p:cNvSpPr>
            <a:spLocks noChangeArrowheads="1"/>
          </p:cNvSpPr>
          <p:nvPr/>
        </p:nvSpPr>
        <p:spPr bwMode="auto">
          <a:xfrm>
            <a:off x="7092950" y="2308920"/>
            <a:ext cx="1655763" cy="792163"/>
          </a:xfrm>
          <a:prstGeom prst="rect">
            <a:avLst/>
          </a:prstGeom>
          <a:solidFill>
            <a:schemeClr val="bg1"/>
          </a:solidFill>
          <a:ln w="9525" algn="ctr">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b="1">
                <a:solidFill>
                  <a:srgbClr val="000099"/>
                </a:solidFill>
                <a:latin typeface="华文楷体" panose="02010600040101010101" pitchFamily="2" charset="-122"/>
                <a:ea typeface="华文楷体" panose="02010600040101010101" pitchFamily="2" charset="-122"/>
              </a:rPr>
              <a:t>用户</a:t>
            </a:r>
          </a:p>
        </p:txBody>
      </p:sp>
      <p:sp>
        <p:nvSpPr>
          <p:cNvPr id="7" name="Rectangle 9">
            <a:extLst>
              <a:ext uri="{FF2B5EF4-FFF2-40B4-BE49-F238E27FC236}">
                <a16:creationId xmlns:a16="http://schemas.microsoft.com/office/drawing/2014/main" id="{E026DC87-ECB8-489F-BB8D-F9D9DAAB946B}"/>
              </a:ext>
            </a:extLst>
          </p:cNvPr>
          <p:cNvSpPr>
            <a:spLocks noChangeArrowheads="1"/>
          </p:cNvSpPr>
          <p:nvPr/>
        </p:nvSpPr>
        <p:spPr bwMode="auto">
          <a:xfrm>
            <a:off x="7092950" y="3821808"/>
            <a:ext cx="1727200" cy="792162"/>
          </a:xfrm>
          <a:prstGeom prst="rect">
            <a:avLst/>
          </a:prstGeom>
          <a:solidFill>
            <a:schemeClr val="bg1"/>
          </a:solidFill>
          <a:ln w="9525" algn="ctr">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b="1">
                <a:solidFill>
                  <a:srgbClr val="000099"/>
                </a:solidFill>
                <a:latin typeface="华文楷体" panose="02010600040101010101" pitchFamily="2" charset="-122"/>
                <a:ea typeface="华文楷体" panose="02010600040101010101" pitchFamily="2" charset="-122"/>
              </a:rPr>
              <a:t>监控与响应</a:t>
            </a:r>
          </a:p>
          <a:p>
            <a:pPr algn="ctr" eaLnBrk="1" hangingPunct="1"/>
            <a:r>
              <a:rPr lang="zh-CN" altLang="en-US" sz="2000" b="1">
                <a:solidFill>
                  <a:srgbClr val="000099"/>
                </a:solidFill>
                <a:latin typeface="华文楷体" panose="02010600040101010101" pitchFamily="2" charset="-122"/>
                <a:ea typeface="华文楷体" panose="02010600040101010101" pitchFamily="2" charset="-122"/>
              </a:rPr>
              <a:t>子系统</a:t>
            </a:r>
          </a:p>
        </p:txBody>
      </p:sp>
      <p:sp>
        <p:nvSpPr>
          <p:cNvPr id="9" name="Rectangle 10">
            <a:extLst>
              <a:ext uri="{FF2B5EF4-FFF2-40B4-BE49-F238E27FC236}">
                <a16:creationId xmlns:a16="http://schemas.microsoft.com/office/drawing/2014/main" id="{17F8B8D3-D023-4082-8A23-03E0E9531452}"/>
              </a:ext>
            </a:extLst>
          </p:cNvPr>
          <p:cNvSpPr>
            <a:spLocks noChangeArrowheads="1"/>
          </p:cNvSpPr>
          <p:nvPr/>
        </p:nvSpPr>
        <p:spPr bwMode="auto">
          <a:xfrm>
            <a:off x="179388" y="1732658"/>
            <a:ext cx="863600" cy="2447925"/>
          </a:xfrm>
          <a:prstGeom prst="rect">
            <a:avLst/>
          </a:prstGeom>
          <a:solidFill>
            <a:schemeClr val="bg1"/>
          </a:solidFill>
          <a:ln w="9525" algn="ctr">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b="1">
                <a:solidFill>
                  <a:srgbClr val="000099"/>
                </a:solidFill>
                <a:latin typeface="华文楷体" panose="02010600040101010101" pitchFamily="2" charset="-122"/>
                <a:ea typeface="华文楷体" panose="02010600040101010101" pitchFamily="2" charset="-122"/>
              </a:rPr>
              <a:t>用户</a:t>
            </a:r>
          </a:p>
        </p:txBody>
      </p:sp>
      <p:sp>
        <p:nvSpPr>
          <p:cNvPr id="11" name="Line 11">
            <a:extLst>
              <a:ext uri="{FF2B5EF4-FFF2-40B4-BE49-F238E27FC236}">
                <a16:creationId xmlns:a16="http://schemas.microsoft.com/office/drawing/2014/main" id="{51A2D364-ACDF-4E0E-82E2-4FB1525E1D8A}"/>
              </a:ext>
            </a:extLst>
          </p:cNvPr>
          <p:cNvSpPr>
            <a:spLocks noChangeShapeType="1"/>
          </p:cNvSpPr>
          <p:nvPr/>
        </p:nvSpPr>
        <p:spPr bwMode="auto">
          <a:xfrm>
            <a:off x="1042988" y="1877120"/>
            <a:ext cx="2520950" cy="0"/>
          </a:xfrm>
          <a:prstGeom prst="line">
            <a:avLst/>
          </a:prstGeom>
          <a:noFill/>
          <a:ln w="9525">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13" name="Line 14">
            <a:extLst>
              <a:ext uri="{FF2B5EF4-FFF2-40B4-BE49-F238E27FC236}">
                <a16:creationId xmlns:a16="http://schemas.microsoft.com/office/drawing/2014/main" id="{B4EF10E6-0FBB-4B68-8842-292BCACFCE7A}"/>
              </a:ext>
            </a:extLst>
          </p:cNvPr>
          <p:cNvSpPr>
            <a:spLocks noChangeShapeType="1"/>
          </p:cNvSpPr>
          <p:nvPr/>
        </p:nvSpPr>
        <p:spPr bwMode="auto">
          <a:xfrm>
            <a:off x="1042988" y="2308920"/>
            <a:ext cx="2449512" cy="0"/>
          </a:xfrm>
          <a:prstGeom prst="line">
            <a:avLst/>
          </a:prstGeom>
          <a:noFill/>
          <a:ln w="9525">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15" name="Line 16">
            <a:extLst>
              <a:ext uri="{FF2B5EF4-FFF2-40B4-BE49-F238E27FC236}">
                <a16:creationId xmlns:a16="http://schemas.microsoft.com/office/drawing/2014/main" id="{9FCA467F-682B-46D2-83B5-41E603D912F8}"/>
              </a:ext>
            </a:extLst>
          </p:cNvPr>
          <p:cNvSpPr>
            <a:spLocks noChangeShapeType="1"/>
          </p:cNvSpPr>
          <p:nvPr/>
        </p:nvSpPr>
        <p:spPr bwMode="auto">
          <a:xfrm>
            <a:off x="1042988" y="2813745"/>
            <a:ext cx="2449512" cy="0"/>
          </a:xfrm>
          <a:prstGeom prst="line">
            <a:avLst/>
          </a:prstGeom>
          <a:noFill/>
          <a:ln w="9525">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17" name="Line 17">
            <a:extLst>
              <a:ext uri="{FF2B5EF4-FFF2-40B4-BE49-F238E27FC236}">
                <a16:creationId xmlns:a16="http://schemas.microsoft.com/office/drawing/2014/main" id="{474E9BAB-8B79-418A-8275-AE95BE44D658}"/>
              </a:ext>
            </a:extLst>
          </p:cNvPr>
          <p:cNvSpPr>
            <a:spLocks noChangeShapeType="1"/>
          </p:cNvSpPr>
          <p:nvPr/>
        </p:nvSpPr>
        <p:spPr bwMode="auto">
          <a:xfrm>
            <a:off x="1042988" y="3245545"/>
            <a:ext cx="2592387" cy="0"/>
          </a:xfrm>
          <a:prstGeom prst="line">
            <a:avLst/>
          </a:prstGeom>
          <a:noFill/>
          <a:ln w="9525">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19" name="Line 19">
            <a:extLst>
              <a:ext uri="{FF2B5EF4-FFF2-40B4-BE49-F238E27FC236}">
                <a16:creationId xmlns:a16="http://schemas.microsoft.com/office/drawing/2014/main" id="{85E95829-8AA1-46DD-A5C9-06D6C0BF947D}"/>
              </a:ext>
            </a:extLst>
          </p:cNvPr>
          <p:cNvSpPr>
            <a:spLocks noChangeShapeType="1"/>
          </p:cNvSpPr>
          <p:nvPr/>
        </p:nvSpPr>
        <p:spPr bwMode="auto">
          <a:xfrm>
            <a:off x="1042988" y="3604320"/>
            <a:ext cx="2808287" cy="0"/>
          </a:xfrm>
          <a:prstGeom prst="line">
            <a:avLst/>
          </a:prstGeom>
          <a:noFill/>
          <a:ln w="9525">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21" name="Line 21">
            <a:extLst>
              <a:ext uri="{FF2B5EF4-FFF2-40B4-BE49-F238E27FC236}">
                <a16:creationId xmlns:a16="http://schemas.microsoft.com/office/drawing/2014/main" id="{F633918D-B3EC-4F82-9038-096AA1E35287}"/>
              </a:ext>
            </a:extLst>
          </p:cNvPr>
          <p:cNvSpPr>
            <a:spLocks noChangeShapeType="1"/>
          </p:cNvSpPr>
          <p:nvPr/>
        </p:nvSpPr>
        <p:spPr bwMode="auto">
          <a:xfrm flipV="1">
            <a:off x="5076825" y="1013520"/>
            <a:ext cx="2016125" cy="790575"/>
          </a:xfrm>
          <a:prstGeom prst="line">
            <a:avLst/>
          </a:prstGeom>
          <a:noFill/>
          <a:ln w="9525">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23" name="Line 22">
            <a:extLst>
              <a:ext uri="{FF2B5EF4-FFF2-40B4-BE49-F238E27FC236}">
                <a16:creationId xmlns:a16="http://schemas.microsoft.com/office/drawing/2014/main" id="{B7BF90E8-80DD-4A94-90AC-5493CAB2A378}"/>
              </a:ext>
            </a:extLst>
          </p:cNvPr>
          <p:cNvSpPr>
            <a:spLocks noChangeShapeType="1"/>
          </p:cNvSpPr>
          <p:nvPr/>
        </p:nvSpPr>
        <p:spPr bwMode="auto">
          <a:xfrm flipV="1">
            <a:off x="5148263" y="1229420"/>
            <a:ext cx="1944687" cy="719138"/>
          </a:xfrm>
          <a:prstGeom prst="line">
            <a:avLst/>
          </a:prstGeom>
          <a:noFill/>
          <a:ln w="9525">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25" name="Line 23">
            <a:extLst>
              <a:ext uri="{FF2B5EF4-FFF2-40B4-BE49-F238E27FC236}">
                <a16:creationId xmlns:a16="http://schemas.microsoft.com/office/drawing/2014/main" id="{C43B79DE-3AA0-4F02-A6B2-1B4A28A7BAE3}"/>
              </a:ext>
            </a:extLst>
          </p:cNvPr>
          <p:cNvSpPr>
            <a:spLocks noChangeShapeType="1"/>
          </p:cNvSpPr>
          <p:nvPr/>
        </p:nvSpPr>
        <p:spPr bwMode="auto">
          <a:xfrm>
            <a:off x="5219700" y="2524820"/>
            <a:ext cx="1873250" cy="0"/>
          </a:xfrm>
          <a:prstGeom prst="line">
            <a:avLst/>
          </a:prstGeom>
          <a:noFill/>
          <a:ln w="9525">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27" name="Line 24">
            <a:extLst>
              <a:ext uri="{FF2B5EF4-FFF2-40B4-BE49-F238E27FC236}">
                <a16:creationId xmlns:a16="http://schemas.microsoft.com/office/drawing/2014/main" id="{D68EBD3B-E1D4-4EFA-9C19-FCECB8D41009}"/>
              </a:ext>
            </a:extLst>
          </p:cNvPr>
          <p:cNvSpPr>
            <a:spLocks noChangeShapeType="1"/>
          </p:cNvSpPr>
          <p:nvPr/>
        </p:nvSpPr>
        <p:spPr bwMode="auto">
          <a:xfrm>
            <a:off x="5219700" y="2740720"/>
            <a:ext cx="1873250" cy="0"/>
          </a:xfrm>
          <a:prstGeom prst="line">
            <a:avLst/>
          </a:prstGeom>
          <a:noFill/>
          <a:ln w="9525">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29" name="Line 26">
            <a:extLst>
              <a:ext uri="{FF2B5EF4-FFF2-40B4-BE49-F238E27FC236}">
                <a16:creationId xmlns:a16="http://schemas.microsoft.com/office/drawing/2014/main" id="{F3AFD832-77EA-4C5A-9211-4C39BEE9EA0D}"/>
              </a:ext>
            </a:extLst>
          </p:cNvPr>
          <p:cNvSpPr>
            <a:spLocks noChangeShapeType="1"/>
          </p:cNvSpPr>
          <p:nvPr/>
        </p:nvSpPr>
        <p:spPr bwMode="auto">
          <a:xfrm>
            <a:off x="5076825" y="3316983"/>
            <a:ext cx="2016125" cy="647700"/>
          </a:xfrm>
          <a:prstGeom prst="line">
            <a:avLst/>
          </a:prstGeom>
          <a:noFill/>
          <a:ln w="9525">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31" name="Line 32">
            <a:extLst>
              <a:ext uri="{FF2B5EF4-FFF2-40B4-BE49-F238E27FC236}">
                <a16:creationId xmlns:a16="http://schemas.microsoft.com/office/drawing/2014/main" id="{CC271769-E10F-4EAF-9114-02676602BE17}"/>
              </a:ext>
            </a:extLst>
          </p:cNvPr>
          <p:cNvSpPr>
            <a:spLocks noChangeShapeType="1"/>
          </p:cNvSpPr>
          <p:nvPr/>
        </p:nvSpPr>
        <p:spPr bwMode="auto">
          <a:xfrm>
            <a:off x="4932363" y="3461445"/>
            <a:ext cx="2160587" cy="719138"/>
          </a:xfrm>
          <a:prstGeom prst="line">
            <a:avLst/>
          </a:prstGeom>
          <a:noFill/>
          <a:ln w="9525">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39" name="Line 33">
            <a:extLst>
              <a:ext uri="{FF2B5EF4-FFF2-40B4-BE49-F238E27FC236}">
                <a16:creationId xmlns:a16="http://schemas.microsoft.com/office/drawing/2014/main" id="{C25C06E1-39E8-45F2-B3C9-EFCDE7175572}"/>
              </a:ext>
            </a:extLst>
          </p:cNvPr>
          <p:cNvSpPr>
            <a:spLocks noChangeShapeType="1"/>
          </p:cNvSpPr>
          <p:nvPr/>
        </p:nvSpPr>
        <p:spPr bwMode="auto">
          <a:xfrm flipH="1" flipV="1">
            <a:off x="4356100" y="3748783"/>
            <a:ext cx="0" cy="720725"/>
          </a:xfrm>
          <a:prstGeom prst="line">
            <a:avLst/>
          </a:prstGeom>
          <a:noFill/>
          <a:ln w="9525">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41" name="Rectangle 34">
            <a:extLst>
              <a:ext uri="{FF2B5EF4-FFF2-40B4-BE49-F238E27FC236}">
                <a16:creationId xmlns:a16="http://schemas.microsoft.com/office/drawing/2014/main" id="{F1624F63-5F46-4E2B-A004-8A3553E1AB1B}"/>
              </a:ext>
            </a:extLst>
          </p:cNvPr>
          <p:cNvSpPr>
            <a:spLocks noChangeArrowheads="1"/>
          </p:cNvSpPr>
          <p:nvPr/>
        </p:nvSpPr>
        <p:spPr bwMode="auto">
          <a:xfrm>
            <a:off x="3203575" y="4540945"/>
            <a:ext cx="2663825" cy="360363"/>
          </a:xfrm>
          <a:prstGeom prst="rect">
            <a:avLst/>
          </a:prstGeom>
          <a:solidFill>
            <a:schemeClr val="bg2"/>
          </a:solidFill>
          <a:ln>
            <a:noFill/>
          </a:ln>
          <a:effectLst/>
          <a:extLst>
            <a:ext uri="{91240B29-F687-4F45-9708-019B960494DF}">
              <a14:hiddenLine xmlns:a14="http://schemas.microsoft.com/office/drawing/2010/main" w="9525" algn="ctr">
                <a:solidFill>
                  <a:srgbClr val="0000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b="1">
                <a:solidFill>
                  <a:srgbClr val="000099"/>
                </a:solidFill>
                <a:latin typeface="华文楷体" panose="02010600040101010101" pitchFamily="2" charset="-122"/>
                <a:ea typeface="华文楷体" panose="02010600040101010101" pitchFamily="2" charset="-122"/>
              </a:rPr>
              <a:t>系统配置数据</a:t>
            </a:r>
          </a:p>
        </p:txBody>
      </p:sp>
      <p:sp>
        <p:nvSpPr>
          <p:cNvPr id="43" name="Rectangle 37">
            <a:extLst>
              <a:ext uri="{FF2B5EF4-FFF2-40B4-BE49-F238E27FC236}">
                <a16:creationId xmlns:a16="http://schemas.microsoft.com/office/drawing/2014/main" id="{68CF336A-A29D-4B7E-812B-8F5D36F0C012}"/>
              </a:ext>
            </a:extLst>
          </p:cNvPr>
          <p:cNvSpPr>
            <a:spLocks noChangeArrowheads="1"/>
          </p:cNvSpPr>
          <p:nvPr/>
        </p:nvSpPr>
        <p:spPr bwMode="auto">
          <a:xfrm>
            <a:off x="1187450" y="1948558"/>
            <a:ext cx="2376488" cy="36036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lgn="ctr">
                <a:solidFill>
                  <a:srgbClr val="0000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b="1">
                <a:solidFill>
                  <a:srgbClr val="000099"/>
                </a:solidFill>
                <a:latin typeface="华文楷体" panose="02010600040101010101" pitchFamily="2" charset="-122"/>
                <a:ea typeface="华文楷体" panose="02010600040101010101" pitchFamily="2" charset="-122"/>
              </a:rPr>
              <a:t>区域查询</a:t>
            </a:r>
          </a:p>
        </p:txBody>
      </p:sp>
      <p:sp>
        <p:nvSpPr>
          <p:cNvPr id="45" name="Rectangle 38">
            <a:extLst>
              <a:ext uri="{FF2B5EF4-FFF2-40B4-BE49-F238E27FC236}">
                <a16:creationId xmlns:a16="http://schemas.microsoft.com/office/drawing/2014/main" id="{4F76A1BA-A482-4647-9ABC-23DD75F61F2B}"/>
              </a:ext>
            </a:extLst>
          </p:cNvPr>
          <p:cNvSpPr>
            <a:spLocks noChangeArrowheads="1"/>
          </p:cNvSpPr>
          <p:nvPr/>
        </p:nvSpPr>
        <p:spPr bwMode="auto">
          <a:xfrm>
            <a:off x="1187450" y="2885183"/>
            <a:ext cx="2447925" cy="36036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lgn="ctr">
                <a:solidFill>
                  <a:srgbClr val="0000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b="1">
                <a:solidFill>
                  <a:srgbClr val="FF0000"/>
                </a:solidFill>
                <a:latin typeface="华文楷体" panose="02010600040101010101" pitchFamily="2" charset="-122"/>
                <a:ea typeface="华文楷体" panose="02010600040101010101" pitchFamily="2" charset="-122"/>
              </a:rPr>
              <a:t>紧急按钮</a:t>
            </a:r>
          </a:p>
        </p:txBody>
      </p:sp>
      <p:sp>
        <p:nvSpPr>
          <p:cNvPr id="47" name="Rectangle 39">
            <a:extLst>
              <a:ext uri="{FF2B5EF4-FFF2-40B4-BE49-F238E27FC236}">
                <a16:creationId xmlns:a16="http://schemas.microsoft.com/office/drawing/2014/main" id="{5FCAA43A-371D-42DA-A864-66EF66ACB1DB}"/>
              </a:ext>
            </a:extLst>
          </p:cNvPr>
          <p:cNvSpPr>
            <a:spLocks noChangeArrowheads="1"/>
          </p:cNvSpPr>
          <p:nvPr/>
        </p:nvSpPr>
        <p:spPr bwMode="auto">
          <a:xfrm>
            <a:off x="1258888" y="2380358"/>
            <a:ext cx="2305050" cy="36036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lgn="ctr">
                <a:solidFill>
                  <a:srgbClr val="0000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b="1">
                <a:solidFill>
                  <a:srgbClr val="000099"/>
                </a:solidFill>
                <a:latin typeface="华文楷体" panose="02010600040101010101" pitchFamily="2" charset="-122"/>
                <a:ea typeface="华文楷体" panose="02010600040101010101" pitchFamily="2" charset="-122"/>
              </a:rPr>
              <a:t>传感器查询</a:t>
            </a:r>
          </a:p>
        </p:txBody>
      </p:sp>
      <p:sp>
        <p:nvSpPr>
          <p:cNvPr id="49" name="Rectangle 40">
            <a:extLst>
              <a:ext uri="{FF2B5EF4-FFF2-40B4-BE49-F238E27FC236}">
                <a16:creationId xmlns:a16="http://schemas.microsoft.com/office/drawing/2014/main" id="{2042B020-9C5C-4DF8-BD45-ACBE843F7FAE}"/>
              </a:ext>
            </a:extLst>
          </p:cNvPr>
          <p:cNvSpPr>
            <a:spLocks noChangeArrowheads="1"/>
          </p:cNvSpPr>
          <p:nvPr/>
        </p:nvSpPr>
        <p:spPr bwMode="auto">
          <a:xfrm>
            <a:off x="1187450" y="3245545"/>
            <a:ext cx="2520950" cy="360363"/>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lgn="ctr">
                <a:solidFill>
                  <a:srgbClr val="0000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b="1">
                <a:solidFill>
                  <a:srgbClr val="FF0000"/>
                </a:solidFill>
                <a:latin typeface="华文楷体" panose="02010600040101010101" pitchFamily="2" charset="-122"/>
                <a:ea typeface="华文楷体" panose="02010600040101010101" pitchFamily="2" charset="-122"/>
              </a:rPr>
              <a:t>启动</a:t>
            </a:r>
            <a:r>
              <a:rPr lang="en-US" altLang="zh-CN" sz="2000" b="1">
                <a:solidFill>
                  <a:srgbClr val="FF0000"/>
                </a:solidFill>
                <a:latin typeface="华文楷体" panose="02010600040101010101" pitchFamily="2" charset="-122"/>
                <a:ea typeface="华文楷体" panose="02010600040101010101" pitchFamily="2" charset="-122"/>
              </a:rPr>
              <a:t>/</a:t>
            </a:r>
            <a:r>
              <a:rPr lang="zh-CN" altLang="en-US" sz="2000" b="1">
                <a:solidFill>
                  <a:srgbClr val="FF0000"/>
                </a:solidFill>
                <a:latin typeface="华文楷体" panose="02010600040101010101" pitchFamily="2" charset="-122"/>
                <a:ea typeface="华文楷体" panose="02010600040101010101" pitchFamily="2" charset="-122"/>
              </a:rPr>
              <a:t>关闭</a:t>
            </a:r>
          </a:p>
        </p:txBody>
      </p:sp>
      <p:sp>
        <p:nvSpPr>
          <p:cNvPr id="51" name="Rectangle 41">
            <a:extLst>
              <a:ext uri="{FF2B5EF4-FFF2-40B4-BE49-F238E27FC236}">
                <a16:creationId xmlns:a16="http://schemas.microsoft.com/office/drawing/2014/main" id="{9EC07181-6EA4-48AE-BEF7-5B168D6F6217}"/>
              </a:ext>
            </a:extLst>
          </p:cNvPr>
          <p:cNvSpPr>
            <a:spLocks noChangeArrowheads="1"/>
          </p:cNvSpPr>
          <p:nvPr/>
        </p:nvSpPr>
        <p:spPr bwMode="auto">
          <a:xfrm>
            <a:off x="1187450" y="1445320"/>
            <a:ext cx="2305050" cy="360363"/>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lgn="ctr">
                <a:solidFill>
                  <a:srgbClr val="0000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b="1">
                <a:solidFill>
                  <a:srgbClr val="FF0000"/>
                </a:solidFill>
                <a:latin typeface="华文楷体" panose="02010600040101010101" pitchFamily="2" charset="-122"/>
                <a:ea typeface="华文楷体" panose="02010600040101010101" pitchFamily="2" charset="-122"/>
              </a:rPr>
              <a:t>密码</a:t>
            </a:r>
          </a:p>
        </p:txBody>
      </p:sp>
      <p:sp>
        <p:nvSpPr>
          <p:cNvPr id="53" name="Rectangle 42">
            <a:extLst>
              <a:ext uri="{FF2B5EF4-FFF2-40B4-BE49-F238E27FC236}">
                <a16:creationId xmlns:a16="http://schemas.microsoft.com/office/drawing/2014/main" id="{AC77E622-FF85-488C-9FAC-C9B0DA798A13}"/>
              </a:ext>
            </a:extLst>
          </p:cNvPr>
          <p:cNvSpPr>
            <a:spLocks noChangeArrowheads="1"/>
          </p:cNvSpPr>
          <p:nvPr/>
        </p:nvSpPr>
        <p:spPr bwMode="auto">
          <a:xfrm>
            <a:off x="4572000" y="940495"/>
            <a:ext cx="2159000" cy="360363"/>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lgn="ctr">
                <a:solidFill>
                  <a:srgbClr val="0000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b="1">
                <a:solidFill>
                  <a:srgbClr val="000099"/>
                </a:solidFill>
                <a:latin typeface="华文楷体" panose="02010600040101010101" pitchFamily="2" charset="-122"/>
                <a:ea typeface="华文楷体" panose="02010600040101010101" pitchFamily="2" charset="-122"/>
              </a:rPr>
              <a:t>测试传感器</a:t>
            </a:r>
          </a:p>
        </p:txBody>
      </p:sp>
      <p:sp>
        <p:nvSpPr>
          <p:cNvPr id="55" name="Rectangle 43">
            <a:extLst>
              <a:ext uri="{FF2B5EF4-FFF2-40B4-BE49-F238E27FC236}">
                <a16:creationId xmlns:a16="http://schemas.microsoft.com/office/drawing/2014/main" id="{564AB044-2175-40C7-9A44-89DC3F557BB5}"/>
              </a:ext>
            </a:extLst>
          </p:cNvPr>
          <p:cNvSpPr>
            <a:spLocks noChangeArrowheads="1"/>
          </p:cNvSpPr>
          <p:nvPr/>
        </p:nvSpPr>
        <p:spPr bwMode="auto">
          <a:xfrm>
            <a:off x="5219700" y="1588195"/>
            <a:ext cx="2303463" cy="360363"/>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lgn="ctr">
                <a:solidFill>
                  <a:srgbClr val="0000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b="1">
                <a:solidFill>
                  <a:srgbClr val="000099"/>
                </a:solidFill>
                <a:latin typeface="华文楷体" panose="02010600040101010101" pitchFamily="2" charset="-122"/>
                <a:ea typeface="华文楷体" panose="02010600040101010101" pitchFamily="2" charset="-122"/>
              </a:rPr>
              <a:t>区域设置</a:t>
            </a:r>
          </a:p>
        </p:txBody>
      </p:sp>
      <p:sp>
        <p:nvSpPr>
          <p:cNvPr id="57" name="Rectangle 44">
            <a:extLst>
              <a:ext uri="{FF2B5EF4-FFF2-40B4-BE49-F238E27FC236}">
                <a16:creationId xmlns:a16="http://schemas.microsoft.com/office/drawing/2014/main" id="{9E9A5528-42B7-443A-A7D4-EC53DDC6BF29}"/>
              </a:ext>
            </a:extLst>
          </p:cNvPr>
          <p:cNvSpPr>
            <a:spLocks noChangeArrowheads="1"/>
          </p:cNvSpPr>
          <p:nvPr/>
        </p:nvSpPr>
        <p:spPr bwMode="auto">
          <a:xfrm>
            <a:off x="5003800" y="2164458"/>
            <a:ext cx="2447925" cy="36036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lgn="ctr">
                <a:solidFill>
                  <a:srgbClr val="0000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b="1">
                <a:solidFill>
                  <a:srgbClr val="000099"/>
                </a:solidFill>
                <a:latin typeface="华文楷体" panose="02010600040101010101" pitchFamily="2" charset="-122"/>
                <a:ea typeface="华文楷体" panose="02010600040101010101" pitchFamily="2" charset="-122"/>
              </a:rPr>
              <a:t>消息</a:t>
            </a:r>
          </a:p>
        </p:txBody>
      </p:sp>
      <p:sp>
        <p:nvSpPr>
          <p:cNvPr id="59" name="Rectangle 45">
            <a:extLst>
              <a:ext uri="{FF2B5EF4-FFF2-40B4-BE49-F238E27FC236}">
                <a16:creationId xmlns:a16="http://schemas.microsoft.com/office/drawing/2014/main" id="{01E509BD-CBA1-49E3-95BD-6DF546177BF9}"/>
              </a:ext>
            </a:extLst>
          </p:cNvPr>
          <p:cNvSpPr>
            <a:spLocks noChangeArrowheads="1"/>
          </p:cNvSpPr>
          <p:nvPr/>
        </p:nvSpPr>
        <p:spPr bwMode="auto">
          <a:xfrm>
            <a:off x="5148263" y="2740720"/>
            <a:ext cx="2447925" cy="360363"/>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lgn="ctr">
                <a:solidFill>
                  <a:srgbClr val="0000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b="1">
                <a:solidFill>
                  <a:srgbClr val="000099"/>
                </a:solidFill>
                <a:latin typeface="华文楷体" panose="02010600040101010101" pitchFamily="2" charset="-122"/>
                <a:ea typeface="华文楷体" panose="02010600040101010101" pitchFamily="2" charset="-122"/>
              </a:rPr>
              <a:t>传感器状态</a:t>
            </a:r>
          </a:p>
        </p:txBody>
      </p:sp>
      <p:sp>
        <p:nvSpPr>
          <p:cNvPr id="61" name="Rectangle 46">
            <a:extLst>
              <a:ext uri="{FF2B5EF4-FFF2-40B4-BE49-F238E27FC236}">
                <a16:creationId xmlns:a16="http://schemas.microsoft.com/office/drawing/2014/main" id="{9EE43006-A05B-49C3-B9A3-3F379A23268B}"/>
              </a:ext>
            </a:extLst>
          </p:cNvPr>
          <p:cNvSpPr>
            <a:spLocks noChangeArrowheads="1"/>
          </p:cNvSpPr>
          <p:nvPr/>
        </p:nvSpPr>
        <p:spPr bwMode="auto">
          <a:xfrm>
            <a:off x="5364163" y="3388420"/>
            <a:ext cx="2449512" cy="360363"/>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lgn="ctr">
                <a:solidFill>
                  <a:srgbClr val="0000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b="1">
                <a:solidFill>
                  <a:srgbClr val="000099"/>
                </a:solidFill>
                <a:latin typeface="华文楷体" panose="02010600040101010101" pitchFamily="2" charset="-122"/>
                <a:ea typeface="华文楷体" panose="02010600040101010101" pitchFamily="2" charset="-122"/>
              </a:rPr>
              <a:t>启动</a:t>
            </a:r>
            <a:r>
              <a:rPr lang="en-US" altLang="zh-CN" sz="2000" b="1">
                <a:solidFill>
                  <a:srgbClr val="000099"/>
                </a:solidFill>
                <a:latin typeface="华文楷体" panose="02010600040101010101" pitchFamily="2" charset="-122"/>
                <a:ea typeface="华文楷体" panose="02010600040101010101" pitchFamily="2" charset="-122"/>
              </a:rPr>
              <a:t>/</a:t>
            </a:r>
            <a:r>
              <a:rPr lang="zh-CN" altLang="en-US" sz="2000" b="1">
                <a:solidFill>
                  <a:srgbClr val="000099"/>
                </a:solidFill>
                <a:latin typeface="华文楷体" panose="02010600040101010101" pitchFamily="2" charset="-122"/>
                <a:ea typeface="华文楷体" panose="02010600040101010101" pitchFamily="2" charset="-122"/>
              </a:rPr>
              <a:t>关闭</a:t>
            </a:r>
          </a:p>
        </p:txBody>
      </p:sp>
      <p:sp>
        <p:nvSpPr>
          <p:cNvPr id="63" name="Rectangle 48">
            <a:extLst>
              <a:ext uri="{FF2B5EF4-FFF2-40B4-BE49-F238E27FC236}">
                <a16:creationId xmlns:a16="http://schemas.microsoft.com/office/drawing/2014/main" id="{C988E661-305B-4765-ADCF-082B9EBE6AC9}"/>
              </a:ext>
            </a:extLst>
          </p:cNvPr>
          <p:cNvSpPr>
            <a:spLocks noChangeArrowheads="1"/>
          </p:cNvSpPr>
          <p:nvPr/>
        </p:nvSpPr>
        <p:spPr bwMode="auto">
          <a:xfrm>
            <a:off x="3059113" y="4037708"/>
            <a:ext cx="2159000" cy="36036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lgn="ctr">
                <a:solidFill>
                  <a:srgbClr val="0000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b="1">
                <a:solidFill>
                  <a:srgbClr val="000099"/>
                </a:solidFill>
                <a:latin typeface="华文楷体" panose="02010600040101010101" pitchFamily="2" charset="-122"/>
                <a:ea typeface="华文楷体" panose="02010600040101010101" pitchFamily="2" charset="-122"/>
              </a:rPr>
              <a:t>密码，传感器</a:t>
            </a:r>
            <a:r>
              <a:rPr lang="en-US" altLang="zh-CN" sz="2000" b="1">
                <a:solidFill>
                  <a:srgbClr val="000099"/>
                </a:solidFill>
                <a:latin typeface="华文楷体" panose="02010600040101010101" pitchFamily="2" charset="-122"/>
                <a:ea typeface="华文楷体" panose="02010600040101010101" pitchFamily="2" charset="-122"/>
              </a:rPr>
              <a:t>……</a:t>
            </a:r>
          </a:p>
        </p:txBody>
      </p:sp>
    </p:spTree>
    <p:extLst>
      <p:ext uri="{BB962C8B-B14F-4D97-AF65-F5344CB8AC3E}">
        <p14:creationId xmlns:p14="http://schemas.microsoft.com/office/powerpoint/2010/main" val="338111362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343911" cy="461665"/>
          </a:xfrm>
          <a:prstGeom prst="rect">
            <a:avLst/>
          </a:prstGeom>
          <a:noFill/>
        </p:spPr>
        <p:txBody>
          <a:bodyPr wrap="none" rtlCol="0">
            <a:spAutoFit/>
          </a:bodyPr>
          <a:lstStyle/>
          <a:p>
            <a:r>
              <a:rPr lang="en-US" altLang="zh-CN" sz="2400" spc="300">
                <a:latin typeface="微软雅黑" panose="020B0503020204020204" pitchFamily="34" charset="-122"/>
                <a:ea typeface="微软雅黑" panose="020B0503020204020204" pitchFamily="34" charset="-122"/>
              </a:rPr>
              <a:t>FP</a:t>
            </a:r>
            <a:r>
              <a:rPr lang="zh-CN" altLang="en-US" sz="2400" spc="300">
                <a:latin typeface="微软雅黑" panose="020B0503020204020204" pitchFamily="34" charset="-122"/>
                <a:ea typeface="微软雅黑" panose="020B0503020204020204" pitchFamily="34" charset="-122"/>
              </a:rPr>
              <a:t>度量的使用</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71476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利用历史数据，功能点度量可用于：</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估算设计编码和测试软件所需开销或工作量 </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预计测试期间将遇到的错误数 </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预测实现系统中的构件数和预计的源代码行数 </a:t>
            </a:r>
          </a:p>
        </p:txBody>
      </p:sp>
    </p:spTree>
    <p:extLst>
      <p:ext uri="{BB962C8B-B14F-4D97-AF65-F5344CB8AC3E}">
        <p14:creationId xmlns:p14="http://schemas.microsoft.com/office/powerpoint/2010/main" val="102396129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247731" cy="461665"/>
          </a:xfrm>
          <a:prstGeom prst="rect">
            <a:avLst/>
          </a:prstGeom>
          <a:noFill/>
        </p:spPr>
        <p:txBody>
          <a:bodyPr wrap="none" rtlCol="0">
            <a:spAutoFit/>
          </a:bodyPr>
          <a:lstStyle/>
          <a:p>
            <a:r>
              <a:rPr lang="en-US" altLang="zh-CN" sz="2400" spc="300">
                <a:latin typeface="微软雅黑" panose="020B0503020204020204" pitchFamily="34" charset="-122"/>
                <a:ea typeface="微软雅黑" panose="020B0503020204020204" pitchFamily="34" charset="-122"/>
              </a:rPr>
              <a:t>2.</a:t>
            </a:r>
            <a:r>
              <a:rPr lang="zh-CN" altLang="en-US" sz="2400" spc="300">
                <a:latin typeface="微软雅黑" panose="020B0503020204020204" pitchFamily="34" charset="-122"/>
                <a:ea typeface="微软雅黑" panose="020B0503020204020204" pitchFamily="34" charset="-122"/>
              </a:rPr>
              <a:t>复杂性度量</a:t>
            </a:r>
          </a:p>
        </p:txBody>
      </p:sp>
      <p:sp>
        <p:nvSpPr>
          <p:cNvPr id="2" name="矩形 1">
            <a:extLst>
              <a:ext uri="{FF2B5EF4-FFF2-40B4-BE49-F238E27FC236}">
                <a16:creationId xmlns:a16="http://schemas.microsoft.com/office/drawing/2014/main" id="{1A343DEC-CFF6-41F5-B87C-0DFC08C67B76}"/>
              </a:ext>
            </a:extLst>
          </p:cNvPr>
          <p:cNvSpPr/>
          <p:nvPr/>
        </p:nvSpPr>
        <p:spPr>
          <a:xfrm>
            <a:off x="611831" y="799763"/>
            <a:ext cx="7920338" cy="420775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软件复杂性描述：</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理解程序的难度</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纠错、维护程序的难度</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向他人解释程序的难度</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按指定方法修改程序的难度</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根据设计文件编写程序工作量的大小程度</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执行程序时需要资源的多少程度</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从统计学和心理学的角度来研究软件复杂性问题，提出用程序中可执行代码的词汇量（操作符</a:t>
            </a:r>
            <a:r>
              <a:rPr lang="zh-CN" altLang="en-US" dirty="0" smtClean="0">
                <a:solidFill>
                  <a:srgbClr val="000000"/>
                </a:solidFill>
                <a:latin typeface="华文楷体" panose="02010600040101010101" pitchFamily="2" charset="-122"/>
                <a:ea typeface="华文楷体" panose="02010600040101010101" pitchFamily="2" charset="-122"/>
              </a:rPr>
              <a:t>与操作数）</a:t>
            </a:r>
            <a:r>
              <a:rPr lang="zh-CN" altLang="en-US" dirty="0">
                <a:solidFill>
                  <a:srgbClr val="000000"/>
                </a:solidFill>
                <a:latin typeface="华文楷体" panose="02010600040101010101" pitchFamily="2" charset="-122"/>
                <a:ea typeface="华文楷体" panose="02010600040101010101" pitchFamily="2" charset="-122"/>
              </a:rPr>
              <a:t>来计算和分析软件复杂性的方法，并在此基础上将其转换成软件</a:t>
            </a:r>
            <a:r>
              <a:rPr lang="zh-CN" altLang="en-US" dirty="0" smtClean="0">
                <a:solidFill>
                  <a:srgbClr val="000000"/>
                </a:solidFill>
                <a:latin typeface="华文楷体" panose="02010600040101010101" pitchFamily="2" charset="-122"/>
                <a:ea typeface="华文楷体" panose="02010600040101010101" pitchFamily="2" charset="-122"/>
              </a:rPr>
              <a:t>规模</a:t>
            </a:r>
            <a:r>
              <a:rPr lang="zh-CN" altLang="en-US" dirty="0">
                <a:solidFill>
                  <a:srgbClr val="000000"/>
                </a:solidFill>
                <a:latin typeface="华文楷体" panose="02010600040101010101" pitchFamily="2" charset="-122"/>
                <a:ea typeface="华文楷体" panose="02010600040101010101" pitchFamily="2" charset="-122"/>
              </a:rPr>
              <a:t>的测算</a:t>
            </a:r>
            <a:r>
              <a:rPr lang="en-US" altLang="zh-CN" dirty="0">
                <a:solidFill>
                  <a:srgbClr val="000000"/>
                </a:solidFill>
                <a:latin typeface="华文楷体" panose="02010600040101010101" pitchFamily="2" charset="-122"/>
                <a:ea typeface="华文楷体" panose="02010600040101010101" pitchFamily="2" charset="-122"/>
              </a:rPr>
              <a:t>.</a:t>
            </a:r>
          </a:p>
        </p:txBody>
      </p:sp>
      <p:graphicFrame>
        <p:nvGraphicFramePr>
          <p:cNvPr id="6" name="Object 4">
            <a:extLst>
              <a:ext uri="{FF2B5EF4-FFF2-40B4-BE49-F238E27FC236}">
                <a16:creationId xmlns:a16="http://schemas.microsoft.com/office/drawing/2014/main" id="{F4D4D297-DE7D-494A-8893-8B72D3019499}"/>
              </a:ext>
            </a:extLst>
          </p:cNvPr>
          <p:cNvGraphicFramePr>
            <a:graphicFrameLocks noChangeAspect="1"/>
          </p:cNvGraphicFramePr>
          <p:nvPr>
            <p:extLst>
              <p:ext uri="{D42A27DB-BD31-4B8C-83A1-F6EECF244321}">
                <p14:modId xmlns:p14="http://schemas.microsoft.com/office/powerpoint/2010/main" val="3414200971"/>
              </p:ext>
            </p:extLst>
          </p:nvPr>
        </p:nvGraphicFramePr>
        <p:xfrm>
          <a:off x="4897438" y="1665288"/>
          <a:ext cx="3059112" cy="457200"/>
        </p:xfrm>
        <a:graphic>
          <a:graphicData uri="http://schemas.openxmlformats.org/presentationml/2006/ole">
            <mc:AlternateContent xmlns:mc="http://schemas.openxmlformats.org/markup-compatibility/2006">
              <mc:Choice xmlns:v="urn:schemas-microsoft-com:vml" Requires="v">
                <p:oleObj spid="_x0000_s1042" name="Equation" r:id="rId4" imgW="1028254" imgH="203112" progId="Equation.DSMT4">
                  <p:embed/>
                </p:oleObj>
              </mc:Choice>
              <mc:Fallback>
                <p:oleObj name="Equation" r:id="rId4" imgW="1028254" imgH="203112" progId="Equation.DSMT4">
                  <p:embed/>
                  <p:pic>
                    <p:nvPicPr>
                      <p:cNvPr id="6" name="Object 4">
                        <a:extLst>
                          <a:ext uri="{FF2B5EF4-FFF2-40B4-BE49-F238E27FC236}">
                            <a16:creationId xmlns:a16="http://schemas.microsoft.com/office/drawing/2014/main" id="{F4D4D297-DE7D-494A-8893-8B72D30194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97438" y="1665288"/>
                        <a:ext cx="3059112" cy="457200"/>
                      </a:xfrm>
                      <a:prstGeom prst="rect">
                        <a:avLst/>
                      </a:prstGeom>
                      <a:noFill/>
                      <a:ln>
                        <a:noFill/>
                      </a:ln>
                      <a:effectLst/>
                    </p:spPr>
                  </p:pic>
                </p:oleObj>
              </mc:Fallback>
            </mc:AlternateContent>
          </a:graphicData>
        </a:graphic>
      </p:graphicFrame>
      <p:graphicFrame>
        <p:nvGraphicFramePr>
          <p:cNvPr id="7" name="Object 6">
            <a:extLst>
              <a:ext uri="{FF2B5EF4-FFF2-40B4-BE49-F238E27FC236}">
                <a16:creationId xmlns:a16="http://schemas.microsoft.com/office/drawing/2014/main" id="{0DFC0B3A-7D71-4228-9426-12117BDF4D8B}"/>
              </a:ext>
            </a:extLst>
          </p:cNvPr>
          <p:cNvGraphicFramePr>
            <a:graphicFrameLocks noChangeAspect="1"/>
          </p:cNvGraphicFramePr>
          <p:nvPr>
            <p:extLst>
              <p:ext uri="{D42A27DB-BD31-4B8C-83A1-F6EECF244321}">
                <p14:modId xmlns:p14="http://schemas.microsoft.com/office/powerpoint/2010/main" val="3464903762"/>
              </p:ext>
            </p:extLst>
          </p:nvPr>
        </p:nvGraphicFramePr>
        <p:xfrm>
          <a:off x="7128816" y="2408584"/>
          <a:ext cx="827246" cy="724243"/>
        </p:xfrm>
        <a:graphic>
          <a:graphicData uri="http://schemas.openxmlformats.org/presentationml/2006/ole">
            <mc:AlternateContent xmlns:mc="http://schemas.openxmlformats.org/markup-compatibility/2006">
              <mc:Choice xmlns:v="urn:schemas-microsoft-com:vml" Requires="v">
                <p:oleObj spid="_x0000_s1043" name="Equation" r:id="rId6" imgW="406048" imgH="355292" progId="Equation.DSMT4">
                  <p:embed/>
                </p:oleObj>
              </mc:Choice>
              <mc:Fallback>
                <p:oleObj name="Equation" r:id="rId6" imgW="406048" imgH="355292" progId="Equation.DSMT4">
                  <p:embed/>
                  <p:pic>
                    <p:nvPicPr>
                      <p:cNvPr id="7" name="Object 6">
                        <a:extLst>
                          <a:ext uri="{FF2B5EF4-FFF2-40B4-BE49-F238E27FC236}">
                            <a16:creationId xmlns:a16="http://schemas.microsoft.com/office/drawing/2014/main" id="{0DFC0B3A-7D71-4228-9426-12117BDF4D8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28816" y="2408584"/>
                        <a:ext cx="827246" cy="724243"/>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6481598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978974" cy="461665"/>
          </a:xfrm>
          <a:prstGeom prst="rect">
            <a:avLst/>
          </a:prstGeom>
          <a:noFill/>
        </p:spPr>
        <p:txBody>
          <a:bodyPr wrap="none" rtlCol="0">
            <a:spAutoFit/>
          </a:bodyPr>
          <a:lstStyle/>
          <a:p>
            <a:r>
              <a:rPr lang="en-US" altLang="zh-CN" sz="2400" spc="300">
                <a:latin typeface="微软雅黑" panose="020B0503020204020204" pitchFamily="34" charset="-122"/>
                <a:ea typeface="微软雅黑" panose="020B0503020204020204" pitchFamily="34" charset="-122"/>
              </a:rPr>
              <a:t>3.</a:t>
            </a:r>
            <a:r>
              <a:rPr lang="zh-CN" altLang="en-US" sz="2400" spc="300">
                <a:latin typeface="微软雅黑" panose="020B0503020204020204" pitchFamily="34" charset="-122"/>
                <a:ea typeface="微软雅黑" panose="020B0503020204020204" pitchFamily="34" charset="-122"/>
              </a:rPr>
              <a:t>软件差错与可靠性度量</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7922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软件差错与可靠性  </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软件差错（</a:t>
            </a:r>
            <a:r>
              <a:rPr lang="en-US" altLang="zh-CN" dirty="0">
                <a:solidFill>
                  <a:srgbClr val="000000"/>
                </a:solidFill>
                <a:latin typeface="华文楷体" panose="02010600040101010101" pitchFamily="2" charset="-122"/>
                <a:ea typeface="华文楷体" panose="02010600040101010101" pitchFamily="2" charset="-122"/>
              </a:rPr>
              <a:t>Software Error</a:t>
            </a:r>
            <a:r>
              <a:rPr lang="zh-CN" altLang="en-US" dirty="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软件缺陷（</a:t>
            </a:r>
            <a:r>
              <a:rPr lang="en-US" altLang="zh-CN" dirty="0">
                <a:solidFill>
                  <a:srgbClr val="000000"/>
                </a:solidFill>
                <a:latin typeface="华文楷体" panose="02010600040101010101" pitchFamily="2" charset="-122"/>
                <a:ea typeface="华文楷体" panose="02010600040101010101" pitchFamily="2" charset="-122"/>
              </a:rPr>
              <a:t>Software Defect</a:t>
            </a:r>
            <a:r>
              <a:rPr lang="zh-CN" altLang="en-US" dirty="0">
                <a:solidFill>
                  <a:srgbClr val="000000"/>
                </a:solidFill>
                <a:latin typeface="华文楷体" panose="02010600040101010101" pitchFamily="2" charset="-122"/>
                <a:ea typeface="华文楷体" panose="02010600040101010101" pitchFamily="2" charset="-122"/>
              </a:rPr>
              <a:t>）缺陷数</a:t>
            </a:r>
            <a:r>
              <a:rPr lang="en-US" altLang="zh-CN" dirty="0">
                <a:solidFill>
                  <a:srgbClr val="000000"/>
                </a:solidFill>
                <a:latin typeface="华文楷体" panose="02010600040101010101" pitchFamily="2" charset="-122"/>
                <a:ea typeface="华文楷体" panose="02010600040101010101" pitchFamily="2" charset="-122"/>
              </a:rPr>
              <a:t>/KLOC</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软件故障 （</a:t>
            </a:r>
            <a:r>
              <a:rPr lang="en-US" altLang="zh-CN" dirty="0">
                <a:solidFill>
                  <a:srgbClr val="000000"/>
                </a:solidFill>
                <a:latin typeface="华文楷体" panose="02010600040101010101" pitchFamily="2" charset="-122"/>
                <a:ea typeface="华文楷体" panose="02010600040101010101" pitchFamily="2" charset="-122"/>
              </a:rPr>
              <a:t>Software Fault</a:t>
            </a:r>
            <a:r>
              <a:rPr lang="zh-CN" altLang="en-US" dirty="0">
                <a:solidFill>
                  <a:srgbClr val="000000"/>
                </a:solidFill>
                <a:latin typeface="华文楷体" panose="02010600040101010101" pitchFamily="2" charset="-122"/>
                <a:ea typeface="华文楷体" panose="02010600040101010101" pitchFamily="2" charset="-122"/>
              </a:rPr>
              <a:t>）</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软件可靠性度量指标</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软件可靠性</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定义：软件产品在规定的条件下，在规定的时间内，完成规定功能（或无故障运行）的概率。</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软件可靠性可以通过历史数据和开发数据直接测量和估算出来。</a:t>
            </a:r>
          </a:p>
        </p:txBody>
      </p:sp>
    </p:spTree>
    <p:extLst>
      <p:ext uri="{BB962C8B-B14F-4D97-AF65-F5344CB8AC3E}">
        <p14:creationId xmlns:p14="http://schemas.microsoft.com/office/powerpoint/2010/main" val="43210814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97897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a:t>
            </a:r>
            <a:r>
              <a:rPr lang="zh-CN" altLang="en-US" sz="2400" spc="300" dirty="0">
                <a:latin typeface="微软雅黑" panose="020B0503020204020204" pitchFamily="34" charset="-122"/>
                <a:ea typeface="微软雅黑" panose="020B0503020204020204" pitchFamily="34" charset="-122"/>
              </a:rPr>
              <a:t>软件差错与可靠性度量</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37675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寿命分布函数      </a:t>
            </a:r>
            <a:r>
              <a:rPr lang="en-US" altLang="zh-CN" dirty="0">
                <a:solidFill>
                  <a:srgbClr val="000000"/>
                </a:solidFill>
                <a:latin typeface="华文楷体" panose="02010600040101010101" pitchFamily="2" charset="-122"/>
                <a:ea typeface="华文楷体" panose="02010600040101010101" pitchFamily="2" charset="-122"/>
              </a:rPr>
              <a:t>F(x)=p (</a:t>
            </a:r>
            <a:r>
              <a:rPr lang="el-GR" altLang="zh-CN" dirty="0">
                <a:solidFill>
                  <a:srgbClr val="000000"/>
                </a:solidFill>
                <a:latin typeface="华文楷体" panose="02010600040101010101" pitchFamily="2" charset="-122"/>
                <a:ea typeface="华文楷体" panose="02010600040101010101" pitchFamily="2" charset="-122"/>
              </a:rPr>
              <a:t>ξ≤</a:t>
            </a:r>
            <a:r>
              <a:rPr lang="en-US" altLang="zh-CN" dirty="0">
                <a:solidFill>
                  <a:srgbClr val="000000"/>
                </a:solidFill>
                <a:latin typeface="华文楷体" panose="02010600040101010101" pitchFamily="2" charset="-122"/>
                <a:ea typeface="华文楷体" panose="02010600040101010101" pitchFamily="2" charset="-122"/>
              </a:rPr>
              <a:t>x)</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可靠度函数          </a:t>
            </a:r>
            <a:r>
              <a:rPr lang="en-US" altLang="zh-CN" dirty="0">
                <a:solidFill>
                  <a:srgbClr val="000000"/>
                </a:solidFill>
                <a:latin typeface="华文楷体" panose="02010600040101010101" pitchFamily="2" charset="-122"/>
                <a:ea typeface="华文楷体" panose="02010600040101010101" pitchFamily="2" charset="-122"/>
              </a:rPr>
              <a:t>R(x)=p (</a:t>
            </a:r>
            <a:r>
              <a:rPr lang="el-GR" altLang="zh-CN" dirty="0">
                <a:solidFill>
                  <a:srgbClr val="000000"/>
                </a:solidFill>
                <a:latin typeface="华文楷体" panose="02010600040101010101" pitchFamily="2" charset="-122"/>
                <a:ea typeface="华文楷体" panose="02010600040101010101" pitchFamily="2" charset="-122"/>
              </a:rPr>
              <a:t>ξ&gt;</a:t>
            </a:r>
            <a:r>
              <a:rPr lang="en-US" altLang="zh-CN" dirty="0">
                <a:solidFill>
                  <a:srgbClr val="000000"/>
                </a:solidFill>
                <a:latin typeface="华文楷体" panose="02010600040101010101" pitchFamily="2" charset="-122"/>
                <a:ea typeface="华文楷体" panose="02010600040101010101" pitchFamily="2" charset="-122"/>
              </a:rPr>
              <a:t>t) =1- F(t)</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寿命</a:t>
            </a:r>
            <a:r>
              <a:rPr lang="el-GR" altLang="zh-CN" dirty="0">
                <a:solidFill>
                  <a:srgbClr val="000000"/>
                </a:solidFill>
                <a:latin typeface="华文楷体" panose="02010600040101010101" pitchFamily="2" charset="-122"/>
                <a:ea typeface="华文楷体" panose="02010600040101010101" pitchFamily="2" charset="-122"/>
              </a:rPr>
              <a:t>ξ</a:t>
            </a:r>
            <a:r>
              <a:rPr lang="zh-CN" altLang="en-US" dirty="0">
                <a:solidFill>
                  <a:srgbClr val="000000"/>
                </a:solidFill>
                <a:latin typeface="华文楷体" panose="02010600040101010101" pitchFamily="2" charset="-122"/>
                <a:ea typeface="华文楷体" panose="02010600040101010101" pitchFamily="2" charset="-122"/>
              </a:rPr>
              <a:t>的概率密度  </a:t>
            </a:r>
            <a:r>
              <a:rPr lang="en-US" altLang="zh-CN" dirty="0">
                <a:solidFill>
                  <a:srgbClr val="000000"/>
                </a:solidFill>
                <a:latin typeface="华文楷体" panose="02010600040101010101" pitchFamily="2" charset="-122"/>
                <a:ea typeface="华文楷体" panose="02010600040101010101" pitchFamily="2" charset="-122"/>
              </a:rPr>
              <a:t>f(t)=d F(t) /</a:t>
            </a:r>
            <a:r>
              <a:rPr lang="en-US" altLang="zh-CN" dirty="0" err="1">
                <a:solidFill>
                  <a:srgbClr val="000000"/>
                </a:solidFill>
                <a:latin typeface="华文楷体" panose="02010600040101010101" pitchFamily="2" charset="-122"/>
                <a:ea typeface="华文楷体" panose="02010600040101010101" pitchFamily="2" charset="-122"/>
              </a:rPr>
              <a:t>dt</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失效率                  </a:t>
            </a:r>
            <a:r>
              <a:rPr lang="el-GR" altLang="zh-CN" dirty="0">
                <a:solidFill>
                  <a:srgbClr val="000000"/>
                </a:solidFill>
                <a:latin typeface="华文楷体" panose="02010600040101010101" pitchFamily="2" charset="-122"/>
                <a:ea typeface="华文楷体" panose="02010600040101010101" pitchFamily="2" charset="-122"/>
              </a:rPr>
              <a:t>λ(</a:t>
            </a:r>
            <a:r>
              <a:rPr lang="en-US" altLang="zh-CN" dirty="0">
                <a:solidFill>
                  <a:srgbClr val="000000"/>
                </a:solidFill>
                <a:latin typeface="华文楷体" panose="02010600040101010101" pitchFamily="2" charset="-122"/>
                <a:ea typeface="华文楷体" panose="02010600040101010101" pitchFamily="2" charset="-122"/>
              </a:rPr>
              <a:t>t)=f(t)/R(t)</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推导出的结论：</a:t>
            </a: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R(t)=</a:t>
            </a:r>
            <a:r>
              <a:rPr lang="en-US" altLang="zh-CN" dirty="0" err="1">
                <a:solidFill>
                  <a:srgbClr val="000000"/>
                </a:solidFill>
                <a:latin typeface="华文楷体" panose="02010600040101010101" pitchFamily="2" charset="-122"/>
                <a:ea typeface="华文楷体" panose="02010600040101010101" pitchFamily="2" charset="-122"/>
              </a:rPr>
              <a:t>exp</a:t>
            </a:r>
            <a:r>
              <a:rPr lang="en-US" altLang="zh-CN" dirty="0">
                <a:solidFill>
                  <a:srgbClr val="000000"/>
                </a:solidFill>
                <a:latin typeface="华文楷体" panose="02010600040101010101" pitchFamily="2" charset="-122"/>
                <a:ea typeface="华文楷体" panose="02010600040101010101" pitchFamily="2" charset="-122"/>
              </a:rPr>
              <a:t>{-                  }</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软件的平均寿命</a:t>
            </a:r>
          </a:p>
          <a:p>
            <a:pPr marL="285750" indent="-285750" algn="just">
              <a:lnSpc>
                <a:spcPct val="150000"/>
              </a:lnSpc>
              <a:buFont typeface="Arial" panose="020B0604020202020204" pitchFamily="34" charset="0"/>
              <a:buChar char="•"/>
            </a:pPr>
            <a:endParaRPr lang="zh-CN" altLang="en-US" dirty="0">
              <a:solidFill>
                <a:srgbClr val="000000"/>
              </a:solidFill>
              <a:latin typeface="华文楷体" panose="02010600040101010101" pitchFamily="2" charset="-122"/>
              <a:ea typeface="华文楷体" panose="02010600040101010101" pitchFamily="2" charset="-122"/>
            </a:endParaRPr>
          </a:p>
        </p:txBody>
      </p:sp>
      <p:grpSp>
        <p:nvGrpSpPr>
          <p:cNvPr id="6" name="Group 19">
            <a:extLst>
              <a:ext uri="{FF2B5EF4-FFF2-40B4-BE49-F238E27FC236}">
                <a16:creationId xmlns:a16="http://schemas.microsoft.com/office/drawing/2014/main" id="{5BD0BBC1-A0CC-4F1F-939A-8183ECA71702}"/>
              </a:ext>
            </a:extLst>
          </p:cNvPr>
          <p:cNvGrpSpPr>
            <a:grpSpLocks/>
          </p:cNvGrpSpPr>
          <p:nvPr/>
        </p:nvGrpSpPr>
        <p:grpSpPr bwMode="auto">
          <a:xfrm>
            <a:off x="5614344" y="1945999"/>
            <a:ext cx="2917825" cy="1814512"/>
            <a:chOff x="3470" y="2387"/>
            <a:chExt cx="1838" cy="1143"/>
          </a:xfrm>
        </p:grpSpPr>
        <p:sp>
          <p:nvSpPr>
            <p:cNvPr id="7" name="Text Box 8">
              <a:extLst>
                <a:ext uri="{FF2B5EF4-FFF2-40B4-BE49-F238E27FC236}">
                  <a16:creationId xmlns:a16="http://schemas.microsoft.com/office/drawing/2014/main" id="{AA7C6003-8118-4070-9895-957BD606CA9F}"/>
                </a:ext>
              </a:extLst>
            </p:cNvPr>
            <p:cNvSpPr txBox="1">
              <a:spLocks noChangeArrowheads="1"/>
            </p:cNvSpPr>
            <p:nvPr/>
          </p:nvSpPr>
          <p:spPr bwMode="auto">
            <a:xfrm>
              <a:off x="3515" y="2432"/>
              <a:ext cx="503" cy="32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r>
                <a:rPr lang="en-US" altLang="zh-CN" sz="2800" b="1">
                  <a:solidFill>
                    <a:srgbClr val="000099"/>
                  </a:solidFill>
                  <a:ea typeface="仿宋_GB2312" pitchFamily="49" charset="-122"/>
                </a:rPr>
                <a:t>R(t)</a:t>
              </a:r>
            </a:p>
          </p:txBody>
        </p:sp>
        <p:sp>
          <p:nvSpPr>
            <p:cNvPr id="8" name="Text Box 9">
              <a:extLst>
                <a:ext uri="{FF2B5EF4-FFF2-40B4-BE49-F238E27FC236}">
                  <a16:creationId xmlns:a16="http://schemas.microsoft.com/office/drawing/2014/main" id="{9FD22F48-34B2-4872-9F14-AB604B18B0A1}"/>
                </a:ext>
              </a:extLst>
            </p:cNvPr>
            <p:cNvSpPr txBox="1">
              <a:spLocks noChangeArrowheads="1"/>
            </p:cNvSpPr>
            <p:nvPr/>
          </p:nvSpPr>
          <p:spPr bwMode="auto">
            <a:xfrm>
              <a:off x="4830" y="2387"/>
              <a:ext cx="478" cy="32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r>
                <a:rPr lang="en-US" altLang="zh-CN" sz="2800" b="1">
                  <a:solidFill>
                    <a:srgbClr val="000099"/>
                  </a:solidFill>
                  <a:ea typeface="仿宋_GB2312" pitchFamily="49" charset="-122"/>
                </a:rPr>
                <a:t>F(t)</a:t>
              </a:r>
            </a:p>
          </p:txBody>
        </p:sp>
        <p:sp>
          <p:nvSpPr>
            <p:cNvPr id="9" name="Text Box 10">
              <a:extLst>
                <a:ext uri="{FF2B5EF4-FFF2-40B4-BE49-F238E27FC236}">
                  <a16:creationId xmlns:a16="http://schemas.microsoft.com/office/drawing/2014/main" id="{258F609F-7756-4672-84B6-0251B1DE9F60}"/>
                </a:ext>
              </a:extLst>
            </p:cNvPr>
            <p:cNvSpPr txBox="1">
              <a:spLocks noChangeArrowheads="1"/>
            </p:cNvSpPr>
            <p:nvPr/>
          </p:nvSpPr>
          <p:spPr bwMode="auto">
            <a:xfrm>
              <a:off x="3470" y="3203"/>
              <a:ext cx="490" cy="32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r>
                <a:rPr lang="en-US" altLang="zh-CN" sz="2800" b="1">
                  <a:solidFill>
                    <a:srgbClr val="000099"/>
                  </a:solidFill>
                  <a:ea typeface="仿宋_GB2312" pitchFamily="49" charset="-122"/>
                </a:rPr>
                <a:t>E(t)</a:t>
              </a:r>
            </a:p>
          </p:txBody>
        </p:sp>
        <p:sp>
          <p:nvSpPr>
            <p:cNvPr id="10" name="Text Box 11">
              <a:extLst>
                <a:ext uri="{FF2B5EF4-FFF2-40B4-BE49-F238E27FC236}">
                  <a16:creationId xmlns:a16="http://schemas.microsoft.com/office/drawing/2014/main" id="{07B0FD62-36DA-488F-9400-D5D855080708}"/>
                </a:ext>
              </a:extLst>
            </p:cNvPr>
            <p:cNvSpPr txBox="1">
              <a:spLocks noChangeArrowheads="1"/>
            </p:cNvSpPr>
            <p:nvPr/>
          </p:nvSpPr>
          <p:spPr bwMode="auto">
            <a:xfrm>
              <a:off x="4830" y="3203"/>
              <a:ext cx="416" cy="32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r>
                <a:rPr lang="en-US" altLang="zh-CN" sz="2800" b="1">
                  <a:solidFill>
                    <a:srgbClr val="000099"/>
                  </a:solidFill>
                  <a:ea typeface="仿宋_GB2312" pitchFamily="49" charset="-122"/>
                </a:rPr>
                <a:t>f(t)</a:t>
              </a:r>
            </a:p>
          </p:txBody>
        </p:sp>
        <p:sp>
          <p:nvSpPr>
            <p:cNvPr id="11" name="Line 12">
              <a:extLst>
                <a:ext uri="{FF2B5EF4-FFF2-40B4-BE49-F238E27FC236}">
                  <a16:creationId xmlns:a16="http://schemas.microsoft.com/office/drawing/2014/main" id="{12C02723-AC16-4355-B158-98331B2AFE92}"/>
                </a:ext>
              </a:extLst>
            </p:cNvPr>
            <p:cNvSpPr>
              <a:spLocks noChangeShapeType="1"/>
            </p:cNvSpPr>
            <p:nvPr/>
          </p:nvSpPr>
          <p:spPr bwMode="auto">
            <a:xfrm>
              <a:off x="4014" y="2568"/>
              <a:ext cx="907" cy="0"/>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Line 13">
              <a:extLst>
                <a:ext uri="{FF2B5EF4-FFF2-40B4-BE49-F238E27FC236}">
                  <a16:creationId xmlns:a16="http://schemas.microsoft.com/office/drawing/2014/main" id="{CF8C4CC7-FE72-455B-A2B8-6816F4EEDABB}"/>
                </a:ext>
              </a:extLst>
            </p:cNvPr>
            <p:cNvSpPr>
              <a:spLocks noChangeShapeType="1"/>
            </p:cNvSpPr>
            <p:nvPr/>
          </p:nvSpPr>
          <p:spPr bwMode="auto">
            <a:xfrm>
              <a:off x="3923" y="2704"/>
              <a:ext cx="952" cy="589"/>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Line 14">
              <a:extLst>
                <a:ext uri="{FF2B5EF4-FFF2-40B4-BE49-F238E27FC236}">
                  <a16:creationId xmlns:a16="http://schemas.microsoft.com/office/drawing/2014/main" id="{BDB27BD9-BED2-4060-B55E-96B6E6826B90}"/>
                </a:ext>
              </a:extLst>
            </p:cNvPr>
            <p:cNvSpPr>
              <a:spLocks noChangeShapeType="1"/>
            </p:cNvSpPr>
            <p:nvPr/>
          </p:nvSpPr>
          <p:spPr bwMode="auto">
            <a:xfrm>
              <a:off x="5057" y="2704"/>
              <a:ext cx="0" cy="545"/>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15">
              <a:extLst>
                <a:ext uri="{FF2B5EF4-FFF2-40B4-BE49-F238E27FC236}">
                  <a16:creationId xmlns:a16="http://schemas.microsoft.com/office/drawing/2014/main" id="{84F02EFB-182E-414D-B4C6-496A156A8054}"/>
                </a:ext>
              </a:extLst>
            </p:cNvPr>
            <p:cNvSpPr>
              <a:spLocks noChangeShapeType="1"/>
            </p:cNvSpPr>
            <p:nvPr/>
          </p:nvSpPr>
          <p:spPr bwMode="auto">
            <a:xfrm flipH="1" flipV="1">
              <a:off x="3923" y="3385"/>
              <a:ext cx="953" cy="4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16">
              <a:extLst>
                <a:ext uri="{FF2B5EF4-FFF2-40B4-BE49-F238E27FC236}">
                  <a16:creationId xmlns:a16="http://schemas.microsoft.com/office/drawing/2014/main" id="{C2330B14-E304-4900-84B4-8B488BF54095}"/>
                </a:ext>
              </a:extLst>
            </p:cNvPr>
            <p:cNvSpPr>
              <a:spLocks noChangeShapeType="1"/>
            </p:cNvSpPr>
            <p:nvPr/>
          </p:nvSpPr>
          <p:spPr bwMode="auto">
            <a:xfrm>
              <a:off x="3696" y="2750"/>
              <a:ext cx="0" cy="499"/>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 name="Text Box 17">
            <a:extLst>
              <a:ext uri="{FF2B5EF4-FFF2-40B4-BE49-F238E27FC236}">
                <a16:creationId xmlns:a16="http://schemas.microsoft.com/office/drawing/2014/main" id="{19CE418F-2E28-4B36-A91F-5A56E81A1459}"/>
              </a:ext>
            </a:extLst>
          </p:cNvPr>
          <p:cNvSpPr txBox="1">
            <a:spLocks noChangeArrowheads="1"/>
          </p:cNvSpPr>
          <p:nvPr/>
        </p:nvSpPr>
        <p:spPr bwMode="auto">
          <a:xfrm>
            <a:off x="5677050" y="3960630"/>
            <a:ext cx="3041650" cy="5191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r>
              <a:rPr lang="zh-CN" altLang="en-US" sz="2800" b="1">
                <a:solidFill>
                  <a:srgbClr val="000099"/>
                </a:solidFill>
                <a:ea typeface="仿宋_GB2312" pitchFamily="49" charset="-122"/>
              </a:rPr>
              <a:t>可靠性指标关联图</a:t>
            </a:r>
          </a:p>
        </p:txBody>
      </p:sp>
      <p:graphicFrame>
        <p:nvGraphicFramePr>
          <p:cNvPr id="20" name="Object 6">
            <a:extLst>
              <a:ext uri="{FF2B5EF4-FFF2-40B4-BE49-F238E27FC236}">
                <a16:creationId xmlns:a16="http://schemas.microsoft.com/office/drawing/2014/main" id="{6DB0097E-20AC-47E2-AEF6-EFB2D683BE03}"/>
              </a:ext>
            </a:extLst>
          </p:cNvPr>
          <p:cNvGraphicFramePr>
            <a:graphicFrameLocks noChangeAspect="1"/>
          </p:cNvGraphicFramePr>
          <p:nvPr>
            <p:extLst>
              <p:ext uri="{D42A27DB-BD31-4B8C-83A1-F6EECF244321}">
                <p14:modId xmlns:p14="http://schemas.microsoft.com/office/powerpoint/2010/main" val="2537774332"/>
              </p:ext>
            </p:extLst>
          </p:nvPr>
        </p:nvGraphicFramePr>
        <p:xfrm>
          <a:off x="1901435" y="3787479"/>
          <a:ext cx="1744887" cy="503271"/>
        </p:xfrm>
        <a:graphic>
          <a:graphicData uri="http://schemas.openxmlformats.org/presentationml/2006/ole">
            <mc:AlternateContent xmlns:mc="http://schemas.openxmlformats.org/markup-compatibility/2006">
              <mc:Choice xmlns:v="urn:schemas-microsoft-com:vml" Requires="v">
                <p:oleObj spid="_x0000_s2070" name="Equation" r:id="rId4" imgW="977476" imgH="304668" progId="Equation.DSMT4">
                  <p:embed/>
                </p:oleObj>
              </mc:Choice>
              <mc:Fallback>
                <p:oleObj name="Equation" r:id="rId4" imgW="977476" imgH="304668" progId="Equation.DSMT4">
                  <p:embed/>
                  <p:pic>
                    <p:nvPicPr>
                      <p:cNvPr id="20" name="Object 6">
                        <a:extLst>
                          <a:ext uri="{FF2B5EF4-FFF2-40B4-BE49-F238E27FC236}">
                            <a16:creationId xmlns:a16="http://schemas.microsoft.com/office/drawing/2014/main" id="{6DB0097E-20AC-47E2-AEF6-EFB2D683BE0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1435" y="3787479"/>
                        <a:ext cx="1744887" cy="503271"/>
                      </a:xfrm>
                      <a:prstGeom prst="rect">
                        <a:avLst/>
                      </a:prstGeom>
                      <a:noFill/>
                      <a:ln>
                        <a:noFill/>
                      </a:ln>
                      <a:effectLst/>
                    </p:spPr>
                  </p:pic>
                </p:oleObj>
              </mc:Fallback>
            </mc:AlternateContent>
          </a:graphicData>
        </a:graphic>
      </p:graphicFrame>
      <p:graphicFrame>
        <p:nvGraphicFramePr>
          <p:cNvPr id="21" name="Object 4">
            <a:extLst>
              <a:ext uri="{FF2B5EF4-FFF2-40B4-BE49-F238E27FC236}">
                <a16:creationId xmlns:a16="http://schemas.microsoft.com/office/drawing/2014/main" id="{9902ED22-9F8C-4501-A4DB-A22B2D15155F}"/>
              </a:ext>
            </a:extLst>
          </p:cNvPr>
          <p:cNvGraphicFramePr>
            <a:graphicFrameLocks noChangeAspect="1"/>
          </p:cNvGraphicFramePr>
          <p:nvPr/>
        </p:nvGraphicFramePr>
        <p:xfrm>
          <a:off x="2064510" y="2994244"/>
          <a:ext cx="938008" cy="443976"/>
        </p:xfrm>
        <a:graphic>
          <a:graphicData uri="http://schemas.openxmlformats.org/presentationml/2006/ole">
            <mc:AlternateContent xmlns:mc="http://schemas.openxmlformats.org/markup-compatibility/2006">
              <mc:Choice xmlns:v="urn:schemas-microsoft-com:vml" Requires="v">
                <p:oleObj spid="_x0000_s2071" name="Equation" r:id="rId6" imgW="571252" imgH="304668" progId="Equation.DSMT4">
                  <p:embed/>
                </p:oleObj>
              </mc:Choice>
              <mc:Fallback>
                <p:oleObj name="Equation" r:id="rId6" imgW="571252" imgH="304668" progId="Equation.DSMT4">
                  <p:embed/>
                  <p:pic>
                    <p:nvPicPr>
                      <p:cNvPr id="21" name="Object 4">
                        <a:extLst>
                          <a:ext uri="{FF2B5EF4-FFF2-40B4-BE49-F238E27FC236}">
                            <a16:creationId xmlns:a16="http://schemas.microsoft.com/office/drawing/2014/main" id="{9902ED22-9F8C-4501-A4DB-A22B2D15155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64510" y="2994244"/>
                        <a:ext cx="938008" cy="443976"/>
                      </a:xfrm>
                      <a:prstGeom prst="rect">
                        <a:avLst/>
                      </a:prstGeom>
                      <a:noFill/>
                      <a:ln>
                        <a:noFill/>
                      </a:ln>
                      <a:effectLst/>
                    </p:spPr>
                  </p:pic>
                </p:oleObj>
              </mc:Fallback>
            </mc:AlternateContent>
          </a:graphicData>
        </a:graphic>
      </p:graphicFrame>
      <p:sp>
        <p:nvSpPr>
          <p:cNvPr id="3" name="矩形 2"/>
          <p:cNvSpPr/>
          <p:nvPr/>
        </p:nvSpPr>
        <p:spPr>
          <a:xfrm>
            <a:off x="611830" y="4497169"/>
            <a:ext cx="7232951" cy="369332"/>
          </a:xfrm>
          <a:prstGeom prst="rect">
            <a:avLst/>
          </a:prstGeom>
        </p:spPr>
        <p:txBody>
          <a:bodyPr wrap="square">
            <a:spAutoFit/>
          </a:bodyPr>
          <a:lstStyle/>
          <a:p>
            <a:r>
              <a:rPr lang="en-US" altLang="zh-CN" dirty="0"/>
              <a:t>https://blog.csdn.net/A1342772/article/details/78152730</a:t>
            </a:r>
            <a:endParaRPr lang="zh-CN" altLang="en-US" dirty="0"/>
          </a:p>
        </p:txBody>
      </p:sp>
    </p:spTree>
    <p:extLst>
      <p:ext uri="{BB962C8B-B14F-4D97-AF65-F5344CB8AC3E}">
        <p14:creationId xmlns:p14="http://schemas.microsoft.com/office/powerpoint/2010/main" val="399826140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877437" cy="461665"/>
          </a:xfrm>
          <a:prstGeom prst="rect">
            <a:avLst/>
          </a:prstGeom>
          <a:noFill/>
        </p:spPr>
        <p:txBody>
          <a:bodyPr wrap="none" rtlCol="0">
            <a:spAutoFit/>
          </a:bodyPr>
          <a:lstStyle/>
          <a:p>
            <a:r>
              <a:rPr lang="en-US" altLang="zh-CN" sz="2400" spc="300">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2400" spc="300">
                <a:latin typeface="Times New Roman" panose="02020603050405020304" pitchFamily="18" charset="0"/>
                <a:ea typeface="微软雅黑" panose="020B0503020204020204" pitchFamily="34" charset="-122"/>
                <a:cs typeface="Times New Roman" panose="02020603050405020304" pitchFamily="18" charset="0"/>
              </a:rPr>
              <a:t>质量度量</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46827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软件工程的目标就是生产出高质量的软件产品。</a:t>
            </a:r>
          </a:p>
        </p:txBody>
      </p:sp>
      <p:sp>
        <p:nvSpPr>
          <p:cNvPr id="7" name="文本框 6">
            <a:extLst>
              <a:ext uri="{FF2B5EF4-FFF2-40B4-BE49-F238E27FC236}">
                <a16:creationId xmlns:a16="http://schemas.microsoft.com/office/drawing/2014/main" id="{E466B68E-49EE-4B4F-928F-CDE9408E0164}"/>
              </a:ext>
            </a:extLst>
          </p:cNvPr>
          <p:cNvSpPr txBox="1"/>
          <p:nvPr/>
        </p:nvSpPr>
        <p:spPr>
          <a:xfrm>
            <a:off x="611832" y="1531011"/>
            <a:ext cx="7920337" cy="1560427"/>
          </a:xfrm>
          <a:prstGeom prst="rect">
            <a:avLst/>
          </a:prstGeom>
          <a:noFill/>
        </p:spPr>
        <p:txBody>
          <a:bodyPr wrap="square">
            <a:spAutoFit/>
          </a:bodyPr>
          <a:lstStyle/>
          <a:p>
            <a:pPr>
              <a:spcAft>
                <a:spcPct val="15000"/>
              </a:spcAft>
            </a:pPr>
            <a:r>
              <a:rPr lang="zh-CN" altLang="en-US" sz="1800" dirty="0">
                <a:solidFill>
                  <a:srgbClr val="000000"/>
                </a:solidFill>
                <a:latin typeface="华文楷体" panose="02010600040101010101" pitchFamily="2" charset="-122"/>
                <a:ea typeface="华文楷体" panose="02010600040101010101" pitchFamily="2" charset="-122"/>
              </a:rPr>
              <a:t>如何定义软件质量呢？</a:t>
            </a:r>
          </a:p>
          <a:p>
            <a:pPr eaLnBrk="1" hangingPunct="1">
              <a:spcAft>
                <a:spcPct val="15000"/>
              </a:spcAft>
            </a:pPr>
            <a:r>
              <a:rPr lang="zh-CN" altLang="en-US" dirty="0">
                <a:solidFill>
                  <a:srgbClr val="000000"/>
                </a:solidFill>
                <a:latin typeface="华文楷体" panose="02010600040101010101" pitchFamily="2" charset="-122"/>
                <a:ea typeface="华文楷体" panose="02010600040101010101" pitchFamily="2" charset="-122"/>
              </a:rPr>
              <a:t>软件质量：</a:t>
            </a:r>
          </a:p>
          <a:p>
            <a:pPr eaLnBrk="1" hangingPunct="1">
              <a:buClr>
                <a:schemeClr val="tx1"/>
              </a:buClr>
              <a:buFontTx/>
              <a:buChar char="•"/>
            </a:pPr>
            <a:r>
              <a:rPr lang="zh-CN" altLang="en-US" dirty="0">
                <a:solidFill>
                  <a:srgbClr val="000000"/>
                </a:solidFill>
                <a:latin typeface="华文楷体" panose="02010600040101010101" pitchFamily="2" charset="-122"/>
                <a:ea typeface="华文楷体" panose="02010600040101010101" pitchFamily="2" charset="-122"/>
              </a:rPr>
              <a:t>符合明确规定的功能和性能需求</a:t>
            </a:r>
          </a:p>
          <a:p>
            <a:pPr eaLnBrk="1" hangingPunct="1">
              <a:buClr>
                <a:schemeClr val="tx1"/>
              </a:buClr>
              <a:buFontTx/>
              <a:buChar char="•"/>
            </a:pPr>
            <a:r>
              <a:rPr lang="zh-CN" altLang="en-US" dirty="0">
                <a:solidFill>
                  <a:srgbClr val="000000"/>
                </a:solidFill>
                <a:latin typeface="华文楷体" panose="02010600040101010101" pitchFamily="2" charset="-122"/>
                <a:ea typeface="华文楷体" panose="02010600040101010101" pitchFamily="2" charset="-122"/>
              </a:rPr>
              <a:t>符合已清晰文档化的开发标准</a:t>
            </a:r>
          </a:p>
          <a:p>
            <a:pPr eaLnBrk="1" hangingPunct="1">
              <a:buClr>
                <a:schemeClr val="tx1"/>
              </a:buClr>
              <a:buFontTx/>
              <a:buChar char="•"/>
            </a:pPr>
            <a:r>
              <a:rPr lang="zh-CN" altLang="en-US" dirty="0">
                <a:solidFill>
                  <a:srgbClr val="000000"/>
                </a:solidFill>
                <a:latin typeface="华文楷体" panose="02010600040101010101" pitchFamily="2" charset="-122"/>
                <a:ea typeface="华文楷体" panose="02010600040101010101" pitchFamily="2" charset="-122"/>
              </a:rPr>
              <a:t>具有专业人员开发软件所应有的隐含特征</a:t>
            </a:r>
          </a:p>
        </p:txBody>
      </p:sp>
    </p:spTree>
    <p:extLst>
      <p:ext uri="{BB962C8B-B14F-4D97-AF65-F5344CB8AC3E}">
        <p14:creationId xmlns:p14="http://schemas.microsoft.com/office/powerpoint/2010/main" val="415636549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楷体" panose="02010600040101010101" pitchFamily="2" charset="-122"/>
              <a:ea typeface="华文楷体" panose="02010600040101010101" pitchFamily="2" charset="-122"/>
            </a:endParaRPr>
          </a:p>
        </p:txBody>
      </p:sp>
      <p:sp>
        <p:nvSpPr>
          <p:cNvPr id="35" name="TextBox 34"/>
          <p:cNvSpPr txBox="1"/>
          <p:nvPr/>
        </p:nvSpPr>
        <p:spPr>
          <a:xfrm>
            <a:off x="950303" y="135982"/>
            <a:ext cx="3993401"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改正一个错误的相对成本</a:t>
            </a:r>
          </a:p>
        </p:txBody>
      </p:sp>
      <p:sp>
        <p:nvSpPr>
          <p:cNvPr id="3" name="Line 4">
            <a:extLst>
              <a:ext uri="{FF2B5EF4-FFF2-40B4-BE49-F238E27FC236}">
                <a16:creationId xmlns:a16="http://schemas.microsoft.com/office/drawing/2014/main" id="{EAFDDEEE-03CF-47E4-BFF0-D893B9FF20F1}"/>
              </a:ext>
            </a:extLst>
          </p:cNvPr>
          <p:cNvSpPr>
            <a:spLocks noChangeShapeType="1"/>
          </p:cNvSpPr>
          <p:nvPr/>
        </p:nvSpPr>
        <p:spPr bwMode="auto">
          <a:xfrm>
            <a:off x="852543" y="4567780"/>
            <a:ext cx="770572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4" name="Line 5">
            <a:extLst>
              <a:ext uri="{FF2B5EF4-FFF2-40B4-BE49-F238E27FC236}">
                <a16:creationId xmlns:a16="http://schemas.microsoft.com/office/drawing/2014/main" id="{520CF838-FEA2-405F-A29A-801E6C306105}"/>
              </a:ext>
            </a:extLst>
          </p:cNvPr>
          <p:cNvSpPr>
            <a:spLocks noChangeShapeType="1"/>
          </p:cNvSpPr>
          <p:nvPr/>
        </p:nvSpPr>
        <p:spPr bwMode="auto">
          <a:xfrm>
            <a:off x="852543" y="822868"/>
            <a:ext cx="0" cy="37449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5" name="Rectangle 6">
            <a:extLst>
              <a:ext uri="{FF2B5EF4-FFF2-40B4-BE49-F238E27FC236}">
                <a16:creationId xmlns:a16="http://schemas.microsoft.com/office/drawing/2014/main" id="{44B46090-84DD-40BD-B1E6-9C550E5444E4}"/>
              </a:ext>
            </a:extLst>
          </p:cNvPr>
          <p:cNvSpPr>
            <a:spLocks noChangeArrowheads="1"/>
          </p:cNvSpPr>
          <p:nvPr/>
        </p:nvSpPr>
        <p:spPr bwMode="auto">
          <a:xfrm>
            <a:off x="1284343" y="3559718"/>
            <a:ext cx="503237" cy="1008062"/>
          </a:xfrm>
          <a:prstGeom prst="rect">
            <a:avLst/>
          </a:prstGeom>
          <a:solidFill>
            <a:srgbClr val="FFFF66"/>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endParaRPr lang="zh-CN" altLang="en-US">
              <a:latin typeface="华文楷体" panose="02010600040101010101" pitchFamily="2" charset="-122"/>
              <a:ea typeface="华文楷体" panose="02010600040101010101" pitchFamily="2" charset="-122"/>
            </a:endParaRPr>
          </a:p>
        </p:txBody>
      </p:sp>
      <p:sp>
        <p:nvSpPr>
          <p:cNvPr id="7" name="Rectangle 7">
            <a:extLst>
              <a:ext uri="{FF2B5EF4-FFF2-40B4-BE49-F238E27FC236}">
                <a16:creationId xmlns:a16="http://schemas.microsoft.com/office/drawing/2014/main" id="{E3817BCA-384E-479F-9A49-E905BE713A27}"/>
              </a:ext>
            </a:extLst>
          </p:cNvPr>
          <p:cNvSpPr>
            <a:spLocks noChangeArrowheads="1"/>
          </p:cNvSpPr>
          <p:nvPr/>
        </p:nvSpPr>
        <p:spPr bwMode="auto">
          <a:xfrm>
            <a:off x="3589393" y="2767555"/>
            <a:ext cx="503237" cy="1800225"/>
          </a:xfrm>
          <a:prstGeom prst="rect">
            <a:avLst/>
          </a:prstGeom>
          <a:solidFill>
            <a:srgbClr val="FFFF66"/>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endParaRPr lang="zh-CN" altLang="en-US">
              <a:latin typeface="华文楷体" panose="02010600040101010101" pitchFamily="2" charset="-122"/>
              <a:ea typeface="华文楷体" panose="02010600040101010101" pitchFamily="2" charset="-122"/>
            </a:endParaRPr>
          </a:p>
        </p:txBody>
      </p:sp>
      <p:sp>
        <p:nvSpPr>
          <p:cNvPr id="9" name="Rectangle 8">
            <a:extLst>
              <a:ext uri="{FF2B5EF4-FFF2-40B4-BE49-F238E27FC236}">
                <a16:creationId xmlns:a16="http://schemas.microsoft.com/office/drawing/2014/main" id="{D1C15853-BA17-4161-9443-1AEF35E683F1}"/>
              </a:ext>
            </a:extLst>
          </p:cNvPr>
          <p:cNvSpPr>
            <a:spLocks noChangeArrowheads="1"/>
          </p:cNvSpPr>
          <p:nvPr/>
        </p:nvSpPr>
        <p:spPr bwMode="auto">
          <a:xfrm>
            <a:off x="2436868" y="3056480"/>
            <a:ext cx="503237" cy="1511300"/>
          </a:xfrm>
          <a:prstGeom prst="rect">
            <a:avLst/>
          </a:prstGeom>
          <a:solidFill>
            <a:srgbClr val="FFFF66"/>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endParaRPr lang="zh-CN" altLang="en-US">
              <a:latin typeface="华文楷体" panose="02010600040101010101" pitchFamily="2" charset="-122"/>
              <a:ea typeface="华文楷体" panose="02010600040101010101" pitchFamily="2" charset="-122"/>
            </a:endParaRPr>
          </a:p>
        </p:txBody>
      </p:sp>
      <p:sp>
        <p:nvSpPr>
          <p:cNvPr id="11" name="Rectangle 9">
            <a:extLst>
              <a:ext uri="{FF2B5EF4-FFF2-40B4-BE49-F238E27FC236}">
                <a16:creationId xmlns:a16="http://schemas.microsoft.com/office/drawing/2014/main" id="{FE466030-5431-45B7-9395-49FC860342C7}"/>
              </a:ext>
            </a:extLst>
          </p:cNvPr>
          <p:cNvSpPr>
            <a:spLocks noChangeArrowheads="1"/>
          </p:cNvSpPr>
          <p:nvPr/>
        </p:nvSpPr>
        <p:spPr bwMode="auto">
          <a:xfrm>
            <a:off x="4884793" y="2407193"/>
            <a:ext cx="503237" cy="2160587"/>
          </a:xfrm>
          <a:prstGeom prst="rect">
            <a:avLst/>
          </a:prstGeom>
          <a:solidFill>
            <a:srgbClr val="FFFF66"/>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endParaRPr lang="zh-CN" altLang="en-US">
              <a:latin typeface="华文楷体" panose="02010600040101010101" pitchFamily="2" charset="-122"/>
              <a:ea typeface="华文楷体" panose="02010600040101010101" pitchFamily="2" charset="-122"/>
            </a:endParaRPr>
          </a:p>
        </p:txBody>
      </p:sp>
      <p:sp>
        <p:nvSpPr>
          <p:cNvPr id="13" name="Rectangle 10">
            <a:extLst>
              <a:ext uri="{FF2B5EF4-FFF2-40B4-BE49-F238E27FC236}">
                <a16:creationId xmlns:a16="http://schemas.microsoft.com/office/drawing/2014/main" id="{C31FE08F-FF0C-4548-87BD-28101B073F08}"/>
              </a:ext>
            </a:extLst>
          </p:cNvPr>
          <p:cNvSpPr>
            <a:spLocks noChangeArrowheads="1"/>
          </p:cNvSpPr>
          <p:nvPr/>
        </p:nvSpPr>
        <p:spPr bwMode="auto">
          <a:xfrm>
            <a:off x="6253218" y="2048418"/>
            <a:ext cx="503237" cy="2519362"/>
          </a:xfrm>
          <a:prstGeom prst="rect">
            <a:avLst/>
          </a:prstGeom>
          <a:solidFill>
            <a:srgbClr val="FFFF66"/>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endParaRPr lang="zh-CN" altLang="en-US">
              <a:latin typeface="华文楷体" panose="02010600040101010101" pitchFamily="2" charset="-122"/>
              <a:ea typeface="华文楷体" panose="02010600040101010101" pitchFamily="2" charset="-122"/>
            </a:endParaRPr>
          </a:p>
        </p:txBody>
      </p:sp>
      <p:sp>
        <p:nvSpPr>
          <p:cNvPr id="15" name="Rectangle 11">
            <a:extLst>
              <a:ext uri="{FF2B5EF4-FFF2-40B4-BE49-F238E27FC236}">
                <a16:creationId xmlns:a16="http://schemas.microsoft.com/office/drawing/2014/main" id="{F23FA559-A4CA-44A2-BD2C-E78CE6655C21}"/>
              </a:ext>
            </a:extLst>
          </p:cNvPr>
          <p:cNvSpPr>
            <a:spLocks noChangeArrowheads="1"/>
          </p:cNvSpPr>
          <p:nvPr/>
        </p:nvSpPr>
        <p:spPr bwMode="auto">
          <a:xfrm>
            <a:off x="7550205" y="1256255"/>
            <a:ext cx="503238" cy="3311525"/>
          </a:xfrm>
          <a:prstGeom prst="rect">
            <a:avLst/>
          </a:prstGeom>
          <a:solidFill>
            <a:srgbClr val="FFFF66"/>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endParaRPr lang="zh-CN" altLang="en-US">
              <a:latin typeface="华文楷体" panose="02010600040101010101" pitchFamily="2" charset="-122"/>
              <a:ea typeface="华文楷体" panose="02010600040101010101" pitchFamily="2" charset="-122"/>
            </a:endParaRPr>
          </a:p>
        </p:txBody>
      </p:sp>
      <p:sp>
        <p:nvSpPr>
          <p:cNvPr id="17" name="Text Box 12">
            <a:extLst>
              <a:ext uri="{FF2B5EF4-FFF2-40B4-BE49-F238E27FC236}">
                <a16:creationId xmlns:a16="http://schemas.microsoft.com/office/drawing/2014/main" id="{A9ACEE24-C5C2-4F9E-9A97-51C8F2A1B823}"/>
              </a:ext>
            </a:extLst>
          </p:cNvPr>
          <p:cNvSpPr txBox="1">
            <a:spLocks noChangeArrowheads="1"/>
          </p:cNvSpPr>
          <p:nvPr/>
        </p:nvSpPr>
        <p:spPr bwMode="auto">
          <a:xfrm>
            <a:off x="544568" y="3651793"/>
            <a:ext cx="293670" cy="36933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r>
              <a:rPr lang="en-US" altLang="zh-CN" sz="1800" b="1">
                <a:latin typeface="华文楷体" panose="02010600040101010101" pitchFamily="2" charset="-122"/>
                <a:ea typeface="华文楷体" panose="02010600040101010101" pitchFamily="2" charset="-122"/>
              </a:rPr>
              <a:t>1</a:t>
            </a:r>
          </a:p>
        </p:txBody>
      </p:sp>
      <p:sp>
        <p:nvSpPr>
          <p:cNvPr id="19" name="Text Box 13">
            <a:extLst>
              <a:ext uri="{FF2B5EF4-FFF2-40B4-BE49-F238E27FC236}">
                <a16:creationId xmlns:a16="http://schemas.microsoft.com/office/drawing/2014/main" id="{17E91C6A-D561-41DB-8821-068D41254053}"/>
              </a:ext>
            </a:extLst>
          </p:cNvPr>
          <p:cNvSpPr txBox="1">
            <a:spLocks noChangeArrowheads="1"/>
          </p:cNvSpPr>
          <p:nvPr/>
        </p:nvSpPr>
        <p:spPr bwMode="auto">
          <a:xfrm>
            <a:off x="420743" y="2696118"/>
            <a:ext cx="402674" cy="36933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r>
              <a:rPr lang="en-US" altLang="zh-CN" sz="1800" b="1">
                <a:latin typeface="华文楷体" panose="02010600040101010101" pitchFamily="2" charset="-122"/>
                <a:ea typeface="华文楷体" panose="02010600040101010101" pitchFamily="2" charset="-122"/>
              </a:rPr>
              <a:t>10</a:t>
            </a:r>
          </a:p>
        </p:txBody>
      </p:sp>
      <p:sp>
        <p:nvSpPr>
          <p:cNvPr id="21" name="Text Box 14">
            <a:extLst>
              <a:ext uri="{FF2B5EF4-FFF2-40B4-BE49-F238E27FC236}">
                <a16:creationId xmlns:a16="http://schemas.microsoft.com/office/drawing/2014/main" id="{559C805D-B131-4E04-BDBE-71B8E9B4C3E4}"/>
              </a:ext>
            </a:extLst>
          </p:cNvPr>
          <p:cNvSpPr txBox="1">
            <a:spLocks noChangeArrowheads="1"/>
          </p:cNvSpPr>
          <p:nvPr/>
        </p:nvSpPr>
        <p:spPr bwMode="auto">
          <a:xfrm>
            <a:off x="349305" y="1688055"/>
            <a:ext cx="511679" cy="36933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r>
              <a:rPr lang="en-US" altLang="zh-CN" sz="1800" b="1">
                <a:latin typeface="华文楷体" panose="02010600040101010101" pitchFamily="2" charset="-122"/>
                <a:ea typeface="华文楷体" panose="02010600040101010101" pitchFamily="2" charset="-122"/>
              </a:rPr>
              <a:t>100</a:t>
            </a:r>
          </a:p>
        </p:txBody>
      </p:sp>
      <p:sp>
        <p:nvSpPr>
          <p:cNvPr id="23" name="Text Box 15">
            <a:extLst>
              <a:ext uri="{FF2B5EF4-FFF2-40B4-BE49-F238E27FC236}">
                <a16:creationId xmlns:a16="http://schemas.microsoft.com/office/drawing/2014/main" id="{4F896238-2FC8-4A7B-A44F-998D1BD5D3F8}"/>
              </a:ext>
            </a:extLst>
          </p:cNvPr>
          <p:cNvSpPr txBox="1">
            <a:spLocks noChangeArrowheads="1"/>
          </p:cNvSpPr>
          <p:nvPr/>
        </p:nvSpPr>
        <p:spPr bwMode="auto">
          <a:xfrm>
            <a:off x="204843" y="895893"/>
            <a:ext cx="836612" cy="3667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r>
              <a:rPr lang="en-US" altLang="zh-CN" sz="1800" b="1">
                <a:latin typeface="华文楷体" panose="02010600040101010101" pitchFamily="2" charset="-122"/>
                <a:ea typeface="华文楷体" panose="02010600040101010101" pitchFamily="2" charset="-122"/>
              </a:rPr>
              <a:t>1000</a:t>
            </a:r>
          </a:p>
        </p:txBody>
      </p:sp>
      <p:sp>
        <p:nvSpPr>
          <p:cNvPr id="25" name="Text Box 17">
            <a:extLst>
              <a:ext uri="{FF2B5EF4-FFF2-40B4-BE49-F238E27FC236}">
                <a16:creationId xmlns:a16="http://schemas.microsoft.com/office/drawing/2014/main" id="{E5663B97-E1C9-4C15-9928-CED119E68D9C}"/>
              </a:ext>
            </a:extLst>
          </p:cNvPr>
          <p:cNvSpPr txBox="1">
            <a:spLocks noChangeArrowheads="1"/>
          </p:cNvSpPr>
          <p:nvPr/>
        </p:nvSpPr>
        <p:spPr bwMode="auto">
          <a:xfrm>
            <a:off x="781105" y="4640805"/>
            <a:ext cx="1320800" cy="3667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r>
              <a:rPr lang="zh-CN" altLang="en-US" sz="1800" b="1">
                <a:solidFill>
                  <a:srgbClr val="000099"/>
                </a:solidFill>
                <a:latin typeface="华文楷体" panose="02010600040101010101" pitchFamily="2" charset="-122"/>
                <a:ea typeface="华文楷体" panose="02010600040101010101" pitchFamily="2" charset="-122"/>
              </a:rPr>
              <a:t>需求分析</a:t>
            </a:r>
          </a:p>
        </p:txBody>
      </p:sp>
      <p:sp>
        <p:nvSpPr>
          <p:cNvPr id="27" name="Text Box 18">
            <a:extLst>
              <a:ext uri="{FF2B5EF4-FFF2-40B4-BE49-F238E27FC236}">
                <a16:creationId xmlns:a16="http://schemas.microsoft.com/office/drawing/2014/main" id="{05AC9DA0-E6EF-4E6B-874B-03C7007F88A5}"/>
              </a:ext>
            </a:extLst>
          </p:cNvPr>
          <p:cNvSpPr txBox="1">
            <a:spLocks noChangeArrowheads="1"/>
          </p:cNvSpPr>
          <p:nvPr/>
        </p:nvSpPr>
        <p:spPr bwMode="auto">
          <a:xfrm>
            <a:off x="2293993" y="4640805"/>
            <a:ext cx="1079500" cy="3667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r>
              <a:rPr lang="zh-CN" altLang="en-US" sz="1800" b="1">
                <a:solidFill>
                  <a:srgbClr val="000099"/>
                </a:solidFill>
                <a:latin typeface="华文楷体" panose="02010600040101010101" pitchFamily="2" charset="-122"/>
                <a:ea typeface="华文楷体" panose="02010600040101010101" pitchFamily="2" charset="-122"/>
              </a:rPr>
              <a:t>设计</a:t>
            </a:r>
          </a:p>
        </p:txBody>
      </p:sp>
      <p:sp>
        <p:nvSpPr>
          <p:cNvPr id="29" name="Text Box 19">
            <a:extLst>
              <a:ext uri="{FF2B5EF4-FFF2-40B4-BE49-F238E27FC236}">
                <a16:creationId xmlns:a16="http://schemas.microsoft.com/office/drawing/2014/main" id="{C9F2E8CB-9733-471A-9BD0-187EAC19BB17}"/>
              </a:ext>
            </a:extLst>
          </p:cNvPr>
          <p:cNvSpPr txBox="1">
            <a:spLocks noChangeArrowheads="1"/>
          </p:cNvSpPr>
          <p:nvPr/>
        </p:nvSpPr>
        <p:spPr bwMode="auto">
          <a:xfrm>
            <a:off x="3517955" y="4640805"/>
            <a:ext cx="935038" cy="3667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r>
              <a:rPr lang="zh-CN" altLang="en-US" sz="1800" b="1">
                <a:solidFill>
                  <a:srgbClr val="000099"/>
                </a:solidFill>
                <a:latin typeface="华文楷体" panose="02010600040101010101" pitchFamily="2" charset="-122"/>
                <a:ea typeface="华文楷体" panose="02010600040101010101" pitchFamily="2" charset="-122"/>
              </a:rPr>
              <a:t>编码</a:t>
            </a:r>
          </a:p>
        </p:txBody>
      </p:sp>
      <p:sp>
        <p:nvSpPr>
          <p:cNvPr id="31" name="Text Box 20">
            <a:extLst>
              <a:ext uri="{FF2B5EF4-FFF2-40B4-BE49-F238E27FC236}">
                <a16:creationId xmlns:a16="http://schemas.microsoft.com/office/drawing/2014/main" id="{347BC1C0-2384-4E29-872B-EB12F7C6FE96}"/>
              </a:ext>
            </a:extLst>
          </p:cNvPr>
          <p:cNvSpPr txBox="1">
            <a:spLocks noChangeArrowheads="1"/>
          </p:cNvSpPr>
          <p:nvPr/>
        </p:nvSpPr>
        <p:spPr bwMode="auto">
          <a:xfrm>
            <a:off x="4597455" y="4640805"/>
            <a:ext cx="1295400" cy="3667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r>
              <a:rPr lang="zh-CN" altLang="en-US" sz="1800" b="1">
                <a:solidFill>
                  <a:srgbClr val="000099"/>
                </a:solidFill>
                <a:latin typeface="华文楷体" panose="02010600040101010101" pitchFamily="2" charset="-122"/>
                <a:ea typeface="华文楷体" panose="02010600040101010101" pitchFamily="2" charset="-122"/>
              </a:rPr>
              <a:t>开发测试</a:t>
            </a:r>
          </a:p>
        </p:txBody>
      </p:sp>
      <p:sp>
        <p:nvSpPr>
          <p:cNvPr id="39" name="Text Box 21">
            <a:extLst>
              <a:ext uri="{FF2B5EF4-FFF2-40B4-BE49-F238E27FC236}">
                <a16:creationId xmlns:a16="http://schemas.microsoft.com/office/drawing/2014/main" id="{47B8676C-93C2-4584-817F-9BC7334557FC}"/>
              </a:ext>
            </a:extLst>
          </p:cNvPr>
          <p:cNvSpPr txBox="1">
            <a:spLocks noChangeArrowheads="1"/>
          </p:cNvSpPr>
          <p:nvPr/>
        </p:nvSpPr>
        <p:spPr bwMode="auto">
          <a:xfrm>
            <a:off x="5965880" y="4640805"/>
            <a:ext cx="1296988" cy="3667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r>
              <a:rPr lang="zh-CN" altLang="en-US" sz="1800" b="1">
                <a:solidFill>
                  <a:srgbClr val="000099"/>
                </a:solidFill>
                <a:latin typeface="华文楷体" panose="02010600040101010101" pitchFamily="2" charset="-122"/>
                <a:ea typeface="华文楷体" panose="02010600040101010101" pitchFamily="2" charset="-122"/>
              </a:rPr>
              <a:t>系统测试</a:t>
            </a:r>
          </a:p>
        </p:txBody>
      </p:sp>
      <p:sp>
        <p:nvSpPr>
          <p:cNvPr id="41" name="Text Box 22">
            <a:extLst>
              <a:ext uri="{FF2B5EF4-FFF2-40B4-BE49-F238E27FC236}">
                <a16:creationId xmlns:a16="http://schemas.microsoft.com/office/drawing/2014/main" id="{3963E9A1-FFB9-43B2-B82B-2BB38DDA4AE6}"/>
              </a:ext>
            </a:extLst>
          </p:cNvPr>
          <p:cNvSpPr txBox="1">
            <a:spLocks noChangeArrowheads="1"/>
          </p:cNvSpPr>
          <p:nvPr/>
        </p:nvSpPr>
        <p:spPr bwMode="auto">
          <a:xfrm>
            <a:off x="7405743" y="4640805"/>
            <a:ext cx="1152525" cy="3667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r>
              <a:rPr lang="zh-CN" altLang="en-US" sz="1800" b="1">
                <a:solidFill>
                  <a:srgbClr val="000099"/>
                </a:solidFill>
                <a:latin typeface="华文楷体" panose="02010600040101010101" pitchFamily="2" charset="-122"/>
                <a:ea typeface="华文楷体" panose="02010600040101010101" pitchFamily="2" charset="-122"/>
              </a:rPr>
              <a:t>交付后</a:t>
            </a:r>
          </a:p>
        </p:txBody>
      </p:sp>
      <p:sp>
        <p:nvSpPr>
          <p:cNvPr id="43" name="Text Box 23">
            <a:extLst>
              <a:ext uri="{FF2B5EF4-FFF2-40B4-BE49-F238E27FC236}">
                <a16:creationId xmlns:a16="http://schemas.microsoft.com/office/drawing/2014/main" id="{4968266D-0428-46D2-BC6E-3177C55A0762}"/>
              </a:ext>
            </a:extLst>
          </p:cNvPr>
          <p:cNvSpPr txBox="1">
            <a:spLocks noChangeArrowheads="1"/>
          </p:cNvSpPr>
          <p:nvPr/>
        </p:nvSpPr>
        <p:spPr bwMode="auto">
          <a:xfrm>
            <a:off x="1212905" y="3213643"/>
            <a:ext cx="647700" cy="3667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r>
              <a:rPr lang="en-US" altLang="zh-CN" sz="1800" b="1">
                <a:solidFill>
                  <a:srgbClr val="000099"/>
                </a:solidFill>
                <a:latin typeface="华文楷体" panose="02010600040101010101" pitchFamily="2" charset="-122"/>
                <a:ea typeface="华文楷体" panose="02010600040101010101" pitchFamily="2" charset="-122"/>
              </a:rPr>
              <a:t>1</a:t>
            </a:r>
            <a:r>
              <a:rPr lang="zh-CN" altLang="en-US" sz="1800" b="1">
                <a:solidFill>
                  <a:srgbClr val="000099"/>
                </a:solidFill>
                <a:latin typeface="华文楷体" panose="02010600040101010101" pitchFamily="2" charset="-122"/>
                <a:ea typeface="华文楷体" panose="02010600040101010101" pitchFamily="2" charset="-122"/>
              </a:rPr>
              <a:t>倍</a:t>
            </a:r>
          </a:p>
        </p:txBody>
      </p:sp>
      <p:sp>
        <p:nvSpPr>
          <p:cNvPr id="45" name="Text Box 24">
            <a:extLst>
              <a:ext uri="{FF2B5EF4-FFF2-40B4-BE49-F238E27FC236}">
                <a16:creationId xmlns:a16="http://schemas.microsoft.com/office/drawing/2014/main" id="{B5CD8CB0-5611-4AE9-9013-7B39CC40EC81}"/>
              </a:ext>
            </a:extLst>
          </p:cNvPr>
          <p:cNvSpPr txBox="1">
            <a:spLocks noChangeArrowheads="1"/>
          </p:cNvSpPr>
          <p:nvPr/>
        </p:nvSpPr>
        <p:spPr bwMode="auto">
          <a:xfrm>
            <a:off x="2365430" y="2623093"/>
            <a:ext cx="792163" cy="3667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r>
              <a:rPr lang="en-US" altLang="zh-CN" sz="1800" b="1">
                <a:solidFill>
                  <a:srgbClr val="000099"/>
                </a:solidFill>
                <a:latin typeface="华文楷体" panose="02010600040101010101" pitchFamily="2" charset="-122"/>
                <a:ea typeface="华文楷体" panose="02010600040101010101" pitchFamily="2" charset="-122"/>
              </a:rPr>
              <a:t>3-6</a:t>
            </a:r>
            <a:r>
              <a:rPr lang="zh-CN" altLang="en-US" sz="1800" b="1">
                <a:solidFill>
                  <a:srgbClr val="000099"/>
                </a:solidFill>
                <a:latin typeface="华文楷体" panose="02010600040101010101" pitchFamily="2" charset="-122"/>
                <a:ea typeface="华文楷体" panose="02010600040101010101" pitchFamily="2" charset="-122"/>
              </a:rPr>
              <a:t>倍</a:t>
            </a:r>
          </a:p>
        </p:txBody>
      </p:sp>
      <p:sp>
        <p:nvSpPr>
          <p:cNvPr id="47" name="Text Box 25">
            <a:extLst>
              <a:ext uri="{FF2B5EF4-FFF2-40B4-BE49-F238E27FC236}">
                <a16:creationId xmlns:a16="http://schemas.microsoft.com/office/drawing/2014/main" id="{9FB018E4-D3AA-482D-A2F2-6438E34FF0D1}"/>
              </a:ext>
            </a:extLst>
          </p:cNvPr>
          <p:cNvSpPr txBox="1">
            <a:spLocks noChangeArrowheads="1"/>
          </p:cNvSpPr>
          <p:nvPr/>
        </p:nvSpPr>
        <p:spPr bwMode="auto">
          <a:xfrm>
            <a:off x="3517955" y="2407193"/>
            <a:ext cx="792163" cy="3667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r>
              <a:rPr lang="en-US" altLang="zh-CN" sz="1800" b="1">
                <a:solidFill>
                  <a:srgbClr val="000099"/>
                </a:solidFill>
                <a:latin typeface="华文楷体" panose="02010600040101010101" pitchFamily="2" charset="-122"/>
                <a:ea typeface="华文楷体" panose="02010600040101010101" pitchFamily="2" charset="-122"/>
              </a:rPr>
              <a:t>10</a:t>
            </a:r>
            <a:r>
              <a:rPr lang="zh-CN" altLang="en-US" sz="1800" b="1">
                <a:solidFill>
                  <a:srgbClr val="000099"/>
                </a:solidFill>
                <a:latin typeface="华文楷体" panose="02010600040101010101" pitchFamily="2" charset="-122"/>
                <a:ea typeface="华文楷体" panose="02010600040101010101" pitchFamily="2" charset="-122"/>
              </a:rPr>
              <a:t>倍</a:t>
            </a:r>
          </a:p>
        </p:txBody>
      </p:sp>
      <p:sp>
        <p:nvSpPr>
          <p:cNvPr id="49" name="Text Box 26">
            <a:extLst>
              <a:ext uri="{FF2B5EF4-FFF2-40B4-BE49-F238E27FC236}">
                <a16:creationId xmlns:a16="http://schemas.microsoft.com/office/drawing/2014/main" id="{7799D3C8-480F-423C-BF73-7CAEC50BF3ED}"/>
              </a:ext>
            </a:extLst>
          </p:cNvPr>
          <p:cNvSpPr txBox="1">
            <a:spLocks noChangeArrowheads="1"/>
          </p:cNvSpPr>
          <p:nvPr/>
        </p:nvSpPr>
        <p:spPr bwMode="auto">
          <a:xfrm>
            <a:off x="4597455" y="1975393"/>
            <a:ext cx="1143000" cy="3667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r>
              <a:rPr lang="en-US" altLang="zh-CN" sz="1800" b="1">
                <a:solidFill>
                  <a:srgbClr val="000099"/>
                </a:solidFill>
                <a:latin typeface="华文楷体" panose="02010600040101010101" pitchFamily="2" charset="-122"/>
                <a:ea typeface="华文楷体" panose="02010600040101010101" pitchFamily="2" charset="-122"/>
              </a:rPr>
              <a:t>15-40</a:t>
            </a:r>
            <a:r>
              <a:rPr lang="zh-CN" altLang="en-US" sz="1800" b="1">
                <a:solidFill>
                  <a:srgbClr val="000099"/>
                </a:solidFill>
                <a:latin typeface="华文楷体" panose="02010600040101010101" pitchFamily="2" charset="-122"/>
                <a:ea typeface="华文楷体" panose="02010600040101010101" pitchFamily="2" charset="-122"/>
              </a:rPr>
              <a:t>倍</a:t>
            </a:r>
          </a:p>
        </p:txBody>
      </p:sp>
      <p:sp>
        <p:nvSpPr>
          <p:cNvPr id="51" name="Text Box 27">
            <a:extLst>
              <a:ext uri="{FF2B5EF4-FFF2-40B4-BE49-F238E27FC236}">
                <a16:creationId xmlns:a16="http://schemas.microsoft.com/office/drawing/2014/main" id="{D9B19057-2906-4B83-B2D5-8541D75B9136}"/>
              </a:ext>
            </a:extLst>
          </p:cNvPr>
          <p:cNvSpPr txBox="1">
            <a:spLocks noChangeArrowheads="1"/>
          </p:cNvSpPr>
          <p:nvPr/>
        </p:nvSpPr>
        <p:spPr bwMode="auto">
          <a:xfrm>
            <a:off x="6037318" y="1615030"/>
            <a:ext cx="1152525" cy="3667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r>
              <a:rPr lang="en-US" altLang="zh-CN" sz="1800" b="1">
                <a:solidFill>
                  <a:srgbClr val="000099"/>
                </a:solidFill>
                <a:latin typeface="华文楷体" panose="02010600040101010101" pitchFamily="2" charset="-122"/>
                <a:ea typeface="华文楷体" panose="02010600040101010101" pitchFamily="2" charset="-122"/>
              </a:rPr>
              <a:t>30-70</a:t>
            </a:r>
            <a:r>
              <a:rPr lang="zh-CN" altLang="en-US" sz="1800" b="1">
                <a:solidFill>
                  <a:srgbClr val="000099"/>
                </a:solidFill>
                <a:latin typeface="华文楷体" panose="02010600040101010101" pitchFamily="2" charset="-122"/>
                <a:ea typeface="华文楷体" panose="02010600040101010101" pitchFamily="2" charset="-122"/>
              </a:rPr>
              <a:t>倍</a:t>
            </a:r>
          </a:p>
        </p:txBody>
      </p:sp>
      <p:sp>
        <p:nvSpPr>
          <p:cNvPr id="53" name="Text Box 28">
            <a:extLst>
              <a:ext uri="{FF2B5EF4-FFF2-40B4-BE49-F238E27FC236}">
                <a16:creationId xmlns:a16="http://schemas.microsoft.com/office/drawing/2014/main" id="{E60EF0E8-717D-49C7-9DB6-C8215AE35390}"/>
              </a:ext>
            </a:extLst>
          </p:cNvPr>
          <p:cNvSpPr txBox="1">
            <a:spLocks noChangeArrowheads="1"/>
          </p:cNvSpPr>
          <p:nvPr/>
        </p:nvSpPr>
        <p:spPr bwMode="auto">
          <a:xfrm>
            <a:off x="7261280" y="895893"/>
            <a:ext cx="1511300" cy="3667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r>
              <a:rPr lang="en-US" altLang="zh-CN" sz="1800" b="1">
                <a:solidFill>
                  <a:srgbClr val="000099"/>
                </a:solidFill>
                <a:latin typeface="华文楷体" panose="02010600040101010101" pitchFamily="2" charset="-122"/>
                <a:ea typeface="华文楷体" panose="02010600040101010101" pitchFamily="2" charset="-122"/>
              </a:rPr>
              <a:t>40-1000</a:t>
            </a:r>
            <a:r>
              <a:rPr lang="zh-CN" altLang="en-US" sz="1800" b="1">
                <a:solidFill>
                  <a:srgbClr val="000099"/>
                </a:solidFill>
                <a:latin typeface="华文楷体" panose="02010600040101010101" pitchFamily="2" charset="-122"/>
                <a:ea typeface="华文楷体" panose="02010600040101010101" pitchFamily="2" charset="-122"/>
              </a:rPr>
              <a:t>倍</a:t>
            </a:r>
          </a:p>
        </p:txBody>
      </p:sp>
    </p:spTree>
    <p:extLst>
      <p:ext uri="{BB962C8B-B14F-4D97-AF65-F5344CB8AC3E}">
        <p14:creationId xmlns:p14="http://schemas.microsoft.com/office/powerpoint/2010/main" val="291680557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7769" name="Group 201">
            <a:extLst>
              <a:ext uri="{FF2B5EF4-FFF2-40B4-BE49-F238E27FC236}">
                <a16:creationId xmlns:a16="http://schemas.microsoft.com/office/drawing/2014/main" id="{55A91232-8952-4A12-AEF0-0A08345B0575}"/>
              </a:ext>
            </a:extLst>
          </p:cNvPr>
          <p:cNvGraphicFramePr>
            <a:graphicFrameLocks noGrp="1"/>
          </p:cNvGraphicFramePr>
          <p:nvPr>
            <p:ph/>
          </p:nvPr>
        </p:nvGraphicFramePr>
        <p:xfrm>
          <a:off x="1277541" y="411957"/>
          <a:ext cx="5829300" cy="4563798"/>
        </p:xfrm>
        <a:graphic>
          <a:graphicData uri="http://schemas.openxmlformats.org/drawingml/2006/table">
            <a:tbl>
              <a:tblPr/>
              <a:tblGrid>
                <a:gridCol w="97155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971550">
                  <a:extLst>
                    <a:ext uri="{9D8B030D-6E8A-4147-A177-3AD203B41FA5}">
                      <a16:colId xmlns:a16="http://schemas.microsoft.com/office/drawing/2014/main" val="20002"/>
                    </a:ext>
                  </a:extLst>
                </a:gridCol>
                <a:gridCol w="971550">
                  <a:extLst>
                    <a:ext uri="{9D8B030D-6E8A-4147-A177-3AD203B41FA5}">
                      <a16:colId xmlns:a16="http://schemas.microsoft.com/office/drawing/2014/main" val="20003"/>
                    </a:ext>
                  </a:extLst>
                </a:gridCol>
                <a:gridCol w="971550">
                  <a:extLst>
                    <a:ext uri="{9D8B030D-6E8A-4147-A177-3AD203B41FA5}">
                      <a16:colId xmlns:a16="http://schemas.microsoft.com/office/drawing/2014/main" val="20004"/>
                    </a:ext>
                  </a:extLst>
                </a:gridCol>
                <a:gridCol w="971550">
                  <a:extLst>
                    <a:ext uri="{9D8B030D-6E8A-4147-A177-3AD203B41FA5}">
                      <a16:colId xmlns:a16="http://schemas.microsoft.com/office/drawing/2014/main" val="20005"/>
                    </a:ext>
                  </a:extLst>
                </a:gridCol>
              </a:tblGrid>
              <a:tr h="485786">
                <a:tc>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需求</a:t>
                      </a:r>
                    </a:p>
                  </a:txBody>
                  <a:tcPr marL="68580" marR="68580" marT="34291" marB="3429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设计</a:t>
                      </a:r>
                    </a:p>
                  </a:txBody>
                  <a:tcPr marL="68580" marR="68580" marT="34291" marB="3429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编码</a:t>
                      </a:r>
                    </a:p>
                  </a:txBody>
                  <a:tcPr marL="68580" marR="68580" marT="34291" marB="3429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功能测试</a:t>
                      </a:r>
                    </a:p>
                  </a:txBody>
                  <a:tcPr marL="68580" marR="68580" marT="34291" marB="3429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系统测试</a:t>
                      </a:r>
                    </a:p>
                  </a:txBody>
                  <a:tcPr marL="68580" marR="68580" marT="34291" marB="3429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现场使用</a:t>
                      </a:r>
                    </a:p>
                  </a:txBody>
                  <a:tcPr marL="68580" marR="68580" marT="34291" marB="3429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326">
                <a:tc rowSpan="3">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10%</a:t>
                      </a:r>
                    </a:p>
                  </a:txBody>
                  <a:tcPr marL="68580" marR="68580" marT="34291" marB="34291" horzOverflow="overflow">
                    <a:lnL w="28575" cap="flat" cmpd="sng" algn="ctr">
                      <a:solidFill>
                        <a:schemeClr val="tx1"/>
                      </a:solidFill>
                      <a:prstDash val="solid"/>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40%</a:t>
                      </a:r>
                    </a:p>
                  </a:txBody>
                  <a:tcPr marL="68580" marR="68580" marT="34291" marB="34291" horzOverflow="overflow">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50%</a:t>
                      </a:r>
                    </a:p>
                  </a:txBody>
                  <a:tcPr marL="68580" marR="68580" marT="34291" marB="34291" horzOverflow="overflow">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4">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0" marR="68580" marT="34291" marB="34291" horzOverflow="overflow">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4">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0" marR="68580" marT="34291" marB="34291" horzOverflow="overflow">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4">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0" marR="68580" marT="34291" marB="34291" horzOverflow="overflow">
                    <a:lnL w="12700" cap="flat" cmpd="sng" algn="ctr">
                      <a:solidFill>
                        <a:schemeClr val="tx1"/>
                      </a:solidFill>
                      <a:prstDash val="lg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93787">
                <a:tc vMerge="1">
                  <a:txBody>
                    <a:bodyPr/>
                    <a:lstStyle/>
                    <a:p>
                      <a:endParaRPr lang="zh-CN" altLang="en-US"/>
                    </a:p>
                  </a:txBody>
                  <a:tcPr/>
                </a:tc>
                <a:tc vMerge="1">
                  <a:txBody>
                    <a:bodyPr/>
                    <a:lstStyle/>
                    <a:p>
                      <a:endParaRPr lang="zh-CN" altLang="en-US"/>
                    </a:p>
                  </a:txBody>
                  <a:tcPr/>
                </a:tc>
                <a:tc rowSpan="3">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0" marR="68580" marT="34291" marB="34291" horzOverflow="overflow">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2"/>
                  </a:ext>
                </a:extLst>
              </a:tr>
              <a:tr h="323857">
                <a:tc vMerge="1">
                  <a:txBody>
                    <a:bodyPr/>
                    <a:lstStyle/>
                    <a:p>
                      <a:endParaRPr lang="zh-CN" altLang="en-US"/>
                    </a:p>
                  </a:txBody>
                  <a:tcPr/>
                </a:tc>
                <a:tc rowSpan="2">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0" marR="68580" marT="34291" marB="34291" horzOverflow="overflow">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3"/>
                  </a:ext>
                </a:extLst>
              </a:tr>
              <a:tr h="274326">
                <a:tc>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0" marR="68580" marT="34291" marB="34291" horzOverflow="overflow">
                    <a:lnL w="28575" cap="flat" cmpd="sng" algn="ctr">
                      <a:solidFill>
                        <a:schemeClr val="tx1"/>
                      </a:solidFill>
                      <a:prstDash val="solid"/>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4"/>
                  </a:ext>
                </a:extLst>
              </a:tr>
              <a:tr h="274326">
                <a:tc rowSpan="5">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3%</a:t>
                      </a:r>
                    </a:p>
                  </a:txBody>
                  <a:tcPr marL="68580" marR="68580" marT="34291" marB="34291" horzOverflow="overflow">
                    <a:lnL w="28575" cap="flat" cmpd="sng" algn="ctr">
                      <a:solidFill>
                        <a:schemeClr val="tx1"/>
                      </a:solidFill>
                      <a:prstDash val="solid"/>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4">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5%</a:t>
                      </a:r>
                    </a:p>
                  </a:txBody>
                  <a:tcPr marL="68580" marR="68580" marT="34291" marB="34291" horzOverflow="overflow">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3">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7%</a:t>
                      </a:r>
                    </a:p>
                  </a:txBody>
                  <a:tcPr marL="68580" marR="68580" marT="34291" marB="34291" horzOverflow="overflow">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25%</a:t>
                      </a:r>
                    </a:p>
                  </a:txBody>
                  <a:tcPr marL="68580" marR="68580" marT="34291" marB="34291" horzOverflow="overflow">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50%</a:t>
                      </a:r>
                    </a:p>
                  </a:txBody>
                  <a:tcPr marL="68580" marR="68580" marT="34291" marB="34291" horzOverflow="overflow">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5">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10%</a:t>
                      </a:r>
                    </a:p>
                  </a:txBody>
                  <a:tcPr marL="68580" marR="68580" marT="34291" marB="34291" horzOverflow="overflow">
                    <a:lnL w="12700" cap="flat" cmpd="sng" algn="ctr">
                      <a:solidFill>
                        <a:schemeClr val="tx1"/>
                      </a:solidFill>
                      <a:prstDash val="lg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46893">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rowSpan="5">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0" marR="68580" marT="34291" marB="34291" horzOverflow="overflow">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6"/>
                  </a:ext>
                </a:extLst>
              </a:tr>
              <a:tr h="246893">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rowSpan="4">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0" marR="68580" marT="34291" marB="34291" horzOverflow="overflow">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7"/>
                  </a:ext>
                </a:extLst>
              </a:tr>
              <a:tr h="161929">
                <a:tc vMerge="1">
                  <a:txBody>
                    <a:bodyPr/>
                    <a:lstStyle/>
                    <a:p>
                      <a:endParaRPr lang="zh-CN" altLang="en-US"/>
                    </a:p>
                  </a:txBody>
                  <a:tcPr/>
                </a:tc>
                <a:tc vMerge="1">
                  <a:txBody>
                    <a:bodyPr/>
                    <a:lstStyle/>
                    <a:p>
                      <a:endParaRPr lang="zh-CN" altLang="en-US"/>
                    </a:p>
                  </a:txBody>
                  <a:tcPr/>
                </a:tc>
                <a:tc rowSpan="3">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0" marR="68580" marT="34291" marB="34291" horzOverflow="overflow">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8"/>
                  </a:ext>
                </a:extLst>
              </a:tr>
              <a:tr h="108350">
                <a:tc vMerge="1">
                  <a:txBody>
                    <a:bodyPr/>
                    <a:lstStyle/>
                    <a:p>
                      <a:endParaRPr lang="zh-CN" altLang="en-US"/>
                    </a:p>
                  </a:txBody>
                  <a:tcPr/>
                </a:tc>
                <a:tc rowSpan="2">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0" marR="68580" marT="34291" marB="34291" horzOverflow="overflow">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9"/>
                  </a:ext>
                </a:extLst>
              </a:tr>
              <a:tr h="274326">
                <a:tc>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0" marR="68580" marT="34291" marB="34291" horzOverflow="overflow">
                    <a:lnL w="28575" cap="flat" cmpd="sng" algn="ctr">
                      <a:solidFill>
                        <a:schemeClr val="tx1"/>
                      </a:solidFill>
                      <a:prstDash val="solid"/>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0" marR="68580" marT="34291" marB="34291" horzOverflow="overflow">
                    <a:lnL w="12700" cap="flat" cmpd="sng" algn="ctr">
                      <a:solidFill>
                        <a:schemeClr val="tx1"/>
                      </a:solidFill>
                      <a:prstDash val="lg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74326">
                <a:tc rowSpan="4">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1KDM</a:t>
                      </a:r>
                    </a:p>
                  </a:txBody>
                  <a:tcPr marL="68580" marR="68580" marT="34291" marB="34291" horzOverflow="overflow">
                    <a:lnL w="28575" cap="flat" cmpd="sng" algn="ctr">
                      <a:solidFill>
                        <a:schemeClr val="tx1"/>
                      </a:solidFill>
                      <a:prstDash val="solid"/>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4">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1KDM</a:t>
                      </a: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0" marR="68580" marT="34291" marB="34291" horzOverflow="overflow">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4">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1KDM</a:t>
                      </a: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0" marR="68580" marT="34291" marB="34291" horzOverflow="overflow">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3">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6KDM</a:t>
                      </a:r>
                    </a:p>
                  </a:txBody>
                  <a:tcPr marL="68580" marR="68580" marT="34291" marB="34291" horzOverflow="overflow">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12KDM</a:t>
                      </a: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0" marR="68580" marT="34291" marB="34291" horzOverflow="overflow">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20KDM</a:t>
                      </a: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0" marR="68580" marT="34291" marB="34291" horzOverflow="overflow">
                    <a:lnL w="12700" cap="flat" cmpd="sng" algn="ctr">
                      <a:solidFill>
                        <a:schemeClr val="tx1"/>
                      </a:solidFill>
                      <a:prstDash val="lg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69087">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rowSpan="4">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0" marR="68580" marT="34291" marB="34291" horzOverflow="overflow">
                    <a:lnL w="12700" cap="flat" cmpd="sng" algn="ctr">
                      <a:solidFill>
                        <a:schemeClr val="tx1"/>
                      </a:solidFill>
                      <a:prstDash val="lgDash"/>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24699">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rowSpan="3">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0" marR="68580" marT="34291" marB="34291" horzOverflow="overflow">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13"/>
                  </a:ext>
                </a:extLst>
              </a:tr>
              <a:tr h="246893">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rowSpan="2">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0" marR="68580" marT="34291" marB="34291" horzOverflow="overflow">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14"/>
                  </a:ext>
                </a:extLst>
              </a:tr>
              <a:tr h="274326">
                <a:tc>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0" marR="68580" marT="34291" marB="34291" horzOverflow="overflow">
                    <a:lnL w="28575" cap="flat" cmpd="sng" algn="ctr">
                      <a:solidFill>
                        <a:schemeClr val="tx1"/>
                      </a:solidFill>
                      <a:prstDash val="solid"/>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0" marR="68580" marT="34291" marB="34291" horzOverflow="overflow">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0" marR="68580" marT="34291" marB="34291" horzOverflow="overflow">
                    <a:lnL w="12700" cap="flat" cmpd="sng" algn="ctr">
                      <a:solidFill>
                        <a:schemeClr val="tx1"/>
                      </a:solidFill>
                      <a:prstDash val="lgDash"/>
                      <a:round/>
                      <a:headEnd type="none" w="med" len="med"/>
                      <a:tailEnd type="none" w="med" len="med"/>
                    </a:lnL>
                    <a:lnR w="12700" cap="flat" cmpd="sng" algn="ctr">
                      <a:solidFill>
                        <a:schemeClr val="tx1"/>
                      </a:solidFill>
                      <a:prstDash val="lgDash"/>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15"/>
                  </a:ext>
                </a:extLst>
              </a:tr>
            </a:tbl>
          </a:graphicData>
        </a:graphic>
      </p:graphicFrame>
      <p:sp>
        <p:nvSpPr>
          <p:cNvPr id="69704" name="Text Box 194">
            <a:extLst>
              <a:ext uri="{FF2B5EF4-FFF2-40B4-BE49-F238E27FC236}">
                <a16:creationId xmlns:a16="http://schemas.microsoft.com/office/drawing/2014/main" id="{6318E6C4-C4D2-4D10-B8E8-F533F1FAD118}"/>
              </a:ext>
            </a:extLst>
          </p:cNvPr>
          <p:cNvSpPr txBox="1">
            <a:spLocks noChangeArrowheads="1"/>
          </p:cNvSpPr>
          <p:nvPr/>
        </p:nvSpPr>
        <p:spPr bwMode="auto">
          <a:xfrm>
            <a:off x="7160419" y="1419954"/>
            <a:ext cx="1251598" cy="32316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r>
              <a:rPr lang="zh-CN" altLang="en-US" sz="1500" b="1">
                <a:solidFill>
                  <a:srgbClr val="040914"/>
                </a:solidFill>
                <a:ea typeface="仿宋_GB2312" pitchFamily="49" charset="-122"/>
              </a:rPr>
              <a:t>缺陷的来源</a:t>
            </a:r>
          </a:p>
        </p:txBody>
      </p:sp>
      <p:sp>
        <p:nvSpPr>
          <p:cNvPr id="69705" name="Text Box 195">
            <a:extLst>
              <a:ext uri="{FF2B5EF4-FFF2-40B4-BE49-F238E27FC236}">
                <a16:creationId xmlns:a16="http://schemas.microsoft.com/office/drawing/2014/main" id="{B7F889F8-D3E5-4485-BA06-89D872C5F45B}"/>
              </a:ext>
            </a:extLst>
          </p:cNvPr>
          <p:cNvSpPr txBox="1">
            <a:spLocks noChangeArrowheads="1"/>
          </p:cNvSpPr>
          <p:nvPr/>
        </p:nvSpPr>
        <p:spPr bwMode="auto">
          <a:xfrm>
            <a:off x="7160420" y="2567673"/>
            <a:ext cx="1251597" cy="32316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r>
              <a:rPr lang="zh-CN" altLang="en-US" sz="1500" b="1">
                <a:solidFill>
                  <a:srgbClr val="040914"/>
                </a:solidFill>
                <a:ea typeface="仿宋_GB2312" pitchFamily="49" charset="-122"/>
              </a:rPr>
              <a:t>发现的缺陷</a:t>
            </a:r>
          </a:p>
        </p:txBody>
      </p:sp>
      <p:sp>
        <p:nvSpPr>
          <p:cNvPr id="69706" name="Text Box 196">
            <a:extLst>
              <a:ext uri="{FF2B5EF4-FFF2-40B4-BE49-F238E27FC236}">
                <a16:creationId xmlns:a16="http://schemas.microsoft.com/office/drawing/2014/main" id="{A0F18E44-97F7-43AD-9B6F-53E9382E8CBC}"/>
              </a:ext>
            </a:extLst>
          </p:cNvPr>
          <p:cNvSpPr txBox="1">
            <a:spLocks noChangeArrowheads="1"/>
          </p:cNvSpPr>
          <p:nvPr/>
        </p:nvSpPr>
        <p:spPr bwMode="auto">
          <a:xfrm>
            <a:off x="7106841" y="3826163"/>
            <a:ext cx="1569871" cy="32316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r>
              <a:rPr lang="zh-CN" altLang="en-US" sz="1500" b="1">
                <a:solidFill>
                  <a:srgbClr val="040914"/>
                </a:solidFill>
                <a:ea typeface="仿宋_GB2312" pitchFamily="49" charset="-122"/>
              </a:rPr>
              <a:t>解决缺陷的成本</a:t>
            </a:r>
          </a:p>
        </p:txBody>
      </p:sp>
      <p:sp>
        <p:nvSpPr>
          <p:cNvPr id="69707" name="Text Box 197">
            <a:extLst>
              <a:ext uri="{FF2B5EF4-FFF2-40B4-BE49-F238E27FC236}">
                <a16:creationId xmlns:a16="http://schemas.microsoft.com/office/drawing/2014/main" id="{CDB64A6B-FDEC-49F8-917D-0D8E258F7A28}"/>
              </a:ext>
            </a:extLst>
          </p:cNvPr>
          <p:cNvSpPr txBox="1">
            <a:spLocks noChangeArrowheads="1"/>
          </p:cNvSpPr>
          <p:nvPr/>
        </p:nvSpPr>
        <p:spPr bwMode="auto">
          <a:xfrm>
            <a:off x="2732547" y="24063"/>
            <a:ext cx="2894283" cy="36933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r>
              <a:rPr lang="zh-CN" altLang="en-US" sz="1800" b="1" dirty="0">
                <a:solidFill>
                  <a:schemeClr val="tx1"/>
                </a:solidFill>
                <a:ea typeface="仿宋_GB2312" pitchFamily="49" charset="-122"/>
              </a:rPr>
              <a:t>缺陷与成本关系度量结果</a:t>
            </a:r>
          </a:p>
        </p:txBody>
      </p:sp>
      <p:sp>
        <p:nvSpPr>
          <p:cNvPr id="69708" name="Text Box 199">
            <a:extLst>
              <a:ext uri="{FF2B5EF4-FFF2-40B4-BE49-F238E27FC236}">
                <a16:creationId xmlns:a16="http://schemas.microsoft.com/office/drawing/2014/main" id="{F571F73B-2A01-45F0-88AA-B4D8EECD9132}"/>
              </a:ext>
            </a:extLst>
          </p:cNvPr>
          <p:cNvSpPr txBox="1">
            <a:spLocks noChangeArrowheads="1"/>
          </p:cNvSpPr>
          <p:nvPr/>
        </p:nvSpPr>
        <p:spPr bwMode="auto">
          <a:xfrm>
            <a:off x="6740525" y="4277367"/>
            <a:ext cx="2143125" cy="32316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r>
              <a:rPr lang="en-US" altLang="zh-CN" sz="1500" b="1">
                <a:solidFill>
                  <a:srgbClr val="040914"/>
                </a:solidFill>
                <a:ea typeface="仿宋_GB2312" pitchFamily="49" charset="-122"/>
              </a:rPr>
              <a:t>	KDM=(</a:t>
            </a:r>
            <a:r>
              <a:rPr lang="zh-CN" altLang="en-US" sz="1500" b="1">
                <a:solidFill>
                  <a:srgbClr val="040914"/>
                </a:solidFill>
                <a:ea typeface="仿宋_GB2312" pitchFamily="49" charset="-122"/>
              </a:rPr>
              <a:t>千德国马克</a:t>
            </a:r>
            <a:r>
              <a:rPr lang="en-US" altLang="zh-CN" sz="1500" b="1">
                <a:solidFill>
                  <a:srgbClr val="040914"/>
                </a:solidFill>
                <a:ea typeface="仿宋_GB2312" pitchFamily="49" charset="-122"/>
              </a:rPr>
              <a:t>)</a:t>
            </a:r>
          </a:p>
        </p:txBody>
      </p:sp>
      <p:sp>
        <p:nvSpPr>
          <p:cNvPr id="69709" name="Freeform 202">
            <a:extLst>
              <a:ext uri="{FF2B5EF4-FFF2-40B4-BE49-F238E27FC236}">
                <a16:creationId xmlns:a16="http://schemas.microsoft.com/office/drawing/2014/main" id="{36F35D9D-2C01-4790-8FFE-C21FCAB338F1}"/>
              </a:ext>
            </a:extLst>
          </p:cNvPr>
          <p:cNvSpPr>
            <a:spLocks/>
          </p:cNvSpPr>
          <p:nvPr/>
        </p:nvSpPr>
        <p:spPr bwMode="auto">
          <a:xfrm>
            <a:off x="1331119" y="996553"/>
            <a:ext cx="3025379" cy="1251347"/>
          </a:xfrm>
          <a:custGeom>
            <a:avLst/>
            <a:gdLst>
              <a:gd name="T0" fmla="*/ 0 w 2541"/>
              <a:gd name="T1" fmla="*/ 1668462 h 1051"/>
              <a:gd name="T2" fmla="*/ 3025775 w 2541"/>
              <a:gd name="T3" fmla="*/ 12700 h 1051"/>
              <a:gd name="T4" fmla="*/ 4033838 w 2541"/>
              <a:gd name="T5" fmla="*/ 1595437 h 1051"/>
              <a:gd name="T6" fmla="*/ 0 60000 65536"/>
              <a:gd name="T7" fmla="*/ 0 60000 65536"/>
              <a:gd name="T8" fmla="*/ 0 60000 65536"/>
            </a:gdLst>
            <a:ahLst/>
            <a:cxnLst>
              <a:cxn ang="T6">
                <a:pos x="T0" y="T1"/>
              </a:cxn>
              <a:cxn ang="T7">
                <a:pos x="T2" y="T3"/>
              </a:cxn>
              <a:cxn ang="T8">
                <a:pos x="T4" y="T5"/>
              </a:cxn>
            </a:cxnLst>
            <a:rect l="0" t="0" r="r" b="b"/>
            <a:pathLst>
              <a:path w="2541" h="1051">
                <a:moveTo>
                  <a:pt x="0" y="1051"/>
                </a:moveTo>
                <a:cubicBezTo>
                  <a:pt x="741" y="533"/>
                  <a:pt x="1483" y="16"/>
                  <a:pt x="1906" y="8"/>
                </a:cubicBezTo>
                <a:cubicBezTo>
                  <a:pt x="2329" y="0"/>
                  <a:pt x="2435" y="839"/>
                  <a:pt x="2541" y="1005"/>
                </a:cubicBezTo>
              </a:path>
            </a:pathLst>
          </a:custGeom>
          <a:noFill/>
          <a:ln w="28575" cap="flat" cmpd="sng">
            <a:solidFill>
              <a:srgbClr val="CC0066"/>
            </a:solidFill>
            <a:prstDash val="solid"/>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69710" name="Freeform 203">
            <a:extLst>
              <a:ext uri="{FF2B5EF4-FFF2-40B4-BE49-F238E27FC236}">
                <a16:creationId xmlns:a16="http://schemas.microsoft.com/office/drawing/2014/main" id="{8F953AD1-A0C6-464C-88FC-7826F829F01A}"/>
              </a:ext>
            </a:extLst>
          </p:cNvPr>
          <p:cNvSpPr>
            <a:spLocks/>
          </p:cNvSpPr>
          <p:nvPr/>
        </p:nvSpPr>
        <p:spPr bwMode="auto">
          <a:xfrm>
            <a:off x="1248966" y="2328863"/>
            <a:ext cx="5861447" cy="1123950"/>
          </a:xfrm>
          <a:custGeom>
            <a:avLst/>
            <a:gdLst>
              <a:gd name="T0" fmla="*/ 0 w 4923"/>
              <a:gd name="T1" fmla="*/ 1498600 h 944"/>
              <a:gd name="T2" fmla="*/ 3925887 w 4923"/>
              <a:gd name="T3" fmla="*/ 828675 h 944"/>
              <a:gd name="T4" fmla="*/ 5870575 w 4923"/>
              <a:gd name="T5" fmla="*/ 107950 h 944"/>
              <a:gd name="T6" fmla="*/ 7815262 w 4923"/>
              <a:gd name="T7" fmla="*/ 1476375 h 9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23" h="944">
                <a:moveTo>
                  <a:pt x="0" y="944"/>
                </a:moveTo>
                <a:cubicBezTo>
                  <a:pt x="410" y="874"/>
                  <a:pt x="1857" y="668"/>
                  <a:pt x="2473" y="522"/>
                </a:cubicBezTo>
                <a:cubicBezTo>
                  <a:pt x="3089" y="376"/>
                  <a:pt x="3290" y="0"/>
                  <a:pt x="3698" y="68"/>
                </a:cubicBezTo>
                <a:cubicBezTo>
                  <a:pt x="4106" y="136"/>
                  <a:pt x="4514" y="533"/>
                  <a:pt x="4923" y="930"/>
                </a:cubicBezTo>
              </a:path>
            </a:pathLst>
          </a:custGeom>
          <a:noFill/>
          <a:ln w="28575" cap="flat" cmpd="sng">
            <a:solidFill>
              <a:srgbClr val="CC0066"/>
            </a:solidFill>
            <a:prstDash val="solid"/>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69711" name="Freeform 204">
            <a:extLst>
              <a:ext uri="{FF2B5EF4-FFF2-40B4-BE49-F238E27FC236}">
                <a16:creationId xmlns:a16="http://schemas.microsoft.com/office/drawing/2014/main" id="{A34560A9-1CCF-4739-9C53-E66F8EEC3F12}"/>
              </a:ext>
            </a:extLst>
          </p:cNvPr>
          <p:cNvSpPr>
            <a:spLocks/>
          </p:cNvSpPr>
          <p:nvPr/>
        </p:nvSpPr>
        <p:spPr bwMode="auto">
          <a:xfrm>
            <a:off x="1277541" y="3589735"/>
            <a:ext cx="5832872" cy="1151334"/>
          </a:xfrm>
          <a:custGeom>
            <a:avLst/>
            <a:gdLst>
              <a:gd name="T0" fmla="*/ 0 w 4899"/>
              <a:gd name="T1" fmla="*/ 1522412 h 967"/>
              <a:gd name="T2" fmla="*/ 3887787 w 4899"/>
              <a:gd name="T3" fmla="*/ 1450975 h 967"/>
              <a:gd name="T4" fmla="*/ 5184775 w 4899"/>
              <a:gd name="T5" fmla="*/ 1019175 h 967"/>
              <a:gd name="T6" fmla="*/ 6480175 w 4899"/>
              <a:gd name="T7" fmla="*/ 155575 h 967"/>
              <a:gd name="T8" fmla="*/ 7777162 w 4899"/>
              <a:gd name="T9" fmla="*/ 82550 h 9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99" h="967">
                <a:moveTo>
                  <a:pt x="0" y="959"/>
                </a:moveTo>
                <a:cubicBezTo>
                  <a:pt x="952" y="963"/>
                  <a:pt x="1905" y="967"/>
                  <a:pt x="2449" y="914"/>
                </a:cubicBezTo>
                <a:cubicBezTo>
                  <a:pt x="2993" y="861"/>
                  <a:pt x="2994" y="778"/>
                  <a:pt x="3266" y="642"/>
                </a:cubicBezTo>
                <a:cubicBezTo>
                  <a:pt x="3538" y="506"/>
                  <a:pt x="3810" y="196"/>
                  <a:pt x="4082" y="98"/>
                </a:cubicBezTo>
                <a:cubicBezTo>
                  <a:pt x="4354" y="0"/>
                  <a:pt x="4626" y="26"/>
                  <a:pt x="4899" y="52"/>
                </a:cubicBezTo>
              </a:path>
            </a:pathLst>
          </a:custGeom>
          <a:noFill/>
          <a:ln w="28575" cap="flat" cmpd="sng">
            <a:solidFill>
              <a:srgbClr val="CC0066"/>
            </a:solidFill>
            <a:prstDash val="solid"/>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Tree>
    <p:extLst>
      <p:ext uri="{BB962C8B-B14F-4D97-AF65-F5344CB8AC3E}">
        <p14:creationId xmlns:p14="http://schemas.microsoft.com/office/powerpoint/2010/main" val="254850257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黑体" panose="02010600030101010101" charset="-122"/>
              <a:cs typeface="Times New Roman" panose="02020603050405020304" pitchFamily="18" charset="0"/>
            </a:endParaRPr>
          </a:p>
        </p:txBody>
      </p:sp>
      <p:sp>
        <p:nvSpPr>
          <p:cNvPr id="35" name="TextBox 34"/>
          <p:cNvSpPr txBox="1"/>
          <p:nvPr/>
        </p:nvSpPr>
        <p:spPr>
          <a:xfrm>
            <a:off x="950303" y="135982"/>
            <a:ext cx="1877437" cy="461665"/>
          </a:xfrm>
          <a:prstGeom prst="rect">
            <a:avLst/>
          </a:prstGeom>
          <a:noFill/>
        </p:spPr>
        <p:txBody>
          <a:bodyPr wrap="none" rtlCol="0">
            <a:spAutoFit/>
          </a:bodyPr>
          <a:lstStyle/>
          <a:p>
            <a:r>
              <a:rPr lang="en-US" altLang="zh-CN" sz="2400" spc="300">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2400" spc="300">
                <a:latin typeface="Times New Roman" panose="02020603050405020304" pitchFamily="18" charset="0"/>
                <a:ea typeface="微软雅黑" panose="020B0503020204020204" pitchFamily="34" charset="-122"/>
                <a:cs typeface="Times New Roman" panose="02020603050405020304" pitchFamily="18" charset="0"/>
              </a:rPr>
              <a:t>质量度量</a:t>
            </a:r>
          </a:p>
        </p:txBody>
      </p:sp>
      <p:sp>
        <p:nvSpPr>
          <p:cNvPr id="3" name="Text Box 4">
            <a:extLst>
              <a:ext uri="{FF2B5EF4-FFF2-40B4-BE49-F238E27FC236}">
                <a16:creationId xmlns:a16="http://schemas.microsoft.com/office/drawing/2014/main" id="{8FC88935-25F7-4E10-873A-5F5EF6173575}"/>
              </a:ext>
            </a:extLst>
          </p:cNvPr>
          <p:cNvSpPr txBox="1">
            <a:spLocks noChangeArrowheads="1"/>
          </p:cNvSpPr>
          <p:nvPr/>
        </p:nvSpPr>
        <p:spPr bwMode="auto">
          <a:xfrm>
            <a:off x="3166242" y="1239611"/>
            <a:ext cx="288925" cy="57943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spcBef>
                <a:spcPct val="50000"/>
              </a:spcBef>
            </a:pPr>
            <a:endParaRPr lang="zh-CN" altLang="en-US">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4" name="Text Box 5">
            <a:extLst>
              <a:ext uri="{FF2B5EF4-FFF2-40B4-BE49-F238E27FC236}">
                <a16:creationId xmlns:a16="http://schemas.microsoft.com/office/drawing/2014/main" id="{F2640E99-CB86-4161-9C30-12E7DDD166F4}"/>
              </a:ext>
            </a:extLst>
          </p:cNvPr>
          <p:cNvSpPr txBox="1">
            <a:spLocks noChangeArrowheads="1"/>
          </p:cNvSpPr>
          <p:nvPr/>
        </p:nvSpPr>
        <p:spPr bwMode="auto">
          <a:xfrm>
            <a:off x="2086742" y="950686"/>
            <a:ext cx="3451586" cy="461665"/>
          </a:xfrm>
          <a:prstGeom prst="rect">
            <a:avLst/>
          </a:prstGeom>
          <a:noFill/>
          <a:ln w="9525" algn="ctr">
            <a:solidFill>
              <a:srgbClr val="010307"/>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r>
              <a:rPr lang="zh-CN" altLang="en-US" sz="240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软件质量需求准则</a:t>
            </a:r>
            <a:r>
              <a:rPr lang="en-US" altLang="zh-CN" sz="240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SQRC</a:t>
            </a:r>
          </a:p>
        </p:txBody>
      </p:sp>
      <p:sp>
        <p:nvSpPr>
          <p:cNvPr id="5" name="Oval 6">
            <a:extLst>
              <a:ext uri="{FF2B5EF4-FFF2-40B4-BE49-F238E27FC236}">
                <a16:creationId xmlns:a16="http://schemas.microsoft.com/office/drawing/2014/main" id="{552DF5DF-9CAF-4F63-8729-D9228679652C}"/>
              </a:ext>
            </a:extLst>
          </p:cNvPr>
          <p:cNvSpPr>
            <a:spLocks noChangeArrowheads="1"/>
          </p:cNvSpPr>
          <p:nvPr/>
        </p:nvSpPr>
        <p:spPr bwMode="auto">
          <a:xfrm>
            <a:off x="646880" y="2103211"/>
            <a:ext cx="2376487" cy="863600"/>
          </a:xfrm>
          <a:prstGeom prst="ellipse">
            <a:avLst/>
          </a:prstGeom>
          <a:noFill/>
          <a:ln w="9525" algn="ctr">
            <a:solidFill>
              <a:srgbClr val="010307"/>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软件质量设计</a:t>
            </a:r>
          </a:p>
          <a:p>
            <a:pPr algn="ctr" eaLnBrk="1" hangingPunct="1"/>
            <a:r>
              <a:rPr lang="zh-CN" altLang="en-US" sz="200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评价准则 </a:t>
            </a:r>
            <a:r>
              <a:rPr lang="en-US" altLang="zh-CN" sz="200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SQDC</a:t>
            </a:r>
          </a:p>
        </p:txBody>
      </p:sp>
      <p:sp>
        <p:nvSpPr>
          <p:cNvPr id="7" name="Oval 7">
            <a:extLst>
              <a:ext uri="{FF2B5EF4-FFF2-40B4-BE49-F238E27FC236}">
                <a16:creationId xmlns:a16="http://schemas.microsoft.com/office/drawing/2014/main" id="{CF99EA99-C82C-46CE-B303-3BB8BD1C559D}"/>
              </a:ext>
            </a:extLst>
          </p:cNvPr>
          <p:cNvSpPr>
            <a:spLocks noChangeArrowheads="1"/>
          </p:cNvSpPr>
          <p:nvPr/>
        </p:nvSpPr>
        <p:spPr bwMode="auto">
          <a:xfrm>
            <a:off x="4174305" y="2103211"/>
            <a:ext cx="2376487" cy="863600"/>
          </a:xfrm>
          <a:prstGeom prst="ellipse">
            <a:avLst/>
          </a:prstGeom>
          <a:noFill/>
          <a:ln w="9525" algn="ctr">
            <a:solidFill>
              <a:srgbClr val="010307"/>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软件质量设计</a:t>
            </a:r>
          </a:p>
          <a:p>
            <a:pPr algn="ctr" eaLnBrk="1" hangingPunct="1"/>
            <a:r>
              <a:rPr lang="zh-CN" altLang="en-US" sz="200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评价准则 </a:t>
            </a:r>
            <a:r>
              <a:rPr lang="en-US" altLang="zh-CN" sz="200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SQDC</a:t>
            </a:r>
          </a:p>
        </p:txBody>
      </p:sp>
      <p:sp>
        <p:nvSpPr>
          <p:cNvPr id="9" name="Text Box 9">
            <a:extLst>
              <a:ext uri="{FF2B5EF4-FFF2-40B4-BE49-F238E27FC236}">
                <a16:creationId xmlns:a16="http://schemas.microsoft.com/office/drawing/2014/main" id="{F751C472-FABC-4823-B368-0444C3FE126B}"/>
              </a:ext>
            </a:extLst>
          </p:cNvPr>
          <p:cNvSpPr txBox="1">
            <a:spLocks noChangeArrowheads="1"/>
          </p:cNvSpPr>
          <p:nvPr/>
        </p:nvSpPr>
        <p:spPr bwMode="auto">
          <a:xfrm>
            <a:off x="718317" y="3687536"/>
            <a:ext cx="2220480" cy="830997"/>
          </a:xfrm>
          <a:prstGeom prst="rect">
            <a:avLst/>
          </a:prstGeom>
          <a:noFill/>
          <a:ln w="9525" algn="ctr">
            <a:solidFill>
              <a:srgbClr val="010307"/>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r>
              <a:rPr lang="zh-CN" altLang="en-US" sz="240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软件质量度量</a:t>
            </a:r>
          </a:p>
          <a:p>
            <a:pPr eaLnBrk="1" hangingPunct="1"/>
            <a:r>
              <a:rPr lang="zh-CN" altLang="en-US" sz="240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评价准则</a:t>
            </a:r>
            <a:r>
              <a:rPr lang="en-US" altLang="zh-CN" sz="240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SQRC</a:t>
            </a:r>
          </a:p>
        </p:txBody>
      </p:sp>
      <p:sp>
        <p:nvSpPr>
          <p:cNvPr id="11" name="Text Box 10">
            <a:extLst>
              <a:ext uri="{FF2B5EF4-FFF2-40B4-BE49-F238E27FC236}">
                <a16:creationId xmlns:a16="http://schemas.microsoft.com/office/drawing/2014/main" id="{99363432-3EDC-4200-B6B1-2B51F4335089}"/>
              </a:ext>
            </a:extLst>
          </p:cNvPr>
          <p:cNvSpPr txBox="1">
            <a:spLocks noChangeArrowheads="1"/>
          </p:cNvSpPr>
          <p:nvPr/>
        </p:nvSpPr>
        <p:spPr bwMode="auto">
          <a:xfrm>
            <a:off x="4534667" y="3687536"/>
            <a:ext cx="2220480" cy="830997"/>
          </a:xfrm>
          <a:prstGeom prst="rect">
            <a:avLst/>
          </a:prstGeom>
          <a:noFill/>
          <a:ln w="9525" algn="ctr">
            <a:solidFill>
              <a:srgbClr val="010307"/>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r>
              <a:rPr lang="zh-CN" altLang="en-US" sz="240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软件质量度量</a:t>
            </a:r>
          </a:p>
          <a:p>
            <a:pPr eaLnBrk="1" hangingPunct="1"/>
            <a:r>
              <a:rPr lang="zh-CN" altLang="en-US" sz="240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评价准则</a:t>
            </a:r>
            <a:r>
              <a:rPr lang="en-US" altLang="zh-CN" sz="240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SQRC</a:t>
            </a:r>
          </a:p>
        </p:txBody>
      </p:sp>
      <p:sp>
        <p:nvSpPr>
          <p:cNvPr id="13" name="Line 11">
            <a:extLst>
              <a:ext uri="{FF2B5EF4-FFF2-40B4-BE49-F238E27FC236}">
                <a16:creationId xmlns:a16="http://schemas.microsoft.com/office/drawing/2014/main" id="{56C93B87-1A1A-4255-850B-DDF979FB6A59}"/>
              </a:ext>
            </a:extLst>
          </p:cNvPr>
          <p:cNvSpPr>
            <a:spLocks noChangeShapeType="1"/>
          </p:cNvSpPr>
          <p:nvPr/>
        </p:nvSpPr>
        <p:spPr bwMode="auto">
          <a:xfrm flipH="1">
            <a:off x="2158180" y="1455511"/>
            <a:ext cx="792162" cy="647700"/>
          </a:xfrm>
          <a:prstGeom prst="line">
            <a:avLst/>
          </a:prstGeom>
          <a:noFill/>
          <a:ln w="9525">
            <a:solidFill>
              <a:srgbClr val="01030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15" name="Line 13">
            <a:extLst>
              <a:ext uri="{FF2B5EF4-FFF2-40B4-BE49-F238E27FC236}">
                <a16:creationId xmlns:a16="http://schemas.microsoft.com/office/drawing/2014/main" id="{FA17C40A-A15A-4236-91C6-B49325A3F7CE}"/>
              </a:ext>
            </a:extLst>
          </p:cNvPr>
          <p:cNvSpPr>
            <a:spLocks noChangeShapeType="1"/>
          </p:cNvSpPr>
          <p:nvPr/>
        </p:nvSpPr>
        <p:spPr bwMode="auto">
          <a:xfrm>
            <a:off x="4318767" y="1455511"/>
            <a:ext cx="863600" cy="647700"/>
          </a:xfrm>
          <a:prstGeom prst="line">
            <a:avLst/>
          </a:prstGeom>
          <a:noFill/>
          <a:ln w="9525">
            <a:solidFill>
              <a:srgbClr val="01030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17" name="Line 15">
            <a:extLst>
              <a:ext uri="{FF2B5EF4-FFF2-40B4-BE49-F238E27FC236}">
                <a16:creationId xmlns:a16="http://schemas.microsoft.com/office/drawing/2014/main" id="{442D78DE-DA3B-4046-A52D-5DB1CA806078}"/>
              </a:ext>
            </a:extLst>
          </p:cNvPr>
          <p:cNvSpPr>
            <a:spLocks noChangeShapeType="1"/>
          </p:cNvSpPr>
          <p:nvPr/>
        </p:nvSpPr>
        <p:spPr bwMode="auto">
          <a:xfrm>
            <a:off x="1726380" y="2966811"/>
            <a:ext cx="0" cy="720725"/>
          </a:xfrm>
          <a:prstGeom prst="line">
            <a:avLst/>
          </a:prstGeom>
          <a:noFill/>
          <a:ln w="9525">
            <a:solidFill>
              <a:srgbClr val="01030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19" name="Line 16">
            <a:extLst>
              <a:ext uri="{FF2B5EF4-FFF2-40B4-BE49-F238E27FC236}">
                <a16:creationId xmlns:a16="http://schemas.microsoft.com/office/drawing/2014/main" id="{327FFC13-B2F0-412E-A648-58A3AE459AF8}"/>
              </a:ext>
            </a:extLst>
          </p:cNvPr>
          <p:cNvSpPr>
            <a:spLocks noChangeShapeType="1"/>
          </p:cNvSpPr>
          <p:nvPr/>
        </p:nvSpPr>
        <p:spPr bwMode="auto">
          <a:xfrm>
            <a:off x="5542730" y="2966811"/>
            <a:ext cx="0" cy="720725"/>
          </a:xfrm>
          <a:prstGeom prst="line">
            <a:avLst/>
          </a:prstGeom>
          <a:noFill/>
          <a:ln w="9525">
            <a:solidFill>
              <a:srgbClr val="01030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21" name="Text Box 17">
            <a:extLst>
              <a:ext uri="{FF2B5EF4-FFF2-40B4-BE49-F238E27FC236}">
                <a16:creationId xmlns:a16="http://schemas.microsoft.com/office/drawing/2014/main" id="{5A7EE50B-1F95-4EB4-84BA-DBB51BA78AD1}"/>
              </a:ext>
            </a:extLst>
          </p:cNvPr>
          <p:cNvSpPr txBox="1">
            <a:spLocks noChangeArrowheads="1"/>
          </p:cNvSpPr>
          <p:nvPr/>
        </p:nvSpPr>
        <p:spPr bwMode="auto">
          <a:xfrm>
            <a:off x="3094805" y="2174648"/>
            <a:ext cx="996950" cy="57943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r>
              <a:rPr lang="en-US" altLang="zh-CN" b="1">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a:t>
            </a:r>
          </a:p>
        </p:txBody>
      </p:sp>
      <p:sp>
        <p:nvSpPr>
          <p:cNvPr id="23" name="Text Box 18">
            <a:extLst>
              <a:ext uri="{FF2B5EF4-FFF2-40B4-BE49-F238E27FC236}">
                <a16:creationId xmlns:a16="http://schemas.microsoft.com/office/drawing/2014/main" id="{EDF72DC8-D960-49F2-9774-57EFA275BE97}"/>
              </a:ext>
            </a:extLst>
          </p:cNvPr>
          <p:cNvSpPr txBox="1">
            <a:spLocks noChangeArrowheads="1"/>
          </p:cNvSpPr>
          <p:nvPr/>
        </p:nvSpPr>
        <p:spPr bwMode="auto">
          <a:xfrm>
            <a:off x="3094805" y="3831998"/>
            <a:ext cx="996950" cy="57943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r>
              <a:rPr lang="en-US" altLang="zh-CN" b="1">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a:t>
            </a:r>
          </a:p>
        </p:txBody>
      </p:sp>
      <p:sp>
        <p:nvSpPr>
          <p:cNvPr id="25" name="Line 19">
            <a:extLst>
              <a:ext uri="{FF2B5EF4-FFF2-40B4-BE49-F238E27FC236}">
                <a16:creationId xmlns:a16="http://schemas.microsoft.com/office/drawing/2014/main" id="{499177E9-DEBC-4FD6-8B58-DC618950D007}"/>
              </a:ext>
            </a:extLst>
          </p:cNvPr>
          <p:cNvSpPr>
            <a:spLocks noChangeShapeType="1"/>
          </p:cNvSpPr>
          <p:nvPr/>
        </p:nvSpPr>
        <p:spPr bwMode="auto">
          <a:xfrm>
            <a:off x="5471292" y="1166586"/>
            <a:ext cx="2232025" cy="0"/>
          </a:xfrm>
          <a:prstGeom prst="line">
            <a:avLst/>
          </a:prstGeom>
          <a:noFill/>
          <a:ln w="9525">
            <a:solidFill>
              <a:srgbClr val="01030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27" name="Text Box 20">
            <a:extLst>
              <a:ext uri="{FF2B5EF4-FFF2-40B4-BE49-F238E27FC236}">
                <a16:creationId xmlns:a16="http://schemas.microsoft.com/office/drawing/2014/main" id="{ABA591E7-DA4E-41D3-82CF-9318E8D936EC}"/>
              </a:ext>
            </a:extLst>
          </p:cNvPr>
          <p:cNvSpPr txBox="1">
            <a:spLocks noChangeArrowheads="1"/>
          </p:cNvSpPr>
          <p:nvPr/>
        </p:nvSpPr>
        <p:spPr bwMode="auto">
          <a:xfrm>
            <a:off x="7703317" y="937986"/>
            <a:ext cx="644525"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r>
              <a:rPr lang="en-US" altLang="zh-CN" sz="2400" b="1">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8</a:t>
            </a:r>
            <a:r>
              <a:rPr lang="zh-CN" altLang="en-US" sz="2400" b="1">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个</a:t>
            </a:r>
          </a:p>
        </p:txBody>
      </p:sp>
      <p:sp>
        <p:nvSpPr>
          <p:cNvPr id="29" name="Line 21">
            <a:extLst>
              <a:ext uri="{FF2B5EF4-FFF2-40B4-BE49-F238E27FC236}">
                <a16:creationId xmlns:a16="http://schemas.microsoft.com/office/drawing/2014/main" id="{4B51E1CF-C808-4418-A31B-B0AF429E39BA}"/>
              </a:ext>
            </a:extLst>
          </p:cNvPr>
          <p:cNvSpPr>
            <a:spLocks noChangeShapeType="1"/>
          </p:cNvSpPr>
          <p:nvPr/>
        </p:nvSpPr>
        <p:spPr bwMode="auto">
          <a:xfrm>
            <a:off x="6550792" y="4190773"/>
            <a:ext cx="1008063" cy="0"/>
          </a:xfrm>
          <a:prstGeom prst="line">
            <a:avLst/>
          </a:prstGeom>
          <a:noFill/>
          <a:ln w="9525">
            <a:solidFill>
              <a:srgbClr val="01030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31" name="Text Box 22">
            <a:extLst>
              <a:ext uri="{FF2B5EF4-FFF2-40B4-BE49-F238E27FC236}">
                <a16:creationId xmlns:a16="http://schemas.microsoft.com/office/drawing/2014/main" id="{BE3F740A-A07C-437E-805D-872B3A8E0266}"/>
              </a:ext>
            </a:extLst>
          </p:cNvPr>
          <p:cNvSpPr txBox="1">
            <a:spLocks noChangeArrowheads="1"/>
          </p:cNvSpPr>
          <p:nvPr/>
        </p:nvSpPr>
        <p:spPr bwMode="auto">
          <a:xfrm>
            <a:off x="7549329" y="3954236"/>
            <a:ext cx="798513"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r>
              <a:rPr lang="en-US" altLang="zh-CN" sz="2400" b="1">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23</a:t>
            </a:r>
            <a:r>
              <a:rPr lang="zh-CN" altLang="en-US" sz="2400" b="1">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个</a:t>
            </a:r>
          </a:p>
        </p:txBody>
      </p:sp>
      <p:sp>
        <p:nvSpPr>
          <p:cNvPr id="39" name="Line 23">
            <a:extLst>
              <a:ext uri="{FF2B5EF4-FFF2-40B4-BE49-F238E27FC236}">
                <a16:creationId xmlns:a16="http://schemas.microsoft.com/office/drawing/2014/main" id="{518A373F-1871-4D45-A61C-891ED746E1F6}"/>
              </a:ext>
            </a:extLst>
          </p:cNvPr>
          <p:cNvSpPr>
            <a:spLocks noChangeShapeType="1"/>
          </p:cNvSpPr>
          <p:nvPr/>
        </p:nvSpPr>
        <p:spPr bwMode="auto">
          <a:xfrm>
            <a:off x="6550792" y="2535011"/>
            <a:ext cx="1008063" cy="0"/>
          </a:xfrm>
          <a:prstGeom prst="line">
            <a:avLst/>
          </a:prstGeom>
          <a:noFill/>
          <a:ln w="9525">
            <a:solidFill>
              <a:srgbClr val="01030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41" name="Text Box 24">
            <a:extLst>
              <a:ext uri="{FF2B5EF4-FFF2-40B4-BE49-F238E27FC236}">
                <a16:creationId xmlns:a16="http://schemas.microsoft.com/office/drawing/2014/main" id="{6F56EBEA-F928-49DC-8663-2B587B28DB2A}"/>
              </a:ext>
            </a:extLst>
          </p:cNvPr>
          <p:cNvSpPr txBox="1">
            <a:spLocks noChangeArrowheads="1"/>
          </p:cNvSpPr>
          <p:nvPr/>
        </p:nvSpPr>
        <p:spPr bwMode="auto">
          <a:xfrm>
            <a:off x="7558855" y="2306411"/>
            <a:ext cx="798513"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r>
              <a:rPr lang="en-US" altLang="zh-CN" sz="2400" b="1">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23</a:t>
            </a:r>
            <a:r>
              <a:rPr lang="zh-CN" altLang="en-US" sz="2400" b="1">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个</a:t>
            </a:r>
          </a:p>
        </p:txBody>
      </p:sp>
    </p:spTree>
    <p:extLst>
      <p:ext uri="{BB962C8B-B14F-4D97-AF65-F5344CB8AC3E}">
        <p14:creationId xmlns:p14="http://schemas.microsoft.com/office/powerpoint/2010/main" val="96620679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877437" cy="461665"/>
          </a:xfrm>
          <a:prstGeom prst="rect">
            <a:avLst/>
          </a:prstGeom>
          <a:noFill/>
        </p:spPr>
        <p:txBody>
          <a:bodyPr wrap="none" rtlCol="0">
            <a:spAutoFit/>
          </a:bodyPr>
          <a:lstStyle/>
          <a:p>
            <a:r>
              <a:rPr lang="en-US" altLang="zh-CN" sz="2400" spc="300">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2400" spc="300">
                <a:latin typeface="Times New Roman" panose="02020603050405020304" pitchFamily="18" charset="0"/>
                <a:ea typeface="微软雅黑" panose="020B0503020204020204" pitchFamily="34" charset="-122"/>
                <a:cs typeface="Times New Roman" panose="02020603050405020304" pitchFamily="18" charset="0"/>
              </a:rPr>
              <a:t>质量度量</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420775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首先明确：</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软件工程涉及的每个人都要对质量负责</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质量管理是适用于整个软件过程的一种普适性活动</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然后：</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明确给出“软件质量”的涵义</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软件团队必须确定一组</a:t>
            </a:r>
            <a:r>
              <a:rPr lang="en-US" altLang="zh-CN" dirty="0">
                <a:solidFill>
                  <a:srgbClr val="000000"/>
                </a:solidFill>
                <a:latin typeface="华文楷体" panose="02010600040101010101" pitchFamily="2" charset="-122"/>
                <a:ea typeface="华文楷体" panose="02010600040101010101" pitchFamily="2" charset="-122"/>
              </a:rPr>
              <a:t>SQA</a:t>
            </a:r>
            <a:r>
              <a:rPr lang="zh-CN" altLang="en-US" dirty="0">
                <a:solidFill>
                  <a:srgbClr val="000000"/>
                </a:solidFill>
                <a:latin typeface="华文楷体" panose="02010600040101010101" pitchFamily="2" charset="-122"/>
                <a:ea typeface="华文楷体" panose="02010600040101010101" pitchFamily="2" charset="-122"/>
              </a:rPr>
              <a:t>活动来过滤掉软件项目实施中的错误，在错误变为缺陷前发现它！也就是说，尽量提高缺陷排除效率，进而减少软件团队不得不付出的返工量。</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最后：</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运用度量技术来制定软件过程改进的策略，进而提高最终产品的质量。</a:t>
            </a:r>
          </a:p>
        </p:txBody>
      </p:sp>
    </p:spTree>
    <p:extLst>
      <p:ext uri="{BB962C8B-B14F-4D97-AF65-F5344CB8AC3E}">
        <p14:creationId xmlns:p14="http://schemas.microsoft.com/office/powerpoint/2010/main" val="322284692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429593"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软件质量保证 </a:t>
            </a:r>
            <a:r>
              <a:rPr lang="en-US" altLang="zh-CN" sz="2400" spc="300">
                <a:latin typeface="微软雅黑" panose="020B0503020204020204" pitchFamily="34" charset="-122"/>
                <a:ea typeface="微软雅黑" panose="020B0503020204020204" pitchFamily="34" charset="-122"/>
              </a:rPr>
              <a:t>(SQA)</a:t>
            </a:r>
            <a:endParaRPr lang="zh-CN" altLang="en-US" sz="2400" spc="300">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37675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软件质量保证（</a:t>
            </a:r>
            <a:r>
              <a:rPr lang="en-US" altLang="zh-CN">
                <a:solidFill>
                  <a:srgbClr val="000000"/>
                </a:solidFill>
                <a:latin typeface="华文楷体" panose="02010600040101010101" pitchFamily="2" charset="-122"/>
                <a:ea typeface="华文楷体" panose="02010600040101010101" pitchFamily="2" charset="-122"/>
              </a:rPr>
              <a:t>Software Quality Assurance</a:t>
            </a:r>
            <a:r>
              <a:rPr lang="zh-CN" altLang="en-US">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推行与确认软件工程质量标准</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研究与采用各种技术手段来保证软件质量</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对软件的各种变更进行控制</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制订并执行软件测试策略测试计划</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按照软件质量标准对软件的质量进行度量</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组织各种技术评审会或评审活动</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对软件质量的度量情况及时记录和生成</a:t>
            </a:r>
            <a:r>
              <a:rPr lang="en-US" altLang="zh-CN">
                <a:solidFill>
                  <a:srgbClr val="000000"/>
                </a:solidFill>
                <a:latin typeface="华文楷体" panose="02010600040101010101" pitchFamily="2" charset="-122"/>
                <a:ea typeface="华文楷体" panose="02010600040101010101" pitchFamily="2" charset="-122"/>
              </a:rPr>
              <a:t>SQA</a:t>
            </a:r>
            <a:r>
              <a:rPr lang="zh-CN" altLang="en-US">
                <a:solidFill>
                  <a:srgbClr val="000000"/>
                </a:solidFill>
                <a:latin typeface="华文楷体" panose="02010600040101010101" pitchFamily="2" charset="-122"/>
                <a:ea typeface="华文楷体" panose="02010600040101010101" pitchFamily="2" charset="-122"/>
              </a:rPr>
              <a:t>报告</a:t>
            </a:r>
          </a:p>
        </p:txBody>
      </p:sp>
    </p:spTree>
    <p:extLst>
      <p:ext uri="{BB962C8B-B14F-4D97-AF65-F5344CB8AC3E}">
        <p14:creationId xmlns:p14="http://schemas.microsoft.com/office/powerpoint/2010/main" val="413934471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429593"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软件质量保证 </a:t>
            </a:r>
            <a:r>
              <a:rPr lang="en-US" altLang="zh-CN" sz="2400" spc="300">
                <a:latin typeface="微软雅黑" panose="020B0503020204020204" pitchFamily="34" charset="-122"/>
                <a:ea typeface="微软雅黑" panose="020B0503020204020204" pitchFamily="34" charset="-122"/>
              </a:rPr>
              <a:t>(SQA)</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54576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变更管理</a:t>
            </a:r>
            <a:r>
              <a:rPr lang="en-US" altLang="zh-CN">
                <a:solidFill>
                  <a:srgbClr val="000000"/>
                </a:solidFill>
                <a:latin typeface="华文楷体" panose="02010600040101010101" pitchFamily="2" charset="-122"/>
                <a:ea typeface="华文楷体" panose="02010600040101010101" pitchFamily="2" charset="-122"/>
              </a:rPr>
              <a:t>(</a:t>
            </a:r>
            <a:r>
              <a:rPr lang="zh-CN" altLang="en-US">
                <a:solidFill>
                  <a:srgbClr val="000000"/>
                </a:solidFill>
                <a:latin typeface="华文楷体" panose="02010600040101010101" pitchFamily="2" charset="-122"/>
                <a:ea typeface="华文楷体" panose="02010600040101010101" pitchFamily="2" charset="-122"/>
              </a:rPr>
              <a:t>软件配置管理）</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识别可能发生变更的工作产品，建立这些工作产品之间的关系，制定管理这些工作产品的不同版本的机制，控制所施加的变更，审核和报告所发生的变更。</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软件配置（变更）管理是一组跟踪和控制活动</a:t>
            </a:r>
            <a:r>
              <a:rPr lang="en-US" altLang="zh-CN">
                <a:solidFill>
                  <a:srgbClr val="000000"/>
                </a:solidFill>
                <a:latin typeface="华文楷体" panose="02010600040101010101" pitchFamily="2" charset="-122"/>
                <a:ea typeface="华文楷体" panose="02010600040101010101" pitchFamily="2" charset="-122"/>
              </a:rPr>
              <a:t>,</a:t>
            </a:r>
            <a:r>
              <a:rPr lang="zh-CN" altLang="en-US">
                <a:solidFill>
                  <a:srgbClr val="000000"/>
                </a:solidFill>
                <a:latin typeface="华文楷体" panose="02010600040101010101" pitchFamily="2" charset="-122"/>
                <a:ea typeface="华文楷体" panose="02010600040101010101" pitchFamily="2" charset="-122"/>
              </a:rPr>
              <a:t>可以看作是应用于整个软件周期过程的软件质量保证活动。</a:t>
            </a:r>
          </a:p>
        </p:txBody>
      </p:sp>
    </p:spTree>
    <p:extLst>
      <p:ext uri="{BB962C8B-B14F-4D97-AF65-F5344CB8AC3E}">
        <p14:creationId xmlns:p14="http://schemas.microsoft.com/office/powerpoint/2010/main" val="373032168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429593"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软件质量保证 </a:t>
            </a:r>
            <a:r>
              <a:rPr lang="en-US" altLang="zh-CN" sz="2400" spc="300">
                <a:latin typeface="微软雅黑" panose="020B0503020204020204" pitchFamily="34" charset="-122"/>
                <a:ea typeface="微软雅黑" panose="020B0503020204020204" pitchFamily="34" charset="-122"/>
              </a:rPr>
              <a:t>(SQA)</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13026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软件评审</a:t>
            </a:r>
          </a:p>
          <a:p>
            <a:pPr marL="742950" lvl="1"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是软件过程中的“过滤器”，在软件工程的不同阶段进行软件评审，可以起到发现错误和缺陷，进而消除它们的作用。</a:t>
            </a:r>
            <a:r>
              <a:rPr lang="en-US" altLang="zh-CN">
                <a:solidFill>
                  <a:srgbClr val="000000"/>
                </a:solidFill>
                <a:latin typeface="华文楷体" panose="02010600040101010101" pitchFamily="2" charset="-122"/>
                <a:ea typeface="华文楷体" panose="02010600040101010101" pitchFamily="2" charset="-122"/>
              </a:rPr>
              <a:t>--</a:t>
            </a:r>
            <a:r>
              <a:rPr lang="zh-CN" altLang="en-US">
                <a:solidFill>
                  <a:srgbClr val="000000"/>
                </a:solidFill>
                <a:latin typeface="华文楷体" panose="02010600040101010101" pitchFamily="2" charset="-122"/>
                <a:ea typeface="华文楷体" panose="02010600040101010101" pitchFamily="2" charset="-122"/>
              </a:rPr>
              <a:t>正式技术评审</a:t>
            </a:r>
            <a:endParaRPr lang="en-US" altLang="zh-CN">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a:solidFill>
                  <a:srgbClr val="000000"/>
                </a:solidFill>
                <a:latin typeface="华文楷体" panose="02010600040101010101" pitchFamily="2" charset="-122"/>
                <a:ea typeface="华文楷体" panose="02010600040101010101" pitchFamily="2" charset="-122"/>
              </a:rPr>
              <a:t>研究表明：正式技术评审在发现设计错误（占软件过程中发现的所有错误和最终缺陷数量的</a:t>
            </a:r>
            <a:r>
              <a:rPr lang="en-US" altLang="zh-CN">
                <a:solidFill>
                  <a:srgbClr val="000000"/>
                </a:solidFill>
                <a:latin typeface="华文楷体" panose="02010600040101010101" pitchFamily="2" charset="-122"/>
                <a:ea typeface="华文楷体" panose="02010600040101010101" pitchFamily="2" charset="-122"/>
              </a:rPr>
              <a:t>50%-65%</a:t>
            </a:r>
            <a:r>
              <a:rPr lang="zh-CN" altLang="en-US">
                <a:solidFill>
                  <a:srgbClr val="000000"/>
                </a:solidFill>
                <a:latin typeface="华文楷体" panose="02010600040101010101" pitchFamily="2" charset="-122"/>
                <a:ea typeface="华文楷体" panose="02010600040101010101" pitchFamily="2" charset="-122"/>
              </a:rPr>
              <a:t>）方面最高可达</a:t>
            </a:r>
            <a:r>
              <a:rPr lang="en-US" altLang="zh-CN">
                <a:solidFill>
                  <a:srgbClr val="000000"/>
                </a:solidFill>
                <a:latin typeface="华文楷体" panose="02010600040101010101" pitchFamily="2" charset="-122"/>
                <a:ea typeface="华文楷体" panose="02010600040101010101" pitchFamily="2" charset="-122"/>
              </a:rPr>
              <a:t>75%</a:t>
            </a:r>
            <a:r>
              <a:rPr lang="zh-CN" altLang="en-US">
                <a:solidFill>
                  <a:srgbClr val="000000"/>
                </a:solidFill>
                <a:latin typeface="华文楷体" panose="02010600040101010101" pitchFamily="2" charset="-122"/>
                <a:ea typeface="华文楷体" panose="02010600040101010101" pitchFamily="2" charset="-122"/>
              </a:rPr>
              <a:t>的有效性。</a:t>
            </a:r>
          </a:p>
        </p:txBody>
      </p:sp>
    </p:spTree>
    <p:extLst>
      <p:ext uri="{BB962C8B-B14F-4D97-AF65-F5344CB8AC3E}">
        <p14:creationId xmlns:p14="http://schemas.microsoft.com/office/powerpoint/2010/main" val="72659664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262158"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软件开发模型</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970044"/>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定义：</a:t>
            </a:r>
          </a:p>
          <a:p>
            <a:pPr marL="742950" lvl="1"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根据软件生存周期为各项开发活动的流程确定合理的框架。</a:t>
            </a:r>
          </a:p>
          <a:p>
            <a:pPr marL="742950" lvl="1"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开发模型的选择与成本和工期密切相关</a:t>
            </a:r>
            <a:endParaRPr lang="en-US" altLang="zh-CN" sz="14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常见模型</a:t>
            </a:r>
            <a:endParaRPr lang="en-US" altLang="zh-CN" sz="14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400" dirty="0">
                <a:solidFill>
                  <a:srgbClr val="C00000"/>
                </a:solidFill>
                <a:latin typeface="华文楷体" panose="02010600040101010101" pitchFamily="2" charset="-122"/>
                <a:ea typeface="华文楷体" panose="02010600040101010101" pitchFamily="2" charset="-122"/>
              </a:rPr>
              <a:t>瀑布模型、原型模型、增量模型、螺旋模型、迭代模型</a:t>
            </a:r>
          </a:p>
          <a:p>
            <a:pPr marL="285750"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作用：</a:t>
            </a:r>
          </a:p>
          <a:p>
            <a:pPr marL="742950" lvl="1"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给软件开发过程提供原则和方法（技术）</a:t>
            </a:r>
          </a:p>
          <a:p>
            <a:pPr marL="742950" lvl="1"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给软件工程管理提供里程碑和进度表（管理）</a:t>
            </a:r>
          </a:p>
          <a:p>
            <a:pPr marL="742950" lvl="1"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便于各阶段成本估算、核算、控制（经济）</a:t>
            </a:r>
          </a:p>
        </p:txBody>
      </p:sp>
    </p:spTree>
    <p:extLst>
      <p:ext uri="{BB962C8B-B14F-4D97-AF65-F5344CB8AC3E}">
        <p14:creationId xmlns:p14="http://schemas.microsoft.com/office/powerpoint/2010/main" val="395311715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959738"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软件开发模型</a:t>
            </a:r>
            <a:r>
              <a:rPr lang="en-US" altLang="zh-CN" sz="2400" spc="300">
                <a:latin typeface="微软雅黑" panose="020B0503020204020204" pitchFamily="34" charset="-122"/>
                <a:ea typeface="微软雅黑" panose="020B0503020204020204" pitchFamily="34" charset="-122"/>
              </a:rPr>
              <a:t>-</a:t>
            </a:r>
            <a:r>
              <a:rPr lang="zh-CN" altLang="en-US" sz="2400" spc="300">
                <a:latin typeface="微软雅黑" panose="020B0503020204020204" pitchFamily="34" charset="-122"/>
                <a:ea typeface="微软雅黑" panose="020B0503020204020204" pitchFamily="34" charset="-122"/>
              </a:rPr>
              <a:t>瀑布模型</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4352765" cy="361637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通过设计一系列阶段顺序展开的，从系统需求分析开始直到产品发布和维护，每个阶段都会产生循环反馈，因此，如果有信息未被覆盖或者发现了问题，那么最好 “返回”上一个阶段并进行适当的修改，项目开发进程从一个阶段“流动”到下一个阶段</a:t>
            </a:r>
            <a:r>
              <a:rPr lang="en-US" altLang="zh-CN" sz="1400" dirty="0">
                <a:solidFill>
                  <a:srgbClr val="000000"/>
                </a:solidFill>
                <a:latin typeface="华文楷体" panose="02010600040101010101" pitchFamily="2" charset="-122"/>
                <a:ea typeface="华文楷体" panose="02010600040101010101" pitchFamily="2" charset="-122"/>
              </a:rPr>
              <a:t>.</a:t>
            </a:r>
          </a:p>
          <a:p>
            <a:pPr marL="285750"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瀑布模型的特点：</a:t>
            </a:r>
            <a:endParaRPr lang="en-US" altLang="zh-CN" sz="14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每一个阶段均以</a:t>
            </a:r>
            <a:r>
              <a:rPr lang="en-US" altLang="zh-CN" sz="1400" dirty="0">
                <a:solidFill>
                  <a:srgbClr val="000000"/>
                </a:solidFill>
                <a:latin typeface="华文楷体" panose="02010600040101010101" pitchFamily="2" charset="-122"/>
                <a:ea typeface="华文楷体" panose="02010600040101010101" pitchFamily="2" charset="-122"/>
              </a:rPr>
              <a:t>VV</a:t>
            </a:r>
            <a:r>
              <a:rPr lang="zh-CN" altLang="en-US" sz="1400" dirty="0">
                <a:solidFill>
                  <a:srgbClr val="000000"/>
                </a:solidFill>
                <a:latin typeface="华文楷体" panose="02010600040101010101" pitchFamily="2" charset="-122"/>
                <a:ea typeface="华文楷体" panose="02010600040101010101" pitchFamily="2" charset="-122"/>
              </a:rPr>
              <a:t>活动为结束 ，从而尽可能地消除本阶段产品中存在的问题。</a:t>
            </a:r>
            <a:endParaRPr lang="en-US" altLang="zh-CN" sz="14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随后阶段里，尽可能对前面阶段的产品进行迭代。</a:t>
            </a:r>
          </a:p>
        </p:txBody>
      </p:sp>
      <p:pic>
        <p:nvPicPr>
          <p:cNvPr id="1028" name="Picture 4">
            <a:extLst>
              <a:ext uri="{FF2B5EF4-FFF2-40B4-BE49-F238E27FC236}">
                <a16:creationId xmlns:a16="http://schemas.microsoft.com/office/drawing/2014/main" id="{C3AD79C0-3B86-4B47-A36E-66060A834C9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65850" y="1117168"/>
            <a:ext cx="4038503" cy="28072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443209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704989"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瀑布模型的经济学原理</a:t>
            </a:r>
          </a:p>
        </p:txBody>
      </p:sp>
      <p:sp>
        <p:nvSpPr>
          <p:cNvPr id="2" name="矩形 1">
            <a:extLst>
              <a:ext uri="{FF2B5EF4-FFF2-40B4-BE49-F238E27FC236}">
                <a16:creationId xmlns:a16="http://schemas.microsoft.com/office/drawing/2014/main" id="{1A343DEC-CFF6-41F5-B87C-0DFC08C67B76}"/>
              </a:ext>
            </a:extLst>
          </p:cNvPr>
          <p:cNvSpPr/>
          <p:nvPr/>
        </p:nvSpPr>
        <p:spPr>
          <a:xfrm>
            <a:off x="611831" y="792909"/>
            <a:ext cx="3960169" cy="393954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前提</a:t>
            </a:r>
            <a:endParaRPr lang="en-US" altLang="zh-CN" sz="14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en-US" altLang="zh-CN" sz="1400" dirty="0">
                <a:solidFill>
                  <a:srgbClr val="000000"/>
                </a:solidFill>
                <a:latin typeface="华文楷体" panose="02010600040101010101" pitchFamily="2" charset="-122"/>
                <a:ea typeface="华文楷体" panose="02010600040101010101" pitchFamily="2" charset="-122"/>
              </a:rPr>
              <a:t>1.</a:t>
            </a:r>
            <a:r>
              <a:rPr lang="zh-CN" altLang="en-US" sz="1400" dirty="0">
                <a:solidFill>
                  <a:srgbClr val="000000"/>
                </a:solidFill>
                <a:latin typeface="华文楷体" panose="02010600040101010101" pitchFamily="2" charset="-122"/>
                <a:ea typeface="华文楷体" panose="02010600040101010101" pitchFamily="2" charset="-122"/>
              </a:rPr>
              <a:t>为了得到成功的软件产品，我们无论如何必须实现每个阶段所有的子目标。</a:t>
            </a:r>
            <a:endParaRPr lang="en-US" altLang="zh-CN" sz="14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例：</a:t>
            </a:r>
            <a:endParaRPr lang="en-US" altLang="zh-CN" sz="1400" dirty="0">
              <a:solidFill>
                <a:srgbClr val="000000"/>
              </a:solidFill>
              <a:latin typeface="华文楷体" panose="02010600040101010101" pitchFamily="2" charset="-122"/>
              <a:ea typeface="华文楷体" panose="02010600040101010101" pitchFamily="2" charset="-122"/>
            </a:endParaRPr>
          </a:p>
          <a:p>
            <a:pPr marL="1200150" lvl="2"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大的命令与控制系统中，软件的</a:t>
            </a:r>
            <a:r>
              <a:rPr lang="en-US" altLang="zh-CN" sz="1400" dirty="0">
                <a:solidFill>
                  <a:srgbClr val="000000"/>
                </a:solidFill>
                <a:latin typeface="华文楷体" panose="02010600040101010101" pitchFamily="2" charset="-122"/>
                <a:ea typeface="华文楷体" panose="02010600040101010101" pitchFamily="2" charset="-122"/>
              </a:rPr>
              <a:t>67%</a:t>
            </a:r>
            <a:r>
              <a:rPr lang="zh-CN" altLang="en-US" sz="1400" dirty="0">
                <a:solidFill>
                  <a:srgbClr val="000000"/>
                </a:solidFill>
                <a:latin typeface="华文楷体" panose="02010600040101010101" pitchFamily="2" charset="-122"/>
                <a:ea typeface="华文楷体" panose="02010600040101010101" pitchFamily="2" charset="-122"/>
              </a:rPr>
              <a:t>和</a:t>
            </a:r>
            <a:r>
              <a:rPr lang="en-US" altLang="zh-CN" sz="1400" dirty="0">
                <a:solidFill>
                  <a:srgbClr val="000000"/>
                </a:solidFill>
                <a:latin typeface="华文楷体" panose="02010600040101010101" pitchFamily="2" charset="-122"/>
                <a:ea typeface="华文楷体" panose="02010600040101010101" pitchFamily="2" charset="-122"/>
              </a:rPr>
              <a:t>95%</a:t>
            </a:r>
            <a:r>
              <a:rPr lang="zh-CN" altLang="en-US" sz="1400" dirty="0">
                <a:solidFill>
                  <a:srgbClr val="000000"/>
                </a:solidFill>
                <a:latin typeface="华文楷体" panose="02010600040101010101" pitchFamily="2" charset="-122"/>
                <a:ea typeface="华文楷体" panose="02010600040101010101" pitchFamily="2" charset="-122"/>
              </a:rPr>
              <a:t>在交付之后不得不重写，因为不符合用户需求。</a:t>
            </a:r>
            <a:r>
              <a:rPr lang="en-US" altLang="zh-CN" sz="1400" dirty="0">
                <a:solidFill>
                  <a:srgbClr val="000000"/>
                </a:solidFill>
                <a:latin typeface="华文楷体" panose="02010600040101010101" pitchFamily="2" charset="-122"/>
                <a:ea typeface="华文楷体" panose="02010600040101010101" pitchFamily="2" charset="-122"/>
              </a:rPr>
              <a:t>[1973]</a:t>
            </a:r>
          </a:p>
          <a:p>
            <a:pPr marL="1200150" lvl="2"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缺少适合的需求分析与早期的可行性分析，导致许多项目最后被完全取消。</a:t>
            </a:r>
            <a:r>
              <a:rPr lang="en-US" altLang="zh-CN" sz="1400" dirty="0">
                <a:solidFill>
                  <a:srgbClr val="000000"/>
                </a:solidFill>
                <a:latin typeface="华文楷体" panose="02010600040101010101" pitchFamily="2" charset="-122"/>
                <a:ea typeface="华文楷体" panose="02010600040101010101" pitchFamily="2" charset="-122"/>
              </a:rPr>
              <a:t>56m</a:t>
            </a:r>
            <a:r>
              <a:rPr lang="zh-CN" altLang="en-US" sz="1400" dirty="0">
                <a:solidFill>
                  <a:srgbClr val="000000"/>
                </a:solidFill>
                <a:latin typeface="华文楷体" panose="02010600040101010101" pitchFamily="2" charset="-122"/>
                <a:ea typeface="华文楷体" panose="02010600040101010101" pitchFamily="2" charset="-122"/>
              </a:rPr>
              <a:t>美元的美国航空预订系统</a:t>
            </a:r>
            <a:r>
              <a:rPr lang="en-US" altLang="zh-CN" sz="1400" dirty="0">
                <a:solidFill>
                  <a:srgbClr val="000000"/>
                </a:solidFill>
                <a:latin typeface="华文楷体" panose="02010600040101010101" pitchFamily="2" charset="-122"/>
                <a:ea typeface="华文楷体" panose="02010600040101010101" pitchFamily="2" charset="-122"/>
              </a:rPr>
              <a:t>[1970]</a:t>
            </a:r>
            <a:r>
              <a:rPr lang="zh-CN" altLang="en-US" sz="1400" dirty="0">
                <a:solidFill>
                  <a:srgbClr val="000000"/>
                </a:solidFill>
                <a:latin typeface="华文楷体" panose="02010600040101010101" pitchFamily="2" charset="-122"/>
                <a:ea typeface="华文楷体" panose="02010600040101010101" pitchFamily="2" charset="-122"/>
              </a:rPr>
              <a:t>，</a:t>
            </a:r>
            <a:r>
              <a:rPr lang="en-US" altLang="zh-CN" sz="1400" dirty="0">
                <a:solidFill>
                  <a:srgbClr val="000000"/>
                </a:solidFill>
                <a:latin typeface="华文楷体" panose="02010600040101010101" pitchFamily="2" charset="-122"/>
                <a:ea typeface="华文楷体" panose="02010600040101010101" pitchFamily="2" charset="-122"/>
              </a:rPr>
              <a:t>217m</a:t>
            </a:r>
            <a:r>
              <a:rPr lang="zh-CN" altLang="en-US" sz="1400" dirty="0">
                <a:solidFill>
                  <a:srgbClr val="000000"/>
                </a:solidFill>
                <a:latin typeface="华文楷体" panose="02010600040101010101" pitchFamily="2" charset="-122"/>
                <a:ea typeface="华文楷体" panose="02010600040101010101" pitchFamily="2" charset="-122"/>
              </a:rPr>
              <a:t>美元的高级后勤系统</a:t>
            </a:r>
            <a:r>
              <a:rPr lang="en-US" altLang="zh-CN" sz="1400" dirty="0">
                <a:solidFill>
                  <a:srgbClr val="000000"/>
                </a:solidFill>
                <a:latin typeface="华文楷体" panose="02010600040101010101" pitchFamily="2" charset="-122"/>
                <a:ea typeface="华文楷体" panose="02010600040101010101" pitchFamily="2" charset="-122"/>
              </a:rPr>
              <a:t>[1976]</a:t>
            </a:r>
            <a:r>
              <a:rPr lang="zh-CN" altLang="en-US" sz="1400" dirty="0">
                <a:solidFill>
                  <a:srgbClr val="000000"/>
                </a:solidFill>
                <a:latin typeface="华文楷体" panose="02010600040101010101" pitchFamily="2" charset="-122"/>
                <a:ea typeface="华文楷体" panose="02010600040101010101" pitchFamily="2" charset="-122"/>
              </a:rPr>
              <a:t>。</a:t>
            </a:r>
            <a:endParaRPr lang="en-US" altLang="zh-CN" sz="1400" dirty="0">
              <a:solidFill>
                <a:srgbClr val="000000"/>
              </a:solidFill>
              <a:latin typeface="华文楷体" panose="02010600040101010101" pitchFamily="2" charset="-122"/>
              <a:ea typeface="华文楷体" panose="02010600040101010101" pitchFamily="2" charset="-122"/>
            </a:endParaRPr>
          </a:p>
        </p:txBody>
      </p:sp>
      <p:pic>
        <p:nvPicPr>
          <p:cNvPr id="8" name="Picture 4">
            <a:extLst>
              <a:ext uri="{FF2B5EF4-FFF2-40B4-BE49-F238E27FC236}">
                <a16:creationId xmlns:a16="http://schemas.microsoft.com/office/drawing/2014/main" id="{AC327020-6B3A-4CBC-B91B-7DAA927132A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43140" y="1359037"/>
            <a:ext cx="4038503" cy="2807284"/>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1325057" y="4835723"/>
            <a:ext cx="6830735" cy="307777"/>
          </a:xfrm>
          <a:prstGeom prst="rect">
            <a:avLst/>
          </a:prstGeom>
        </p:spPr>
        <p:txBody>
          <a:bodyPr wrap="square">
            <a:spAutoFit/>
          </a:bodyPr>
          <a:lstStyle/>
          <a:p>
            <a:r>
              <a:rPr lang="en-US" altLang="zh-CN" sz="1200" dirty="0" smtClean="0"/>
              <a:t>2.</a:t>
            </a:r>
            <a:r>
              <a:rPr lang="zh-CN" altLang="en-US" sz="1400" dirty="0" smtClean="0">
                <a:solidFill>
                  <a:srgbClr val="000000"/>
                </a:solidFill>
                <a:latin typeface="华文楷体" panose="02010600040101010101" pitchFamily="2" charset="-122"/>
                <a:ea typeface="华文楷体" panose="02010600040101010101" pitchFamily="2" charset="-122"/>
              </a:rPr>
              <a:t>任何与模型</a:t>
            </a:r>
            <a:r>
              <a:rPr lang="zh-CN" altLang="en-US" sz="1400" dirty="0">
                <a:solidFill>
                  <a:srgbClr val="000000"/>
                </a:solidFill>
                <a:latin typeface="华文楷体" panose="02010600040101010101" pitchFamily="2" charset="-122"/>
                <a:ea typeface="华文楷体" panose="02010600040101010101" pitchFamily="2" charset="-122"/>
              </a:rPr>
              <a:t>不同的子目标实现顺序，都会使所构造的软件产品没有那么成功。</a:t>
            </a:r>
          </a:p>
        </p:txBody>
      </p:sp>
    </p:spTree>
    <p:extLst>
      <p:ext uri="{BB962C8B-B14F-4D97-AF65-F5344CB8AC3E}">
        <p14:creationId xmlns:p14="http://schemas.microsoft.com/office/powerpoint/2010/main" val="183476892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915909"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概念结构图</a:t>
            </a:r>
            <a:endParaRPr lang="en-US" altLang="zh-CN" sz="2400" spc="300">
              <a:latin typeface="微软雅黑" panose="020B0503020204020204" pitchFamily="34" charset="-122"/>
              <a:ea typeface="微软雅黑" panose="020B0503020204020204" pitchFamily="34" charset="-122"/>
            </a:endParaRPr>
          </a:p>
        </p:txBody>
      </p:sp>
      <p:grpSp>
        <p:nvGrpSpPr>
          <p:cNvPr id="3" name="组合 2">
            <a:extLst>
              <a:ext uri="{FF2B5EF4-FFF2-40B4-BE49-F238E27FC236}">
                <a16:creationId xmlns:a16="http://schemas.microsoft.com/office/drawing/2014/main" id="{6563EB65-19D8-4F0A-BDA6-A2F1113BC3E3}"/>
              </a:ext>
            </a:extLst>
          </p:cNvPr>
          <p:cNvGrpSpPr/>
          <p:nvPr/>
        </p:nvGrpSpPr>
        <p:grpSpPr>
          <a:xfrm>
            <a:off x="452651" y="780616"/>
            <a:ext cx="8176092" cy="4078935"/>
            <a:chOff x="230269" y="731260"/>
            <a:chExt cx="8621970" cy="4630973"/>
          </a:xfrm>
        </p:grpSpPr>
        <p:sp>
          <p:nvSpPr>
            <p:cNvPr id="6" name="Text Box 14">
              <a:extLst>
                <a:ext uri="{FF2B5EF4-FFF2-40B4-BE49-F238E27FC236}">
                  <a16:creationId xmlns:a16="http://schemas.microsoft.com/office/drawing/2014/main" id="{9698088A-F83D-4566-9AFD-0E9167CA4B05}"/>
                </a:ext>
              </a:extLst>
            </p:cNvPr>
            <p:cNvSpPr txBox="1">
              <a:spLocks noChangeArrowheads="1"/>
            </p:cNvSpPr>
            <p:nvPr/>
          </p:nvSpPr>
          <p:spPr bwMode="auto">
            <a:xfrm>
              <a:off x="3895162" y="3395085"/>
              <a:ext cx="1547075" cy="454260"/>
            </a:xfrm>
            <a:prstGeom prst="rect">
              <a:avLst/>
            </a:prstGeom>
            <a:noFill/>
            <a:ln w="9525" algn="ctr">
              <a:solidFill>
                <a:srgbClr val="010307"/>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dirty="0">
                  <a:solidFill>
                    <a:schemeClr val="tx1"/>
                  </a:solidFill>
                  <a:latin typeface="Times New Roman" panose="02020603050405020304" pitchFamily="18" charset="0"/>
                  <a:ea typeface="+mn-ea"/>
                  <a:cs typeface="Times New Roman" panose="02020603050405020304" pitchFamily="18" charset="0"/>
                </a:rPr>
                <a:t>可靠性度量</a:t>
              </a:r>
            </a:p>
          </p:txBody>
        </p:sp>
        <p:sp>
          <p:nvSpPr>
            <p:cNvPr id="7" name="Text Box 16">
              <a:extLst>
                <a:ext uri="{FF2B5EF4-FFF2-40B4-BE49-F238E27FC236}">
                  <a16:creationId xmlns:a16="http://schemas.microsoft.com/office/drawing/2014/main" id="{20BFF2E6-2B01-4BBD-ACDA-C5F19F7B2FE2}"/>
                </a:ext>
              </a:extLst>
            </p:cNvPr>
            <p:cNvSpPr txBox="1">
              <a:spLocks noChangeArrowheads="1"/>
            </p:cNvSpPr>
            <p:nvPr/>
          </p:nvSpPr>
          <p:spPr bwMode="auto">
            <a:xfrm>
              <a:off x="3975181" y="3971348"/>
              <a:ext cx="1276607" cy="454260"/>
            </a:xfrm>
            <a:prstGeom prst="rect">
              <a:avLst/>
            </a:prstGeom>
            <a:noFill/>
            <a:ln w="9525" algn="ctr">
              <a:solidFill>
                <a:srgbClr val="010307"/>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dirty="0">
                  <a:solidFill>
                    <a:schemeClr val="tx1"/>
                  </a:solidFill>
                  <a:latin typeface="Times New Roman" panose="02020603050405020304" pitchFamily="18" charset="0"/>
                  <a:ea typeface="+mn-ea"/>
                  <a:cs typeface="Times New Roman" panose="02020603050405020304" pitchFamily="18" charset="0"/>
                </a:rPr>
                <a:t>质量度量</a:t>
              </a:r>
            </a:p>
          </p:txBody>
        </p:sp>
        <p:sp>
          <p:nvSpPr>
            <p:cNvPr id="8" name="Text Box 17">
              <a:extLst>
                <a:ext uri="{FF2B5EF4-FFF2-40B4-BE49-F238E27FC236}">
                  <a16:creationId xmlns:a16="http://schemas.microsoft.com/office/drawing/2014/main" id="{CFC17D6F-8F45-4604-9D2F-95210EAE526D}"/>
                </a:ext>
              </a:extLst>
            </p:cNvPr>
            <p:cNvSpPr txBox="1">
              <a:spLocks noChangeArrowheads="1"/>
            </p:cNvSpPr>
            <p:nvPr/>
          </p:nvSpPr>
          <p:spPr bwMode="auto">
            <a:xfrm>
              <a:off x="2448307" y="4907973"/>
              <a:ext cx="1817543" cy="454260"/>
            </a:xfrm>
            <a:prstGeom prst="rect">
              <a:avLst/>
            </a:prstGeom>
            <a:noFill/>
            <a:ln w="9525" algn="ctr">
              <a:solidFill>
                <a:srgbClr val="010307"/>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dirty="0">
                  <a:solidFill>
                    <a:schemeClr val="tx1"/>
                  </a:solidFill>
                  <a:latin typeface="Times New Roman" panose="02020603050405020304" pitchFamily="18" charset="0"/>
                  <a:ea typeface="+mn-ea"/>
                  <a:cs typeface="Times New Roman" panose="02020603050405020304" pitchFamily="18" charset="0"/>
                </a:rPr>
                <a:t>软件质量含义</a:t>
              </a:r>
            </a:p>
          </p:txBody>
        </p:sp>
        <p:sp>
          <p:nvSpPr>
            <p:cNvPr id="9" name="Text Box 18">
              <a:extLst>
                <a:ext uri="{FF2B5EF4-FFF2-40B4-BE49-F238E27FC236}">
                  <a16:creationId xmlns:a16="http://schemas.microsoft.com/office/drawing/2014/main" id="{087144BF-A7F7-4E7D-A4AF-CC882F5A2B96}"/>
                </a:ext>
              </a:extLst>
            </p:cNvPr>
            <p:cNvSpPr txBox="1">
              <a:spLocks noChangeArrowheads="1"/>
            </p:cNvSpPr>
            <p:nvPr/>
          </p:nvSpPr>
          <p:spPr bwMode="auto">
            <a:xfrm>
              <a:off x="5027967" y="4777873"/>
              <a:ext cx="1817543" cy="454260"/>
            </a:xfrm>
            <a:prstGeom prst="rect">
              <a:avLst/>
            </a:prstGeom>
            <a:noFill/>
            <a:ln w="9525" algn="ctr">
              <a:solidFill>
                <a:srgbClr val="010307"/>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dirty="0">
                  <a:solidFill>
                    <a:schemeClr val="tx1"/>
                  </a:solidFill>
                  <a:latin typeface="Times New Roman" panose="02020603050405020304" pitchFamily="18" charset="0"/>
                  <a:ea typeface="+mn-ea"/>
                  <a:cs typeface="Times New Roman" panose="02020603050405020304" pitchFamily="18" charset="0"/>
                </a:rPr>
                <a:t>软件质量保证</a:t>
              </a:r>
            </a:p>
          </p:txBody>
        </p:sp>
        <p:sp>
          <p:nvSpPr>
            <p:cNvPr id="10" name="Text Box 19">
              <a:extLst>
                <a:ext uri="{FF2B5EF4-FFF2-40B4-BE49-F238E27FC236}">
                  <a16:creationId xmlns:a16="http://schemas.microsoft.com/office/drawing/2014/main" id="{8802EC3E-6B2F-4164-BECE-62502036DB12}"/>
                </a:ext>
              </a:extLst>
            </p:cNvPr>
            <p:cNvSpPr txBox="1">
              <a:spLocks noChangeArrowheads="1"/>
            </p:cNvSpPr>
            <p:nvPr/>
          </p:nvSpPr>
          <p:spPr bwMode="auto">
            <a:xfrm>
              <a:off x="7575631" y="3828474"/>
              <a:ext cx="1276607" cy="454260"/>
            </a:xfrm>
            <a:prstGeom prst="rect">
              <a:avLst/>
            </a:prstGeom>
            <a:noFill/>
            <a:ln w="9525" algn="ctr">
              <a:solidFill>
                <a:srgbClr val="010307"/>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dirty="0">
                  <a:solidFill>
                    <a:schemeClr val="tx1"/>
                  </a:solidFill>
                  <a:latin typeface="Times New Roman" panose="02020603050405020304" pitchFamily="18" charset="0"/>
                  <a:ea typeface="+mn-ea"/>
                  <a:cs typeface="Times New Roman" panose="02020603050405020304" pitchFamily="18" charset="0"/>
                </a:rPr>
                <a:t>质量评价</a:t>
              </a:r>
            </a:p>
          </p:txBody>
        </p:sp>
        <p:sp>
          <p:nvSpPr>
            <p:cNvPr id="11" name="Text Box 20">
              <a:extLst>
                <a:ext uri="{FF2B5EF4-FFF2-40B4-BE49-F238E27FC236}">
                  <a16:creationId xmlns:a16="http://schemas.microsoft.com/office/drawing/2014/main" id="{8A709AE1-580C-47EE-BB25-CE047CB09B2A}"/>
                </a:ext>
              </a:extLst>
            </p:cNvPr>
            <p:cNvSpPr txBox="1">
              <a:spLocks noChangeArrowheads="1"/>
            </p:cNvSpPr>
            <p:nvPr/>
          </p:nvSpPr>
          <p:spPr bwMode="auto">
            <a:xfrm>
              <a:off x="7575631" y="4331710"/>
              <a:ext cx="1276607" cy="454260"/>
            </a:xfrm>
            <a:prstGeom prst="rect">
              <a:avLst/>
            </a:prstGeom>
            <a:noFill/>
            <a:ln w="9525" algn="ctr">
              <a:solidFill>
                <a:srgbClr val="010307"/>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dirty="0">
                  <a:solidFill>
                    <a:schemeClr val="tx1"/>
                  </a:solidFill>
                  <a:latin typeface="Times New Roman" panose="02020603050405020304" pitchFamily="18" charset="0"/>
                  <a:ea typeface="+mn-ea"/>
                  <a:cs typeface="Times New Roman" panose="02020603050405020304" pitchFamily="18" charset="0"/>
                </a:rPr>
                <a:t>软件变更</a:t>
              </a:r>
            </a:p>
          </p:txBody>
        </p:sp>
        <p:sp>
          <p:nvSpPr>
            <p:cNvPr id="12" name="Text Box 21">
              <a:extLst>
                <a:ext uri="{FF2B5EF4-FFF2-40B4-BE49-F238E27FC236}">
                  <a16:creationId xmlns:a16="http://schemas.microsoft.com/office/drawing/2014/main" id="{70DD1B9D-081A-46E1-802F-33FB7F9D3205}"/>
                </a:ext>
              </a:extLst>
            </p:cNvPr>
            <p:cNvSpPr txBox="1">
              <a:spLocks noChangeArrowheads="1"/>
            </p:cNvSpPr>
            <p:nvPr/>
          </p:nvSpPr>
          <p:spPr bwMode="auto">
            <a:xfrm>
              <a:off x="7575632" y="4836535"/>
              <a:ext cx="1276607" cy="454260"/>
            </a:xfrm>
            <a:prstGeom prst="rect">
              <a:avLst/>
            </a:prstGeom>
            <a:noFill/>
            <a:ln w="9525" algn="ctr">
              <a:solidFill>
                <a:srgbClr val="010307"/>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dirty="0">
                  <a:solidFill>
                    <a:schemeClr val="tx1"/>
                  </a:solidFill>
                  <a:latin typeface="Times New Roman" panose="02020603050405020304" pitchFamily="18" charset="0"/>
                  <a:ea typeface="+mn-ea"/>
                  <a:cs typeface="Times New Roman" panose="02020603050405020304" pitchFamily="18" charset="0"/>
                </a:rPr>
                <a:t>质量评审</a:t>
              </a:r>
            </a:p>
          </p:txBody>
        </p:sp>
        <p:sp>
          <p:nvSpPr>
            <p:cNvPr id="13" name="Text Box 5">
              <a:extLst>
                <a:ext uri="{FF2B5EF4-FFF2-40B4-BE49-F238E27FC236}">
                  <a16:creationId xmlns:a16="http://schemas.microsoft.com/office/drawing/2014/main" id="{AE380602-5C89-45D3-8A1B-05B349085ACE}"/>
                </a:ext>
              </a:extLst>
            </p:cNvPr>
            <p:cNvSpPr txBox="1">
              <a:spLocks noChangeArrowheads="1"/>
            </p:cNvSpPr>
            <p:nvPr/>
          </p:nvSpPr>
          <p:spPr bwMode="auto">
            <a:xfrm>
              <a:off x="230269" y="731260"/>
              <a:ext cx="1276607" cy="454260"/>
            </a:xfrm>
            <a:prstGeom prst="rect">
              <a:avLst/>
            </a:prstGeom>
            <a:noFill/>
            <a:ln w="9525" algn="ctr">
              <a:solidFill>
                <a:srgbClr val="010307"/>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a:solidFill>
                    <a:schemeClr val="tx1"/>
                  </a:solidFill>
                  <a:latin typeface="Times New Roman" panose="02020603050405020304" pitchFamily="18" charset="0"/>
                  <a:ea typeface="+mn-ea"/>
                  <a:cs typeface="Times New Roman" panose="02020603050405020304" pitchFamily="18" charset="0"/>
                </a:rPr>
                <a:t>软件工程</a:t>
              </a:r>
            </a:p>
          </p:txBody>
        </p:sp>
        <p:sp>
          <p:nvSpPr>
            <p:cNvPr id="14" name="Text Box 6">
              <a:extLst>
                <a:ext uri="{FF2B5EF4-FFF2-40B4-BE49-F238E27FC236}">
                  <a16:creationId xmlns:a16="http://schemas.microsoft.com/office/drawing/2014/main" id="{CC949237-3931-4C45-9D11-2F4067B6EAB5}"/>
                </a:ext>
              </a:extLst>
            </p:cNvPr>
            <p:cNvSpPr txBox="1">
              <a:spLocks noChangeArrowheads="1"/>
            </p:cNvSpPr>
            <p:nvPr/>
          </p:nvSpPr>
          <p:spPr bwMode="auto">
            <a:xfrm>
              <a:off x="2319419" y="1523423"/>
              <a:ext cx="1276607" cy="454260"/>
            </a:xfrm>
            <a:prstGeom prst="rect">
              <a:avLst/>
            </a:prstGeom>
            <a:noFill/>
            <a:ln w="9525" algn="ctr">
              <a:solidFill>
                <a:srgbClr val="010307"/>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a:solidFill>
                    <a:schemeClr val="tx1"/>
                  </a:solidFill>
                  <a:latin typeface="Times New Roman" panose="02020603050405020304" pitchFamily="18" charset="0"/>
                  <a:ea typeface="+mn-ea"/>
                  <a:cs typeface="Times New Roman" panose="02020603050405020304" pitchFamily="18" charset="0"/>
                </a:rPr>
                <a:t>开发周期</a:t>
              </a:r>
            </a:p>
          </p:txBody>
        </p:sp>
        <p:sp>
          <p:nvSpPr>
            <p:cNvPr id="15" name="Text Box 7">
              <a:extLst>
                <a:ext uri="{FF2B5EF4-FFF2-40B4-BE49-F238E27FC236}">
                  <a16:creationId xmlns:a16="http://schemas.microsoft.com/office/drawing/2014/main" id="{138CD6CC-5717-4E5B-B368-A03E458ECACD}"/>
                </a:ext>
              </a:extLst>
            </p:cNvPr>
            <p:cNvSpPr txBox="1">
              <a:spLocks noChangeArrowheads="1"/>
            </p:cNvSpPr>
            <p:nvPr/>
          </p:nvSpPr>
          <p:spPr bwMode="auto">
            <a:xfrm>
              <a:off x="2141810" y="832823"/>
              <a:ext cx="1547075" cy="454260"/>
            </a:xfrm>
            <a:prstGeom prst="rect">
              <a:avLst/>
            </a:prstGeom>
            <a:noFill/>
            <a:ln w="9525" algn="ctr">
              <a:solidFill>
                <a:srgbClr val="010307"/>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a:solidFill>
                    <a:schemeClr val="tx1"/>
                  </a:solidFill>
                  <a:latin typeface="Times New Roman" panose="02020603050405020304" pitchFamily="18" charset="0"/>
                  <a:ea typeface="+mn-ea"/>
                  <a:cs typeface="Times New Roman" panose="02020603050405020304" pitchFamily="18" charset="0"/>
                </a:rPr>
                <a:t>软件技术学</a:t>
              </a:r>
            </a:p>
          </p:txBody>
        </p:sp>
        <p:sp>
          <p:nvSpPr>
            <p:cNvPr id="16" name="Text Box 8">
              <a:extLst>
                <a:ext uri="{FF2B5EF4-FFF2-40B4-BE49-F238E27FC236}">
                  <a16:creationId xmlns:a16="http://schemas.microsoft.com/office/drawing/2014/main" id="{6FDA478E-778D-4784-A7AD-D3A3077B86B8}"/>
                </a:ext>
              </a:extLst>
            </p:cNvPr>
            <p:cNvSpPr txBox="1">
              <a:spLocks noChangeArrowheads="1"/>
            </p:cNvSpPr>
            <p:nvPr/>
          </p:nvSpPr>
          <p:spPr bwMode="auto">
            <a:xfrm>
              <a:off x="3902156" y="832673"/>
              <a:ext cx="1547075" cy="454260"/>
            </a:xfrm>
            <a:prstGeom prst="rect">
              <a:avLst/>
            </a:prstGeom>
            <a:noFill/>
            <a:ln w="9525" algn="ctr">
              <a:solidFill>
                <a:srgbClr val="010307"/>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a:solidFill>
                    <a:schemeClr val="tx1"/>
                  </a:solidFill>
                  <a:latin typeface="Times New Roman" panose="02020603050405020304" pitchFamily="18" charset="0"/>
                  <a:ea typeface="+mn-ea"/>
                  <a:cs typeface="Times New Roman" panose="02020603050405020304" pitchFamily="18" charset="0"/>
                </a:rPr>
                <a:t>软件经济学</a:t>
              </a:r>
            </a:p>
          </p:txBody>
        </p:sp>
        <p:sp>
          <p:nvSpPr>
            <p:cNvPr id="17" name="Text Box 9">
              <a:extLst>
                <a:ext uri="{FF2B5EF4-FFF2-40B4-BE49-F238E27FC236}">
                  <a16:creationId xmlns:a16="http://schemas.microsoft.com/office/drawing/2014/main" id="{0ED9FFB6-CEB4-47F9-9875-BC64BA0F4900}"/>
                </a:ext>
              </a:extLst>
            </p:cNvPr>
            <p:cNvSpPr txBox="1">
              <a:spLocks noChangeArrowheads="1"/>
            </p:cNvSpPr>
            <p:nvPr/>
          </p:nvSpPr>
          <p:spPr bwMode="auto">
            <a:xfrm>
              <a:off x="5805506" y="829589"/>
              <a:ext cx="1547075" cy="454260"/>
            </a:xfrm>
            <a:prstGeom prst="rect">
              <a:avLst/>
            </a:prstGeom>
            <a:noFill/>
            <a:ln w="9525" algn="ctr">
              <a:solidFill>
                <a:srgbClr val="010307"/>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a:solidFill>
                    <a:schemeClr val="tx1"/>
                  </a:solidFill>
                  <a:latin typeface="Times New Roman" panose="02020603050405020304" pitchFamily="18" charset="0"/>
                  <a:ea typeface="+mn-ea"/>
                  <a:cs typeface="Times New Roman" panose="02020603050405020304" pitchFamily="18" charset="0"/>
                </a:rPr>
                <a:t>软件管理学</a:t>
              </a:r>
            </a:p>
          </p:txBody>
        </p:sp>
        <p:sp>
          <p:nvSpPr>
            <p:cNvPr id="18" name="Text Box 10">
              <a:extLst>
                <a:ext uri="{FF2B5EF4-FFF2-40B4-BE49-F238E27FC236}">
                  <a16:creationId xmlns:a16="http://schemas.microsoft.com/office/drawing/2014/main" id="{D9D48B37-F7C4-4455-BB29-45815BDB1B05}"/>
                </a:ext>
              </a:extLst>
            </p:cNvPr>
            <p:cNvSpPr txBox="1">
              <a:spLocks noChangeArrowheads="1"/>
            </p:cNvSpPr>
            <p:nvPr/>
          </p:nvSpPr>
          <p:spPr bwMode="auto">
            <a:xfrm>
              <a:off x="3902156" y="1524217"/>
              <a:ext cx="1276607" cy="454260"/>
            </a:xfrm>
            <a:prstGeom prst="rect">
              <a:avLst/>
            </a:prstGeom>
            <a:noFill/>
            <a:ln w="9525" algn="ctr">
              <a:solidFill>
                <a:srgbClr val="010307"/>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dirty="0">
                  <a:solidFill>
                    <a:schemeClr val="tx1"/>
                  </a:solidFill>
                  <a:latin typeface="Times New Roman" panose="02020603050405020304" pitchFamily="18" charset="0"/>
                  <a:ea typeface="+mn-ea"/>
                  <a:cs typeface="Times New Roman" panose="02020603050405020304" pitchFamily="18" charset="0"/>
                </a:rPr>
                <a:t>开发模型</a:t>
              </a:r>
            </a:p>
          </p:txBody>
        </p:sp>
        <p:sp>
          <p:nvSpPr>
            <p:cNvPr id="19" name="Text Box 11">
              <a:extLst>
                <a:ext uri="{FF2B5EF4-FFF2-40B4-BE49-F238E27FC236}">
                  <a16:creationId xmlns:a16="http://schemas.microsoft.com/office/drawing/2014/main" id="{9F2823FF-0B31-4F25-8B02-BE479FD2E0A7}"/>
                </a:ext>
              </a:extLst>
            </p:cNvPr>
            <p:cNvSpPr txBox="1">
              <a:spLocks noChangeArrowheads="1"/>
            </p:cNvSpPr>
            <p:nvPr/>
          </p:nvSpPr>
          <p:spPr bwMode="auto">
            <a:xfrm>
              <a:off x="5773674" y="1521735"/>
              <a:ext cx="1276607" cy="454260"/>
            </a:xfrm>
            <a:prstGeom prst="rect">
              <a:avLst/>
            </a:prstGeom>
            <a:noFill/>
            <a:ln w="9525" algn="ctr">
              <a:solidFill>
                <a:srgbClr val="010307"/>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a:solidFill>
                    <a:schemeClr val="tx1"/>
                  </a:solidFill>
                  <a:latin typeface="Times New Roman" panose="02020603050405020304" pitchFamily="18" charset="0"/>
                  <a:ea typeface="+mn-ea"/>
                  <a:cs typeface="Times New Roman" panose="02020603050405020304" pitchFamily="18" charset="0"/>
                </a:rPr>
                <a:t>任务分解</a:t>
              </a:r>
            </a:p>
          </p:txBody>
        </p:sp>
        <p:sp>
          <p:nvSpPr>
            <p:cNvPr id="20" name="Text Box 12">
              <a:extLst>
                <a:ext uri="{FF2B5EF4-FFF2-40B4-BE49-F238E27FC236}">
                  <a16:creationId xmlns:a16="http://schemas.microsoft.com/office/drawing/2014/main" id="{57A1D1CC-B168-4EB7-BE1F-0C7E7638B550}"/>
                </a:ext>
              </a:extLst>
            </p:cNvPr>
            <p:cNvSpPr txBox="1">
              <a:spLocks noChangeArrowheads="1"/>
            </p:cNvSpPr>
            <p:nvPr/>
          </p:nvSpPr>
          <p:spPr bwMode="auto">
            <a:xfrm>
              <a:off x="2246394" y="2244148"/>
              <a:ext cx="1276607" cy="454260"/>
            </a:xfrm>
            <a:prstGeom prst="rect">
              <a:avLst/>
            </a:prstGeom>
            <a:noFill/>
            <a:ln w="9525" algn="ctr">
              <a:solidFill>
                <a:srgbClr val="010307"/>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dirty="0">
                  <a:solidFill>
                    <a:schemeClr val="tx1"/>
                  </a:solidFill>
                  <a:latin typeface="Times New Roman" panose="02020603050405020304" pitchFamily="18" charset="0"/>
                  <a:ea typeface="+mn-ea"/>
                  <a:cs typeface="Times New Roman" panose="02020603050405020304" pitchFamily="18" charset="0"/>
                </a:rPr>
                <a:t>软件度量</a:t>
              </a:r>
            </a:p>
          </p:txBody>
        </p:sp>
        <p:sp>
          <p:nvSpPr>
            <p:cNvPr id="21" name="Text Box 13">
              <a:extLst>
                <a:ext uri="{FF2B5EF4-FFF2-40B4-BE49-F238E27FC236}">
                  <a16:creationId xmlns:a16="http://schemas.microsoft.com/office/drawing/2014/main" id="{8EC352C4-E693-4C44-93A3-DC7169669D19}"/>
                </a:ext>
              </a:extLst>
            </p:cNvPr>
            <p:cNvSpPr txBox="1">
              <a:spLocks noChangeArrowheads="1"/>
            </p:cNvSpPr>
            <p:nvPr/>
          </p:nvSpPr>
          <p:spPr bwMode="auto">
            <a:xfrm>
              <a:off x="3902156" y="2244148"/>
              <a:ext cx="1276607" cy="454260"/>
            </a:xfrm>
            <a:prstGeom prst="rect">
              <a:avLst/>
            </a:prstGeom>
            <a:noFill/>
            <a:ln w="9525" algn="ctr">
              <a:solidFill>
                <a:srgbClr val="010307"/>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dirty="0">
                  <a:solidFill>
                    <a:schemeClr val="tx1"/>
                  </a:solidFill>
                  <a:latin typeface="Times New Roman" panose="02020603050405020304" pitchFamily="18" charset="0"/>
                  <a:ea typeface="+mn-ea"/>
                  <a:cs typeface="Times New Roman" panose="02020603050405020304" pitchFamily="18" charset="0"/>
                </a:rPr>
                <a:t>规模度量</a:t>
              </a:r>
            </a:p>
          </p:txBody>
        </p:sp>
        <p:sp>
          <p:nvSpPr>
            <p:cNvPr id="22" name="Text Box 15">
              <a:extLst>
                <a:ext uri="{FF2B5EF4-FFF2-40B4-BE49-F238E27FC236}">
                  <a16:creationId xmlns:a16="http://schemas.microsoft.com/office/drawing/2014/main" id="{95124D90-B4BB-40F1-AB9B-29C1C97F0895}"/>
                </a:ext>
              </a:extLst>
            </p:cNvPr>
            <p:cNvSpPr txBox="1">
              <a:spLocks noChangeArrowheads="1"/>
            </p:cNvSpPr>
            <p:nvPr/>
          </p:nvSpPr>
          <p:spPr bwMode="auto">
            <a:xfrm>
              <a:off x="3895162" y="2820410"/>
              <a:ext cx="1547075" cy="454260"/>
            </a:xfrm>
            <a:prstGeom prst="rect">
              <a:avLst/>
            </a:prstGeom>
            <a:noFill/>
            <a:ln w="9525" algn="ctr">
              <a:solidFill>
                <a:srgbClr val="010307"/>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dirty="0">
                  <a:solidFill>
                    <a:schemeClr val="tx1"/>
                  </a:solidFill>
                  <a:latin typeface="Times New Roman" panose="02020603050405020304" pitchFamily="18" charset="0"/>
                  <a:ea typeface="+mn-ea"/>
                  <a:cs typeface="Times New Roman" panose="02020603050405020304" pitchFamily="18" charset="0"/>
                </a:rPr>
                <a:t>复杂性度量</a:t>
              </a:r>
            </a:p>
          </p:txBody>
        </p:sp>
        <p:sp>
          <p:nvSpPr>
            <p:cNvPr id="23" name="Line 22">
              <a:extLst>
                <a:ext uri="{FF2B5EF4-FFF2-40B4-BE49-F238E27FC236}">
                  <a16:creationId xmlns:a16="http://schemas.microsoft.com/office/drawing/2014/main" id="{63B63CD1-C4CE-49D5-93D6-4E553D55C9D0}"/>
                </a:ext>
              </a:extLst>
            </p:cNvPr>
            <p:cNvSpPr>
              <a:spLocks noChangeShapeType="1"/>
            </p:cNvSpPr>
            <p:nvPr/>
          </p:nvSpPr>
          <p:spPr bwMode="auto">
            <a:xfrm>
              <a:off x="1506876" y="947159"/>
              <a:ext cx="637104" cy="48979"/>
            </a:xfrm>
            <a:prstGeom prst="line">
              <a:avLst/>
            </a:prstGeom>
            <a:noFill/>
            <a:ln w="9525">
              <a:solidFill>
                <a:srgbClr val="01030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600">
                <a:latin typeface="Times New Roman" panose="02020603050405020304" pitchFamily="18" charset="0"/>
                <a:cs typeface="Times New Roman" panose="02020603050405020304" pitchFamily="18" charset="0"/>
              </a:endParaRPr>
            </a:p>
          </p:txBody>
        </p:sp>
        <p:sp>
          <p:nvSpPr>
            <p:cNvPr id="24" name="Line 23">
              <a:extLst>
                <a:ext uri="{FF2B5EF4-FFF2-40B4-BE49-F238E27FC236}">
                  <a16:creationId xmlns:a16="http://schemas.microsoft.com/office/drawing/2014/main" id="{CE71E2ED-B493-4250-84EC-CBB3B294DD33}"/>
                </a:ext>
              </a:extLst>
            </p:cNvPr>
            <p:cNvSpPr>
              <a:spLocks noChangeShapeType="1"/>
            </p:cNvSpPr>
            <p:nvPr/>
          </p:nvSpPr>
          <p:spPr bwMode="auto">
            <a:xfrm>
              <a:off x="1506876" y="1163062"/>
              <a:ext cx="845552" cy="649285"/>
            </a:xfrm>
            <a:prstGeom prst="line">
              <a:avLst/>
            </a:prstGeom>
            <a:noFill/>
            <a:ln w="9525">
              <a:solidFill>
                <a:srgbClr val="01030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600">
                <a:latin typeface="Times New Roman" panose="02020603050405020304" pitchFamily="18" charset="0"/>
                <a:cs typeface="Times New Roman" panose="02020603050405020304" pitchFamily="18" charset="0"/>
              </a:endParaRPr>
            </a:p>
          </p:txBody>
        </p:sp>
        <p:sp>
          <p:nvSpPr>
            <p:cNvPr id="25" name="Line 24">
              <a:extLst>
                <a:ext uri="{FF2B5EF4-FFF2-40B4-BE49-F238E27FC236}">
                  <a16:creationId xmlns:a16="http://schemas.microsoft.com/office/drawing/2014/main" id="{1396C08E-9117-48B8-8CAD-62464977F253}"/>
                </a:ext>
              </a:extLst>
            </p:cNvPr>
            <p:cNvSpPr>
              <a:spLocks noChangeShapeType="1"/>
            </p:cNvSpPr>
            <p:nvPr/>
          </p:nvSpPr>
          <p:spPr bwMode="auto">
            <a:xfrm>
              <a:off x="1199903" y="1236085"/>
              <a:ext cx="1079500" cy="1295400"/>
            </a:xfrm>
            <a:prstGeom prst="line">
              <a:avLst/>
            </a:prstGeom>
            <a:noFill/>
            <a:ln w="9525">
              <a:solidFill>
                <a:srgbClr val="01030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600">
                <a:latin typeface="Times New Roman" panose="02020603050405020304" pitchFamily="18" charset="0"/>
                <a:cs typeface="Times New Roman" panose="02020603050405020304" pitchFamily="18" charset="0"/>
              </a:endParaRPr>
            </a:p>
          </p:txBody>
        </p:sp>
        <p:sp>
          <p:nvSpPr>
            <p:cNvPr id="26" name="Text Box 35">
              <a:extLst>
                <a:ext uri="{FF2B5EF4-FFF2-40B4-BE49-F238E27FC236}">
                  <a16:creationId xmlns:a16="http://schemas.microsoft.com/office/drawing/2014/main" id="{A6391CE5-E65B-4A3E-895C-2F4C3E0B650E}"/>
                </a:ext>
              </a:extLst>
            </p:cNvPr>
            <p:cNvSpPr txBox="1">
              <a:spLocks noChangeArrowheads="1"/>
            </p:cNvSpPr>
            <p:nvPr/>
          </p:nvSpPr>
          <p:spPr bwMode="auto">
            <a:xfrm>
              <a:off x="5725539" y="2242561"/>
              <a:ext cx="1376341" cy="454260"/>
            </a:xfrm>
            <a:prstGeom prst="rect">
              <a:avLst/>
            </a:prstGeom>
            <a:noFill/>
            <a:ln w="9525" algn="ctr">
              <a:solidFill>
                <a:srgbClr val="010307"/>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en-US" altLang="zh-CN" sz="2000" dirty="0">
                  <a:solidFill>
                    <a:schemeClr val="tx1"/>
                  </a:solidFill>
                  <a:latin typeface="Times New Roman" panose="02020603050405020304" pitchFamily="18" charset="0"/>
                  <a:ea typeface="+mn-ea"/>
                  <a:cs typeface="Times New Roman" panose="02020603050405020304" pitchFamily="18" charset="0"/>
                </a:rPr>
                <a:t>LOC </a:t>
              </a:r>
              <a:r>
                <a:rPr lang="zh-CN" altLang="en-US" sz="2000" dirty="0">
                  <a:solidFill>
                    <a:schemeClr val="tx1"/>
                  </a:solidFill>
                  <a:latin typeface="Times New Roman" panose="02020603050405020304" pitchFamily="18" charset="0"/>
                  <a:ea typeface="+mn-ea"/>
                  <a:cs typeface="Times New Roman" panose="02020603050405020304" pitchFamily="18" charset="0"/>
                </a:rPr>
                <a:t>、</a:t>
              </a:r>
              <a:r>
                <a:rPr lang="en-US" altLang="zh-CN" sz="2000" dirty="0">
                  <a:solidFill>
                    <a:schemeClr val="tx1"/>
                  </a:solidFill>
                  <a:latin typeface="Times New Roman" panose="02020603050405020304" pitchFamily="18" charset="0"/>
                  <a:ea typeface="+mn-ea"/>
                  <a:cs typeface="Times New Roman" panose="02020603050405020304" pitchFamily="18" charset="0"/>
                </a:rPr>
                <a:t>FP</a:t>
              </a:r>
            </a:p>
          </p:txBody>
        </p:sp>
        <p:sp>
          <p:nvSpPr>
            <p:cNvPr id="27" name="Text Box 37">
              <a:extLst>
                <a:ext uri="{FF2B5EF4-FFF2-40B4-BE49-F238E27FC236}">
                  <a16:creationId xmlns:a16="http://schemas.microsoft.com/office/drawing/2014/main" id="{8B30BA4E-ECC8-431D-95F8-A2ACE8FEB931}"/>
                </a:ext>
              </a:extLst>
            </p:cNvPr>
            <p:cNvSpPr txBox="1">
              <a:spLocks noChangeArrowheads="1"/>
            </p:cNvSpPr>
            <p:nvPr/>
          </p:nvSpPr>
          <p:spPr bwMode="auto">
            <a:xfrm>
              <a:off x="6045873" y="3394784"/>
              <a:ext cx="1006140" cy="454260"/>
            </a:xfrm>
            <a:prstGeom prst="rect">
              <a:avLst/>
            </a:prstGeom>
            <a:noFill/>
            <a:ln w="9525" algn="ctr">
              <a:solidFill>
                <a:srgbClr val="010307"/>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2000" dirty="0">
                  <a:solidFill>
                    <a:schemeClr val="tx1"/>
                  </a:solidFill>
                  <a:latin typeface="Times New Roman" panose="02020603050405020304" pitchFamily="18" charset="0"/>
                  <a:ea typeface="+mn-ea"/>
                  <a:cs typeface="Times New Roman" panose="02020603050405020304" pitchFamily="18" charset="0"/>
                </a:rPr>
                <a:t>可靠性</a:t>
              </a:r>
            </a:p>
          </p:txBody>
        </p:sp>
        <p:sp>
          <p:nvSpPr>
            <p:cNvPr id="28" name="Line 38">
              <a:extLst>
                <a:ext uri="{FF2B5EF4-FFF2-40B4-BE49-F238E27FC236}">
                  <a16:creationId xmlns:a16="http://schemas.microsoft.com/office/drawing/2014/main" id="{BCBF28E0-3DDB-475E-AEE8-54F3749DD47D}"/>
                </a:ext>
              </a:extLst>
            </p:cNvPr>
            <p:cNvSpPr>
              <a:spLocks noChangeShapeType="1"/>
            </p:cNvSpPr>
            <p:nvPr/>
          </p:nvSpPr>
          <p:spPr bwMode="auto">
            <a:xfrm>
              <a:off x="5189823" y="2459390"/>
              <a:ext cx="585582" cy="8750"/>
            </a:xfrm>
            <a:prstGeom prst="line">
              <a:avLst/>
            </a:prstGeom>
            <a:noFill/>
            <a:ln w="9525">
              <a:solidFill>
                <a:srgbClr val="01030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600">
                <a:latin typeface="Times New Roman" panose="02020603050405020304" pitchFamily="18" charset="0"/>
                <a:cs typeface="Times New Roman" panose="02020603050405020304" pitchFamily="18" charset="0"/>
              </a:endParaRPr>
            </a:p>
          </p:txBody>
        </p:sp>
        <p:sp>
          <p:nvSpPr>
            <p:cNvPr id="29" name="Text Box 39">
              <a:extLst>
                <a:ext uri="{FF2B5EF4-FFF2-40B4-BE49-F238E27FC236}">
                  <a16:creationId xmlns:a16="http://schemas.microsoft.com/office/drawing/2014/main" id="{9D106730-A645-405D-9F68-605F027D468F}"/>
                </a:ext>
              </a:extLst>
            </p:cNvPr>
            <p:cNvSpPr txBox="1">
              <a:spLocks noChangeArrowheads="1"/>
            </p:cNvSpPr>
            <p:nvPr/>
          </p:nvSpPr>
          <p:spPr bwMode="auto">
            <a:xfrm>
              <a:off x="6138351" y="2820410"/>
              <a:ext cx="390826" cy="454260"/>
            </a:xfrm>
            <a:prstGeom prst="rect">
              <a:avLst/>
            </a:prstGeom>
            <a:noFill/>
            <a:ln w="9525" algn="ctr">
              <a:solidFill>
                <a:srgbClr val="010307"/>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en-US" altLang="zh-CN" sz="2000" dirty="0">
                  <a:solidFill>
                    <a:schemeClr val="tx1"/>
                  </a:solidFill>
                  <a:latin typeface="Times New Roman" panose="02020603050405020304" pitchFamily="18" charset="0"/>
                  <a:ea typeface="+mn-ea"/>
                  <a:cs typeface="Times New Roman" panose="02020603050405020304" pitchFamily="18" charset="0"/>
                </a:rPr>
                <a:t>N</a:t>
              </a:r>
            </a:p>
          </p:txBody>
        </p:sp>
        <p:sp>
          <p:nvSpPr>
            <p:cNvPr id="30" name="Line 40">
              <a:extLst>
                <a:ext uri="{FF2B5EF4-FFF2-40B4-BE49-F238E27FC236}">
                  <a16:creationId xmlns:a16="http://schemas.microsoft.com/office/drawing/2014/main" id="{A884E584-0337-46B7-85D1-BC707DC35EA6}"/>
                </a:ext>
              </a:extLst>
            </p:cNvPr>
            <p:cNvSpPr>
              <a:spLocks noChangeShapeType="1"/>
            </p:cNvSpPr>
            <p:nvPr/>
          </p:nvSpPr>
          <p:spPr bwMode="auto">
            <a:xfrm>
              <a:off x="5442236" y="3047541"/>
              <a:ext cx="726541" cy="0"/>
            </a:xfrm>
            <a:prstGeom prst="line">
              <a:avLst/>
            </a:prstGeom>
            <a:noFill/>
            <a:ln w="9525">
              <a:solidFill>
                <a:srgbClr val="01030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600">
                <a:latin typeface="Times New Roman" panose="02020603050405020304" pitchFamily="18" charset="0"/>
                <a:cs typeface="Times New Roman" panose="02020603050405020304" pitchFamily="18" charset="0"/>
              </a:endParaRPr>
            </a:p>
          </p:txBody>
        </p:sp>
        <p:sp>
          <p:nvSpPr>
            <p:cNvPr id="31" name="Line 41">
              <a:extLst>
                <a:ext uri="{FF2B5EF4-FFF2-40B4-BE49-F238E27FC236}">
                  <a16:creationId xmlns:a16="http://schemas.microsoft.com/office/drawing/2014/main" id="{1FE03FFA-71F8-4810-9437-EA734949EF95}"/>
                </a:ext>
              </a:extLst>
            </p:cNvPr>
            <p:cNvSpPr>
              <a:spLocks noChangeShapeType="1"/>
            </p:cNvSpPr>
            <p:nvPr/>
          </p:nvSpPr>
          <p:spPr bwMode="auto">
            <a:xfrm>
              <a:off x="5442236" y="3593270"/>
              <a:ext cx="603639" cy="17716"/>
            </a:xfrm>
            <a:prstGeom prst="line">
              <a:avLst/>
            </a:prstGeom>
            <a:noFill/>
            <a:ln w="9525">
              <a:solidFill>
                <a:srgbClr val="01030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600">
                <a:latin typeface="Times New Roman" panose="02020603050405020304" pitchFamily="18" charset="0"/>
                <a:cs typeface="Times New Roman" panose="02020603050405020304" pitchFamily="18" charset="0"/>
              </a:endParaRPr>
            </a:p>
          </p:txBody>
        </p:sp>
        <p:sp>
          <p:nvSpPr>
            <p:cNvPr id="32" name="Line 42">
              <a:extLst>
                <a:ext uri="{FF2B5EF4-FFF2-40B4-BE49-F238E27FC236}">
                  <a16:creationId xmlns:a16="http://schemas.microsoft.com/office/drawing/2014/main" id="{C8D3C869-4D8B-4C22-A662-4EBF2EACA865}"/>
                </a:ext>
              </a:extLst>
            </p:cNvPr>
            <p:cNvSpPr>
              <a:spLocks noChangeShapeType="1"/>
            </p:cNvSpPr>
            <p:nvPr/>
          </p:nvSpPr>
          <p:spPr bwMode="auto">
            <a:xfrm flipH="1">
              <a:off x="3792290" y="4476173"/>
              <a:ext cx="576263" cy="431800"/>
            </a:xfrm>
            <a:prstGeom prst="line">
              <a:avLst/>
            </a:prstGeom>
            <a:noFill/>
            <a:ln w="9525">
              <a:solidFill>
                <a:srgbClr val="01030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600">
                <a:latin typeface="Times New Roman" panose="02020603050405020304" pitchFamily="18" charset="0"/>
                <a:cs typeface="Times New Roman" panose="02020603050405020304" pitchFamily="18" charset="0"/>
              </a:endParaRPr>
            </a:p>
          </p:txBody>
        </p:sp>
        <p:sp>
          <p:nvSpPr>
            <p:cNvPr id="36" name="Line 43">
              <a:extLst>
                <a:ext uri="{FF2B5EF4-FFF2-40B4-BE49-F238E27FC236}">
                  <a16:creationId xmlns:a16="http://schemas.microsoft.com/office/drawing/2014/main" id="{B3FFBD69-F59B-447F-A088-6A38CD60B6C0}"/>
                </a:ext>
              </a:extLst>
            </p:cNvPr>
            <p:cNvSpPr>
              <a:spLocks noChangeShapeType="1"/>
            </p:cNvSpPr>
            <p:nvPr/>
          </p:nvSpPr>
          <p:spPr bwMode="auto">
            <a:xfrm>
              <a:off x="4727328" y="4476173"/>
              <a:ext cx="504825" cy="287337"/>
            </a:xfrm>
            <a:prstGeom prst="line">
              <a:avLst/>
            </a:prstGeom>
            <a:noFill/>
            <a:ln w="9525">
              <a:solidFill>
                <a:srgbClr val="01030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600">
                <a:latin typeface="Times New Roman" panose="02020603050405020304" pitchFamily="18" charset="0"/>
                <a:cs typeface="Times New Roman" panose="02020603050405020304" pitchFamily="18" charset="0"/>
              </a:endParaRPr>
            </a:p>
          </p:txBody>
        </p:sp>
        <p:sp>
          <p:nvSpPr>
            <p:cNvPr id="37" name="Line 44">
              <a:extLst>
                <a:ext uri="{FF2B5EF4-FFF2-40B4-BE49-F238E27FC236}">
                  <a16:creationId xmlns:a16="http://schemas.microsoft.com/office/drawing/2014/main" id="{DBE09F2D-E9F6-4CF7-87AE-ECFF49FC4825}"/>
                </a:ext>
              </a:extLst>
            </p:cNvPr>
            <p:cNvSpPr>
              <a:spLocks noChangeShapeType="1"/>
            </p:cNvSpPr>
            <p:nvPr/>
          </p:nvSpPr>
          <p:spPr bwMode="auto">
            <a:xfrm flipV="1">
              <a:off x="6845510" y="4207817"/>
              <a:ext cx="687718" cy="666654"/>
            </a:xfrm>
            <a:prstGeom prst="line">
              <a:avLst/>
            </a:prstGeom>
            <a:noFill/>
            <a:ln w="9525">
              <a:solidFill>
                <a:srgbClr val="01030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600">
                <a:latin typeface="Times New Roman" panose="02020603050405020304" pitchFamily="18" charset="0"/>
                <a:cs typeface="Times New Roman" panose="02020603050405020304" pitchFamily="18" charset="0"/>
              </a:endParaRPr>
            </a:p>
          </p:txBody>
        </p:sp>
        <p:sp>
          <p:nvSpPr>
            <p:cNvPr id="38" name="Line 45">
              <a:extLst>
                <a:ext uri="{FF2B5EF4-FFF2-40B4-BE49-F238E27FC236}">
                  <a16:creationId xmlns:a16="http://schemas.microsoft.com/office/drawing/2014/main" id="{263E6716-1A88-453A-832D-9CBBF4D85120}"/>
                </a:ext>
              </a:extLst>
            </p:cNvPr>
            <p:cNvSpPr>
              <a:spLocks noChangeShapeType="1"/>
            </p:cNvSpPr>
            <p:nvPr/>
          </p:nvSpPr>
          <p:spPr bwMode="auto">
            <a:xfrm flipV="1">
              <a:off x="6887915" y="4620633"/>
              <a:ext cx="617009" cy="431801"/>
            </a:xfrm>
            <a:prstGeom prst="line">
              <a:avLst/>
            </a:prstGeom>
            <a:noFill/>
            <a:ln w="9525">
              <a:solidFill>
                <a:srgbClr val="01030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600">
                <a:latin typeface="Times New Roman" panose="02020603050405020304" pitchFamily="18" charset="0"/>
                <a:cs typeface="Times New Roman" panose="02020603050405020304" pitchFamily="18" charset="0"/>
              </a:endParaRPr>
            </a:p>
          </p:txBody>
        </p:sp>
        <p:sp>
          <p:nvSpPr>
            <p:cNvPr id="39" name="Line 46">
              <a:extLst>
                <a:ext uri="{FF2B5EF4-FFF2-40B4-BE49-F238E27FC236}">
                  <a16:creationId xmlns:a16="http://schemas.microsoft.com/office/drawing/2014/main" id="{68580A50-BD37-4839-B5D8-4B178318ED02}"/>
                </a:ext>
              </a:extLst>
            </p:cNvPr>
            <p:cNvSpPr>
              <a:spLocks noChangeShapeType="1"/>
            </p:cNvSpPr>
            <p:nvPr/>
          </p:nvSpPr>
          <p:spPr bwMode="auto">
            <a:xfrm>
              <a:off x="6887915" y="5195310"/>
              <a:ext cx="720725" cy="0"/>
            </a:xfrm>
            <a:prstGeom prst="line">
              <a:avLst/>
            </a:prstGeom>
            <a:noFill/>
            <a:ln w="9525">
              <a:solidFill>
                <a:srgbClr val="01030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60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60815660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39650" cy="461665"/>
          </a:xfrm>
          <a:prstGeom prst="rect">
            <a:avLst/>
          </a:prstGeom>
          <a:noFill/>
        </p:spPr>
        <p:txBody>
          <a:bodyPr wrap="none" rtlCol="0">
            <a:spAutoFit/>
          </a:bodyPr>
          <a:lstStyle/>
          <a:p>
            <a:r>
              <a:rPr lang="zh-CN" altLang="en-US" sz="2400" spc="300">
                <a:latin typeface="微软雅黑" panose="020B0503020204020204" pitchFamily="34" charset="-122"/>
                <a:ea typeface="微软雅黑" panose="020B0503020204020204" pitchFamily="34" charset="-122"/>
              </a:rPr>
              <a:t>软件工程经济学的方法体系</a:t>
            </a:r>
            <a:endParaRPr lang="en-US" altLang="zh-CN" sz="2400" spc="300">
              <a:latin typeface="微软雅黑" panose="020B0503020204020204" pitchFamily="34" charset="-122"/>
              <a:ea typeface="微软雅黑" panose="020B0503020204020204" pitchFamily="34" charset="-122"/>
            </a:endParaRPr>
          </a:p>
        </p:txBody>
      </p:sp>
      <p:sp>
        <p:nvSpPr>
          <p:cNvPr id="3" name="Oval 4">
            <a:extLst>
              <a:ext uri="{FF2B5EF4-FFF2-40B4-BE49-F238E27FC236}">
                <a16:creationId xmlns:a16="http://schemas.microsoft.com/office/drawing/2014/main" id="{3D36D4B6-2342-4E41-B299-7F29E88E2868}"/>
              </a:ext>
            </a:extLst>
          </p:cNvPr>
          <p:cNvSpPr>
            <a:spLocks noChangeArrowheads="1"/>
          </p:cNvSpPr>
          <p:nvPr/>
        </p:nvSpPr>
        <p:spPr bwMode="auto">
          <a:xfrm>
            <a:off x="1925835" y="918448"/>
            <a:ext cx="5292329" cy="3509963"/>
          </a:xfrm>
          <a:prstGeom prst="ellipse">
            <a:avLst/>
          </a:prstGeom>
          <a:noFill/>
          <a:ln w="9525" algn="ctr">
            <a:solidFill>
              <a:srgbClr val="010307"/>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eaLnBrk="1" hangingPunct="1"/>
            <a:endParaRPr lang="zh-CN" altLang="en-US" sz="2400"/>
          </a:p>
        </p:txBody>
      </p:sp>
      <p:sp>
        <p:nvSpPr>
          <p:cNvPr id="4" name="Oval 6">
            <a:extLst>
              <a:ext uri="{FF2B5EF4-FFF2-40B4-BE49-F238E27FC236}">
                <a16:creationId xmlns:a16="http://schemas.microsoft.com/office/drawing/2014/main" id="{36D011C6-3CA4-44A5-B40D-E537C522159B}"/>
              </a:ext>
            </a:extLst>
          </p:cNvPr>
          <p:cNvSpPr>
            <a:spLocks noChangeArrowheads="1"/>
          </p:cNvSpPr>
          <p:nvPr/>
        </p:nvSpPr>
        <p:spPr bwMode="auto">
          <a:xfrm>
            <a:off x="4140398" y="2160270"/>
            <a:ext cx="810816" cy="810816"/>
          </a:xfrm>
          <a:prstGeom prst="ellipse">
            <a:avLst/>
          </a:prstGeom>
          <a:solidFill>
            <a:srgbClr val="FFFF66"/>
          </a:solidFill>
          <a:ln w="9525" algn="ctr">
            <a:solidFill>
              <a:srgbClr val="010307"/>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en-US" altLang="zh-CN" sz="2400" b="1">
                <a:solidFill>
                  <a:schemeClr val="tx1"/>
                </a:solidFill>
              </a:rPr>
              <a:t>SEE</a:t>
            </a:r>
          </a:p>
        </p:txBody>
      </p:sp>
      <p:sp>
        <p:nvSpPr>
          <p:cNvPr id="5" name="Oval 7">
            <a:extLst>
              <a:ext uri="{FF2B5EF4-FFF2-40B4-BE49-F238E27FC236}">
                <a16:creationId xmlns:a16="http://schemas.microsoft.com/office/drawing/2014/main" id="{AE4997B2-3A7A-4D7A-8968-EC5A8DB12E3F}"/>
              </a:ext>
            </a:extLst>
          </p:cNvPr>
          <p:cNvSpPr>
            <a:spLocks noChangeArrowheads="1"/>
          </p:cNvSpPr>
          <p:nvPr/>
        </p:nvSpPr>
        <p:spPr bwMode="auto">
          <a:xfrm>
            <a:off x="4085629" y="1025605"/>
            <a:ext cx="1134666" cy="809625"/>
          </a:xfrm>
          <a:prstGeom prst="ellipse">
            <a:avLst/>
          </a:prstGeom>
          <a:noFill/>
          <a:ln w="9525" algn="ctr">
            <a:solidFill>
              <a:srgbClr val="010307"/>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1500" b="1">
                <a:solidFill>
                  <a:schemeClr val="tx1"/>
                </a:solidFill>
              </a:rPr>
              <a:t>管理学等</a:t>
            </a:r>
          </a:p>
        </p:txBody>
      </p:sp>
      <p:sp>
        <p:nvSpPr>
          <p:cNvPr id="7" name="Oval 8">
            <a:extLst>
              <a:ext uri="{FF2B5EF4-FFF2-40B4-BE49-F238E27FC236}">
                <a16:creationId xmlns:a16="http://schemas.microsoft.com/office/drawing/2014/main" id="{24A0372B-9646-456B-9B95-B0C706653860}"/>
              </a:ext>
            </a:extLst>
          </p:cNvPr>
          <p:cNvSpPr>
            <a:spLocks noChangeArrowheads="1"/>
          </p:cNvSpPr>
          <p:nvPr/>
        </p:nvSpPr>
        <p:spPr bwMode="auto">
          <a:xfrm>
            <a:off x="5382221" y="1781652"/>
            <a:ext cx="1674019" cy="864394"/>
          </a:xfrm>
          <a:prstGeom prst="ellipse">
            <a:avLst/>
          </a:prstGeom>
          <a:noFill/>
          <a:ln w="9525" algn="ctr">
            <a:solidFill>
              <a:srgbClr val="010307"/>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1500" b="1">
                <a:solidFill>
                  <a:schemeClr val="tx1"/>
                </a:solidFill>
              </a:rPr>
              <a:t>软件工程</a:t>
            </a:r>
          </a:p>
          <a:p>
            <a:pPr algn="ctr" eaLnBrk="1" hangingPunct="1"/>
            <a:r>
              <a:rPr lang="zh-CN" altLang="en-US" sz="1500" b="1">
                <a:solidFill>
                  <a:schemeClr val="tx1"/>
                </a:solidFill>
              </a:rPr>
              <a:t>（技术学、管理学）</a:t>
            </a:r>
          </a:p>
        </p:txBody>
      </p:sp>
      <p:sp>
        <p:nvSpPr>
          <p:cNvPr id="9" name="Oval 9">
            <a:extLst>
              <a:ext uri="{FF2B5EF4-FFF2-40B4-BE49-F238E27FC236}">
                <a16:creationId xmlns:a16="http://schemas.microsoft.com/office/drawing/2014/main" id="{8E26E97A-CB5E-430F-A1FB-F2227A1B29E9}"/>
              </a:ext>
            </a:extLst>
          </p:cNvPr>
          <p:cNvSpPr>
            <a:spLocks noChangeArrowheads="1"/>
          </p:cNvSpPr>
          <p:nvPr/>
        </p:nvSpPr>
        <p:spPr bwMode="auto">
          <a:xfrm>
            <a:off x="2143720" y="1619727"/>
            <a:ext cx="1674019" cy="864394"/>
          </a:xfrm>
          <a:prstGeom prst="ellipse">
            <a:avLst/>
          </a:prstGeom>
          <a:noFill/>
          <a:ln w="9525" algn="ctr">
            <a:solidFill>
              <a:srgbClr val="010307"/>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1500" b="1" dirty="0">
                <a:solidFill>
                  <a:schemeClr val="tx1"/>
                </a:solidFill>
              </a:rPr>
              <a:t>经济学</a:t>
            </a:r>
          </a:p>
          <a:p>
            <a:pPr algn="ctr" eaLnBrk="1" hangingPunct="1"/>
            <a:r>
              <a:rPr lang="zh-CN" altLang="en-US" sz="1500" b="1" dirty="0">
                <a:solidFill>
                  <a:schemeClr val="tx1"/>
                </a:solidFill>
              </a:rPr>
              <a:t>（宏观经济学、</a:t>
            </a:r>
          </a:p>
          <a:p>
            <a:pPr algn="ctr" eaLnBrk="1" hangingPunct="1"/>
            <a:r>
              <a:rPr lang="zh-CN" altLang="en-US" sz="1500" b="1" dirty="0">
                <a:solidFill>
                  <a:schemeClr val="tx1"/>
                </a:solidFill>
              </a:rPr>
              <a:t>微观经济学）</a:t>
            </a:r>
          </a:p>
        </p:txBody>
      </p:sp>
      <p:sp>
        <p:nvSpPr>
          <p:cNvPr id="11" name="Oval 10">
            <a:extLst>
              <a:ext uri="{FF2B5EF4-FFF2-40B4-BE49-F238E27FC236}">
                <a16:creationId xmlns:a16="http://schemas.microsoft.com/office/drawing/2014/main" id="{47F254D7-1254-4176-BD45-97413327C50A}"/>
              </a:ext>
            </a:extLst>
          </p:cNvPr>
          <p:cNvSpPr>
            <a:spLocks noChangeArrowheads="1"/>
          </p:cNvSpPr>
          <p:nvPr/>
        </p:nvSpPr>
        <p:spPr bwMode="auto">
          <a:xfrm>
            <a:off x="5058371" y="3078242"/>
            <a:ext cx="1296590" cy="809625"/>
          </a:xfrm>
          <a:prstGeom prst="ellipse">
            <a:avLst/>
          </a:prstGeom>
          <a:noFill/>
          <a:ln w="9525" algn="ctr">
            <a:solidFill>
              <a:srgbClr val="010307"/>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1500" b="1">
                <a:solidFill>
                  <a:schemeClr val="tx1"/>
                </a:solidFill>
              </a:rPr>
              <a:t>系统工程、</a:t>
            </a:r>
          </a:p>
          <a:p>
            <a:pPr algn="ctr" eaLnBrk="1" hangingPunct="1"/>
            <a:r>
              <a:rPr lang="zh-CN" altLang="en-US" sz="1500" b="1">
                <a:solidFill>
                  <a:schemeClr val="tx1"/>
                </a:solidFill>
              </a:rPr>
              <a:t>运筹学等</a:t>
            </a:r>
          </a:p>
        </p:txBody>
      </p:sp>
      <p:sp>
        <p:nvSpPr>
          <p:cNvPr id="13" name="Oval 11">
            <a:extLst>
              <a:ext uri="{FF2B5EF4-FFF2-40B4-BE49-F238E27FC236}">
                <a16:creationId xmlns:a16="http://schemas.microsoft.com/office/drawing/2014/main" id="{25C1F7F7-4B9C-4E0E-8B8B-463977999289}"/>
              </a:ext>
            </a:extLst>
          </p:cNvPr>
          <p:cNvSpPr>
            <a:spLocks noChangeArrowheads="1"/>
          </p:cNvSpPr>
          <p:nvPr/>
        </p:nvSpPr>
        <p:spPr bwMode="auto">
          <a:xfrm>
            <a:off x="2735461" y="3131820"/>
            <a:ext cx="1403747" cy="809625"/>
          </a:xfrm>
          <a:prstGeom prst="ellipse">
            <a:avLst/>
          </a:prstGeom>
          <a:noFill/>
          <a:ln w="9525" algn="ctr">
            <a:solidFill>
              <a:srgbClr val="010307"/>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1pPr>
            <a:lvl2pPr marL="742950" indent="-28575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2pPr>
            <a:lvl3pPr marL="11430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3pPr>
            <a:lvl4pPr marL="16002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4pPr>
            <a:lvl5pPr marL="2057400" indent="-228600">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chemeClr val="hlink"/>
              </a:buClr>
              <a:buFont typeface="Wingdings" panose="05000000000000000000" pitchFamily="2" charset="2"/>
              <a:defRPr sz="3200">
                <a:solidFill>
                  <a:schemeClr val="accent2"/>
                </a:solidFill>
                <a:latin typeface="Arial" panose="020B0604020202020204" pitchFamily="34" charset="0"/>
                <a:ea typeface="黑体" panose="02010609060101010101" pitchFamily="49" charset="-122"/>
              </a:defRPr>
            </a:lvl9pPr>
          </a:lstStyle>
          <a:p>
            <a:pPr algn="ctr" eaLnBrk="1" hangingPunct="1"/>
            <a:r>
              <a:rPr lang="zh-CN" altLang="en-US" sz="1500" b="1" dirty="0">
                <a:solidFill>
                  <a:schemeClr val="tx1"/>
                </a:solidFill>
              </a:rPr>
              <a:t>计算机通信、</a:t>
            </a:r>
          </a:p>
          <a:p>
            <a:pPr algn="ctr" eaLnBrk="1" hangingPunct="1"/>
            <a:r>
              <a:rPr lang="zh-CN" altLang="en-US" sz="1500" b="1" dirty="0">
                <a:solidFill>
                  <a:schemeClr val="tx1"/>
                </a:solidFill>
              </a:rPr>
              <a:t>信息系统等</a:t>
            </a:r>
          </a:p>
        </p:txBody>
      </p:sp>
      <p:sp>
        <p:nvSpPr>
          <p:cNvPr id="15" name="Line 12">
            <a:extLst>
              <a:ext uri="{FF2B5EF4-FFF2-40B4-BE49-F238E27FC236}">
                <a16:creationId xmlns:a16="http://schemas.microsoft.com/office/drawing/2014/main" id="{115E17DC-4A23-4804-A85F-CFAF1C22EA26}"/>
              </a:ext>
            </a:extLst>
          </p:cNvPr>
          <p:cNvSpPr>
            <a:spLocks noChangeShapeType="1"/>
          </p:cNvSpPr>
          <p:nvPr/>
        </p:nvSpPr>
        <p:spPr bwMode="auto">
          <a:xfrm flipH="1">
            <a:off x="3816549" y="2862739"/>
            <a:ext cx="431006" cy="323850"/>
          </a:xfrm>
          <a:prstGeom prst="line">
            <a:avLst/>
          </a:prstGeom>
          <a:noFill/>
          <a:ln w="9525">
            <a:solidFill>
              <a:srgbClr val="010307"/>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17" name="Line 13">
            <a:extLst>
              <a:ext uri="{FF2B5EF4-FFF2-40B4-BE49-F238E27FC236}">
                <a16:creationId xmlns:a16="http://schemas.microsoft.com/office/drawing/2014/main" id="{528DAA3D-F8F0-4D97-BDC4-85871BD0DA10}"/>
              </a:ext>
            </a:extLst>
          </p:cNvPr>
          <p:cNvSpPr>
            <a:spLocks noChangeShapeType="1"/>
          </p:cNvSpPr>
          <p:nvPr/>
        </p:nvSpPr>
        <p:spPr bwMode="auto">
          <a:xfrm>
            <a:off x="4896446" y="2807970"/>
            <a:ext cx="377428" cy="378619"/>
          </a:xfrm>
          <a:prstGeom prst="line">
            <a:avLst/>
          </a:prstGeom>
          <a:noFill/>
          <a:ln w="9525">
            <a:solidFill>
              <a:srgbClr val="010307"/>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19" name="Line 15">
            <a:extLst>
              <a:ext uri="{FF2B5EF4-FFF2-40B4-BE49-F238E27FC236}">
                <a16:creationId xmlns:a16="http://schemas.microsoft.com/office/drawing/2014/main" id="{E85D5558-C938-4265-8D25-B21FFFE3B3B9}"/>
              </a:ext>
            </a:extLst>
          </p:cNvPr>
          <p:cNvSpPr>
            <a:spLocks noChangeShapeType="1"/>
          </p:cNvSpPr>
          <p:nvPr/>
        </p:nvSpPr>
        <p:spPr bwMode="auto">
          <a:xfrm flipH="1">
            <a:off x="4626173" y="1836420"/>
            <a:ext cx="0" cy="323850"/>
          </a:xfrm>
          <a:prstGeom prst="line">
            <a:avLst/>
          </a:prstGeom>
          <a:noFill/>
          <a:ln w="9525">
            <a:solidFill>
              <a:srgbClr val="010307"/>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21" name="Line 16">
            <a:extLst>
              <a:ext uri="{FF2B5EF4-FFF2-40B4-BE49-F238E27FC236}">
                <a16:creationId xmlns:a16="http://schemas.microsoft.com/office/drawing/2014/main" id="{5EAA49C3-95B8-488F-AC69-CB668714B3D6}"/>
              </a:ext>
            </a:extLst>
          </p:cNvPr>
          <p:cNvSpPr>
            <a:spLocks noChangeShapeType="1"/>
          </p:cNvSpPr>
          <p:nvPr/>
        </p:nvSpPr>
        <p:spPr bwMode="auto">
          <a:xfrm flipV="1">
            <a:off x="4896445" y="2322196"/>
            <a:ext cx="485775" cy="108347"/>
          </a:xfrm>
          <a:prstGeom prst="line">
            <a:avLst/>
          </a:prstGeom>
          <a:noFill/>
          <a:ln w="9525">
            <a:solidFill>
              <a:srgbClr val="010307"/>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23" name="Line 17">
            <a:extLst>
              <a:ext uri="{FF2B5EF4-FFF2-40B4-BE49-F238E27FC236}">
                <a16:creationId xmlns:a16="http://schemas.microsoft.com/office/drawing/2014/main" id="{C5FA6A98-EC24-4FCB-9ABB-7DD2D4C16E06}"/>
              </a:ext>
            </a:extLst>
          </p:cNvPr>
          <p:cNvSpPr>
            <a:spLocks noChangeShapeType="1"/>
          </p:cNvSpPr>
          <p:nvPr/>
        </p:nvSpPr>
        <p:spPr bwMode="auto">
          <a:xfrm flipH="1" flipV="1">
            <a:off x="3816548" y="2160270"/>
            <a:ext cx="377429" cy="215504"/>
          </a:xfrm>
          <a:prstGeom prst="line">
            <a:avLst/>
          </a:prstGeom>
          <a:noFill/>
          <a:ln w="9525">
            <a:solidFill>
              <a:srgbClr val="010307"/>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Tree>
    <p:extLst>
      <p:ext uri="{BB962C8B-B14F-4D97-AF65-F5344CB8AC3E}">
        <p14:creationId xmlns:p14="http://schemas.microsoft.com/office/powerpoint/2010/main" val="302625803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5" name="WordArt 5">
            <a:extLst>
              <a:ext uri="{FF2B5EF4-FFF2-40B4-BE49-F238E27FC236}">
                <a16:creationId xmlns:a16="http://schemas.microsoft.com/office/drawing/2014/main" id="{9B6391CD-2FE1-45E8-9D86-CBA05CB06B70}"/>
              </a:ext>
            </a:extLst>
          </p:cNvPr>
          <p:cNvSpPr>
            <a:spLocks noChangeArrowheads="1" noChangeShapeType="1" noTextEdit="1"/>
          </p:cNvSpPr>
          <p:nvPr/>
        </p:nvSpPr>
        <p:spPr bwMode="gray">
          <a:xfrm>
            <a:off x="2519363" y="2193131"/>
            <a:ext cx="3771900" cy="571500"/>
          </a:xfrm>
          <a:prstGeom prst="rect">
            <a:avLst/>
          </a:prstGeom>
        </p:spPr>
        <p:txBody>
          <a:bodyPr wrap="none" fromWordArt="1">
            <a:prstTxWarp prst="textDeflate">
              <a:avLst>
                <a:gd name="adj" fmla="val 0"/>
              </a:avLst>
            </a:prstTxWarp>
          </a:bodyPr>
          <a:lstStyle/>
          <a:p>
            <a:pPr algn="ctr"/>
            <a:r>
              <a:rPr lang="en-US" altLang="zh-CN" sz="2700" b="1" kern="10">
                <a:ln w="19050">
                  <a:solidFill>
                    <a:schemeClr val="bg1"/>
                  </a:solidFill>
                  <a:round/>
                  <a:headEnd/>
                  <a:tailEnd/>
                </a:ln>
                <a:gradFill rotWithShape="1">
                  <a:gsLst>
                    <a:gs pos="0">
                      <a:schemeClr val="tx1"/>
                    </a:gs>
                    <a:gs pos="100000">
                      <a:schemeClr val="hlink"/>
                    </a:gs>
                  </a:gsLst>
                  <a:lin ang="0" scaled="1"/>
                </a:gradFill>
                <a:effectLst>
                  <a:outerShdw dist="63500" dir="2212194" algn="ctr" rotWithShape="0">
                    <a:srgbClr val="868686">
                      <a:alpha val="50000"/>
                    </a:srgbClr>
                  </a:outerShdw>
                </a:effectLst>
                <a:cs typeface="Arial" panose="020B0604020202020204" pitchFamily="34" charset="0"/>
              </a:rPr>
              <a:t>THE END !</a:t>
            </a:r>
            <a:endParaRPr lang="zh-CN" altLang="en-US" sz="2700" b="1" kern="10">
              <a:ln w="19050">
                <a:solidFill>
                  <a:schemeClr val="bg1"/>
                </a:solidFill>
                <a:round/>
                <a:headEnd/>
                <a:tailEnd/>
              </a:ln>
              <a:gradFill rotWithShape="1">
                <a:gsLst>
                  <a:gs pos="0">
                    <a:schemeClr val="tx1"/>
                  </a:gs>
                  <a:gs pos="100000">
                    <a:schemeClr val="hlink"/>
                  </a:gs>
                </a:gsLst>
                <a:lin ang="0" scaled="1"/>
              </a:gradFill>
              <a:effectLst>
                <a:outerShdw dist="63500" dir="2212194" algn="ctr" rotWithShape="0">
                  <a:srgbClr val="868686">
                    <a:alpha val="50000"/>
                  </a:srgbClr>
                </a:outerShdw>
              </a:effectLst>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nodeType="afterEffect">
                                  <p:stCondLst>
                                    <p:cond delay="0"/>
                                  </p:stCondLst>
                                  <p:childTnLst>
                                    <p:set>
                                      <p:cBhvr>
                                        <p:cTn id="6" dur="1" fill="hold">
                                          <p:stCondLst>
                                            <p:cond delay="0"/>
                                          </p:stCondLst>
                                        </p:cTn>
                                        <p:tgtEl>
                                          <p:spTgt spid="87045"/>
                                        </p:tgtEl>
                                        <p:attrNameLst>
                                          <p:attrName>style.visibility</p:attrName>
                                        </p:attrNameLst>
                                      </p:cBhvr>
                                      <p:to>
                                        <p:strVal val="visible"/>
                                      </p:to>
                                    </p:set>
                                    <p:anim calcmode="lin" valueType="num">
                                      <p:cBhvr>
                                        <p:cTn id="7" dur="500" fill="hold"/>
                                        <p:tgtEl>
                                          <p:spTgt spid="87045"/>
                                        </p:tgtEl>
                                        <p:attrNameLst>
                                          <p:attrName>ppt_w</p:attrName>
                                        </p:attrNameLst>
                                      </p:cBhvr>
                                      <p:tavLst>
                                        <p:tav tm="0">
                                          <p:val>
                                            <p:fltVal val="0"/>
                                          </p:val>
                                        </p:tav>
                                        <p:tav tm="100000">
                                          <p:val>
                                            <p:strVal val="#ppt_w"/>
                                          </p:val>
                                        </p:tav>
                                      </p:tavLst>
                                    </p:anim>
                                    <p:anim calcmode="lin" valueType="num">
                                      <p:cBhvr>
                                        <p:cTn id="8" dur="500" fill="hold"/>
                                        <p:tgtEl>
                                          <p:spTgt spid="87045"/>
                                        </p:tgtEl>
                                        <p:attrNameLst>
                                          <p:attrName>ppt_h</p:attrName>
                                        </p:attrNameLst>
                                      </p:cBhvr>
                                      <p:tavLst>
                                        <p:tav tm="0">
                                          <p:val>
                                            <p:fltVal val="0"/>
                                          </p:val>
                                        </p:tav>
                                        <p:tav tm="100000">
                                          <p:val>
                                            <p:strVal val="#ppt_h"/>
                                          </p:val>
                                        </p:tav>
                                      </p:tavLst>
                                    </p:anim>
                                    <p:animEffect transition="in" filter="fade">
                                      <p:cBhvr>
                                        <p:cTn id="9" dur="500"/>
                                        <p:tgtEl>
                                          <p:spTgt spid="870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清风素材 https://12sc.taobao.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2865</TotalTime>
  <Words>10167</Words>
  <Application>Microsoft Office PowerPoint</Application>
  <PresentationFormat>全屏显示(16:9)</PresentationFormat>
  <Paragraphs>1193</Paragraphs>
  <Slides>129</Slides>
  <Notes>123</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129</vt:i4>
      </vt:variant>
    </vt:vector>
  </HeadingPairs>
  <TitlesOfParts>
    <vt:vector size="141" baseType="lpstr">
      <vt:lpstr>仿宋_GB2312</vt:lpstr>
      <vt:lpstr>黑体</vt:lpstr>
      <vt:lpstr>华文楷体</vt:lpstr>
      <vt:lpstr>楷体_GB2312</vt:lpstr>
      <vt:lpstr>宋体</vt:lpstr>
      <vt:lpstr>微软雅黑</vt:lpstr>
      <vt:lpstr>Arial</vt:lpstr>
      <vt:lpstr>Calibri</vt:lpstr>
      <vt:lpstr>Times New Roman</vt:lpstr>
      <vt:lpstr>Wingdings</vt:lpstr>
      <vt:lpstr>清风素材 https://12sc.taobao.com/</vt:lpstr>
      <vt:lpstr>Equation</vt:lpstr>
      <vt:lpstr>PowerPoint 演示文稿</vt:lpstr>
      <vt:lpstr>老师简介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www.microsoft.com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1111111111</dc:title>
  <dc:subject>12sc.taobao.com</dc:subject>
  <dc:creator>清风素材;User</dc:creator>
  <cp:keywords>12sc.taobao.com</cp:keywords>
  <dc:description>12sc.taobao.com</dc:description>
  <cp:lastModifiedBy>jingtao guo</cp:lastModifiedBy>
  <cp:revision>21</cp:revision>
  <dcterms:created xsi:type="dcterms:W3CDTF">2015-01-23T04:02:00Z</dcterms:created>
  <dcterms:modified xsi:type="dcterms:W3CDTF">2023-09-13T13:02:24Z</dcterms:modified>
  <cp:category>12sc.taobao.com</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2052-10.1.0.6028</vt:lpwstr>
  </property>
</Properties>
</file>
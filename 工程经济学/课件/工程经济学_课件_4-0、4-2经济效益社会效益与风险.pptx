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301" r:id="rId2"/>
    <p:sldId id="660" r:id="rId3"/>
    <p:sldId id="746" r:id="rId4"/>
    <p:sldId id="665" r:id="rId5"/>
    <p:sldId id="749" r:id="rId6"/>
    <p:sldId id="745" r:id="rId7"/>
    <p:sldId id="560" r:id="rId8"/>
    <p:sldId id="613" r:id="rId9"/>
    <p:sldId id="666" r:id="rId10"/>
    <p:sldId id="667" r:id="rId11"/>
    <p:sldId id="566" r:id="rId12"/>
    <p:sldId id="583" r:id="rId13"/>
    <p:sldId id="605" r:id="rId14"/>
    <p:sldId id="606" r:id="rId15"/>
    <p:sldId id="609" r:id="rId16"/>
    <p:sldId id="668" r:id="rId17"/>
    <p:sldId id="669" r:id="rId18"/>
    <p:sldId id="670" r:id="rId19"/>
    <p:sldId id="671" r:id="rId20"/>
    <p:sldId id="672" r:id="rId21"/>
    <p:sldId id="728" r:id="rId22"/>
    <p:sldId id="677" r:id="rId23"/>
    <p:sldId id="729" r:id="rId24"/>
    <p:sldId id="747" r:id="rId25"/>
    <p:sldId id="678" r:id="rId26"/>
    <p:sldId id="679" r:id="rId27"/>
    <p:sldId id="680" r:id="rId28"/>
    <p:sldId id="730" r:id="rId29"/>
    <p:sldId id="752" r:id="rId30"/>
    <p:sldId id="753" r:id="rId31"/>
    <p:sldId id="682" r:id="rId32"/>
    <p:sldId id="731" r:id="rId33"/>
    <p:sldId id="750" r:id="rId34"/>
    <p:sldId id="751" r:id="rId35"/>
    <p:sldId id="683" r:id="rId36"/>
    <p:sldId id="732" r:id="rId37"/>
    <p:sldId id="733" r:id="rId38"/>
    <p:sldId id="734" r:id="rId39"/>
    <p:sldId id="686" r:id="rId40"/>
    <p:sldId id="687" r:id="rId41"/>
    <p:sldId id="735" r:id="rId42"/>
    <p:sldId id="748" r:id="rId43"/>
    <p:sldId id="690" r:id="rId44"/>
    <p:sldId id="736" r:id="rId45"/>
    <p:sldId id="691" r:id="rId46"/>
    <p:sldId id="692" r:id="rId47"/>
    <p:sldId id="737" r:id="rId48"/>
    <p:sldId id="696" r:id="rId49"/>
    <p:sldId id="697" r:id="rId50"/>
    <p:sldId id="738" r:id="rId51"/>
    <p:sldId id="698" r:id="rId52"/>
    <p:sldId id="700" r:id="rId53"/>
    <p:sldId id="702" r:id="rId54"/>
    <p:sldId id="739" r:id="rId55"/>
    <p:sldId id="703" r:id="rId56"/>
    <p:sldId id="741" r:id="rId57"/>
    <p:sldId id="740" r:id="rId58"/>
    <p:sldId id="742" r:id="rId59"/>
    <p:sldId id="743" r:id="rId60"/>
    <p:sldId id="744" r:id="rId61"/>
  </p:sldIdLst>
  <p:sldSz cx="9144000" cy="5143500" type="screen16x9"/>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78">
          <p15:clr>
            <a:srgbClr val="A4A3A4"/>
          </p15:clr>
        </p15:guide>
        <p15:guide id="2" pos="291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E223A"/>
    <a:srgbClr val="1A3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330" autoAdjust="0"/>
    <p:restoredTop sz="92283" autoAdjust="0"/>
  </p:normalViewPr>
  <p:slideViewPr>
    <p:cSldViewPr snapToGrid="0">
      <p:cViewPr varScale="1">
        <p:scale>
          <a:sx n="81" d="100"/>
          <a:sy n="81" d="100"/>
        </p:scale>
        <p:origin x="872" y="60"/>
      </p:cViewPr>
      <p:guideLst>
        <p:guide orient="horz" pos="1678"/>
        <p:guide pos="2918"/>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翟 锐" userId="fef11181f709266a" providerId="LiveId" clId="{C0002306-8AAE-445D-8BB2-3FFD8060546B}"/>
    <pc:docChg chg="undo custSel addSld modSld">
      <pc:chgData name="翟 锐" userId="fef11181f709266a" providerId="LiveId" clId="{C0002306-8AAE-445D-8BB2-3FFD8060546B}" dt="2020-09-24T02:56:13.672" v="260" actId="6549"/>
      <pc:docMkLst>
        <pc:docMk/>
      </pc:docMkLst>
      <pc:sldChg chg="modSp mod">
        <pc:chgData name="翟 锐" userId="fef11181f709266a" providerId="LiveId" clId="{C0002306-8AAE-445D-8BB2-3FFD8060546B}" dt="2020-09-24T02:55:21.312" v="258" actId="20577"/>
        <pc:sldMkLst>
          <pc:docMk/>
          <pc:sldMk cId="2142524837" sldId="602"/>
        </pc:sldMkLst>
        <pc:spChg chg="mod">
          <ac:chgData name="翟 锐" userId="fef11181f709266a" providerId="LiveId" clId="{C0002306-8AAE-445D-8BB2-3FFD8060546B}" dt="2020-09-24T02:55:21.312" v="258" actId="20577"/>
          <ac:spMkLst>
            <pc:docMk/>
            <pc:sldMk cId="2142524837" sldId="602"/>
            <ac:spMk id="2" creationId="{1A343DEC-CFF6-41F5-B87C-0DFC08C67B76}"/>
          </ac:spMkLst>
        </pc:spChg>
      </pc:sldChg>
      <pc:sldChg chg="modSp mod">
        <pc:chgData name="翟 锐" userId="fef11181f709266a" providerId="LiveId" clId="{C0002306-8AAE-445D-8BB2-3FFD8060546B}" dt="2020-09-24T02:56:13.672" v="260" actId="6549"/>
        <pc:sldMkLst>
          <pc:docMk/>
          <pc:sldMk cId="2933535704" sldId="607"/>
        </pc:sldMkLst>
        <pc:spChg chg="mod">
          <ac:chgData name="翟 锐" userId="fef11181f709266a" providerId="LiveId" clId="{C0002306-8AAE-445D-8BB2-3FFD8060546B}" dt="2020-09-24T02:56:13.672" v="260" actId="6549"/>
          <ac:spMkLst>
            <pc:docMk/>
            <pc:sldMk cId="2933535704" sldId="607"/>
            <ac:spMk id="2" creationId="{1A343DEC-CFF6-41F5-B87C-0DFC08C67B76}"/>
          </ac:spMkLst>
        </pc:spChg>
      </pc:sldChg>
      <pc:sldChg chg="modSp add mod modAnim">
        <pc:chgData name="翟 锐" userId="fef11181f709266a" providerId="LiveId" clId="{C0002306-8AAE-445D-8BB2-3FFD8060546B}" dt="2020-09-24T02:40:27.006" v="228"/>
        <pc:sldMkLst>
          <pc:docMk/>
          <pc:sldMk cId="2282940426" sldId="660"/>
        </pc:sldMkLst>
        <pc:spChg chg="mod">
          <ac:chgData name="翟 锐" userId="fef11181f709266a" providerId="LiveId" clId="{C0002306-8AAE-445D-8BB2-3FFD8060546B}" dt="2020-09-24T02:39:28.915" v="218" actId="12"/>
          <ac:spMkLst>
            <pc:docMk/>
            <pc:sldMk cId="2282940426" sldId="660"/>
            <ac:spMk id="2" creationId="{1A343DEC-CFF6-41F5-B87C-0DFC08C67B76}"/>
          </ac:spMkLst>
        </pc:spChg>
      </pc:sldChg>
      <pc:sldChg chg="modSp add mod">
        <pc:chgData name="翟 锐" userId="fef11181f709266a" providerId="LiveId" clId="{C0002306-8AAE-445D-8BB2-3FFD8060546B}" dt="2020-09-24T02:55:34.202" v="259" actId="6549"/>
        <pc:sldMkLst>
          <pc:docMk/>
          <pc:sldMk cId="2870330272" sldId="661"/>
        </pc:sldMkLst>
        <pc:spChg chg="mod">
          <ac:chgData name="翟 锐" userId="fef11181f709266a" providerId="LiveId" clId="{C0002306-8AAE-445D-8BB2-3FFD8060546B}" dt="2020-09-24T02:55:34.202" v="259" actId="6549"/>
          <ac:spMkLst>
            <pc:docMk/>
            <pc:sldMk cId="2870330272" sldId="661"/>
            <ac:spMk id="2" creationId="{1A343DEC-CFF6-41F5-B87C-0DFC08C67B76}"/>
          </ac:spMkLst>
        </pc:spChg>
      </pc:sldChg>
    </pc:docChg>
  </pc:docChgLst>
  <pc:docChgLst>
    <pc:chgData name="翟 锐" userId="fef11181f709266a" providerId="LiveId" clId="{BAA1D704-53FA-48A7-B734-25423D0884C0}"/>
    <pc:docChg chg="undo redo custSel addSld delSld modSld sldOrd">
      <pc:chgData name="翟 锐" userId="fef11181f709266a" providerId="LiveId" clId="{BAA1D704-53FA-48A7-B734-25423D0884C0}" dt="2022-11-30T08:01:51.316" v="466"/>
      <pc:docMkLst>
        <pc:docMk/>
      </pc:docMkLst>
      <pc:sldChg chg="modSp">
        <pc:chgData name="翟 锐" userId="fef11181f709266a" providerId="LiveId" clId="{BAA1D704-53FA-48A7-B734-25423D0884C0}" dt="2021-11-09T09:45:16.932" v="18" actId="20577"/>
        <pc:sldMkLst>
          <pc:docMk/>
          <pc:sldMk cId="2981006032" sldId="556"/>
        </pc:sldMkLst>
        <pc:spChg chg="mod">
          <ac:chgData name="翟 锐" userId="fef11181f709266a" providerId="LiveId" clId="{BAA1D704-53FA-48A7-B734-25423D0884C0}" dt="2021-11-09T09:45:16.932" v="18" actId="20577"/>
          <ac:spMkLst>
            <pc:docMk/>
            <pc:sldMk cId="2981006032" sldId="556"/>
            <ac:spMk id="35" creationId="{00000000-0000-0000-0000-000000000000}"/>
          </ac:spMkLst>
        </pc:spChg>
      </pc:sldChg>
      <pc:sldChg chg="modSp">
        <pc:chgData name="翟 锐" userId="fef11181f709266a" providerId="LiveId" clId="{BAA1D704-53FA-48A7-B734-25423D0884C0}" dt="2021-11-09T09:46:22.935" v="34"/>
        <pc:sldMkLst>
          <pc:docMk/>
          <pc:sldMk cId="727514361" sldId="566"/>
        </pc:sldMkLst>
        <pc:spChg chg="mod">
          <ac:chgData name="翟 锐" userId="fef11181f709266a" providerId="LiveId" clId="{BAA1D704-53FA-48A7-B734-25423D0884C0}" dt="2021-11-09T09:46:22.935" v="34"/>
          <ac:spMkLst>
            <pc:docMk/>
            <pc:sldMk cId="727514361" sldId="566"/>
            <ac:spMk id="35" creationId="{00000000-0000-0000-0000-000000000000}"/>
          </ac:spMkLst>
        </pc:spChg>
      </pc:sldChg>
      <pc:sldChg chg="modSp mod">
        <pc:chgData name="翟 锐" userId="fef11181f709266a" providerId="LiveId" clId="{BAA1D704-53FA-48A7-B734-25423D0884C0}" dt="2021-11-09T10:17:39.385" v="47" actId="207"/>
        <pc:sldMkLst>
          <pc:docMk/>
          <pc:sldMk cId="2282940426" sldId="660"/>
        </pc:sldMkLst>
        <pc:spChg chg="mod">
          <ac:chgData name="翟 锐" userId="fef11181f709266a" providerId="LiveId" clId="{BAA1D704-53FA-48A7-B734-25423D0884C0}" dt="2021-11-09T10:17:39.385" v="47" actId="207"/>
          <ac:spMkLst>
            <pc:docMk/>
            <pc:sldMk cId="2282940426" sldId="660"/>
            <ac:spMk id="2" creationId="{1A343DEC-CFF6-41F5-B87C-0DFC08C67B76}"/>
          </ac:spMkLst>
        </pc:spChg>
      </pc:sldChg>
      <pc:sldChg chg="modSp mod modAnim">
        <pc:chgData name="翟 锐" userId="fef11181f709266a" providerId="LiveId" clId="{BAA1D704-53FA-48A7-B734-25423D0884C0}" dt="2021-11-09T09:45:05.042" v="16"/>
        <pc:sldMkLst>
          <pc:docMk/>
          <pc:sldMk cId="3196092120" sldId="665"/>
        </pc:sldMkLst>
        <pc:spChg chg="mod">
          <ac:chgData name="翟 锐" userId="fef11181f709266a" providerId="LiveId" clId="{BAA1D704-53FA-48A7-B734-25423D0884C0}" dt="2021-11-09T09:44:32.847" v="12" actId="15"/>
          <ac:spMkLst>
            <pc:docMk/>
            <pc:sldMk cId="3196092120" sldId="665"/>
            <ac:spMk id="2" creationId="{1A343DEC-CFF6-41F5-B87C-0DFC08C67B76}"/>
          </ac:spMkLst>
        </pc:spChg>
        <pc:spChg chg="mod">
          <ac:chgData name="翟 锐" userId="fef11181f709266a" providerId="LiveId" clId="{BAA1D704-53FA-48A7-B734-25423D0884C0}" dt="2021-11-09T09:45:05.042" v="16"/>
          <ac:spMkLst>
            <pc:docMk/>
            <pc:sldMk cId="3196092120" sldId="665"/>
            <ac:spMk id="35" creationId="{00000000-0000-0000-0000-000000000000}"/>
          </ac:spMkLst>
        </pc:spChg>
      </pc:sldChg>
      <pc:sldChg chg="modSp modAnim">
        <pc:chgData name="翟 锐" userId="fef11181f709266a" providerId="LiveId" clId="{BAA1D704-53FA-48A7-B734-25423D0884C0}" dt="2021-11-09T09:46:19.682" v="31"/>
        <pc:sldMkLst>
          <pc:docMk/>
          <pc:sldMk cId="357824010" sldId="667"/>
        </pc:sldMkLst>
        <pc:spChg chg="mod">
          <ac:chgData name="翟 锐" userId="fef11181f709266a" providerId="LiveId" clId="{BAA1D704-53FA-48A7-B734-25423D0884C0}" dt="2021-11-09T09:46:18.504" v="30"/>
          <ac:spMkLst>
            <pc:docMk/>
            <pc:sldMk cId="357824010" sldId="667"/>
            <ac:spMk id="35" creationId="{00000000-0000-0000-0000-000000000000}"/>
          </ac:spMkLst>
        </pc:spChg>
      </pc:sldChg>
      <pc:sldChg chg="modSp mod">
        <pc:chgData name="翟 锐" userId="fef11181f709266a" providerId="LiveId" clId="{BAA1D704-53FA-48A7-B734-25423D0884C0}" dt="2021-11-09T10:13:45.438" v="45" actId="20577"/>
        <pc:sldMkLst>
          <pc:docMk/>
          <pc:sldMk cId="755557467" sldId="669"/>
        </pc:sldMkLst>
        <pc:graphicFrameChg chg="modGraphic">
          <ac:chgData name="翟 锐" userId="fef11181f709266a" providerId="LiveId" clId="{BAA1D704-53FA-48A7-B734-25423D0884C0}" dt="2021-11-09T10:13:45.438" v="45" actId="20577"/>
          <ac:graphicFrameMkLst>
            <pc:docMk/>
            <pc:sldMk cId="755557467" sldId="669"/>
            <ac:graphicFrameMk id="14" creationId="{092BED16-02E2-4A40-A09D-07C666868DAC}"/>
          </ac:graphicFrameMkLst>
        </pc:graphicFrameChg>
      </pc:sldChg>
      <pc:sldChg chg="modSp mod">
        <pc:chgData name="翟 锐" userId="fef11181f709266a" providerId="LiveId" clId="{BAA1D704-53FA-48A7-B734-25423D0884C0}" dt="2022-11-22T00:12:25.711" v="80" actId="207"/>
        <pc:sldMkLst>
          <pc:docMk/>
          <pc:sldMk cId="4129745897" sldId="670"/>
        </pc:sldMkLst>
        <pc:spChg chg="mod">
          <ac:chgData name="翟 锐" userId="fef11181f709266a" providerId="LiveId" clId="{BAA1D704-53FA-48A7-B734-25423D0884C0}" dt="2022-11-22T00:12:25.711" v="80" actId="207"/>
          <ac:spMkLst>
            <pc:docMk/>
            <pc:sldMk cId="4129745897" sldId="670"/>
            <ac:spMk id="2" creationId="{1A343DEC-CFF6-41F5-B87C-0DFC08C67B76}"/>
          </ac:spMkLst>
        </pc:spChg>
      </pc:sldChg>
      <pc:sldChg chg="modSp mod">
        <pc:chgData name="翟 锐" userId="fef11181f709266a" providerId="LiveId" clId="{BAA1D704-53FA-48A7-B734-25423D0884C0}" dt="2022-11-22T00:15:25.555" v="182" actId="20577"/>
        <pc:sldMkLst>
          <pc:docMk/>
          <pc:sldMk cId="871591210" sldId="671"/>
        </pc:sldMkLst>
        <pc:spChg chg="mod">
          <ac:chgData name="翟 锐" userId="fef11181f709266a" providerId="LiveId" clId="{BAA1D704-53FA-48A7-B734-25423D0884C0}" dt="2022-11-22T00:15:25.555" v="182" actId="20577"/>
          <ac:spMkLst>
            <pc:docMk/>
            <pc:sldMk cId="871591210" sldId="671"/>
            <ac:spMk id="2" creationId="{1A343DEC-CFF6-41F5-B87C-0DFC08C67B76}"/>
          </ac:spMkLst>
        </pc:spChg>
      </pc:sldChg>
      <pc:sldChg chg="modSp mod">
        <pc:chgData name="翟 锐" userId="fef11181f709266a" providerId="LiveId" clId="{BAA1D704-53FA-48A7-B734-25423D0884C0}" dt="2022-11-22T00:22:34.179" v="220" actId="20577"/>
        <pc:sldMkLst>
          <pc:docMk/>
          <pc:sldMk cId="678767982" sldId="672"/>
        </pc:sldMkLst>
        <pc:spChg chg="mod">
          <ac:chgData name="翟 锐" userId="fef11181f709266a" providerId="LiveId" clId="{BAA1D704-53FA-48A7-B734-25423D0884C0}" dt="2022-11-22T00:22:34.179" v="220" actId="20577"/>
          <ac:spMkLst>
            <pc:docMk/>
            <pc:sldMk cId="678767982" sldId="672"/>
            <ac:spMk id="2" creationId="{1A343DEC-CFF6-41F5-B87C-0DFC08C67B76}"/>
          </ac:spMkLst>
        </pc:spChg>
      </pc:sldChg>
      <pc:sldChg chg="modSp mod">
        <pc:chgData name="翟 锐" userId="fef11181f709266a" providerId="LiveId" clId="{BAA1D704-53FA-48A7-B734-25423D0884C0}" dt="2022-11-22T00:24:52.963" v="223" actId="6549"/>
        <pc:sldMkLst>
          <pc:docMk/>
          <pc:sldMk cId="4120885812" sldId="677"/>
        </pc:sldMkLst>
        <pc:spChg chg="mod">
          <ac:chgData name="翟 锐" userId="fef11181f709266a" providerId="LiveId" clId="{BAA1D704-53FA-48A7-B734-25423D0884C0}" dt="2022-11-22T00:24:52.963" v="223" actId="6549"/>
          <ac:spMkLst>
            <pc:docMk/>
            <pc:sldMk cId="4120885812" sldId="677"/>
            <ac:spMk id="2" creationId="{1A343DEC-CFF6-41F5-B87C-0DFC08C67B76}"/>
          </ac:spMkLst>
        </pc:spChg>
      </pc:sldChg>
      <pc:sldChg chg="modSp mod">
        <pc:chgData name="翟 锐" userId="fef11181f709266a" providerId="LiveId" clId="{BAA1D704-53FA-48A7-B734-25423D0884C0}" dt="2022-11-28T11:47:26.896" v="455" actId="20577"/>
        <pc:sldMkLst>
          <pc:docMk/>
          <pc:sldMk cId="2650993462" sldId="680"/>
        </pc:sldMkLst>
        <pc:spChg chg="mod">
          <ac:chgData name="翟 锐" userId="fef11181f709266a" providerId="LiveId" clId="{BAA1D704-53FA-48A7-B734-25423D0884C0}" dt="2022-11-28T11:47:26.896" v="455" actId="20577"/>
          <ac:spMkLst>
            <pc:docMk/>
            <pc:sldMk cId="2650993462" sldId="680"/>
            <ac:spMk id="2" creationId="{1A343DEC-CFF6-41F5-B87C-0DFC08C67B76}"/>
          </ac:spMkLst>
        </pc:spChg>
      </pc:sldChg>
      <pc:sldChg chg="modSp mod">
        <pc:chgData name="翟 锐" userId="fef11181f709266a" providerId="LiveId" clId="{BAA1D704-53FA-48A7-B734-25423D0884C0}" dt="2022-11-22T00:42:11.563" v="231" actId="207"/>
        <pc:sldMkLst>
          <pc:docMk/>
          <pc:sldMk cId="877360523" sldId="683"/>
        </pc:sldMkLst>
        <pc:spChg chg="mod">
          <ac:chgData name="翟 锐" userId="fef11181f709266a" providerId="LiveId" clId="{BAA1D704-53FA-48A7-B734-25423D0884C0}" dt="2022-11-22T00:42:11.563" v="231" actId="207"/>
          <ac:spMkLst>
            <pc:docMk/>
            <pc:sldMk cId="877360523" sldId="683"/>
            <ac:spMk id="2" creationId="{1A343DEC-CFF6-41F5-B87C-0DFC08C67B76}"/>
          </ac:spMkLst>
        </pc:spChg>
      </pc:sldChg>
      <pc:sldChg chg="modSp mod">
        <pc:chgData name="翟 锐" userId="fef11181f709266a" providerId="LiveId" clId="{BAA1D704-53FA-48A7-B734-25423D0884C0}" dt="2021-11-09T10:19:39.808" v="79" actId="207"/>
        <pc:sldMkLst>
          <pc:docMk/>
          <pc:sldMk cId="613656285" sldId="691"/>
        </pc:sldMkLst>
        <pc:spChg chg="mod">
          <ac:chgData name="翟 锐" userId="fef11181f709266a" providerId="LiveId" clId="{BAA1D704-53FA-48A7-B734-25423D0884C0}" dt="2021-11-09T10:19:39.808" v="79" actId="207"/>
          <ac:spMkLst>
            <pc:docMk/>
            <pc:sldMk cId="613656285" sldId="691"/>
            <ac:spMk id="2" creationId="{1A343DEC-CFF6-41F5-B87C-0DFC08C67B76}"/>
          </ac:spMkLst>
        </pc:spChg>
      </pc:sldChg>
      <pc:sldChg chg="modSp mod">
        <pc:chgData name="翟 锐" userId="fef11181f709266a" providerId="LiveId" clId="{BAA1D704-53FA-48A7-B734-25423D0884C0}" dt="2022-11-22T00:26:11.011" v="224" actId="207"/>
        <pc:sldMkLst>
          <pc:docMk/>
          <pc:sldMk cId="2134814896" sldId="729"/>
        </pc:sldMkLst>
        <pc:spChg chg="mod">
          <ac:chgData name="翟 锐" userId="fef11181f709266a" providerId="LiveId" clId="{BAA1D704-53FA-48A7-B734-25423D0884C0}" dt="2022-11-22T00:26:11.011" v="224" actId="207"/>
          <ac:spMkLst>
            <pc:docMk/>
            <pc:sldMk cId="2134814896" sldId="729"/>
            <ac:spMk id="2" creationId="{1A343DEC-CFF6-41F5-B87C-0DFC08C67B76}"/>
          </ac:spMkLst>
        </pc:spChg>
      </pc:sldChg>
      <pc:sldChg chg="modSp mod">
        <pc:chgData name="翟 锐" userId="fef11181f709266a" providerId="LiveId" clId="{BAA1D704-53FA-48A7-B734-25423D0884C0}" dt="2022-11-30T07:56:30.221" v="456" actId="1036"/>
        <pc:sldMkLst>
          <pc:docMk/>
          <pc:sldMk cId="2291332499" sldId="731"/>
        </pc:sldMkLst>
        <pc:spChg chg="mod">
          <ac:chgData name="翟 锐" userId="fef11181f709266a" providerId="LiveId" clId="{BAA1D704-53FA-48A7-B734-25423D0884C0}" dt="2022-11-30T07:56:30.221" v="456" actId="1036"/>
          <ac:spMkLst>
            <pc:docMk/>
            <pc:sldMk cId="2291332499" sldId="731"/>
            <ac:spMk id="2" creationId="{1A343DEC-CFF6-41F5-B87C-0DFC08C67B76}"/>
          </ac:spMkLst>
        </pc:spChg>
      </pc:sldChg>
      <pc:sldChg chg="modSp add mod">
        <pc:chgData name="翟 锐" userId="fef11181f709266a" providerId="LiveId" clId="{BAA1D704-53FA-48A7-B734-25423D0884C0}" dt="2021-11-09T09:47:12.507" v="39" actId="1076"/>
        <pc:sldMkLst>
          <pc:docMk/>
          <pc:sldMk cId="3994769462" sldId="745"/>
        </pc:sldMkLst>
        <pc:spChg chg="mod">
          <ac:chgData name="翟 锐" userId="fef11181f709266a" providerId="LiveId" clId="{BAA1D704-53FA-48A7-B734-25423D0884C0}" dt="2021-11-09T09:47:12.507" v="39" actId="1076"/>
          <ac:spMkLst>
            <pc:docMk/>
            <pc:sldMk cId="3994769462" sldId="745"/>
            <ac:spMk id="2" creationId="{1A343DEC-CFF6-41F5-B87C-0DFC08C67B76}"/>
          </ac:spMkLst>
        </pc:spChg>
      </pc:sldChg>
      <pc:sldChg chg="modSp add mod">
        <pc:chgData name="翟 锐" userId="fef11181f709266a" providerId="LiveId" clId="{BAA1D704-53FA-48A7-B734-25423D0884C0}" dt="2021-11-09T10:17:44.372" v="50" actId="207"/>
        <pc:sldMkLst>
          <pc:docMk/>
          <pc:sldMk cId="1808373690" sldId="746"/>
        </pc:sldMkLst>
        <pc:spChg chg="mod">
          <ac:chgData name="翟 锐" userId="fef11181f709266a" providerId="LiveId" clId="{BAA1D704-53FA-48A7-B734-25423D0884C0}" dt="2021-11-09T10:17:44.372" v="50" actId="207"/>
          <ac:spMkLst>
            <pc:docMk/>
            <pc:sldMk cId="1808373690" sldId="746"/>
            <ac:spMk id="2" creationId="{1A343DEC-CFF6-41F5-B87C-0DFC08C67B76}"/>
          </ac:spMkLst>
        </pc:spChg>
      </pc:sldChg>
      <pc:sldChg chg="modSp add mod">
        <pc:chgData name="翟 锐" userId="fef11181f709266a" providerId="LiveId" clId="{BAA1D704-53FA-48A7-B734-25423D0884C0}" dt="2021-11-09T10:18:00.930" v="56" actId="108"/>
        <pc:sldMkLst>
          <pc:docMk/>
          <pc:sldMk cId="2791184129" sldId="747"/>
        </pc:sldMkLst>
        <pc:spChg chg="mod">
          <ac:chgData name="翟 锐" userId="fef11181f709266a" providerId="LiveId" clId="{BAA1D704-53FA-48A7-B734-25423D0884C0}" dt="2021-11-09T10:18:00.930" v="56" actId="108"/>
          <ac:spMkLst>
            <pc:docMk/>
            <pc:sldMk cId="2791184129" sldId="747"/>
            <ac:spMk id="2" creationId="{1A343DEC-CFF6-41F5-B87C-0DFC08C67B76}"/>
          </ac:spMkLst>
        </pc:spChg>
      </pc:sldChg>
      <pc:sldChg chg="modSp add mod">
        <pc:chgData name="翟 锐" userId="fef11181f709266a" providerId="LiveId" clId="{BAA1D704-53FA-48A7-B734-25423D0884C0}" dt="2021-11-09T10:18:30.159" v="63" actId="108"/>
        <pc:sldMkLst>
          <pc:docMk/>
          <pc:sldMk cId="979880133" sldId="748"/>
        </pc:sldMkLst>
        <pc:spChg chg="mod">
          <ac:chgData name="翟 锐" userId="fef11181f709266a" providerId="LiveId" clId="{BAA1D704-53FA-48A7-B734-25423D0884C0}" dt="2021-11-09T10:18:30.159" v="63" actId="108"/>
          <ac:spMkLst>
            <pc:docMk/>
            <pc:sldMk cId="979880133" sldId="748"/>
            <ac:spMk id="2" creationId="{1A343DEC-CFF6-41F5-B87C-0DFC08C67B76}"/>
          </ac:spMkLst>
        </pc:spChg>
      </pc:sldChg>
      <pc:sldChg chg="add ord">
        <pc:chgData name="翟 锐" userId="fef11181f709266a" providerId="LiveId" clId="{BAA1D704-53FA-48A7-B734-25423D0884C0}" dt="2022-11-30T08:01:51.316" v="466"/>
        <pc:sldMkLst>
          <pc:docMk/>
          <pc:sldMk cId="745989451" sldId="750"/>
        </pc:sldMkLst>
      </pc:sldChg>
      <pc:sldChg chg="new del">
        <pc:chgData name="翟 锐" userId="fef11181f709266a" providerId="LiveId" clId="{BAA1D704-53FA-48A7-B734-25423D0884C0}" dt="2022-11-22T00:45:20.966" v="235" actId="680"/>
        <pc:sldMkLst>
          <pc:docMk/>
          <pc:sldMk cId="3494969768" sldId="751"/>
        </pc:sldMkLst>
      </pc:sldChg>
      <pc:sldChg chg="addSp modSp add mod">
        <pc:chgData name="翟 锐" userId="fef11181f709266a" providerId="LiveId" clId="{BAA1D704-53FA-48A7-B734-25423D0884C0}" dt="2022-11-30T08:00:26.748" v="464"/>
        <pc:sldMkLst>
          <pc:docMk/>
          <pc:sldMk cId="4024982930" sldId="751"/>
        </pc:sldMkLst>
        <pc:spChg chg="mod">
          <ac:chgData name="翟 锐" userId="fef11181f709266a" providerId="LiveId" clId="{BAA1D704-53FA-48A7-B734-25423D0884C0}" dt="2022-11-30T08:00:26.748" v="464"/>
          <ac:spMkLst>
            <pc:docMk/>
            <pc:sldMk cId="4024982930" sldId="751"/>
            <ac:spMk id="2" creationId="{1A343DEC-CFF6-41F5-B87C-0DFC08C67B76}"/>
          </ac:spMkLst>
        </pc:spChg>
        <pc:picChg chg="add mod">
          <ac:chgData name="翟 锐" userId="fef11181f709266a" providerId="LiveId" clId="{BAA1D704-53FA-48A7-B734-25423D0884C0}" dt="2022-11-22T00:50:02.805" v="450" actId="14100"/>
          <ac:picMkLst>
            <pc:docMk/>
            <pc:sldMk cId="4024982930" sldId="751"/>
            <ac:picMk id="1026" creationId="{3F4DBC4D-4194-41E3-4B63-02FB62D6C6B5}"/>
          </ac:picMkLst>
        </pc:picChg>
      </pc:sldChg>
      <pc:sldChg chg="add del">
        <pc:chgData name="翟 锐" userId="fef11181f709266a" providerId="LiveId" clId="{BAA1D704-53FA-48A7-B734-25423D0884C0}" dt="2022-11-22T00:46:07.267" v="351"/>
        <pc:sldMkLst>
          <pc:docMk/>
          <pc:sldMk cId="101740196" sldId="752"/>
        </pc:sldMkLst>
      </pc:sldChg>
    </pc:docChg>
  </pc:docChgLst>
  <pc:docChgLst>
    <pc:chgData name="翟 锐" userId="fef11181f709266a" providerId="LiveId" clId="{10275908-82CB-4111-8AC1-0D131A21EACA}"/>
    <pc:docChg chg="undo redo custSel addSld delSld modSld sldOrd">
      <pc:chgData name="翟 锐" userId="fef11181f709266a" providerId="LiveId" clId="{10275908-82CB-4111-8AC1-0D131A21EACA}" dt="2020-08-12T15:57:51.155" v="1446" actId="12"/>
      <pc:docMkLst>
        <pc:docMk/>
      </pc:docMkLst>
      <pc:sldChg chg="modSp add del mod">
        <pc:chgData name="翟 锐" userId="fef11181f709266a" providerId="LiveId" clId="{10275908-82CB-4111-8AC1-0D131A21EACA}" dt="2020-08-12T06:01:23.417" v="23"/>
        <pc:sldMkLst>
          <pc:docMk/>
          <pc:sldMk cId="0" sldId="256"/>
        </pc:sldMkLst>
        <pc:spChg chg="mod">
          <ac:chgData name="翟 锐" userId="fef11181f709266a" providerId="LiveId" clId="{10275908-82CB-4111-8AC1-0D131A21EACA}" dt="2020-08-12T06:01:23.417" v="23"/>
          <ac:spMkLst>
            <pc:docMk/>
            <pc:sldMk cId="0" sldId="256"/>
            <ac:spMk id="2055" creationId="{14A68A61-CC6E-40FC-87F9-39638A4ECB40}"/>
          </ac:spMkLst>
        </pc:spChg>
      </pc:sldChg>
      <pc:sldChg chg="del">
        <pc:chgData name="翟 锐" userId="fef11181f709266a" providerId="LiveId" clId="{10275908-82CB-4111-8AC1-0D131A21EACA}" dt="2020-08-12T06:07:21.227" v="24" actId="47"/>
        <pc:sldMkLst>
          <pc:docMk/>
          <pc:sldMk cId="0" sldId="257"/>
        </pc:sldMkLst>
      </pc:sldChg>
      <pc:sldChg chg="add del">
        <pc:chgData name="翟 锐" userId="fef11181f709266a" providerId="LiveId" clId="{10275908-82CB-4111-8AC1-0D131A21EACA}" dt="2020-08-12T06:01:23.417" v="23"/>
        <pc:sldMkLst>
          <pc:docMk/>
          <pc:sldMk cId="0" sldId="259"/>
        </pc:sldMkLst>
      </pc:sldChg>
      <pc:sldChg chg="add del modTransition">
        <pc:chgData name="翟 锐" userId="fef11181f709266a" providerId="LiveId" clId="{10275908-82CB-4111-8AC1-0D131A21EACA}" dt="2020-08-12T06:01:23.417" v="23"/>
        <pc:sldMkLst>
          <pc:docMk/>
          <pc:sldMk cId="0" sldId="276"/>
        </pc:sldMkLst>
      </pc:sldChg>
      <pc:sldChg chg="add del">
        <pc:chgData name="翟 锐" userId="fef11181f709266a" providerId="LiveId" clId="{10275908-82CB-4111-8AC1-0D131A21EACA}" dt="2020-08-12T06:01:23.417" v="23"/>
        <pc:sldMkLst>
          <pc:docMk/>
          <pc:sldMk cId="0" sldId="277"/>
        </pc:sldMkLst>
      </pc:sldChg>
      <pc:sldChg chg="del">
        <pc:chgData name="翟 锐" userId="fef11181f709266a" providerId="LiveId" clId="{10275908-82CB-4111-8AC1-0D131A21EACA}" dt="2020-08-12T13:18:01.648" v="741" actId="47"/>
        <pc:sldMkLst>
          <pc:docMk/>
          <pc:sldMk cId="0" sldId="290"/>
        </pc:sldMkLst>
      </pc:sldChg>
      <pc:sldChg chg="delSp modSp mod delAnim modNotesTx">
        <pc:chgData name="翟 锐" userId="fef11181f709266a" providerId="LiveId" clId="{10275908-82CB-4111-8AC1-0D131A21EACA}" dt="2020-08-12T13:47:07.808" v="919"/>
        <pc:sldMkLst>
          <pc:docMk/>
          <pc:sldMk cId="0" sldId="301"/>
        </pc:sldMkLst>
        <pc:spChg chg="mod">
          <ac:chgData name="翟 锐" userId="fef11181f709266a" providerId="LiveId" clId="{10275908-82CB-4111-8AC1-0D131A21EACA}" dt="2020-08-12T06:07:55.545" v="61" actId="6549"/>
          <ac:spMkLst>
            <pc:docMk/>
            <pc:sldMk cId="0" sldId="301"/>
            <ac:spMk id="10" creationId="{00000000-0000-0000-0000-000000000000}"/>
          </ac:spMkLst>
        </pc:spChg>
        <pc:picChg chg="del">
          <ac:chgData name="翟 锐" userId="fef11181f709266a" providerId="LiveId" clId="{10275908-82CB-4111-8AC1-0D131A21EACA}" dt="2020-08-12T05:58:00.891" v="0" actId="478"/>
          <ac:picMkLst>
            <pc:docMk/>
            <pc:sldMk cId="0" sldId="301"/>
            <ac:picMk id="2" creationId="{42CEE4C9-462F-43D7-9DCA-CAE8D3EDD5D3}"/>
          </ac:picMkLst>
        </pc:picChg>
      </pc:sldChg>
      <pc:sldChg chg="add del">
        <pc:chgData name="翟 锐" userId="fef11181f709266a" providerId="LiveId" clId="{10275908-82CB-4111-8AC1-0D131A21EACA}" dt="2020-08-12T06:01:23.417" v="23"/>
        <pc:sldMkLst>
          <pc:docMk/>
          <pc:sldMk cId="0" sldId="306"/>
        </pc:sldMkLst>
      </pc:sldChg>
      <pc:sldChg chg="add del">
        <pc:chgData name="翟 锐" userId="fef11181f709266a" providerId="LiveId" clId="{10275908-82CB-4111-8AC1-0D131A21EACA}" dt="2020-08-12T06:01:23.417" v="23"/>
        <pc:sldMkLst>
          <pc:docMk/>
          <pc:sldMk cId="0" sldId="308"/>
        </pc:sldMkLst>
      </pc:sldChg>
      <pc:sldChg chg="add del">
        <pc:chgData name="翟 锐" userId="fef11181f709266a" providerId="LiveId" clId="{10275908-82CB-4111-8AC1-0D131A21EACA}" dt="2020-08-12T06:01:23.417" v="23"/>
        <pc:sldMkLst>
          <pc:docMk/>
          <pc:sldMk cId="0" sldId="315"/>
        </pc:sldMkLst>
      </pc:sldChg>
      <pc:sldChg chg="add del">
        <pc:chgData name="翟 锐" userId="fef11181f709266a" providerId="LiveId" clId="{10275908-82CB-4111-8AC1-0D131A21EACA}" dt="2020-08-12T06:01:23.417" v="23"/>
        <pc:sldMkLst>
          <pc:docMk/>
          <pc:sldMk cId="0" sldId="323"/>
        </pc:sldMkLst>
      </pc:sldChg>
      <pc:sldChg chg="add del modTransition">
        <pc:chgData name="翟 锐" userId="fef11181f709266a" providerId="LiveId" clId="{10275908-82CB-4111-8AC1-0D131A21EACA}" dt="2020-08-12T06:01:23.417" v="23"/>
        <pc:sldMkLst>
          <pc:docMk/>
          <pc:sldMk cId="0" sldId="324"/>
        </pc:sldMkLst>
      </pc:sldChg>
      <pc:sldChg chg="add del">
        <pc:chgData name="翟 锐" userId="fef11181f709266a" providerId="LiveId" clId="{10275908-82CB-4111-8AC1-0D131A21EACA}" dt="2020-08-12T06:01:23.417" v="23"/>
        <pc:sldMkLst>
          <pc:docMk/>
          <pc:sldMk cId="0" sldId="325"/>
        </pc:sldMkLst>
      </pc:sldChg>
      <pc:sldChg chg="add del">
        <pc:chgData name="翟 锐" userId="fef11181f709266a" providerId="LiveId" clId="{10275908-82CB-4111-8AC1-0D131A21EACA}" dt="2020-08-12T06:01:23.417" v="23"/>
        <pc:sldMkLst>
          <pc:docMk/>
          <pc:sldMk cId="0" sldId="326"/>
        </pc:sldMkLst>
      </pc:sldChg>
      <pc:sldChg chg="add del">
        <pc:chgData name="翟 锐" userId="fef11181f709266a" providerId="LiveId" clId="{10275908-82CB-4111-8AC1-0D131A21EACA}" dt="2020-08-12T06:01:23.417" v="23"/>
        <pc:sldMkLst>
          <pc:docMk/>
          <pc:sldMk cId="0" sldId="327"/>
        </pc:sldMkLst>
      </pc:sldChg>
      <pc:sldChg chg="add del">
        <pc:chgData name="翟 锐" userId="fef11181f709266a" providerId="LiveId" clId="{10275908-82CB-4111-8AC1-0D131A21EACA}" dt="2020-08-12T06:01:23.417" v="23"/>
        <pc:sldMkLst>
          <pc:docMk/>
          <pc:sldMk cId="0" sldId="328"/>
        </pc:sldMkLst>
      </pc:sldChg>
      <pc:sldChg chg="add del">
        <pc:chgData name="翟 锐" userId="fef11181f709266a" providerId="LiveId" clId="{10275908-82CB-4111-8AC1-0D131A21EACA}" dt="2020-08-12T06:01:23.417" v="23"/>
        <pc:sldMkLst>
          <pc:docMk/>
          <pc:sldMk cId="0" sldId="330"/>
        </pc:sldMkLst>
      </pc:sldChg>
      <pc:sldChg chg="add del">
        <pc:chgData name="翟 锐" userId="fef11181f709266a" providerId="LiveId" clId="{10275908-82CB-4111-8AC1-0D131A21EACA}" dt="2020-08-12T06:01:23.417" v="23"/>
        <pc:sldMkLst>
          <pc:docMk/>
          <pc:sldMk cId="0" sldId="331"/>
        </pc:sldMkLst>
      </pc:sldChg>
      <pc:sldChg chg="add del">
        <pc:chgData name="翟 锐" userId="fef11181f709266a" providerId="LiveId" clId="{10275908-82CB-4111-8AC1-0D131A21EACA}" dt="2020-08-12T06:01:23.417" v="23"/>
        <pc:sldMkLst>
          <pc:docMk/>
          <pc:sldMk cId="0" sldId="332"/>
        </pc:sldMkLst>
      </pc:sldChg>
      <pc:sldChg chg="add del">
        <pc:chgData name="翟 锐" userId="fef11181f709266a" providerId="LiveId" clId="{10275908-82CB-4111-8AC1-0D131A21EACA}" dt="2020-08-12T06:01:23.417" v="23"/>
        <pc:sldMkLst>
          <pc:docMk/>
          <pc:sldMk cId="0" sldId="335"/>
        </pc:sldMkLst>
      </pc:sldChg>
      <pc:sldChg chg="add del">
        <pc:chgData name="翟 锐" userId="fef11181f709266a" providerId="LiveId" clId="{10275908-82CB-4111-8AC1-0D131A21EACA}" dt="2020-08-12T06:01:23.417" v="23"/>
        <pc:sldMkLst>
          <pc:docMk/>
          <pc:sldMk cId="0" sldId="336"/>
        </pc:sldMkLst>
      </pc:sldChg>
      <pc:sldChg chg="add del">
        <pc:chgData name="翟 锐" userId="fef11181f709266a" providerId="LiveId" clId="{10275908-82CB-4111-8AC1-0D131A21EACA}" dt="2020-08-12T06:01:23.417" v="23"/>
        <pc:sldMkLst>
          <pc:docMk/>
          <pc:sldMk cId="0" sldId="337"/>
        </pc:sldMkLst>
      </pc:sldChg>
      <pc:sldChg chg="add del">
        <pc:chgData name="翟 锐" userId="fef11181f709266a" providerId="LiveId" clId="{10275908-82CB-4111-8AC1-0D131A21EACA}" dt="2020-08-12T06:01:23.417" v="23"/>
        <pc:sldMkLst>
          <pc:docMk/>
          <pc:sldMk cId="0" sldId="338"/>
        </pc:sldMkLst>
      </pc:sldChg>
      <pc:sldChg chg="add del">
        <pc:chgData name="翟 锐" userId="fef11181f709266a" providerId="LiveId" clId="{10275908-82CB-4111-8AC1-0D131A21EACA}" dt="2020-08-12T06:01:23.417" v="23"/>
        <pc:sldMkLst>
          <pc:docMk/>
          <pc:sldMk cId="0" sldId="339"/>
        </pc:sldMkLst>
      </pc:sldChg>
      <pc:sldChg chg="add del">
        <pc:chgData name="翟 锐" userId="fef11181f709266a" providerId="LiveId" clId="{10275908-82CB-4111-8AC1-0D131A21EACA}" dt="2020-08-12T06:01:23.417" v="23"/>
        <pc:sldMkLst>
          <pc:docMk/>
          <pc:sldMk cId="0" sldId="340"/>
        </pc:sldMkLst>
      </pc:sldChg>
      <pc:sldChg chg="add del">
        <pc:chgData name="翟 锐" userId="fef11181f709266a" providerId="LiveId" clId="{10275908-82CB-4111-8AC1-0D131A21EACA}" dt="2020-08-12T06:01:23.417" v="23"/>
        <pc:sldMkLst>
          <pc:docMk/>
          <pc:sldMk cId="0" sldId="341"/>
        </pc:sldMkLst>
      </pc:sldChg>
      <pc:sldChg chg="add del">
        <pc:chgData name="翟 锐" userId="fef11181f709266a" providerId="LiveId" clId="{10275908-82CB-4111-8AC1-0D131A21EACA}" dt="2020-08-12T06:01:23.417" v="23"/>
        <pc:sldMkLst>
          <pc:docMk/>
          <pc:sldMk cId="0" sldId="342"/>
        </pc:sldMkLst>
      </pc:sldChg>
      <pc:sldChg chg="add del">
        <pc:chgData name="翟 锐" userId="fef11181f709266a" providerId="LiveId" clId="{10275908-82CB-4111-8AC1-0D131A21EACA}" dt="2020-08-12T06:01:23.417" v="23"/>
        <pc:sldMkLst>
          <pc:docMk/>
          <pc:sldMk cId="0" sldId="343"/>
        </pc:sldMkLst>
      </pc:sldChg>
      <pc:sldChg chg="addSp delSp modSp add del mod modTransition">
        <pc:chgData name="翟 锐" userId="fef11181f709266a" providerId="LiveId" clId="{10275908-82CB-4111-8AC1-0D131A21EACA}" dt="2020-08-12T14:37:18.491" v="941" actId="47"/>
        <pc:sldMkLst>
          <pc:docMk/>
          <pc:sldMk cId="0" sldId="345"/>
        </pc:sldMkLst>
        <pc:spChg chg="del">
          <ac:chgData name="翟 锐" userId="fef11181f709266a" providerId="LiveId" clId="{10275908-82CB-4111-8AC1-0D131A21EACA}" dt="2020-08-12T14:36:54.407" v="935" actId="478"/>
          <ac:spMkLst>
            <pc:docMk/>
            <pc:sldMk cId="0" sldId="345"/>
            <ac:spMk id="26" creationId="{6C8412D6-967F-4E80-913B-6DCDEEA97C80}"/>
          </ac:spMkLst>
        </pc:spChg>
        <pc:spChg chg="del">
          <ac:chgData name="翟 锐" userId="fef11181f709266a" providerId="LiveId" clId="{10275908-82CB-4111-8AC1-0D131A21EACA}" dt="2020-08-12T14:36:55.329" v="936" actId="478"/>
          <ac:spMkLst>
            <pc:docMk/>
            <pc:sldMk cId="0" sldId="345"/>
            <ac:spMk id="27" creationId="{8C6D2B26-7A69-4EEF-A845-C6E5CF88389F}"/>
          </ac:spMkLst>
        </pc:spChg>
        <pc:spChg chg="mod">
          <ac:chgData name="翟 锐" userId="fef11181f709266a" providerId="LiveId" clId="{10275908-82CB-4111-8AC1-0D131A21EACA}" dt="2020-08-12T14:37:02.020" v="937" actId="164"/>
          <ac:spMkLst>
            <pc:docMk/>
            <pc:sldMk cId="0" sldId="345"/>
            <ac:spMk id="24580" creationId="{71A1A34A-2DC6-4625-852F-EDD1D0E03C6A}"/>
          </ac:spMkLst>
        </pc:spChg>
        <pc:spChg chg="mod">
          <ac:chgData name="翟 锐" userId="fef11181f709266a" providerId="LiveId" clId="{10275908-82CB-4111-8AC1-0D131A21EACA}" dt="2020-08-12T14:37:02.020" v="937" actId="164"/>
          <ac:spMkLst>
            <pc:docMk/>
            <pc:sldMk cId="0" sldId="345"/>
            <ac:spMk id="24581" creationId="{5A8EB96D-D6C7-476D-9110-831F866E6BD3}"/>
          </ac:spMkLst>
        </pc:spChg>
        <pc:spChg chg="mod">
          <ac:chgData name="翟 锐" userId="fef11181f709266a" providerId="LiveId" clId="{10275908-82CB-4111-8AC1-0D131A21EACA}" dt="2020-08-12T14:37:02.020" v="937" actId="164"/>
          <ac:spMkLst>
            <pc:docMk/>
            <pc:sldMk cId="0" sldId="345"/>
            <ac:spMk id="24582" creationId="{0E10FA7D-285E-442F-8B68-51DE13393E1A}"/>
          </ac:spMkLst>
        </pc:spChg>
        <pc:spChg chg="mod">
          <ac:chgData name="翟 锐" userId="fef11181f709266a" providerId="LiveId" clId="{10275908-82CB-4111-8AC1-0D131A21EACA}" dt="2020-08-12T14:37:02.020" v="937" actId="164"/>
          <ac:spMkLst>
            <pc:docMk/>
            <pc:sldMk cId="0" sldId="345"/>
            <ac:spMk id="24583" creationId="{C8714C58-E047-40D1-AB06-137E8EB52F3E}"/>
          </ac:spMkLst>
        </pc:spChg>
        <pc:spChg chg="mod">
          <ac:chgData name="翟 锐" userId="fef11181f709266a" providerId="LiveId" clId="{10275908-82CB-4111-8AC1-0D131A21EACA}" dt="2020-08-12T14:37:02.020" v="937" actId="164"/>
          <ac:spMkLst>
            <pc:docMk/>
            <pc:sldMk cId="0" sldId="345"/>
            <ac:spMk id="24584" creationId="{F202F5A6-DAD9-4FB4-A89C-77EBD9367ECD}"/>
          </ac:spMkLst>
        </pc:spChg>
        <pc:spChg chg="mod">
          <ac:chgData name="翟 锐" userId="fef11181f709266a" providerId="LiveId" clId="{10275908-82CB-4111-8AC1-0D131A21EACA}" dt="2020-08-12T14:37:02.020" v="937" actId="164"/>
          <ac:spMkLst>
            <pc:docMk/>
            <pc:sldMk cId="0" sldId="345"/>
            <ac:spMk id="24585" creationId="{BECC6DD6-2C1B-4ABE-89A7-867DECA6AA94}"/>
          </ac:spMkLst>
        </pc:spChg>
        <pc:spChg chg="mod">
          <ac:chgData name="翟 锐" userId="fef11181f709266a" providerId="LiveId" clId="{10275908-82CB-4111-8AC1-0D131A21EACA}" dt="2020-08-12T14:37:02.020" v="937" actId="164"/>
          <ac:spMkLst>
            <pc:docMk/>
            <pc:sldMk cId="0" sldId="345"/>
            <ac:spMk id="24586" creationId="{6306FBF9-A764-46BD-BD8E-1978216F5A88}"/>
          </ac:spMkLst>
        </pc:spChg>
        <pc:spChg chg="mod">
          <ac:chgData name="翟 锐" userId="fef11181f709266a" providerId="LiveId" clId="{10275908-82CB-4111-8AC1-0D131A21EACA}" dt="2020-08-12T14:37:02.020" v="937" actId="164"/>
          <ac:spMkLst>
            <pc:docMk/>
            <pc:sldMk cId="0" sldId="345"/>
            <ac:spMk id="24587" creationId="{5449659D-4698-457A-B316-676352941194}"/>
          </ac:spMkLst>
        </pc:spChg>
        <pc:spChg chg="mod">
          <ac:chgData name="翟 锐" userId="fef11181f709266a" providerId="LiveId" clId="{10275908-82CB-4111-8AC1-0D131A21EACA}" dt="2020-08-12T14:37:02.020" v="937" actId="164"/>
          <ac:spMkLst>
            <pc:docMk/>
            <pc:sldMk cId="0" sldId="345"/>
            <ac:spMk id="24588" creationId="{D1DBCBD2-5D63-4D46-B200-C43D578E1DC3}"/>
          </ac:spMkLst>
        </pc:spChg>
        <pc:spChg chg="mod">
          <ac:chgData name="翟 锐" userId="fef11181f709266a" providerId="LiveId" clId="{10275908-82CB-4111-8AC1-0D131A21EACA}" dt="2020-08-12T14:37:02.020" v="937" actId="164"/>
          <ac:spMkLst>
            <pc:docMk/>
            <pc:sldMk cId="0" sldId="345"/>
            <ac:spMk id="24589" creationId="{31FA6ECA-418C-4139-AA10-3AD0D2900D0E}"/>
          </ac:spMkLst>
        </pc:spChg>
        <pc:spChg chg="mod">
          <ac:chgData name="翟 锐" userId="fef11181f709266a" providerId="LiveId" clId="{10275908-82CB-4111-8AC1-0D131A21EACA}" dt="2020-08-12T14:37:02.020" v="937" actId="164"/>
          <ac:spMkLst>
            <pc:docMk/>
            <pc:sldMk cId="0" sldId="345"/>
            <ac:spMk id="24590" creationId="{BD0884B9-89D5-460F-B70B-A9804F743105}"/>
          </ac:spMkLst>
        </pc:spChg>
        <pc:spChg chg="mod">
          <ac:chgData name="翟 锐" userId="fef11181f709266a" providerId="LiveId" clId="{10275908-82CB-4111-8AC1-0D131A21EACA}" dt="2020-08-12T14:37:02.020" v="937" actId="164"/>
          <ac:spMkLst>
            <pc:docMk/>
            <pc:sldMk cId="0" sldId="345"/>
            <ac:spMk id="24591" creationId="{A68DA5F6-95AD-4412-815F-97D8073931BA}"/>
          </ac:spMkLst>
        </pc:spChg>
        <pc:spChg chg="mod">
          <ac:chgData name="翟 锐" userId="fef11181f709266a" providerId="LiveId" clId="{10275908-82CB-4111-8AC1-0D131A21EACA}" dt="2020-08-12T14:37:02.020" v="937" actId="164"/>
          <ac:spMkLst>
            <pc:docMk/>
            <pc:sldMk cId="0" sldId="345"/>
            <ac:spMk id="24592" creationId="{8C68C35F-73FC-44F3-8458-5F13745A3CB1}"/>
          </ac:spMkLst>
        </pc:spChg>
        <pc:spChg chg="mod">
          <ac:chgData name="翟 锐" userId="fef11181f709266a" providerId="LiveId" clId="{10275908-82CB-4111-8AC1-0D131A21EACA}" dt="2020-08-12T14:37:02.020" v="937" actId="164"/>
          <ac:spMkLst>
            <pc:docMk/>
            <pc:sldMk cId="0" sldId="345"/>
            <ac:spMk id="24593" creationId="{FDBF368C-565F-4FDC-9AF0-D0FE25184F26}"/>
          </ac:spMkLst>
        </pc:spChg>
        <pc:spChg chg="mod">
          <ac:chgData name="翟 锐" userId="fef11181f709266a" providerId="LiveId" clId="{10275908-82CB-4111-8AC1-0D131A21EACA}" dt="2020-08-12T14:37:02.020" v="937" actId="164"/>
          <ac:spMkLst>
            <pc:docMk/>
            <pc:sldMk cId="0" sldId="345"/>
            <ac:spMk id="24594" creationId="{77910994-CAEE-478E-9A57-6DBD0E5B9657}"/>
          </ac:spMkLst>
        </pc:spChg>
        <pc:spChg chg="mod">
          <ac:chgData name="翟 锐" userId="fef11181f709266a" providerId="LiveId" clId="{10275908-82CB-4111-8AC1-0D131A21EACA}" dt="2020-08-12T14:37:02.020" v="937" actId="164"/>
          <ac:spMkLst>
            <pc:docMk/>
            <pc:sldMk cId="0" sldId="345"/>
            <ac:spMk id="24595" creationId="{A003BD6A-7AC8-4DEE-8BF1-476A7FDD6422}"/>
          </ac:spMkLst>
        </pc:spChg>
        <pc:spChg chg="mod">
          <ac:chgData name="翟 锐" userId="fef11181f709266a" providerId="LiveId" clId="{10275908-82CB-4111-8AC1-0D131A21EACA}" dt="2020-08-12T14:37:02.020" v="937" actId="164"/>
          <ac:spMkLst>
            <pc:docMk/>
            <pc:sldMk cId="0" sldId="345"/>
            <ac:spMk id="24596" creationId="{32D2BAE1-5727-4EB7-B040-D7CE0C87EF88}"/>
          </ac:spMkLst>
        </pc:spChg>
        <pc:spChg chg="mod">
          <ac:chgData name="翟 锐" userId="fef11181f709266a" providerId="LiveId" clId="{10275908-82CB-4111-8AC1-0D131A21EACA}" dt="2020-08-12T14:37:02.020" v="937" actId="164"/>
          <ac:spMkLst>
            <pc:docMk/>
            <pc:sldMk cId="0" sldId="345"/>
            <ac:spMk id="24597" creationId="{EE4E98CC-9A74-462B-8CFD-C8C97329E1C4}"/>
          </ac:spMkLst>
        </pc:spChg>
        <pc:spChg chg="mod">
          <ac:chgData name="翟 锐" userId="fef11181f709266a" providerId="LiveId" clId="{10275908-82CB-4111-8AC1-0D131A21EACA}" dt="2020-08-12T14:37:02.020" v="937" actId="164"/>
          <ac:spMkLst>
            <pc:docMk/>
            <pc:sldMk cId="0" sldId="345"/>
            <ac:spMk id="24598" creationId="{BC53754F-FB4E-4611-BBC1-7EE60285F2D4}"/>
          </ac:spMkLst>
        </pc:spChg>
        <pc:spChg chg="mod">
          <ac:chgData name="翟 锐" userId="fef11181f709266a" providerId="LiveId" clId="{10275908-82CB-4111-8AC1-0D131A21EACA}" dt="2020-08-12T14:37:02.020" v="937" actId="164"/>
          <ac:spMkLst>
            <pc:docMk/>
            <pc:sldMk cId="0" sldId="345"/>
            <ac:spMk id="24599" creationId="{A518F7AE-7173-4035-9AAC-B555790C46B9}"/>
          </ac:spMkLst>
        </pc:spChg>
        <pc:spChg chg="mod">
          <ac:chgData name="翟 锐" userId="fef11181f709266a" providerId="LiveId" clId="{10275908-82CB-4111-8AC1-0D131A21EACA}" dt="2020-08-12T14:37:02.020" v="937" actId="164"/>
          <ac:spMkLst>
            <pc:docMk/>
            <pc:sldMk cId="0" sldId="345"/>
            <ac:spMk id="24600" creationId="{B9F3699C-B32C-46BD-8E58-87DEE52D4F7A}"/>
          </ac:spMkLst>
        </pc:spChg>
        <pc:spChg chg="mod">
          <ac:chgData name="翟 锐" userId="fef11181f709266a" providerId="LiveId" clId="{10275908-82CB-4111-8AC1-0D131A21EACA}" dt="2020-08-12T14:37:02.020" v="937" actId="164"/>
          <ac:spMkLst>
            <pc:docMk/>
            <pc:sldMk cId="0" sldId="345"/>
            <ac:spMk id="24601" creationId="{2EFDC7C3-5123-4EAD-8394-0C3A6ABAF069}"/>
          </ac:spMkLst>
        </pc:spChg>
        <pc:spChg chg="mod">
          <ac:chgData name="翟 锐" userId="fef11181f709266a" providerId="LiveId" clId="{10275908-82CB-4111-8AC1-0D131A21EACA}" dt="2020-08-12T14:37:02.020" v="937" actId="164"/>
          <ac:spMkLst>
            <pc:docMk/>
            <pc:sldMk cId="0" sldId="345"/>
            <ac:spMk id="24602" creationId="{F2FD77E3-17A4-4D54-842C-3FEB2C909026}"/>
          </ac:spMkLst>
        </pc:spChg>
        <pc:spChg chg="mod">
          <ac:chgData name="翟 锐" userId="fef11181f709266a" providerId="LiveId" clId="{10275908-82CB-4111-8AC1-0D131A21EACA}" dt="2020-08-12T14:37:02.020" v="937" actId="164"/>
          <ac:spMkLst>
            <pc:docMk/>
            <pc:sldMk cId="0" sldId="345"/>
            <ac:spMk id="24603" creationId="{E413130E-7CDD-449D-8305-D46485D64C5D}"/>
          </ac:spMkLst>
        </pc:spChg>
        <pc:grpChg chg="add del mod">
          <ac:chgData name="翟 锐" userId="fef11181f709266a" providerId="LiveId" clId="{10275908-82CB-4111-8AC1-0D131A21EACA}" dt="2020-08-12T14:37:03.973" v="938" actId="21"/>
          <ac:grpSpMkLst>
            <pc:docMk/>
            <pc:sldMk cId="0" sldId="345"/>
            <ac:grpSpMk id="2" creationId="{7895CDB9-B430-4853-A719-D46D4E50A9DF}"/>
          </ac:grpSpMkLst>
        </pc:grpChg>
      </pc:sldChg>
      <pc:sldChg chg="add del">
        <pc:chgData name="翟 锐" userId="fef11181f709266a" providerId="LiveId" clId="{10275908-82CB-4111-8AC1-0D131A21EACA}" dt="2020-08-12T06:01:23.417" v="23"/>
        <pc:sldMkLst>
          <pc:docMk/>
          <pc:sldMk cId="0" sldId="346"/>
        </pc:sldMkLst>
      </pc:sldChg>
      <pc:sldChg chg="add del">
        <pc:chgData name="翟 锐" userId="fef11181f709266a" providerId="LiveId" clId="{10275908-82CB-4111-8AC1-0D131A21EACA}" dt="2020-08-12T06:01:23.417" v="23"/>
        <pc:sldMkLst>
          <pc:docMk/>
          <pc:sldMk cId="0" sldId="347"/>
        </pc:sldMkLst>
      </pc:sldChg>
      <pc:sldChg chg="add del">
        <pc:chgData name="翟 锐" userId="fef11181f709266a" providerId="LiveId" clId="{10275908-82CB-4111-8AC1-0D131A21EACA}" dt="2020-08-12T06:01:23.417" v="23"/>
        <pc:sldMkLst>
          <pc:docMk/>
          <pc:sldMk cId="0" sldId="348"/>
        </pc:sldMkLst>
      </pc:sldChg>
      <pc:sldChg chg="add del">
        <pc:chgData name="翟 锐" userId="fef11181f709266a" providerId="LiveId" clId="{10275908-82CB-4111-8AC1-0D131A21EACA}" dt="2020-08-12T06:01:23.417" v="23"/>
        <pc:sldMkLst>
          <pc:docMk/>
          <pc:sldMk cId="0" sldId="349"/>
        </pc:sldMkLst>
      </pc:sldChg>
      <pc:sldChg chg="modSp add del mod">
        <pc:chgData name="翟 锐" userId="fef11181f709266a" providerId="LiveId" clId="{10275908-82CB-4111-8AC1-0D131A21EACA}" dt="2020-08-12T06:01:23.417" v="23"/>
        <pc:sldMkLst>
          <pc:docMk/>
          <pc:sldMk cId="0" sldId="350"/>
        </pc:sldMkLst>
        <pc:spChg chg="mod">
          <ac:chgData name="翟 锐" userId="fef11181f709266a" providerId="LiveId" clId="{10275908-82CB-4111-8AC1-0D131A21EACA}" dt="2020-08-12T06:01:23.417" v="23"/>
          <ac:spMkLst>
            <pc:docMk/>
            <pc:sldMk cId="0" sldId="350"/>
            <ac:spMk id="240642" creationId="{A4ACFBA2-BE4F-40CF-99B1-09469BFCCB39}"/>
          </ac:spMkLst>
        </pc:spChg>
        <pc:spChg chg="mod">
          <ac:chgData name="翟 锐" userId="fef11181f709266a" providerId="LiveId" clId="{10275908-82CB-4111-8AC1-0D131A21EACA}" dt="2020-08-12T06:01:23.417" v="23"/>
          <ac:spMkLst>
            <pc:docMk/>
            <pc:sldMk cId="0" sldId="350"/>
            <ac:spMk id="240643" creationId="{7466FE5C-4E8B-4A3A-B2C1-FF5A4178BAD9}"/>
          </ac:spMkLst>
        </pc:spChg>
      </pc:sldChg>
      <pc:sldChg chg="add del modTransition">
        <pc:chgData name="翟 锐" userId="fef11181f709266a" providerId="LiveId" clId="{10275908-82CB-4111-8AC1-0D131A21EACA}" dt="2020-08-12T06:01:23.417" v="23"/>
        <pc:sldMkLst>
          <pc:docMk/>
          <pc:sldMk cId="0" sldId="351"/>
        </pc:sldMkLst>
      </pc:sldChg>
      <pc:sldChg chg="add del">
        <pc:chgData name="翟 锐" userId="fef11181f709266a" providerId="LiveId" clId="{10275908-82CB-4111-8AC1-0D131A21EACA}" dt="2020-08-12T06:01:23.417" v="23"/>
        <pc:sldMkLst>
          <pc:docMk/>
          <pc:sldMk cId="0" sldId="353"/>
        </pc:sldMkLst>
      </pc:sldChg>
      <pc:sldChg chg="add del">
        <pc:chgData name="翟 锐" userId="fef11181f709266a" providerId="LiveId" clId="{10275908-82CB-4111-8AC1-0D131A21EACA}" dt="2020-08-12T06:01:23.417" v="23"/>
        <pc:sldMkLst>
          <pc:docMk/>
          <pc:sldMk cId="0" sldId="354"/>
        </pc:sldMkLst>
      </pc:sldChg>
      <pc:sldChg chg="add del modTransition">
        <pc:chgData name="翟 锐" userId="fef11181f709266a" providerId="LiveId" clId="{10275908-82CB-4111-8AC1-0D131A21EACA}" dt="2020-08-12T06:01:23.417" v="23"/>
        <pc:sldMkLst>
          <pc:docMk/>
          <pc:sldMk cId="0" sldId="355"/>
        </pc:sldMkLst>
      </pc:sldChg>
      <pc:sldChg chg="add del">
        <pc:chgData name="翟 锐" userId="fef11181f709266a" providerId="LiveId" clId="{10275908-82CB-4111-8AC1-0D131A21EACA}" dt="2020-08-12T06:01:23.417" v="23"/>
        <pc:sldMkLst>
          <pc:docMk/>
          <pc:sldMk cId="0" sldId="356"/>
        </pc:sldMkLst>
      </pc:sldChg>
      <pc:sldChg chg="add del">
        <pc:chgData name="翟 锐" userId="fef11181f709266a" providerId="LiveId" clId="{10275908-82CB-4111-8AC1-0D131A21EACA}" dt="2020-08-12T06:01:23.417" v="23"/>
        <pc:sldMkLst>
          <pc:docMk/>
          <pc:sldMk cId="0" sldId="357"/>
        </pc:sldMkLst>
      </pc:sldChg>
      <pc:sldChg chg="modSp add del mod">
        <pc:chgData name="翟 锐" userId="fef11181f709266a" providerId="LiveId" clId="{10275908-82CB-4111-8AC1-0D131A21EACA}" dt="2020-08-12T06:01:23.417" v="23"/>
        <pc:sldMkLst>
          <pc:docMk/>
          <pc:sldMk cId="0" sldId="358"/>
        </pc:sldMkLst>
        <pc:spChg chg="mod">
          <ac:chgData name="翟 锐" userId="fef11181f709266a" providerId="LiveId" clId="{10275908-82CB-4111-8AC1-0D131A21EACA}" dt="2020-08-12T06:01:23.417" v="23"/>
          <ac:spMkLst>
            <pc:docMk/>
            <pc:sldMk cId="0" sldId="358"/>
            <ac:spMk id="252930" creationId="{288BAEF4-D827-4BC0-AFD8-FA6F36647EEE}"/>
          </ac:spMkLst>
        </pc:spChg>
      </pc:sldChg>
      <pc:sldChg chg="modSp add del mod modTransition">
        <pc:chgData name="翟 锐" userId="fef11181f709266a" providerId="LiveId" clId="{10275908-82CB-4111-8AC1-0D131A21EACA}" dt="2020-08-12T06:01:23.417" v="23"/>
        <pc:sldMkLst>
          <pc:docMk/>
          <pc:sldMk cId="0" sldId="359"/>
        </pc:sldMkLst>
        <pc:spChg chg="mod">
          <ac:chgData name="翟 锐" userId="fef11181f709266a" providerId="LiveId" clId="{10275908-82CB-4111-8AC1-0D131A21EACA}" dt="2020-08-12T06:01:23.417" v="23"/>
          <ac:spMkLst>
            <pc:docMk/>
            <pc:sldMk cId="0" sldId="359"/>
            <ac:spMk id="257026" creationId="{46A7FD29-FB43-4DE6-ABAB-A2C0172B6B97}"/>
          </ac:spMkLst>
        </pc:spChg>
      </pc:sldChg>
      <pc:sldChg chg="modSp add del mod modTransition">
        <pc:chgData name="翟 锐" userId="fef11181f709266a" providerId="LiveId" clId="{10275908-82CB-4111-8AC1-0D131A21EACA}" dt="2020-08-12T06:01:23.417" v="23"/>
        <pc:sldMkLst>
          <pc:docMk/>
          <pc:sldMk cId="0" sldId="360"/>
        </pc:sldMkLst>
        <pc:spChg chg="mod">
          <ac:chgData name="翟 锐" userId="fef11181f709266a" providerId="LiveId" clId="{10275908-82CB-4111-8AC1-0D131A21EACA}" dt="2020-08-12T06:01:23.417" v="23"/>
          <ac:spMkLst>
            <pc:docMk/>
            <pc:sldMk cId="0" sldId="360"/>
            <ac:spMk id="258050" creationId="{A6F1DD9B-9100-4198-8B45-E4205292FA8B}"/>
          </ac:spMkLst>
        </pc:spChg>
      </pc:sldChg>
      <pc:sldChg chg="modSp add del mod modTransition">
        <pc:chgData name="翟 锐" userId="fef11181f709266a" providerId="LiveId" clId="{10275908-82CB-4111-8AC1-0D131A21EACA}" dt="2020-08-12T06:01:23.417" v="23"/>
        <pc:sldMkLst>
          <pc:docMk/>
          <pc:sldMk cId="0" sldId="361"/>
        </pc:sldMkLst>
        <pc:spChg chg="mod">
          <ac:chgData name="翟 锐" userId="fef11181f709266a" providerId="LiveId" clId="{10275908-82CB-4111-8AC1-0D131A21EACA}" dt="2020-08-12T06:01:23.417" v="23"/>
          <ac:spMkLst>
            <pc:docMk/>
            <pc:sldMk cId="0" sldId="361"/>
            <ac:spMk id="261122" creationId="{EAA8884A-5E58-44DD-A198-62FA83170C20}"/>
          </ac:spMkLst>
        </pc:spChg>
      </pc:sldChg>
      <pc:sldChg chg="modSp add del mod modTransition">
        <pc:chgData name="翟 锐" userId="fef11181f709266a" providerId="LiveId" clId="{10275908-82CB-4111-8AC1-0D131A21EACA}" dt="2020-08-12T06:01:23.417" v="23"/>
        <pc:sldMkLst>
          <pc:docMk/>
          <pc:sldMk cId="0" sldId="362"/>
        </pc:sldMkLst>
        <pc:spChg chg="mod">
          <ac:chgData name="翟 锐" userId="fef11181f709266a" providerId="LiveId" clId="{10275908-82CB-4111-8AC1-0D131A21EACA}" dt="2020-08-12T06:01:23.417" v="23"/>
          <ac:spMkLst>
            <pc:docMk/>
            <pc:sldMk cId="0" sldId="362"/>
            <ac:spMk id="263170" creationId="{45ED5C97-F1BE-43D9-BB7D-9C980A712F58}"/>
          </ac:spMkLst>
        </pc:spChg>
      </pc:sldChg>
      <pc:sldChg chg="modSp add del mod modTransition">
        <pc:chgData name="翟 锐" userId="fef11181f709266a" providerId="LiveId" clId="{10275908-82CB-4111-8AC1-0D131A21EACA}" dt="2020-08-12T06:01:23.417" v="23"/>
        <pc:sldMkLst>
          <pc:docMk/>
          <pc:sldMk cId="0" sldId="363"/>
        </pc:sldMkLst>
        <pc:spChg chg="mod">
          <ac:chgData name="翟 锐" userId="fef11181f709266a" providerId="LiveId" clId="{10275908-82CB-4111-8AC1-0D131A21EACA}" dt="2020-08-12T06:01:23.417" v="23"/>
          <ac:spMkLst>
            <pc:docMk/>
            <pc:sldMk cId="0" sldId="363"/>
            <ac:spMk id="266242" creationId="{7154BDB5-BCA5-49B9-B747-2D9B13905F06}"/>
          </ac:spMkLst>
        </pc:spChg>
      </pc:sldChg>
      <pc:sldChg chg="modSp add del mod modTransition">
        <pc:chgData name="翟 锐" userId="fef11181f709266a" providerId="LiveId" clId="{10275908-82CB-4111-8AC1-0D131A21EACA}" dt="2020-08-12T06:01:23.417" v="23"/>
        <pc:sldMkLst>
          <pc:docMk/>
          <pc:sldMk cId="0" sldId="364"/>
        </pc:sldMkLst>
        <pc:spChg chg="mod">
          <ac:chgData name="翟 锐" userId="fef11181f709266a" providerId="LiveId" clId="{10275908-82CB-4111-8AC1-0D131A21EACA}" dt="2020-08-12T06:01:23.417" v="23"/>
          <ac:spMkLst>
            <pc:docMk/>
            <pc:sldMk cId="0" sldId="364"/>
            <ac:spMk id="269314" creationId="{9E95D430-0217-4662-A767-30F4F3310339}"/>
          </ac:spMkLst>
        </pc:spChg>
        <pc:spChg chg="mod">
          <ac:chgData name="翟 锐" userId="fef11181f709266a" providerId="LiveId" clId="{10275908-82CB-4111-8AC1-0D131A21EACA}" dt="2020-08-12T06:01:23.417" v="23"/>
          <ac:spMkLst>
            <pc:docMk/>
            <pc:sldMk cId="0" sldId="364"/>
            <ac:spMk id="269315" creationId="{852682F0-7795-4A08-96E3-8E0F97D09871}"/>
          </ac:spMkLst>
        </pc:spChg>
      </pc:sldChg>
      <pc:sldChg chg="modSp add del mod modTransition">
        <pc:chgData name="翟 锐" userId="fef11181f709266a" providerId="LiveId" clId="{10275908-82CB-4111-8AC1-0D131A21EACA}" dt="2020-08-12T06:01:23.417" v="23"/>
        <pc:sldMkLst>
          <pc:docMk/>
          <pc:sldMk cId="0" sldId="365"/>
        </pc:sldMkLst>
        <pc:spChg chg="mod">
          <ac:chgData name="翟 锐" userId="fef11181f709266a" providerId="LiveId" clId="{10275908-82CB-4111-8AC1-0D131A21EACA}" dt="2020-08-12T06:01:23.417" v="23"/>
          <ac:spMkLst>
            <pc:docMk/>
            <pc:sldMk cId="0" sldId="365"/>
            <ac:spMk id="271362" creationId="{A6170C11-4C95-410A-8EA8-C523B804AD94}"/>
          </ac:spMkLst>
        </pc:spChg>
        <pc:spChg chg="mod">
          <ac:chgData name="翟 锐" userId="fef11181f709266a" providerId="LiveId" clId="{10275908-82CB-4111-8AC1-0D131A21EACA}" dt="2020-08-12T06:01:23.417" v="23"/>
          <ac:spMkLst>
            <pc:docMk/>
            <pc:sldMk cId="0" sldId="365"/>
            <ac:spMk id="271363" creationId="{7857D23C-7AB9-4212-99BD-2E215FBAF8A2}"/>
          </ac:spMkLst>
        </pc:spChg>
      </pc:sldChg>
      <pc:sldChg chg="modSp add del mod modTransition">
        <pc:chgData name="翟 锐" userId="fef11181f709266a" providerId="LiveId" clId="{10275908-82CB-4111-8AC1-0D131A21EACA}" dt="2020-08-12T06:01:23.417" v="23"/>
        <pc:sldMkLst>
          <pc:docMk/>
          <pc:sldMk cId="0" sldId="366"/>
        </pc:sldMkLst>
        <pc:spChg chg="mod">
          <ac:chgData name="翟 锐" userId="fef11181f709266a" providerId="LiveId" clId="{10275908-82CB-4111-8AC1-0D131A21EACA}" dt="2020-08-12T06:01:23.417" v="23"/>
          <ac:spMkLst>
            <pc:docMk/>
            <pc:sldMk cId="0" sldId="366"/>
            <ac:spMk id="273410" creationId="{B3F08A29-147F-4EA8-A01A-3025A8A6CA28}"/>
          </ac:spMkLst>
        </pc:spChg>
      </pc:sldChg>
      <pc:sldChg chg="modSp add del mod modTransition">
        <pc:chgData name="翟 锐" userId="fef11181f709266a" providerId="LiveId" clId="{10275908-82CB-4111-8AC1-0D131A21EACA}" dt="2020-08-12T06:01:23.417" v="23"/>
        <pc:sldMkLst>
          <pc:docMk/>
          <pc:sldMk cId="0" sldId="367"/>
        </pc:sldMkLst>
        <pc:spChg chg="mod">
          <ac:chgData name="翟 锐" userId="fef11181f709266a" providerId="LiveId" clId="{10275908-82CB-4111-8AC1-0D131A21EACA}" dt="2020-08-12T06:01:23.417" v="23"/>
          <ac:spMkLst>
            <pc:docMk/>
            <pc:sldMk cId="0" sldId="367"/>
            <ac:spMk id="275459" creationId="{F7A8F4B8-C278-4A33-92A3-D16D513240F8}"/>
          </ac:spMkLst>
        </pc:spChg>
      </pc:sldChg>
      <pc:sldChg chg="add del modTransition">
        <pc:chgData name="翟 锐" userId="fef11181f709266a" providerId="LiveId" clId="{10275908-82CB-4111-8AC1-0D131A21EACA}" dt="2020-08-12T06:01:23.417" v="23"/>
        <pc:sldMkLst>
          <pc:docMk/>
          <pc:sldMk cId="0" sldId="368"/>
        </pc:sldMkLst>
      </pc:sldChg>
      <pc:sldChg chg="add del">
        <pc:chgData name="翟 锐" userId="fef11181f709266a" providerId="LiveId" clId="{10275908-82CB-4111-8AC1-0D131A21EACA}" dt="2020-08-12T06:01:23.417" v="23"/>
        <pc:sldMkLst>
          <pc:docMk/>
          <pc:sldMk cId="0" sldId="369"/>
        </pc:sldMkLst>
      </pc:sldChg>
      <pc:sldChg chg="add del">
        <pc:chgData name="翟 锐" userId="fef11181f709266a" providerId="LiveId" clId="{10275908-82CB-4111-8AC1-0D131A21EACA}" dt="2020-08-12T06:01:23.417" v="23"/>
        <pc:sldMkLst>
          <pc:docMk/>
          <pc:sldMk cId="0" sldId="370"/>
        </pc:sldMkLst>
      </pc:sldChg>
      <pc:sldChg chg="modSp add del mod modTransition">
        <pc:chgData name="翟 锐" userId="fef11181f709266a" providerId="LiveId" clId="{10275908-82CB-4111-8AC1-0D131A21EACA}" dt="2020-08-12T06:01:23.417" v="23"/>
        <pc:sldMkLst>
          <pc:docMk/>
          <pc:sldMk cId="0" sldId="371"/>
        </pc:sldMkLst>
        <pc:spChg chg="mod">
          <ac:chgData name="翟 锐" userId="fef11181f709266a" providerId="LiveId" clId="{10275908-82CB-4111-8AC1-0D131A21EACA}" dt="2020-08-12T06:01:23.417" v="23"/>
          <ac:spMkLst>
            <pc:docMk/>
            <pc:sldMk cId="0" sldId="371"/>
            <ac:spMk id="282627" creationId="{0B5B1F17-0BAC-46B9-A8C5-FBDDF4BEE53F}"/>
          </ac:spMkLst>
        </pc:spChg>
      </pc:sldChg>
      <pc:sldChg chg="modSp add del mod modTransition">
        <pc:chgData name="翟 锐" userId="fef11181f709266a" providerId="LiveId" clId="{10275908-82CB-4111-8AC1-0D131A21EACA}" dt="2020-08-12T06:01:23.417" v="23"/>
        <pc:sldMkLst>
          <pc:docMk/>
          <pc:sldMk cId="0" sldId="372"/>
        </pc:sldMkLst>
        <pc:spChg chg="mod">
          <ac:chgData name="翟 锐" userId="fef11181f709266a" providerId="LiveId" clId="{10275908-82CB-4111-8AC1-0D131A21EACA}" dt="2020-08-12T06:01:23.417" v="23"/>
          <ac:spMkLst>
            <pc:docMk/>
            <pc:sldMk cId="0" sldId="372"/>
            <ac:spMk id="283650" creationId="{1EE0A14C-52D0-43EB-A52B-8B60CCE6D406}"/>
          </ac:spMkLst>
        </pc:spChg>
      </pc:sldChg>
      <pc:sldChg chg="add del modTransition">
        <pc:chgData name="翟 锐" userId="fef11181f709266a" providerId="LiveId" clId="{10275908-82CB-4111-8AC1-0D131A21EACA}" dt="2020-08-12T06:01:23.417" v="23"/>
        <pc:sldMkLst>
          <pc:docMk/>
          <pc:sldMk cId="0" sldId="373"/>
        </pc:sldMkLst>
      </pc:sldChg>
      <pc:sldChg chg="add del">
        <pc:chgData name="翟 锐" userId="fef11181f709266a" providerId="LiveId" clId="{10275908-82CB-4111-8AC1-0D131A21EACA}" dt="2020-08-12T06:01:23.417" v="23"/>
        <pc:sldMkLst>
          <pc:docMk/>
          <pc:sldMk cId="0" sldId="374"/>
        </pc:sldMkLst>
      </pc:sldChg>
      <pc:sldChg chg="modSp add del mod">
        <pc:chgData name="翟 锐" userId="fef11181f709266a" providerId="LiveId" clId="{10275908-82CB-4111-8AC1-0D131A21EACA}" dt="2020-08-12T06:01:23.417" v="23"/>
        <pc:sldMkLst>
          <pc:docMk/>
          <pc:sldMk cId="0" sldId="375"/>
        </pc:sldMkLst>
        <pc:spChg chg="mod">
          <ac:chgData name="翟 锐" userId="fef11181f709266a" providerId="LiveId" clId="{10275908-82CB-4111-8AC1-0D131A21EACA}" dt="2020-08-12T06:01:23.417" v="23"/>
          <ac:spMkLst>
            <pc:docMk/>
            <pc:sldMk cId="0" sldId="375"/>
            <ac:spMk id="288770" creationId="{275A5B26-173E-49E3-B0BD-888DB34F0551}"/>
          </ac:spMkLst>
        </pc:spChg>
        <pc:spChg chg="mod">
          <ac:chgData name="翟 锐" userId="fef11181f709266a" providerId="LiveId" clId="{10275908-82CB-4111-8AC1-0D131A21EACA}" dt="2020-08-12T06:01:23.417" v="23"/>
          <ac:spMkLst>
            <pc:docMk/>
            <pc:sldMk cId="0" sldId="375"/>
            <ac:spMk id="288771" creationId="{FB2BEC54-415D-4C81-8614-2BAE86FB4EE1}"/>
          </ac:spMkLst>
        </pc:spChg>
      </pc:sldChg>
      <pc:sldChg chg="add del modTransition">
        <pc:chgData name="翟 锐" userId="fef11181f709266a" providerId="LiveId" clId="{10275908-82CB-4111-8AC1-0D131A21EACA}" dt="2020-08-12T06:01:23.417" v="23"/>
        <pc:sldMkLst>
          <pc:docMk/>
          <pc:sldMk cId="0" sldId="376"/>
        </pc:sldMkLst>
      </pc:sldChg>
      <pc:sldChg chg="add del">
        <pc:chgData name="翟 锐" userId="fef11181f709266a" providerId="LiveId" clId="{10275908-82CB-4111-8AC1-0D131A21EACA}" dt="2020-08-12T06:01:23.417" v="23"/>
        <pc:sldMkLst>
          <pc:docMk/>
          <pc:sldMk cId="0" sldId="377"/>
        </pc:sldMkLst>
      </pc:sldChg>
      <pc:sldChg chg="add del modTransition">
        <pc:chgData name="翟 锐" userId="fef11181f709266a" providerId="LiveId" clId="{10275908-82CB-4111-8AC1-0D131A21EACA}" dt="2020-08-12T06:01:23.417" v="23"/>
        <pc:sldMkLst>
          <pc:docMk/>
          <pc:sldMk cId="0" sldId="378"/>
        </pc:sldMkLst>
      </pc:sldChg>
      <pc:sldChg chg="modSp add del mod modTransition">
        <pc:chgData name="翟 锐" userId="fef11181f709266a" providerId="LiveId" clId="{10275908-82CB-4111-8AC1-0D131A21EACA}" dt="2020-08-12T06:01:23.417" v="23"/>
        <pc:sldMkLst>
          <pc:docMk/>
          <pc:sldMk cId="0" sldId="379"/>
        </pc:sldMkLst>
        <pc:spChg chg="mod">
          <ac:chgData name="翟 锐" userId="fef11181f709266a" providerId="LiveId" clId="{10275908-82CB-4111-8AC1-0D131A21EACA}" dt="2020-08-12T06:01:23.417" v="23"/>
          <ac:spMkLst>
            <pc:docMk/>
            <pc:sldMk cId="0" sldId="379"/>
            <ac:spMk id="295938" creationId="{B8ABC22F-8023-431C-8573-4795526B8BA3}"/>
          </ac:spMkLst>
        </pc:spChg>
      </pc:sldChg>
      <pc:sldChg chg="add del modTransition">
        <pc:chgData name="翟 锐" userId="fef11181f709266a" providerId="LiveId" clId="{10275908-82CB-4111-8AC1-0D131A21EACA}" dt="2020-08-12T06:01:23.417" v="23"/>
        <pc:sldMkLst>
          <pc:docMk/>
          <pc:sldMk cId="0" sldId="380"/>
        </pc:sldMkLst>
      </pc:sldChg>
      <pc:sldChg chg="add del modTransition">
        <pc:chgData name="翟 锐" userId="fef11181f709266a" providerId="LiveId" clId="{10275908-82CB-4111-8AC1-0D131A21EACA}" dt="2020-08-12T06:01:23.417" v="23"/>
        <pc:sldMkLst>
          <pc:docMk/>
          <pc:sldMk cId="0" sldId="381"/>
        </pc:sldMkLst>
      </pc:sldChg>
      <pc:sldChg chg="add del modTransition">
        <pc:chgData name="翟 锐" userId="fef11181f709266a" providerId="LiveId" clId="{10275908-82CB-4111-8AC1-0D131A21EACA}" dt="2020-08-12T06:01:23.417" v="23"/>
        <pc:sldMkLst>
          <pc:docMk/>
          <pc:sldMk cId="0" sldId="382"/>
        </pc:sldMkLst>
      </pc:sldChg>
      <pc:sldChg chg="add del modTransition">
        <pc:chgData name="翟 锐" userId="fef11181f709266a" providerId="LiveId" clId="{10275908-82CB-4111-8AC1-0D131A21EACA}" dt="2020-08-12T06:01:23.417" v="23"/>
        <pc:sldMkLst>
          <pc:docMk/>
          <pc:sldMk cId="0" sldId="383"/>
        </pc:sldMkLst>
      </pc:sldChg>
      <pc:sldChg chg="add del modTransition">
        <pc:chgData name="翟 锐" userId="fef11181f709266a" providerId="LiveId" clId="{10275908-82CB-4111-8AC1-0D131A21EACA}" dt="2020-08-12T06:01:23.417" v="23"/>
        <pc:sldMkLst>
          <pc:docMk/>
          <pc:sldMk cId="0" sldId="384"/>
        </pc:sldMkLst>
      </pc:sldChg>
      <pc:sldChg chg="del">
        <pc:chgData name="翟 锐" userId="fef11181f709266a" providerId="LiveId" clId="{10275908-82CB-4111-8AC1-0D131A21EACA}" dt="2020-08-12T13:17:33.204" v="737" actId="47"/>
        <pc:sldMkLst>
          <pc:docMk/>
          <pc:sldMk cId="3418838990" sldId="454"/>
        </pc:sldMkLst>
      </pc:sldChg>
      <pc:sldChg chg="del">
        <pc:chgData name="翟 锐" userId="fef11181f709266a" providerId="LiveId" clId="{10275908-82CB-4111-8AC1-0D131A21EACA}" dt="2020-08-12T13:17:33.204" v="737" actId="47"/>
        <pc:sldMkLst>
          <pc:docMk/>
          <pc:sldMk cId="4285362779" sldId="474"/>
        </pc:sldMkLst>
      </pc:sldChg>
      <pc:sldChg chg="del">
        <pc:chgData name="翟 锐" userId="fef11181f709266a" providerId="LiveId" clId="{10275908-82CB-4111-8AC1-0D131A21EACA}" dt="2020-08-12T06:07:22.405" v="25" actId="47"/>
        <pc:sldMkLst>
          <pc:docMk/>
          <pc:sldMk cId="2435764834" sldId="512"/>
        </pc:sldMkLst>
      </pc:sldChg>
      <pc:sldChg chg="modSp del modAnim">
        <pc:chgData name="翟 锐" userId="fef11181f709266a" providerId="LiveId" clId="{10275908-82CB-4111-8AC1-0D131A21EACA}" dt="2020-08-12T13:17:33.204" v="737" actId="47"/>
        <pc:sldMkLst>
          <pc:docMk/>
          <pc:sldMk cId="2113831009" sldId="514"/>
        </pc:sldMkLst>
        <pc:spChg chg="mod">
          <ac:chgData name="翟 锐" userId="fef11181f709266a" providerId="LiveId" clId="{10275908-82CB-4111-8AC1-0D131A21EACA}" dt="2020-08-12T06:21:51.857" v="243"/>
          <ac:spMkLst>
            <pc:docMk/>
            <pc:sldMk cId="2113831009" sldId="514"/>
            <ac:spMk id="15" creationId="{00000000-0000-0000-0000-000000000000}"/>
          </ac:spMkLst>
        </pc:spChg>
        <pc:spChg chg="mod">
          <ac:chgData name="翟 锐" userId="fef11181f709266a" providerId="LiveId" clId="{10275908-82CB-4111-8AC1-0D131A21EACA}" dt="2020-08-12T06:21:59.120" v="249"/>
          <ac:spMkLst>
            <pc:docMk/>
            <pc:sldMk cId="2113831009" sldId="514"/>
            <ac:spMk id="16" creationId="{00000000-0000-0000-0000-000000000000}"/>
          </ac:spMkLst>
        </pc:spChg>
        <pc:spChg chg="mod">
          <ac:chgData name="翟 锐" userId="fef11181f709266a" providerId="LiveId" clId="{10275908-82CB-4111-8AC1-0D131A21EACA}" dt="2020-08-12T06:22:02.112" v="252"/>
          <ac:spMkLst>
            <pc:docMk/>
            <pc:sldMk cId="2113831009" sldId="514"/>
            <ac:spMk id="17" creationId="{00000000-0000-0000-0000-000000000000}"/>
          </ac:spMkLst>
        </pc:spChg>
        <pc:spChg chg="mod">
          <ac:chgData name="翟 锐" userId="fef11181f709266a" providerId="LiveId" clId="{10275908-82CB-4111-8AC1-0D131A21EACA}" dt="2020-08-12T06:22:04.430" v="255"/>
          <ac:spMkLst>
            <pc:docMk/>
            <pc:sldMk cId="2113831009" sldId="514"/>
            <ac:spMk id="18" creationId="{00000000-0000-0000-0000-000000000000}"/>
          </ac:spMkLst>
        </pc:spChg>
        <pc:spChg chg="mod">
          <ac:chgData name="翟 锐" userId="fef11181f709266a" providerId="LiveId" clId="{10275908-82CB-4111-8AC1-0D131A21EACA}" dt="2020-08-12T06:21:55.813" v="246"/>
          <ac:spMkLst>
            <pc:docMk/>
            <pc:sldMk cId="2113831009" sldId="514"/>
            <ac:spMk id="28" creationId="{00000000-0000-0000-0000-000000000000}"/>
          </ac:spMkLst>
        </pc:spChg>
      </pc:sldChg>
      <pc:sldChg chg="del">
        <pc:chgData name="翟 锐" userId="fef11181f709266a" providerId="LiveId" clId="{10275908-82CB-4111-8AC1-0D131A21EACA}" dt="2020-08-12T13:17:33.204" v="737" actId="47"/>
        <pc:sldMkLst>
          <pc:docMk/>
          <pc:sldMk cId="3977796518" sldId="515"/>
        </pc:sldMkLst>
      </pc:sldChg>
      <pc:sldChg chg="modSp">
        <pc:chgData name="翟 锐" userId="fef11181f709266a" providerId="LiveId" clId="{10275908-82CB-4111-8AC1-0D131A21EACA}" dt="2020-08-12T13:20:31.852" v="781"/>
        <pc:sldMkLst>
          <pc:docMk/>
          <pc:sldMk cId="126446515" sldId="521"/>
        </pc:sldMkLst>
        <pc:spChg chg="mod">
          <ac:chgData name="翟 锐" userId="fef11181f709266a" providerId="LiveId" clId="{10275908-82CB-4111-8AC1-0D131A21EACA}" dt="2020-08-12T13:20:31.852" v="781"/>
          <ac:spMkLst>
            <pc:docMk/>
            <pc:sldMk cId="126446515" sldId="521"/>
            <ac:spMk id="2" creationId="{00000000-0000-0000-0000-000000000000}"/>
          </ac:spMkLst>
        </pc:spChg>
      </pc:sldChg>
      <pc:sldChg chg="del">
        <pc:chgData name="翟 锐" userId="fef11181f709266a" providerId="LiveId" clId="{10275908-82CB-4111-8AC1-0D131A21EACA}" dt="2020-08-12T13:18:02.889" v="742" actId="47"/>
        <pc:sldMkLst>
          <pc:docMk/>
          <pc:sldMk cId="2564856266" sldId="523"/>
        </pc:sldMkLst>
      </pc:sldChg>
      <pc:sldChg chg="del">
        <pc:chgData name="翟 锐" userId="fef11181f709266a" providerId="LiveId" clId="{10275908-82CB-4111-8AC1-0D131A21EACA}" dt="2020-08-12T13:17:33.204" v="737" actId="47"/>
        <pc:sldMkLst>
          <pc:docMk/>
          <pc:sldMk cId="3798856873" sldId="524"/>
        </pc:sldMkLst>
      </pc:sldChg>
      <pc:sldChg chg="del">
        <pc:chgData name="翟 锐" userId="fef11181f709266a" providerId="LiveId" clId="{10275908-82CB-4111-8AC1-0D131A21EACA}" dt="2020-08-12T13:17:33.204" v="737" actId="47"/>
        <pc:sldMkLst>
          <pc:docMk/>
          <pc:sldMk cId="1863681333" sldId="525"/>
        </pc:sldMkLst>
      </pc:sldChg>
      <pc:sldChg chg="del">
        <pc:chgData name="翟 锐" userId="fef11181f709266a" providerId="LiveId" clId="{10275908-82CB-4111-8AC1-0D131A21EACA}" dt="2020-08-12T13:17:33.204" v="737" actId="47"/>
        <pc:sldMkLst>
          <pc:docMk/>
          <pc:sldMk cId="213587464" sldId="526"/>
        </pc:sldMkLst>
      </pc:sldChg>
      <pc:sldChg chg="del">
        <pc:chgData name="翟 锐" userId="fef11181f709266a" providerId="LiveId" clId="{10275908-82CB-4111-8AC1-0D131A21EACA}" dt="2020-08-12T13:17:33.204" v="737" actId="47"/>
        <pc:sldMkLst>
          <pc:docMk/>
          <pc:sldMk cId="3377042063" sldId="527"/>
        </pc:sldMkLst>
      </pc:sldChg>
      <pc:sldChg chg="del">
        <pc:chgData name="翟 锐" userId="fef11181f709266a" providerId="LiveId" clId="{10275908-82CB-4111-8AC1-0D131A21EACA}" dt="2020-08-12T13:17:33.204" v="737" actId="47"/>
        <pc:sldMkLst>
          <pc:docMk/>
          <pc:sldMk cId="2247187880" sldId="528"/>
        </pc:sldMkLst>
      </pc:sldChg>
      <pc:sldChg chg="del">
        <pc:chgData name="翟 锐" userId="fef11181f709266a" providerId="LiveId" clId="{10275908-82CB-4111-8AC1-0D131A21EACA}" dt="2020-08-12T13:17:33.204" v="737" actId="47"/>
        <pc:sldMkLst>
          <pc:docMk/>
          <pc:sldMk cId="2327867712" sldId="529"/>
        </pc:sldMkLst>
      </pc:sldChg>
      <pc:sldChg chg="del">
        <pc:chgData name="翟 锐" userId="fef11181f709266a" providerId="LiveId" clId="{10275908-82CB-4111-8AC1-0D131A21EACA}" dt="2020-08-12T13:17:33.204" v="737" actId="47"/>
        <pc:sldMkLst>
          <pc:docMk/>
          <pc:sldMk cId="1634610131" sldId="531"/>
        </pc:sldMkLst>
      </pc:sldChg>
      <pc:sldChg chg="del">
        <pc:chgData name="翟 锐" userId="fef11181f709266a" providerId="LiveId" clId="{10275908-82CB-4111-8AC1-0D131A21EACA}" dt="2020-08-12T13:17:33.204" v="737" actId="47"/>
        <pc:sldMkLst>
          <pc:docMk/>
          <pc:sldMk cId="3864182188" sldId="533"/>
        </pc:sldMkLst>
      </pc:sldChg>
      <pc:sldChg chg="del">
        <pc:chgData name="翟 锐" userId="fef11181f709266a" providerId="LiveId" clId="{10275908-82CB-4111-8AC1-0D131A21EACA}" dt="2020-08-12T13:17:33.204" v="737" actId="47"/>
        <pc:sldMkLst>
          <pc:docMk/>
          <pc:sldMk cId="3907438085" sldId="534"/>
        </pc:sldMkLst>
      </pc:sldChg>
      <pc:sldChg chg="del">
        <pc:chgData name="翟 锐" userId="fef11181f709266a" providerId="LiveId" clId="{10275908-82CB-4111-8AC1-0D131A21EACA}" dt="2020-08-12T13:17:33.204" v="737" actId="47"/>
        <pc:sldMkLst>
          <pc:docMk/>
          <pc:sldMk cId="3785464556" sldId="535"/>
        </pc:sldMkLst>
      </pc:sldChg>
      <pc:sldChg chg="del">
        <pc:chgData name="翟 锐" userId="fef11181f709266a" providerId="LiveId" clId="{10275908-82CB-4111-8AC1-0D131A21EACA}" dt="2020-08-12T13:17:33.204" v="737" actId="47"/>
        <pc:sldMkLst>
          <pc:docMk/>
          <pc:sldMk cId="206735584" sldId="536"/>
        </pc:sldMkLst>
      </pc:sldChg>
      <pc:sldChg chg="del">
        <pc:chgData name="翟 锐" userId="fef11181f709266a" providerId="LiveId" clId="{10275908-82CB-4111-8AC1-0D131A21EACA}" dt="2020-08-12T13:17:33.204" v="737" actId="47"/>
        <pc:sldMkLst>
          <pc:docMk/>
          <pc:sldMk cId="2309830086" sldId="537"/>
        </pc:sldMkLst>
      </pc:sldChg>
      <pc:sldChg chg="del">
        <pc:chgData name="翟 锐" userId="fef11181f709266a" providerId="LiveId" clId="{10275908-82CB-4111-8AC1-0D131A21EACA}" dt="2020-08-12T13:17:33.204" v="737" actId="47"/>
        <pc:sldMkLst>
          <pc:docMk/>
          <pc:sldMk cId="876786150" sldId="538"/>
        </pc:sldMkLst>
      </pc:sldChg>
      <pc:sldChg chg="del">
        <pc:chgData name="翟 锐" userId="fef11181f709266a" providerId="LiveId" clId="{10275908-82CB-4111-8AC1-0D131A21EACA}" dt="2020-08-12T13:17:33.204" v="737" actId="47"/>
        <pc:sldMkLst>
          <pc:docMk/>
          <pc:sldMk cId="3866439698" sldId="540"/>
        </pc:sldMkLst>
      </pc:sldChg>
      <pc:sldChg chg="del">
        <pc:chgData name="翟 锐" userId="fef11181f709266a" providerId="LiveId" clId="{10275908-82CB-4111-8AC1-0D131A21EACA}" dt="2020-08-12T13:17:33.204" v="737" actId="47"/>
        <pc:sldMkLst>
          <pc:docMk/>
          <pc:sldMk cId="2187263885" sldId="541"/>
        </pc:sldMkLst>
      </pc:sldChg>
      <pc:sldChg chg="del">
        <pc:chgData name="翟 锐" userId="fef11181f709266a" providerId="LiveId" clId="{10275908-82CB-4111-8AC1-0D131A21EACA}" dt="2020-08-12T13:17:33.204" v="737" actId="47"/>
        <pc:sldMkLst>
          <pc:docMk/>
          <pc:sldMk cId="4268977075" sldId="542"/>
        </pc:sldMkLst>
      </pc:sldChg>
      <pc:sldChg chg="del">
        <pc:chgData name="翟 锐" userId="fef11181f709266a" providerId="LiveId" clId="{10275908-82CB-4111-8AC1-0D131A21EACA}" dt="2020-08-12T13:17:33.204" v="737" actId="47"/>
        <pc:sldMkLst>
          <pc:docMk/>
          <pc:sldMk cId="3066006978" sldId="543"/>
        </pc:sldMkLst>
      </pc:sldChg>
      <pc:sldChg chg="del">
        <pc:chgData name="翟 锐" userId="fef11181f709266a" providerId="LiveId" clId="{10275908-82CB-4111-8AC1-0D131A21EACA}" dt="2020-08-12T13:17:33.204" v="737" actId="47"/>
        <pc:sldMkLst>
          <pc:docMk/>
          <pc:sldMk cId="2121332260" sldId="544"/>
        </pc:sldMkLst>
      </pc:sldChg>
      <pc:sldChg chg="del">
        <pc:chgData name="翟 锐" userId="fef11181f709266a" providerId="LiveId" clId="{10275908-82CB-4111-8AC1-0D131A21EACA}" dt="2020-08-12T13:17:33.204" v="737" actId="47"/>
        <pc:sldMkLst>
          <pc:docMk/>
          <pc:sldMk cId="3001398310" sldId="545"/>
        </pc:sldMkLst>
      </pc:sldChg>
      <pc:sldChg chg="del">
        <pc:chgData name="翟 锐" userId="fef11181f709266a" providerId="LiveId" clId="{10275908-82CB-4111-8AC1-0D131A21EACA}" dt="2020-08-12T13:17:33.204" v="737" actId="47"/>
        <pc:sldMkLst>
          <pc:docMk/>
          <pc:sldMk cId="1302138740" sldId="546"/>
        </pc:sldMkLst>
      </pc:sldChg>
      <pc:sldChg chg="del">
        <pc:chgData name="翟 锐" userId="fef11181f709266a" providerId="LiveId" clId="{10275908-82CB-4111-8AC1-0D131A21EACA}" dt="2020-08-12T13:17:33.204" v="737" actId="47"/>
        <pc:sldMkLst>
          <pc:docMk/>
          <pc:sldMk cId="1402210149" sldId="547"/>
        </pc:sldMkLst>
      </pc:sldChg>
      <pc:sldChg chg="del">
        <pc:chgData name="翟 锐" userId="fef11181f709266a" providerId="LiveId" clId="{10275908-82CB-4111-8AC1-0D131A21EACA}" dt="2020-08-12T13:17:33.204" v="737" actId="47"/>
        <pc:sldMkLst>
          <pc:docMk/>
          <pc:sldMk cId="1131462340" sldId="548"/>
        </pc:sldMkLst>
      </pc:sldChg>
      <pc:sldChg chg="del">
        <pc:chgData name="翟 锐" userId="fef11181f709266a" providerId="LiveId" clId="{10275908-82CB-4111-8AC1-0D131A21EACA}" dt="2020-08-12T13:17:33.204" v="737" actId="47"/>
        <pc:sldMkLst>
          <pc:docMk/>
          <pc:sldMk cId="2698599430" sldId="551"/>
        </pc:sldMkLst>
      </pc:sldChg>
      <pc:sldChg chg="del">
        <pc:chgData name="翟 锐" userId="fef11181f709266a" providerId="LiveId" clId="{10275908-82CB-4111-8AC1-0D131A21EACA}" dt="2020-08-12T13:17:33.204" v="737" actId="47"/>
        <pc:sldMkLst>
          <pc:docMk/>
          <pc:sldMk cId="4057853856" sldId="552"/>
        </pc:sldMkLst>
      </pc:sldChg>
      <pc:sldChg chg="del">
        <pc:chgData name="翟 锐" userId="fef11181f709266a" providerId="LiveId" clId="{10275908-82CB-4111-8AC1-0D131A21EACA}" dt="2020-08-12T13:17:33.204" v="737" actId="47"/>
        <pc:sldMkLst>
          <pc:docMk/>
          <pc:sldMk cId="75201204" sldId="553"/>
        </pc:sldMkLst>
      </pc:sldChg>
      <pc:sldChg chg="del">
        <pc:chgData name="翟 锐" userId="fef11181f709266a" providerId="LiveId" clId="{10275908-82CB-4111-8AC1-0D131A21EACA}" dt="2020-08-12T13:17:33.204" v="737" actId="47"/>
        <pc:sldMkLst>
          <pc:docMk/>
          <pc:sldMk cId="2309812882" sldId="554"/>
        </pc:sldMkLst>
      </pc:sldChg>
      <pc:sldChg chg="del">
        <pc:chgData name="翟 锐" userId="fef11181f709266a" providerId="LiveId" clId="{10275908-82CB-4111-8AC1-0D131A21EACA}" dt="2020-08-12T13:17:33.204" v="737" actId="47"/>
        <pc:sldMkLst>
          <pc:docMk/>
          <pc:sldMk cId="3563826412" sldId="555"/>
        </pc:sldMkLst>
      </pc:sldChg>
      <pc:sldChg chg="addSp delSp modSp add mod">
        <pc:chgData name="翟 锐" userId="fef11181f709266a" providerId="LiveId" clId="{10275908-82CB-4111-8AC1-0D131A21EACA}" dt="2020-08-12T14:56:43.267" v="1123" actId="113"/>
        <pc:sldMkLst>
          <pc:docMk/>
          <pc:sldMk cId="2981006032" sldId="556"/>
        </pc:sldMkLst>
        <pc:spChg chg="add mod">
          <ac:chgData name="翟 锐" userId="fef11181f709266a" providerId="LiveId" clId="{10275908-82CB-4111-8AC1-0D131A21EACA}" dt="2020-08-12T14:56:43.267" v="1123" actId="113"/>
          <ac:spMkLst>
            <pc:docMk/>
            <pc:sldMk cId="2981006032" sldId="556"/>
            <ac:spMk id="2" creationId="{1A343DEC-CFF6-41F5-B87C-0DFC08C67B76}"/>
          </ac:spMkLst>
        </pc:spChg>
        <pc:spChg chg="add del mod">
          <ac:chgData name="翟 锐" userId="fef11181f709266a" providerId="LiveId" clId="{10275908-82CB-4111-8AC1-0D131A21EACA}" dt="2020-08-12T06:25:17.324" v="304" actId="478"/>
          <ac:spMkLst>
            <pc:docMk/>
            <pc:sldMk cId="2981006032" sldId="556"/>
            <ac:spMk id="7" creationId="{9F035EA1-160F-4A82-91BD-27E3C6150435}"/>
          </ac:spMkLst>
        </pc:spChg>
        <pc:spChg chg="mod">
          <ac:chgData name="翟 锐" userId="fef11181f709266a" providerId="LiveId" clId="{10275908-82CB-4111-8AC1-0D131A21EACA}" dt="2020-08-12T06:08:14.627" v="95"/>
          <ac:spMkLst>
            <pc:docMk/>
            <pc:sldMk cId="2981006032" sldId="556"/>
            <ac:spMk id="35" creationId="{00000000-0000-0000-0000-000000000000}"/>
          </ac:spMkLst>
        </pc:spChg>
        <pc:grpChg chg="del">
          <ac:chgData name="翟 锐" userId="fef11181f709266a" providerId="LiveId" clId="{10275908-82CB-4111-8AC1-0D131A21EACA}" dt="2020-08-12T06:08:29.270" v="96" actId="478"/>
          <ac:grpSpMkLst>
            <pc:docMk/>
            <pc:sldMk cId="2981006032" sldId="556"/>
            <ac:grpSpMk id="14" creationId="{558E8959-AC0F-4CE1-8976-5871DE6269FA}"/>
          </ac:grpSpMkLst>
        </pc:grpChg>
        <pc:cxnChg chg="mod">
          <ac:chgData name="翟 锐" userId="fef11181f709266a" providerId="LiveId" clId="{10275908-82CB-4111-8AC1-0D131A21EACA}" dt="2020-08-12T06:08:29.270" v="96" actId="478"/>
          <ac:cxnSpMkLst>
            <pc:docMk/>
            <pc:sldMk cId="2981006032" sldId="556"/>
            <ac:cxnSpMk id="18" creationId="{6E124403-DBE0-4CDF-86CA-0FC3AFD1DA30}"/>
          </ac:cxnSpMkLst>
        </pc:cxnChg>
        <pc:cxnChg chg="mod">
          <ac:chgData name="翟 锐" userId="fef11181f709266a" providerId="LiveId" clId="{10275908-82CB-4111-8AC1-0D131A21EACA}" dt="2020-08-12T06:08:29.270" v="96" actId="478"/>
          <ac:cxnSpMkLst>
            <pc:docMk/>
            <pc:sldMk cId="2981006032" sldId="556"/>
            <ac:cxnSpMk id="19" creationId="{27C8ADA0-7DFC-486A-BE74-AAD0C58753C9}"/>
          </ac:cxnSpMkLst>
        </pc:cxnChg>
        <pc:cxnChg chg="mod">
          <ac:chgData name="翟 锐" userId="fef11181f709266a" providerId="LiveId" clId="{10275908-82CB-4111-8AC1-0D131A21EACA}" dt="2020-08-12T06:08:29.270" v="96" actId="478"/>
          <ac:cxnSpMkLst>
            <pc:docMk/>
            <pc:sldMk cId="2981006032" sldId="556"/>
            <ac:cxnSpMk id="21" creationId="{F3B89A50-462D-43A6-919B-FD134E0EBD82}"/>
          </ac:cxnSpMkLst>
        </pc:cxnChg>
      </pc:sldChg>
      <pc:sldChg chg="add del">
        <pc:chgData name="翟 锐" userId="fef11181f709266a" providerId="LiveId" clId="{10275908-82CB-4111-8AC1-0D131A21EACA}" dt="2020-08-12T06:22:40.551" v="262" actId="47"/>
        <pc:sldMkLst>
          <pc:docMk/>
          <pc:sldMk cId="4218050269" sldId="557"/>
        </pc:sldMkLst>
      </pc:sldChg>
      <pc:sldChg chg="modSp add">
        <pc:chgData name="翟 锐" userId="fef11181f709266a" providerId="LiveId" clId="{10275908-82CB-4111-8AC1-0D131A21EACA}" dt="2020-08-12T06:22:32.373" v="261" actId="207"/>
        <pc:sldMkLst>
          <pc:docMk/>
          <pc:sldMk cId="4115886382" sldId="558"/>
        </pc:sldMkLst>
        <pc:spChg chg="mod">
          <ac:chgData name="翟 锐" userId="fef11181f709266a" providerId="LiveId" clId="{10275908-82CB-4111-8AC1-0D131A21EACA}" dt="2020-08-12T06:22:32.373" v="261" actId="207"/>
          <ac:spMkLst>
            <pc:docMk/>
            <pc:sldMk cId="4115886382" sldId="558"/>
            <ac:spMk id="15" creationId="{00000000-0000-0000-0000-000000000000}"/>
          </ac:spMkLst>
        </pc:spChg>
        <pc:spChg chg="mod">
          <ac:chgData name="翟 锐" userId="fef11181f709266a" providerId="LiveId" clId="{10275908-82CB-4111-8AC1-0D131A21EACA}" dt="2020-08-12T06:22:28.622" v="260" actId="108"/>
          <ac:spMkLst>
            <pc:docMk/>
            <pc:sldMk cId="4115886382" sldId="558"/>
            <ac:spMk id="16" creationId="{00000000-0000-0000-0000-000000000000}"/>
          </ac:spMkLst>
        </pc:spChg>
      </pc:sldChg>
      <pc:sldChg chg="modSp add">
        <pc:chgData name="翟 锐" userId="fef11181f709266a" providerId="LiveId" clId="{10275908-82CB-4111-8AC1-0D131A21EACA}" dt="2020-08-12T06:22:45.506" v="264" actId="207"/>
        <pc:sldMkLst>
          <pc:docMk/>
          <pc:sldMk cId="3827089109" sldId="559"/>
        </pc:sldMkLst>
        <pc:spChg chg="mod">
          <ac:chgData name="翟 锐" userId="fef11181f709266a" providerId="LiveId" clId="{10275908-82CB-4111-8AC1-0D131A21EACA}" dt="2020-08-12T06:22:45.506" v="264" actId="207"/>
          <ac:spMkLst>
            <pc:docMk/>
            <pc:sldMk cId="3827089109" sldId="559"/>
            <ac:spMk id="15" creationId="{00000000-0000-0000-0000-000000000000}"/>
          </ac:spMkLst>
        </pc:spChg>
      </pc:sldChg>
      <pc:sldChg chg="modSp add mod">
        <pc:chgData name="翟 锐" userId="fef11181f709266a" providerId="LiveId" clId="{10275908-82CB-4111-8AC1-0D131A21EACA}" dt="2020-08-12T14:33:49.032" v="931" actId="113"/>
        <pc:sldMkLst>
          <pc:docMk/>
          <pc:sldMk cId="40839046" sldId="560"/>
        </pc:sldMkLst>
        <pc:spChg chg="mod">
          <ac:chgData name="翟 锐" userId="fef11181f709266a" providerId="LiveId" clId="{10275908-82CB-4111-8AC1-0D131A21EACA}" dt="2020-08-12T14:33:49.032" v="931" actId="113"/>
          <ac:spMkLst>
            <pc:docMk/>
            <pc:sldMk cId="40839046" sldId="560"/>
            <ac:spMk id="2" creationId="{1A343DEC-CFF6-41F5-B87C-0DFC08C67B76}"/>
          </ac:spMkLst>
        </pc:spChg>
      </pc:sldChg>
      <pc:sldChg chg="modSp add">
        <pc:chgData name="翟 锐" userId="fef11181f709266a" providerId="LiveId" clId="{10275908-82CB-4111-8AC1-0D131A21EACA}" dt="2020-08-12T06:26:57.275" v="327" actId="108"/>
        <pc:sldMkLst>
          <pc:docMk/>
          <pc:sldMk cId="4092072796" sldId="561"/>
        </pc:sldMkLst>
        <pc:spChg chg="mod">
          <ac:chgData name="翟 锐" userId="fef11181f709266a" providerId="LiveId" clId="{10275908-82CB-4111-8AC1-0D131A21EACA}" dt="2020-08-12T06:26:57.275" v="327" actId="108"/>
          <ac:spMkLst>
            <pc:docMk/>
            <pc:sldMk cId="4092072796" sldId="561"/>
            <ac:spMk id="15" creationId="{00000000-0000-0000-0000-000000000000}"/>
          </ac:spMkLst>
        </pc:spChg>
        <pc:spChg chg="mod">
          <ac:chgData name="翟 锐" userId="fef11181f709266a" providerId="LiveId" clId="{10275908-82CB-4111-8AC1-0D131A21EACA}" dt="2020-08-12T06:26:53.345" v="324" actId="207"/>
          <ac:spMkLst>
            <pc:docMk/>
            <pc:sldMk cId="4092072796" sldId="561"/>
            <ac:spMk id="28" creationId="{00000000-0000-0000-0000-000000000000}"/>
          </ac:spMkLst>
        </pc:spChg>
      </pc:sldChg>
      <pc:sldChg chg="modSp add mod">
        <pc:chgData name="翟 锐" userId="fef11181f709266a" providerId="LiveId" clId="{10275908-82CB-4111-8AC1-0D131A21EACA}" dt="2020-08-12T13:23:25.987" v="806" actId="108"/>
        <pc:sldMkLst>
          <pc:docMk/>
          <pc:sldMk cId="634261918" sldId="562"/>
        </pc:sldMkLst>
        <pc:spChg chg="mod">
          <ac:chgData name="翟 锐" userId="fef11181f709266a" providerId="LiveId" clId="{10275908-82CB-4111-8AC1-0D131A21EACA}" dt="2020-08-12T13:23:25.987" v="806" actId="108"/>
          <ac:spMkLst>
            <pc:docMk/>
            <pc:sldMk cId="634261918" sldId="562"/>
            <ac:spMk id="2" creationId="{1A343DEC-CFF6-41F5-B87C-0DFC08C67B76}"/>
          </ac:spMkLst>
        </pc:spChg>
        <pc:spChg chg="mod">
          <ac:chgData name="翟 锐" userId="fef11181f709266a" providerId="LiveId" clId="{10275908-82CB-4111-8AC1-0D131A21EACA}" dt="2020-08-12T13:20:03.570" v="772"/>
          <ac:spMkLst>
            <pc:docMk/>
            <pc:sldMk cId="634261918" sldId="562"/>
            <ac:spMk id="35" creationId="{00000000-0000-0000-0000-000000000000}"/>
          </ac:spMkLst>
        </pc:spChg>
      </pc:sldChg>
      <pc:sldChg chg="modSp add mod">
        <pc:chgData name="翟 锐" userId="fef11181f709266a" providerId="LiveId" clId="{10275908-82CB-4111-8AC1-0D131A21EACA}" dt="2020-08-12T13:23:34.933" v="809" actId="108"/>
        <pc:sldMkLst>
          <pc:docMk/>
          <pc:sldMk cId="3051887953" sldId="563"/>
        </pc:sldMkLst>
        <pc:spChg chg="mod">
          <ac:chgData name="翟 锐" userId="fef11181f709266a" providerId="LiveId" clId="{10275908-82CB-4111-8AC1-0D131A21EACA}" dt="2020-08-12T13:23:34.933" v="809" actId="108"/>
          <ac:spMkLst>
            <pc:docMk/>
            <pc:sldMk cId="3051887953" sldId="563"/>
            <ac:spMk id="2" creationId="{1A343DEC-CFF6-41F5-B87C-0DFC08C67B76}"/>
          </ac:spMkLst>
        </pc:spChg>
        <pc:spChg chg="mod">
          <ac:chgData name="翟 锐" userId="fef11181f709266a" providerId="LiveId" clId="{10275908-82CB-4111-8AC1-0D131A21EACA}" dt="2020-08-12T13:09:57.455" v="526"/>
          <ac:spMkLst>
            <pc:docMk/>
            <pc:sldMk cId="3051887953" sldId="563"/>
            <ac:spMk id="35" creationId="{00000000-0000-0000-0000-000000000000}"/>
          </ac:spMkLst>
        </pc:spChg>
      </pc:sldChg>
      <pc:sldChg chg="modSp add mod">
        <pc:chgData name="翟 锐" userId="fef11181f709266a" providerId="LiveId" clId="{10275908-82CB-4111-8AC1-0D131A21EACA}" dt="2020-08-12T13:23:37.609" v="810" actId="108"/>
        <pc:sldMkLst>
          <pc:docMk/>
          <pc:sldMk cId="3404202409" sldId="564"/>
        </pc:sldMkLst>
        <pc:spChg chg="mod">
          <ac:chgData name="翟 锐" userId="fef11181f709266a" providerId="LiveId" clId="{10275908-82CB-4111-8AC1-0D131A21EACA}" dt="2020-08-12T13:23:37.609" v="810" actId="108"/>
          <ac:spMkLst>
            <pc:docMk/>
            <pc:sldMk cId="3404202409" sldId="564"/>
            <ac:spMk id="2" creationId="{1A343DEC-CFF6-41F5-B87C-0DFC08C67B76}"/>
          </ac:spMkLst>
        </pc:spChg>
        <pc:spChg chg="mod">
          <ac:chgData name="翟 锐" userId="fef11181f709266a" providerId="LiveId" clId="{10275908-82CB-4111-8AC1-0D131A21EACA}" dt="2020-08-12T13:12:12.711" v="569"/>
          <ac:spMkLst>
            <pc:docMk/>
            <pc:sldMk cId="3404202409" sldId="564"/>
            <ac:spMk id="35" creationId="{00000000-0000-0000-0000-000000000000}"/>
          </ac:spMkLst>
        </pc:spChg>
      </pc:sldChg>
      <pc:sldChg chg="addSp modSp add mod">
        <pc:chgData name="翟 锐" userId="fef11181f709266a" providerId="LiveId" clId="{10275908-82CB-4111-8AC1-0D131A21EACA}" dt="2020-08-12T13:26:27.095" v="837" actId="1076"/>
        <pc:sldMkLst>
          <pc:docMk/>
          <pc:sldMk cId="146979102" sldId="565"/>
        </pc:sldMkLst>
        <pc:spChg chg="mod">
          <ac:chgData name="翟 锐" userId="fef11181f709266a" providerId="LiveId" clId="{10275908-82CB-4111-8AC1-0D131A21EACA}" dt="2020-08-12T13:23:40.180" v="811" actId="108"/>
          <ac:spMkLst>
            <pc:docMk/>
            <pc:sldMk cId="146979102" sldId="565"/>
            <ac:spMk id="2" creationId="{1A343DEC-CFF6-41F5-B87C-0DFC08C67B76}"/>
          </ac:spMkLst>
        </pc:spChg>
        <pc:spChg chg="mod">
          <ac:chgData name="翟 锐" userId="fef11181f709266a" providerId="LiveId" clId="{10275908-82CB-4111-8AC1-0D131A21EACA}" dt="2020-08-12T13:12:24.793" v="606"/>
          <ac:spMkLst>
            <pc:docMk/>
            <pc:sldMk cId="146979102" sldId="565"/>
            <ac:spMk id="35" creationId="{00000000-0000-0000-0000-000000000000}"/>
          </ac:spMkLst>
        </pc:spChg>
        <pc:picChg chg="add mod">
          <ac:chgData name="翟 锐" userId="fef11181f709266a" providerId="LiveId" clId="{10275908-82CB-4111-8AC1-0D131A21EACA}" dt="2020-08-12T13:26:27.095" v="837" actId="1076"/>
          <ac:picMkLst>
            <pc:docMk/>
            <pc:sldMk cId="146979102" sldId="565"/>
            <ac:picMk id="6" creationId="{CEC16A83-D065-4F47-95B4-63FF26FFD825}"/>
          </ac:picMkLst>
        </pc:picChg>
      </pc:sldChg>
      <pc:sldChg chg="modSp add mod">
        <pc:chgData name="翟 锐" userId="fef11181f709266a" providerId="LiveId" clId="{10275908-82CB-4111-8AC1-0D131A21EACA}" dt="2020-08-12T15:48:18.221" v="1398"/>
        <pc:sldMkLst>
          <pc:docMk/>
          <pc:sldMk cId="727514361" sldId="566"/>
        </pc:sldMkLst>
        <pc:spChg chg="mod">
          <ac:chgData name="翟 锐" userId="fef11181f709266a" providerId="LiveId" clId="{10275908-82CB-4111-8AC1-0D131A21EACA}" dt="2020-08-12T13:21:40.888" v="786"/>
          <ac:spMkLst>
            <pc:docMk/>
            <pc:sldMk cId="727514361" sldId="566"/>
            <ac:spMk id="2" creationId="{1A343DEC-CFF6-41F5-B87C-0DFC08C67B76}"/>
          </ac:spMkLst>
        </pc:spChg>
        <pc:spChg chg="mod">
          <ac:chgData name="翟 锐" userId="fef11181f709266a" providerId="LiveId" clId="{10275908-82CB-4111-8AC1-0D131A21EACA}" dt="2020-08-12T15:48:18.221" v="1398"/>
          <ac:spMkLst>
            <pc:docMk/>
            <pc:sldMk cId="727514361" sldId="566"/>
            <ac:spMk id="35" creationId="{00000000-0000-0000-0000-000000000000}"/>
          </ac:spMkLst>
        </pc:spChg>
      </pc:sldChg>
      <pc:sldChg chg="new del">
        <pc:chgData name="翟 锐" userId="fef11181f709266a" providerId="LiveId" clId="{10275908-82CB-4111-8AC1-0D131A21EACA}" dt="2020-08-12T09:25:26.776" v="365" actId="680"/>
        <pc:sldMkLst>
          <pc:docMk/>
          <pc:sldMk cId="206580416" sldId="567"/>
        </pc:sldMkLst>
      </pc:sldChg>
      <pc:sldChg chg="modSp add mod">
        <pc:chgData name="翟 锐" userId="fef11181f709266a" providerId="LiveId" clId="{10275908-82CB-4111-8AC1-0D131A21EACA}" dt="2020-08-12T15:48:52.353" v="1403" actId="113"/>
        <pc:sldMkLst>
          <pc:docMk/>
          <pc:sldMk cId="2335307117" sldId="567"/>
        </pc:sldMkLst>
        <pc:spChg chg="mod">
          <ac:chgData name="翟 锐" userId="fef11181f709266a" providerId="LiveId" clId="{10275908-82CB-4111-8AC1-0D131A21EACA}" dt="2020-08-12T15:48:52.353" v="1403" actId="113"/>
          <ac:spMkLst>
            <pc:docMk/>
            <pc:sldMk cId="2335307117" sldId="567"/>
            <ac:spMk id="2" creationId="{1A343DEC-CFF6-41F5-B87C-0DFC08C67B76}"/>
          </ac:spMkLst>
        </pc:spChg>
        <pc:spChg chg="mod">
          <ac:chgData name="翟 锐" userId="fef11181f709266a" providerId="LiveId" clId="{10275908-82CB-4111-8AC1-0D131A21EACA}" dt="2020-08-12T15:47:47.013" v="1385"/>
          <ac:spMkLst>
            <pc:docMk/>
            <pc:sldMk cId="2335307117" sldId="567"/>
            <ac:spMk id="35" creationId="{00000000-0000-0000-0000-000000000000}"/>
          </ac:spMkLst>
        </pc:spChg>
      </pc:sldChg>
      <pc:sldChg chg="new del">
        <pc:chgData name="翟 锐" userId="fef11181f709266a" providerId="LiveId" clId="{10275908-82CB-4111-8AC1-0D131A21EACA}" dt="2020-08-12T13:08:46.051" v="515" actId="680"/>
        <pc:sldMkLst>
          <pc:docMk/>
          <pc:sldMk cId="1028485626" sldId="568"/>
        </pc:sldMkLst>
      </pc:sldChg>
      <pc:sldChg chg="modSp add mod">
        <pc:chgData name="翟 锐" userId="fef11181f709266a" providerId="LiveId" clId="{10275908-82CB-4111-8AC1-0D131A21EACA}" dt="2020-08-12T13:23:28.973" v="807" actId="108"/>
        <pc:sldMkLst>
          <pc:docMk/>
          <pc:sldMk cId="1385814803" sldId="568"/>
        </pc:sldMkLst>
        <pc:spChg chg="mod">
          <ac:chgData name="翟 锐" userId="fef11181f709266a" providerId="LiveId" clId="{10275908-82CB-4111-8AC1-0D131A21EACA}" dt="2020-08-12T13:23:28.973" v="807" actId="108"/>
          <ac:spMkLst>
            <pc:docMk/>
            <pc:sldMk cId="1385814803" sldId="568"/>
            <ac:spMk id="2" creationId="{1A343DEC-CFF6-41F5-B87C-0DFC08C67B76}"/>
          </ac:spMkLst>
        </pc:spChg>
        <pc:spChg chg="mod">
          <ac:chgData name="翟 锐" userId="fef11181f709266a" providerId="LiveId" clId="{10275908-82CB-4111-8AC1-0D131A21EACA}" dt="2020-08-12T13:20:06.898" v="779"/>
          <ac:spMkLst>
            <pc:docMk/>
            <pc:sldMk cId="1385814803" sldId="568"/>
            <ac:spMk id="35" creationId="{00000000-0000-0000-0000-000000000000}"/>
          </ac:spMkLst>
        </pc:spChg>
      </pc:sldChg>
      <pc:sldChg chg="new del">
        <pc:chgData name="翟 锐" userId="fef11181f709266a" providerId="LiveId" clId="{10275908-82CB-4111-8AC1-0D131A21EACA}" dt="2020-08-12T09:26:24.738" v="374" actId="47"/>
        <pc:sldMkLst>
          <pc:docMk/>
          <pc:sldMk cId="4225585888" sldId="568"/>
        </pc:sldMkLst>
      </pc:sldChg>
      <pc:sldChg chg="new del">
        <pc:chgData name="翟 锐" userId="fef11181f709266a" providerId="LiveId" clId="{10275908-82CB-4111-8AC1-0D131A21EACA}" dt="2020-08-12T13:10:37.629" v="546" actId="680"/>
        <pc:sldMkLst>
          <pc:docMk/>
          <pc:sldMk cId="3123875024" sldId="569"/>
        </pc:sldMkLst>
      </pc:sldChg>
      <pc:sldChg chg="addSp modSp add mod">
        <pc:chgData name="翟 锐" userId="fef11181f709266a" providerId="LiveId" clId="{10275908-82CB-4111-8AC1-0D131A21EACA}" dt="2020-08-12T13:26:31.047" v="838" actId="1076"/>
        <pc:sldMkLst>
          <pc:docMk/>
          <pc:sldMk cId="4047933167" sldId="569"/>
        </pc:sldMkLst>
        <pc:spChg chg="mod">
          <ac:chgData name="翟 锐" userId="fef11181f709266a" providerId="LiveId" clId="{10275908-82CB-4111-8AC1-0D131A21EACA}" dt="2020-08-12T13:23:43.951" v="813" actId="108"/>
          <ac:spMkLst>
            <pc:docMk/>
            <pc:sldMk cId="4047933167" sldId="569"/>
            <ac:spMk id="2" creationId="{1A343DEC-CFF6-41F5-B87C-0DFC08C67B76}"/>
          </ac:spMkLst>
        </pc:spChg>
        <pc:spChg chg="mod">
          <ac:chgData name="翟 锐" userId="fef11181f709266a" providerId="LiveId" clId="{10275908-82CB-4111-8AC1-0D131A21EACA}" dt="2020-08-12T13:20:17.924" v="780"/>
          <ac:spMkLst>
            <pc:docMk/>
            <pc:sldMk cId="4047933167" sldId="569"/>
            <ac:spMk id="35" creationId="{00000000-0000-0000-0000-000000000000}"/>
          </ac:spMkLst>
        </pc:spChg>
        <pc:picChg chg="add mod">
          <ac:chgData name="翟 锐" userId="fef11181f709266a" providerId="LiveId" clId="{10275908-82CB-4111-8AC1-0D131A21EACA}" dt="2020-08-12T13:26:31.047" v="838" actId="1076"/>
          <ac:picMkLst>
            <pc:docMk/>
            <pc:sldMk cId="4047933167" sldId="569"/>
            <ac:picMk id="6" creationId="{1E7935DF-D7B7-4F76-A56E-2E87D67F1A2D}"/>
          </ac:picMkLst>
        </pc:picChg>
      </pc:sldChg>
      <pc:sldChg chg="modSp add mod modAnim">
        <pc:chgData name="翟 锐" userId="fef11181f709266a" providerId="LiveId" clId="{10275908-82CB-4111-8AC1-0D131A21EACA}" dt="2020-08-12T13:23:46.658" v="815" actId="108"/>
        <pc:sldMkLst>
          <pc:docMk/>
          <pc:sldMk cId="1248462053" sldId="570"/>
        </pc:sldMkLst>
        <pc:spChg chg="mod">
          <ac:chgData name="翟 锐" userId="fef11181f709266a" providerId="LiveId" clId="{10275908-82CB-4111-8AC1-0D131A21EACA}" dt="2020-08-12T13:23:46.658" v="815" actId="108"/>
          <ac:spMkLst>
            <pc:docMk/>
            <pc:sldMk cId="1248462053" sldId="570"/>
            <ac:spMk id="2" creationId="{1A343DEC-CFF6-41F5-B87C-0DFC08C67B76}"/>
          </ac:spMkLst>
        </pc:spChg>
        <pc:spChg chg="mod">
          <ac:chgData name="翟 锐" userId="fef11181f709266a" providerId="LiveId" clId="{10275908-82CB-4111-8AC1-0D131A21EACA}" dt="2020-08-12T13:15:26.146" v="686"/>
          <ac:spMkLst>
            <pc:docMk/>
            <pc:sldMk cId="1248462053" sldId="570"/>
            <ac:spMk id="35" creationId="{00000000-0000-0000-0000-000000000000}"/>
          </ac:spMkLst>
        </pc:spChg>
      </pc:sldChg>
      <pc:sldChg chg="addSp delSp modSp add mod ord">
        <pc:chgData name="翟 锐" userId="fef11181f709266a" providerId="LiveId" clId="{10275908-82CB-4111-8AC1-0D131A21EACA}" dt="2020-08-12T15:21:22.179" v="1188" actId="1076"/>
        <pc:sldMkLst>
          <pc:docMk/>
          <pc:sldMk cId="3203680886" sldId="571"/>
        </pc:sldMkLst>
        <pc:spChg chg="del mod">
          <ac:chgData name="翟 锐" userId="fef11181f709266a" providerId="LiveId" clId="{10275908-82CB-4111-8AC1-0D131A21EACA}" dt="2020-08-12T15:16:21.748" v="1186" actId="478"/>
          <ac:spMkLst>
            <pc:docMk/>
            <pc:sldMk cId="3203680886" sldId="571"/>
            <ac:spMk id="2" creationId="{1A343DEC-CFF6-41F5-B87C-0DFC08C67B76}"/>
          </ac:spMkLst>
        </pc:spChg>
        <pc:spChg chg="add del">
          <ac:chgData name="翟 锐" userId="fef11181f709266a" providerId="LiveId" clId="{10275908-82CB-4111-8AC1-0D131A21EACA}" dt="2020-08-12T13:16:51.485" v="726" actId="22"/>
          <ac:spMkLst>
            <pc:docMk/>
            <pc:sldMk cId="3203680886" sldId="571"/>
            <ac:spMk id="7" creationId="{650577CC-8995-4C04-8910-0B2C3B8AB1A2}"/>
          </ac:spMkLst>
        </pc:spChg>
        <pc:spChg chg="mod">
          <ac:chgData name="翟 锐" userId="fef11181f709266a" providerId="LiveId" clId="{10275908-82CB-4111-8AC1-0D131A21EACA}" dt="2020-08-12T13:16:12.838" v="710"/>
          <ac:spMkLst>
            <pc:docMk/>
            <pc:sldMk cId="3203680886" sldId="571"/>
            <ac:spMk id="35" creationId="{00000000-0000-0000-0000-000000000000}"/>
          </ac:spMkLst>
        </pc:spChg>
        <pc:picChg chg="add mod">
          <ac:chgData name="翟 锐" userId="fef11181f709266a" providerId="LiveId" clId="{10275908-82CB-4111-8AC1-0D131A21EACA}" dt="2020-08-12T15:21:22.179" v="1188" actId="1076"/>
          <ac:picMkLst>
            <pc:docMk/>
            <pc:sldMk cId="3203680886" sldId="571"/>
            <ac:picMk id="4" creationId="{05F69294-5C7E-47CA-AF72-F2B1779893E8}"/>
          </ac:picMkLst>
        </pc:picChg>
      </pc:sldChg>
      <pc:sldChg chg="new del">
        <pc:chgData name="翟 锐" userId="fef11181f709266a" providerId="LiveId" clId="{10275908-82CB-4111-8AC1-0D131A21EACA}" dt="2020-08-12T13:15:12.001" v="679" actId="47"/>
        <pc:sldMkLst>
          <pc:docMk/>
          <pc:sldMk cId="529314934" sldId="572"/>
        </pc:sldMkLst>
      </pc:sldChg>
      <pc:sldChg chg="modSp add mod">
        <pc:chgData name="翟 锐" userId="fef11181f709266a" providerId="LiveId" clId="{10275908-82CB-4111-8AC1-0D131A21EACA}" dt="2020-08-12T13:23:56.407" v="817" actId="108"/>
        <pc:sldMkLst>
          <pc:docMk/>
          <pc:sldMk cId="1120019373" sldId="572"/>
        </pc:sldMkLst>
        <pc:spChg chg="mod">
          <ac:chgData name="翟 锐" userId="fef11181f709266a" providerId="LiveId" clId="{10275908-82CB-4111-8AC1-0D131A21EACA}" dt="2020-08-12T13:23:56.407" v="817" actId="108"/>
          <ac:spMkLst>
            <pc:docMk/>
            <pc:sldMk cId="1120019373" sldId="572"/>
            <ac:spMk id="2" creationId="{1A343DEC-CFF6-41F5-B87C-0DFC08C67B76}"/>
          </ac:spMkLst>
        </pc:spChg>
      </pc:sldChg>
      <pc:sldChg chg="new del">
        <pc:chgData name="翟 锐" userId="fef11181f709266a" providerId="LiveId" clId="{10275908-82CB-4111-8AC1-0D131A21EACA}" dt="2020-08-12T13:13:44.315" v="656" actId="47"/>
        <pc:sldMkLst>
          <pc:docMk/>
          <pc:sldMk cId="3920800367" sldId="572"/>
        </pc:sldMkLst>
      </pc:sldChg>
      <pc:sldChg chg="modSp add mod">
        <pc:chgData name="翟 锐" userId="fef11181f709266a" providerId="LiveId" clId="{10275908-82CB-4111-8AC1-0D131A21EACA}" dt="2020-08-12T13:24:05.823" v="821" actId="108"/>
        <pc:sldMkLst>
          <pc:docMk/>
          <pc:sldMk cId="757202342" sldId="573"/>
        </pc:sldMkLst>
        <pc:spChg chg="mod">
          <ac:chgData name="翟 锐" userId="fef11181f709266a" providerId="LiveId" clId="{10275908-82CB-4111-8AC1-0D131A21EACA}" dt="2020-08-12T13:24:05.823" v="821" actId="108"/>
          <ac:spMkLst>
            <pc:docMk/>
            <pc:sldMk cId="757202342" sldId="573"/>
            <ac:spMk id="2" creationId="{1A343DEC-CFF6-41F5-B87C-0DFC08C67B76}"/>
          </ac:spMkLst>
        </pc:spChg>
        <pc:spChg chg="mod">
          <ac:chgData name="翟 锐" userId="fef11181f709266a" providerId="LiveId" clId="{10275908-82CB-4111-8AC1-0D131A21EACA}" dt="2020-08-12T13:17:11.800" v="735"/>
          <ac:spMkLst>
            <pc:docMk/>
            <pc:sldMk cId="757202342" sldId="573"/>
            <ac:spMk id="35" creationId="{00000000-0000-0000-0000-000000000000}"/>
          </ac:spMkLst>
        </pc:spChg>
      </pc:sldChg>
      <pc:sldChg chg="modSp add mod">
        <pc:chgData name="翟 锐" userId="fef11181f709266a" providerId="LiveId" clId="{10275908-82CB-4111-8AC1-0D131A21EACA}" dt="2020-08-12T13:26:02.039" v="836" actId="20577"/>
        <pc:sldMkLst>
          <pc:docMk/>
          <pc:sldMk cId="3813965798" sldId="574"/>
        </pc:sldMkLst>
        <pc:spChg chg="mod">
          <ac:chgData name="翟 锐" userId="fef11181f709266a" providerId="LiveId" clId="{10275908-82CB-4111-8AC1-0D131A21EACA}" dt="2020-08-12T13:26:02.039" v="836" actId="20577"/>
          <ac:spMkLst>
            <pc:docMk/>
            <pc:sldMk cId="3813965798" sldId="574"/>
            <ac:spMk id="2" creationId="{1A343DEC-CFF6-41F5-B87C-0DFC08C67B76}"/>
          </ac:spMkLst>
        </pc:spChg>
      </pc:sldChg>
      <pc:sldChg chg="modSp add mod">
        <pc:chgData name="翟 锐" userId="fef11181f709266a" providerId="LiveId" clId="{10275908-82CB-4111-8AC1-0D131A21EACA}" dt="2020-08-12T13:24:11.183" v="823" actId="108"/>
        <pc:sldMkLst>
          <pc:docMk/>
          <pc:sldMk cId="2437343248" sldId="575"/>
        </pc:sldMkLst>
        <pc:spChg chg="mod">
          <ac:chgData name="翟 锐" userId="fef11181f709266a" providerId="LiveId" clId="{10275908-82CB-4111-8AC1-0D131A21EACA}" dt="2020-08-12T13:24:11.183" v="823" actId="108"/>
          <ac:spMkLst>
            <pc:docMk/>
            <pc:sldMk cId="2437343248" sldId="575"/>
            <ac:spMk id="2" creationId="{1A343DEC-CFF6-41F5-B87C-0DFC08C67B76}"/>
          </ac:spMkLst>
        </pc:spChg>
      </pc:sldChg>
      <pc:sldChg chg="modSp add mod">
        <pc:chgData name="翟 锐" userId="fef11181f709266a" providerId="LiveId" clId="{10275908-82CB-4111-8AC1-0D131A21EACA}" dt="2020-08-12T13:24:13.747" v="824" actId="108"/>
        <pc:sldMkLst>
          <pc:docMk/>
          <pc:sldMk cId="2216433463" sldId="576"/>
        </pc:sldMkLst>
        <pc:spChg chg="mod">
          <ac:chgData name="翟 锐" userId="fef11181f709266a" providerId="LiveId" clId="{10275908-82CB-4111-8AC1-0D131A21EACA}" dt="2020-08-12T13:24:13.747" v="824" actId="108"/>
          <ac:spMkLst>
            <pc:docMk/>
            <pc:sldMk cId="2216433463" sldId="576"/>
            <ac:spMk id="2" creationId="{1A343DEC-CFF6-41F5-B87C-0DFC08C67B76}"/>
          </ac:spMkLst>
        </pc:spChg>
      </pc:sldChg>
      <pc:sldChg chg="modSp add mod">
        <pc:chgData name="翟 锐" userId="fef11181f709266a" providerId="LiveId" clId="{10275908-82CB-4111-8AC1-0D131A21EACA}" dt="2020-08-12T13:24:16.404" v="825" actId="108"/>
        <pc:sldMkLst>
          <pc:docMk/>
          <pc:sldMk cId="1412906642" sldId="577"/>
        </pc:sldMkLst>
        <pc:spChg chg="mod">
          <ac:chgData name="翟 锐" userId="fef11181f709266a" providerId="LiveId" clId="{10275908-82CB-4111-8AC1-0D131A21EACA}" dt="2020-08-12T13:24:16.404" v="825" actId="108"/>
          <ac:spMkLst>
            <pc:docMk/>
            <pc:sldMk cId="1412906642" sldId="577"/>
            <ac:spMk id="2" creationId="{1A343DEC-CFF6-41F5-B87C-0DFC08C67B76}"/>
          </ac:spMkLst>
        </pc:spChg>
      </pc:sldChg>
      <pc:sldChg chg="modSp add mod">
        <pc:chgData name="翟 锐" userId="fef11181f709266a" providerId="LiveId" clId="{10275908-82CB-4111-8AC1-0D131A21EACA}" dt="2020-08-12T13:24:19.098" v="827" actId="108"/>
        <pc:sldMkLst>
          <pc:docMk/>
          <pc:sldMk cId="1727444032" sldId="578"/>
        </pc:sldMkLst>
        <pc:spChg chg="mod">
          <ac:chgData name="翟 锐" userId="fef11181f709266a" providerId="LiveId" clId="{10275908-82CB-4111-8AC1-0D131A21EACA}" dt="2020-08-12T13:24:19.098" v="827" actId="108"/>
          <ac:spMkLst>
            <pc:docMk/>
            <pc:sldMk cId="1727444032" sldId="578"/>
            <ac:spMk id="2" creationId="{1A343DEC-CFF6-41F5-B87C-0DFC08C67B76}"/>
          </ac:spMkLst>
        </pc:spChg>
      </pc:sldChg>
      <pc:sldChg chg="modSp add del mod">
        <pc:chgData name="翟 锐" userId="fef11181f709266a" providerId="LiveId" clId="{10275908-82CB-4111-8AC1-0D131A21EACA}" dt="2020-08-12T13:24:27.632" v="829" actId="47"/>
        <pc:sldMkLst>
          <pc:docMk/>
          <pc:sldMk cId="1814820390" sldId="579"/>
        </pc:sldMkLst>
        <pc:spChg chg="mod">
          <ac:chgData name="翟 锐" userId="fef11181f709266a" providerId="LiveId" clId="{10275908-82CB-4111-8AC1-0D131A21EACA}" dt="2020-08-12T13:24:21.713" v="828" actId="108"/>
          <ac:spMkLst>
            <pc:docMk/>
            <pc:sldMk cId="1814820390" sldId="579"/>
            <ac:spMk id="2" creationId="{1A343DEC-CFF6-41F5-B87C-0DFC08C67B76}"/>
          </ac:spMkLst>
        </pc:spChg>
      </pc:sldChg>
      <pc:sldChg chg="modSp add mod">
        <pc:chgData name="翟 锐" userId="fef11181f709266a" providerId="LiveId" clId="{10275908-82CB-4111-8AC1-0D131A21EACA}" dt="2020-08-12T13:25:58.553" v="833" actId="6549"/>
        <pc:sldMkLst>
          <pc:docMk/>
          <pc:sldMk cId="3171092185" sldId="579"/>
        </pc:sldMkLst>
        <pc:spChg chg="mod">
          <ac:chgData name="翟 锐" userId="fef11181f709266a" providerId="LiveId" clId="{10275908-82CB-4111-8AC1-0D131A21EACA}" dt="2020-08-12T13:25:58.553" v="833" actId="6549"/>
          <ac:spMkLst>
            <pc:docMk/>
            <pc:sldMk cId="3171092185" sldId="579"/>
            <ac:spMk id="2" creationId="{1A343DEC-CFF6-41F5-B87C-0DFC08C67B76}"/>
          </ac:spMkLst>
        </pc:spChg>
      </pc:sldChg>
      <pc:sldChg chg="modSp add mod">
        <pc:chgData name="翟 锐" userId="fef11181f709266a" providerId="LiveId" clId="{10275908-82CB-4111-8AC1-0D131A21EACA}" dt="2020-08-12T13:26:51.088" v="840" actId="6549"/>
        <pc:sldMkLst>
          <pc:docMk/>
          <pc:sldMk cId="779357039" sldId="580"/>
        </pc:sldMkLst>
        <pc:spChg chg="mod">
          <ac:chgData name="翟 锐" userId="fef11181f709266a" providerId="LiveId" clId="{10275908-82CB-4111-8AC1-0D131A21EACA}" dt="2020-08-12T13:26:51.088" v="840" actId="6549"/>
          <ac:spMkLst>
            <pc:docMk/>
            <pc:sldMk cId="779357039" sldId="580"/>
            <ac:spMk id="2" creationId="{1A343DEC-CFF6-41F5-B87C-0DFC08C67B76}"/>
          </ac:spMkLst>
        </pc:spChg>
      </pc:sldChg>
      <pc:sldChg chg="new del">
        <pc:chgData name="翟 锐" userId="fef11181f709266a" providerId="LiveId" clId="{10275908-82CB-4111-8AC1-0D131A21EACA}" dt="2020-08-12T13:22:43.997" v="796" actId="680"/>
        <pc:sldMkLst>
          <pc:docMk/>
          <pc:sldMk cId="1005647335" sldId="580"/>
        </pc:sldMkLst>
      </pc:sldChg>
      <pc:sldChg chg="modSp add del mod">
        <pc:chgData name="翟 锐" userId="fef11181f709266a" providerId="LiveId" clId="{10275908-82CB-4111-8AC1-0D131A21EACA}" dt="2020-08-12T13:23:01.211" v="801" actId="47"/>
        <pc:sldMkLst>
          <pc:docMk/>
          <pc:sldMk cId="4144684125" sldId="580"/>
        </pc:sldMkLst>
        <pc:spChg chg="mod">
          <ac:chgData name="翟 锐" userId="fef11181f709266a" providerId="LiveId" clId="{10275908-82CB-4111-8AC1-0D131A21EACA}" dt="2020-08-12T13:22:55.585" v="800"/>
          <ac:spMkLst>
            <pc:docMk/>
            <pc:sldMk cId="4144684125" sldId="580"/>
            <ac:spMk id="2" creationId="{1A343DEC-CFF6-41F5-B87C-0DFC08C67B76}"/>
          </ac:spMkLst>
        </pc:spChg>
      </pc:sldChg>
      <pc:sldChg chg="add del">
        <pc:chgData name="翟 锐" userId="fef11181f709266a" providerId="LiveId" clId="{10275908-82CB-4111-8AC1-0D131A21EACA}" dt="2020-08-12T15:48:37.966" v="1399" actId="47"/>
        <pc:sldMkLst>
          <pc:docMk/>
          <pc:sldMk cId="3998745401" sldId="581"/>
        </pc:sldMkLst>
      </pc:sldChg>
      <pc:sldChg chg="modSp add mod modAnim">
        <pc:chgData name="翟 锐" userId="fef11181f709266a" providerId="LiveId" clId="{10275908-82CB-4111-8AC1-0D131A21EACA}" dt="2020-08-12T13:38:44.833" v="889" actId="6549"/>
        <pc:sldMkLst>
          <pc:docMk/>
          <pc:sldMk cId="261589731" sldId="582"/>
        </pc:sldMkLst>
        <pc:spChg chg="mod">
          <ac:chgData name="翟 锐" userId="fef11181f709266a" providerId="LiveId" clId="{10275908-82CB-4111-8AC1-0D131A21EACA}" dt="2020-08-12T13:38:44.833" v="889" actId="6549"/>
          <ac:spMkLst>
            <pc:docMk/>
            <pc:sldMk cId="261589731" sldId="582"/>
            <ac:spMk id="2" creationId="{1A343DEC-CFF6-41F5-B87C-0DFC08C67B76}"/>
          </ac:spMkLst>
        </pc:spChg>
        <pc:spChg chg="mod">
          <ac:chgData name="翟 锐" userId="fef11181f709266a" providerId="LiveId" clId="{10275908-82CB-4111-8AC1-0D131A21EACA}" dt="2020-08-12T13:38:25.440" v="883"/>
          <ac:spMkLst>
            <pc:docMk/>
            <pc:sldMk cId="261589731" sldId="582"/>
            <ac:spMk id="35" creationId="{00000000-0000-0000-0000-000000000000}"/>
          </ac:spMkLst>
        </pc:spChg>
      </pc:sldChg>
      <pc:sldChg chg="modSp add mod ord">
        <pc:chgData name="翟 锐" userId="fef11181f709266a" providerId="LiveId" clId="{10275908-82CB-4111-8AC1-0D131A21EACA}" dt="2020-08-12T13:44:32.437" v="918"/>
        <pc:sldMkLst>
          <pc:docMk/>
          <pc:sldMk cId="1594480700" sldId="583"/>
        </pc:sldMkLst>
        <pc:spChg chg="mod">
          <ac:chgData name="翟 锐" userId="fef11181f709266a" providerId="LiveId" clId="{10275908-82CB-4111-8AC1-0D131A21EACA}" dt="2020-08-12T13:44:32.437" v="918"/>
          <ac:spMkLst>
            <pc:docMk/>
            <pc:sldMk cId="1594480700" sldId="583"/>
            <ac:spMk id="2" creationId="{1A343DEC-CFF6-41F5-B87C-0DFC08C67B76}"/>
          </ac:spMkLst>
        </pc:spChg>
      </pc:sldChg>
      <pc:sldChg chg="modSp add mod">
        <pc:chgData name="翟 锐" userId="fef11181f709266a" providerId="LiveId" clId="{10275908-82CB-4111-8AC1-0D131A21EACA}" dt="2020-08-12T13:39:06.006" v="900" actId="6549"/>
        <pc:sldMkLst>
          <pc:docMk/>
          <pc:sldMk cId="3771257398" sldId="584"/>
        </pc:sldMkLst>
        <pc:spChg chg="mod">
          <ac:chgData name="翟 锐" userId="fef11181f709266a" providerId="LiveId" clId="{10275908-82CB-4111-8AC1-0D131A21EACA}" dt="2020-08-12T13:39:06.006" v="900" actId="6549"/>
          <ac:spMkLst>
            <pc:docMk/>
            <pc:sldMk cId="3771257398" sldId="584"/>
            <ac:spMk id="2" creationId="{1A343DEC-CFF6-41F5-B87C-0DFC08C67B76}"/>
          </ac:spMkLst>
        </pc:spChg>
      </pc:sldChg>
      <pc:sldChg chg="modSp add mod">
        <pc:chgData name="翟 锐" userId="fef11181f709266a" providerId="LiveId" clId="{10275908-82CB-4111-8AC1-0D131A21EACA}" dt="2020-08-12T13:39:29.293" v="906" actId="6549"/>
        <pc:sldMkLst>
          <pc:docMk/>
          <pc:sldMk cId="2817423939" sldId="585"/>
        </pc:sldMkLst>
        <pc:spChg chg="mod">
          <ac:chgData name="翟 锐" userId="fef11181f709266a" providerId="LiveId" clId="{10275908-82CB-4111-8AC1-0D131A21EACA}" dt="2020-08-12T13:39:29.293" v="906" actId="6549"/>
          <ac:spMkLst>
            <pc:docMk/>
            <pc:sldMk cId="2817423939" sldId="585"/>
            <ac:spMk id="2" creationId="{1A343DEC-CFF6-41F5-B87C-0DFC08C67B76}"/>
          </ac:spMkLst>
        </pc:spChg>
      </pc:sldChg>
      <pc:sldChg chg="modSp add mod">
        <pc:chgData name="翟 锐" userId="fef11181f709266a" providerId="LiveId" clId="{10275908-82CB-4111-8AC1-0D131A21EACA}" dt="2020-08-12T13:54:26.979" v="921" actId="20577"/>
        <pc:sldMkLst>
          <pc:docMk/>
          <pc:sldMk cId="2748688468" sldId="586"/>
        </pc:sldMkLst>
        <pc:spChg chg="mod">
          <ac:chgData name="翟 锐" userId="fef11181f709266a" providerId="LiveId" clId="{10275908-82CB-4111-8AC1-0D131A21EACA}" dt="2020-08-12T13:54:26.979" v="921" actId="20577"/>
          <ac:spMkLst>
            <pc:docMk/>
            <pc:sldMk cId="2748688468" sldId="586"/>
            <ac:spMk id="2" creationId="{1A343DEC-CFF6-41F5-B87C-0DFC08C67B76}"/>
          </ac:spMkLst>
        </pc:spChg>
      </pc:sldChg>
      <pc:sldChg chg="addSp delSp modSp add mod ord">
        <pc:chgData name="翟 锐" userId="fef11181f709266a" providerId="LiveId" clId="{10275908-82CB-4111-8AC1-0D131A21EACA}" dt="2020-08-12T14:46:41.545" v="1053" actId="478"/>
        <pc:sldMkLst>
          <pc:docMk/>
          <pc:sldMk cId="4205128277" sldId="587"/>
        </pc:sldMkLst>
        <pc:spChg chg="del mod">
          <ac:chgData name="翟 锐" userId="fef11181f709266a" providerId="LiveId" clId="{10275908-82CB-4111-8AC1-0D131A21EACA}" dt="2020-08-12T14:46:41.545" v="1053" actId="478"/>
          <ac:spMkLst>
            <pc:docMk/>
            <pc:sldMk cId="4205128277" sldId="587"/>
            <ac:spMk id="2" creationId="{1A343DEC-CFF6-41F5-B87C-0DFC08C67B76}"/>
          </ac:spMkLst>
        </pc:spChg>
        <pc:spChg chg="mod">
          <ac:chgData name="翟 锐" userId="fef11181f709266a" providerId="LiveId" clId="{10275908-82CB-4111-8AC1-0D131A21EACA}" dt="2020-08-12T14:46:39.104" v="1052" actId="1076"/>
          <ac:spMkLst>
            <pc:docMk/>
            <pc:sldMk cId="4205128277" sldId="587"/>
            <ac:spMk id="7" creationId="{597CF2EA-6107-4614-9E4B-ACE3BC6CC88B}"/>
          </ac:spMkLst>
        </pc:spChg>
        <pc:spChg chg="mod">
          <ac:chgData name="翟 锐" userId="fef11181f709266a" providerId="LiveId" clId="{10275908-82CB-4111-8AC1-0D131A21EACA}" dt="2020-08-12T14:46:39.104" v="1052" actId="1076"/>
          <ac:spMkLst>
            <pc:docMk/>
            <pc:sldMk cId="4205128277" sldId="587"/>
            <ac:spMk id="8" creationId="{15B5E778-DAA3-42DA-98B6-22D45ABA6166}"/>
          </ac:spMkLst>
        </pc:spChg>
        <pc:spChg chg="mod">
          <ac:chgData name="翟 锐" userId="fef11181f709266a" providerId="LiveId" clId="{10275908-82CB-4111-8AC1-0D131A21EACA}" dt="2020-08-12T14:46:39.104" v="1052" actId="1076"/>
          <ac:spMkLst>
            <pc:docMk/>
            <pc:sldMk cId="4205128277" sldId="587"/>
            <ac:spMk id="9" creationId="{8D64E96D-99CF-47D3-97B9-E94B5F75903F}"/>
          </ac:spMkLst>
        </pc:spChg>
        <pc:spChg chg="mod">
          <ac:chgData name="翟 锐" userId="fef11181f709266a" providerId="LiveId" clId="{10275908-82CB-4111-8AC1-0D131A21EACA}" dt="2020-08-12T14:46:39.104" v="1052" actId="1076"/>
          <ac:spMkLst>
            <pc:docMk/>
            <pc:sldMk cId="4205128277" sldId="587"/>
            <ac:spMk id="10" creationId="{921FF024-4EAB-47F1-BA30-7E07871A7D3D}"/>
          </ac:spMkLst>
        </pc:spChg>
        <pc:spChg chg="mod">
          <ac:chgData name="翟 锐" userId="fef11181f709266a" providerId="LiveId" clId="{10275908-82CB-4111-8AC1-0D131A21EACA}" dt="2020-08-12T14:46:39.104" v="1052" actId="1076"/>
          <ac:spMkLst>
            <pc:docMk/>
            <pc:sldMk cId="4205128277" sldId="587"/>
            <ac:spMk id="11" creationId="{469B5221-9077-41E2-9252-ADD287A0FA65}"/>
          </ac:spMkLst>
        </pc:spChg>
        <pc:spChg chg="mod">
          <ac:chgData name="翟 锐" userId="fef11181f709266a" providerId="LiveId" clId="{10275908-82CB-4111-8AC1-0D131A21EACA}" dt="2020-08-12T14:46:39.104" v="1052" actId="1076"/>
          <ac:spMkLst>
            <pc:docMk/>
            <pc:sldMk cId="4205128277" sldId="587"/>
            <ac:spMk id="12" creationId="{DA555BD8-1229-4F09-822A-F1C60D45E012}"/>
          </ac:spMkLst>
        </pc:spChg>
        <pc:spChg chg="mod">
          <ac:chgData name="翟 锐" userId="fef11181f709266a" providerId="LiveId" clId="{10275908-82CB-4111-8AC1-0D131A21EACA}" dt="2020-08-12T14:46:39.104" v="1052" actId="1076"/>
          <ac:spMkLst>
            <pc:docMk/>
            <pc:sldMk cId="4205128277" sldId="587"/>
            <ac:spMk id="13" creationId="{02C6022A-1118-4D78-9322-666C740AECD8}"/>
          </ac:spMkLst>
        </pc:spChg>
        <pc:spChg chg="mod">
          <ac:chgData name="翟 锐" userId="fef11181f709266a" providerId="LiveId" clId="{10275908-82CB-4111-8AC1-0D131A21EACA}" dt="2020-08-12T14:46:39.104" v="1052" actId="1076"/>
          <ac:spMkLst>
            <pc:docMk/>
            <pc:sldMk cId="4205128277" sldId="587"/>
            <ac:spMk id="14" creationId="{4DE51BE7-210E-4A38-A8BD-A87B427B6117}"/>
          </ac:spMkLst>
        </pc:spChg>
        <pc:spChg chg="mod">
          <ac:chgData name="翟 锐" userId="fef11181f709266a" providerId="LiveId" clId="{10275908-82CB-4111-8AC1-0D131A21EACA}" dt="2020-08-12T14:46:39.104" v="1052" actId="1076"/>
          <ac:spMkLst>
            <pc:docMk/>
            <pc:sldMk cId="4205128277" sldId="587"/>
            <ac:spMk id="15" creationId="{7732155B-B5FA-4AD0-A95C-54475B636C55}"/>
          </ac:spMkLst>
        </pc:spChg>
        <pc:spChg chg="mod">
          <ac:chgData name="翟 锐" userId="fef11181f709266a" providerId="LiveId" clId="{10275908-82CB-4111-8AC1-0D131A21EACA}" dt="2020-08-12T14:46:39.104" v="1052" actId="1076"/>
          <ac:spMkLst>
            <pc:docMk/>
            <pc:sldMk cId="4205128277" sldId="587"/>
            <ac:spMk id="16" creationId="{75CEAEC6-A42E-4232-8CDE-5AB6A978C82E}"/>
          </ac:spMkLst>
        </pc:spChg>
        <pc:spChg chg="mod">
          <ac:chgData name="翟 锐" userId="fef11181f709266a" providerId="LiveId" clId="{10275908-82CB-4111-8AC1-0D131A21EACA}" dt="2020-08-12T14:46:39.104" v="1052" actId="1076"/>
          <ac:spMkLst>
            <pc:docMk/>
            <pc:sldMk cId="4205128277" sldId="587"/>
            <ac:spMk id="17" creationId="{FFF18E4F-0997-4AAF-A193-41619F8C5642}"/>
          </ac:spMkLst>
        </pc:spChg>
        <pc:spChg chg="mod">
          <ac:chgData name="翟 锐" userId="fef11181f709266a" providerId="LiveId" clId="{10275908-82CB-4111-8AC1-0D131A21EACA}" dt="2020-08-12T14:46:39.104" v="1052" actId="1076"/>
          <ac:spMkLst>
            <pc:docMk/>
            <pc:sldMk cId="4205128277" sldId="587"/>
            <ac:spMk id="18" creationId="{C08FB381-FA3F-4642-862F-531D79DBFFEE}"/>
          </ac:spMkLst>
        </pc:spChg>
        <pc:spChg chg="mod">
          <ac:chgData name="翟 锐" userId="fef11181f709266a" providerId="LiveId" clId="{10275908-82CB-4111-8AC1-0D131A21EACA}" dt="2020-08-12T14:46:39.104" v="1052" actId="1076"/>
          <ac:spMkLst>
            <pc:docMk/>
            <pc:sldMk cId="4205128277" sldId="587"/>
            <ac:spMk id="19" creationId="{09848156-EA8C-4FB2-BB36-BF8B7C6B4B8D}"/>
          </ac:spMkLst>
        </pc:spChg>
        <pc:spChg chg="mod">
          <ac:chgData name="翟 锐" userId="fef11181f709266a" providerId="LiveId" clId="{10275908-82CB-4111-8AC1-0D131A21EACA}" dt="2020-08-12T14:46:39.104" v="1052" actId="1076"/>
          <ac:spMkLst>
            <pc:docMk/>
            <pc:sldMk cId="4205128277" sldId="587"/>
            <ac:spMk id="20" creationId="{DB60C12E-AEFA-4064-8194-BB28837D8010}"/>
          </ac:spMkLst>
        </pc:spChg>
        <pc:spChg chg="mod">
          <ac:chgData name="翟 锐" userId="fef11181f709266a" providerId="LiveId" clId="{10275908-82CB-4111-8AC1-0D131A21EACA}" dt="2020-08-12T14:46:39.104" v="1052" actId="1076"/>
          <ac:spMkLst>
            <pc:docMk/>
            <pc:sldMk cId="4205128277" sldId="587"/>
            <ac:spMk id="21" creationId="{156CEF87-177C-49E5-A799-0A0D76AB0AFB}"/>
          </ac:spMkLst>
        </pc:spChg>
        <pc:spChg chg="mod">
          <ac:chgData name="翟 锐" userId="fef11181f709266a" providerId="LiveId" clId="{10275908-82CB-4111-8AC1-0D131A21EACA}" dt="2020-08-12T14:46:39.104" v="1052" actId="1076"/>
          <ac:spMkLst>
            <pc:docMk/>
            <pc:sldMk cId="4205128277" sldId="587"/>
            <ac:spMk id="22" creationId="{A96023E6-7491-4671-8C1B-A6A791F19FE4}"/>
          </ac:spMkLst>
        </pc:spChg>
        <pc:spChg chg="mod">
          <ac:chgData name="翟 锐" userId="fef11181f709266a" providerId="LiveId" clId="{10275908-82CB-4111-8AC1-0D131A21EACA}" dt="2020-08-12T14:46:39.104" v="1052" actId="1076"/>
          <ac:spMkLst>
            <pc:docMk/>
            <pc:sldMk cId="4205128277" sldId="587"/>
            <ac:spMk id="23" creationId="{2227A6C4-65EF-4587-82C5-C3744250026A}"/>
          </ac:spMkLst>
        </pc:spChg>
        <pc:spChg chg="mod">
          <ac:chgData name="翟 锐" userId="fef11181f709266a" providerId="LiveId" clId="{10275908-82CB-4111-8AC1-0D131A21EACA}" dt="2020-08-12T14:46:39.104" v="1052" actId="1076"/>
          <ac:spMkLst>
            <pc:docMk/>
            <pc:sldMk cId="4205128277" sldId="587"/>
            <ac:spMk id="24" creationId="{122FD740-6573-46FE-9814-DDB4945B9D16}"/>
          </ac:spMkLst>
        </pc:spChg>
        <pc:spChg chg="mod">
          <ac:chgData name="翟 锐" userId="fef11181f709266a" providerId="LiveId" clId="{10275908-82CB-4111-8AC1-0D131A21EACA}" dt="2020-08-12T14:46:39.104" v="1052" actId="1076"/>
          <ac:spMkLst>
            <pc:docMk/>
            <pc:sldMk cId="4205128277" sldId="587"/>
            <ac:spMk id="25" creationId="{92EE7037-A02A-4398-9CF7-DF0475BD5051}"/>
          </ac:spMkLst>
        </pc:spChg>
        <pc:spChg chg="mod">
          <ac:chgData name="翟 锐" userId="fef11181f709266a" providerId="LiveId" clId="{10275908-82CB-4111-8AC1-0D131A21EACA}" dt="2020-08-12T14:46:39.104" v="1052" actId="1076"/>
          <ac:spMkLst>
            <pc:docMk/>
            <pc:sldMk cId="4205128277" sldId="587"/>
            <ac:spMk id="26" creationId="{648F5717-3FF8-477F-AEBC-34E5B56E19F1}"/>
          </ac:spMkLst>
        </pc:spChg>
        <pc:spChg chg="mod">
          <ac:chgData name="翟 锐" userId="fef11181f709266a" providerId="LiveId" clId="{10275908-82CB-4111-8AC1-0D131A21EACA}" dt="2020-08-12T14:46:39.104" v="1052" actId="1076"/>
          <ac:spMkLst>
            <pc:docMk/>
            <pc:sldMk cId="4205128277" sldId="587"/>
            <ac:spMk id="27" creationId="{DABD5237-D265-4CC3-8EDC-005D6588CADF}"/>
          </ac:spMkLst>
        </pc:spChg>
        <pc:spChg chg="mod">
          <ac:chgData name="翟 锐" userId="fef11181f709266a" providerId="LiveId" clId="{10275908-82CB-4111-8AC1-0D131A21EACA}" dt="2020-08-12T14:46:39.104" v="1052" actId="1076"/>
          <ac:spMkLst>
            <pc:docMk/>
            <pc:sldMk cId="4205128277" sldId="587"/>
            <ac:spMk id="28" creationId="{7E8214CC-6533-41A6-A699-6925ADCBAA0C}"/>
          </ac:spMkLst>
        </pc:spChg>
        <pc:spChg chg="mod">
          <ac:chgData name="翟 锐" userId="fef11181f709266a" providerId="LiveId" clId="{10275908-82CB-4111-8AC1-0D131A21EACA}" dt="2020-08-12T14:46:39.104" v="1052" actId="1076"/>
          <ac:spMkLst>
            <pc:docMk/>
            <pc:sldMk cId="4205128277" sldId="587"/>
            <ac:spMk id="29" creationId="{BEB36144-A3A7-4D9A-9B27-309C64B07E9D}"/>
          </ac:spMkLst>
        </pc:spChg>
        <pc:spChg chg="mod">
          <ac:chgData name="翟 锐" userId="fef11181f709266a" providerId="LiveId" clId="{10275908-82CB-4111-8AC1-0D131A21EACA}" dt="2020-08-12T14:46:39.104" v="1052" actId="1076"/>
          <ac:spMkLst>
            <pc:docMk/>
            <pc:sldMk cId="4205128277" sldId="587"/>
            <ac:spMk id="30" creationId="{D8CAF723-50DE-42CB-AB1E-1E55EB86A1B0}"/>
          </ac:spMkLst>
        </pc:spChg>
        <pc:grpChg chg="add mod">
          <ac:chgData name="翟 锐" userId="fef11181f709266a" providerId="LiveId" clId="{10275908-82CB-4111-8AC1-0D131A21EACA}" dt="2020-08-12T14:46:39.104" v="1052" actId="1076"/>
          <ac:grpSpMkLst>
            <pc:docMk/>
            <pc:sldMk cId="4205128277" sldId="587"/>
            <ac:grpSpMk id="6" creationId="{93414399-1B14-432D-ADA5-036933386850}"/>
          </ac:grpSpMkLst>
        </pc:grpChg>
      </pc:sldChg>
      <pc:sldChg chg="delSp modSp add mod modAnim">
        <pc:chgData name="翟 锐" userId="fef11181f709266a" providerId="LiveId" clId="{10275908-82CB-4111-8AC1-0D131A21EACA}" dt="2020-08-12T14:47:17.386" v="1062"/>
        <pc:sldMkLst>
          <pc:docMk/>
          <pc:sldMk cId="850308225" sldId="588"/>
        </pc:sldMkLst>
        <pc:spChg chg="mod">
          <ac:chgData name="翟 锐" userId="fef11181f709266a" providerId="LiveId" clId="{10275908-82CB-4111-8AC1-0D131A21EACA}" dt="2020-08-12T14:47:14.513" v="1059" actId="21"/>
          <ac:spMkLst>
            <pc:docMk/>
            <pc:sldMk cId="850308225" sldId="588"/>
            <ac:spMk id="2" creationId="{1A343DEC-CFF6-41F5-B87C-0DFC08C67B76}"/>
          </ac:spMkLst>
        </pc:spChg>
        <pc:spChg chg="mod">
          <ac:chgData name="翟 锐" userId="fef11181f709266a" providerId="LiveId" clId="{10275908-82CB-4111-8AC1-0D131A21EACA}" dt="2020-08-12T14:47:17.386" v="1062"/>
          <ac:spMkLst>
            <pc:docMk/>
            <pc:sldMk cId="850308225" sldId="588"/>
            <ac:spMk id="35" creationId="{00000000-0000-0000-0000-000000000000}"/>
          </ac:spMkLst>
        </pc:spChg>
        <pc:grpChg chg="del">
          <ac:chgData name="翟 锐" userId="fef11181f709266a" providerId="LiveId" clId="{10275908-82CB-4111-8AC1-0D131A21EACA}" dt="2020-08-12T14:37:32.973" v="945" actId="478"/>
          <ac:grpSpMkLst>
            <pc:docMk/>
            <pc:sldMk cId="850308225" sldId="588"/>
            <ac:grpSpMk id="6" creationId="{93414399-1B14-432D-ADA5-036933386850}"/>
          </ac:grpSpMkLst>
        </pc:grpChg>
      </pc:sldChg>
      <pc:sldChg chg="delSp modSp add mod">
        <pc:chgData name="翟 锐" userId="fef11181f709266a" providerId="LiveId" clId="{10275908-82CB-4111-8AC1-0D131A21EACA}" dt="2020-08-12T14:48:10.613" v="1067"/>
        <pc:sldMkLst>
          <pc:docMk/>
          <pc:sldMk cId="1817544442" sldId="589"/>
        </pc:sldMkLst>
        <pc:spChg chg="mod">
          <ac:chgData name="翟 锐" userId="fef11181f709266a" providerId="LiveId" clId="{10275908-82CB-4111-8AC1-0D131A21EACA}" dt="2020-08-12T14:40:50.864" v="955" actId="6549"/>
          <ac:spMkLst>
            <pc:docMk/>
            <pc:sldMk cId="1817544442" sldId="589"/>
            <ac:spMk id="2" creationId="{1A343DEC-CFF6-41F5-B87C-0DFC08C67B76}"/>
          </ac:spMkLst>
        </pc:spChg>
        <pc:spChg chg="mod">
          <ac:chgData name="翟 锐" userId="fef11181f709266a" providerId="LiveId" clId="{10275908-82CB-4111-8AC1-0D131A21EACA}" dt="2020-08-12T14:48:10.613" v="1067"/>
          <ac:spMkLst>
            <pc:docMk/>
            <pc:sldMk cId="1817544442" sldId="589"/>
            <ac:spMk id="35" creationId="{00000000-0000-0000-0000-000000000000}"/>
          </ac:spMkLst>
        </pc:spChg>
        <pc:grpChg chg="del">
          <ac:chgData name="翟 锐" userId="fef11181f709266a" providerId="LiveId" clId="{10275908-82CB-4111-8AC1-0D131A21EACA}" dt="2020-08-12T14:40:41.365" v="949" actId="478"/>
          <ac:grpSpMkLst>
            <pc:docMk/>
            <pc:sldMk cId="1817544442" sldId="589"/>
            <ac:grpSpMk id="6" creationId="{93414399-1B14-432D-ADA5-036933386850}"/>
          </ac:grpSpMkLst>
        </pc:grpChg>
      </pc:sldChg>
      <pc:sldChg chg="delSp modSp add mod">
        <pc:chgData name="翟 锐" userId="fef11181f709266a" providerId="LiveId" clId="{10275908-82CB-4111-8AC1-0D131A21EACA}" dt="2020-08-12T14:48:34.182" v="1074" actId="6549"/>
        <pc:sldMkLst>
          <pc:docMk/>
          <pc:sldMk cId="685558447" sldId="590"/>
        </pc:sldMkLst>
        <pc:spChg chg="mod">
          <ac:chgData name="翟 锐" userId="fef11181f709266a" providerId="LiveId" clId="{10275908-82CB-4111-8AC1-0D131A21EACA}" dt="2020-08-12T14:48:34.182" v="1074" actId="6549"/>
          <ac:spMkLst>
            <pc:docMk/>
            <pc:sldMk cId="685558447" sldId="590"/>
            <ac:spMk id="2" creationId="{1A343DEC-CFF6-41F5-B87C-0DFC08C67B76}"/>
          </ac:spMkLst>
        </pc:spChg>
        <pc:spChg chg="mod">
          <ac:chgData name="翟 锐" userId="fef11181f709266a" providerId="LiveId" clId="{10275908-82CB-4111-8AC1-0D131A21EACA}" dt="2020-08-12T14:48:15.003" v="1070"/>
          <ac:spMkLst>
            <pc:docMk/>
            <pc:sldMk cId="685558447" sldId="590"/>
            <ac:spMk id="35" creationId="{00000000-0000-0000-0000-000000000000}"/>
          </ac:spMkLst>
        </pc:spChg>
        <pc:grpChg chg="del">
          <ac:chgData name="翟 锐" userId="fef11181f709266a" providerId="LiveId" clId="{10275908-82CB-4111-8AC1-0D131A21EACA}" dt="2020-08-12T14:41:01.187" v="956" actId="478"/>
          <ac:grpSpMkLst>
            <pc:docMk/>
            <pc:sldMk cId="685558447" sldId="590"/>
            <ac:grpSpMk id="6" creationId="{93414399-1B14-432D-ADA5-036933386850}"/>
          </ac:grpSpMkLst>
        </pc:grpChg>
      </pc:sldChg>
      <pc:sldChg chg="modSp add">
        <pc:chgData name="翟 锐" userId="fef11181f709266a" providerId="LiveId" clId="{10275908-82CB-4111-8AC1-0D131A21EACA}" dt="2020-08-12T14:44:21.979" v="1007" actId="20577"/>
        <pc:sldMkLst>
          <pc:docMk/>
          <pc:sldMk cId="1241660107" sldId="591"/>
        </pc:sldMkLst>
        <pc:spChg chg="mod">
          <ac:chgData name="翟 锐" userId="fef11181f709266a" providerId="LiveId" clId="{10275908-82CB-4111-8AC1-0D131A21EACA}" dt="2020-08-12T14:44:21.979" v="1007" actId="20577"/>
          <ac:spMkLst>
            <pc:docMk/>
            <pc:sldMk cId="1241660107" sldId="591"/>
            <ac:spMk id="2" creationId="{00000000-0000-0000-0000-000000000000}"/>
          </ac:spMkLst>
        </pc:spChg>
      </pc:sldChg>
      <pc:sldChg chg="delSp modSp add mod">
        <pc:chgData name="翟 锐" userId="fef11181f709266a" providerId="LiveId" clId="{10275908-82CB-4111-8AC1-0D131A21EACA}" dt="2020-08-12T14:45:04.414" v="1019" actId="20577"/>
        <pc:sldMkLst>
          <pc:docMk/>
          <pc:sldMk cId="661421327" sldId="592"/>
        </pc:sldMkLst>
        <pc:spChg chg="mod">
          <ac:chgData name="翟 锐" userId="fef11181f709266a" providerId="LiveId" clId="{10275908-82CB-4111-8AC1-0D131A21EACA}" dt="2020-08-12T14:45:04.414" v="1019" actId="20577"/>
          <ac:spMkLst>
            <pc:docMk/>
            <pc:sldMk cId="661421327" sldId="592"/>
            <ac:spMk id="2" creationId="{1A343DEC-CFF6-41F5-B87C-0DFC08C67B76}"/>
          </ac:spMkLst>
        </pc:spChg>
        <pc:grpChg chg="del">
          <ac:chgData name="翟 锐" userId="fef11181f709266a" providerId="LiveId" clId="{10275908-82CB-4111-8AC1-0D131A21EACA}" dt="2020-08-12T14:44:46.863" v="1009" actId="478"/>
          <ac:grpSpMkLst>
            <pc:docMk/>
            <pc:sldMk cId="661421327" sldId="592"/>
            <ac:grpSpMk id="6" creationId="{93414399-1B14-432D-ADA5-036933386850}"/>
          </ac:grpSpMkLst>
        </pc:grpChg>
      </pc:sldChg>
      <pc:sldChg chg="modSp add mod ord">
        <pc:chgData name="翟 锐" userId="fef11181f709266a" providerId="LiveId" clId="{10275908-82CB-4111-8AC1-0D131A21EACA}" dt="2020-08-12T14:46:25.439" v="1051" actId="6549"/>
        <pc:sldMkLst>
          <pc:docMk/>
          <pc:sldMk cId="2843123516" sldId="593"/>
        </pc:sldMkLst>
        <pc:spChg chg="mod">
          <ac:chgData name="翟 锐" userId="fef11181f709266a" providerId="LiveId" clId="{10275908-82CB-4111-8AC1-0D131A21EACA}" dt="2020-08-12T14:46:25.439" v="1051" actId="6549"/>
          <ac:spMkLst>
            <pc:docMk/>
            <pc:sldMk cId="2843123516" sldId="593"/>
            <ac:spMk id="2" creationId="{1A343DEC-CFF6-41F5-B87C-0DFC08C67B76}"/>
          </ac:spMkLst>
        </pc:spChg>
      </pc:sldChg>
      <pc:sldChg chg="modSp add mod modAnim">
        <pc:chgData name="翟 锐" userId="fef11181f709266a" providerId="LiveId" clId="{10275908-82CB-4111-8AC1-0D131A21EACA}" dt="2020-08-12T14:49:52.462" v="1095"/>
        <pc:sldMkLst>
          <pc:docMk/>
          <pc:sldMk cId="3055817303" sldId="594"/>
        </pc:sldMkLst>
        <pc:spChg chg="mod">
          <ac:chgData name="翟 锐" userId="fef11181f709266a" providerId="LiveId" clId="{10275908-82CB-4111-8AC1-0D131A21EACA}" dt="2020-08-12T14:49:44.859" v="1086" actId="21"/>
          <ac:spMkLst>
            <pc:docMk/>
            <pc:sldMk cId="3055817303" sldId="594"/>
            <ac:spMk id="2" creationId="{1A343DEC-CFF6-41F5-B87C-0DFC08C67B76}"/>
          </ac:spMkLst>
        </pc:spChg>
        <pc:spChg chg="mod">
          <ac:chgData name="翟 锐" userId="fef11181f709266a" providerId="LiveId" clId="{10275908-82CB-4111-8AC1-0D131A21EACA}" dt="2020-08-12T14:49:52.462" v="1095"/>
          <ac:spMkLst>
            <pc:docMk/>
            <pc:sldMk cId="3055817303" sldId="594"/>
            <ac:spMk id="35" creationId="{00000000-0000-0000-0000-000000000000}"/>
          </ac:spMkLst>
        </pc:spChg>
      </pc:sldChg>
      <pc:sldChg chg="addSp modSp add modAnim modNotesTx">
        <pc:chgData name="翟 锐" userId="fef11181f709266a" providerId="LiveId" clId="{10275908-82CB-4111-8AC1-0D131A21EACA}" dt="2020-08-12T14:49:15.058" v="1080"/>
        <pc:sldMkLst>
          <pc:docMk/>
          <pc:sldMk cId="363145086" sldId="595"/>
        </pc:sldMkLst>
        <pc:picChg chg="add mod">
          <ac:chgData name="翟 锐" userId="fef11181f709266a" providerId="LiveId" clId="{10275908-82CB-4111-8AC1-0D131A21EACA}" dt="2020-08-12T14:49:05.825" v="1079" actId="14100"/>
          <ac:picMkLst>
            <pc:docMk/>
            <pc:sldMk cId="363145086" sldId="595"/>
            <ac:picMk id="6" creationId="{1FC625FB-239C-49EE-A6E2-6C263647896F}"/>
          </ac:picMkLst>
        </pc:picChg>
      </pc:sldChg>
      <pc:sldChg chg="add">
        <pc:chgData name="翟 锐" userId="fef11181f709266a" providerId="LiveId" clId="{10275908-82CB-4111-8AC1-0D131A21EACA}" dt="2020-08-12T14:44:53.033" v="1013"/>
        <pc:sldMkLst>
          <pc:docMk/>
          <pc:sldMk cId="3722139504" sldId="596"/>
        </pc:sldMkLst>
      </pc:sldChg>
      <pc:sldChg chg="modSp add">
        <pc:chgData name="翟 锐" userId="fef11181f709266a" providerId="LiveId" clId="{10275908-82CB-4111-8AC1-0D131A21EACA}" dt="2020-08-12T14:53:03.622" v="1097" actId="20577"/>
        <pc:sldMkLst>
          <pc:docMk/>
          <pc:sldMk cId="1318928078" sldId="597"/>
        </pc:sldMkLst>
        <pc:spChg chg="mod">
          <ac:chgData name="翟 锐" userId="fef11181f709266a" providerId="LiveId" clId="{10275908-82CB-4111-8AC1-0D131A21EACA}" dt="2020-08-12T14:53:03.622" v="1097" actId="20577"/>
          <ac:spMkLst>
            <pc:docMk/>
            <pc:sldMk cId="1318928078" sldId="597"/>
            <ac:spMk id="2" creationId="{00000000-0000-0000-0000-000000000000}"/>
          </ac:spMkLst>
        </pc:spChg>
      </pc:sldChg>
      <pc:sldChg chg="modSp add mod">
        <pc:chgData name="翟 锐" userId="fef11181f709266a" providerId="LiveId" clId="{10275908-82CB-4111-8AC1-0D131A21EACA}" dt="2020-08-12T14:53:35.258" v="1107" actId="12"/>
        <pc:sldMkLst>
          <pc:docMk/>
          <pc:sldMk cId="3981761768" sldId="598"/>
        </pc:sldMkLst>
        <pc:spChg chg="mod">
          <ac:chgData name="翟 锐" userId="fef11181f709266a" providerId="LiveId" clId="{10275908-82CB-4111-8AC1-0D131A21EACA}" dt="2020-08-12T14:53:35.258" v="1107" actId="12"/>
          <ac:spMkLst>
            <pc:docMk/>
            <pc:sldMk cId="3981761768" sldId="598"/>
            <ac:spMk id="2" creationId="{1A343DEC-CFF6-41F5-B87C-0DFC08C67B76}"/>
          </ac:spMkLst>
        </pc:spChg>
      </pc:sldChg>
      <pc:sldChg chg="modSp add mod">
        <pc:chgData name="翟 锐" userId="fef11181f709266a" providerId="LiveId" clId="{10275908-82CB-4111-8AC1-0D131A21EACA}" dt="2020-08-12T14:53:54.686" v="1113" actId="12"/>
        <pc:sldMkLst>
          <pc:docMk/>
          <pc:sldMk cId="1329126494" sldId="599"/>
        </pc:sldMkLst>
        <pc:spChg chg="mod">
          <ac:chgData name="翟 锐" userId="fef11181f709266a" providerId="LiveId" clId="{10275908-82CB-4111-8AC1-0D131A21EACA}" dt="2020-08-12T14:53:54.686" v="1113" actId="12"/>
          <ac:spMkLst>
            <pc:docMk/>
            <pc:sldMk cId="1329126494" sldId="599"/>
            <ac:spMk id="2" creationId="{1A343DEC-CFF6-41F5-B87C-0DFC08C67B76}"/>
          </ac:spMkLst>
        </pc:spChg>
      </pc:sldChg>
      <pc:sldChg chg="modSp add mod">
        <pc:chgData name="翟 锐" userId="fef11181f709266a" providerId="LiveId" clId="{10275908-82CB-4111-8AC1-0D131A21EACA}" dt="2020-08-12T14:54:40.460" v="1118" actId="20577"/>
        <pc:sldMkLst>
          <pc:docMk/>
          <pc:sldMk cId="1744918970" sldId="600"/>
        </pc:sldMkLst>
        <pc:spChg chg="mod">
          <ac:chgData name="翟 锐" userId="fef11181f709266a" providerId="LiveId" clId="{10275908-82CB-4111-8AC1-0D131A21EACA}" dt="2020-08-12T14:54:40.460" v="1118" actId="20577"/>
          <ac:spMkLst>
            <pc:docMk/>
            <pc:sldMk cId="1744918970" sldId="600"/>
            <ac:spMk id="2" creationId="{1A343DEC-CFF6-41F5-B87C-0DFC08C67B76}"/>
          </ac:spMkLst>
        </pc:spChg>
      </pc:sldChg>
      <pc:sldChg chg="add del">
        <pc:chgData name="翟 锐" userId="fef11181f709266a" providerId="LiveId" clId="{10275908-82CB-4111-8AC1-0D131A21EACA}" dt="2020-08-12T14:54:49.757" v="1122"/>
        <pc:sldMkLst>
          <pc:docMk/>
          <pc:sldMk cId="260787842" sldId="601"/>
        </pc:sldMkLst>
      </pc:sldChg>
      <pc:sldChg chg="modSp add mod">
        <pc:chgData name="翟 锐" userId="fef11181f709266a" providerId="LiveId" clId="{10275908-82CB-4111-8AC1-0D131A21EACA}" dt="2020-08-12T15:42:13.200" v="1225" actId="6549"/>
        <pc:sldMkLst>
          <pc:docMk/>
          <pc:sldMk cId="2101326762" sldId="601"/>
        </pc:sldMkLst>
        <pc:spChg chg="mod">
          <ac:chgData name="翟 锐" userId="fef11181f709266a" providerId="LiveId" clId="{10275908-82CB-4111-8AC1-0D131A21EACA}" dt="2020-08-12T15:42:13.200" v="1225" actId="6549"/>
          <ac:spMkLst>
            <pc:docMk/>
            <pc:sldMk cId="2101326762" sldId="601"/>
            <ac:spMk id="2" creationId="{1A343DEC-CFF6-41F5-B87C-0DFC08C67B76}"/>
          </ac:spMkLst>
        </pc:spChg>
        <pc:spChg chg="mod">
          <ac:chgData name="翟 锐" userId="fef11181f709266a" providerId="LiveId" clId="{10275908-82CB-4111-8AC1-0D131A21EACA}" dt="2020-08-12T15:41:53.336" v="1216"/>
          <ac:spMkLst>
            <pc:docMk/>
            <pc:sldMk cId="2101326762" sldId="601"/>
            <ac:spMk id="35" creationId="{00000000-0000-0000-0000-000000000000}"/>
          </ac:spMkLst>
        </pc:spChg>
      </pc:sldChg>
      <pc:sldChg chg="new del">
        <pc:chgData name="翟 锐" userId="fef11181f709266a" providerId="LiveId" clId="{10275908-82CB-4111-8AC1-0D131A21EACA}" dt="2020-08-12T15:04:43.309" v="1125" actId="680"/>
        <pc:sldMkLst>
          <pc:docMk/>
          <pc:sldMk cId="3698951006" sldId="601"/>
        </pc:sldMkLst>
      </pc:sldChg>
      <pc:sldChg chg="new del">
        <pc:chgData name="翟 锐" userId="fef11181f709266a" providerId="LiveId" clId="{10275908-82CB-4111-8AC1-0D131A21EACA}" dt="2020-08-12T15:06:56.351" v="1163" actId="680"/>
        <pc:sldMkLst>
          <pc:docMk/>
          <pc:sldMk cId="147127502" sldId="602"/>
        </pc:sldMkLst>
      </pc:sldChg>
      <pc:sldChg chg="add del">
        <pc:chgData name="翟 锐" userId="fef11181f709266a" providerId="LiveId" clId="{10275908-82CB-4111-8AC1-0D131A21EACA}" dt="2020-08-12T14:54:49.417" v="1121"/>
        <pc:sldMkLst>
          <pc:docMk/>
          <pc:sldMk cId="1722327393" sldId="602"/>
        </pc:sldMkLst>
      </pc:sldChg>
      <pc:sldChg chg="add">
        <pc:chgData name="翟 锐" userId="fef11181f709266a" providerId="LiveId" clId="{10275908-82CB-4111-8AC1-0D131A21EACA}" dt="2020-08-12T15:06:58.645" v="1164"/>
        <pc:sldMkLst>
          <pc:docMk/>
          <pc:sldMk cId="2142524837" sldId="602"/>
        </pc:sldMkLst>
      </pc:sldChg>
      <pc:sldChg chg="modSp add mod">
        <pc:chgData name="翟 锐" userId="fef11181f709266a" providerId="LiveId" clId="{10275908-82CB-4111-8AC1-0D131A21EACA}" dt="2020-08-12T15:41:40.578" v="1202"/>
        <pc:sldMkLst>
          <pc:docMk/>
          <pc:sldMk cId="2952034791" sldId="603"/>
        </pc:sldMkLst>
        <pc:spChg chg="mod">
          <ac:chgData name="翟 锐" userId="fef11181f709266a" providerId="LiveId" clId="{10275908-82CB-4111-8AC1-0D131A21EACA}" dt="2020-08-12T15:08:27.787" v="1182" actId="6549"/>
          <ac:spMkLst>
            <pc:docMk/>
            <pc:sldMk cId="2952034791" sldId="603"/>
            <ac:spMk id="2" creationId="{1A343DEC-CFF6-41F5-B87C-0DFC08C67B76}"/>
          </ac:spMkLst>
        </pc:spChg>
        <pc:spChg chg="mod">
          <ac:chgData name="翟 锐" userId="fef11181f709266a" providerId="LiveId" clId="{10275908-82CB-4111-8AC1-0D131A21EACA}" dt="2020-08-12T15:41:40.578" v="1202"/>
          <ac:spMkLst>
            <pc:docMk/>
            <pc:sldMk cId="2952034791" sldId="603"/>
            <ac:spMk id="35" creationId="{00000000-0000-0000-0000-000000000000}"/>
          </ac:spMkLst>
        </pc:spChg>
      </pc:sldChg>
      <pc:sldChg chg="delSp add mod">
        <pc:chgData name="翟 锐" userId="fef11181f709266a" providerId="LiveId" clId="{10275908-82CB-4111-8AC1-0D131A21EACA}" dt="2020-08-12T15:16:18.508" v="1185" actId="478"/>
        <pc:sldMkLst>
          <pc:docMk/>
          <pc:sldMk cId="3459061754" sldId="604"/>
        </pc:sldMkLst>
        <pc:picChg chg="del">
          <ac:chgData name="翟 锐" userId="fef11181f709266a" providerId="LiveId" clId="{10275908-82CB-4111-8AC1-0D131A21EACA}" dt="2020-08-12T15:16:18.508" v="1185" actId="478"/>
          <ac:picMkLst>
            <pc:docMk/>
            <pc:sldMk cId="3459061754" sldId="604"/>
            <ac:picMk id="4" creationId="{05F69294-5C7E-47CA-AF72-F2B1779893E8}"/>
          </ac:picMkLst>
        </pc:picChg>
      </pc:sldChg>
      <pc:sldChg chg="modSp add mod">
        <pc:chgData name="翟 锐" userId="fef11181f709266a" providerId="LiveId" clId="{10275908-82CB-4111-8AC1-0D131A21EACA}" dt="2020-08-12T15:43:16.180" v="1261"/>
        <pc:sldMkLst>
          <pc:docMk/>
          <pc:sldMk cId="715867822" sldId="605"/>
        </pc:sldMkLst>
        <pc:spChg chg="mod">
          <ac:chgData name="翟 锐" userId="fef11181f709266a" providerId="LiveId" clId="{10275908-82CB-4111-8AC1-0D131A21EACA}" dt="2020-08-12T15:43:16.180" v="1261"/>
          <ac:spMkLst>
            <pc:docMk/>
            <pc:sldMk cId="715867822" sldId="605"/>
            <ac:spMk id="2" creationId="{1A343DEC-CFF6-41F5-B87C-0DFC08C67B76}"/>
          </ac:spMkLst>
        </pc:spChg>
      </pc:sldChg>
      <pc:sldChg chg="modSp add mod">
        <pc:chgData name="翟 锐" userId="fef11181f709266a" providerId="LiveId" clId="{10275908-82CB-4111-8AC1-0D131A21EACA}" dt="2020-08-12T15:43:19.829" v="1262"/>
        <pc:sldMkLst>
          <pc:docMk/>
          <pc:sldMk cId="419261417" sldId="606"/>
        </pc:sldMkLst>
        <pc:spChg chg="mod">
          <ac:chgData name="翟 锐" userId="fef11181f709266a" providerId="LiveId" clId="{10275908-82CB-4111-8AC1-0D131A21EACA}" dt="2020-08-12T15:43:19.829" v="1262"/>
          <ac:spMkLst>
            <pc:docMk/>
            <pc:sldMk cId="419261417" sldId="606"/>
            <ac:spMk id="2" creationId="{1A343DEC-CFF6-41F5-B87C-0DFC08C67B76}"/>
          </ac:spMkLst>
        </pc:spChg>
      </pc:sldChg>
      <pc:sldChg chg="modSp add mod">
        <pc:chgData name="翟 锐" userId="fef11181f709266a" providerId="LiveId" clId="{10275908-82CB-4111-8AC1-0D131A21EACA}" dt="2020-08-12T15:44:04.710" v="1288" actId="6549"/>
        <pc:sldMkLst>
          <pc:docMk/>
          <pc:sldMk cId="2933535704" sldId="607"/>
        </pc:sldMkLst>
        <pc:spChg chg="mod">
          <ac:chgData name="翟 锐" userId="fef11181f709266a" providerId="LiveId" clId="{10275908-82CB-4111-8AC1-0D131A21EACA}" dt="2020-08-12T15:44:04.710" v="1288" actId="6549"/>
          <ac:spMkLst>
            <pc:docMk/>
            <pc:sldMk cId="2933535704" sldId="607"/>
            <ac:spMk id="2" creationId="{1A343DEC-CFF6-41F5-B87C-0DFC08C67B76}"/>
          </ac:spMkLst>
        </pc:spChg>
      </pc:sldChg>
      <pc:sldChg chg="modSp add mod">
        <pc:chgData name="翟 锐" userId="fef11181f709266a" providerId="LiveId" clId="{10275908-82CB-4111-8AC1-0D131A21EACA}" dt="2020-08-12T15:43:58.862" v="1281" actId="6549"/>
        <pc:sldMkLst>
          <pc:docMk/>
          <pc:sldMk cId="2083321002" sldId="608"/>
        </pc:sldMkLst>
        <pc:spChg chg="mod">
          <ac:chgData name="翟 锐" userId="fef11181f709266a" providerId="LiveId" clId="{10275908-82CB-4111-8AC1-0D131A21EACA}" dt="2020-08-12T15:43:58.862" v="1281" actId="6549"/>
          <ac:spMkLst>
            <pc:docMk/>
            <pc:sldMk cId="2083321002" sldId="608"/>
            <ac:spMk id="2" creationId="{1A343DEC-CFF6-41F5-B87C-0DFC08C67B76}"/>
          </ac:spMkLst>
        </pc:spChg>
      </pc:sldChg>
      <pc:sldChg chg="addSp delSp modSp add mod ord">
        <pc:chgData name="翟 锐" userId="fef11181f709266a" providerId="LiveId" clId="{10275908-82CB-4111-8AC1-0D131A21EACA}" dt="2020-08-12T15:57:05.717" v="1435" actId="22"/>
        <pc:sldMkLst>
          <pc:docMk/>
          <pc:sldMk cId="1180436317" sldId="609"/>
        </pc:sldMkLst>
        <pc:spChg chg="mod">
          <ac:chgData name="翟 锐" userId="fef11181f709266a" providerId="LiveId" clId="{10275908-82CB-4111-8AC1-0D131A21EACA}" dt="2020-08-12T15:51:58.451" v="1431" actId="255"/>
          <ac:spMkLst>
            <pc:docMk/>
            <pc:sldMk cId="1180436317" sldId="609"/>
            <ac:spMk id="2" creationId="{1A343DEC-CFF6-41F5-B87C-0DFC08C67B76}"/>
          </ac:spMkLst>
        </pc:spChg>
        <pc:spChg chg="add del">
          <ac:chgData name="翟 锐" userId="fef11181f709266a" providerId="LiveId" clId="{10275908-82CB-4111-8AC1-0D131A21EACA}" dt="2020-08-12T15:57:05.717" v="1435" actId="22"/>
          <ac:spMkLst>
            <pc:docMk/>
            <pc:sldMk cId="1180436317" sldId="609"/>
            <ac:spMk id="7" creationId="{C375B8B0-1DD4-472B-8804-F5CF29A0FA72}"/>
          </ac:spMkLst>
        </pc:spChg>
        <pc:spChg chg="mod">
          <ac:chgData name="翟 锐" userId="fef11181f709266a" providerId="LiveId" clId="{10275908-82CB-4111-8AC1-0D131A21EACA}" dt="2020-08-12T15:49:41.764" v="1411"/>
          <ac:spMkLst>
            <pc:docMk/>
            <pc:sldMk cId="1180436317" sldId="609"/>
            <ac:spMk id="35" creationId="{00000000-0000-0000-0000-000000000000}"/>
          </ac:spMkLst>
        </pc:spChg>
      </pc:sldChg>
      <pc:sldChg chg="modSp add mod">
        <pc:chgData name="翟 锐" userId="fef11181f709266a" providerId="LiveId" clId="{10275908-82CB-4111-8AC1-0D131A21EACA}" dt="2020-08-12T15:57:51.155" v="1446" actId="12"/>
        <pc:sldMkLst>
          <pc:docMk/>
          <pc:sldMk cId="2461849974" sldId="610"/>
        </pc:sldMkLst>
        <pc:spChg chg="mod">
          <ac:chgData name="翟 锐" userId="fef11181f709266a" providerId="LiveId" clId="{10275908-82CB-4111-8AC1-0D131A21EACA}" dt="2020-08-12T15:57:51.155" v="1446" actId="12"/>
          <ac:spMkLst>
            <pc:docMk/>
            <pc:sldMk cId="2461849974" sldId="610"/>
            <ac:spMk id="2" creationId="{1A343DEC-CFF6-41F5-B87C-0DFC08C67B76}"/>
          </ac:spMkLst>
        </pc:spChg>
      </pc:sldChg>
    </pc:docChg>
  </pc:docChgLst>
  <pc:docChgLst>
    <pc:chgData name="翟 锐" userId="fef11181f709266a" providerId="LiveId" clId="{D60E89C7-1471-4C68-89C3-9F2D8134B92F}"/>
    <pc:docChg chg="modSld">
      <pc:chgData name="翟 锐" userId="fef11181f709266a" providerId="LiveId" clId="{D60E89C7-1471-4C68-89C3-9F2D8134B92F}" dt="2022-11-28T00:57:45.369" v="15" actId="14734"/>
      <pc:docMkLst>
        <pc:docMk/>
      </pc:docMkLst>
      <pc:sldChg chg="modSp">
        <pc:chgData name="翟 锐" userId="fef11181f709266a" providerId="LiveId" clId="{D60E89C7-1471-4C68-89C3-9F2D8134B92F}" dt="2022-11-16T03:02:09.787" v="13" actId="1076"/>
        <pc:sldMkLst>
          <pc:docMk/>
          <pc:sldMk cId="0" sldId="301"/>
        </pc:sldMkLst>
        <pc:spChg chg="mod">
          <ac:chgData name="翟 锐" userId="fef11181f709266a" providerId="LiveId" clId="{D60E89C7-1471-4C68-89C3-9F2D8134B92F}" dt="2022-11-16T03:02:09.787" v="13" actId="1076"/>
          <ac:spMkLst>
            <pc:docMk/>
            <pc:sldMk cId="0" sldId="301"/>
            <ac:spMk id="48" creationId="{C51B9A65-FA32-4A4F-83DC-821574E50DE1}"/>
          </ac:spMkLst>
        </pc:spChg>
      </pc:sldChg>
      <pc:sldChg chg="modSp mod">
        <pc:chgData name="翟 锐" userId="fef11181f709266a" providerId="LiveId" clId="{D60E89C7-1471-4C68-89C3-9F2D8134B92F}" dt="2022-11-28T00:57:45.369" v="15" actId="14734"/>
        <pc:sldMkLst>
          <pc:docMk/>
          <pc:sldMk cId="1823457716" sldId="730"/>
        </pc:sldMkLst>
        <pc:graphicFrameChg chg="modGraphic">
          <ac:chgData name="翟 锐" userId="fef11181f709266a" providerId="LiveId" clId="{D60E89C7-1471-4C68-89C3-9F2D8134B92F}" dt="2022-11-28T00:57:45.369" v="15" actId="14734"/>
          <ac:graphicFrameMkLst>
            <pc:docMk/>
            <pc:sldMk cId="1823457716" sldId="730"/>
            <ac:graphicFrameMk id="6" creationId="{10D1F724-52D4-42E6-BDFE-9860E5B30BE7}"/>
          </ac:graphicFrameMkLst>
        </pc:graphicFrameChg>
      </pc:sldChg>
    </pc:docChg>
  </pc:docChgLst>
  <pc:docChgLst>
    <pc:chgData name="翟 锐" userId="fef11181f709266a" providerId="LiveId" clId="{2E81BA7C-FE94-4A22-87B5-6F4BC241E56C}"/>
    <pc:docChg chg="undo redo custSel addSld delSld modSld sldOrd">
      <pc:chgData name="翟 锐" userId="fef11181f709266a" providerId="LiveId" clId="{2E81BA7C-FE94-4A22-87B5-6F4BC241E56C}" dt="2020-10-24T14:54:05.459" v="1115" actId="478"/>
      <pc:docMkLst>
        <pc:docMk/>
      </pc:docMkLst>
      <pc:sldChg chg="delSp modSp modAnim">
        <pc:chgData name="翟 锐" userId="fef11181f709266a" providerId="LiveId" clId="{2E81BA7C-FE94-4A22-87B5-6F4BC241E56C}" dt="2020-10-24T14:54:05.459" v="1115" actId="478"/>
        <pc:sldMkLst>
          <pc:docMk/>
          <pc:sldMk cId="0" sldId="301"/>
        </pc:sldMkLst>
        <pc:spChg chg="mod">
          <ac:chgData name="翟 锐" userId="fef11181f709266a" providerId="LiveId" clId="{2E81BA7C-FE94-4A22-87B5-6F4BC241E56C}" dt="2020-10-24T14:54:00.985" v="1114"/>
          <ac:spMkLst>
            <pc:docMk/>
            <pc:sldMk cId="0" sldId="301"/>
            <ac:spMk id="10" creationId="{00000000-0000-0000-0000-000000000000}"/>
          </ac:spMkLst>
        </pc:spChg>
        <pc:spChg chg="del">
          <ac:chgData name="翟 锐" userId="fef11181f709266a" providerId="LiveId" clId="{2E81BA7C-FE94-4A22-87B5-6F4BC241E56C}" dt="2020-10-24T14:54:05.459" v="1115" actId="478"/>
          <ac:spMkLst>
            <pc:docMk/>
            <pc:sldMk cId="0" sldId="301"/>
            <ac:spMk id="14" creationId="{00000000-0000-0000-0000-000000000000}"/>
          </ac:spMkLst>
        </pc:spChg>
      </pc:sldChg>
      <pc:sldChg chg="addSp modSp mod">
        <pc:chgData name="翟 锐" userId="fef11181f709266a" providerId="LiveId" clId="{2E81BA7C-FE94-4A22-87B5-6F4BC241E56C}" dt="2020-10-24T14:00:53.884" v="60" actId="1076"/>
        <pc:sldMkLst>
          <pc:docMk/>
          <pc:sldMk cId="2981006032" sldId="556"/>
        </pc:sldMkLst>
        <pc:spChg chg="mod">
          <ac:chgData name="翟 锐" userId="fef11181f709266a" providerId="LiveId" clId="{2E81BA7C-FE94-4A22-87B5-6F4BC241E56C}" dt="2020-10-24T14:00:10.059" v="55" actId="6549"/>
          <ac:spMkLst>
            <pc:docMk/>
            <pc:sldMk cId="2981006032" sldId="556"/>
            <ac:spMk id="2" creationId="{1A343DEC-CFF6-41F5-B87C-0DFC08C67B76}"/>
          </ac:spMkLst>
        </pc:spChg>
        <pc:picChg chg="add mod">
          <ac:chgData name="翟 锐" userId="fef11181f709266a" providerId="LiveId" clId="{2E81BA7C-FE94-4A22-87B5-6F4BC241E56C}" dt="2020-10-24T14:00:53.884" v="60" actId="1076"/>
          <ac:picMkLst>
            <pc:docMk/>
            <pc:sldMk cId="2981006032" sldId="556"/>
            <ac:picMk id="3" creationId="{F7BADF5E-0976-4C9B-AC03-7B5B5B9C0FB9}"/>
          </ac:picMkLst>
        </pc:picChg>
      </pc:sldChg>
      <pc:sldChg chg="modSp mod">
        <pc:chgData name="翟 锐" userId="fef11181f709266a" providerId="LiveId" clId="{2E81BA7C-FE94-4A22-87B5-6F4BC241E56C}" dt="2020-10-24T14:01:24.556" v="94" actId="15"/>
        <pc:sldMkLst>
          <pc:docMk/>
          <pc:sldMk cId="40839046" sldId="560"/>
        </pc:sldMkLst>
        <pc:spChg chg="mod">
          <ac:chgData name="翟 锐" userId="fef11181f709266a" providerId="LiveId" clId="{2E81BA7C-FE94-4A22-87B5-6F4BC241E56C}" dt="2020-10-24T14:01:24.556" v="94" actId="15"/>
          <ac:spMkLst>
            <pc:docMk/>
            <pc:sldMk cId="40839046" sldId="560"/>
            <ac:spMk id="2" creationId="{1A343DEC-CFF6-41F5-B87C-0DFC08C67B76}"/>
          </ac:spMkLst>
        </pc:spChg>
        <pc:spChg chg="mod">
          <ac:chgData name="翟 锐" userId="fef11181f709266a" providerId="LiveId" clId="{2E81BA7C-FE94-4A22-87B5-6F4BC241E56C}" dt="2020-10-24T14:01:17.490" v="90" actId="6549"/>
          <ac:spMkLst>
            <pc:docMk/>
            <pc:sldMk cId="40839046" sldId="560"/>
            <ac:spMk id="35" creationId="{00000000-0000-0000-0000-000000000000}"/>
          </ac:spMkLst>
        </pc:spChg>
      </pc:sldChg>
      <pc:sldChg chg="addSp delSp modSp mod">
        <pc:chgData name="翟 锐" userId="fef11181f709266a" providerId="LiveId" clId="{2E81BA7C-FE94-4A22-87B5-6F4BC241E56C}" dt="2020-10-24T14:07:49.647" v="284" actId="1076"/>
        <pc:sldMkLst>
          <pc:docMk/>
          <pc:sldMk cId="727514361" sldId="566"/>
        </pc:sldMkLst>
        <pc:spChg chg="mod">
          <ac:chgData name="翟 锐" userId="fef11181f709266a" providerId="LiveId" clId="{2E81BA7C-FE94-4A22-87B5-6F4BC241E56C}" dt="2020-10-24T14:07:44.716" v="281" actId="6549"/>
          <ac:spMkLst>
            <pc:docMk/>
            <pc:sldMk cId="727514361" sldId="566"/>
            <ac:spMk id="2" creationId="{1A343DEC-CFF6-41F5-B87C-0DFC08C67B76}"/>
          </ac:spMkLst>
        </pc:spChg>
        <pc:graphicFrameChg chg="add mod">
          <ac:chgData name="翟 锐" userId="fef11181f709266a" providerId="LiveId" clId="{2E81BA7C-FE94-4A22-87B5-6F4BC241E56C}" dt="2020-10-24T14:06:46.429" v="244" actId="14100"/>
          <ac:graphicFrameMkLst>
            <pc:docMk/>
            <pc:sldMk cId="727514361" sldId="566"/>
            <ac:graphicFrameMk id="3" creationId="{9F10F676-0447-439B-B5EA-E2191DB0EAF5}"/>
          </ac:graphicFrameMkLst>
        </pc:graphicFrameChg>
        <pc:graphicFrameChg chg="add mod">
          <ac:chgData name="翟 锐" userId="fef11181f709266a" providerId="LiveId" clId="{2E81BA7C-FE94-4A22-87B5-6F4BC241E56C}" dt="2020-10-24T14:07:20.427" v="279" actId="1076"/>
          <ac:graphicFrameMkLst>
            <pc:docMk/>
            <pc:sldMk cId="727514361" sldId="566"/>
            <ac:graphicFrameMk id="4" creationId="{E78402C4-7EDE-4774-8225-80150AC7729E}"/>
          </ac:graphicFrameMkLst>
        </pc:graphicFrameChg>
        <pc:graphicFrameChg chg="add del mod">
          <ac:chgData name="翟 锐" userId="fef11181f709266a" providerId="LiveId" clId="{2E81BA7C-FE94-4A22-87B5-6F4BC241E56C}" dt="2020-10-24T14:05:51.475" v="183"/>
          <ac:graphicFrameMkLst>
            <pc:docMk/>
            <pc:sldMk cId="727514361" sldId="566"/>
            <ac:graphicFrameMk id="6" creationId="{069AA3B9-EAAC-41F2-89E7-697686281E85}"/>
          </ac:graphicFrameMkLst>
        </pc:graphicFrameChg>
        <pc:graphicFrameChg chg="add mod">
          <ac:chgData name="翟 锐" userId="fef11181f709266a" providerId="LiveId" clId="{2E81BA7C-FE94-4A22-87B5-6F4BC241E56C}" dt="2020-10-24T14:05:57.515" v="191" actId="1076"/>
          <ac:graphicFrameMkLst>
            <pc:docMk/>
            <pc:sldMk cId="727514361" sldId="566"/>
            <ac:graphicFrameMk id="7" creationId="{304035AD-6459-4B6F-9518-B619C25BC134}"/>
          </ac:graphicFrameMkLst>
        </pc:graphicFrameChg>
        <pc:graphicFrameChg chg="add mod">
          <ac:chgData name="翟 锐" userId="fef11181f709266a" providerId="LiveId" clId="{2E81BA7C-FE94-4A22-87B5-6F4BC241E56C}" dt="2020-10-24T14:06:36.517" v="240" actId="1038"/>
          <ac:graphicFrameMkLst>
            <pc:docMk/>
            <pc:sldMk cId="727514361" sldId="566"/>
            <ac:graphicFrameMk id="8" creationId="{D5A76287-BC67-4A87-9614-EFD6E5980FEE}"/>
          </ac:graphicFrameMkLst>
        </pc:graphicFrameChg>
        <pc:picChg chg="add mod">
          <ac:chgData name="翟 锐" userId="fef11181f709266a" providerId="LiveId" clId="{2E81BA7C-FE94-4A22-87B5-6F4BC241E56C}" dt="2020-10-24T14:07:49.647" v="284" actId="1076"/>
          <ac:picMkLst>
            <pc:docMk/>
            <pc:sldMk cId="727514361" sldId="566"/>
            <ac:picMk id="5" creationId="{E4B759AA-686E-4CA5-8E26-93A43D0EC2E4}"/>
          </ac:picMkLst>
        </pc:picChg>
      </pc:sldChg>
      <pc:sldChg chg="del">
        <pc:chgData name="翟 锐" userId="fef11181f709266a" providerId="LiveId" clId="{2E81BA7C-FE94-4A22-87B5-6F4BC241E56C}" dt="2020-10-24T14:10:37.276" v="306" actId="47"/>
        <pc:sldMkLst>
          <pc:docMk/>
          <pc:sldMk cId="1981665619" sldId="567"/>
        </pc:sldMkLst>
      </pc:sldChg>
      <pc:sldChg chg="del">
        <pc:chgData name="翟 锐" userId="fef11181f709266a" providerId="LiveId" clId="{2E81BA7C-FE94-4A22-87B5-6F4BC241E56C}" dt="2020-10-24T14:10:34.319" v="303" actId="47"/>
        <pc:sldMkLst>
          <pc:docMk/>
          <pc:sldMk cId="261589731" sldId="582"/>
        </pc:sldMkLst>
      </pc:sldChg>
      <pc:sldChg chg="addSp delSp modSp mod delAnim">
        <pc:chgData name="翟 锐" userId="fef11181f709266a" providerId="LiveId" clId="{2E81BA7C-FE94-4A22-87B5-6F4BC241E56C}" dt="2020-10-24T14:10:26.211" v="302" actId="1076"/>
        <pc:sldMkLst>
          <pc:docMk/>
          <pc:sldMk cId="1594480700" sldId="583"/>
        </pc:sldMkLst>
        <pc:spChg chg="del">
          <ac:chgData name="翟 锐" userId="fef11181f709266a" providerId="LiveId" clId="{2E81BA7C-FE94-4A22-87B5-6F4BC241E56C}" dt="2020-10-24T14:09:16.607" v="285" actId="478"/>
          <ac:spMkLst>
            <pc:docMk/>
            <pc:sldMk cId="1594480700" sldId="583"/>
            <ac:spMk id="2" creationId="{1A343DEC-CFF6-41F5-B87C-0DFC08C67B76}"/>
          </ac:spMkLst>
        </pc:spChg>
        <pc:spChg chg="add del">
          <ac:chgData name="翟 锐" userId="fef11181f709266a" providerId="LiveId" clId="{2E81BA7C-FE94-4A22-87B5-6F4BC241E56C}" dt="2020-10-24T14:09:19.645" v="287" actId="22"/>
          <ac:spMkLst>
            <pc:docMk/>
            <pc:sldMk cId="1594480700" sldId="583"/>
            <ac:spMk id="3" creationId="{BD1FA0D7-F6A9-4453-9EF7-DAB1A56D3FE7}"/>
          </ac:spMkLst>
        </pc:spChg>
        <pc:spChg chg="add del">
          <ac:chgData name="翟 锐" userId="fef11181f709266a" providerId="LiveId" clId="{2E81BA7C-FE94-4A22-87B5-6F4BC241E56C}" dt="2020-10-24T14:09:19.645" v="287" actId="22"/>
          <ac:spMkLst>
            <pc:docMk/>
            <pc:sldMk cId="1594480700" sldId="583"/>
            <ac:spMk id="4" creationId="{5C00F320-E54B-4501-8832-7795E201E9AD}"/>
          </ac:spMkLst>
        </pc:spChg>
        <pc:spChg chg="add del">
          <ac:chgData name="翟 锐" userId="fef11181f709266a" providerId="LiveId" clId="{2E81BA7C-FE94-4A22-87B5-6F4BC241E56C}" dt="2020-10-24T14:09:19.645" v="287" actId="22"/>
          <ac:spMkLst>
            <pc:docMk/>
            <pc:sldMk cId="1594480700" sldId="583"/>
            <ac:spMk id="5" creationId="{105984CA-6F3A-4149-848D-8A0CFBA304DD}"/>
          </ac:spMkLst>
        </pc:spChg>
        <pc:spChg chg="add del">
          <ac:chgData name="翟 锐" userId="fef11181f709266a" providerId="LiveId" clId="{2E81BA7C-FE94-4A22-87B5-6F4BC241E56C}" dt="2020-10-24T14:09:19.645" v="287" actId="22"/>
          <ac:spMkLst>
            <pc:docMk/>
            <pc:sldMk cId="1594480700" sldId="583"/>
            <ac:spMk id="7" creationId="{8C5AC965-290E-4329-A3FF-8DBB31064456}"/>
          </ac:spMkLst>
        </pc:spChg>
        <pc:spChg chg="add del">
          <ac:chgData name="翟 锐" userId="fef11181f709266a" providerId="LiveId" clId="{2E81BA7C-FE94-4A22-87B5-6F4BC241E56C}" dt="2020-10-24T14:09:19.645" v="287" actId="22"/>
          <ac:spMkLst>
            <pc:docMk/>
            <pc:sldMk cId="1594480700" sldId="583"/>
            <ac:spMk id="9" creationId="{38CEED28-4A5A-4074-BDF1-49196037D491}"/>
          </ac:spMkLst>
        </pc:spChg>
        <pc:spChg chg="add del">
          <ac:chgData name="翟 锐" userId="fef11181f709266a" providerId="LiveId" clId="{2E81BA7C-FE94-4A22-87B5-6F4BC241E56C}" dt="2020-10-24T14:09:19.645" v="287" actId="22"/>
          <ac:spMkLst>
            <pc:docMk/>
            <pc:sldMk cId="1594480700" sldId="583"/>
            <ac:spMk id="11" creationId="{42DA714E-DDBF-4F0C-8821-678A4283121C}"/>
          </ac:spMkLst>
        </pc:spChg>
        <pc:spChg chg="add del">
          <ac:chgData name="翟 锐" userId="fef11181f709266a" providerId="LiveId" clId="{2E81BA7C-FE94-4A22-87B5-6F4BC241E56C}" dt="2020-10-24T14:09:19.645" v="287" actId="22"/>
          <ac:spMkLst>
            <pc:docMk/>
            <pc:sldMk cId="1594480700" sldId="583"/>
            <ac:spMk id="13" creationId="{821E81E6-18C9-4F2F-86BB-A5EA5FA0008D}"/>
          </ac:spMkLst>
        </pc:spChg>
        <pc:spChg chg="add del">
          <ac:chgData name="翟 锐" userId="fef11181f709266a" providerId="LiveId" clId="{2E81BA7C-FE94-4A22-87B5-6F4BC241E56C}" dt="2020-10-24T14:09:19.645" v="287" actId="22"/>
          <ac:spMkLst>
            <pc:docMk/>
            <pc:sldMk cId="1594480700" sldId="583"/>
            <ac:spMk id="15" creationId="{BB5A3368-E48E-41B1-9ABA-3415CF005CEF}"/>
          </ac:spMkLst>
        </pc:spChg>
        <pc:spChg chg="add del">
          <ac:chgData name="翟 锐" userId="fef11181f709266a" providerId="LiveId" clId="{2E81BA7C-FE94-4A22-87B5-6F4BC241E56C}" dt="2020-10-24T14:09:19.645" v="287" actId="22"/>
          <ac:spMkLst>
            <pc:docMk/>
            <pc:sldMk cId="1594480700" sldId="583"/>
            <ac:spMk id="17" creationId="{656D5EED-74ED-47E0-8A31-CCAF5F951DEC}"/>
          </ac:spMkLst>
        </pc:spChg>
        <pc:spChg chg="add del">
          <ac:chgData name="翟 锐" userId="fef11181f709266a" providerId="LiveId" clId="{2E81BA7C-FE94-4A22-87B5-6F4BC241E56C}" dt="2020-10-24T14:09:19.645" v="287" actId="22"/>
          <ac:spMkLst>
            <pc:docMk/>
            <pc:sldMk cId="1594480700" sldId="583"/>
            <ac:spMk id="19" creationId="{A41DFBF9-CF2D-45B7-8B0F-6C238A428AF8}"/>
          </ac:spMkLst>
        </pc:spChg>
        <pc:spChg chg="add del">
          <ac:chgData name="翟 锐" userId="fef11181f709266a" providerId="LiveId" clId="{2E81BA7C-FE94-4A22-87B5-6F4BC241E56C}" dt="2020-10-24T14:09:19.645" v="287" actId="22"/>
          <ac:spMkLst>
            <pc:docMk/>
            <pc:sldMk cId="1594480700" sldId="583"/>
            <ac:spMk id="21" creationId="{2D075EEA-E7F9-44C4-9454-05B84C7EFC50}"/>
          </ac:spMkLst>
        </pc:spChg>
        <pc:spChg chg="add del">
          <ac:chgData name="翟 锐" userId="fef11181f709266a" providerId="LiveId" clId="{2E81BA7C-FE94-4A22-87B5-6F4BC241E56C}" dt="2020-10-24T14:09:19.645" v="287" actId="22"/>
          <ac:spMkLst>
            <pc:docMk/>
            <pc:sldMk cId="1594480700" sldId="583"/>
            <ac:spMk id="23" creationId="{81AC9149-A69B-4988-B667-BE628D151BDB}"/>
          </ac:spMkLst>
        </pc:spChg>
        <pc:spChg chg="add del">
          <ac:chgData name="翟 锐" userId="fef11181f709266a" providerId="LiveId" clId="{2E81BA7C-FE94-4A22-87B5-6F4BC241E56C}" dt="2020-10-24T14:09:19.645" v="287" actId="22"/>
          <ac:spMkLst>
            <pc:docMk/>
            <pc:sldMk cId="1594480700" sldId="583"/>
            <ac:spMk id="25" creationId="{12FF362B-6667-4846-8B41-042D5FF92E3C}"/>
          </ac:spMkLst>
        </pc:spChg>
        <pc:spChg chg="add del">
          <ac:chgData name="翟 锐" userId="fef11181f709266a" providerId="LiveId" clId="{2E81BA7C-FE94-4A22-87B5-6F4BC241E56C}" dt="2020-10-24T14:09:19.645" v="287" actId="22"/>
          <ac:spMkLst>
            <pc:docMk/>
            <pc:sldMk cId="1594480700" sldId="583"/>
            <ac:spMk id="27" creationId="{B9FDF981-1B0A-4DBF-B1AB-38F2DC3E339E}"/>
          </ac:spMkLst>
        </pc:spChg>
        <pc:spChg chg="add del">
          <ac:chgData name="翟 锐" userId="fef11181f709266a" providerId="LiveId" clId="{2E81BA7C-FE94-4A22-87B5-6F4BC241E56C}" dt="2020-10-24T14:09:19.645" v="287" actId="22"/>
          <ac:spMkLst>
            <pc:docMk/>
            <pc:sldMk cId="1594480700" sldId="583"/>
            <ac:spMk id="29" creationId="{7ED45B75-37A6-466F-B206-F40A688E2D97}"/>
          </ac:spMkLst>
        </pc:spChg>
        <pc:spChg chg="add del">
          <ac:chgData name="翟 锐" userId="fef11181f709266a" providerId="LiveId" clId="{2E81BA7C-FE94-4A22-87B5-6F4BC241E56C}" dt="2020-10-24T14:09:19.645" v="287" actId="22"/>
          <ac:spMkLst>
            <pc:docMk/>
            <pc:sldMk cId="1594480700" sldId="583"/>
            <ac:spMk id="31" creationId="{5D4CFB84-34D8-4AF9-804D-3EE6798C99BF}"/>
          </ac:spMkLst>
        </pc:spChg>
        <pc:spChg chg="del">
          <ac:chgData name="翟 锐" userId="fef11181f709266a" providerId="LiveId" clId="{2E81BA7C-FE94-4A22-87B5-6F4BC241E56C}" dt="2020-10-24T14:09:20.884" v="288" actId="478"/>
          <ac:spMkLst>
            <pc:docMk/>
            <pc:sldMk cId="1594480700" sldId="583"/>
            <ac:spMk id="34" creationId="{00000000-0000-0000-0000-000000000000}"/>
          </ac:spMkLst>
        </pc:spChg>
        <pc:spChg chg="del">
          <ac:chgData name="翟 锐" userId="fef11181f709266a" providerId="LiveId" clId="{2E81BA7C-FE94-4A22-87B5-6F4BC241E56C}" dt="2020-10-24T14:09:20.884" v="288" actId="478"/>
          <ac:spMkLst>
            <pc:docMk/>
            <pc:sldMk cId="1594480700" sldId="583"/>
            <ac:spMk id="35" creationId="{00000000-0000-0000-0000-000000000000}"/>
          </ac:spMkLst>
        </pc:spChg>
        <pc:spChg chg="add del">
          <ac:chgData name="翟 锐" userId="fef11181f709266a" providerId="LiveId" clId="{2E81BA7C-FE94-4A22-87B5-6F4BC241E56C}" dt="2020-10-24T14:09:19.645" v="287" actId="22"/>
          <ac:spMkLst>
            <pc:docMk/>
            <pc:sldMk cId="1594480700" sldId="583"/>
            <ac:spMk id="39" creationId="{F8A7B67B-3D13-49F2-9418-22DB9B1869F4}"/>
          </ac:spMkLst>
        </pc:spChg>
        <pc:spChg chg="add del">
          <ac:chgData name="翟 锐" userId="fef11181f709266a" providerId="LiveId" clId="{2E81BA7C-FE94-4A22-87B5-6F4BC241E56C}" dt="2020-10-24T14:09:19.645" v="287" actId="22"/>
          <ac:spMkLst>
            <pc:docMk/>
            <pc:sldMk cId="1594480700" sldId="583"/>
            <ac:spMk id="41" creationId="{0FDB7550-670B-4DCA-8DD7-1F337BECE436}"/>
          </ac:spMkLst>
        </pc:spChg>
        <pc:spChg chg="add del">
          <ac:chgData name="翟 锐" userId="fef11181f709266a" providerId="LiveId" clId="{2E81BA7C-FE94-4A22-87B5-6F4BC241E56C}" dt="2020-10-24T14:09:19.645" v="287" actId="22"/>
          <ac:spMkLst>
            <pc:docMk/>
            <pc:sldMk cId="1594480700" sldId="583"/>
            <ac:spMk id="43" creationId="{1FB91463-3D02-43F9-B922-870C058D0F86}"/>
          </ac:spMkLst>
        </pc:spChg>
        <pc:spChg chg="add del">
          <ac:chgData name="翟 锐" userId="fef11181f709266a" providerId="LiveId" clId="{2E81BA7C-FE94-4A22-87B5-6F4BC241E56C}" dt="2020-10-24T14:09:19.645" v="287" actId="22"/>
          <ac:spMkLst>
            <pc:docMk/>
            <pc:sldMk cId="1594480700" sldId="583"/>
            <ac:spMk id="45" creationId="{7B00B9EF-10E0-4495-94A8-EBC920A2BBC6}"/>
          </ac:spMkLst>
        </pc:spChg>
        <pc:spChg chg="add del">
          <ac:chgData name="翟 锐" userId="fef11181f709266a" providerId="LiveId" clId="{2E81BA7C-FE94-4A22-87B5-6F4BC241E56C}" dt="2020-10-24T14:09:19.645" v="287" actId="22"/>
          <ac:spMkLst>
            <pc:docMk/>
            <pc:sldMk cId="1594480700" sldId="583"/>
            <ac:spMk id="47" creationId="{0A80AA19-A3AA-4DD4-80E6-35E5945ACC3B}"/>
          </ac:spMkLst>
        </pc:spChg>
        <pc:spChg chg="add del">
          <ac:chgData name="翟 锐" userId="fef11181f709266a" providerId="LiveId" clId="{2E81BA7C-FE94-4A22-87B5-6F4BC241E56C}" dt="2020-10-24T14:09:19.645" v="287" actId="22"/>
          <ac:spMkLst>
            <pc:docMk/>
            <pc:sldMk cId="1594480700" sldId="583"/>
            <ac:spMk id="49" creationId="{89B6EFBA-E5C2-41C6-9105-BC9868E46508}"/>
          </ac:spMkLst>
        </pc:spChg>
        <pc:spChg chg="add del">
          <ac:chgData name="翟 锐" userId="fef11181f709266a" providerId="LiveId" clId="{2E81BA7C-FE94-4A22-87B5-6F4BC241E56C}" dt="2020-10-24T14:09:19.645" v="287" actId="22"/>
          <ac:spMkLst>
            <pc:docMk/>
            <pc:sldMk cId="1594480700" sldId="583"/>
            <ac:spMk id="51" creationId="{309AF361-E971-4772-BB65-B45B06A6EF18}"/>
          </ac:spMkLst>
        </pc:spChg>
        <pc:spChg chg="add del">
          <ac:chgData name="翟 锐" userId="fef11181f709266a" providerId="LiveId" clId="{2E81BA7C-FE94-4A22-87B5-6F4BC241E56C}" dt="2020-10-24T14:09:19.645" v="287" actId="22"/>
          <ac:spMkLst>
            <pc:docMk/>
            <pc:sldMk cId="1594480700" sldId="583"/>
            <ac:spMk id="53" creationId="{A1D5A58E-1D08-43B3-ADA4-738D21F72FC6}"/>
          </ac:spMkLst>
        </pc:spChg>
        <pc:spChg chg="add del">
          <ac:chgData name="翟 锐" userId="fef11181f709266a" providerId="LiveId" clId="{2E81BA7C-FE94-4A22-87B5-6F4BC241E56C}" dt="2020-10-24T14:09:19.645" v="287" actId="22"/>
          <ac:spMkLst>
            <pc:docMk/>
            <pc:sldMk cId="1594480700" sldId="583"/>
            <ac:spMk id="55" creationId="{10C48C11-E401-4327-86BA-ABA5E7410EB7}"/>
          </ac:spMkLst>
        </pc:spChg>
        <pc:spChg chg="add del">
          <ac:chgData name="翟 锐" userId="fef11181f709266a" providerId="LiveId" clId="{2E81BA7C-FE94-4A22-87B5-6F4BC241E56C}" dt="2020-10-24T14:09:19.645" v="287" actId="22"/>
          <ac:spMkLst>
            <pc:docMk/>
            <pc:sldMk cId="1594480700" sldId="583"/>
            <ac:spMk id="57" creationId="{296B10BB-C149-4871-9A35-35BBA7E4AA0B}"/>
          </ac:spMkLst>
        </pc:spChg>
        <pc:spChg chg="add del">
          <ac:chgData name="翟 锐" userId="fef11181f709266a" providerId="LiveId" clId="{2E81BA7C-FE94-4A22-87B5-6F4BC241E56C}" dt="2020-10-24T14:09:19.645" v="287" actId="22"/>
          <ac:spMkLst>
            <pc:docMk/>
            <pc:sldMk cId="1594480700" sldId="583"/>
            <ac:spMk id="59" creationId="{2FE4F8CA-2384-465F-ABF2-D18A4A37E742}"/>
          </ac:spMkLst>
        </pc:spChg>
        <pc:spChg chg="add del mod">
          <ac:chgData name="翟 锐" userId="fef11181f709266a" providerId="LiveId" clId="{2E81BA7C-FE94-4A22-87B5-6F4BC241E56C}" dt="2020-10-24T14:09:51.708" v="294" actId="22"/>
          <ac:spMkLst>
            <pc:docMk/>
            <pc:sldMk cId="1594480700" sldId="583"/>
            <ac:spMk id="79" creationId="{A66E1D26-AEFA-4B74-B675-14ED4CE452DE}"/>
          </ac:spMkLst>
        </pc:spChg>
        <pc:spChg chg="add del mod">
          <ac:chgData name="翟 锐" userId="fef11181f709266a" providerId="LiveId" clId="{2E81BA7C-FE94-4A22-87B5-6F4BC241E56C}" dt="2020-10-24T14:09:51.708" v="294" actId="22"/>
          <ac:spMkLst>
            <pc:docMk/>
            <pc:sldMk cId="1594480700" sldId="583"/>
            <ac:spMk id="81" creationId="{9B7C6E31-91D4-482F-A37D-B950D002C53D}"/>
          </ac:spMkLst>
        </pc:spChg>
        <pc:spChg chg="add del mod">
          <ac:chgData name="翟 锐" userId="fef11181f709266a" providerId="LiveId" clId="{2E81BA7C-FE94-4A22-87B5-6F4BC241E56C}" dt="2020-10-24T14:09:51.708" v="294" actId="22"/>
          <ac:spMkLst>
            <pc:docMk/>
            <pc:sldMk cId="1594480700" sldId="583"/>
            <ac:spMk id="83" creationId="{2CF7AC24-0292-48EB-8977-6590081EC754}"/>
          </ac:spMkLst>
        </pc:spChg>
        <pc:spChg chg="add del mod">
          <ac:chgData name="翟 锐" userId="fef11181f709266a" providerId="LiveId" clId="{2E81BA7C-FE94-4A22-87B5-6F4BC241E56C}" dt="2020-10-24T14:09:51.708" v="294" actId="22"/>
          <ac:spMkLst>
            <pc:docMk/>
            <pc:sldMk cId="1594480700" sldId="583"/>
            <ac:spMk id="85" creationId="{7D0F4C9A-B233-4DE2-AF0E-C1B9CC7BE8D5}"/>
          </ac:spMkLst>
        </pc:spChg>
        <pc:spChg chg="add del mod">
          <ac:chgData name="翟 锐" userId="fef11181f709266a" providerId="LiveId" clId="{2E81BA7C-FE94-4A22-87B5-6F4BC241E56C}" dt="2020-10-24T14:09:51.708" v="294" actId="22"/>
          <ac:spMkLst>
            <pc:docMk/>
            <pc:sldMk cId="1594480700" sldId="583"/>
            <ac:spMk id="87" creationId="{802BD710-0F44-4B42-A066-C4EBE8C6FAAE}"/>
          </ac:spMkLst>
        </pc:spChg>
        <pc:spChg chg="add del mod">
          <ac:chgData name="翟 锐" userId="fef11181f709266a" providerId="LiveId" clId="{2E81BA7C-FE94-4A22-87B5-6F4BC241E56C}" dt="2020-10-24T14:09:51.708" v="294" actId="22"/>
          <ac:spMkLst>
            <pc:docMk/>
            <pc:sldMk cId="1594480700" sldId="583"/>
            <ac:spMk id="89" creationId="{F2F1861D-F499-4ACD-8BFC-6547D7AA7F62}"/>
          </ac:spMkLst>
        </pc:spChg>
        <pc:spChg chg="add del mod">
          <ac:chgData name="翟 锐" userId="fef11181f709266a" providerId="LiveId" clId="{2E81BA7C-FE94-4A22-87B5-6F4BC241E56C}" dt="2020-10-24T14:09:51.708" v="294" actId="22"/>
          <ac:spMkLst>
            <pc:docMk/>
            <pc:sldMk cId="1594480700" sldId="583"/>
            <ac:spMk id="91" creationId="{3AB4A4C2-C5BA-44C5-AC1E-B92707FC1F52}"/>
          </ac:spMkLst>
        </pc:spChg>
        <pc:spChg chg="add del mod">
          <ac:chgData name="翟 锐" userId="fef11181f709266a" providerId="LiveId" clId="{2E81BA7C-FE94-4A22-87B5-6F4BC241E56C}" dt="2020-10-24T14:09:51.708" v="294" actId="22"/>
          <ac:spMkLst>
            <pc:docMk/>
            <pc:sldMk cId="1594480700" sldId="583"/>
            <ac:spMk id="93" creationId="{6D09E4DD-3D6A-46A5-BCAE-9276EACC060C}"/>
          </ac:spMkLst>
        </pc:spChg>
        <pc:spChg chg="add del mod">
          <ac:chgData name="翟 锐" userId="fef11181f709266a" providerId="LiveId" clId="{2E81BA7C-FE94-4A22-87B5-6F4BC241E56C}" dt="2020-10-24T14:09:51.708" v="294" actId="22"/>
          <ac:spMkLst>
            <pc:docMk/>
            <pc:sldMk cId="1594480700" sldId="583"/>
            <ac:spMk id="95" creationId="{7830930F-EBA6-4F69-A9DA-425DFB87417A}"/>
          </ac:spMkLst>
        </pc:spChg>
        <pc:spChg chg="add del mod">
          <ac:chgData name="翟 锐" userId="fef11181f709266a" providerId="LiveId" clId="{2E81BA7C-FE94-4A22-87B5-6F4BC241E56C}" dt="2020-10-24T14:09:51.708" v="294" actId="22"/>
          <ac:spMkLst>
            <pc:docMk/>
            <pc:sldMk cId="1594480700" sldId="583"/>
            <ac:spMk id="97" creationId="{44274CBF-F40B-422C-8BAF-07954D93EBA3}"/>
          </ac:spMkLst>
        </pc:spChg>
        <pc:spChg chg="add del mod">
          <ac:chgData name="翟 锐" userId="fef11181f709266a" providerId="LiveId" clId="{2E81BA7C-FE94-4A22-87B5-6F4BC241E56C}" dt="2020-10-24T14:09:51.708" v="294" actId="22"/>
          <ac:spMkLst>
            <pc:docMk/>
            <pc:sldMk cId="1594480700" sldId="583"/>
            <ac:spMk id="99" creationId="{D42F4B04-C67A-45C3-9CE7-E3E4AFCAA217}"/>
          </ac:spMkLst>
        </pc:spChg>
        <pc:spChg chg="add del mod">
          <ac:chgData name="翟 锐" userId="fef11181f709266a" providerId="LiveId" clId="{2E81BA7C-FE94-4A22-87B5-6F4BC241E56C}" dt="2020-10-24T14:09:51.708" v="294" actId="22"/>
          <ac:spMkLst>
            <pc:docMk/>
            <pc:sldMk cId="1594480700" sldId="583"/>
            <ac:spMk id="101" creationId="{922FE737-B6B1-45F4-85D0-063CE5467813}"/>
          </ac:spMkLst>
        </pc:spChg>
        <pc:spChg chg="add del mod">
          <ac:chgData name="翟 锐" userId="fef11181f709266a" providerId="LiveId" clId="{2E81BA7C-FE94-4A22-87B5-6F4BC241E56C}" dt="2020-10-24T14:09:51.708" v="294" actId="22"/>
          <ac:spMkLst>
            <pc:docMk/>
            <pc:sldMk cId="1594480700" sldId="583"/>
            <ac:spMk id="103" creationId="{98700C98-BEF6-45F8-81E9-93D979E9AD13}"/>
          </ac:spMkLst>
        </pc:spChg>
        <pc:spChg chg="add del mod">
          <ac:chgData name="翟 锐" userId="fef11181f709266a" providerId="LiveId" clId="{2E81BA7C-FE94-4A22-87B5-6F4BC241E56C}" dt="2020-10-24T14:09:51.708" v="294" actId="22"/>
          <ac:spMkLst>
            <pc:docMk/>
            <pc:sldMk cId="1594480700" sldId="583"/>
            <ac:spMk id="105" creationId="{C09CF428-1DF4-42D4-9A8B-A2E6F13A26A2}"/>
          </ac:spMkLst>
        </pc:spChg>
        <pc:spChg chg="add del mod">
          <ac:chgData name="翟 锐" userId="fef11181f709266a" providerId="LiveId" clId="{2E81BA7C-FE94-4A22-87B5-6F4BC241E56C}" dt="2020-10-24T14:09:51.708" v="294" actId="22"/>
          <ac:spMkLst>
            <pc:docMk/>
            <pc:sldMk cId="1594480700" sldId="583"/>
            <ac:spMk id="107" creationId="{14DF4EB1-0EED-4334-B26E-2B4044806FDF}"/>
          </ac:spMkLst>
        </pc:spChg>
        <pc:spChg chg="add del mod">
          <ac:chgData name="翟 锐" userId="fef11181f709266a" providerId="LiveId" clId="{2E81BA7C-FE94-4A22-87B5-6F4BC241E56C}" dt="2020-10-24T14:09:51.708" v="294" actId="22"/>
          <ac:spMkLst>
            <pc:docMk/>
            <pc:sldMk cId="1594480700" sldId="583"/>
            <ac:spMk id="109" creationId="{6DE2F635-6A13-4EE2-BF81-8233BFD3DE32}"/>
          </ac:spMkLst>
        </pc:spChg>
        <pc:spChg chg="add del mod">
          <ac:chgData name="翟 锐" userId="fef11181f709266a" providerId="LiveId" clId="{2E81BA7C-FE94-4A22-87B5-6F4BC241E56C}" dt="2020-10-24T14:09:51.708" v="294" actId="22"/>
          <ac:spMkLst>
            <pc:docMk/>
            <pc:sldMk cId="1594480700" sldId="583"/>
            <ac:spMk id="111" creationId="{B87E1B37-76FE-4FF9-93EF-7D848115A0B3}"/>
          </ac:spMkLst>
        </pc:spChg>
        <pc:spChg chg="add del mod">
          <ac:chgData name="翟 锐" userId="fef11181f709266a" providerId="LiveId" clId="{2E81BA7C-FE94-4A22-87B5-6F4BC241E56C}" dt="2020-10-24T14:09:51.708" v="294" actId="22"/>
          <ac:spMkLst>
            <pc:docMk/>
            <pc:sldMk cId="1594480700" sldId="583"/>
            <ac:spMk id="113" creationId="{77580CB5-9C9A-4412-B049-F8A28515BA55}"/>
          </ac:spMkLst>
        </pc:spChg>
        <pc:spChg chg="add del mod">
          <ac:chgData name="翟 锐" userId="fef11181f709266a" providerId="LiveId" clId="{2E81BA7C-FE94-4A22-87B5-6F4BC241E56C}" dt="2020-10-24T14:09:51.708" v="294" actId="22"/>
          <ac:spMkLst>
            <pc:docMk/>
            <pc:sldMk cId="1594480700" sldId="583"/>
            <ac:spMk id="115" creationId="{8D560D79-47B2-4E54-A4FF-D8A8D1A838D0}"/>
          </ac:spMkLst>
        </pc:spChg>
        <pc:spChg chg="add del mod">
          <ac:chgData name="翟 锐" userId="fef11181f709266a" providerId="LiveId" clId="{2E81BA7C-FE94-4A22-87B5-6F4BC241E56C}" dt="2020-10-24T14:09:51.708" v="294" actId="22"/>
          <ac:spMkLst>
            <pc:docMk/>
            <pc:sldMk cId="1594480700" sldId="583"/>
            <ac:spMk id="117" creationId="{D3FBB6DF-3A7C-4AB3-A638-8514B04DE8E9}"/>
          </ac:spMkLst>
        </pc:spChg>
        <pc:spChg chg="add del mod">
          <ac:chgData name="翟 锐" userId="fef11181f709266a" providerId="LiveId" clId="{2E81BA7C-FE94-4A22-87B5-6F4BC241E56C}" dt="2020-10-24T14:09:51.708" v="294" actId="22"/>
          <ac:spMkLst>
            <pc:docMk/>
            <pc:sldMk cId="1594480700" sldId="583"/>
            <ac:spMk id="119" creationId="{88F69DAF-6BF1-4724-B323-3FDC0EBD2C15}"/>
          </ac:spMkLst>
        </pc:spChg>
        <pc:spChg chg="add del mod">
          <ac:chgData name="翟 锐" userId="fef11181f709266a" providerId="LiveId" clId="{2E81BA7C-FE94-4A22-87B5-6F4BC241E56C}" dt="2020-10-24T14:09:51.708" v="294" actId="22"/>
          <ac:spMkLst>
            <pc:docMk/>
            <pc:sldMk cId="1594480700" sldId="583"/>
            <ac:spMk id="121" creationId="{8163E85A-C998-4FA4-B14D-3CDBF592762E}"/>
          </ac:spMkLst>
        </pc:spChg>
        <pc:spChg chg="add del mod">
          <ac:chgData name="翟 锐" userId="fef11181f709266a" providerId="LiveId" clId="{2E81BA7C-FE94-4A22-87B5-6F4BC241E56C}" dt="2020-10-24T14:09:51.708" v="294" actId="22"/>
          <ac:spMkLst>
            <pc:docMk/>
            <pc:sldMk cId="1594480700" sldId="583"/>
            <ac:spMk id="123" creationId="{CF25791D-5E31-4F0B-8485-965938A70125}"/>
          </ac:spMkLst>
        </pc:spChg>
        <pc:spChg chg="add del mod">
          <ac:chgData name="翟 锐" userId="fef11181f709266a" providerId="LiveId" clId="{2E81BA7C-FE94-4A22-87B5-6F4BC241E56C}" dt="2020-10-24T14:09:51.708" v="294" actId="22"/>
          <ac:spMkLst>
            <pc:docMk/>
            <pc:sldMk cId="1594480700" sldId="583"/>
            <ac:spMk id="125" creationId="{F67C5BE4-D037-477A-BB5B-F6CAE90D3BB2}"/>
          </ac:spMkLst>
        </pc:spChg>
        <pc:spChg chg="add del mod">
          <ac:chgData name="翟 锐" userId="fef11181f709266a" providerId="LiveId" clId="{2E81BA7C-FE94-4A22-87B5-6F4BC241E56C}" dt="2020-10-24T14:09:51.708" v="294" actId="22"/>
          <ac:spMkLst>
            <pc:docMk/>
            <pc:sldMk cId="1594480700" sldId="583"/>
            <ac:spMk id="127" creationId="{99D2F968-0994-4DD7-A26C-6504FC50D0B3}"/>
          </ac:spMkLst>
        </pc:spChg>
        <pc:spChg chg="add del mod">
          <ac:chgData name="翟 锐" userId="fef11181f709266a" providerId="LiveId" clId="{2E81BA7C-FE94-4A22-87B5-6F4BC241E56C}" dt="2020-10-24T14:09:51.708" v="294" actId="22"/>
          <ac:spMkLst>
            <pc:docMk/>
            <pc:sldMk cId="1594480700" sldId="583"/>
            <ac:spMk id="129" creationId="{98368FE4-6C69-4E66-A3EC-DCC06CB02A0F}"/>
          </ac:spMkLst>
        </pc:spChg>
        <pc:spChg chg="add del mod">
          <ac:chgData name="翟 锐" userId="fef11181f709266a" providerId="LiveId" clId="{2E81BA7C-FE94-4A22-87B5-6F4BC241E56C}" dt="2020-10-24T14:09:51.708" v="294" actId="22"/>
          <ac:spMkLst>
            <pc:docMk/>
            <pc:sldMk cId="1594480700" sldId="583"/>
            <ac:spMk id="131" creationId="{B36CD7F5-2AA4-4E39-A2D8-1478B28B0197}"/>
          </ac:spMkLst>
        </pc:spChg>
        <pc:spChg chg="add mod">
          <ac:chgData name="翟 锐" userId="fef11181f709266a" providerId="LiveId" clId="{2E81BA7C-FE94-4A22-87B5-6F4BC241E56C}" dt="2020-10-24T14:10:26.211" v="302" actId="1076"/>
          <ac:spMkLst>
            <pc:docMk/>
            <pc:sldMk cId="1594480700" sldId="583"/>
            <ac:spMk id="152" creationId="{0DCE6016-D408-4934-8609-F2F0AD871118}"/>
          </ac:spMkLst>
        </pc:spChg>
        <pc:graphicFrameChg chg="add del">
          <ac:chgData name="翟 锐" userId="fef11181f709266a" providerId="LiveId" clId="{2E81BA7C-FE94-4A22-87B5-6F4BC241E56C}" dt="2020-10-24T14:09:19.645" v="287" actId="22"/>
          <ac:graphicFrameMkLst>
            <pc:docMk/>
            <pc:sldMk cId="1594480700" sldId="583"/>
            <ac:graphicFrameMk id="61" creationId="{C1F6A310-76D3-42D4-89DA-7FA03BA7FCA5}"/>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3" creationId="{1F32DA97-B301-4D1E-A2C1-74A80F8D8ED4}"/>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5" creationId="{2C705D46-8C20-45E3-81DD-847790626F65}"/>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7" creationId="{4E520F5F-E7AC-4E68-BF78-C1FDCC987E57}"/>
          </ac:graphicFrameMkLst>
        </pc:graphicFrameChg>
        <pc:graphicFrameChg chg="add del">
          <ac:chgData name="翟 锐" userId="fef11181f709266a" providerId="LiveId" clId="{2E81BA7C-FE94-4A22-87B5-6F4BC241E56C}" dt="2020-10-24T14:09:19.645" v="287" actId="22"/>
          <ac:graphicFrameMkLst>
            <pc:docMk/>
            <pc:sldMk cId="1594480700" sldId="583"/>
            <ac:graphicFrameMk id="69" creationId="{6F575C24-A63A-4383-ADD2-9CC20A7484E3}"/>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1" creationId="{165953BD-704C-4760-9909-6A85ED14A8AA}"/>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3" creationId="{0AFC23FA-BA9E-41A7-BE30-269002D1C60E}"/>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5" creationId="{6DD095FE-F9CE-45B6-8122-AA6F8DE99902}"/>
          </ac:graphicFrameMkLst>
        </pc:graphicFrameChg>
        <pc:graphicFrameChg chg="add del">
          <ac:chgData name="翟 锐" userId="fef11181f709266a" providerId="LiveId" clId="{2E81BA7C-FE94-4A22-87B5-6F4BC241E56C}" dt="2020-10-24T14:09:19.645" v="287" actId="22"/>
          <ac:graphicFrameMkLst>
            <pc:docMk/>
            <pc:sldMk cId="1594480700" sldId="583"/>
            <ac:graphicFrameMk id="77" creationId="{3CB7FA7B-1436-474C-A52E-DCBD2E07A0FF}"/>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3" creationId="{4B0883A7-6682-4AFD-95F3-B8D66901DAB1}"/>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5" creationId="{CFC69BE0-DED2-4FA8-A143-5EFE6357FD48}"/>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7" creationId="{3A2DD2FF-D95E-49E5-A3F0-5A9752BB4B0A}"/>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39" creationId="{13ECCEB9-1402-4E07-8DEA-64FA617CC068}"/>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1" creationId="{B22AE9A4-A75F-4929-B063-710D7FB4A0F8}"/>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3" creationId="{A04F408A-11E7-4CF5-AE88-DF2B3120728A}"/>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5" creationId="{776FA6BB-07D5-4C18-A8D0-E336A6E29B7A}"/>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7" creationId="{A2D7FA6D-4768-4E30-BAA0-119621BD1A91}"/>
          </ac:graphicFrameMkLst>
        </pc:graphicFrameChg>
        <pc:graphicFrameChg chg="add del mod">
          <ac:chgData name="翟 锐" userId="fef11181f709266a" providerId="LiveId" clId="{2E81BA7C-FE94-4A22-87B5-6F4BC241E56C}" dt="2020-10-24T14:09:51.708" v="294" actId="22"/>
          <ac:graphicFrameMkLst>
            <pc:docMk/>
            <pc:sldMk cId="1594480700" sldId="583"/>
            <ac:graphicFrameMk id="149" creationId="{EF69DD97-A892-45E6-9B99-1CE09FE937AF}"/>
          </ac:graphicFrameMkLst>
        </pc:graphicFrameChg>
        <pc:picChg chg="add mod">
          <ac:chgData name="翟 锐" userId="fef11181f709266a" providerId="LiveId" clId="{2E81BA7C-FE94-4A22-87B5-6F4BC241E56C}" dt="2020-10-24T14:09:56.556" v="297" actId="1076"/>
          <ac:picMkLst>
            <pc:docMk/>
            <pc:sldMk cId="1594480700" sldId="583"/>
            <ac:picMk id="150" creationId="{C2B3DAE2-DDFD-4768-AF5F-03CAFD457446}"/>
          </ac:picMkLst>
        </pc:picChg>
        <pc:cxnChg chg="del">
          <ac:chgData name="翟 锐" userId="fef11181f709266a" providerId="LiveId" clId="{2E81BA7C-FE94-4A22-87B5-6F4BC241E56C}" dt="2020-10-24T14:09:20.884" v="288" actId="478"/>
          <ac:cxnSpMkLst>
            <pc:docMk/>
            <pc:sldMk cId="1594480700" sldId="583"/>
            <ac:cxnSpMk id="33" creationId="{00000000-0000-0000-0000-000000000000}"/>
          </ac:cxnSpMkLst>
        </pc:cxnChg>
      </pc:sldChg>
      <pc:sldChg chg="del">
        <pc:chgData name="翟 锐" userId="fef11181f709266a" providerId="LiveId" clId="{2E81BA7C-FE94-4A22-87B5-6F4BC241E56C}" dt="2020-10-24T14:10:35.255" v="304" actId="47"/>
        <pc:sldMkLst>
          <pc:docMk/>
          <pc:sldMk cId="3771257398" sldId="584"/>
        </pc:sldMkLst>
      </pc:sldChg>
      <pc:sldChg chg="del">
        <pc:chgData name="翟 锐" userId="fef11181f709266a" providerId="LiveId" clId="{2E81BA7C-FE94-4A22-87B5-6F4BC241E56C}" dt="2020-10-24T14:10:40.068" v="307" actId="47"/>
        <pc:sldMkLst>
          <pc:docMk/>
          <pc:sldMk cId="370822182" sldId="586"/>
        </pc:sldMkLst>
      </pc:sldChg>
      <pc:sldChg chg="delSp del mod">
        <pc:chgData name="翟 锐" userId="fef11181f709266a" providerId="LiveId" clId="{2E81BA7C-FE94-4A22-87B5-6F4BC241E56C}" dt="2020-10-24T14:10:45.266" v="309" actId="47"/>
        <pc:sldMkLst>
          <pc:docMk/>
          <pc:sldMk cId="2101326762" sldId="601"/>
        </pc:sldMkLst>
        <pc:picChg chg="del">
          <ac:chgData name="翟 锐" userId="fef11181f709266a" providerId="LiveId" clId="{2E81BA7C-FE94-4A22-87B5-6F4BC241E56C}" dt="2020-10-24T14:10:43.974" v="308" actId="478"/>
          <ac:picMkLst>
            <pc:docMk/>
            <pc:sldMk cId="2101326762" sldId="601"/>
            <ac:picMk id="3" creationId="{A490F317-1AE5-4363-A4A5-435B50CAD4C9}"/>
          </ac:picMkLst>
        </pc:picChg>
      </pc:sldChg>
      <pc:sldChg chg="del">
        <pc:chgData name="翟 锐" userId="fef11181f709266a" providerId="LiveId" clId="{2E81BA7C-FE94-4A22-87B5-6F4BC241E56C}" dt="2020-10-24T14:05:30.022" v="169" actId="47"/>
        <pc:sldMkLst>
          <pc:docMk/>
          <pc:sldMk cId="1440985517" sldId="603"/>
        </pc:sldMkLst>
      </pc:sldChg>
      <pc:sldChg chg="addSp delSp modSp mod">
        <pc:chgData name="翟 锐" userId="fef11181f709266a" providerId="LiveId" clId="{2E81BA7C-FE94-4A22-87B5-6F4BC241E56C}" dt="2020-10-24T14:13:18.366" v="348" actId="1076"/>
        <pc:sldMkLst>
          <pc:docMk/>
          <pc:sldMk cId="715867822" sldId="605"/>
        </pc:sldMkLst>
        <pc:spChg chg="add del mod">
          <ac:chgData name="翟 锐" userId="fef11181f709266a" providerId="LiveId" clId="{2E81BA7C-FE94-4A22-87B5-6F4BC241E56C}" dt="2020-10-24T14:11:20.627" v="320" actId="478"/>
          <ac:spMkLst>
            <pc:docMk/>
            <pc:sldMk cId="715867822" sldId="605"/>
            <ac:spMk id="2" creationId="{1A343DEC-CFF6-41F5-B87C-0DFC08C67B76}"/>
          </ac:spMkLst>
        </pc:spChg>
        <pc:spChg chg="add del mod">
          <ac:chgData name="翟 锐" userId="fef11181f709266a" providerId="LiveId" clId="{2E81BA7C-FE94-4A22-87B5-6F4BC241E56C}" dt="2020-10-24T14:11:00.109" v="319"/>
          <ac:spMkLst>
            <pc:docMk/>
            <pc:sldMk cId="715867822" sldId="605"/>
            <ac:spMk id="6" creationId="{2A43E5B6-95C1-4408-B7A3-C24D16E7310B}"/>
          </ac:spMkLst>
        </pc:spChg>
        <pc:spChg chg="add del mod">
          <ac:chgData name="翟 锐" userId="fef11181f709266a" providerId="LiveId" clId="{2E81BA7C-FE94-4A22-87B5-6F4BC241E56C}" dt="2020-10-24T14:11:00.109" v="319"/>
          <ac:spMkLst>
            <pc:docMk/>
            <pc:sldMk cId="715867822" sldId="605"/>
            <ac:spMk id="7" creationId="{191F611A-54C3-43BA-8041-89718CEDDC13}"/>
          </ac:spMkLst>
        </pc:spChg>
        <pc:spChg chg="add del mod">
          <ac:chgData name="翟 锐" userId="fef11181f709266a" providerId="LiveId" clId="{2E81BA7C-FE94-4A22-87B5-6F4BC241E56C}" dt="2020-10-24T14:11:00.109" v="319"/>
          <ac:spMkLst>
            <pc:docMk/>
            <pc:sldMk cId="715867822" sldId="605"/>
            <ac:spMk id="8" creationId="{BE5926F0-EA86-4CD6-8E7C-54A2914CDCA0}"/>
          </ac:spMkLst>
        </pc:spChg>
        <pc:spChg chg="add del mod">
          <ac:chgData name="翟 锐" userId="fef11181f709266a" providerId="LiveId" clId="{2E81BA7C-FE94-4A22-87B5-6F4BC241E56C}" dt="2020-10-24T14:11:00.109" v="319"/>
          <ac:spMkLst>
            <pc:docMk/>
            <pc:sldMk cId="715867822" sldId="605"/>
            <ac:spMk id="9" creationId="{BC69F3B9-AEBA-43BF-97C5-D2A1C1274FD7}"/>
          </ac:spMkLst>
        </pc:spChg>
        <pc:spChg chg="add del mod">
          <ac:chgData name="翟 锐" userId="fef11181f709266a" providerId="LiveId" clId="{2E81BA7C-FE94-4A22-87B5-6F4BC241E56C}" dt="2020-10-24T14:11:34.736" v="322"/>
          <ac:spMkLst>
            <pc:docMk/>
            <pc:sldMk cId="715867822" sldId="605"/>
            <ac:spMk id="17" creationId="{AFECE292-FBF6-406A-8548-0252036F7D2C}"/>
          </ac:spMkLst>
        </pc:spChg>
        <pc:spChg chg="add del mod">
          <ac:chgData name="翟 锐" userId="fef11181f709266a" providerId="LiveId" clId="{2E81BA7C-FE94-4A22-87B5-6F4BC241E56C}" dt="2020-10-24T14:12:04.998" v="338"/>
          <ac:spMkLst>
            <pc:docMk/>
            <pc:sldMk cId="715867822" sldId="605"/>
            <ac:spMk id="25" creationId="{A7853C40-2B16-492B-9CF9-97C337EC6955}"/>
          </ac:spMkLst>
        </pc:spChg>
        <pc:spChg chg="mod">
          <ac:chgData name="翟 锐" userId="fef11181f709266a" providerId="LiveId" clId="{2E81BA7C-FE94-4A22-87B5-6F4BC241E56C}" dt="2020-10-24T14:12:13.912" v="341"/>
          <ac:spMkLst>
            <pc:docMk/>
            <pc:sldMk cId="715867822" sldId="605"/>
            <ac:spMk id="35" creationId="{00000000-0000-0000-0000-000000000000}"/>
          </ac:spMkLst>
        </pc:spChg>
        <pc:graphicFrameChg chg="add del mod">
          <ac:chgData name="翟 锐" userId="fef11181f709266a" providerId="LiveId" clId="{2E81BA7C-FE94-4A22-87B5-6F4BC241E56C}" dt="2020-10-24T14:11:00.109" v="319"/>
          <ac:graphicFrameMkLst>
            <pc:docMk/>
            <pc:sldMk cId="715867822" sldId="605"/>
            <ac:graphicFrameMk id="10" creationId="{2A6D2BEF-FB22-43ED-AD7A-A8794AA2CD8C}"/>
          </ac:graphicFrameMkLst>
        </pc:graphicFrameChg>
        <pc:graphicFrameChg chg="add del mod">
          <ac:chgData name="翟 锐" userId="fef11181f709266a" providerId="LiveId" clId="{2E81BA7C-FE94-4A22-87B5-6F4BC241E56C}" dt="2020-10-24T14:11:00.109" v="319"/>
          <ac:graphicFrameMkLst>
            <pc:docMk/>
            <pc:sldMk cId="715867822" sldId="605"/>
            <ac:graphicFrameMk id="11" creationId="{C40D3161-042B-4B7D-A3EF-4B32DD9B9E6D}"/>
          </ac:graphicFrameMkLst>
        </pc:graphicFrameChg>
        <pc:graphicFrameChg chg="add del mod">
          <ac:chgData name="翟 锐" userId="fef11181f709266a" providerId="LiveId" clId="{2E81BA7C-FE94-4A22-87B5-6F4BC241E56C}" dt="2020-10-24T14:11:00.109" v="319"/>
          <ac:graphicFrameMkLst>
            <pc:docMk/>
            <pc:sldMk cId="715867822" sldId="605"/>
            <ac:graphicFrameMk id="12" creationId="{37965012-7D4F-4AF4-B87E-B35EA3161C92}"/>
          </ac:graphicFrameMkLst>
        </pc:graphicFrameChg>
        <pc:graphicFrameChg chg="add del mod">
          <ac:chgData name="翟 锐" userId="fef11181f709266a" providerId="LiveId" clId="{2E81BA7C-FE94-4A22-87B5-6F4BC241E56C}" dt="2020-10-24T14:11:00.109" v="319"/>
          <ac:graphicFrameMkLst>
            <pc:docMk/>
            <pc:sldMk cId="715867822" sldId="605"/>
            <ac:graphicFrameMk id="13" creationId="{62A0F409-F191-485F-AE7F-D3F4399BE473}"/>
          </ac:graphicFrameMkLst>
        </pc:graphicFrameChg>
        <pc:graphicFrameChg chg="add del mod">
          <ac:chgData name="翟 锐" userId="fef11181f709266a" providerId="LiveId" clId="{2E81BA7C-FE94-4A22-87B5-6F4BC241E56C}" dt="2020-10-24T14:11:00.109" v="319"/>
          <ac:graphicFrameMkLst>
            <pc:docMk/>
            <pc:sldMk cId="715867822" sldId="605"/>
            <ac:graphicFrameMk id="14" creationId="{260A6209-DF8A-4C3D-8BEB-8923CE55FCBB}"/>
          </ac:graphicFrameMkLst>
        </pc:graphicFrameChg>
        <pc:graphicFrameChg chg="add del mod">
          <ac:chgData name="翟 锐" userId="fef11181f709266a" providerId="LiveId" clId="{2E81BA7C-FE94-4A22-87B5-6F4BC241E56C}" dt="2020-10-24T14:11:00.109" v="319"/>
          <ac:graphicFrameMkLst>
            <pc:docMk/>
            <pc:sldMk cId="715867822" sldId="605"/>
            <ac:graphicFrameMk id="15" creationId="{43E16D86-BEFD-4512-B89E-5969E3DB2CD5}"/>
          </ac:graphicFrameMkLst>
        </pc:graphicFrameChg>
        <pc:graphicFrameChg chg="add del mod">
          <ac:chgData name="翟 锐" userId="fef11181f709266a" providerId="LiveId" clId="{2E81BA7C-FE94-4A22-87B5-6F4BC241E56C}" dt="2020-10-24T14:11:00.109" v="319"/>
          <ac:graphicFrameMkLst>
            <pc:docMk/>
            <pc:sldMk cId="715867822" sldId="605"/>
            <ac:graphicFrameMk id="16" creationId="{1483AAF2-A736-4D91-A21A-442E3516C233}"/>
          </ac:graphicFrameMkLst>
        </pc:graphicFrameChg>
        <pc:graphicFrameChg chg="add del mod">
          <ac:chgData name="翟 锐" userId="fef11181f709266a" providerId="LiveId" clId="{2E81BA7C-FE94-4A22-87B5-6F4BC241E56C}" dt="2020-10-24T14:11:34.736" v="322"/>
          <ac:graphicFrameMkLst>
            <pc:docMk/>
            <pc:sldMk cId="715867822" sldId="605"/>
            <ac:graphicFrameMk id="18" creationId="{0F243988-7974-4598-B555-E8346AEECA0C}"/>
          </ac:graphicFrameMkLst>
        </pc:graphicFrameChg>
        <pc:graphicFrameChg chg="add del mod">
          <ac:chgData name="翟 锐" userId="fef11181f709266a" providerId="LiveId" clId="{2E81BA7C-FE94-4A22-87B5-6F4BC241E56C}" dt="2020-10-24T14:11:34.736" v="322"/>
          <ac:graphicFrameMkLst>
            <pc:docMk/>
            <pc:sldMk cId="715867822" sldId="605"/>
            <ac:graphicFrameMk id="19" creationId="{D5DB0375-356A-4C49-B4B4-53ADAA782013}"/>
          </ac:graphicFrameMkLst>
        </pc:graphicFrameChg>
        <pc:graphicFrameChg chg="add del mod">
          <ac:chgData name="翟 锐" userId="fef11181f709266a" providerId="LiveId" clId="{2E81BA7C-FE94-4A22-87B5-6F4BC241E56C}" dt="2020-10-24T14:11:34.736" v="322"/>
          <ac:graphicFrameMkLst>
            <pc:docMk/>
            <pc:sldMk cId="715867822" sldId="605"/>
            <ac:graphicFrameMk id="20" creationId="{E1A433CE-5343-4A1B-A9A1-5D4E1F092ABB}"/>
          </ac:graphicFrameMkLst>
        </pc:graphicFrameChg>
        <pc:graphicFrameChg chg="add del mod">
          <ac:chgData name="翟 锐" userId="fef11181f709266a" providerId="LiveId" clId="{2E81BA7C-FE94-4A22-87B5-6F4BC241E56C}" dt="2020-10-24T14:11:34.736" v="322"/>
          <ac:graphicFrameMkLst>
            <pc:docMk/>
            <pc:sldMk cId="715867822" sldId="605"/>
            <ac:graphicFrameMk id="21" creationId="{946DC81E-D69D-4DD5-BC97-E375704C3C98}"/>
          </ac:graphicFrameMkLst>
        </pc:graphicFrameChg>
        <pc:graphicFrameChg chg="add del mod">
          <ac:chgData name="翟 锐" userId="fef11181f709266a" providerId="LiveId" clId="{2E81BA7C-FE94-4A22-87B5-6F4BC241E56C}" dt="2020-10-24T14:11:34.736" v="322"/>
          <ac:graphicFrameMkLst>
            <pc:docMk/>
            <pc:sldMk cId="715867822" sldId="605"/>
            <ac:graphicFrameMk id="22" creationId="{EA24FEC4-AF6E-4FB4-978D-B1C7EA1289D4}"/>
          </ac:graphicFrameMkLst>
        </pc:graphicFrameChg>
        <pc:graphicFrameChg chg="add del mod">
          <ac:chgData name="翟 锐" userId="fef11181f709266a" providerId="LiveId" clId="{2E81BA7C-FE94-4A22-87B5-6F4BC241E56C}" dt="2020-10-24T14:11:34.736" v="322"/>
          <ac:graphicFrameMkLst>
            <pc:docMk/>
            <pc:sldMk cId="715867822" sldId="605"/>
            <ac:graphicFrameMk id="23" creationId="{8E4BD20A-F28B-4C50-9539-A925A19F4C05}"/>
          </ac:graphicFrameMkLst>
        </pc:graphicFrameChg>
        <pc:graphicFrameChg chg="add del mod">
          <ac:chgData name="翟 锐" userId="fef11181f709266a" providerId="LiveId" clId="{2E81BA7C-FE94-4A22-87B5-6F4BC241E56C}" dt="2020-10-24T14:11:34.736" v="322"/>
          <ac:graphicFrameMkLst>
            <pc:docMk/>
            <pc:sldMk cId="715867822" sldId="605"/>
            <ac:graphicFrameMk id="24" creationId="{224BC73F-DEF2-4D35-A9D9-9464A874FAC2}"/>
          </ac:graphicFrameMkLst>
        </pc:graphicFrameChg>
        <pc:graphicFrameChg chg="add del mod">
          <ac:chgData name="翟 锐" userId="fef11181f709266a" providerId="LiveId" clId="{2E81BA7C-FE94-4A22-87B5-6F4BC241E56C}" dt="2020-10-24T14:12:04.998" v="338"/>
          <ac:graphicFrameMkLst>
            <pc:docMk/>
            <pc:sldMk cId="715867822" sldId="605"/>
            <ac:graphicFrameMk id="26" creationId="{ABE0863F-66BC-4CD6-A83F-D67A1A927AD7}"/>
          </ac:graphicFrameMkLst>
        </pc:graphicFrameChg>
        <pc:graphicFrameChg chg="add del mod">
          <ac:chgData name="翟 锐" userId="fef11181f709266a" providerId="LiveId" clId="{2E81BA7C-FE94-4A22-87B5-6F4BC241E56C}" dt="2020-10-24T14:12:04.998" v="338"/>
          <ac:graphicFrameMkLst>
            <pc:docMk/>
            <pc:sldMk cId="715867822" sldId="605"/>
            <ac:graphicFrameMk id="27" creationId="{191AEAEC-DCCA-4578-BBEA-0CECF8698EC4}"/>
          </ac:graphicFrameMkLst>
        </pc:graphicFrameChg>
        <pc:graphicFrameChg chg="add del mod">
          <ac:chgData name="翟 锐" userId="fef11181f709266a" providerId="LiveId" clId="{2E81BA7C-FE94-4A22-87B5-6F4BC241E56C}" dt="2020-10-24T14:12:04.998" v="338"/>
          <ac:graphicFrameMkLst>
            <pc:docMk/>
            <pc:sldMk cId="715867822" sldId="605"/>
            <ac:graphicFrameMk id="28" creationId="{04D4F6B0-AA9B-45A4-936D-31A7A1AFEB1D}"/>
          </ac:graphicFrameMkLst>
        </pc:graphicFrameChg>
        <pc:graphicFrameChg chg="add del mod">
          <ac:chgData name="翟 锐" userId="fef11181f709266a" providerId="LiveId" clId="{2E81BA7C-FE94-4A22-87B5-6F4BC241E56C}" dt="2020-10-24T14:12:04.998" v="338"/>
          <ac:graphicFrameMkLst>
            <pc:docMk/>
            <pc:sldMk cId="715867822" sldId="605"/>
            <ac:graphicFrameMk id="29" creationId="{DEBD58EF-2AD0-43F3-B406-B8915709AD3A}"/>
          </ac:graphicFrameMkLst>
        </pc:graphicFrameChg>
        <pc:graphicFrameChg chg="add del mod">
          <ac:chgData name="翟 锐" userId="fef11181f709266a" providerId="LiveId" clId="{2E81BA7C-FE94-4A22-87B5-6F4BC241E56C}" dt="2020-10-24T14:12:04.998" v="338"/>
          <ac:graphicFrameMkLst>
            <pc:docMk/>
            <pc:sldMk cId="715867822" sldId="605"/>
            <ac:graphicFrameMk id="30" creationId="{2BF722E3-F2E6-4CDF-BBCB-46D07D998FE7}"/>
          </ac:graphicFrameMkLst>
        </pc:graphicFrameChg>
        <pc:graphicFrameChg chg="add del mod">
          <ac:chgData name="翟 锐" userId="fef11181f709266a" providerId="LiveId" clId="{2E81BA7C-FE94-4A22-87B5-6F4BC241E56C}" dt="2020-10-24T14:12:04.998" v="338"/>
          <ac:graphicFrameMkLst>
            <pc:docMk/>
            <pc:sldMk cId="715867822" sldId="605"/>
            <ac:graphicFrameMk id="31" creationId="{1EEA0833-FAA2-409D-842D-335D119DBE37}"/>
          </ac:graphicFrameMkLst>
        </pc:graphicFrameChg>
        <pc:graphicFrameChg chg="add del mod">
          <ac:chgData name="翟 锐" userId="fef11181f709266a" providerId="LiveId" clId="{2E81BA7C-FE94-4A22-87B5-6F4BC241E56C}" dt="2020-10-24T14:12:04.998" v="338"/>
          <ac:graphicFrameMkLst>
            <pc:docMk/>
            <pc:sldMk cId="715867822" sldId="605"/>
            <ac:graphicFrameMk id="32" creationId="{6DD83E0D-3A61-45F9-B26C-A88DE46310F6}"/>
          </ac:graphicFrameMkLst>
        </pc:graphicFrameChg>
        <pc:picChg chg="add mod">
          <ac:chgData name="翟 锐" userId="fef11181f709266a" providerId="LiveId" clId="{2E81BA7C-FE94-4A22-87B5-6F4BC241E56C}" dt="2020-10-24T14:13:18.366" v="348" actId="1076"/>
          <ac:picMkLst>
            <pc:docMk/>
            <pc:sldMk cId="715867822" sldId="605"/>
            <ac:picMk id="3" creationId="{F8865E27-F6FE-43D3-954A-BDF9A0B5609B}"/>
          </ac:picMkLst>
        </pc:picChg>
      </pc:sldChg>
      <pc:sldChg chg="addSp delSp modSp mod">
        <pc:chgData name="翟 锐" userId="fef11181f709266a" providerId="LiveId" clId="{2E81BA7C-FE94-4A22-87B5-6F4BC241E56C}" dt="2020-10-24T14:15:16.224" v="430" actId="1035"/>
        <pc:sldMkLst>
          <pc:docMk/>
          <pc:sldMk cId="419261417" sldId="606"/>
        </pc:sldMkLst>
        <pc:spChg chg="add del mod">
          <ac:chgData name="翟 锐" userId="fef11181f709266a" providerId="LiveId" clId="{2E81BA7C-FE94-4A22-87B5-6F4BC241E56C}" dt="2020-10-24T14:15:16.224" v="430" actId="1035"/>
          <ac:spMkLst>
            <pc:docMk/>
            <pc:sldMk cId="419261417" sldId="606"/>
            <ac:spMk id="2" creationId="{1A343DEC-CFF6-41F5-B87C-0DFC08C67B76}"/>
          </ac:spMkLst>
        </pc:spChg>
        <pc:spChg chg="add del">
          <ac:chgData name="翟 锐" userId="fef11181f709266a" providerId="LiveId" clId="{2E81BA7C-FE94-4A22-87B5-6F4BC241E56C}" dt="2020-10-24T14:13:52.436" v="356" actId="22"/>
          <ac:spMkLst>
            <pc:docMk/>
            <pc:sldMk cId="419261417" sldId="606"/>
            <ac:spMk id="12" creationId="{08C5D0C3-3108-44FC-9459-8C9CE74AD9B7}"/>
          </ac:spMkLst>
        </pc:spChg>
        <pc:graphicFrameChg chg="add del mod">
          <ac:chgData name="翟 锐" userId="fef11181f709266a" providerId="LiveId" clId="{2E81BA7C-FE94-4A22-87B5-6F4BC241E56C}" dt="2020-10-24T14:13:53.426" v="360" actId="22"/>
          <ac:graphicFrameMkLst>
            <pc:docMk/>
            <pc:sldMk cId="419261417" sldId="606"/>
            <ac:graphicFrameMk id="3" creationId="{F3EDC585-B263-4886-B522-7BF0D76FED45}"/>
          </ac:graphicFrameMkLst>
        </pc:graphicFrameChg>
        <pc:graphicFrameChg chg="add del mod">
          <ac:chgData name="翟 锐" userId="fef11181f709266a" providerId="LiveId" clId="{2E81BA7C-FE94-4A22-87B5-6F4BC241E56C}" dt="2020-10-24T14:13:52.908" v="358" actId="22"/>
          <ac:graphicFrameMkLst>
            <pc:docMk/>
            <pc:sldMk cId="419261417" sldId="606"/>
            <ac:graphicFrameMk id="5" creationId="{7F83D5C1-481C-493E-9FEF-20DAC61F27D6}"/>
          </ac:graphicFrameMkLst>
        </pc:graphicFrameChg>
        <pc:graphicFrameChg chg="add mod">
          <ac:chgData name="翟 锐" userId="fef11181f709266a" providerId="LiveId" clId="{2E81BA7C-FE94-4A22-87B5-6F4BC241E56C}" dt="2020-10-24T14:15:04.769" v="406" actId="1076"/>
          <ac:graphicFrameMkLst>
            <pc:docMk/>
            <pc:sldMk cId="419261417" sldId="606"/>
            <ac:graphicFrameMk id="8" creationId="{DE327706-FE7D-4158-A973-0F77FC3E21BE}"/>
          </ac:graphicFrameMkLst>
        </pc:graphicFrameChg>
        <pc:graphicFrameChg chg="add mod">
          <ac:chgData name="翟 锐" userId="fef11181f709266a" providerId="LiveId" clId="{2E81BA7C-FE94-4A22-87B5-6F4BC241E56C}" dt="2020-10-24T14:14:56.895" v="404" actId="14100"/>
          <ac:graphicFrameMkLst>
            <pc:docMk/>
            <pc:sldMk cId="419261417" sldId="606"/>
            <ac:graphicFrameMk id="10" creationId="{765517E6-9320-4895-9086-7C3C57DF5037}"/>
          </ac:graphicFrameMkLst>
        </pc:graphicFrameChg>
        <pc:picChg chg="del">
          <ac:chgData name="翟 锐" userId="fef11181f709266a" providerId="LiveId" clId="{2E81BA7C-FE94-4A22-87B5-6F4BC241E56C}" dt="2020-10-24T14:13:29.124" v="349" actId="478"/>
          <ac:picMkLst>
            <pc:docMk/>
            <pc:sldMk cId="419261417" sldId="606"/>
            <ac:picMk id="4" creationId="{DC9F1154-9B10-40D9-9019-BC2153D4FA2B}"/>
          </ac:picMkLst>
        </pc:picChg>
      </pc:sldChg>
      <pc:sldChg chg="del">
        <pc:chgData name="翟 锐" userId="fef11181f709266a" providerId="LiveId" clId="{2E81BA7C-FE94-4A22-87B5-6F4BC241E56C}" dt="2020-10-24T14:15:22.126" v="431" actId="47"/>
        <pc:sldMkLst>
          <pc:docMk/>
          <pc:sldMk cId="2933535704" sldId="607"/>
        </pc:sldMkLst>
      </pc:sldChg>
      <pc:sldChg chg="del">
        <pc:chgData name="翟 锐" userId="fef11181f709266a" providerId="LiveId" clId="{2E81BA7C-FE94-4A22-87B5-6F4BC241E56C}" dt="2020-10-24T14:15:24.263" v="432" actId="47"/>
        <pc:sldMkLst>
          <pc:docMk/>
          <pc:sldMk cId="2083321002" sldId="608"/>
        </pc:sldMkLst>
      </pc:sldChg>
      <pc:sldChg chg="addSp modSp mod">
        <pc:chgData name="翟 锐" userId="fef11181f709266a" providerId="LiveId" clId="{2E81BA7C-FE94-4A22-87B5-6F4BC241E56C}" dt="2020-10-24T14:16:56.513" v="448" actId="1076"/>
        <pc:sldMkLst>
          <pc:docMk/>
          <pc:sldMk cId="1180436317" sldId="609"/>
        </pc:sldMkLst>
        <pc:spChg chg="mod">
          <ac:chgData name="翟 锐" userId="fef11181f709266a" providerId="LiveId" clId="{2E81BA7C-FE94-4A22-87B5-6F4BC241E56C}" dt="2020-10-24T14:15:31.751" v="437" actId="20577"/>
          <ac:spMkLst>
            <pc:docMk/>
            <pc:sldMk cId="1180436317" sldId="609"/>
            <ac:spMk id="2" creationId="{1A343DEC-CFF6-41F5-B87C-0DFC08C67B76}"/>
          </ac:spMkLst>
        </pc:spChg>
        <pc:spChg chg="mod">
          <ac:chgData name="翟 锐" userId="fef11181f709266a" providerId="LiveId" clId="{2E81BA7C-FE94-4A22-87B5-6F4BC241E56C}" dt="2020-10-24T14:15:44.452" v="442"/>
          <ac:spMkLst>
            <pc:docMk/>
            <pc:sldMk cId="1180436317" sldId="609"/>
            <ac:spMk id="35" creationId="{00000000-0000-0000-0000-000000000000}"/>
          </ac:spMkLst>
        </pc:spChg>
        <pc:graphicFrameChg chg="add mod">
          <ac:chgData name="翟 锐" userId="fef11181f709266a" providerId="LiveId" clId="{2E81BA7C-FE94-4A22-87B5-6F4BC241E56C}" dt="2020-10-24T14:16:56.513" v="448" actId="1076"/>
          <ac:graphicFrameMkLst>
            <pc:docMk/>
            <pc:sldMk cId="1180436317" sldId="609"/>
            <ac:graphicFrameMk id="6" creationId="{7E29143A-2CD6-45F4-B899-8D09B21B6EC5}"/>
          </ac:graphicFrameMkLst>
        </pc:graphicFrameChg>
      </pc:sldChg>
      <pc:sldChg chg="del">
        <pc:chgData name="翟 锐" userId="fef11181f709266a" providerId="LiveId" clId="{2E81BA7C-FE94-4A22-87B5-6F4BC241E56C}" dt="2020-10-24T14:15:49.286" v="443" actId="47"/>
        <pc:sldMkLst>
          <pc:docMk/>
          <pc:sldMk cId="2461849974" sldId="610"/>
        </pc:sldMkLst>
      </pc:sldChg>
      <pc:sldChg chg="addSp delSp modSp mod">
        <pc:chgData name="翟 锐" userId="fef11181f709266a" providerId="LiveId" clId="{2E81BA7C-FE94-4A22-87B5-6F4BC241E56C}" dt="2020-10-24T14:02:15.642" v="106" actId="1076"/>
        <pc:sldMkLst>
          <pc:docMk/>
          <pc:sldMk cId="1397344220" sldId="613"/>
        </pc:sldMkLst>
        <pc:spChg chg="del">
          <ac:chgData name="翟 锐" userId="fef11181f709266a" providerId="LiveId" clId="{2E81BA7C-FE94-4A22-87B5-6F4BC241E56C}" dt="2020-10-24T14:01:41.476" v="98" actId="478"/>
          <ac:spMkLst>
            <pc:docMk/>
            <pc:sldMk cId="1397344220" sldId="613"/>
            <ac:spMk id="2" creationId="{1A343DEC-CFF6-41F5-B87C-0DFC08C67B76}"/>
          </ac:spMkLst>
        </pc:spChg>
        <pc:spChg chg="mod">
          <ac:chgData name="翟 锐" userId="fef11181f709266a" providerId="LiveId" clId="{2E81BA7C-FE94-4A22-87B5-6F4BC241E56C}" dt="2020-10-24T14:01:35.315" v="97"/>
          <ac:spMkLst>
            <pc:docMk/>
            <pc:sldMk cId="1397344220" sldId="613"/>
            <ac:spMk id="35" creationId="{00000000-0000-0000-0000-000000000000}"/>
          </ac:spMkLst>
        </pc:spChg>
        <pc:graphicFrameChg chg="add mod">
          <ac:chgData name="翟 锐" userId="fef11181f709266a" providerId="LiveId" clId="{2E81BA7C-FE94-4A22-87B5-6F4BC241E56C}" dt="2020-10-24T14:01:49.437" v="102" actId="1076"/>
          <ac:graphicFrameMkLst>
            <pc:docMk/>
            <pc:sldMk cId="1397344220" sldId="613"/>
            <ac:graphicFrameMk id="6" creationId="{E71B3707-D3FC-4B48-A5C4-1711069F03F3}"/>
          </ac:graphicFrameMkLst>
        </pc:graphicFrameChg>
        <pc:graphicFrameChg chg="add mod modGraphic">
          <ac:chgData name="翟 锐" userId="fef11181f709266a" providerId="LiveId" clId="{2E81BA7C-FE94-4A22-87B5-6F4BC241E56C}" dt="2020-10-24T14:02:15.642" v="106" actId="1076"/>
          <ac:graphicFrameMkLst>
            <pc:docMk/>
            <pc:sldMk cId="1397344220" sldId="613"/>
            <ac:graphicFrameMk id="7" creationId="{B56A5A36-FA16-49AC-98B7-9DD81496B8D2}"/>
          </ac:graphicFrameMkLst>
        </pc:graphicFrameChg>
      </pc:sldChg>
      <pc:sldChg chg="modSp mod">
        <pc:chgData name="翟 锐" userId="fef11181f709266a" providerId="LiveId" clId="{2E81BA7C-FE94-4A22-87B5-6F4BC241E56C}" dt="2020-10-24T13:31:43.148" v="17" actId="6549"/>
        <pc:sldMkLst>
          <pc:docMk/>
          <pc:sldMk cId="2282940426" sldId="660"/>
        </pc:sldMkLst>
        <pc:spChg chg="mod">
          <ac:chgData name="翟 锐" userId="fef11181f709266a" providerId="LiveId" clId="{2E81BA7C-FE94-4A22-87B5-6F4BC241E56C}" dt="2020-10-24T13:31:04.514" v="11" actId="20577"/>
          <ac:spMkLst>
            <pc:docMk/>
            <pc:sldMk cId="2282940426" sldId="660"/>
            <ac:spMk id="2" creationId="{1A343DEC-CFF6-41F5-B87C-0DFC08C67B76}"/>
          </ac:spMkLst>
        </pc:spChg>
        <pc:spChg chg="mod">
          <ac:chgData name="翟 锐" userId="fef11181f709266a" providerId="LiveId" clId="{2E81BA7C-FE94-4A22-87B5-6F4BC241E56C}" dt="2020-10-24T13:31:43.148" v="17" actId="6549"/>
          <ac:spMkLst>
            <pc:docMk/>
            <pc:sldMk cId="2282940426" sldId="660"/>
            <ac:spMk id="35" creationId="{00000000-0000-0000-0000-000000000000}"/>
          </ac:spMkLst>
        </pc:spChg>
      </pc:sldChg>
      <pc:sldChg chg="del">
        <pc:chgData name="翟 锐" userId="fef11181f709266a" providerId="LiveId" clId="{2E81BA7C-FE94-4A22-87B5-6F4BC241E56C}" dt="2020-10-24T14:10:36.334" v="305" actId="47"/>
        <pc:sldMkLst>
          <pc:docMk/>
          <pc:sldMk cId="2870330272" sldId="661"/>
        </pc:sldMkLst>
      </pc:sldChg>
      <pc:sldChg chg="addSp modSp mod">
        <pc:chgData name="翟 锐" userId="fef11181f709266a" providerId="LiveId" clId="{2E81BA7C-FE94-4A22-87B5-6F4BC241E56C}" dt="2020-10-24T13:59:23.921" v="41" actId="1076"/>
        <pc:sldMkLst>
          <pc:docMk/>
          <pc:sldMk cId="3196092120" sldId="665"/>
        </pc:sldMkLst>
        <pc:spChg chg="mod">
          <ac:chgData name="翟 锐" userId="fef11181f709266a" providerId="LiveId" clId="{2E81BA7C-FE94-4A22-87B5-6F4BC241E56C}" dt="2020-10-24T13:59:21.482" v="40" actId="20577"/>
          <ac:spMkLst>
            <pc:docMk/>
            <pc:sldMk cId="3196092120" sldId="665"/>
            <ac:spMk id="2" creationId="{1A343DEC-CFF6-41F5-B87C-0DFC08C67B76}"/>
          </ac:spMkLst>
        </pc:spChg>
        <pc:picChg chg="add mod">
          <ac:chgData name="翟 锐" userId="fef11181f709266a" providerId="LiveId" clId="{2E81BA7C-FE94-4A22-87B5-6F4BC241E56C}" dt="2020-10-24T13:59:23.921" v="41" actId="1076"/>
          <ac:picMkLst>
            <pc:docMk/>
            <pc:sldMk cId="3196092120" sldId="665"/>
            <ac:picMk id="3" creationId="{1B7AD5E6-D3B3-415A-938A-B680A126A0B6}"/>
          </ac:picMkLst>
        </pc:picChg>
      </pc:sldChg>
      <pc:sldChg chg="addSp modSp mod modAnim">
        <pc:chgData name="翟 锐" userId="fef11181f709266a" providerId="LiveId" clId="{2E81BA7C-FE94-4A22-87B5-6F4BC241E56C}" dt="2020-10-24T14:04:50.323" v="160"/>
        <pc:sldMkLst>
          <pc:docMk/>
          <pc:sldMk cId="1234927439" sldId="666"/>
        </pc:sldMkLst>
        <pc:spChg chg="mod">
          <ac:chgData name="翟 锐" userId="fef11181f709266a" providerId="LiveId" clId="{2E81BA7C-FE94-4A22-87B5-6F4BC241E56C}" dt="2020-10-24T14:04:25.969" v="153" actId="1076"/>
          <ac:spMkLst>
            <pc:docMk/>
            <pc:sldMk cId="1234927439" sldId="666"/>
            <ac:spMk id="2" creationId="{1A343DEC-CFF6-41F5-B87C-0DFC08C67B76}"/>
          </ac:spMkLst>
        </pc:spChg>
        <pc:spChg chg="mod">
          <ac:chgData name="翟 锐" userId="fef11181f709266a" providerId="LiveId" clId="{2E81BA7C-FE94-4A22-87B5-6F4BC241E56C}" dt="2020-10-24T14:03:34.070" v="134" actId="1076"/>
          <ac:spMkLst>
            <pc:docMk/>
            <pc:sldMk cId="1234927439" sldId="666"/>
            <ac:spMk id="7" creationId="{3D00BE44-5728-4832-84F2-9871AFD9C605}"/>
          </ac:spMkLst>
        </pc:spChg>
        <pc:spChg chg="mod">
          <ac:chgData name="翟 锐" userId="fef11181f709266a" providerId="LiveId" clId="{2E81BA7C-FE94-4A22-87B5-6F4BC241E56C}" dt="2020-10-24T14:03:34.070" v="134" actId="1076"/>
          <ac:spMkLst>
            <pc:docMk/>
            <pc:sldMk cId="1234927439" sldId="666"/>
            <ac:spMk id="8" creationId="{CA348757-D1EA-4CFF-A391-6AA422B6858B}"/>
          </ac:spMkLst>
        </pc:spChg>
        <pc:spChg chg="mod">
          <ac:chgData name="翟 锐" userId="fef11181f709266a" providerId="LiveId" clId="{2E81BA7C-FE94-4A22-87B5-6F4BC241E56C}" dt="2020-10-24T14:03:34.070" v="134" actId="1076"/>
          <ac:spMkLst>
            <pc:docMk/>
            <pc:sldMk cId="1234927439" sldId="666"/>
            <ac:spMk id="9" creationId="{087D8D99-84D7-4A25-A5C6-28D4FE85036B}"/>
          </ac:spMkLst>
        </pc:spChg>
        <pc:spChg chg="mod">
          <ac:chgData name="翟 锐" userId="fef11181f709266a" providerId="LiveId" clId="{2E81BA7C-FE94-4A22-87B5-6F4BC241E56C}" dt="2020-10-24T14:03:34.070" v="134" actId="1076"/>
          <ac:spMkLst>
            <pc:docMk/>
            <pc:sldMk cId="1234927439" sldId="666"/>
            <ac:spMk id="10" creationId="{756C86CF-87EC-4163-9C4E-353B1DF7C370}"/>
          </ac:spMkLst>
        </pc:spChg>
        <pc:spChg chg="mod">
          <ac:chgData name="翟 锐" userId="fef11181f709266a" providerId="LiveId" clId="{2E81BA7C-FE94-4A22-87B5-6F4BC241E56C}" dt="2020-10-24T14:03:34.070" v="134" actId="1076"/>
          <ac:spMkLst>
            <pc:docMk/>
            <pc:sldMk cId="1234927439" sldId="666"/>
            <ac:spMk id="11" creationId="{FC5F23A6-D045-4DFB-9016-5D50DF4892FF}"/>
          </ac:spMkLst>
        </pc:spChg>
        <pc:spChg chg="mod">
          <ac:chgData name="翟 锐" userId="fef11181f709266a" providerId="LiveId" clId="{2E81BA7C-FE94-4A22-87B5-6F4BC241E56C}" dt="2020-10-24T14:03:34.070" v="134" actId="1076"/>
          <ac:spMkLst>
            <pc:docMk/>
            <pc:sldMk cId="1234927439" sldId="666"/>
            <ac:spMk id="12" creationId="{B1013DAD-4214-4C3F-8144-DCD2AD5A9961}"/>
          </ac:spMkLst>
        </pc:spChg>
        <pc:spChg chg="mod">
          <ac:chgData name="翟 锐" userId="fef11181f709266a" providerId="LiveId" clId="{2E81BA7C-FE94-4A22-87B5-6F4BC241E56C}" dt="2020-10-24T14:03:34.070" v="134" actId="1076"/>
          <ac:spMkLst>
            <pc:docMk/>
            <pc:sldMk cId="1234927439" sldId="666"/>
            <ac:spMk id="13" creationId="{D356B96F-F62D-4818-9397-4730B3C969FA}"/>
          </ac:spMkLst>
        </pc:spChg>
        <pc:spChg chg="mod">
          <ac:chgData name="翟 锐" userId="fef11181f709266a" providerId="LiveId" clId="{2E81BA7C-FE94-4A22-87B5-6F4BC241E56C}" dt="2020-10-24T14:03:34.070" v="134" actId="1076"/>
          <ac:spMkLst>
            <pc:docMk/>
            <pc:sldMk cId="1234927439" sldId="666"/>
            <ac:spMk id="14" creationId="{F44F895A-91A8-4D66-9458-36FF98BF17B8}"/>
          </ac:spMkLst>
        </pc:spChg>
        <pc:spChg chg="mod">
          <ac:chgData name="翟 锐" userId="fef11181f709266a" providerId="LiveId" clId="{2E81BA7C-FE94-4A22-87B5-6F4BC241E56C}" dt="2020-10-24T14:03:34.070" v="134" actId="1076"/>
          <ac:spMkLst>
            <pc:docMk/>
            <pc:sldMk cId="1234927439" sldId="666"/>
            <ac:spMk id="15" creationId="{9D860EED-6501-4E56-9BC8-B806BA89B766}"/>
          </ac:spMkLst>
        </pc:spChg>
        <pc:spChg chg="mod">
          <ac:chgData name="翟 锐" userId="fef11181f709266a" providerId="LiveId" clId="{2E81BA7C-FE94-4A22-87B5-6F4BC241E56C}" dt="2020-10-24T14:03:34.070" v="134" actId="1076"/>
          <ac:spMkLst>
            <pc:docMk/>
            <pc:sldMk cId="1234927439" sldId="666"/>
            <ac:spMk id="16" creationId="{C1EECF6C-9547-490A-9736-CEE75EEDBE7A}"/>
          </ac:spMkLst>
        </pc:spChg>
        <pc:spChg chg="mod">
          <ac:chgData name="翟 锐" userId="fef11181f709266a" providerId="LiveId" clId="{2E81BA7C-FE94-4A22-87B5-6F4BC241E56C}" dt="2020-10-24T14:03:34.070" v="134" actId="1076"/>
          <ac:spMkLst>
            <pc:docMk/>
            <pc:sldMk cId="1234927439" sldId="666"/>
            <ac:spMk id="17" creationId="{740B7BF6-8238-4707-9F68-B394DE536333}"/>
          </ac:spMkLst>
        </pc:spChg>
        <pc:spChg chg="mod">
          <ac:chgData name="翟 锐" userId="fef11181f709266a" providerId="LiveId" clId="{2E81BA7C-FE94-4A22-87B5-6F4BC241E56C}" dt="2020-10-24T14:03:34.070" v="134" actId="1076"/>
          <ac:spMkLst>
            <pc:docMk/>
            <pc:sldMk cId="1234927439" sldId="666"/>
            <ac:spMk id="18" creationId="{808589E2-D0DC-4809-B1E8-C92A55BBF9CB}"/>
          </ac:spMkLst>
        </pc:spChg>
        <pc:spChg chg="mod">
          <ac:chgData name="翟 锐" userId="fef11181f709266a" providerId="LiveId" clId="{2E81BA7C-FE94-4A22-87B5-6F4BC241E56C}" dt="2020-10-24T14:03:34.070" v="134" actId="1076"/>
          <ac:spMkLst>
            <pc:docMk/>
            <pc:sldMk cId="1234927439" sldId="666"/>
            <ac:spMk id="19" creationId="{7466172C-FC12-4141-86CD-3D9A45BD6913}"/>
          </ac:spMkLst>
        </pc:spChg>
        <pc:spChg chg="mod">
          <ac:chgData name="翟 锐" userId="fef11181f709266a" providerId="LiveId" clId="{2E81BA7C-FE94-4A22-87B5-6F4BC241E56C}" dt="2020-10-24T14:03:34.070" v="134" actId="1076"/>
          <ac:spMkLst>
            <pc:docMk/>
            <pc:sldMk cId="1234927439" sldId="666"/>
            <ac:spMk id="20" creationId="{EA964CBC-AE71-4957-AE14-19CFCC62B7CB}"/>
          </ac:spMkLst>
        </pc:spChg>
        <pc:spChg chg="mod">
          <ac:chgData name="翟 锐" userId="fef11181f709266a" providerId="LiveId" clId="{2E81BA7C-FE94-4A22-87B5-6F4BC241E56C}" dt="2020-10-24T14:03:34.070" v="134" actId="1076"/>
          <ac:spMkLst>
            <pc:docMk/>
            <pc:sldMk cId="1234927439" sldId="666"/>
            <ac:spMk id="21" creationId="{F6657047-E2C7-4AD0-BB2F-22BF78645AD6}"/>
          </ac:spMkLst>
        </pc:spChg>
        <pc:spChg chg="mod">
          <ac:chgData name="翟 锐" userId="fef11181f709266a" providerId="LiveId" clId="{2E81BA7C-FE94-4A22-87B5-6F4BC241E56C}" dt="2020-10-24T14:03:34.070" v="134" actId="1076"/>
          <ac:spMkLst>
            <pc:docMk/>
            <pc:sldMk cId="1234927439" sldId="666"/>
            <ac:spMk id="22" creationId="{ADCE7B4B-FA9C-4A7B-BF9A-255889A3B9B8}"/>
          </ac:spMkLst>
        </pc:spChg>
        <pc:spChg chg="mod">
          <ac:chgData name="翟 锐" userId="fef11181f709266a" providerId="LiveId" clId="{2E81BA7C-FE94-4A22-87B5-6F4BC241E56C}" dt="2020-10-24T14:03:34.070" v="134" actId="1076"/>
          <ac:spMkLst>
            <pc:docMk/>
            <pc:sldMk cId="1234927439" sldId="666"/>
            <ac:spMk id="23" creationId="{7AB2FA9F-F6FA-45D3-BA8D-2C3BF1BA113F}"/>
          </ac:spMkLst>
        </pc:spChg>
        <pc:spChg chg="mod">
          <ac:chgData name="翟 锐" userId="fef11181f709266a" providerId="LiveId" clId="{2E81BA7C-FE94-4A22-87B5-6F4BC241E56C}" dt="2020-10-24T14:03:34.070" v="134" actId="1076"/>
          <ac:spMkLst>
            <pc:docMk/>
            <pc:sldMk cId="1234927439" sldId="666"/>
            <ac:spMk id="24" creationId="{7B82B8CD-C16D-402E-9990-F7277D9F56D2}"/>
          </ac:spMkLst>
        </pc:spChg>
        <pc:spChg chg="mod">
          <ac:chgData name="翟 锐" userId="fef11181f709266a" providerId="LiveId" clId="{2E81BA7C-FE94-4A22-87B5-6F4BC241E56C}" dt="2020-10-24T14:03:34.070" v="134" actId="1076"/>
          <ac:spMkLst>
            <pc:docMk/>
            <pc:sldMk cId="1234927439" sldId="666"/>
            <ac:spMk id="25" creationId="{30D16A3E-86C0-4D6F-ACF8-F5AD58BF5353}"/>
          </ac:spMkLst>
        </pc:spChg>
        <pc:spChg chg="mod">
          <ac:chgData name="翟 锐" userId="fef11181f709266a" providerId="LiveId" clId="{2E81BA7C-FE94-4A22-87B5-6F4BC241E56C}" dt="2020-10-24T14:03:34.070" v="134" actId="1076"/>
          <ac:spMkLst>
            <pc:docMk/>
            <pc:sldMk cId="1234927439" sldId="666"/>
            <ac:spMk id="26" creationId="{86070E5A-7793-4FC7-BD27-46B648C897B7}"/>
          </ac:spMkLst>
        </pc:spChg>
        <pc:spChg chg="mod">
          <ac:chgData name="翟 锐" userId="fef11181f709266a" providerId="LiveId" clId="{2E81BA7C-FE94-4A22-87B5-6F4BC241E56C}" dt="2020-10-24T14:03:34.070" v="134" actId="1076"/>
          <ac:spMkLst>
            <pc:docMk/>
            <pc:sldMk cId="1234927439" sldId="666"/>
            <ac:spMk id="27" creationId="{45DC2F71-EDEB-4414-9C1E-E90F7BB740A0}"/>
          </ac:spMkLst>
        </pc:spChg>
        <pc:spChg chg="mod">
          <ac:chgData name="翟 锐" userId="fef11181f709266a" providerId="LiveId" clId="{2E81BA7C-FE94-4A22-87B5-6F4BC241E56C}" dt="2020-10-24T14:03:34.070" v="134" actId="1076"/>
          <ac:spMkLst>
            <pc:docMk/>
            <pc:sldMk cId="1234927439" sldId="666"/>
            <ac:spMk id="28" creationId="{E2ED334A-A4E2-4B27-A7C7-8D2DE008976B}"/>
          </ac:spMkLst>
        </pc:spChg>
        <pc:spChg chg="mod">
          <ac:chgData name="翟 锐" userId="fef11181f709266a" providerId="LiveId" clId="{2E81BA7C-FE94-4A22-87B5-6F4BC241E56C}" dt="2020-10-24T14:03:34.070" v="134" actId="1076"/>
          <ac:spMkLst>
            <pc:docMk/>
            <pc:sldMk cId="1234927439" sldId="666"/>
            <ac:spMk id="29" creationId="{74302C62-C6DC-414A-827B-87DC7F31DB2E}"/>
          </ac:spMkLst>
        </pc:spChg>
        <pc:spChg chg="mod">
          <ac:chgData name="翟 锐" userId="fef11181f709266a" providerId="LiveId" clId="{2E81BA7C-FE94-4A22-87B5-6F4BC241E56C}" dt="2020-10-24T14:03:34.070" v="134" actId="1076"/>
          <ac:spMkLst>
            <pc:docMk/>
            <pc:sldMk cId="1234927439" sldId="666"/>
            <ac:spMk id="30" creationId="{91E2911F-86EF-401A-A065-0D1817E30646}"/>
          </ac:spMkLst>
        </pc:spChg>
        <pc:spChg chg="mod">
          <ac:chgData name="翟 锐" userId="fef11181f709266a" providerId="LiveId" clId="{2E81BA7C-FE94-4A22-87B5-6F4BC241E56C}" dt="2020-10-24T14:03:34.070" v="134" actId="1076"/>
          <ac:spMkLst>
            <pc:docMk/>
            <pc:sldMk cId="1234927439" sldId="666"/>
            <ac:spMk id="31" creationId="{B4056603-EA5E-44DD-9C87-5F2F7B279D8D}"/>
          </ac:spMkLst>
        </pc:spChg>
        <pc:spChg chg="mod">
          <ac:chgData name="翟 锐" userId="fef11181f709266a" providerId="LiveId" clId="{2E81BA7C-FE94-4A22-87B5-6F4BC241E56C}" dt="2020-10-24T14:03:34.070" v="134" actId="1076"/>
          <ac:spMkLst>
            <pc:docMk/>
            <pc:sldMk cId="1234927439" sldId="666"/>
            <ac:spMk id="32" creationId="{DC01447A-FD86-4FB5-BE03-E5EA057E2324}"/>
          </ac:spMkLst>
        </pc:spChg>
        <pc:spChg chg="mod">
          <ac:chgData name="翟 锐" userId="fef11181f709266a" providerId="LiveId" clId="{2E81BA7C-FE94-4A22-87B5-6F4BC241E56C}" dt="2020-10-24T14:04:50.323" v="160"/>
          <ac:spMkLst>
            <pc:docMk/>
            <pc:sldMk cId="1234927439" sldId="666"/>
            <ac:spMk id="35" creationId="{00000000-0000-0000-0000-000000000000}"/>
          </ac:spMkLst>
        </pc:spChg>
        <pc:spChg chg="mod">
          <ac:chgData name="翟 锐" userId="fef11181f709266a" providerId="LiveId" clId="{2E81BA7C-FE94-4A22-87B5-6F4BC241E56C}" dt="2020-10-24T14:03:34.070" v="134" actId="1076"/>
          <ac:spMkLst>
            <pc:docMk/>
            <pc:sldMk cId="1234927439" sldId="666"/>
            <ac:spMk id="36" creationId="{7158D6DA-B99B-435C-88FA-C1D76F0D3E0C}"/>
          </ac:spMkLst>
        </pc:spChg>
        <pc:spChg chg="mod">
          <ac:chgData name="翟 锐" userId="fef11181f709266a" providerId="LiveId" clId="{2E81BA7C-FE94-4A22-87B5-6F4BC241E56C}" dt="2020-10-24T14:03:34.070" v="134" actId="1076"/>
          <ac:spMkLst>
            <pc:docMk/>
            <pc:sldMk cId="1234927439" sldId="666"/>
            <ac:spMk id="37" creationId="{BA126EA5-2E8F-4BB6-8899-C6FAA16A04BD}"/>
          </ac:spMkLst>
        </pc:spChg>
        <pc:spChg chg="mod">
          <ac:chgData name="翟 锐" userId="fef11181f709266a" providerId="LiveId" clId="{2E81BA7C-FE94-4A22-87B5-6F4BC241E56C}" dt="2020-10-24T14:03:34.070" v="134" actId="1076"/>
          <ac:spMkLst>
            <pc:docMk/>
            <pc:sldMk cId="1234927439" sldId="666"/>
            <ac:spMk id="38" creationId="{A0E7DCA1-81F3-4F06-A0AE-439590E81B75}"/>
          </ac:spMkLst>
        </pc:spChg>
        <pc:spChg chg="mod">
          <ac:chgData name="翟 锐" userId="fef11181f709266a" providerId="LiveId" clId="{2E81BA7C-FE94-4A22-87B5-6F4BC241E56C}" dt="2020-10-24T14:03:34.070" v="134" actId="1076"/>
          <ac:spMkLst>
            <pc:docMk/>
            <pc:sldMk cId="1234927439" sldId="666"/>
            <ac:spMk id="39" creationId="{0BF68685-02BA-4AD3-8FF8-DC427E672047}"/>
          </ac:spMkLst>
        </pc:spChg>
        <pc:spChg chg="mod">
          <ac:chgData name="翟 锐" userId="fef11181f709266a" providerId="LiveId" clId="{2E81BA7C-FE94-4A22-87B5-6F4BC241E56C}" dt="2020-10-24T14:03:34.070" v="134" actId="1076"/>
          <ac:spMkLst>
            <pc:docMk/>
            <pc:sldMk cId="1234927439" sldId="666"/>
            <ac:spMk id="40" creationId="{B59098E9-C4FC-4609-9664-A16C5A1BD38F}"/>
          </ac:spMkLst>
        </pc:spChg>
        <pc:spChg chg="mod">
          <ac:chgData name="翟 锐" userId="fef11181f709266a" providerId="LiveId" clId="{2E81BA7C-FE94-4A22-87B5-6F4BC241E56C}" dt="2020-10-24T14:03:34.070" v="134" actId="1076"/>
          <ac:spMkLst>
            <pc:docMk/>
            <pc:sldMk cId="1234927439" sldId="666"/>
            <ac:spMk id="41" creationId="{C8DE6F83-B547-4581-981B-7E6122878352}"/>
          </ac:spMkLst>
        </pc:spChg>
        <pc:spChg chg="mod">
          <ac:chgData name="翟 锐" userId="fef11181f709266a" providerId="LiveId" clId="{2E81BA7C-FE94-4A22-87B5-6F4BC241E56C}" dt="2020-10-24T14:03:34.070" v="134" actId="1076"/>
          <ac:spMkLst>
            <pc:docMk/>
            <pc:sldMk cId="1234927439" sldId="666"/>
            <ac:spMk id="42" creationId="{567EB7DF-0329-4ECA-91D2-B97370C910C0}"/>
          </ac:spMkLst>
        </pc:spChg>
        <pc:spChg chg="mod">
          <ac:chgData name="翟 锐" userId="fef11181f709266a" providerId="LiveId" clId="{2E81BA7C-FE94-4A22-87B5-6F4BC241E56C}" dt="2020-10-24T14:03:34.070" v="134" actId="1076"/>
          <ac:spMkLst>
            <pc:docMk/>
            <pc:sldMk cId="1234927439" sldId="666"/>
            <ac:spMk id="43" creationId="{4567ED2E-041A-43F4-9E0E-6C29C0493109}"/>
          </ac:spMkLst>
        </pc:spChg>
        <pc:spChg chg="mod">
          <ac:chgData name="翟 锐" userId="fef11181f709266a" providerId="LiveId" clId="{2E81BA7C-FE94-4A22-87B5-6F4BC241E56C}" dt="2020-10-24T14:03:34.070" v="134" actId="1076"/>
          <ac:spMkLst>
            <pc:docMk/>
            <pc:sldMk cId="1234927439" sldId="666"/>
            <ac:spMk id="44" creationId="{F2D1E291-E122-4BA6-8C72-E50FCC54D6B0}"/>
          </ac:spMkLst>
        </pc:spChg>
        <pc:spChg chg="add mod">
          <ac:chgData name="翟 锐" userId="fef11181f709266a" providerId="LiveId" clId="{2E81BA7C-FE94-4A22-87B5-6F4BC241E56C}" dt="2020-10-24T14:03:44.862" v="137" actId="1076"/>
          <ac:spMkLst>
            <pc:docMk/>
            <pc:sldMk cId="1234927439" sldId="666"/>
            <ac:spMk id="45" creationId="{8C854F3B-778C-4536-8E45-2CC14FB7F2F9}"/>
          </ac:spMkLst>
        </pc:spChg>
        <pc:grpChg chg="add mod">
          <ac:chgData name="翟 锐" userId="fef11181f709266a" providerId="LiveId" clId="{2E81BA7C-FE94-4A22-87B5-6F4BC241E56C}" dt="2020-10-24T14:03:34.070" v="134" actId="1076"/>
          <ac:grpSpMkLst>
            <pc:docMk/>
            <pc:sldMk cId="1234927439" sldId="666"/>
            <ac:grpSpMk id="6" creationId="{8DF3F230-9007-4B17-95E1-CA9E2E30513A}"/>
          </ac:grpSpMkLst>
        </pc:grpChg>
        <pc:graphicFrameChg chg="add mod modGraphic">
          <ac:chgData name="翟 锐" userId="fef11181f709266a" providerId="LiveId" clId="{2E81BA7C-FE94-4A22-87B5-6F4BC241E56C}" dt="2020-10-24T14:04:10.475" v="145" actId="14734"/>
          <ac:graphicFrameMkLst>
            <pc:docMk/>
            <pc:sldMk cId="1234927439" sldId="666"/>
            <ac:graphicFrameMk id="46" creationId="{DE06D97A-D45E-4745-95B6-CAD12CD8F95E}"/>
          </ac:graphicFrameMkLst>
        </pc:graphicFrameChg>
      </pc:sldChg>
      <pc:sldChg chg="modSp mod">
        <pc:chgData name="翟 锐" userId="fef11181f709266a" providerId="LiveId" clId="{2E81BA7C-FE94-4A22-87B5-6F4BC241E56C}" dt="2020-10-24T14:05:07.023" v="168"/>
        <pc:sldMkLst>
          <pc:docMk/>
          <pc:sldMk cId="357824010" sldId="667"/>
        </pc:sldMkLst>
        <pc:spChg chg="mod">
          <ac:chgData name="翟 锐" userId="fef11181f709266a" providerId="LiveId" clId="{2E81BA7C-FE94-4A22-87B5-6F4BC241E56C}" dt="2020-10-24T14:04:59.090" v="163"/>
          <ac:spMkLst>
            <pc:docMk/>
            <pc:sldMk cId="357824010" sldId="667"/>
            <ac:spMk id="2" creationId="{1A343DEC-CFF6-41F5-B87C-0DFC08C67B76}"/>
          </ac:spMkLst>
        </pc:spChg>
        <pc:spChg chg="mod">
          <ac:chgData name="翟 锐" userId="fef11181f709266a" providerId="LiveId" clId="{2E81BA7C-FE94-4A22-87B5-6F4BC241E56C}" dt="2020-10-24T14:05:07.023" v="168"/>
          <ac:spMkLst>
            <pc:docMk/>
            <pc:sldMk cId="357824010" sldId="667"/>
            <ac:spMk id="35" creationId="{00000000-0000-0000-0000-000000000000}"/>
          </ac:spMkLst>
        </pc:spChg>
      </pc:sldChg>
      <pc:sldChg chg="addSp delSp modSp mod modAnim">
        <pc:chgData name="翟 锐" userId="fef11181f709266a" providerId="LiveId" clId="{2E81BA7C-FE94-4A22-87B5-6F4BC241E56C}" dt="2020-10-24T14:19:09.561" v="480"/>
        <pc:sldMkLst>
          <pc:docMk/>
          <pc:sldMk cId="3776727961" sldId="668"/>
        </pc:sldMkLst>
        <pc:spChg chg="mod">
          <ac:chgData name="翟 锐" userId="fef11181f709266a" providerId="LiveId" clId="{2E81BA7C-FE94-4A22-87B5-6F4BC241E56C}" dt="2020-10-24T14:18:45.792" v="473" actId="6549"/>
          <ac:spMkLst>
            <pc:docMk/>
            <pc:sldMk cId="3776727961" sldId="668"/>
            <ac:spMk id="2" creationId="{1A343DEC-CFF6-41F5-B87C-0DFC08C67B76}"/>
          </ac:spMkLst>
        </pc:spChg>
        <pc:spChg chg="mod">
          <ac:chgData name="翟 锐" userId="fef11181f709266a" providerId="LiveId" clId="{2E81BA7C-FE94-4A22-87B5-6F4BC241E56C}" dt="2020-10-24T14:17:26.459" v="457" actId="1076"/>
          <ac:spMkLst>
            <pc:docMk/>
            <pc:sldMk cId="3776727961" sldId="668"/>
            <ac:spMk id="9" creationId="{27867394-C26D-4409-838B-D2C5C2430FFA}"/>
          </ac:spMkLst>
        </pc:spChg>
        <pc:spChg chg="mod">
          <ac:chgData name="翟 锐" userId="fef11181f709266a" providerId="LiveId" clId="{2E81BA7C-FE94-4A22-87B5-6F4BC241E56C}" dt="2020-10-24T14:17:26.459" v="457" actId="1076"/>
          <ac:spMkLst>
            <pc:docMk/>
            <pc:sldMk cId="3776727961" sldId="668"/>
            <ac:spMk id="10" creationId="{2AD007AD-ADC8-41D3-938D-C6CC1A9DEDF3}"/>
          </ac:spMkLst>
        </pc:spChg>
        <pc:spChg chg="mod">
          <ac:chgData name="翟 锐" userId="fef11181f709266a" providerId="LiveId" clId="{2E81BA7C-FE94-4A22-87B5-6F4BC241E56C}" dt="2020-10-24T14:17:26.459" v="457" actId="1076"/>
          <ac:spMkLst>
            <pc:docMk/>
            <pc:sldMk cId="3776727961" sldId="668"/>
            <ac:spMk id="11" creationId="{224B20E4-E163-4EA0-9C82-04F890DE9968}"/>
          </ac:spMkLst>
        </pc:spChg>
        <pc:spChg chg="add mod">
          <ac:chgData name="翟 锐" userId="fef11181f709266a" providerId="LiveId" clId="{2E81BA7C-FE94-4A22-87B5-6F4BC241E56C}" dt="2020-10-24T14:17:47.280" v="460" actId="1076"/>
          <ac:spMkLst>
            <pc:docMk/>
            <pc:sldMk cId="3776727961" sldId="668"/>
            <ac:spMk id="12" creationId="{FE5D5E23-69DC-466B-B663-CC65AA1C8CD4}"/>
          </ac:spMkLst>
        </pc:spChg>
        <pc:spChg chg="add mod">
          <ac:chgData name="翟 锐" userId="fef11181f709266a" providerId="LiveId" clId="{2E81BA7C-FE94-4A22-87B5-6F4BC241E56C}" dt="2020-10-24T14:17:52.957" v="462" actId="1076"/>
          <ac:spMkLst>
            <pc:docMk/>
            <pc:sldMk cId="3776727961" sldId="668"/>
            <ac:spMk id="13" creationId="{BFEEFFC6-8771-4D25-90CA-8928AC43335F}"/>
          </ac:spMkLst>
        </pc:spChg>
        <pc:spChg chg="add mod">
          <ac:chgData name="翟 锐" userId="fef11181f709266a" providerId="LiveId" clId="{2E81BA7C-FE94-4A22-87B5-6F4BC241E56C}" dt="2020-10-24T14:18:05.063" v="464" actId="1076"/>
          <ac:spMkLst>
            <pc:docMk/>
            <pc:sldMk cId="3776727961" sldId="668"/>
            <ac:spMk id="14" creationId="{8644F879-D1B0-43C9-BCE6-08DE79CD2415}"/>
          </ac:spMkLst>
        </pc:spChg>
        <pc:spChg chg="mod">
          <ac:chgData name="翟 锐" userId="fef11181f709266a" providerId="LiveId" clId="{2E81BA7C-FE94-4A22-87B5-6F4BC241E56C}" dt="2020-10-24T14:18:13.959" v="466" actId="1076"/>
          <ac:spMkLst>
            <pc:docMk/>
            <pc:sldMk cId="3776727961" sldId="668"/>
            <ac:spMk id="16" creationId="{53D4FD6E-5C6B-42D6-9FA6-70B1BCAC363A}"/>
          </ac:spMkLst>
        </pc:spChg>
        <pc:spChg chg="mod">
          <ac:chgData name="翟 锐" userId="fef11181f709266a" providerId="LiveId" clId="{2E81BA7C-FE94-4A22-87B5-6F4BC241E56C}" dt="2020-10-24T14:18:13.959" v="466" actId="1076"/>
          <ac:spMkLst>
            <pc:docMk/>
            <pc:sldMk cId="3776727961" sldId="668"/>
            <ac:spMk id="17" creationId="{66DE31C5-8B09-471B-8A7D-D214250FB389}"/>
          </ac:spMkLst>
        </pc:spChg>
        <pc:spChg chg="mod">
          <ac:chgData name="翟 锐" userId="fef11181f709266a" providerId="LiveId" clId="{2E81BA7C-FE94-4A22-87B5-6F4BC241E56C}" dt="2020-10-24T14:18:13.959" v="466" actId="1076"/>
          <ac:spMkLst>
            <pc:docMk/>
            <pc:sldMk cId="3776727961" sldId="668"/>
            <ac:spMk id="18" creationId="{3EB9962A-AC06-40BE-AA36-ABD36666E7B6}"/>
          </ac:spMkLst>
        </pc:spChg>
        <pc:spChg chg="mod">
          <ac:chgData name="翟 锐" userId="fef11181f709266a" providerId="LiveId" clId="{2E81BA7C-FE94-4A22-87B5-6F4BC241E56C}" dt="2020-10-24T14:19:09.561" v="480"/>
          <ac:spMkLst>
            <pc:docMk/>
            <pc:sldMk cId="3776727961" sldId="668"/>
            <ac:spMk id="35" creationId="{00000000-0000-0000-0000-000000000000}"/>
          </ac:spMkLst>
        </pc:spChg>
        <pc:grpChg chg="add mod">
          <ac:chgData name="翟 锐" userId="fef11181f709266a" providerId="LiveId" clId="{2E81BA7C-FE94-4A22-87B5-6F4BC241E56C}" dt="2020-10-24T14:17:26.459" v="457" actId="1076"/>
          <ac:grpSpMkLst>
            <pc:docMk/>
            <pc:sldMk cId="3776727961" sldId="668"/>
            <ac:grpSpMk id="8" creationId="{C4881B62-8EC0-42B0-8E22-A4C2B1F97298}"/>
          </ac:grpSpMkLst>
        </pc:grpChg>
        <pc:grpChg chg="add mod">
          <ac:chgData name="翟 锐" userId="fef11181f709266a" providerId="LiveId" clId="{2E81BA7C-FE94-4A22-87B5-6F4BC241E56C}" dt="2020-10-24T14:18:13.959" v="466" actId="1076"/>
          <ac:grpSpMkLst>
            <pc:docMk/>
            <pc:sldMk cId="3776727961" sldId="668"/>
            <ac:grpSpMk id="15" creationId="{10DB81D3-6C7A-478B-BE4C-58662D8431F8}"/>
          </ac:grpSpMkLst>
        </pc:grpChg>
        <pc:graphicFrameChg chg="add mod">
          <ac:chgData name="翟 锐" userId="fef11181f709266a" providerId="LiveId" clId="{2E81BA7C-FE94-4A22-87B5-6F4BC241E56C}" dt="2020-10-24T14:17:18.045" v="455" actId="1076"/>
          <ac:graphicFrameMkLst>
            <pc:docMk/>
            <pc:sldMk cId="3776727961" sldId="668"/>
            <ac:graphicFrameMk id="7" creationId="{2622C7DA-80D4-49A1-A5A4-4AB4D6F05287}"/>
          </ac:graphicFrameMkLst>
        </pc:graphicFrameChg>
        <pc:graphicFrameChg chg="add mod">
          <ac:chgData name="翟 锐" userId="fef11181f709266a" providerId="LiveId" clId="{2E81BA7C-FE94-4A22-87B5-6F4BC241E56C}" dt="2020-10-24T14:18:38.182" v="471" actId="1076"/>
          <ac:graphicFrameMkLst>
            <pc:docMk/>
            <pc:sldMk cId="3776727961" sldId="668"/>
            <ac:graphicFrameMk id="19" creationId="{E8B04955-9B23-4F36-AFC4-2B79C7D63690}"/>
          </ac:graphicFrameMkLst>
        </pc:graphicFrameChg>
        <pc:graphicFrameChg chg="add mod">
          <ac:chgData name="翟 锐" userId="fef11181f709266a" providerId="LiveId" clId="{2E81BA7C-FE94-4A22-87B5-6F4BC241E56C}" dt="2020-10-24T14:18:53.040" v="477" actId="1076"/>
          <ac:graphicFrameMkLst>
            <pc:docMk/>
            <pc:sldMk cId="3776727961" sldId="668"/>
            <ac:graphicFrameMk id="20" creationId="{25D2C14C-7FE6-4B75-B719-B2AF623EF993}"/>
          </ac:graphicFrameMkLst>
        </pc:graphicFrameChg>
        <pc:picChg chg="del mod">
          <ac:chgData name="翟 锐" userId="fef11181f709266a" providerId="LiveId" clId="{2E81BA7C-FE94-4A22-87B5-6F4BC241E56C}" dt="2020-10-24T14:17:06.272" v="449" actId="478"/>
          <ac:picMkLst>
            <pc:docMk/>
            <pc:sldMk cId="3776727961" sldId="668"/>
            <ac:picMk id="3" creationId="{696A3BD8-9BD2-4ECA-B870-816572DB6523}"/>
          </ac:picMkLst>
        </pc:picChg>
      </pc:sldChg>
      <pc:sldChg chg="addSp delSp modSp mod">
        <pc:chgData name="翟 锐" userId="fef11181f709266a" providerId="LiveId" clId="{2E81BA7C-FE94-4A22-87B5-6F4BC241E56C}" dt="2020-10-24T14:21:12.232" v="526" actId="1076"/>
        <pc:sldMkLst>
          <pc:docMk/>
          <pc:sldMk cId="755557467" sldId="669"/>
        </pc:sldMkLst>
        <pc:spChg chg="del mod">
          <ac:chgData name="翟 锐" userId="fef11181f709266a" providerId="LiveId" clId="{2E81BA7C-FE94-4A22-87B5-6F4BC241E56C}" dt="2020-10-24T14:20:34.872" v="518" actId="478"/>
          <ac:spMkLst>
            <pc:docMk/>
            <pc:sldMk cId="755557467" sldId="669"/>
            <ac:spMk id="2" creationId="{1A343DEC-CFF6-41F5-B87C-0DFC08C67B76}"/>
          </ac:spMkLst>
        </pc:spChg>
        <pc:spChg chg="add del mod">
          <ac:chgData name="翟 锐" userId="fef11181f709266a" providerId="LiveId" clId="{2E81BA7C-FE94-4A22-87B5-6F4BC241E56C}" dt="2020-10-24T14:19:43.616" v="497" actId="478"/>
          <ac:spMkLst>
            <pc:docMk/>
            <pc:sldMk cId="755557467" sldId="669"/>
            <ac:spMk id="3" creationId="{614EDE46-FDB1-4C92-8A2A-285F586C3532}"/>
          </ac:spMkLst>
        </pc:spChg>
        <pc:spChg chg="add del">
          <ac:chgData name="翟 锐" userId="fef11181f709266a" providerId="LiveId" clId="{2E81BA7C-FE94-4A22-87B5-6F4BC241E56C}" dt="2020-10-24T14:20:08.703" v="511" actId="478"/>
          <ac:spMkLst>
            <pc:docMk/>
            <pc:sldMk cId="755557467" sldId="669"/>
            <ac:spMk id="7" creationId="{4DAC7DC3-AF3F-476A-9599-C4EFFCA71DF6}"/>
          </ac:spMkLst>
        </pc:spChg>
        <pc:spChg chg="mod">
          <ac:chgData name="翟 锐" userId="fef11181f709266a" providerId="LiveId" clId="{2E81BA7C-FE94-4A22-87B5-6F4BC241E56C}" dt="2020-10-24T14:20:32.605" v="517"/>
          <ac:spMkLst>
            <pc:docMk/>
            <pc:sldMk cId="755557467" sldId="669"/>
            <ac:spMk id="35" creationId="{00000000-0000-0000-0000-000000000000}"/>
          </ac:spMkLst>
        </pc:spChg>
        <pc:graphicFrameChg chg="add del mod replId">
          <ac:chgData name="翟 锐" userId="fef11181f709266a" providerId="LiveId" clId="{2E81BA7C-FE94-4A22-87B5-6F4BC241E56C}" dt="2020-10-24T14:19:22.902" v="488"/>
          <ac:graphicFrameMkLst>
            <pc:docMk/>
            <pc:sldMk cId="755557467" sldId="669"/>
            <ac:graphicFrameMk id="4" creationId="{614EDE46-FDB1-4C92-8A2A-285F586C3532}"/>
          </ac:graphicFrameMkLst>
        </pc:graphicFrameChg>
        <pc:graphicFrameChg chg="add del mod replId">
          <ac:chgData name="翟 锐" userId="fef11181f709266a" providerId="LiveId" clId="{2E81BA7C-FE94-4A22-87B5-6F4BC241E56C}" dt="2020-10-24T14:19:59.505" v="506"/>
          <ac:graphicFrameMkLst>
            <pc:docMk/>
            <pc:sldMk cId="755557467" sldId="669"/>
            <ac:graphicFrameMk id="8" creationId="{4DAC7DC3-AF3F-476A-9599-C4EFFCA71DF6}"/>
          </ac:graphicFrameMkLst>
        </pc:graphicFrameChg>
        <pc:graphicFrameChg chg="add mod modGraphic">
          <ac:chgData name="翟 锐" userId="fef11181f709266a" providerId="LiveId" clId="{2E81BA7C-FE94-4A22-87B5-6F4BC241E56C}" dt="2020-10-24T14:21:12.232" v="526" actId="1076"/>
          <ac:graphicFrameMkLst>
            <pc:docMk/>
            <pc:sldMk cId="755557467" sldId="669"/>
            <ac:graphicFrameMk id="14" creationId="{092BED16-02E2-4A40-A09D-07C666868DAC}"/>
          </ac:graphicFrameMkLst>
        </pc:graphicFrameChg>
      </pc:sldChg>
      <pc:sldChg chg="modSp mod">
        <pc:chgData name="翟 锐" userId="fef11181f709266a" providerId="LiveId" clId="{2E81BA7C-FE94-4A22-87B5-6F4BC241E56C}" dt="2020-10-24T14:22:25.685" v="551" actId="20577"/>
        <pc:sldMkLst>
          <pc:docMk/>
          <pc:sldMk cId="4129745897" sldId="670"/>
        </pc:sldMkLst>
        <pc:spChg chg="mod">
          <ac:chgData name="翟 锐" userId="fef11181f709266a" providerId="LiveId" clId="{2E81BA7C-FE94-4A22-87B5-6F4BC241E56C}" dt="2020-10-24T14:22:25.685" v="551" actId="20577"/>
          <ac:spMkLst>
            <pc:docMk/>
            <pc:sldMk cId="4129745897" sldId="670"/>
            <ac:spMk id="2" creationId="{1A343DEC-CFF6-41F5-B87C-0DFC08C67B76}"/>
          </ac:spMkLst>
        </pc:spChg>
        <pc:spChg chg="mod">
          <ac:chgData name="翟 锐" userId="fef11181f709266a" providerId="LiveId" clId="{2E81BA7C-FE94-4A22-87B5-6F4BC241E56C}" dt="2020-10-24T14:21:42.625" v="529"/>
          <ac:spMkLst>
            <pc:docMk/>
            <pc:sldMk cId="4129745897" sldId="670"/>
            <ac:spMk id="35" creationId="{00000000-0000-0000-0000-000000000000}"/>
          </ac:spMkLst>
        </pc:spChg>
      </pc:sldChg>
      <pc:sldChg chg="modSp mod">
        <pc:chgData name="翟 锐" userId="fef11181f709266a" providerId="LiveId" clId="{2E81BA7C-FE94-4A22-87B5-6F4BC241E56C}" dt="2020-10-24T14:22:21.637" v="550"/>
        <pc:sldMkLst>
          <pc:docMk/>
          <pc:sldMk cId="871591210" sldId="671"/>
        </pc:sldMkLst>
        <pc:spChg chg="mod">
          <ac:chgData name="翟 锐" userId="fef11181f709266a" providerId="LiveId" clId="{2E81BA7C-FE94-4A22-87B5-6F4BC241E56C}" dt="2020-10-24T14:22:15.176" v="547" actId="20577"/>
          <ac:spMkLst>
            <pc:docMk/>
            <pc:sldMk cId="871591210" sldId="671"/>
            <ac:spMk id="2" creationId="{1A343DEC-CFF6-41F5-B87C-0DFC08C67B76}"/>
          </ac:spMkLst>
        </pc:spChg>
        <pc:spChg chg="mod">
          <ac:chgData name="翟 锐" userId="fef11181f709266a" providerId="LiveId" clId="{2E81BA7C-FE94-4A22-87B5-6F4BC241E56C}" dt="2020-10-24T14:22:21.637" v="550"/>
          <ac:spMkLst>
            <pc:docMk/>
            <pc:sldMk cId="871591210" sldId="671"/>
            <ac:spMk id="35" creationId="{00000000-0000-0000-0000-000000000000}"/>
          </ac:spMkLst>
        </pc:spChg>
      </pc:sldChg>
      <pc:sldChg chg="modSp mod">
        <pc:chgData name="翟 锐" userId="fef11181f709266a" providerId="LiveId" clId="{2E81BA7C-FE94-4A22-87B5-6F4BC241E56C}" dt="2020-10-24T14:23:01.442" v="568"/>
        <pc:sldMkLst>
          <pc:docMk/>
          <pc:sldMk cId="678767982" sldId="672"/>
        </pc:sldMkLst>
        <pc:spChg chg="mod">
          <ac:chgData name="翟 锐" userId="fef11181f709266a" providerId="LiveId" clId="{2E81BA7C-FE94-4A22-87B5-6F4BC241E56C}" dt="2020-10-24T14:22:55.023" v="565" actId="15"/>
          <ac:spMkLst>
            <pc:docMk/>
            <pc:sldMk cId="678767982" sldId="672"/>
            <ac:spMk id="2" creationId="{1A343DEC-CFF6-41F5-B87C-0DFC08C67B76}"/>
          </ac:spMkLst>
        </pc:spChg>
        <pc:spChg chg="mod">
          <ac:chgData name="翟 锐" userId="fef11181f709266a" providerId="LiveId" clId="{2E81BA7C-FE94-4A22-87B5-6F4BC241E56C}" dt="2020-10-24T14:23:01.442" v="568"/>
          <ac:spMkLst>
            <pc:docMk/>
            <pc:sldMk cId="678767982" sldId="672"/>
            <ac:spMk id="35" creationId="{00000000-0000-0000-0000-000000000000}"/>
          </ac:spMkLst>
        </pc:spChg>
      </pc:sldChg>
      <pc:sldChg chg="del">
        <pc:chgData name="翟 锐" userId="fef11181f709266a" providerId="LiveId" clId="{2E81BA7C-FE94-4A22-87B5-6F4BC241E56C}" dt="2020-10-24T14:23:08.551" v="569" actId="47"/>
        <pc:sldMkLst>
          <pc:docMk/>
          <pc:sldMk cId="4103866007" sldId="673"/>
        </pc:sldMkLst>
      </pc:sldChg>
      <pc:sldChg chg="del">
        <pc:chgData name="翟 锐" userId="fef11181f709266a" providerId="LiveId" clId="{2E81BA7C-FE94-4A22-87B5-6F4BC241E56C}" dt="2020-10-24T14:23:09.390" v="570" actId="47"/>
        <pc:sldMkLst>
          <pc:docMk/>
          <pc:sldMk cId="2549675838" sldId="674"/>
        </pc:sldMkLst>
      </pc:sldChg>
      <pc:sldChg chg="del">
        <pc:chgData name="翟 锐" userId="fef11181f709266a" providerId="LiveId" clId="{2E81BA7C-FE94-4A22-87B5-6F4BC241E56C}" dt="2020-10-24T14:23:10.353" v="571" actId="47"/>
        <pc:sldMkLst>
          <pc:docMk/>
          <pc:sldMk cId="231249497" sldId="675"/>
        </pc:sldMkLst>
      </pc:sldChg>
      <pc:sldChg chg="del">
        <pc:chgData name="翟 锐" userId="fef11181f709266a" providerId="LiveId" clId="{2E81BA7C-FE94-4A22-87B5-6F4BC241E56C}" dt="2020-10-24T14:23:11.165" v="572" actId="47"/>
        <pc:sldMkLst>
          <pc:docMk/>
          <pc:sldMk cId="3576919855" sldId="676"/>
        </pc:sldMkLst>
      </pc:sldChg>
      <pc:sldChg chg="modSp mod">
        <pc:chgData name="翟 锐" userId="fef11181f709266a" providerId="LiveId" clId="{2E81BA7C-FE94-4A22-87B5-6F4BC241E56C}" dt="2020-10-24T14:24:01.783" v="598"/>
        <pc:sldMkLst>
          <pc:docMk/>
          <pc:sldMk cId="4120885812" sldId="677"/>
        </pc:sldMkLst>
        <pc:spChg chg="mod">
          <ac:chgData name="翟 锐" userId="fef11181f709266a" providerId="LiveId" clId="{2E81BA7C-FE94-4A22-87B5-6F4BC241E56C}" dt="2020-10-24T14:24:01.783" v="598"/>
          <ac:spMkLst>
            <pc:docMk/>
            <pc:sldMk cId="4120885812" sldId="677"/>
            <ac:spMk id="2" creationId="{1A343DEC-CFF6-41F5-B87C-0DFC08C67B76}"/>
          </ac:spMkLst>
        </pc:spChg>
        <pc:spChg chg="mod">
          <ac:chgData name="翟 锐" userId="fef11181f709266a" providerId="LiveId" clId="{2E81BA7C-FE94-4A22-87B5-6F4BC241E56C}" dt="2020-10-24T14:23:47.549" v="592"/>
          <ac:spMkLst>
            <pc:docMk/>
            <pc:sldMk cId="4120885812" sldId="677"/>
            <ac:spMk id="35" creationId="{00000000-0000-0000-0000-000000000000}"/>
          </ac:spMkLst>
        </pc:spChg>
      </pc:sldChg>
      <pc:sldChg chg="modSp mod">
        <pc:chgData name="翟 锐" userId="fef11181f709266a" providerId="LiveId" clId="{2E81BA7C-FE94-4A22-87B5-6F4BC241E56C}" dt="2020-10-24T14:25:45.962" v="678" actId="15"/>
        <pc:sldMkLst>
          <pc:docMk/>
          <pc:sldMk cId="1480193125" sldId="678"/>
        </pc:sldMkLst>
        <pc:spChg chg="mod">
          <ac:chgData name="翟 锐" userId="fef11181f709266a" providerId="LiveId" clId="{2E81BA7C-FE94-4A22-87B5-6F4BC241E56C}" dt="2020-10-24T14:25:45.962" v="678" actId="15"/>
          <ac:spMkLst>
            <pc:docMk/>
            <pc:sldMk cId="1480193125" sldId="678"/>
            <ac:spMk id="2" creationId="{1A343DEC-CFF6-41F5-B87C-0DFC08C67B76}"/>
          </ac:spMkLst>
        </pc:spChg>
        <pc:spChg chg="mod">
          <ac:chgData name="翟 锐" userId="fef11181f709266a" providerId="LiveId" clId="{2E81BA7C-FE94-4A22-87B5-6F4BC241E56C}" dt="2020-10-24T14:24:58.359" v="669"/>
          <ac:spMkLst>
            <pc:docMk/>
            <pc:sldMk cId="1480193125" sldId="678"/>
            <ac:spMk id="35" creationId="{00000000-0000-0000-0000-000000000000}"/>
          </ac:spMkLst>
        </pc:spChg>
      </pc:sldChg>
      <pc:sldChg chg="addSp delSp modSp mod">
        <pc:chgData name="翟 锐" userId="fef11181f709266a" providerId="LiveId" clId="{2E81BA7C-FE94-4A22-87B5-6F4BC241E56C}" dt="2020-10-24T14:26:32.266" v="686" actId="1076"/>
        <pc:sldMkLst>
          <pc:docMk/>
          <pc:sldMk cId="1039125680" sldId="679"/>
        </pc:sldMkLst>
        <pc:spChg chg="del">
          <ac:chgData name="翟 锐" userId="fef11181f709266a" providerId="LiveId" clId="{2E81BA7C-FE94-4A22-87B5-6F4BC241E56C}" dt="2020-10-24T14:26:13.653" v="679" actId="478"/>
          <ac:spMkLst>
            <pc:docMk/>
            <pc:sldMk cId="1039125680" sldId="679"/>
            <ac:spMk id="2" creationId="{1A343DEC-CFF6-41F5-B87C-0DFC08C67B76}"/>
          </ac:spMkLst>
        </pc:spChg>
        <pc:spChg chg="mod">
          <ac:chgData name="翟 锐" userId="fef11181f709266a" providerId="LiveId" clId="{2E81BA7C-FE94-4A22-87B5-6F4BC241E56C}" dt="2020-10-24T14:25:07.222" v="674"/>
          <ac:spMkLst>
            <pc:docMk/>
            <pc:sldMk cId="1039125680" sldId="679"/>
            <ac:spMk id="35" creationId="{00000000-0000-0000-0000-000000000000}"/>
          </ac:spMkLst>
        </pc:spChg>
        <pc:picChg chg="add mod">
          <ac:chgData name="翟 锐" userId="fef11181f709266a" providerId="LiveId" clId="{2E81BA7C-FE94-4A22-87B5-6F4BC241E56C}" dt="2020-10-24T14:26:32.266" v="686" actId="1076"/>
          <ac:picMkLst>
            <pc:docMk/>
            <pc:sldMk cId="1039125680" sldId="679"/>
            <ac:picMk id="3" creationId="{90D3CCDC-90CA-4674-9F91-B62BECA4E430}"/>
          </ac:picMkLst>
        </pc:picChg>
        <pc:picChg chg="add del mod">
          <ac:chgData name="翟 锐" userId="fef11181f709266a" providerId="LiveId" clId="{2E81BA7C-FE94-4A22-87B5-6F4BC241E56C}" dt="2020-10-24T14:26:22.992" v="682"/>
          <ac:picMkLst>
            <pc:docMk/>
            <pc:sldMk cId="1039125680" sldId="679"/>
            <ac:picMk id="4" creationId="{AE0B5771-D288-437D-9A6E-B973EAEB0E78}"/>
          </ac:picMkLst>
        </pc:picChg>
      </pc:sldChg>
      <pc:sldChg chg="delSp modSp mod">
        <pc:chgData name="翟 锐" userId="fef11181f709266a" providerId="LiveId" clId="{2E81BA7C-FE94-4A22-87B5-6F4BC241E56C}" dt="2020-10-24T14:27:07.115" v="707" actId="6549"/>
        <pc:sldMkLst>
          <pc:docMk/>
          <pc:sldMk cId="2650993462" sldId="680"/>
        </pc:sldMkLst>
        <pc:spChg chg="mod">
          <ac:chgData name="翟 锐" userId="fef11181f709266a" providerId="LiveId" clId="{2E81BA7C-FE94-4A22-87B5-6F4BC241E56C}" dt="2020-10-24T14:27:07.115" v="707" actId="6549"/>
          <ac:spMkLst>
            <pc:docMk/>
            <pc:sldMk cId="2650993462" sldId="680"/>
            <ac:spMk id="2" creationId="{1A343DEC-CFF6-41F5-B87C-0DFC08C67B76}"/>
          </ac:spMkLst>
        </pc:spChg>
        <pc:spChg chg="del">
          <ac:chgData name="翟 锐" userId="fef11181f709266a" providerId="LiveId" clId="{2E81BA7C-FE94-4A22-87B5-6F4BC241E56C}" dt="2020-10-24T14:26:45.783" v="691" actId="478"/>
          <ac:spMkLst>
            <pc:docMk/>
            <pc:sldMk cId="2650993462" sldId="680"/>
            <ac:spMk id="4" creationId="{EA7686E3-5BCC-4794-A298-BD2A6D4C0775}"/>
          </ac:spMkLst>
        </pc:spChg>
        <pc:spChg chg="mod">
          <ac:chgData name="翟 锐" userId="fef11181f709266a" providerId="LiveId" clId="{2E81BA7C-FE94-4A22-87B5-6F4BC241E56C}" dt="2020-10-24T14:26:43.186" v="689"/>
          <ac:spMkLst>
            <pc:docMk/>
            <pc:sldMk cId="2650993462" sldId="680"/>
            <ac:spMk id="35" creationId="{00000000-0000-0000-0000-000000000000}"/>
          </ac:spMkLst>
        </pc:spChg>
        <pc:picChg chg="del">
          <ac:chgData name="翟 锐" userId="fef11181f709266a" providerId="LiveId" clId="{2E81BA7C-FE94-4A22-87B5-6F4BC241E56C}" dt="2020-10-24T14:26:45.040" v="690" actId="478"/>
          <ac:picMkLst>
            <pc:docMk/>
            <pc:sldMk cId="2650993462" sldId="680"/>
            <ac:picMk id="3" creationId="{77A44959-8226-4D81-8653-7130421C027E}"/>
          </ac:picMkLst>
        </pc:picChg>
      </pc:sldChg>
      <pc:sldChg chg="del">
        <pc:chgData name="翟 锐" userId="fef11181f709266a" providerId="LiveId" clId="{2E81BA7C-FE94-4A22-87B5-6F4BC241E56C}" dt="2020-10-24T14:27:31.197" v="708" actId="47"/>
        <pc:sldMkLst>
          <pc:docMk/>
          <pc:sldMk cId="1875503879" sldId="681"/>
        </pc:sldMkLst>
      </pc:sldChg>
      <pc:sldChg chg="modSp mod">
        <pc:chgData name="翟 锐" userId="fef11181f709266a" providerId="LiveId" clId="{2E81BA7C-FE94-4A22-87B5-6F4BC241E56C}" dt="2020-10-24T14:35:06.124" v="737" actId="20577"/>
        <pc:sldMkLst>
          <pc:docMk/>
          <pc:sldMk cId="2697606341" sldId="682"/>
        </pc:sldMkLst>
        <pc:spChg chg="mod">
          <ac:chgData name="翟 锐" userId="fef11181f709266a" providerId="LiveId" clId="{2E81BA7C-FE94-4A22-87B5-6F4BC241E56C}" dt="2020-10-24T14:35:06.124" v="737" actId="20577"/>
          <ac:spMkLst>
            <pc:docMk/>
            <pc:sldMk cId="2697606341" sldId="682"/>
            <ac:spMk id="2" creationId="{1A343DEC-CFF6-41F5-B87C-0DFC08C67B76}"/>
          </ac:spMkLst>
        </pc:spChg>
        <pc:spChg chg="mod">
          <ac:chgData name="翟 锐" userId="fef11181f709266a" providerId="LiveId" clId="{2E81BA7C-FE94-4A22-87B5-6F4BC241E56C}" dt="2020-10-24T14:34:03.549" v="720"/>
          <ac:spMkLst>
            <pc:docMk/>
            <pc:sldMk cId="2697606341" sldId="682"/>
            <ac:spMk id="35" creationId="{00000000-0000-0000-0000-000000000000}"/>
          </ac:spMkLst>
        </pc:spChg>
      </pc:sldChg>
      <pc:sldChg chg="addSp delSp modSp mod">
        <pc:chgData name="翟 锐" userId="fef11181f709266a" providerId="LiveId" clId="{2E81BA7C-FE94-4A22-87B5-6F4BC241E56C}" dt="2020-10-24T14:36:18.058" v="766" actId="22"/>
        <pc:sldMkLst>
          <pc:docMk/>
          <pc:sldMk cId="877360523" sldId="683"/>
        </pc:sldMkLst>
        <pc:spChg chg="mod">
          <ac:chgData name="翟 锐" userId="fef11181f709266a" providerId="LiveId" clId="{2E81BA7C-FE94-4A22-87B5-6F4BC241E56C}" dt="2020-10-24T14:36:02.623" v="761" actId="6549"/>
          <ac:spMkLst>
            <pc:docMk/>
            <pc:sldMk cId="877360523" sldId="683"/>
            <ac:spMk id="2" creationId="{1A343DEC-CFF6-41F5-B87C-0DFC08C67B76}"/>
          </ac:spMkLst>
        </pc:spChg>
        <pc:spChg chg="add del">
          <ac:chgData name="翟 锐" userId="fef11181f709266a" providerId="LiveId" clId="{2E81BA7C-FE94-4A22-87B5-6F4BC241E56C}" dt="2020-10-24T14:36:18.058" v="766" actId="22"/>
          <ac:spMkLst>
            <pc:docMk/>
            <pc:sldMk cId="877360523" sldId="683"/>
            <ac:spMk id="7" creationId="{36C44E01-A187-447A-9062-BB187390310F}"/>
          </ac:spMkLst>
        </pc:spChg>
        <pc:spChg chg="mod">
          <ac:chgData name="翟 锐" userId="fef11181f709266a" providerId="LiveId" clId="{2E81BA7C-FE94-4A22-87B5-6F4BC241E56C}" dt="2020-10-24T14:36:11.799" v="764"/>
          <ac:spMkLst>
            <pc:docMk/>
            <pc:sldMk cId="877360523" sldId="683"/>
            <ac:spMk id="35" creationId="{00000000-0000-0000-0000-000000000000}"/>
          </ac:spMkLst>
        </pc:spChg>
      </pc:sldChg>
      <pc:sldChg chg="del">
        <pc:chgData name="翟 锐" userId="fef11181f709266a" providerId="LiveId" clId="{2E81BA7C-FE94-4A22-87B5-6F4BC241E56C}" dt="2020-10-24T14:37:39.836" v="798" actId="47"/>
        <pc:sldMkLst>
          <pc:docMk/>
          <pc:sldMk cId="1137429832" sldId="684"/>
        </pc:sldMkLst>
      </pc:sldChg>
      <pc:sldChg chg="del">
        <pc:chgData name="翟 锐" userId="fef11181f709266a" providerId="LiveId" clId="{2E81BA7C-FE94-4A22-87B5-6F4BC241E56C}" dt="2020-10-24T14:37:40.757" v="799" actId="47"/>
        <pc:sldMkLst>
          <pc:docMk/>
          <pc:sldMk cId="930135359" sldId="685"/>
        </pc:sldMkLst>
      </pc:sldChg>
      <pc:sldChg chg="modSp mod">
        <pc:chgData name="翟 锐" userId="fef11181f709266a" providerId="LiveId" clId="{2E81BA7C-FE94-4A22-87B5-6F4BC241E56C}" dt="2020-10-24T14:37:53.605" v="805"/>
        <pc:sldMkLst>
          <pc:docMk/>
          <pc:sldMk cId="378011854" sldId="686"/>
        </pc:sldMkLst>
        <pc:spChg chg="mod">
          <ac:chgData name="翟 锐" userId="fef11181f709266a" providerId="LiveId" clId="{2E81BA7C-FE94-4A22-87B5-6F4BC241E56C}" dt="2020-10-24T14:37:46.859" v="802"/>
          <ac:spMkLst>
            <pc:docMk/>
            <pc:sldMk cId="378011854" sldId="686"/>
            <ac:spMk id="2" creationId="{1A343DEC-CFF6-41F5-B87C-0DFC08C67B76}"/>
          </ac:spMkLst>
        </pc:spChg>
        <pc:spChg chg="mod">
          <ac:chgData name="翟 锐" userId="fef11181f709266a" providerId="LiveId" clId="{2E81BA7C-FE94-4A22-87B5-6F4BC241E56C}" dt="2020-10-24T14:37:53.605" v="805"/>
          <ac:spMkLst>
            <pc:docMk/>
            <pc:sldMk cId="378011854" sldId="686"/>
            <ac:spMk id="35" creationId="{00000000-0000-0000-0000-000000000000}"/>
          </ac:spMkLst>
        </pc:spChg>
      </pc:sldChg>
      <pc:sldChg chg="addSp delSp modSp mod">
        <pc:chgData name="翟 锐" userId="fef11181f709266a" providerId="LiveId" clId="{2E81BA7C-FE94-4A22-87B5-6F4BC241E56C}" dt="2020-10-24T14:41:51.568" v="883"/>
        <pc:sldMkLst>
          <pc:docMk/>
          <pc:sldMk cId="2193853624" sldId="687"/>
        </pc:sldMkLst>
        <pc:spChg chg="mod">
          <ac:chgData name="翟 锐" userId="fef11181f709266a" providerId="LiveId" clId="{2E81BA7C-FE94-4A22-87B5-6F4BC241E56C}" dt="2020-10-24T14:38:26.783" v="812" actId="6549"/>
          <ac:spMkLst>
            <pc:docMk/>
            <pc:sldMk cId="2193853624" sldId="687"/>
            <ac:spMk id="2" creationId="{1A343DEC-CFF6-41F5-B87C-0DFC08C67B76}"/>
          </ac:spMkLst>
        </pc:spChg>
        <pc:spChg chg="add del">
          <ac:chgData name="翟 锐" userId="fef11181f709266a" providerId="LiveId" clId="{2E81BA7C-FE94-4A22-87B5-6F4BC241E56C}" dt="2020-10-24T14:38:44.308" v="814" actId="22"/>
          <ac:spMkLst>
            <pc:docMk/>
            <pc:sldMk cId="2193853624" sldId="687"/>
            <ac:spMk id="12" creationId="{73016F50-5A90-4950-81CA-C7A923104B2E}"/>
          </ac:spMkLst>
        </pc:spChg>
        <pc:spChg chg="add del">
          <ac:chgData name="翟 锐" userId="fef11181f709266a" providerId="LiveId" clId="{2E81BA7C-FE94-4A22-87B5-6F4BC241E56C}" dt="2020-10-24T14:38:46.312" v="816" actId="22"/>
          <ac:spMkLst>
            <pc:docMk/>
            <pc:sldMk cId="2193853624" sldId="687"/>
            <ac:spMk id="14" creationId="{B9B15083-44E4-407E-9E01-EAEF9DE3D1BA}"/>
          </ac:spMkLst>
        </pc:spChg>
        <pc:spChg chg="mod">
          <ac:chgData name="翟 锐" userId="fef11181f709266a" providerId="LiveId" clId="{2E81BA7C-FE94-4A22-87B5-6F4BC241E56C}" dt="2020-10-24T14:41:51.568" v="883"/>
          <ac:spMkLst>
            <pc:docMk/>
            <pc:sldMk cId="2193853624" sldId="687"/>
            <ac:spMk id="35" creationId="{00000000-0000-0000-0000-000000000000}"/>
          </ac:spMkLst>
        </pc:spChg>
        <pc:grpChg chg="del">
          <ac:chgData name="翟 锐" userId="fef11181f709266a" providerId="LiveId" clId="{2E81BA7C-FE94-4A22-87B5-6F4BC241E56C}" dt="2020-10-24T14:38:19.647" v="806" actId="478"/>
          <ac:grpSpMkLst>
            <pc:docMk/>
            <pc:sldMk cId="2193853624" sldId="687"/>
            <ac:grpSpMk id="6" creationId="{4CD6D6FA-2CAD-4FD6-AF70-45C9B4CFE529}"/>
          </ac:grpSpMkLst>
        </pc:grpChg>
      </pc:sldChg>
      <pc:sldChg chg="del">
        <pc:chgData name="翟 锐" userId="fef11181f709266a" providerId="LiveId" clId="{2E81BA7C-FE94-4A22-87B5-6F4BC241E56C}" dt="2020-10-24T14:41:08.660" v="864" actId="47"/>
        <pc:sldMkLst>
          <pc:docMk/>
          <pc:sldMk cId="1587635279" sldId="688"/>
        </pc:sldMkLst>
      </pc:sldChg>
      <pc:sldChg chg="del">
        <pc:chgData name="翟 锐" userId="fef11181f709266a" providerId="LiveId" clId="{2E81BA7C-FE94-4A22-87B5-6F4BC241E56C}" dt="2020-10-24T14:41:09.916" v="865" actId="47"/>
        <pc:sldMkLst>
          <pc:docMk/>
          <pc:sldMk cId="3822707195" sldId="689"/>
        </pc:sldMkLst>
      </pc:sldChg>
      <pc:sldChg chg="modSp mod">
        <pc:chgData name="翟 锐" userId="fef11181f709266a" providerId="LiveId" clId="{2E81BA7C-FE94-4A22-87B5-6F4BC241E56C}" dt="2020-10-24T14:42:19.071" v="888" actId="20577"/>
        <pc:sldMkLst>
          <pc:docMk/>
          <pc:sldMk cId="2226408564" sldId="690"/>
        </pc:sldMkLst>
        <pc:spChg chg="mod">
          <ac:chgData name="翟 锐" userId="fef11181f709266a" providerId="LiveId" clId="{2E81BA7C-FE94-4A22-87B5-6F4BC241E56C}" dt="2020-10-24T14:42:19.071" v="888" actId="20577"/>
          <ac:spMkLst>
            <pc:docMk/>
            <pc:sldMk cId="2226408564" sldId="690"/>
            <ac:spMk id="2" creationId="{1A343DEC-CFF6-41F5-B87C-0DFC08C67B76}"/>
          </ac:spMkLst>
        </pc:spChg>
        <pc:spChg chg="mod">
          <ac:chgData name="翟 锐" userId="fef11181f709266a" providerId="LiveId" clId="{2E81BA7C-FE94-4A22-87B5-6F4BC241E56C}" dt="2020-10-24T14:41:33.180" v="877"/>
          <ac:spMkLst>
            <pc:docMk/>
            <pc:sldMk cId="2226408564" sldId="690"/>
            <ac:spMk id="35" creationId="{00000000-0000-0000-0000-000000000000}"/>
          </ac:spMkLst>
        </pc:spChg>
      </pc:sldChg>
      <pc:sldChg chg="modSp mod">
        <pc:chgData name="翟 锐" userId="fef11181f709266a" providerId="LiveId" clId="{2E81BA7C-FE94-4A22-87B5-6F4BC241E56C}" dt="2020-10-24T14:42:39.446" v="896"/>
        <pc:sldMkLst>
          <pc:docMk/>
          <pc:sldMk cId="613656285" sldId="691"/>
        </pc:sldMkLst>
        <pc:spChg chg="mod">
          <ac:chgData name="翟 锐" userId="fef11181f709266a" providerId="LiveId" clId="{2E81BA7C-FE94-4A22-87B5-6F4BC241E56C}" dt="2020-10-24T14:42:33.359" v="893" actId="6549"/>
          <ac:spMkLst>
            <pc:docMk/>
            <pc:sldMk cId="613656285" sldId="691"/>
            <ac:spMk id="2" creationId="{1A343DEC-CFF6-41F5-B87C-0DFC08C67B76}"/>
          </ac:spMkLst>
        </pc:spChg>
        <pc:spChg chg="mod">
          <ac:chgData name="翟 锐" userId="fef11181f709266a" providerId="LiveId" clId="{2E81BA7C-FE94-4A22-87B5-6F4BC241E56C}" dt="2020-10-24T14:42:39.446" v="896"/>
          <ac:spMkLst>
            <pc:docMk/>
            <pc:sldMk cId="613656285" sldId="691"/>
            <ac:spMk id="35" creationId="{00000000-0000-0000-0000-000000000000}"/>
          </ac:spMkLst>
        </pc:spChg>
      </pc:sldChg>
      <pc:sldChg chg="addSp delSp modSp mod delAnim">
        <pc:chgData name="翟 锐" userId="fef11181f709266a" providerId="LiveId" clId="{2E81BA7C-FE94-4A22-87B5-6F4BC241E56C}" dt="2020-10-24T14:43:41.578" v="903" actId="478"/>
        <pc:sldMkLst>
          <pc:docMk/>
          <pc:sldMk cId="366418643" sldId="692"/>
        </pc:sldMkLst>
        <pc:spChg chg="del">
          <ac:chgData name="翟 锐" userId="fef11181f709266a" providerId="LiveId" clId="{2E81BA7C-FE94-4A22-87B5-6F4BC241E56C}" dt="2020-10-24T14:42:50.505" v="897" actId="478"/>
          <ac:spMkLst>
            <pc:docMk/>
            <pc:sldMk cId="366418643" sldId="692"/>
            <ac:spMk id="2" creationId="{1A343DEC-CFF6-41F5-B87C-0DFC08C67B76}"/>
          </ac:spMkLst>
        </pc:spChg>
        <pc:spChg chg="del">
          <ac:chgData name="翟 锐" userId="fef11181f709266a" providerId="LiveId" clId="{2E81BA7C-FE94-4A22-87B5-6F4BC241E56C}" dt="2020-10-24T14:42:50.505" v="897" actId="478"/>
          <ac:spMkLst>
            <pc:docMk/>
            <pc:sldMk cId="366418643" sldId="692"/>
            <ac:spMk id="34" creationId="{00000000-0000-0000-0000-000000000000}"/>
          </ac:spMkLst>
        </pc:spChg>
        <pc:spChg chg="del">
          <ac:chgData name="翟 锐" userId="fef11181f709266a" providerId="LiveId" clId="{2E81BA7C-FE94-4A22-87B5-6F4BC241E56C}" dt="2020-10-24T14:42:50.505" v="897" actId="478"/>
          <ac:spMkLst>
            <pc:docMk/>
            <pc:sldMk cId="366418643" sldId="692"/>
            <ac:spMk id="35" creationId="{00000000-0000-0000-0000-000000000000}"/>
          </ac:spMkLst>
        </pc:spChg>
        <pc:picChg chg="add mod">
          <ac:chgData name="翟 锐" userId="fef11181f709266a" providerId="LiveId" clId="{2E81BA7C-FE94-4A22-87B5-6F4BC241E56C}" dt="2020-10-24T14:43:07.824" v="900" actId="1076"/>
          <ac:picMkLst>
            <pc:docMk/>
            <pc:sldMk cId="366418643" sldId="692"/>
            <ac:picMk id="3" creationId="{602C3D16-FF30-49F1-A34B-42189667B1FF}"/>
          </ac:picMkLst>
        </pc:picChg>
        <pc:picChg chg="add del">
          <ac:chgData name="翟 锐" userId="fef11181f709266a" providerId="LiveId" clId="{2E81BA7C-FE94-4A22-87B5-6F4BC241E56C}" dt="2020-10-24T14:43:41.578" v="903" actId="478"/>
          <ac:picMkLst>
            <pc:docMk/>
            <pc:sldMk cId="366418643" sldId="692"/>
            <ac:picMk id="4" creationId="{7A1AAE83-81C5-4AAA-8ACF-D131482ACF72}"/>
          </ac:picMkLst>
        </pc:picChg>
        <pc:cxnChg chg="del">
          <ac:chgData name="翟 锐" userId="fef11181f709266a" providerId="LiveId" clId="{2E81BA7C-FE94-4A22-87B5-6F4BC241E56C}" dt="2020-10-24T14:42:50.505" v="897" actId="478"/>
          <ac:cxnSpMkLst>
            <pc:docMk/>
            <pc:sldMk cId="366418643" sldId="692"/>
            <ac:cxnSpMk id="33" creationId="{00000000-0000-0000-0000-000000000000}"/>
          </ac:cxnSpMkLst>
        </pc:cxnChg>
      </pc:sldChg>
      <pc:sldChg chg="del">
        <pc:chgData name="翟 锐" userId="fef11181f709266a" providerId="LiveId" clId="{2E81BA7C-FE94-4A22-87B5-6F4BC241E56C}" dt="2020-10-24T14:44:18.870" v="909" actId="47"/>
        <pc:sldMkLst>
          <pc:docMk/>
          <pc:sldMk cId="2590558646" sldId="693"/>
        </pc:sldMkLst>
      </pc:sldChg>
      <pc:sldChg chg="del">
        <pc:chgData name="翟 锐" userId="fef11181f709266a" providerId="LiveId" clId="{2E81BA7C-FE94-4A22-87B5-6F4BC241E56C}" dt="2020-10-24T14:44:19.858" v="910" actId="47"/>
        <pc:sldMkLst>
          <pc:docMk/>
          <pc:sldMk cId="3269675636" sldId="694"/>
        </pc:sldMkLst>
      </pc:sldChg>
      <pc:sldChg chg="del">
        <pc:chgData name="翟 锐" userId="fef11181f709266a" providerId="LiveId" clId="{2E81BA7C-FE94-4A22-87B5-6F4BC241E56C}" dt="2020-10-24T14:44:21.796" v="911" actId="47"/>
        <pc:sldMkLst>
          <pc:docMk/>
          <pc:sldMk cId="893394605" sldId="695"/>
        </pc:sldMkLst>
      </pc:sldChg>
      <pc:sldChg chg="modSp mod">
        <pc:chgData name="翟 锐" userId="fef11181f709266a" providerId="LiveId" clId="{2E81BA7C-FE94-4A22-87B5-6F4BC241E56C}" dt="2020-10-24T14:44:42.010" v="919"/>
        <pc:sldMkLst>
          <pc:docMk/>
          <pc:sldMk cId="492364747" sldId="696"/>
        </pc:sldMkLst>
        <pc:spChg chg="mod">
          <ac:chgData name="翟 锐" userId="fef11181f709266a" providerId="LiveId" clId="{2E81BA7C-FE94-4A22-87B5-6F4BC241E56C}" dt="2020-10-24T14:44:31.555" v="916" actId="15"/>
          <ac:spMkLst>
            <pc:docMk/>
            <pc:sldMk cId="492364747" sldId="696"/>
            <ac:spMk id="2" creationId="{1A343DEC-CFF6-41F5-B87C-0DFC08C67B76}"/>
          </ac:spMkLst>
        </pc:spChg>
        <pc:spChg chg="mod">
          <ac:chgData name="翟 锐" userId="fef11181f709266a" providerId="LiveId" clId="{2E81BA7C-FE94-4A22-87B5-6F4BC241E56C}" dt="2020-10-24T14:44:42.010" v="919"/>
          <ac:spMkLst>
            <pc:docMk/>
            <pc:sldMk cId="492364747" sldId="696"/>
            <ac:spMk id="35" creationId="{00000000-0000-0000-0000-000000000000}"/>
          </ac:spMkLst>
        </pc:spChg>
      </pc:sldChg>
      <pc:sldChg chg="addSp delSp modSp mod">
        <pc:chgData name="翟 锐" userId="fef11181f709266a" providerId="LiveId" clId="{2E81BA7C-FE94-4A22-87B5-6F4BC241E56C}" dt="2020-10-24T14:45:27.351" v="932" actId="20577"/>
        <pc:sldMkLst>
          <pc:docMk/>
          <pc:sldMk cId="3758664426" sldId="697"/>
        </pc:sldMkLst>
        <pc:spChg chg="mod">
          <ac:chgData name="翟 锐" userId="fef11181f709266a" providerId="LiveId" clId="{2E81BA7C-FE94-4A22-87B5-6F4BC241E56C}" dt="2020-10-24T14:45:27.351" v="932" actId="20577"/>
          <ac:spMkLst>
            <pc:docMk/>
            <pc:sldMk cId="3758664426" sldId="697"/>
            <ac:spMk id="2" creationId="{1A343DEC-CFF6-41F5-B87C-0DFC08C67B76}"/>
          </ac:spMkLst>
        </pc:spChg>
        <pc:spChg chg="add del">
          <ac:chgData name="翟 锐" userId="fef11181f709266a" providerId="LiveId" clId="{2E81BA7C-FE94-4A22-87B5-6F4BC241E56C}" dt="2020-10-24T14:45:14.302" v="927" actId="22"/>
          <ac:spMkLst>
            <pc:docMk/>
            <pc:sldMk cId="3758664426" sldId="697"/>
            <ac:spMk id="7" creationId="{FE27E44F-80CC-46B3-9E90-3641D59B8E44}"/>
          </ac:spMkLst>
        </pc:spChg>
        <pc:spChg chg="mod">
          <ac:chgData name="翟 锐" userId="fef11181f709266a" providerId="LiveId" clId="{2E81BA7C-FE94-4A22-87B5-6F4BC241E56C}" dt="2020-10-24T14:45:02.178" v="922"/>
          <ac:spMkLst>
            <pc:docMk/>
            <pc:sldMk cId="3758664426" sldId="697"/>
            <ac:spMk id="35" creationId="{00000000-0000-0000-0000-000000000000}"/>
          </ac:spMkLst>
        </pc:spChg>
      </pc:sldChg>
      <pc:sldChg chg="modSp mod">
        <pc:chgData name="翟 锐" userId="fef11181f709266a" providerId="LiveId" clId="{2E81BA7C-FE94-4A22-87B5-6F4BC241E56C}" dt="2020-10-24T14:46:39.085" v="943" actId="15"/>
        <pc:sldMkLst>
          <pc:docMk/>
          <pc:sldMk cId="2820867324" sldId="698"/>
        </pc:sldMkLst>
        <pc:spChg chg="mod">
          <ac:chgData name="翟 锐" userId="fef11181f709266a" providerId="LiveId" clId="{2E81BA7C-FE94-4A22-87B5-6F4BC241E56C}" dt="2020-10-24T14:46:39.085" v="943" actId="15"/>
          <ac:spMkLst>
            <pc:docMk/>
            <pc:sldMk cId="2820867324" sldId="698"/>
            <ac:spMk id="2" creationId="{1A343DEC-CFF6-41F5-B87C-0DFC08C67B76}"/>
          </ac:spMkLst>
        </pc:spChg>
        <pc:spChg chg="mod">
          <ac:chgData name="翟 锐" userId="fef11181f709266a" providerId="LiveId" clId="{2E81BA7C-FE94-4A22-87B5-6F4BC241E56C}" dt="2020-10-24T14:45:50.589" v="938"/>
          <ac:spMkLst>
            <pc:docMk/>
            <pc:sldMk cId="2820867324" sldId="698"/>
            <ac:spMk id="35" creationId="{00000000-0000-0000-0000-000000000000}"/>
          </ac:spMkLst>
        </pc:spChg>
      </pc:sldChg>
      <pc:sldChg chg="del">
        <pc:chgData name="翟 锐" userId="fef11181f709266a" providerId="LiveId" clId="{2E81BA7C-FE94-4A22-87B5-6F4BC241E56C}" dt="2020-10-24T14:46:43.792" v="944" actId="47"/>
        <pc:sldMkLst>
          <pc:docMk/>
          <pc:sldMk cId="1585391252" sldId="699"/>
        </pc:sldMkLst>
      </pc:sldChg>
      <pc:sldChg chg="addSp modSp mod">
        <pc:chgData name="翟 锐" userId="fef11181f709266a" providerId="LiveId" clId="{2E81BA7C-FE94-4A22-87B5-6F4BC241E56C}" dt="2020-10-24T14:47:32.576" v="954" actId="1076"/>
        <pc:sldMkLst>
          <pc:docMk/>
          <pc:sldMk cId="4228119817" sldId="700"/>
        </pc:sldMkLst>
        <pc:spChg chg="mod">
          <ac:chgData name="翟 锐" userId="fef11181f709266a" providerId="LiveId" clId="{2E81BA7C-FE94-4A22-87B5-6F4BC241E56C}" dt="2020-10-24T14:47:05.699" v="950"/>
          <ac:spMkLst>
            <pc:docMk/>
            <pc:sldMk cId="4228119817" sldId="700"/>
            <ac:spMk id="2" creationId="{1A343DEC-CFF6-41F5-B87C-0DFC08C67B76}"/>
          </ac:spMkLst>
        </pc:spChg>
        <pc:spChg chg="mod">
          <ac:chgData name="翟 锐" userId="fef11181f709266a" providerId="LiveId" clId="{2E81BA7C-FE94-4A22-87B5-6F4BC241E56C}" dt="2020-10-24T14:46:55.833" v="947"/>
          <ac:spMkLst>
            <pc:docMk/>
            <pc:sldMk cId="4228119817" sldId="700"/>
            <ac:spMk id="35" creationId="{00000000-0000-0000-0000-000000000000}"/>
          </ac:spMkLst>
        </pc:spChg>
        <pc:picChg chg="add mod">
          <ac:chgData name="翟 锐" userId="fef11181f709266a" providerId="LiveId" clId="{2E81BA7C-FE94-4A22-87B5-6F4BC241E56C}" dt="2020-10-24T14:47:32.576" v="954" actId="1076"/>
          <ac:picMkLst>
            <pc:docMk/>
            <pc:sldMk cId="4228119817" sldId="700"/>
            <ac:picMk id="3" creationId="{F8C5E712-544D-406D-8DEE-B062262BD22C}"/>
          </ac:picMkLst>
        </pc:picChg>
      </pc:sldChg>
      <pc:sldChg chg="del">
        <pc:chgData name="翟 锐" userId="fef11181f709266a" providerId="LiveId" clId="{2E81BA7C-FE94-4A22-87B5-6F4BC241E56C}" dt="2020-10-24T14:47:37.319" v="955" actId="47"/>
        <pc:sldMkLst>
          <pc:docMk/>
          <pc:sldMk cId="241657818" sldId="701"/>
        </pc:sldMkLst>
      </pc:sldChg>
      <pc:sldChg chg="modSp mod">
        <pc:chgData name="翟 锐" userId="fef11181f709266a" providerId="LiveId" clId="{2E81BA7C-FE94-4A22-87B5-6F4BC241E56C}" dt="2020-10-24T14:48:10.973" v="968" actId="6549"/>
        <pc:sldMkLst>
          <pc:docMk/>
          <pc:sldMk cId="1507183214" sldId="702"/>
        </pc:sldMkLst>
        <pc:spChg chg="mod">
          <ac:chgData name="翟 锐" userId="fef11181f709266a" providerId="LiveId" clId="{2E81BA7C-FE94-4A22-87B5-6F4BC241E56C}" dt="2020-10-24T14:48:10.973" v="968" actId="6549"/>
          <ac:spMkLst>
            <pc:docMk/>
            <pc:sldMk cId="1507183214" sldId="702"/>
            <ac:spMk id="2" creationId="{1A343DEC-CFF6-41F5-B87C-0DFC08C67B76}"/>
          </ac:spMkLst>
        </pc:spChg>
        <pc:spChg chg="mod">
          <ac:chgData name="翟 锐" userId="fef11181f709266a" providerId="LiveId" clId="{2E81BA7C-FE94-4A22-87B5-6F4BC241E56C}" dt="2020-10-24T14:47:43.968" v="958"/>
          <ac:spMkLst>
            <pc:docMk/>
            <pc:sldMk cId="1507183214" sldId="702"/>
            <ac:spMk id="35" creationId="{00000000-0000-0000-0000-000000000000}"/>
          </ac:spMkLst>
        </pc:spChg>
      </pc:sldChg>
      <pc:sldChg chg="addSp delSp modSp mod delAnim">
        <pc:chgData name="翟 锐" userId="fef11181f709266a" providerId="LiveId" clId="{2E81BA7C-FE94-4A22-87B5-6F4BC241E56C}" dt="2020-10-24T14:49:34.548" v="980" actId="1076"/>
        <pc:sldMkLst>
          <pc:docMk/>
          <pc:sldMk cId="2011965924" sldId="703"/>
        </pc:sldMkLst>
        <pc:spChg chg="del">
          <ac:chgData name="翟 锐" userId="fef11181f709266a" providerId="LiveId" clId="{2E81BA7C-FE94-4A22-87B5-6F4BC241E56C}" dt="2020-10-24T14:48:44.518" v="969" actId="478"/>
          <ac:spMkLst>
            <pc:docMk/>
            <pc:sldMk cId="2011965924" sldId="703"/>
            <ac:spMk id="2" creationId="{1A343DEC-CFF6-41F5-B87C-0DFC08C67B76}"/>
          </ac:spMkLst>
        </pc:spChg>
        <pc:spChg chg="del">
          <ac:chgData name="翟 锐" userId="fef11181f709266a" providerId="LiveId" clId="{2E81BA7C-FE94-4A22-87B5-6F4BC241E56C}" dt="2020-10-24T14:49:25.673" v="976" actId="478"/>
          <ac:spMkLst>
            <pc:docMk/>
            <pc:sldMk cId="2011965924" sldId="703"/>
            <ac:spMk id="34" creationId="{00000000-0000-0000-0000-000000000000}"/>
          </ac:spMkLst>
        </pc:spChg>
        <pc:spChg chg="del">
          <ac:chgData name="翟 锐" userId="fef11181f709266a" providerId="LiveId" clId="{2E81BA7C-FE94-4A22-87B5-6F4BC241E56C}" dt="2020-10-24T14:49:25.673" v="976" actId="478"/>
          <ac:spMkLst>
            <pc:docMk/>
            <pc:sldMk cId="2011965924" sldId="703"/>
            <ac:spMk id="35" creationId="{00000000-0000-0000-0000-000000000000}"/>
          </ac:spMkLst>
        </pc:spChg>
        <pc:picChg chg="add del mod">
          <ac:chgData name="翟 锐" userId="fef11181f709266a" providerId="LiveId" clId="{2E81BA7C-FE94-4A22-87B5-6F4BC241E56C}" dt="2020-10-24T14:49:24.324" v="975" actId="21"/>
          <ac:picMkLst>
            <pc:docMk/>
            <pc:sldMk cId="2011965924" sldId="703"/>
            <ac:picMk id="3" creationId="{30ED0414-4745-410C-9283-F38B403D0C0B}"/>
          </ac:picMkLst>
        </pc:picChg>
        <pc:picChg chg="add mod">
          <ac:chgData name="翟 锐" userId="fef11181f709266a" providerId="LiveId" clId="{2E81BA7C-FE94-4A22-87B5-6F4BC241E56C}" dt="2020-10-24T14:49:34.548" v="980" actId="1076"/>
          <ac:picMkLst>
            <pc:docMk/>
            <pc:sldMk cId="2011965924" sldId="703"/>
            <ac:picMk id="4" creationId="{47452DFD-FC27-4F2A-8356-8A5CD482DFDF}"/>
          </ac:picMkLst>
        </pc:picChg>
        <pc:cxnChg chg="del">
          <ac:chgData name="翟 锐" userId="fef11181f709266a" providerId="LiveId" clId="{2E81BA7C-FE94-4A22-87B5-6F4BC241E56C}" dt="2020-10-24T14:49:25.673" v="976" actId="478"/>
          <ac:cxnSpMkLst>
            <pc:docMk/>
            <pc:sldMk cId="2011965924" sldId="703"/>
            <ac:cxnSpMk id="33" creationId="{00000000-0000-0000-0000-000000000000}"/>
          </ac:cxnSpMkLst>
        </pc:cxnChg>
      </pc:sldChg>
      <pc:sldChg chg="modSp mod">
        <pc:chgData name="翟 锐" userId="fef11181f709266a" providerId="LiveId" clId="{2E81BA7C-FE94-4A22-87B5-6F4BC241E56C}" dt="2020-10-24T14:50:22.675" v="987"/>
        <pc:sldMkLst>
          <pc:docMk/>
          <pc:sldMk cId="1643440564" sldId="704"/>
        </pc:sldMkLst>
        <pc:spChg chg="mod">
          <ac:chgData name="翟 锐" userId="fef11181f709266a" providerId="LiveId" clId="{2E81BA7C-FE94-4A22-87B5-6F4BC241E56C}" dt="2020-10-24T14:50:17.162" v="984"/>
          <ac:spMkLst>
            <pc:docMk/>
            <pc:sldMk cId="1643440564" sldId="704"/>
            <ac:spMk id="2" creationId="{1A343DEC-CFF6-41F5-B87C-0DFC08C67B76}"/>
          </ac:spMkLst>
        </pc:spChg>
        <pc:spChg chg="mod">
          <ac:chgData name="翟 锐" userId="fef11181f709266a" providerId="LiveId" clId="{2E81BA7C-FE94-4A22-87B5-6F4BC241E56C}" dt="2020-10-24T14:50:22.675" v="987"/>
          <ac:spMkLst>
            <pc:docMk/>
            <pc:sldMk cId="1643440564" sldId="704"/>
            <ac:spMk id="35" creationId="{00000000-0000-0000-0000-000000000000}"/>
          </ac:spMkLst>
        </pc:spChg>
      </pc:sldChg>
      <pc:sldChg chg="del">
        <pc:chgData name="翟 锐" userId="fef11181f709266a" providerId="LiveId" clId="{2E81BA7C-FE94-4A22-87B5-6F4BC241E56C}" dt="2020-10-24T14:50:09.645" v="981" actId="47"/>
        <pc:sldMkLst>
          <pc:docMk/>
          <pc:sldMk cId="2892082101" sldId="705"/>
        </pc:sldMkLst>
      </pc:sldChg>
      <pc:sldChg chg="del">
        <pc:chgData name="翟 锐" userId="fef11181f709266a" providerId="LiveId" clId="{2E81BA7C-FE94-4A22-87B5-6F4BC241E56C}" dt="2020-10-24T14:50:09.645" v="981" actId="47"/>
        <pc:sldMkLst>
          <pc:docMk/>
          <pc:sldMk cId="3803784510" sldId="706"/>
        </pc:sldMkLst>
      </pc:sldChg>
      <pc:sldChg chg="del">
        <pc:chgData name="翟 锐" userId="fef11181f709266a" providerId="LiveId" clId="{2E81BA7C-FE94-4A22-87B5-6F4BC241E56C}" dt="2020-10-24T14:50:09.645" v="981" actId="47"/>
        <pc:sldMkLst>
          <pc:docMk/>
          <pc:sldMk cId="2601331050" sldId="707"/>
        </pc:sldMkLst>
      </pc:sldChg>
      <pc:sldChg chg="del">
        <pc:chgData name="翟 锐" userId="fef11181f709266a" providerId="LiveId" clId="{2E81BA7C-FE94-4A22-87B5-6F4BC241E56C}" dt="2020-10-24T14:50:09.645" v="981" actId="47"/>
        <pc:sldMkLst>
          <pc:docMk/>
          <pc:sldMk cId="964501187" sldId="708"/>
        </pc:sldMkLst>
      </pc:sldChg>
      <pc:sldChg chg="del">
        <pc:chgData name="翟 锐" userId="fef11181f709266a" providerId="LiveId" clId="{2E81BA7C-FE94-4A22-87B5-6F4BC241E56C}" dt="2020-10-24T14:50:09.645" v="981" actId="47"/>
        <pc:sldMkLst>
          <pc:docMk/>
          <pc:sldMk cId="2674636999" sldId="709"/>
        </pc:sldMkLst>
      </pc:sldChg>
      <pc:sldChg chg="del">
        <pc:chgData name="翟 锐" userId="fef11181f709266a" providerId="LiveId" clId="{2E81BA7C-FE94-4A22-87B5-6F4BC241E56C}" dt="2020-10-24T14:50:09.645" v="981" actId="47"/>
        <pc:sldMkLst>
          <pc:docMk/>
          <pc:sldMk cId="2440201301" sldId="710"/>
        </pc:sldMkLst>
      </pc:sldChg>
      <pc:sldChg chg="del">
        <pc:chgData name="翟 锐" userId="fef11181f709266a" providerId="LiveId" clId="{2E81BA7C-FE94-4A22-87B5-6F4BC241E56C}" dt="2020-10-24T14:50:09.645" v="981" actId="47"/>
        <pc:sldMkLst>
          <pc:docMk/>
          <pc:sldMk cId="3978542820" sldId="711"/>
        </pc:sldMkLst>
      </pc:sldChg>
      <pc:sldChg chg="del">
        <pc:chgData name="翟 锐" userId="fef11181f709266a" providerId="LiveId" clId="{2E81BA7C-FE94-4A22-87B5-6F4BC241E56C}" dt="2020-10-24T14:50:09.645" v="981" actId="47"/>
        <pc:sldMkLst>
          <pc:docMk/>
          <pc:sldMk cId="3409178440" sldId="712"/>
        </pc:sldMkLst>
      </pc:sldChg>
      <pc:sldChg chg="del">
        <pc:chgData name="翟 锐" userId="fef11181f709266a" providerId="LiveId" clId="{2E81BA7C-FE94-4A22-87B5-6F4BC241E56C}" dt="2020-10-24T14:50:09.645" v="981" actId="47"/>
        <pc:sldMkLst>
          <pc:docMk/>
          <pc:sldMk cId="499073123" sldId="713"/>
        </pc:sldMkLst>
      </pc:sldChg>
      <pc:sldChg chg="del">
        <pc:chgData name="翟 锐" userId="fef11181f709266a" providerId="LiveId" clId="{2E81BA7C-FE94-4A22-87B5-6F4BC241E56C}" dt="2020-10-24T14:50:09.645" v="981" actId="47"/>
        <pc:sldMkLst>
          <pc:docMk/>
          <pc:sldMk cId="3854959598" sldId="714"/>
        </pc:sldMkLst>
      </pc:sldChg>
      <pc:sldChg chg="del">
        <pc:chgData name="翟 锐" userId="fef11181f709266a" providerId="LiveId" clId="{2E81BA7C-FE94-4A22-87B5-6F4BC241E56C}" dt="2020-10-24T14:50:09.645" v="981" actId="47"/>
        <pc:sldMkLst>
          <pc:docMk/>
          <pc:sldMk cId="4106013273" sldId="715"/>
        </pc:sldMkLst>
      </pc:sldChg>
      <pc:sldChg chg="del">
        <pc:chgData name="翟 锐" userId="fef11181f709266a" providerId="LiveId" clId="{2E81BA7C-FE94-4A22-87B5-6F4BC241E56C}" dt="2020-10-24T14:50:09.645" v="981" actId="47"/>
        <pc:sldMkLst>
          <pc:docMk/>
          <pc:sldMk cId="744546943" sldId="716"/>
        </pc:sldMkLst>
      </pc:sldChg>
      <pc:sldChg chg="del">
        <pc:chgData name="翟 锐" userId="fef11181f709266a" providerId="LiveId" clId="{2E81BA7C-FE94-4A22-87B5-6F4BC241E56C}" dt="2020-10-24T14:50:09.645" v="981" actId="47"/>
        <pc:sldMkLst>
          <pc:docMk/>
          <pc:sldMk cId="3748970102" sldId="717"/>
        </pc:sldMkLst>
      </pc:sldChg>
      <pc:sldChg chg="del">
        <pc:chgData name="翟 锐" userId="fef11181f709266a" providerId="LiveId" clId="{2E81BA7C-FE94-4A22-87B5-6F4BC241E56C}" dt="2020-10-24T14:50:09.645" v="981" actId="47"/>
        <pc:sldMkLst>
          <pc:docMk/>
          <pc:sldMk cId="1789493864" sldId="718"/>
        </pc:sldMkLst>
      </pc:sldChg>
      <pc:sldChg chg="del">
        <pc:chgData name="翟 锐" userId="fef11181f709266a" providerId="LiveId" clId="{2E81BA7C-FE94-4A22-87B5-6F4BC241E56C}" dt="2020-10-24T14:50:09.645" v="981" actId="47"/>
        <pc:sldMkLst>
          <pc:docMk/>
          <pc:sldMk cId="4051714034" sldId="719"/>
        </pc:sldMkLst>
      </pc:sldChg>
      <pc:sldChg chg="del">
        <pc:chgData name="翟 锐" userId="fef11181f709266a" providerId="LiveId" clId="{2E81BA7C-FE94-4A22-87B5-6F4BC241E56C}" dt="2020-10-24T14:50:09.645" v="981" actId="47"/>
        <pc:sldMkLst>
          <pc:docMk/>
          <pc:sldMk cId="4143907067" sldId="720"/>
        </pc:sldMkLst>
      </pc:sldChg>
      <pc:sldChg chg="del">
        <pc:chgData name="翟 锐" userId="fef11181f709266a" providerId="LiveId" clId="{2E81BA7C-FE94-4A22-87B5-6F4BC241E56C}" dt="2020-10-24T14:50:09.645" v="981" actId="47"/>
        <pc:sldMkLst>
          <pc:docMk/>
          <pc:sldMk cId="1008153253" sldId="721"/>
        </pc:sldMkLst>
      </pc:sldChg>
      <pc:sldChg chg="del">
        <pc:chgData name="翟 锐" userId="fef11181f709266a" providerId="LiveId" clId="{2E81BA7C-FE94-4A22-87B5-6F4BC241E56C}" dt="2020-10-24T14:50:09.645" v="981" actId="47"/>
        <pc:sldMkLst>
          <pc:docMk/>
          <pc:sldMk cId="4075874326" sldId="722"/>
        </pc:sldMkLst>
      </pc:sldChg>
      <pc:sldChg chg="del">
        <pc:chgData name="翟 锐" userId="fef11181f709266a" providerId="LiveId" clId="{2E81BA7C-FE94-4A22-87B5-6F4BC241E56C}" dt="2020-10-24T14:50:09.645" v="981" actId="47"/>
        <pc:sldMkLst>
          <pc:docMk/>
          <pc:sldMk cId="480054375" sldId="723"/>
        </pc:sldMkLst>
      </pc:sldChg>
      <pc:sldChg chg="del">
        <pc:chgData name="翟 锐" userId="fef11181f709266a" providerId="LiveId" clId="{2E81BA7C-FE94-4A22-87B5-6F4BC241E56C}" dt="2020-10-24T14:50:09.645" v="981" actId="47"/>
        <pc:sldMkLst>
          <pc:docMk/>
          <pc:sldMk cId="1988436067" sldId="724"/>
        </pc:sldMkLst>
      </pc:sldChg>
      <pc:sldChg chg="del">
        <pc:chgData name="翟 锐" userId="fef11181f709266a" providerId="LiveId" clId="{2E81BA7C-FE94-4A22-87B5-6F4BC241E56C}" dt="2020-10-24T14:50:09.645" v="981" actId="47"/>
        <pc:sldMkLst>
          <pc:docMk/>
          <pc:sldMk cId="122259813" sldId="725"/>
        </pc:sldMkLst>
      </pc:sldChg>
      <pc:sldChg chg="del">
        <pc:chgData name="翟 锐" userId="fef11181f709266a" providerId="LiveId" clId="{2E81BA7C-FE94-4A22-87B5-6F4BC241E56C}" dt="2020-10-24T14:50:09.645" v="981" actId="47"/>
        <pc:sldMkLst>
          <pc:docMk/>
          <pc:sldMk cId="3087474949" sldId="726"/>
        </pc:sldMkLst>
      </pc:sldChg>
      <pc:sldChg chg="del">
        <pc:chgData name="翟 锐" userId="fef11181f709266a" providerId="LiveId" clId="{2E81BA7C-FE94-4A22-87B5-6F4BC241E56C}" dt="2020-10-24T14:50:09.645" v="981" actId="47"/>
        <pc:sldMkLst>
          <pc:docMk/>
          <pc:sldMk cId="1561546821" sldId="727"/>
        </pc:sldMkLst>
      </pc:sldChg>
      <pc:sldChg chg="modSp add mod">
        <pc:chgData name="翟 锐" userId="fef11181f709266a" providerId="LiveId" clId="{2E81BA7C-FE94-4A22-87B5-6F4BC241E56C}" dt="2020-10-24T14:23:38.651" v="589" actId="20577"/>
        <pc:sldMkLst>
          <pc:docMk/>
          <pc:sldMk cId="2516324998" sldId="728"/>
        </pc:sldMkLst>
        <pc:spChg chg="mod">
          <ac:chgData name="翟 锐" userId="fef11181f709266a" providerId="LiveId" clId="{2E81BA7C-FE94-4A22-87B5-6F4BC241E56C}" dt="2020-10-24T14:23:38.651" v="589" actId="20577"/>
          <ac:spMkLst>
            <pc:docMk/>
            <pc:sldMk cId="2516324998" sldId="728"/>
            <ac:spMk id="2" creationId="{1A343DEC-CFF6-41F5-B87C-0DFC08C67B76}"/>
          </ac:spMkLst>
        </pc:spChg>
      </pc:sldChg>
      <pc:sldChg chg="modSp add mod">
        <pc:chgData name="翟 锐" userId="fef11181f709266a" providerId="LiveId" clId="{2E81BA7C-FE94-4A22-87B5-6F4BC241E56C}" dt="2020-10-24T14:24:32.853" v="645" actId="1036"/>
        <pc:sldMkLst>
          <pc:docMk/>
          <pc:sldMk cId="2134814896" sldId="729"/>
        </pc:sldMkLst>
        <pc:spChg chg="mod">
          <ac:chgData name="翟 锐" userId="fef11181f709266a" providerId="LiveId" clId="{2E81BA7C-FE94-4A22-87B5-6F4BC241E56C}" dt="2020-10-24T14:24:32.853" v="645" actId="1036"/>
          <ac:spMkLst>
            <pc:docMk/>
            <pc:sldMk cId="2134814896" sldId="729"/>
            <ac:spMk id="2" creationId="{1A343DEC-CFF6-41F5-B87C-0DFC08C67B76}"/>
          </ac:spMkLst>
        </pc:spChg>
      </pc:sldChg>
      <pc:sldChg chg="addSp modSp add mod">
        <pc:chgData name="翟 锐" userId="fef11181f709266a" providerId="LiveId" clId="{2E81BA7C-FE94-4A22-87B5-6F4BC241E56C}" dt="2020-10-24T14:28:10.966" v="717" actId="1076"/>
        <pc:sldMkLst>
          <pc:docMk/>
          <pc:sldMk cId="1823457716" sldId="730"/>
        </pc:sldMkLst>
        <pc:spChg chg="mod">
          <ac:chgData name="翟 锐" userId="fef11181f709266a" providerId="LiveId" clId="{2E81BA7C-FE94-4A22-87B5-6F4BC241E56C}" dt="2020-10-24T14:28:05.505" v="716" actId="1076"/>
          <ac:spMkLst>
            <pc:docMk/>
            <pc:sldMk cId="1823457716" sldId="730"/>
            <ac:spMk id="2" creationId="{1A343DEC-CFF6-41F5-B87C-0DFC08C67B76}"/>
          </ac:spMkLst>
        </pc:spChg>
        <pc:graphicFrameChg chg="add mod">
          <ac:chgData name="翟 锐" userId="fef11181f709266a" providerId="LiveId" clId="{2E81BA7C-FE94-4A22-87B5-6F4BC241E56C}" dt="2020-10-24T14:28:10.966" v="717" actId="1076"/>
          <ac:graphicFrameMkLst>
            <pc:docMk/>
            <pc:sldMk cId="1823457716" sldId="730"/>
            <ac:graphicFrameMk id="6" creationId="{10D1F724-52D4-42E6-BDFE-9860E5B30BE7}"/>
          </ac:graphicFrameMkLst>
        </pc:graphicFrameChg>
      </pc:sldChg>
      <pc:sldChg chg="modSp add mod">
        <pc:chgData name="翟 锐" userId="fef11181f709266a" providerId="LiveId" clId="{2E81BA7C-FE94-4A22-87B5-6F4BC241E56C}" dt="2020-10-24T14:35:25.048" v="750" actId="6549"/>
        <pc:sldMkLst>
          <pc:docMk/>
          <pc:sldMk cId="2291332499" sldId="731"/>
        </pc:sldMkLst>
        <pc:spChg chg="mod">
          <ac:chgData name="翟 锐" userId="fef11181f709266a" providerId="LiveId" clId="{2E81BA7C-FE94-4A22-87B5-6F4BC241E56C}" dt="2020-10-24T14:35:25.048" v="750" actId="6549"/>
          <ac:spMkLst>
            <pc:docMk/>
            <pc:sldMk cId="2291332499" sldId="731"/>
            <ac:spMk id="2" creationId="{1A343DEC-CFF6-41F5-B87C-0DFC08C67B76}"/>
          </ac:spMkLst>
        </pc:spChg>
      </pc:sldChg>
      <pc:sldChg chg="modSp add mod">
        <pc:chgData name="翟 锐" userId="fef11181f709266a" providerId="LiveId" clId="{2E81BA7C-FE94-4A22-87B5-6F4BC241E56C}" dt="2020-10-24T14:36:38.984" v="774" actId="15"/>
        <pc:sldMkLst>
          <pc:docMk/>
          <pc:sldMk cId="2944648101" sldId="732"/>
        </pc:sldMkLst>
        <pc:spChg chg="mod">
          <ac:chgData name="翟 锐" userId="fef11181f709266a" providerId="LiveId" clId="{2E81BA7C-FE94-4A22-87B5-6F4BC241E56C}" dt="2020-10-24T14:36:38.984" v="774" actId="15"/>
          <ac:spMkLst>
            <pc:docMk/>
            <pc:sldMk cId="2944648101" sldId="732"/>
            <ac:spMk id="2" creationId="{1A343DEC-CFF6-41F5-B87C-0DFC08C67B76}"/>
          </ac:spMkLst>
        </pc:spChg>
      </pc:sldChg>
      <pc:sldChg chg="modSp add mod">
        <pc:chgData name="翟 锐" userId="fef11181f709266a" providerId="LiveId" clId="{2E81BA7C-FE94-4A22-87B5-6F4BC241E56C}" dt="2020-10-24T14:37:22.970" v="796" actId="6549"/>
        <pc:sldMkLst>
          <pc:docMk/>
          <pc:sldMk cId="4249172663" sldId="733"/>
        </pc:sldMkLst>
        <pc:spChg chg="mod">
          <ac:chgData name="翟 锐" userId="fef11181f709266a" providerId="LiveId" clId="{2E81BA7C-FE94-4A22-87B5-6F4BC241E56C}" dt="2020-10-24T14:37:22.970" v="796" actId="6549"/>
          <ac:spMkLst>
            <pc:docMk/>
            <pc:sldMk cId="4249172663" sldId="733"/>
            <ac:spMk id="2" creationId="{1A343DEC-CFF6-41F5-B87C-0DFC08C67B76}"/>
          </ac:spMkLst>
        </pc:spChg>
        <pc:spChg chg="mod">
          <ac:chgData name="翟 锐" userId="fef11181f709266a" providerId="LiveId" clId="{2E81BA7C-FE94-4A22-87B5-6F4BC241E56C}" dt="2020-10-24T14:37:07.291" v="781"/>
          <ac:spMkLst>
            <pc:docMk/>
            <pc:sldMk cId="4249172663" sldId="733"/>
            <ac:spMk id="35" creationId="{00000000-0000-0000-0000-000000000000}"/>
          </ac:spMkLst>
        </pc:spChg>
      </pc:sldChg>
      <pc:sldChg chg="modSp add mod">
        <pc:chgData name="翟 锐" userId="fef11181f709266a" providerId="LiveId" clId="{2E81BA7C-FE94-4A22-87B5-6F4BC241E56C}" dt="2020-10-24T14:37:26.618" v="797" actId="6549"/>
        <pc:sldMkLst>
          <pc:docMk/>
          <pc:sldMk cId="784297793" sldId="734"/>
        </pc:sldMkLst>
        <pc:spChg chg="mod">
          <ac:chgData name="翟 锐" userId="fef11181f709266a" providerId="LiveId" clId="{2E81BA7C-FE94-4A22-87B5-6F4BC241E56C}" dt="2020-10-24T14:37:26.618" v="797" actId="6549"/>
          <ac:spMkLst>
            <pc:docMk/>
            <pc:sldMk cId="784297793" sldId="734"/>
            <ac:spMk id="2" creationId="{1A343DEC-CFF6-41F5-B87C-0DFC08C67B76}"/>
          </ac:spMkLst>
        </pc:spChg>
      </pc:sldChg>
      <pc:sldChg chg="addSp delSp modSp add mod modAnim">
        <pc:chgData name="翟 锐" userId="fef11181f709266a" providerId="LiveId" clId="{2E81BA7C-FE94-4A22-87B5-6F4BC241E56C}" dt="2020-10-24T14:41:41.890" v="880"/>
        <pc:sldMkLst>
          <pc:docMk/>
          <pc:sldMk cId="3714697" sldId="735"/>
        </pc:sldMkLst>
        <pc:spChg chg="mod">
          <ac:chgData name="翟 锐" userId="fef11181f709266a" providerId="LiveId" clId="{2E81BA7C-FE94-4A22-87B5-6F4BC241E56C}" dt="2020-10-24T14:41:02.814" v="863" actId="1076"/>
          <ac:spMkLst>
            <pc:docMk/>
            <pc:sldMk cId="3714697" sldId="735"/>
            <ac:spMk id="2" creationId="{1A343DEC-CFF6-41F5-B87C-0DFC08C67B76}"/>
          </ac:spMkLst>
        </pc:spChg>
        <pc:spChg chg="add mod">
          <ac:chgData name="翟 锐" userId="fef11181f709266a" providerId="LiveId" clId="{2E81BA7C-FE94-4A22-87B5-6F4BC241E56C}" dt="2020-10-24T14:39:09.363" v="826" actId="27636"/>
          <ac:spMkLst>
            <pc:docMk/>
            <pc:sldMk cId="3714697" sldId="735"/>
            <ac:spMk id="3" creationId="{99DCA630-B324-41E7-8E1C-DE0A14073096}"/>
          </ac:spMkLst>
        </pc:spChg>
        <pc:spChg chg="add del mod">
          <ac:chgData name="翟 锐" userId="fef11181f709266a" providerId="LiveId" clId="{2E81BA7C-FE94-4A22-87B5-6F4BC241E56C}" dt="2020-10-24T14:39:31.691" v="841" actId="478"/>
          <ac:spMkLst>
            <pc:docMk/>
            <pc:sldMk cId="3714697" sldId="735"/>
            <ac:spMk id="7" creationId="{AFBF7968-9CDF-45E8-AF0E-4C0BCB6EDBCE}"/>
          </ac:spMkLst>
        </pc:spChg>
        <pc:spChg chg="add del mod">
          <ac:chgData name="翟 锐" userId="fef11181f709266a" providerId="LiveId" clId="{2E81BA7C-FE94-4A22-87B5-6F4BC241E56C}" dt="2020-10-24T14:40:50.712" v="858" actId="478"/>
          <ac:spMkLst>
            <pc:docMk/>
            <pc:sldMk cId="3714697" sldId="735"/>
            <ac:spMk id="13" creationId="{339111CF-CF53-446A-8346-AB531B11C1A4}"/>
          </ac:spMkLst>
        </pc:spChg>
        <pc:spChg chg="mod">
          <ac:chgData name="翟 锐" userId="fef11181f709266a" providerId="LiveId" clId="{2E81BA7C-FE94-4A22-87B5-6F4BC241E56C}" dt="2020-10-24T14:40:42.834" v="856" actId="1076"/>
          <ac:spMkLst>
            <pc:docMk/>
            <pc:sldMk cId="3714697" sldId="735"/>
            <ac:spMk id="21" creationId="{0999587E-7351-4C2A-9DF0-164A105B1528}"/>
          </ac:spMkLst>
        </pc:spChg>
        <pc:spChg chg="mod">
          <ac:chgData name="翟 锐" userId="fef11181f709266a" providerId="LiveId" clId="{2E81BA7C-FE94-4A22-87B5-6F4BC241E56C}" dt="2020-10-24T14:40:42.834" v="856" actId="1076"/>
          <ac:spMkLst>
            <pc:docMk/>
            <pc:sldMk cId="3714697" sldId="735"/>
            <ac:spMk id="22" creationId="{FD7B277C-B4A3-43ED-9ED6-53B529FE1015}"/>
          </ac:spMkLst>
        </pc:spChg>
        <pc:spChg chg="mod">
          <ac:chgData name="翟 锐" userId="fef11181f709266a" providerId="LiveId" clId="{2E81BA7C-FE94-4A22-87B5-6F4BC241E56C}" dt="2020-10-24T14:40:42.834" v="856" actId="1076"/>
          <ac:spMkLst>
            <pc:docMk/>
            <pc:sldMk cId="3714697" sldId="735"/>
            <ac:spMk id="23" creationId="{2A20E5FA-2E8E-4895-99B2-F8EACCF4E054}"/>
          </ac:spMkLst>
        </pc:spChg>
        <pc:spChg chg="mod">
          <ac:chgData name="翟 锐" userId="fef11181f709266a" providerId="LiveId" clId="{2E81BA7C-FE94-4A22-87B5-6F4BC241E56C}" dt="2020-10-24T14:40:58.474" v="862" actId="1038"/>
          <ac:spMkLst>
            <pc:docMk/>
            <pc:sldMk cId="3714697" sldId="735"/>
            <ac:spMk id="25" creationId="{AECB8001-D96B-4BE3-B2A0-B286BF755B2C}"/>
          </ac:spMkLst>
        </pc:spChg>
        <pc:spChg chg="mod">
          <ac:chgData name="翟 锐" userId="fef11181f709266a" providerId="LiveId" clId="{2E81BA7C-FE94-4A22-87B5-6F4BC241E56C}" dt="2020-10-24T14:40:58.474" v="862" actId="1038"/>
          <ac:spMkLst>
            <pc:docMk/>
            <pc:sldMk cId="3714697" sldId="735"/>
            <ac:spMk id="26" creationId="{1D15A183-87E4-468D-9A12-0D099C2669CC}"/>
          </ac:spMkLst>
        </pc:spChg>
        <pc:spChg chg="mod">
          <ac:chgData name="翟 锐" userId="fef11181f709266a" providerId="LiveId" clId="{2E81BA7C-FE94-4A22-87B5-6F4BC241E56C}" dt="2020-10-24T14:40:58.474" v="862" actId="1038"/>
          <ac:spMkLst>
            <pc:docMk/>
            <pc:sldMk cId="3714697" sldId="735"/>
            <ac:spMk id="27" creationId="{F4E030CB-A691-413B-98A0-83CAB15E3A67}"/>
          </ac:spMkLst>
        </pc:spChg>
        <pc:spChg chg="mod">
          <ac:chgData name="翟 锐" userId="fef11181f709266a" providerId="LiveId" clId="{2E81BA7C-FE94-4A22-87B5-6F4BC241E56C}" dt="2020-10-24T14:41:41.890" v="880"/>
          <ac:spMkLst>
            <pc:docMk/>
            <pc:sldMk cId="3714697" sldId="735"/>
            <ac:spMk id="35" creationId="{00000000-0000-0000-0000-000000000000}"/>
          </ac:spMkLst>
        </pc:spChg>
        <pc:grpChg chg="add mod">
          <ac:chgData name="翟 锐" userId="fef11181f709266a" providerId="LiveId" clId="{2E81BA7C-FE94-4A22-87B5-6F4BC241E56C}" dt="2020-10-24T14:40:42.834" v="856" actId="1076"/>
          <ac:grpSpMkLst>
            <pc:docMk/>
            <pc:sldMk cId="3714697" sldId="735"/>
            <ac:grpSpMk id="20" creationId="{86904D3F-7B0A-4B61-B451-484D89F0488A}"/>
          </ac:grpSpMkLst>
        </pc:grpChg>
        <pc:grpChg chg="add mod">
          <ac:chgData name="翟 锐" userId="fef11181f709266a" providerId="LiveId" clId="{2E81BA7C-FE94-4A22-87B5-6F4BC241E56C}" dt="2020-10-24T14:40:58.474" v="862" actId="1038"/>
          <ac:grpSpMkLst>
            <pc:docMk/>
            <pc:sldMk cId="3714697" sldId="735"/>
            <ac:grpSpMk id="24" creationId="{A6E48DC6-C425-4310-A0C8-5D39145B7F91}"/>
          </ac:grpSpMkLst>
        </pc:grpChg>
        <pc:graphicFrameChg chg="add del mod replId">
          <ac:chgData name="翟 锐" userId="fef11181f709266a" providerId="LiveId" clId="{2E81BA7C-FE94-4A22-87B5-6F4BC241E56C}" dt="2020-10-24T14:39:05.710" v="823"/>
          <ac:graphicFrameMkLst>
            <pc:docMk/>
            <pc:sldMk cId="3714697" sldId="735"/>
            <ac:graphicFrameMk id="4" creationId="{99DCA630-B324-41E7-8E1C-DE0A14073096}"/>
          </ac:graphicFrameMkLst>
        </pc:graphicFrameChg>
        <pc:graphicFrameChg chg="add del mod replId">
          <ac:chgData name="翟 锐" userId="fef11181f709266a" providerId="LiveId" clId="{2E81BA7C-FE94-4A22-87B5-6F4BC241E56C}" dt="2020-10-24T14:39:24.869" v="836"/>
          <ac:graphicFrameMkLst>
            <pc:docMk/>
            <pc:sldMk cId="3714697" sldId="735"/>
            <ac:graphicFrameMk id="8" creationId="{AFBF7968-9CDF-45E8-AF0E-4C0BCB6EDBCE}"/>
          </ac:graphicFrameMkLst>
        </pc:graphicFrameChg>
        <pc:graphicFrameChg chg="add mod">
          <ac:chgData name="翟 锐" userId="fef11181f709266a" providerId="LiveId" clId="{2E81BA7C-FE94-4A22-87B5-6F4BC241E56C}" dt="2020-10-24T14:39:44.980" v="845" actId="1076"/>
          <ac:graphicFrameMkLst>
            <pc:docMk/>
            <pc:sldMk cId="3714697" sldId="735"/>
            <ac:graphicFrameMk id="11" creationId="{B5814969-FC8A-4653-A4B1-EFC438831FA7}"/>
          </ac:graphicFrameMkLst>
        </pc:graphicFrameChg>
        <pc:graphicFrameChg chg="add del">
          <ac:chgData name="翟 锐" userId="fef11181f709266a" providerId="LiveId" clId="{2E81BA7C-FE94-4A22-87B5-6F4BC241E56C}" dt="2020-10-24T14:40:17.706" v="850" actId="22"/>
          <ac:graphicFrameMkLst>
            <pc:docMk/>
            <pc:sldMk cId="3714697" sldId="735"/>
            <ac:graphicFrameMk id="12" creationId="{C48324E3-7A22-4FDC-87DE-EAB1498559B3}"/>
          </ac:graphicFrameMkLst>
        </pc:graphicFrameChg>
      </pc:sldChg>
      <pc:sldChg chg="modSp add mod">
        <pc:chgData name="翟 锐" userId="fef11181f709266a" providerId="LiveId" clId="{2E81BA7C-FE94-4A22-87B5-6F4BC241E56C}" dt="2020-10-24T14:42:22.044" v="889" actId="6549"/>
        <pc:sldMkLst>
          <pc:docMk/>
          <pc:sldMk cId="4017562725" sldId="736"/>
        </pc:sldMkLst>
        <pc:spChg chg="mod">
          <ac:chgData name="翟 锐" userId="fef11181f709266a" providerId="LiveId" clId="{2E81BA7C-FE94-4A22-87B5-6F4BC241E56C}" dt="2020-10-24T14:42:22.044" v="889" actId="6549"/>
          <ac:spMkLst>
            <pc:docMk/>
            <pc:sldMk cId="4017562725" sldId="736"/>
            <ac:spMk id="2" creationId="{1A343DEC-CFF6-41F5-B87C-0DFC08C67B76}"/>
          </ac:spMkLst>
        </pc:spChg>
      </pc:sldChg>
      <pc:sldChg chg="delSp modSp add mod">
        <pc:chgData name="翟 锐" userId="fef11181f709266a" providerId="LiveId" clId="{2E81BA7C-FE94-4A22-87B5-6F4BC241E56C}" dt="2020-10-24T14:43:49.202" v="908" actId="1076"/>
        <pc:sldMkLst>
          <pc:docMk/>
          <pc:sldMk cId="2455366728" sldId="737"/>
        </pc:sldMkLst>
        <pc:picChg chg="del">
          <ac:chgData name="翟 锐" userId="fef11181f709266a" providerId="LiveId" clId="{2E81BA7C-FE94-4A22-87B5-6F4BC241E56C}" dt="2020-10-24T14:43:44.457" v="905" actId="478"/>
          <ac:picMkLst>
            <pc:docMk/>
            <pc:sldMk cId="2455366728" sldId="737"/>
            <ac:picMk id="3" creationId="{602C3D16-FF30-49F1-A34B-42189667B1FF}"/>
          </ac:picMkLst>
        </pc:picChg>
        <pc:picChg chg="mod">
          <ac:chgData name="翟 锐" userId="fef11181f709266a" providerId="LiveId" clId="{2E81BA7C-FE94-4A22-87B5-6F4BC241E56C}" dt="2020-10-24T14:43:49.202" v="908" actId="1076"/>
          <ac:picMkLst>
            <pc:docMk/>
            <pc:sldMk cId="2455366728" sldId="737"/>
            <ac:picMk id="4" creationId="{7A1AAE83-81C5-4AAA-8ACF-D131482ACF72}"/>
          </ac:picMkLst>
        </pc:picChg>
      </pc:sldChg>
      <pc:sldChg chg="modSp add mod">
        <pc:chgData name="翟 锐" userId="fef11181f709266a" providerId="LiveId" clId="{2E81BA7C-FE94-4A22-87B5-6F4BC241E56C}" dt="2020-10-24T14:45:30.235" v="933" actId="6549"/>
        <pc:sldMkLst>
          <pc:docMk/>
          <pc:sldMk cId="2352683905" sldId="738"/>
        </pc:sldMkLst>
        <pc:spChg chg="mod">
          <ac:chgData name="翟 锐" userId="fef11181f709266a" providerId="LiveId" clId="{2E81BA7C-FE94-4A22-87B5-6F4BC241E56C}" dt="2020-10-24T14:45:30.235" v="933" actId="6549"/>
          <ac:spMkLst>
            <pc:docMk/>
            <pc:sldMk cId="2352683905" sldId="738"/>
            <ac:spMk id="2" creationId="{1A343DEC-CFF6-41F5-B87C-0DFC08C67B76}"/>
          </ac:spMkLst>
        </pc:spChg>
      </pc:sldChg>
      <pc:sldChg chg="modSp add mod">
        <pc:chgData name="翟 锐" userId="fef11181f709266a" providerId="LiveId" clId="{2E81BA7C-FE94-4A22-87B5-6F4BC241E56C}" dt="2020-10-24T14:48:07.955" v="967" actId="15"/>
        <pc:sldMkLst>
          <pc:docMk/>
          <pc:sldMk cId="478409461" sldId="739"/>
        </pc:sldMkLst>
        <pc:spChg chg="mod">
          <ac:chgData name="翟 锐" userId="fef11181f709266a" providerId="LiveId" clId="{2E81BA7C-FE94-4A22-87B5-6F4BC241E56C}" dt="2020-10-24T14:48:07.955" v="967" actId="15"/>
          <ac:spMkLst>
            <pc:docMk/>
            <pc:sldMk cId="478409461" sldId="739"/>
            <ac:spMk id="2" creationId="{1A343DEC-CFF6-41F5-B87C-0DFC08C67B76}"/>
          </ac:spMkLst>
        </pc:spChg>
      </pc:sldChg>
      <pc:sldChg chg="modSp add mod">
        <pc:chgData name="翟 锐" userId="fef11181f709266a" providerId="LiveId" clId="{2E81BA7C-FE94-4A22-87B5-6F4BC241E56C}" dt="2020-10-24T14:51:33.024" v="1050" actId="15"/>
        <pc:sldMkLst>
          <pc:docMk/>
          <pc:sldMk cId="3636184159" sldId="740"/>
        </pc:sldMkLst>
        <pc:spChg chg="mod">
          <ac:chgData name="翟 锐" userId="fef11181f709266a" providerId="LiveId" clId="{2E81BA7C-FE94-4A22-87B5-6F4BC241E56C}" dt="2020-10-24T14:51:33.024" v="1050" actId="15"/>
          <ac:spMkLst>
            <pc:docMk/>
            <pc:sldMk cId="3636184159" sldId="740"/>
            <ac:spMk id="2" creationId="{1A343DEC-CFF6-41F5-B87C-0DFC08C67B76}"/>
          </ac:spMkLst>
        </pc:spChg>
        <pc:spChg chg="mod">
          <ac:chgData name="翟 锐" userId="fef11181f709266a" providerId="LiveId" clId="{2E81BA7C-FE94-4A22-87B5-6F4BC241E56C}" dt="2020-10-24T14:50:33.777" v="991"/>
          <ac:spMkLst>
            <pc:docMk/>
            <pc:sldMk cId="3636184159" sldId="740"/>
            <ac:spMk id="35" creationId="{00000000-0000-0000-0000-000000000000}"/>
          </ac:spMkLst>
        </pc:spChg>
      </pc:sldChg>
      <pc:sldChg chg="modSp add mod ord">
        <pc:chgData name="翟 锐" userId="fef11181f709266a" providerId="LiveId" clId="{2E81BA7C-FE94-4A22-87B5-6F4BC241E56C}" dt="2020-10-24T14:51:23.149" v="1047"/>
        <pc:sldMkLst>
          <pc:docMk/>
          <pc:sldMk cId="3284000370" sldId="741"/>
        </pc:sldMkLst>
        <pc:spChg chg="mod">
          <ac:chgData name="翟 锐" userId="fef11181f709266a" providerId="LiveId" clId="{2E81BA7C-FE94-4A22-87B5-6F4BC241E56C}" dt="2020-10-24T14:51:17.905" v="1045" actId="15"/>
          <ac:spMkLst>
            <pc:docMk/>
            <pc:sldMk cId="3284000370" sldId="741"/>
            <ac:spMk id="2" creationId="{1A343DEC-CFF6-41F5-B87C-0DFC08C67B76}"/>
          </ac:spMkLst>
        </pc:spChg>
      </pc:sldChg>
      <pc:sldChg chg="modSp add mod">
        <pc:chgData name="翟 锐" userId="fef11181f709266a" providerId="LiveId" clId="{2E81BA7C-FE94-4A22-87B5-6F4BC241E56C}" dt="2020-10-24T14:52:29.902" v="1062" actId="15"/>
        <pc:sldMkLst>
          <pc:docMk/>
          <pc:sldMk cId="4027401879" sldId="742"/>
        </pc:sldMkLst>
        <pc:spChg chg="mod">
          <ac:chgData name="翟 锐" userId="fef11181f709266a" providerId="LiveId" clId="{2E81BA7C-FE94-4A22-87B5-6F4BC241E56C}" dt="2020-10-24T14:52:29.902" v="1062" actId="15"/>
          <ac:spMkLst>
            <pc:docMk/>
            <pc:sldMk cId="4027401879" sldId="742"/>
            <ac:spMk id="2" creationId="{1A343DEC-CFF6-41F5-B87C-0DFC08C67B76}"/>
          </ac:spMkLst>
        </pc:spChg>
      </pc:sldChg>
      <pc:sldChg chg="modSp add mod">
        <pc:chgData name="翟 锐" userId="fef11181f709266a" providerId="LiveId" clId="{2E81BA7C-FE94-4A22-87B5-6F4BC241E56C}" dt="2020-10-24T14:53:19.199" v="1076" actId="20577"/>
        <pc:sldMkLst>
          <pc:docMk/>
          <pc:sldMk cId="2541876061" sldId="743"/>
        </pc:sldMkLst>
        <pc:spChg chg="mod">
          <ac:chgData name="翟 锐" userId="fef11181f709266a" providerId="LiveId" clId="{2E81BA7C-FE94-4A22-87B5-6F4BC241E56C}" dt="2020-10-24T14:53:19.199" v="1076" actId="20577"/>
          <ac:spMkLst>
            <pc:docMk/>
            <pc:sldMk cId="2541876061" sldId="743"/>
            <ac:spMk id="2" creationId="{1A343DEC-CFF6-41F5-B87C-0DFC08C67B76}"/>
          </ac:spMkLst>
        </pc:spChg>
      </pc:sldChg>
      <pc:sldChg chg="modSp add mod">
        <pc:chgData name="翟 锐" userId="fef11181f709266a" providerId="LiveId" clId="{2E81BA7C-FE94-4A22-87B5-6F4BC241E56C}" dt="2020-10-24T14:53:38.166" v="1089" actId="15"/>
        <pc:sldMkLst>
          <pc:docMk/>
          <pc:sldMk cId="810977986" sldId="744"/>
        </pc:sldMkLst>
        <pc:spChg chg="mod">
          <ac:chgData name="翟 锐" userId="fef11181f709266a" providerId="LiveId" clId="{2E81BA7C-FE94-4A22-87B5-6F4BC241E56C}" dt="2020-10-24T14:53:38.166" v="1089" actId="15"/>
          <ac:spMkLst>
            <pc:docMk/>
            <pc:sldMk cId="810977986" sldId="744"/>
            <ac:spMk id="2" creationId="{1A343DEC-CFF6-41F5-B87C-0DFC08C67B76}"/>
          </ac:spMkLst>
        </pc:spChg>
      </pc:sldChg>
    </pc:docChg>
  </pc:docChgLst>
  <pc:docChgLst>
    <pc:chgData name="翟 锐" userId="fef11181f709266a" providerId="LiveId" clId="{EDEDE80D-F21A-4B95-9D33-D23DF6CDE02B}"/>
    <pc:docChg chg="undo custSel addSld delSld modSld sldOrd">
      <pc:chgData name="翟 锐" userId="fef11181f709266a" providerId="LiveId" clId="{EDEDE80D-F21A-4B95-9D33-D23DF6CDE02B}" dt="2020-08-11T08:15:08.272" v="166" actId="20577"/>
      <pc:docMkLst>
        <pc:docMk/>
      </pc:docMkLst>
      <pc:sldChg chg="modSp mod">
        <pc:chgData name="翟 锐" userId="fef11181f709266a" providerId="LiveId" clId="{EDEDE80D-F21A-4B95-9D33-D23DF6CDE02B}" dt="2020-08-11T08:01:43.420" v="23" actId="1038"/>
        <pc:sldMkLst>
          <pc:docMk/>
          <pc:sldMk cId="0" sldId="257"/>
        </pc:sldMkLst>
        <pc:spChg chg="mod">
          <ac:chgData name="翟 锐" userId="fef11181f709266a" providerId="LiveId" clId="{EDEDE80D-F21A-4B95-9D33-D23DF6CDE02B}" dt="2020-08-11T08:01:43.420" v="23" actId="1038"/>
          <ac:spMkLst>
            <pc:docMk/>
            <pc:sldMk cId="0" sldId="257"/>
            <ac:spMk id="144" creationId="{00000000-0000-0000-0000-000000000000}"/>
          </ac:spMkLst>
        </pc:spChg>
      </pc:sldChg>
      <pc:sldChg chg="modSp modAnim">
        <pc:chgData name="翟 锐" userId="fef11181f709266a" providerId="LiveId" clId="{EDEDE80D-F21A-4B95-9D33-D23DF6CDE02B}" dt="2020-08-11T08:07:58.862" v="41" actId="20577"/>
        <pc:sldMkLst>
          <pc:docMk/>
          <pc:sldMk cId="0" sldId="290"/>
        </pc:sldMkLst>
        <pc:spChg chg="mod">
          <ac:chgData name="翟 锐" userId="fef11181f709266a" providerId="LiveId" clId="{EDEDE80D-F21A-4B95-9D33-D23DF6CDE02B}" dt="2020-08-11T08:07:58.862" v="41" actId="20577"/>
          <ac:spMkLst>
            <pc:docMk/>
            <pc:sldMk cId="0" sldId="290"/>
            <ac:spMk id="7" creationId="{3DB91AC8-EECE-4251-BCB3-636A753BE9E6}"/>
          </ac:spMkLst>
        </pc:spChg>
      </pc:sldChg>
      <pc:sldChg chg="modSp mod modAnim">
        <pc:chgData name="翟 锐" userId="fef11181f709266a" providerId="LiveId" clId="{EDEDE80D-F21A-4B95-9D33-D23DF6CDE02B}" dt="2020-08-11T08:15:08.272" v="166" actId="20577"/>
        <pc:sldMkLst>
          <pc:docMk/>
          <pc:sldMk cId="3489604609" sldId="442"/>
        </pc:sldMkLst>
        <pc:spChg chg="mod">
          <ac:chgData name="翟 锐" userId="fef11181f709266a" providerId="LiveId" clId="{EDEDE80D-F21A-4B95-9D33-D23DF6CDE02B}" dt="2020-08-11T08:09:29.813" v="53" actId="1036"/>
          <ac:spMkLst>
            <pc:docMk/>
            <pc:sldMk cId="3489604609" sldId="442"/>
            <ac:spMk id="7" creationId="{00000000-0000-0000-0000-000000000000}"/>
          </ac:spMkLst>
        </pc:spChg>
        <pc:spChg chg="mod">
          <ac:chgData name="翟 锐" userId="fef11181f709266a" providerId="LiveId" clId="{EDEDE80D-F21A-4B95-9D33-D23DF6CDE02B}" dt="2020-08-11T08:14:58.978" v="162" actId="20577"/>
          <ac:spMkLst>
            <pc:docMk/>
            <pc:sldMk cId="3489604609" sldId="442"/>
            <ac:spMk id="40" creationId="{00000000-0000-0000-0000-000000000000}"/>
          </ac:spMkLst>
        </pc:spChg>
      </pc:sldChg>
      <pc:sldChg chg="modSp">
        <pc:chgData name="翟 锐" userId="fef11181f709266a" providerId="LiveId" clId="{EDEDE80D-F21A-4B95-9D33-D23DF6CDE02B}" dt="2020-08-11T08:10:32.164" v="72" actId="20577"/>
        <pc:sldMkLst>
          <pc:docMk/>
          <pc:sldMk cId="1981903711" sldId="443"/>
        </pc:sldMkLst>
        <pc:spChg chg="mod">
          <ac:chgData name="翟 锐" userId="fef11181f709266a" providerId="LiveId" clId="{EDEDE80D-F21A-4B95-9D33-D23DF6CDE02B}" dt="2020-08-11T08:10:32.164" v="72" actId="20577"/>
          <ac:spMkLst>
            <pc:docMk/>
            <pc:sldMk cId="1981903711" sldId="443"/>
            <ac:spMk id="40" creationId="{00000000-0000-0000-0000-000000000000}"/>
          </ac:spMkLst>
        </pc:spChg>
      </pc:sldChg>
      <pc:sldChg chg="addSp delSp modSp mod ord delAnim modAnim">
        <pc:chgData name="翟 锐" userId="fef11181f709266a" providerId="LiveId" clId="{EDEDE80D-F21A-4B95-9D33-D23DF6CDE02B}" dt="2020-08-11T08:14:04.975" v="134" actId="21"/>
        <pc:sldMkLst>
          <pc:docMk/>
          <pc:sldMk cId="2642754931" sldId="444"/>
        </pc:sldMkLst>
        <pc:spChg chg="add del mod">
          <ac:chgData name="翟 锐" userId="fef11181f709266a" providerId="LiveId" clId="{EDEDE80D-F21A-4B95-9D33-D23DF6CDE02B}" dt="2020-08-11T08:14:04.975" v="134" actId="21"/>
          <ac:spMkLst>
            <pc:docMk/>
            <pc:sldMk cId="2642754931" sldId="444"/>
            <ac:spMk id="4" creationId="{DD52267C-2B48-407E-B3C7-5F0EE5D7DDFB}"/>
          </ac:spMkLst>
        </pc:spChg>
        <pc:spChg chg="mod">
          <ac:chgData name="翟 锐" userId="fef11181f709266a" providerId="LiveId" clId="{EDEDE80D-F21A-4B95-9D33-D23DF6CDE02B}" dt="2020-08-11T08:11:46.261" v="84" actId="14100"/>
          <ac:spMkLst>
            <pc:docMk/>
            <pc:sldMk cId="2642754931" sldId="444"/>
            <ac:spMk id="14" creationId="{00000000-0000-0000-0000-000000000000}"/>
          </ac:spMkLst>
        </pc:spChg>
      </pc:sldChg>
      <pc:sldChg chg="add del">
        <pc:chgData name="翟 锐" userId="fef11181f709266a" providerId="LiveId" clId="{EDEDE80D-F21A-4B95-9D33-D23DF6CDE02B}" dt="2020-08-11T08:11:12.338" v="77"/>
        <pc:sldMkLst>
          <pc:docMk/>
          <pc:sldMk cId="1129535462" sldId="445"/>
        </pc:sldMkLst>
      </pc:sldChg>
      <pc:sldChg chg="addSp delSp modSp add del mod modAnim">
        <pc:chgData name="翟 锐" userId="fef11181f709266a" providerId="LiveId" clId="{EDEDE80D-F21A-4B95-9D33-D23DF6CDE02B}" dt="2020-08-11T08:14:30.486" v="149"/>
        <pc:sldMkLst>
          <pc:docMk/>
          <pc:sldMk cId="1163326110" sldId="445"/>
        </pc:sldMkLst>
        <pc:spChg chg="mod">
          <ac:chgData name="翟 锐" userId="fef11181f709266a" providerId="LiveId" clId="{EDEDE80D-F21A-4B95-9D33-D23DF6CDE02B}" dt="2020-08-11T08:13:43.077" v="87" actId="6549"/>
          <ac:spMkLst>
            <pc:docMk/>
            <pc:sldMk cId="1163326110" sldId="445"/>
            <ac:spMk id="2" creationId="{00000000-0000-0000-0000-000000000000}"/>
          </ac:spMkLst>
        </pc:spChg>
        <pc:spChg chg="del">
          <ac:chgData name="翟 锐" userId="fef11181f709266a" providerId="LiveId" clId="{EDEDE80D-F21A-4B95-9D33-D23DF6CDE02B}" dt="2020-08-11T08:13:59.618" v="133" actId="478"/>
          <ac:spMkLst>
            <pc:docMk/>
            <pc:sldMk cId="1163326110" sldId="445"/>
            <ac:spMk id="6" creationId="{00000000-0000-0000-0000-000000000000}"/>
          </ac:spMkLst>
        </pc:spChg>
        <pc:spChg chg="add mod">
          <ac:chgData name="翟 锐" userId="fef11181f709266a" providerId="LiveId" clId="{EDEDE80D-F21A-4B95-9D33-D23DF6CDE02B}" dt="2020-08-11T08:14:30.486" v="149"/>
          <ac:spMkLst>
            <pc:docMk/>
            <pc:sldMk cId="1163326110" sldId="445"/>
            <ac:spMk id="7" creationId="{0E001466-A501-4973-B0FD-8610D4A03F54}"/>
          </ac:spMkLst>
        </pc:spChg>
        <pc:spChg chg="mod">
          <ac:chgData name="翟 锐" userId="fef11181f709266a" providerId="LiveId" clId="{EDEDE80D-F21A-4B95-9D33-D23DF6CDE02B}" dt="2020-08-11T08:13:56.914" v="132" actId="1035"/>
          <ac:spMkLst>
            <pc:docMk/>
            <pc:sldMk cId="1163326110" sldId="445"/>
            <ac:spMk id="14" creationId="{00000000-0000-0000-0000-000000000000}"/>
          </ac:spMkLst>
        </pc:spChg>
      </pc:sldChg>
      <pc:sldChg chg="modSp mod">
        <pc:chgData name="翟 锐" userId="fef11181f709266a" providerId="LiveId" clId="{EDEDE80D-F21A-4B95-9D33-D23DF6CDE02B}" dt="2020-08-11T08:07:54.312" v="37" actId="1036"/>
        <pc:sldMkLst>
          <pc:docMk/>
          <pc:sldMk cId="2113831009" sldId="514"/>
        </pc:sldMkLst>
        <pc:spChg chg="mod">
          <ac:chgData name="翟 锐" userId="fef11181f709266a" providerId="LiveId" clId="{EDEDE80D-F21A-4B95-9D33-D23DF6CDE02B}" dt="2020-08-11T08:07:54.312" v="37" actId="1036"/>
          <ac:spMkLst>
            <pc:docMk/>
            <pc:sldMk cId="2113831009" sldId="514"/>
            <ac:spMk id="2" creationId="{00000000-0000-0000-0000-000000000000}"/>
          </ac:spMkLst>
        </pc:spChg>
      </pc:sldChg>
    </pc:docChg>
  </pc:docChgLst>
  <pc:docChgLst>
    <pc:chgData name="翟 锐" userId="fef11181f709266a" providerId="LiveId" clId="{B9C4B5C5-B11F-4F30-B4A6-7EE1511F22B7}"/>
    <pc:docChg chg="undo redo custSel addSld delSld modSld">
      <pc:chgData name="翟 锐" userId="fef11181f709266a" providerId="LiveId" clId="{B9C4B5C5-B11F-4F30-B4A6-7EE1511F22B7}" dt="2021-11-21T13:09:28.013" v="1120" actId="20577"/>
      <pc:docMkLst>
        <pc:docMk/>
      </pc:docMkLst>
      <pc:sldChg chg="add del modTransition">
        <pc:chgData name="翟 锐" userId="fef11181f709266a" providerId="LiveId" clId="{B9C4B5C5-B11F-4F30-B4A6-7EE1511F22B7}" dt="2021-11-21T10:54:04.763" v="1108" actId="47"/>
        <pc:sldMkLst>
          <pc:docMk/>
          <pc:sldMk cId="0" sldId="272"/>
        </pc:sldMkLst>
      </pc:sldChg>
      <pc:sldChg chg="add del modTransition">
        <pc:chgData name="翟 锐" userId="fef11181f709266a" providerId="LiveId" clId="{B9C4B5C5-B11F-4F30-B4A6-7EE1511F22B7}" dt="2021-11-21T10:54:04.763" v="1108" actId="47"/>
        <pc:sldMkLst>
          <pc:docMk/>
          <pc:sldMk cId="0" sldId="273"/>
        </pc:sldMkLst>
      </pc:sldChg>
      <pc:sldChg chg="add del modTransition">
        <pc:chgData name="翟 锐" userId="fef11181f709266a" providerId="LiveId" clId="{B9C4B5C5-B11F-4F30-B4A6-7EE1511F22B7}" dt="2021-11-21T10:54:04.763" v="1108" actId="47"/>
        <pc:sldMkLst>
          <pc:docMk/>
          <pc:sldMk cId="0" sldId="274"/>
        </pc:sldMkLst>
      </pc:sldChg>
      <pc:sldChg chg="add del modTransition">
        <pc:chgData name="翟 锐" userId="fef11181f709266a" providerId="LiveId" clId="{B9C4B5C5-B11F-4F30-B4A6-7EE1511F22B7}" dt="2021-11-21T10:54:04.763" v="1108" actId="47"/>
        <pc:sldMkLst>
          <pc:docMk/>
          <pc:sldMk cId="0" sldId="275"/>
        </pc:sldMkLst>
      </pc:sldChg>
      <pc:sldChg chg="add del modTransition">
        <pc:chgData name="翟 锐" userId="fef11181f709266a" providerId="LiveId" clId="{B9C4B5C5-B11F-4F30-B4A6-7EE1511F22B7}" dt="2021-11-21T10:54:04.763" v="1108" actId="47"/>
        <pc:sldMkLst>
          <pc:docMk/>
          <pc:sldMk cId="0" sldId="276"/>
        </pc:sldMkLst>
      </pc:sldChg>
      <pc:sldChg chg="add del modTransition">
        <pc:chgData name="翟 锐" userId="fef11181f709266a" providerId="LiveId" clId="{B9C4B5C5-B11F-4F30-B4A6-7EE1511F22B7}" dt="2021-11-21T10:54:04.763" v="1108" actId="47"/>
        <pc:sldMkLst>
          <pc:docMk/>
          <pc:sldMk cId="0" sldId="277"/>
        </pc:sldMkLst>
      </pc:sldChg>
      <pc:sldChg chg="add del modTransition">
        <pc:chgData name="翟 锐" userId="fef11181f709266a" providerId="LiveId" clId="{B9C4B5C5-B11F-4F30-B4A6-7EE1511F22B7}" dt="2021-11-21T10:54:04.763" v="1108" actId="47"/>
        <pc:sldMkLst>
          <pc:docMk/>
          <pc:sldMk cId="0" sldId="283"/>
        </pc:sldMkLst>
      </pc:sldChg>
      <pc:sldChg chg="add del modTransition">
        <pc:chgData name="翟 锐" userId="fef11181f709266a" providerId="LiveId" clId="{B9C4B5C5-B11F-4F30-B4A6-7EE1511F22B7}" dt="2021-11-21T10:54:04.763" v="1108" actId="47"/>
        <pc:sldMkLst>
          <pc:docMk/>
          <pc:sldMk cId="0" sldId="285"/>
        </pc:sldMkLst>
      </pc:sldChg>
      <pc:sldChg chg="add del modTransition">
        <pc:chgData name="翟 锐" userId="fef11181f709266a" providerId="LiveId" clId="{B9C4B5C5-B11F-4F30-B4A6-7EE1511F22B7}" dt="2021-11-21T10:54:04.763" v="1108" actId="47"/>
        <pc:sldMkLst>
          <pc:docMk/>
          <pc:sldMk cId="0" sldId="286"/>
        </pc:sldMkLst>
      </pc:sldChg>
      <pc:sldChg chg="add del modTransition">
        <pc:chgData name="翟 锐" userId="fef11181f709266a" providerId="LiveId" clId="{B9C4B5C5-B11F-4F30-B4A6-7EE1511F22B7}" dt="2021-11-21T10:54:04.763" v="1108" actId="47"/>
        <pc:sldMkLst>
          <pc:docMk/>
          <pc:sldMk cId="0" sldId="289"/>
        </pc:sldMkLst>
      </pc:sldChg>
      <pc:sldChg chg="add del modTransition">
        <pc:chgData name="翟 锐" userId="fef11181f709266a" providerId="LiveId" clId="{B9C4B5C5-B11F-4F30-B4A6-7EE1511F22B7}" dt="2021-11-21T10:54:04.763" v="1108" actId="47"/>
        <pc:sldMkLst>
          <pc:docMk/>
          <pc:sldMk cId="0" sldId="299"/>
        </pc:sldMkLst>
      </pc:sldChg>
      <pc:sldChg chg="add del modTransition">
        <pc:chgData name="翟 锐" userId="fef11181f709266a" providerId="LiveId" clId="{B9C4B5C5-B11F-4F30-B4A6-7EE1511F22B7}" dt="2021-11-21T10:54:04.763" v="1108" actId="47"/>
        <pc:sldMkLst>
          <pc:docMk/>
          <pc:sldMk cId="0" sldId="300"/>
        </pc:sldMkLst>
      </pc:sldChg>
      <pc:sldChg chg="addSp modSp mod modAnim">
        <pc:chgData name="翟 锐" userId="fef11181f709266a" providerId="LiveId" clId="{B9C4B5C5-B11F-4F30-B4A6-7EE1511F22B7}" dt="2021-11-20T06:27:38.160" v="269" actId="1076"/>
        <pc:sldMkLst>
          <pc:docMk/>
          <pc:sldMk cId="0" sldId="301"/>
        </pc:sldMkLst>
        <pc:spChg chg="mod">
          <ac:chgData name="翟 锐" userId="fef11181f709266a" providerId="LiveId" clId="{B9C4B5C5-B11F-4F30-B4A6-7EE1511F22B7}" dt="2021-11-20T06:27:31.174" v="267" actId="1076"/>
          <ac:spMkLst>
            <pc:docMk/>
            <pc:sldMk cId="0" sldId="301"/>
            <ac:spMk id="9" creationId="{00000000-0000-0000-0000-000000000000}"/>
          </ac:spMkLst>
        </pc:spChg>
        <pc:spChg chg="mod">
          <ac:chgData name="翟 锐" userId="fef11181f709266a" providerId="LiveId" clId="{B9C4B5C5-B11F-4F30-B4A6-7EE1511F22B7}" dt="2021-11-20T06:27:13.814" v="233" actId="20577"/>
          <ac:spMkLst>
            <pc:docMk/>
            <pc:sldMk cId="0" sldId="301"/>
            <ac:spMk id="10" creationId="{00000000-0000-0000-0000-000000000000}"/>
          </ac:spMkLst>
        </pc:spChg>
        <pc:spChg chg="add mod">
          <ac:chgData name="翟 锐" userId="fef11181f709266a" providerId="LiveId" clId="{B9C4B5C5-B11F-4F30-B4A6-7EE1511F22B7}" dt="2021-11-20T06:27:38.160" v="269" actId="1076"/>
          <ac:spMkLst>
            <pc:docMk/>
            <pc:sldMk cId="0" sldId="301"/>
            <ac:spMk id="48" creationId="{C51B9A65-FA32-4A4F-83DC-821574E50DE1}"/>
          </ac:spMkLst>
        </pc:spChg>
      </pc:sldChg>
      <pc:sldChg chg="add del modTransition">
        <pc:chgData name="翟 锐" userId="fef11181f709266a" providerId="LiveId" clId="{B9C4B5C5-B11F-4F30-B4A6-7EE1511F22B7}" dt="2021-11-21T10:54:04.763" v="1108" actId="47"/>
        <pc:sldMkLst>
          <pc:docMk/>
          <pc:sldMk cId="0" sldId="302"/>
        </pc:sldMkLst>
      </pc:sldChg>
      <pc:sldChg chg="add del modTransition">
        <pc:chgData name="翟 锐" userId="fef11181f709266a" providerId="LiveId" clId="{B9C4B5C5-B11F-4F30-B4A6-7EE1511F22B7}" dt="2021-11-21T10:54:04.763" v="1108" actId="47"/>
        <pc:sldMkLst>
          <pc:docMk/>
          <pc:sldMk cId="0" sldId="304"/>
        </pc:sldMkLst>
      </pc:sldChg>
      <pc:sldChg chg="add del modTransition">
        <pc:chgData name="翟 锐" userId="fef11181f709266a" providerId="LiveId" clId="{B9C4B5C5-B11F-4F30-B4A6-7EE1511F22B7}" dt="2021-11-21T10:54:04.763" v="1108" actId="47"/>
        <pc:sldMkLst>
          <pc:docMk/>
          <pc:sldMk cId="0" sldId="307"/>
        </pc:sldMkLst>
      </pc:sldChg>
      <pc:sldChg chg="add del modTransition">
        <pc:chgData name="翟 锐" userId="fef11181f709266a" providerId="LiveId" clId="{B9C4B5C5-B11F-4F30-B4A6-7EE1511F22B7}" dt="2021-11-21T10:54:04.763" v="1108" actId="47"/>
        <pc:sldMkLst>
          <pc:docMk/>
          <pc:sldMk cId="0" sldId="308"/>
        </pc:sldMkLst>
      </pc:sldChg>
      <pc:sldChg chg="add del modTransition">
        <pc:chgData name="翟 锐" userId="fef11181f709266a" providerId="LiveId" clId="{B9C4B5C5-B11F-4F30-B4A6-7EE1511F22B7}" dt="2021-11-21T10:54:04.763" v="1108" actId="47"/>
        <pc:sldMkLst>
          <pc:docMk/>
          <pc:sldMk cId="0" sldId="379"/>
        </pc:sldMkLst>
      </pc:sldChg>
      <pc:sldChg chg="add del modTransition">
        <pc:chgData name="翟 锐" userId="fef11181f709266a" providerId="LiveId" clId="{B9C4B5C5-B11F-4F30-B4A6-7EE1511F22B7}" dt="2021-11-21T10:54:04.763" v="1108" actId="47"/>
        <pc:sldMkLst>
          <pc:docMk/>
          <pc:sldMk cId="0" sldId="383"/>
        </pc:sldMkLst>
      </pc:sldChg>
      <pc:sldChg chg="modSp add del mod modTransition">
        <pc:chgData name="翟 锐" userId="fef11181f709266a" providerId="LiveId" clId="{B9C4B5C5-B11F-4F30-B4A6-7EE1511F22B7}" dt="2021-11-21T10:54:04.763" v="1108" actId="47"/>
        <pc:sldMkLst>
          <pc:docMk/>
          <pc:sldMk cId="0" sldId="384"/>
        </pc:sldMkLst>
        <pc:spChg chg="mod">
          <ac:chgData name="翟 锐" userId="fef11181f709266a" providerId="LiveId" clId="{B9C4B5C5-B11F-4F30-B4A6-7EE1511F22B7}" dt="2021-11-20T06:28:21.778" v="274" actId="27636"/>
          <ac:spMkLst>
            <pc:docMk/>
            <pc:sldMk cId="0" sldId="384"/>
            <ac:spMk id="13316" creationId="{15A89811-803E-4C6F-85F4-D701A4A02779}"/>
          </ac:spMkLst>
        </pc:spChg>
      </pc:sldChg>
      <pc:sldChg chg="modSp add del mod modTransition">
        <pc:chgData name="翟 锐" userId="fef11181f709266a" providerId="LiveId" clId="{B9C4B5C5-B11F-4F30-B4A6-7EE1511F22B7}" dt="2021-11-21T10:54:04.763" v="1108" actId="47"/>
        <pc:sldMkLst>
          <pc:docMk/>
          <pc:sldMk cId="0" sldId="385"/>
        </pc:sldMkLst>
        <pc:spChg chg="mod">
          <ac:chgData name="翟 锐" userId="fef11181f709266a" providerId="LiveId" clId="{B9C4B5C5-B11F-4F30-B4A6-7EE1511F22B7}" dt="2021-11-20T06:30:27.951" v="293" actId="1076"/>
          <ac:spMkLst>
            <pc:docMk/>
            <pc:sldMk cId="0" sldId="385"/>
            <ac:spMk id="49155" creationId="{C9E4BE7F-B63B-49B3-8021-D9DC5CD8FF03}"/>
          </ac:spMkLst>
        </pc:spChg>
      </pc:sldChg>
      <pc:sldChg chg="modSp add del mod modTransition">
        <pc:chgData name="翟 锐" userId="fef11181f709266a" providerId="LiveId" clId="{B9C4B5C5-B11F-4F30-B4A6-7EE1511F22B7}" dt="2021-11-21T10:54:04.763" v="1108" actId="47"/>
        <pc:sldMkLst>
          <pc:docMk/>
          <pc:sldMk cId="0" sldId="386"/>
        </pc:sldMkLst>
        <pc:spChg chg="mod">
          <ac:chgData name="翟 锐" userId="fef11181f709266a" providerId="LiveId" clId="{B9C4B5C5-B11F-4F30-B4A6-7EE1511F22B7}" dt="2021-11-20T06:30:34.874" v="295" actId="1076"/>
          <ac:spMkLst>
            <pc:docMk/>
            <pc:sldMk cId="0" sldId="386"/>
            <ac:spMk id="12" creationId="{B96311AA-904F-4F3B-88A0-F26607175D8F}"/>
          </ac:spMkLst>
        </pc:spChg>
      </pc:sldChg>
      <pc:sldChg chg="add del modTransition">
        <pc:chgData name="翟 锐" userId="fef11181f709266a" providerId="LiveId" clId="{B9C4B5C5-B11F-4F30-B4A6-7EE1511F22B7}" dt="2021-11-21T10:54:04.763" v="1108" actId="47"/>
        <pc:sldMkLst>
          <pc:docMk/>
          <pc:sldMk cId="0" sldId="387"/>
        </pc:sldMkLst>
      </pc:sldChg>
      <pc:sldChg chg="addSp delSp modSp add del mod modTransition modAnim">
        <pc:chgData name="翟 锐" userId="fef11181f709266a" providerId="LiveId" clId="{B9C4B5C5-B11F-4F30-B4A6-7EE1511F22B7}" dt="2021-11-21T10:54:04.763" v="1108" actId="47"/>
        <pc:sldMkLst>
          <pc:docMk/>
          <pc:sldMk cId="0" sldId="388"/>
        </pc:sldMkLst>
        <pc:spChg chg="add del mod">
          <ac:chgData name="翟 锐" userId="fef11181f709266a" providerId="LiveId" clId="{B9C4B5C5-B11F-4F30-B4A6-7EE1511F22B7}" dt="2021-11-20T06:31:33.669" v="297"/>
          <ac:spMkLst>
            <pc:docMk/>
            <pc:sldMk cId="0" sldId="388"/>
            <ac:spMk id="21" creationId="{F7610608-FE70-4EBE-92FB-A01765AB51B6}"/>
          </ac:spMkLst>
        </pc:spChg>
        <pc:spChg chg="add del mod">
          <ac:chgData name="翟 锐" userId="fef11181f709266a" providerId="LiveId" clId="{B9C4B5C5-B11F-4F30-B4A6-7EE1511F22B7}" dt="2021-11-20T06:31:33.669" v="297"/>
          <ac:spMkLst>
            <pc:docMk/>
            <pc:sldMk cId="0" sldId="388"/>
            <ac:spMk id="22" creationId="{15A2D2D8-8A0C-4B8C-8BF4-C8A87904BEFE}"/>
          </ac:spMkLst>
        </pc:spChg>
        <pc:spChg chg="add del mod">
          <ac:chgData name="翟 锐" userId="fef11181f709266a" providerId="LiveId" clId="{B9C4B5C5-B11F-4F30-B4A6-7EE1511F22B7}" dt="2021-11-20T06:31:41.013" v="300"/>
          <ac:spMkLst>
            <pc:docMk/>
            <pc:sldMk cId="0" sldId="388"/>
            <ac:spMk id="24" creationId="{659236FB-D10A-450B-84E8-0FFC8E3B64AC}"/>
          </ac:spMkLst>
        </pc:spChg>
        <pc:spChg chg="add del mod">
          <ac:chgData name="翟 锐" userId="fef11181f709266a" providerId="LiveId" clId="{B9C4B5C5-B11F-4F30-B4A6-7EE1511F22B7}" dt="2021-11-20T06:31:41.013" v="300"/>
          <ac:spMkLst>
            <pc:docMk/>
            <pc:sldMk cId="0" sldId="388"/>
            <ac:spMk id="25" creationId="{01AFC281-F6EE-49B6-A6A4-040A1050E8C1}"/>
          </ac:spMkLst>
        </pc:spChg>
        <pc:spChg chg="mod">
          <ac:chgData name="翟 锐" userId="fef11181f709266a" providerId="LiveId" clId="{B9C4B5C5-B11F-4F30-B4A6-7EE1511F22B7}" dt="2021-11-20T06:31:41.414" v="301" actId="1076"/>
          <ac:spMkLst>
            <pc:docMk/>
            <pc:sldMk cId="0" sldId="388"/>
            <ac:spMk id="11267" creationId="{D24121EA-D0A7-4EBF-A737-8756607D8CD1}"/>
          </ac:spMkLst>
        </pc:spChg>
        <pc:cxnChg chg="add del mod">
          <ac:chgData name="翟 锐" userId="fef11181f709266a" providerId="LiveId" clId="{B9C4B5C5-B11F-4F30-B4A6-7EE1511F22B7}" dt="2021-11-20T06:31:33.669" v="297"/>
          <ac:cxnSpMkLst>
            <pc:docMk/>
            <pc:sldMk cId="0" sldId="388"/>
            <ac:cxnSpMk id="20" creationId="{97B5F5E5-2043-48E6-BF65-2AD6C5A8830A}"/>
          </ac:cxnSpMkLst>
        </pc:cxnChg>
        <pc:cxnChg chg="add del mod">
          <ac:chgData name="翟 锐" userId="fef11181f709266a" providerId="LiveId" clId="{B9C4B5C5-B11F-4F30-B4A6-7EE1511F22B7}" dt="2021-11-20T06:31:41.013" v="300"/>
          <ac:cxnSpMkLst>
            <pc:docMk/>
            <pc:sldMk cId="0" sldId="388"/>
            <ac:cxnSpMk id="23" creationId="{2B36E7B3-C6C0-4F76-8507-9626EA600F00}"/>
          </ac:cxnSpMkLst>
        </pc:cxnChg>
      </pc:sldChg>
      <pc:sldChg chg="add del modTransition">
        <pc:chgData name="翟 锐" userId="fef11181f709266a" providerId="LiveId" clId="{B9C4B5C5-B11F-4F30-B4A6-7EE1511F22B7}" dt="2021-11-21T10:54:04.763" v="1108" actId="47"/>
        <pc:sldMkLst>
          <pc:docMk/>
          <pc:sldMk cId="0" sldId="407"/>
        </pc:sldMkLst>
      </pc:sldChg>
      <pc:sldChg chg="add del modTransition">
        <pc:chgData name="翟 锐" userId="fef11181f709266a" providerId="LiveId" clId="{B9C4B5C5-B11F-4F30-B4A6-7EE1511F22B7}" dt="2021-11-21T10:54:04.763" v="1108" actId="47"/>
        <pc:sldMkLst>
          <pc:docMk/>
          <pc:sldMk cId="0" sldId="414"/>
        </pc:sldMkLst>
      </pc:sldChg>
      <pc:sldChg chg="add del modTransition">
        <pc:chgData name="翟 锐" userId="fef11181f709266a" providerId="LiveId" clId="{B9C4B5C5-B11F-4F30-B4A6-7EE1511F22B7}" dt="2021-11-21T10:54:04.763" v="1108" actId="47"/>
        <pc:sldMkLst>
          <pc:docMk/>
          <pc:sldMk cId="0" sldId="415"/>
        </pc:sldMkLst>
      </pc:sldChg>
      <pc:sldChg chg="add del modTransition">
        <pc:chgData name="翟 锐" userId="fef11181f709266a" providerId="LiveId" clId="{B9C4B5C5-B11F-4F30-B4A6-7EE1511F22B7}" dt="2021-11-21T10:54:04.763" v="1108" actId="47"/>
        <pc:sldMkLst>
          <pc:docMk/>
          <pc:sldMk cId="0" sldId="417"/>
        </pc:sldMkLst>
      </pc:sldChg>
      <pc:sldChg chg="add del modTransition">
        <pc:chgData name="翟 锐" userId="fef11181f709266a" providerId="LiveId" clId="{B9C4B5C5-B11F-4F30-B4A6-7EE1511F22B7}" dt="2021-11-21T10:54:04.763" v="1108" actId="47"/>
        <pc:sldMkLst>
          <pc:docMk/>
          <pc:sldMk cId="0" sldId="435"/>
        </pc:sldMkLst>
      </pc:sldChg>
      <pc:sldChg chg="add del modTransition">
        <pc:chgData name="翟 锐" userId="fef11181f709266a" providerId="LiveId" clId="{B9C4B5C5-B11F-4F30-B4A6-7EE1511F22B7}" dt="2021-11-21T10:54:04.763" v="1108" actId="47"/>
        <pc:sldMkLst>
          <pc:docMk/>
          <pc:sldMk cId="0" sldId="437"/>
        </pc:sldMkLst>
      </pc:sldChg>
      <pc:sldChg chg="modSp add del mod">
        <pc:chgData name="翟 锐" userId="fef11181f709266a" providerId="LiveId" clId="{B9C4B5C5-B11F-4F30-B4A6-7EE1511F22B7}" dt="2021-11-21T10:54:04.763" v="1108" actId="47"/>
        <pc:sldMkLst>
          <pc:docMk/>
          <pc:sldMk cId="0" sldId="453"/>
        </pc:sldMkLst>
        <pc:spChg chg="mod">
          <ac:chgData name="翟 锐" userId="fef11181f709266a" providerId="LiveId" clId="{B9C4B5C5-B11F-4F30-B4A6-7EE1511F22B7}" dt="2021-11-20T06:32:02.152" v="304" actId="1076"/>
          <ac:spMkLst>
            <pc:docMk/>
            <pc:sldMk cId="0" sldId="453"/>
            <ac:spMk id="22596" creationId="{2324AEDC-56F9-4D69-A10B-301236357884}"/>
          </ac:spMkLst>
        </pc:spChg>
        <pc:graphicFrameChg chg="modGraphic">
          <ac:chgData name="翟 锐" userId="fef11181f709266a" providerId="LiveId" clId="{B9C4B5C5-B11F-4F30-B4A6-7EE1511F22B7}" dt="2021-11-20T06:32:05.586" v="305" actId="14734"/>
          <ac:graphicFrameMkLst>
            <pc:docMk/>
            <pc:sldMk cId="0" sldId="453"/>
            <ac:graphicFrameMk id="396363" creationId="{98165034-83B8-459D-A134-5118E403862B}"/>
          </ac:graphicFrameMkLst>
        </pc:graphicFrameChg>
      </pc:sldChg>
      <pc:sldChg chg="add del modTransition">
        <pc:chgData name="翟 锐" userId="fef11181f709266a" providerId="LiveId" clId="{B9C4B5C5-B11F-4F30-B4A6-7EE1511F22B7}" dt="2021-11-21T10:54:04.763" v="1108" actId="47"/>
        <pc:sldMkLst>
          <pc:docMk/>
          <pc:sldMk cId="0" sldId="454"/>
        </pc:sldMkLst>
      </pc:sldChg>
      <pc:sldChg chg="modSp add del mod modTransition">
        <pc:chgData name="翟 锐" userId="fef11181f709266a" providerId="LiveId" clId="{B9C4B5C5-B11F-4F30-B4A6-7EE1511F22B7}" dt="2021-11-21T10:54:04.763" v="1108" actId="47"/>
        <pc:sldMkLst>
          <pc:docMk/>
          <pc:sldMk cId="0" sldId="455"/>
        </pc:sldMkLst>
        <pc:spChg chg="mod">
          <ac:chgData name="翟 锐" userId="fef11181f709266a" providerId="LiveId" clId="{B9C4B5C5-B11F-4F30-B4A6-7EE1511F22B7}" dt="2021-11-20T06:28:53.281" v="278" actId="27636"/>
          <ac:spMkLst>
            <pc:docMk/>
            <pc:sldMk cId="0" sldId="455"/>
            <ac:spMk id="20483" creationId="{12953408-92A8-4564-BF3B-EC621C92CC1C}"/>
          </ac:spMkLst>
        </pc:spChg>
      </pc:sldChg>
      <pc:sldChg chg="add del modTransition">
        <pc:chgData name="翟 锐" userId="fef11181f709266a" providerId="LiveId" clId="{B9C4B5C5-B11F-4F30-B4A6-7EE1511F22B7}" dt="2021-11-21T10:54:04.763" v="1108" actId="47"/>
        <pc:sldMkLst>
          <pc:docMk/>
          <pc:sldMk cId="0" sldId="456"/>
        </pc:sldMkLst>
      </pc:sldChg>
      <pc:sldChg chg="add del modTransition">
        <pc:chgData name="翟 锐" userId="fef11181f709266a" providerId="LiveId" clId="{B9C4B5C5-B11F-4F30-B4A6-7EE1511F22B7}" dt="2021-11-21T10:54:04.763" v="1108" actId="47"/>
        <pc:sldMkLst>
          <pc:docMk/>
          <pc:sldMk cId="0" sldId="458"/>
        </pc:sldMkLst>
      </pc:sldChg>
      <pc:sldChg chg="modSp add del mod">
        <pc:chgData name="翟 锐" userId="fef11181f709266a" providerId="LiveId" clId="{B9C4B5C5-B11F-4F30-B4A6-7EE1511F22B7}" dt="2021-11-21T10:54:04.763" v="1108" actId="47"/>
        <pc:sldMkLst>
          <pc:docMk/>
          <pc:sldMk cId="0" sldId="463"/>
        </pc:sldMkLst>
        <pc:spChg chg="mod">
          <ac:chgData name="翟 锐" userId="fef11181f709266a" providerId="LiveId" clId="{B9C4B5C5-B11F-4F30-B4A6-7EE1511F22B7}" dt="2021-11-20T06:30:04.094" v="290" actId="1076"/>
          <ac:spMkLst>
            <pc:docMk/>
            <pc:sldMk cId="0" sldId="463"/>
            <ac:spMk id="26692" creationId="{D145CDC2-BBBB-4AFA-9056-D519BF2849DE}"/>
          </ac:spMkLst>
        </pc:spChg>
        <pc:graphicFrameChg chg="modGraphic">
          <ac:chgData name="翟 锐" userId="fef11181f709266a" providerId="LiveId" clId="{B9C4B5C5-B11F-4F30-B4A6-7EE1511F22B7}" dt="2021-11-20T06:30:09.458" v="291" actId="14734"/>
          <ac:graphicFrameMkLst>
            <pc:docMk/>
            <pc:sldMk cId="0" sldId="463"/>
            <ac:graphicFrameMk id="407624" creationId="{41B239D1-C709-4593-8839-5D1B87C6E640}"/>
          </ac:graphicFrameMkLst>
        </pc:graphicFrameChg>
      </pc:sldChg>
      <pc:sldChg chg="add del modTransition">
        <pc:chgData name="翟 锐" userId="fef11181f709266a" providerId="LiveId" clId="{B9C4B5C5-B11F-4F30-B4A6-7EE1511F22B7}" dt="2021-11-21T10:54:04.763" v="1108" actId="47"/>
        <pc:sldMkLst>
          <pc:docMk/>
          <pc:sldMk cId="0" sldId="464"/>
        </pc:sldMkLst>
      </pc:sldChg>
      <pc:sldChg chg="add del modTransition">
        <pc:chgData name="翟 锐" userId="fef11181f709266a" providerId="LiveId" clId="{B9C4B5C5-B11F-4F30-B4A6-7EE1511F22B7}" dt="2021-11-21T10:54:04.763" v="1108" actId="47"/>
        <pc:sldMkLst>
          <pc:docMk/>
          <pc:sldMk cId="0" sldId="465"/>
        </pc:sldMkLst>
      </pc:sldChg>
      <pc:sldChg chg="add del">
        <pc:chgData name="翟 锐" userId="fef11181f709266a" providerId="LiveId" clId="{B9C4B5C5-B11F-4F30-B4A6-7EE1511F22B7}" dt="2021-11-21T10:54:04.763" v="1108" actId="47"/>
        <pc:sldMkLst>
          <pc:docMk/>
          <pc:sldMk cId="0" sldId="472"/>
        </pc:sldMkLst>
      </pc:sldChg>
      <pc:sldChg chg="modSp add del mod modTransition">
        <pc:chgData name="翟 锐" userId="fef11181f709266a" providerId="LiveId" clId="{B9C4B5C5-B11F-4F30-B4A6-7EE1511F22B7}" dt="2021-11-21T10:54:04.763" v="1108" actId="47"/>
        <pc:sldMkLst>
          <pc:docMk/>
          <pc:sldMk cId="0" sldId="473"/>
        </pc:sldMkLst>
        <pc:spChg chg="mod">
          <ac:chgData name="翟 锐" userId="fef11181f709266a" providerId="LiveId" clId="{B9C4B5C5-B11F-4F30-B4A6-7EE1511F22B7}" dt="2021-11-20T06:29:53.248" v="285" actId="27636"/>
          <ac:spMkLst>
            <pc:docMk/>
            <pc:sldMk cId="0" sldId="473"/>
            <ac:spMk id="40963" creationId="{A26A04BB-C52F-4119-8ADB-9F5E4EBA0508}"/>
          </ac:spMkLst>
        </pc:spChg>
      </pc:sldChg>
      <pc:sldChg chg="add del modTransition">
        <pc:chgData name="翟 锐" userId="fef11181f709266a" providerId="LiveId" clId="{B9C4B5C5-B11F-4F30-B4A6-7EE1511F22B7}" dt="2021-11-21T10:54:04.763" v="1108" actId="47"/>
        <pc:sldMkLst>
          <pc:docMk/>
          <pc:sldMk cId="0" sldId="477"/>
        </pc:sldMkLst>
      </pc:sldChg>
      <pc:sldChg chg="add del modTransition">
        <pc:chgData name="翟 锐" userId="fef11181f709266a" providerId="LiveId" clId="{B9C4B5C5-B11F-4F30-B4A6-7EE1511F22B7}" dt="2021-11-21T10:54:04.763" v="1108" actId="47"/>
        <pc:sldMkLst>
          <pc:docMk/>
          <pc:sldMk cId="0" sldId="482"/>
        </pc:sldMkLst>
      </pc:sldChg>
      <pc:sldChg chg="modSp add del mod modTransition">
        <pc:chgData name="翟 锐" userId="fef11181f709266a" providerId="LiveId" clId="{B9C4B5C5-B11F-4F30-B4A6-7EE1511F22B7}" dt="2021-11-21T10:54:04.763" v="1108" actId="47"/>
        <pc:sldMkLst>
          <pc:docMk/>
          <pc:sldMk cId="0" sldId="483"/>
        </pc:sldMkLst>
        <pc:spChg chg="mod">
          <ac:chgData name="翟 锐" userId="fef11181f709266a" providerId="LiveId" clId="{B9C4B5C5-B11F-4F30-B4A6-7EE1511F22B7}" dt="2021-11-20T06:29:53.259" v="288" actId="27636"/>
          <ac:spMkLst>
            <pc:docMk/>
            <pc:sldMk cId="0" sldId="483"/>
            <ac:spMk id="59395" creationId="{BAC340C3-C663-4806-BC44-D49D2748D951}"/>
          </ac:spMkLst>
        </pc:spChg>
      </pc:sldChg>
      <pc:sldChg chg="add del">
        <pc:chgData name="翟 锐" userId="fef11181f709266a" providerId="LiveId" clId="{B9C4B5C5-B11F-4F30-B4A6-7EE1511F22B7}" dt="2021-11-21T10:54:04.763" v="1108" actId="47"/>
        <pc:sldMkLst>
          <pc:docMk/>
          <pc:sldMk cId="0" sldId="484"/>
        </pc:sldMkLst>
      </pc:sldChg>
      <pc:sldChg chg="add del modTransition">
        <pc:chgData name="翟 锐" userId="fef11181f709266a" providerId="LiveId" clId="{B9C4B5C5-B11F-4F30-B4A6-7EE1511F22B7}" dt="2021-11-21T10:54:04.763" v="1108" actId="47"/>
        <pc:sldMkLst>
          <pc:docMk/>
          <pc:sldMk cId="0" sldId="486"/>
        </pc:sldMkLst>
      </pc:sldChg>
      <pc:sldChg chg="add del modTransition">
        <pc:chgData name="翟 锐" userId="fef11181f709266a" providerId="LiveId" clId="{B9C4B5C5-B11F-4F30-B4A6-7EE1511F22B7}" dt="2021-11-21T10:54:04.763" v="1108" actId="47"/>
        <pc:sldMkLst>
          <pc:docMk/>
          <pc:sldMk cId="0" sldId="490"/>
        </pc:sldMkLst>
      </pc:sldChg>
      <pc:sldChg chg="add del modTransition">
        <pc:chgData name="翟 锐" userId="fef11181f709266a" providerId="LiveId" clId="{B9C4B5C5-B11F-4F30-B4A6-7EE1511F22B7}" dt="2021-11-21T10:54:04.763" v="1108" actId="47"/>
        <pc:sldMkLst>
          <pc:docMk/>
          <pc:sldMk cId="0" sldId="491"/>
        </pc:sldMkLst>
      </pc:sldChg>
      <pc:sldChg chg="add del modTransition">
        <pc:chgData name="翟 锐" userId="fef11181f709266a" providerId="LiveId" clId="{B9C4B5C5-B11F-4F30-B4A6-7EE1511F22B7}" dt="2021-11-21T10:54:04.763" v="1108" actId="47"/>
        <pc:sldMkLst>
          <pc:docMk/>
          <pc:sldMk cId="0" sldId="492"/>
        </pc:sldMkLst>
      </pc:sldChg>
      <pc:sldChg chg="addSp delSp modSp del mod">
        <pc:chgData name="翟 锐" userId="fef11181f709266a" providerId="LiveId" clId="{B9C4B5C5-B11F-4F30-B4A6-7EE1511F22B7}" dt="2021-11-21T10:54:04.763" v="1108" actId="47"/>
        <pc:sldMkLst>
          <pc:docMk/>
          <pc:sldMk cId="2981006032" sldId="556"/>
        </pc:sldMkLst>
        <pc:spChg chg="add del mod">
          <ac:chgData name="翟 锐" userId="fef11181f709266a" providerId="LiveId" clId="{B9C4B5C5-B11F-4F30-B4A6-7EE1511F22B7}" dt="2021-11-21T10:19:43.635" v="395" actId="113"/>
          <ac:spMkLst>
            <pc:docMk/>
            <pc:sldMk cId="2981006032" sldId="556"/>
            <ac:spMk id="2" creationId="{1A343DEC-CFF6-41F5-B87C-0DFC08C67B76}"/>
          </ac:spMkLst>
        </pc:spChg>
        <pc:spChg chg="mod">
          <ac:chgData name="翟 锐" userId="fef11181f709266a" providerId="LiveId" clId="{B9C4B5C5-B11F-4F30-B4A6-7EE1511F22B7}" dt="2021-11-21T10:19:48.545" v="396" actId="1076"/>
          <ac:spMkLst>
            <pc:docMk/>
            <pc:sldMk cId="2981006032" sldId="556"/>
            <ac:spMk id="8" creationId="{A5C7AAF3-D8AF-4A5A-9A05-185C41CFED6E}"/>
          </ac:spMkLst>
        </pc:spChg>
        <pc:spChg chg="mod">
          <ac:chgData name="翟 锐" userId="fef11181f709266a" providerId="LiveId" clId="{B9C4B5C5-B11F-4F30-B4A6-7EE1511F22B7}" dt="2021-11-21T10:19:48.545" v="396" actId="1076"/>
          <ac:spMkLst>
            <pc:docMk/>
            <pc:sldMk cId="2981006032" sldId="556"/>
            <ac:spMk id="9" creationId="{970FABA6-90C1-4713-A6B3-7D42D50E28F3}"/>
          </ac:spMkLst>
        </pc:spChg>
        <pc:spChg chg="mod">
          <ac:chgData name="翟 锐" userId="fef11181f709266a" providerId="LiveId" clId="{B9C4B5C5-B11F-4F30-B4A6-7EE1511F22B7}" dt="2021-11-21T10:19:48.545" v="396" actId="1076"/>
          <ac:spMkLst>
            <pc:docMk/>
            <pc:sldMk cId="2981006032" sldId="556"/>
            <ac:spMk id="10" creationId="{D3BAC2BD-8C7E-4909-9335-0816DC1C4936}"/>
          </ac:spMkLst>
        </pc:spChg>
        <pc:spChg chg="mod">
          <ac:chgData name="翟 锐" userId="fef11181f709266a" providerId="LiveId" clId="{B9C4B5C5-B11F-4F30-B4A6-7EE1511F22B7}" dt="2021-11-21T10:19:48.545" v="396" actId="1076"/>
          <ac:spMkLst>
            <pc:docMk/>
            <pc:sldMk cId="2981006032" sldId="556"/>
            <ac:spMk id="11" creationId="{30AE0AA1-3550-4F79-B62C-979AA055A50D}"/>
          </ac:spMkLst>
        </pc:spChg>
        <pc:spChg chg="mod">
          <ac:chgData name="翟 锐" userId="fef11181f709266a" providerId="LiveId" clId="{B9C4B5C5-B11F-4F30-B4A6-7EE1511F22B7}" dt="2021-11-21T10:19:12.578" v="387" actId="404"/>
          <ac:spMkLst>
            <pc:docMk/>
            <pc:sldMk cId="2981006032" sldId="556"/>
            <ac:spMk id="13" creationId="{629A0898-09E1-4112-BC08-00DDF9094203}"/>
          </ac:spMkLst>
        </pc:spChg>
        <pc:spChg chg="mod">
          <ac:chgData name="翟 锐" userId="fef11181f709266a" providerId="LiveId" clId="{B9C4B5C5-B11F-4F30-B4A6-7EE1511F22B7}" dt="2021-11-21T10:19:12.578" v="387" actId="404"/>
          <ac:spMkLst>
            <pc:docMk/>
            <pc:sldMk cId="2981006032" sldId="556"/>
            <ac:spMk id="14" creationId="{13196476-033C-45AC-A198-B8A2CD20E0F6}"/>
          </ac:spMkLst>
        </pc:spChg>
        <pc:spChg chg="mod">
          <ac:chgData name="翟 锐" userId="fef11181f709266a" providerId="LiveId" clId="{B9C4B5C5-B11F-4F30-B4A6-7EE1511F22B7}" dt="2021-11-21T10:19:12.578" v="387" actId="404"/>
          <ac:spMkLst>
            <pc:docMk/>
            <pc:sldMk cId="2981006032" sldId="556"/>
            <ac:spMk id="15" creationId="{13A48585-41DA-4932-BB9D-DF3252EECCC2}"/>
          </ac:spMkLst>
        </pc:spChg>
        <pc:spChg chg="mod">
          <ac:chgData name="翟 锐" userId="fef11181f709266a" providerId="LiveId" clId="{B9C4B5C5-B11F-4F30-B4A6-7EE1511F22B7}" dt="2021-11-21T10:19:12.578" v="387" actId="404"/>
          <ac:spMkLst>
            <pc:docMk/>
            <pc:sldMk cId="2981006032" sldId="556"/>
            <ac:spMk id="16" creationId="{F3875048-4E72-4224-891B-FEEF5E2F5E18}"/>
          </ac:spMkLst>
        </pc:spChg>
        <pc:spChg chg="mod">
          <ac:chgData name="翟 锐" userId="fef11181f709266a" providerId="LiveId" clId="{B9C4B5C5-B11F-4F30-B4A6-7EE1511F22B7}" dt="2021-11-21T10:19:12.578" v="387" actId="404"/>
          <ac:spMkLst>
            <pc:docMk/>
            <pc:sldMk cId="2981006032" sldId="556"/>
            <ac:spMk id="17" creationId="{0077078A-409A-411F-90DA-101991321F18}"/>
          </ac:spMkLst>
        </pc:spChg>
        <pc:spChg chg="mod">
          <ac:chgData name="翟 锐" userId="fef11181f709266a" providerId="LiveId" clId="{B9C4B5C5-B11F-4F30-B4A6-7EE1511F22B7}" dt="2021-11-21T10:19:12.578" v="387" actId="404"/>
          <ac:spMkLst>
            <pc:docMk/>
            <pc:sldMk cId="2981006032" sldId="556"/>
            <ac:spMk id="18" creationId="{882CCE16-E18B-4AF4-8E05-5169D362C15B}"/>
          </ac:spMkLst>
        </pc:spChg>
        <pc:spChg chg="mod">
          <ac:chgData name="翟 锐" userId="fef11181f709266a" providerId="LiveId" clId="{B9C4B5C5-B11F-4F30-B4A6-7EE1511F22B7}" dt="2021-11-21T10:19:12.578" v="387" actId="404"/>
          <ac:spMkLst>
            <pc:docMk/>
            <pc:sldMk cId="2981006032" sldId="556"/>
            <ac:spMk id="19" creationId="{88AD0875-BA89-4ADB-A2BA-95D499CB8015}"/>
          </ac:spMkLst>
        </pc:spChg>
        <pc:spChg chg="mod">
          <ac:chgData name="翟 锐" userId="fef11181f709266a" providerId="LiveId" clId="{B9C4B5C5-B11F-4F30-B4A6-7EE1511F22B7}" dt="2021-11-21T10:19:12.578" v="387" actId="404"/>
          <ac:spMkLst>
            <pc:docMk/>
            <pc:sldMk cId="2981006032" sldId="556"/>
            <ac:spMk id="20" creationId="{12EFF77D-DD4C-4DEA-895D-1B0149E3D9FC}"/>
          </ac:spMkLst>
        </pc:spChg>
        <pc:spChg chg="mod">
          <ac:chgData name="翟 锐" userId="fef11181f709266a" providerId="LiveId" clId="{B9C4B5C5-B11F-4F30-B4A6-7EE1511F22B7}" dt="2021-11-21T10:20:37.667" v="404" actId="20577"/>
          <ac:spMkLst>
            <pc:docMk/>
            <pc:sldMk cId="2981006032" sldId="556"/>
            <ac:spMk id="35" creationId="{00000000-0000-0000-0000-000000000000}"/>
          </ac:spMkLst>
        </pc:spChg>
        <pc:grpChg chg="add mod">
          <ac:chgData name="翟 锐" userId="fef11181f709266a" providerId="LiveId" clId="{B9C4B5C5-B11F-4F30-B4A6-7EE1511F22B7}" dt="2021-11-21T10:19:48.545" v="396" actId="1076"/>
          <ac:grpSpMkLst>
            <pc:docMk/>
            <pc:sldMk cId="2981006032" sldId="556"/>
            <ac:grpSpMk id="7" creationId="{385BC9A7-18B9-4631-A323-12E192E56D25}"/>
          </ac:grpSpMkLst>
        </pc:grpChg>
        <pc:grpChg chg="add mod">
          <ac:chgData name="翟 锐" userId="fef11181f709266a" providerId="LiveId" clId="{B9C4B5C5-B11F-4F30-B4A6-7EE1511F22B7}" dt="2021-11-21T10:19:56.802" v="398" actId="1076"/>
          <ac:grpSpMkLst>
            <pc:docMk/>
            <pc:sldMk cId="2981006032" sldId="556"/>
            <ac:grpSpMk id="12" creationId="{63FAED1F-4BDF-4BAD-B34B-EE493F7088AA}"/>
          </ac:grpSpMkLst>
        </pc:grpChg>
        <pc:picChg chg="del">
          <ac:chgData name="翟 锐" userId="fef11181f709266a" providerId="LiveId" clId="{B9C4B5C5-B11F-4F30-B4A6-7EE1511F22B7}" dt="2021-11-21T10:18:21.074" v="374" actId="478"/>
          <ac:picMkLst>
            <pc:docMk/>
            <pc:sldMk cId="2981006032" sldId="556"/>
            <ac:picMk id="3" creationId="{F7BADF5E-0976-4C9B-AC03-7B5B5B9C0FB9}"/>
          </ac:picMkLst>
        </pc:picChg>
      </pc:sldChg>
      <pc:sldChg chg="modSp mod">
        <pc:chgData name="翟 锐" userId="fef11181f709266a" providerId="LiveId" clId="{B9C4B5C5-B11F-4F30-B4A6-7EE1511F22B7}" dt="2021-11-21T13:08:59.913" v="1110" actId="20577"/>
        <pc:sldMkLst>
          <pc:docMk/>
          <pc:sldMk cId="40839046" sldId="560"/>
        </pc:sldMkLst>
        <pc:spChg chg="mod">
          <ac:chgData name="翟 锐" userId="fef11181f709266a" providerId="LiveId" clId="{B9C4B5C5-B11F-4F30-B4A6-7EE1511F22B7}" dt="2021-11-08T02:15:37.331" v="49" actId="20577"/>
          <ac:spMkLst>
            <pc:docMk/>
            <pc:sldMk cId="40839046" sldId="560"/>
            <ac:spMk id="2" creationId="{1A343DEC-CFF6-41F5-B87C-0DFC08C67B76}"/>
          </ac:spMkLst>
        </pc:spChg>
        <pc:spChg chg="mod">
          <ac:chgData name="翟 锐" userId="fef11181f709266a" providerId="LiveId" clId="{B9C4B5C5-B11F-4F30-B4A6-7EE1511F22B7}" dt="2021-11-21T13:08:59.913" v="1110" actId="20577"/>
          <ac:spMkLst>
            <pc:docMk/>
            <pc:sldMk cId="40839046" sldId="560"/>
            <ac:spMk id="35" creationId="{00000000-0000-0000-0000-000000000000}"/>
          </ac:spMkLst>
        </pc:spChg>
      </pc:sldChg>
      <pc:sldChg chg="modSp">
        <pc:chgData name="翟 锐" userId="fef11181f709266a" providerId="LiveId" clId="{B9C4B5C5-B11F-4F30-B4A6-7EE1511F22B7}" dt="2021-11-21T13:09:06.038" v="1111" actId="20577"/>
        <pc:sldMkLst>
          <pc:docMk/>
          <pc:sldMk cId="727514361" sldId="566"/>
        </pc:sldMkLst>
        <pc:spChg chg="mod">
          <ac:chgData name="翟 锐" userId="fef11181f709266a" providerId="LiveId" clId="{B9C4B5C5-B11F-4F30-B4A6-7EE1511F22B7}" dt="2021-11-21T13:09:06.038" v="1111" actId="20577"/>
          <ac:spMkLst>
            <pc:docMk/>
            <pc:sldMk cId="727514361" sldId="566"/>
            <ac:spMk id="35" creationId="{00000000-0000-0000-0000-000000000000}"/>
          </ac:spMkLst>
        </pc:spChg>
      </pc:sldChg>
      <pc:sldChg chg="modSp mod">
        <pc:chgData name="翟 锐" userId="fef11181f709266a" providerId="LiveId" clId="{B9C4B5C5-B11F-4F30-B4A6-7EE1511F22B7}" dt="2021-11-21T13:09:13.096" v="1113" actId="20577"/>
        <pc:sldMkLst>
          <pc:docMk/>
          <pc:sldMk cId="1180436317" sldId="609"/>
        </pc:sldMkLst>
        <pc:spChg chg="mod">
          <ac:chgData name="翟 锐" userId="fef11181f709266a" providerId="LiveId" clId="{B9C4B5C5-B11F-4F30-B4A6-7EE1511F22B7}" dt="2021-11-08T02:16:00.203" v="58" actId="207"/>
          <ac:spMkLst>
            <pc:docMk/>
            <pc:sldMk cId="1180436317" sldId="609"/>
            <ac:spMk id="2" creationId="{1A343DEC-CFF6-41F5-B87C-0DFC08C67B76}"/>
          </ac:spMkLst>
        </pc:spChg>
        <pc:spChg chg="mod">
          <ac:chgData name="翟 锐" userId="fef11181f709266a" providerId="LiveId" clId="{B9C4B5C5-B11F-4F30-B4A6-7EE1511F22B7}" dt="2021-11-21T13:09:13.096" v="1113" actId="20577"/>
          <ac:spMkLst>
            <pc:docMk/>
            <pc:sldMk cId="1180436317" sldId="609"/>
            <ac:spMk id="35" creationId="{00000000-0000-0000-0000-000000000000}"/>
          </ac:spMkLst>
        </pc:spChg>
      </pc:sldChg>
      <pc:sldChg chg="modSp mod">
        <pc:chgData name="翟 锐" userId="fef11181f709266a" providerId="LiveId" clId="{B9C4B5C5-B11F-4F30-B4A6-7EE1511F22B7}" dt="2021-11-08T02:13:54.627" v="23" actId="1076"/>
        <pc:sldMkLst>
          <pc:docMk/>
          <pc:sldMk cId="1397344220" sldId="613"/>
        </pc:sldMkLst>
        <pc:graphicFrameChg chg="mod modGraphic">
          <ac:chgData name="翟 锐" userId="fef11181f709266a" providerId="LiveId" clId="{B9C4B5C5-B11F-4F30-B4A6-7EE1511F22B7}" dt="2021-11-08T02:13:54.627" v="23" actId="1076"/>
          <ac:graphicFrameMkLst>
            <pc:docMk/>
            <pc:sldMk cId="1397344220" sldId="613"/>
            <ac:graphicFrameMk id="7" creationId="{B56A5A36-FA16-49AC-98B7-9DD81496B8D2}"/>
          </ac:graphicFrameMkLst>
        </pc:graphicFrameChg>
      </pc:sldChg>
      <pc:sldChg chg="modSp mod">
        <pc:chgData name="翟 锐" userId="fef11181f709266a" providerId="LiveId" clId="{B9C4B5C5-B11F-4F30-B4A6-7EE1511F22B7}" dt="2021-11-08T02:14:12.186" v="28" actId="121"/>
        <pc:sldMkLst>
          <pc:docMk/>
          <pc:sldMk cId="1234927439" sldId="666"/>
        </pc:sldMkLst>
        <pc:spChg chg="mod">
          <ac:chgData name="翟 锐" userId="fef11181f709266a" providerId="LiveId" clId="{B9C4B5C5-B11F-4F30-B4A6-7EE1511F22B7}" dt="2021-11-08T02:14:12.186" v="28" actId="121"/>
          <ac:spMkLst>
            <pc:docMk/>
            <pc:sldMk cId="1234927439" sldId="666"/>
            <ac:spMk id="45" creationId="{8C854F3B-778C-4536-8E45-2CC14FB7F2F9}"/>
          </ac:spMkLst>
        </pc:spChg>
      </pc:sldChg>
      <pc:sldChg chg="modSp mod">
        <pc:chgData name="翟 锐" userId="fef11181f709266a" providerId="LiveId" clId="{B9C4B5C5-B11F-4F30-B4A6-7EE1511F22B7}" dt="2021-11-21T13:09:09.688" v="1112" actId="20577"/>
        <pc:sldMkLst>
          <pc:docMk/>
          <pc:sldMk cId="357824010" sldId="667"/>
        </pc:sldMkLst>
        <pc:spChg chg="mod">
          <ac:chgData name="翟 锐" userId="fef11181f709266a" providerId="LiveId" clId="{B9C4B5C5-B11F-4F30-B4A6-7EE1511F22B7}" dt="2021-11-08T02:15:42.277" v="50" actId="207"/>
          <ac:spMkLst>
            <pc:docMk/>
            <pc:sldMk cId="357824010" sldId="667"/>
            <ac:spMk id="2" creationId="{1A343DEC-CFF6-41F5-B87C-0DFC08C67B76}"/>
          </ac:spMkLst>
        </pc:spChg>
        <pc:spChg chg="mod">
          <ac:chgData name="翟 锐" userId="fef11181f709266a" providerId="LiveId" clId="{B9C4B5C5-B11F-4F30-B4A6-7EE1511F22B7}" dt="2021-11-21T13:09:09.688" v="1112" actId="20577"/>
          <ac:spMkLst>
            <pc:docMk/>
            <pc:sldMk cId="357824010" sldId="667"/>
            <ac:spMk id="35" creationId="{00000000-0000-0000-0000-000000000000}"/>
          </ac:spMkLst>
        </pc:spChg>
      </pc:sldChg>
      <pc:sldChg chg="modSp">
        <pc:chgData name="翟 锐" userId="fef11181f709266a" providerId="LiveId" clId="{B9C4B5C5-B11F-4F30-B4A6-7EE1511F22B7}" dt="2021-11-21T13:09:16.969" v="1114" actId="20577"/>
        <pc:sldMkLst>
          <pc:docMk/>
          <pc:sldMk cId="755557467" sldId="669"/>
        </pc:sldMkLst>
        <pc:spChg chg="mod">
          <ac:chgData name="翟 锐" userId="fef11181f709266a" providerId="LiveId" clId="{B9C4B5C5-B11F-4F30-B4A6-7EE1511F22B7}" dt="2021-11-21T13:09:16.969" v="1114" actId="20577"/>
          <ac:spMkLst>
            <pc:docMk/>
            <pc:sldMk cId="755557467" sldId="669"/>
            <ac:spMk id="35" creationId="{00000000-0000-0000-0000-000000000000}"/>
          </ac:spMkLst>
        </pc:spChg>
      </pc:sldChg>
      <pc:sldChg chg="modSp mod">
        <pc:chgData name="翟 锐" userId="fef11181f709266a" providerId="LiveId" clId="{B9C4B5C5-B11F-4F30-B4A6-7EE1511F22B7}" dt="2021-11-21T13:09:19.369" v="1115" actId="20577"/>
        <pc:sldMkLst>
          <pc:docMk/>
          <pc:sldMk cId="4129745897" sldId="670"/>
        </pc:sldMkLst>
        <pc:spChg chg="mod">
          <ac:chgData name="翟 锐" userId="fef11181f709266a" providerId="LiveId" clId="{B9C4B5C5-B11F-4F30-B4A6-7EE1511F22B7}" dt="2021-11-08T02:22:51.846" v="163" actId="20577"/>
          <ac:spMkLst>
            <pc:docMk/>
            <pc:sldMk cId="4129745897" sldId="670"/>
            <ac:spMk id="2" creationId="{1A343DEC-CFF6-41F5-B87C-0DFC08C67B76}"/>
          </ac:spMkLst>
        </pc:spChg>
        <pc:spChg chg="mod">
          <ac:chgData name="翟 锐" userId="fef11181f709266a" providerId="LiveId" clId="{B9C4B5C5-B11F-4F30-B4A6-7EE1511F22B7}" dt="2021-11-21T13:09:19.369" v="1115" actId="20577"/>
          <ac:spMkLst>
            <pc:docMk/>
            <pc:sldMk cId="4129745897" sldId="670"/>
            <ac:spMk id="35" creationId="{00000000-0000-0000-0000-000000000000}"/>
          </ac:spMkLst>
        </pc:spChg>
      </pc:sldChg>
      <pc:sldChg chg="modSp mod">
        <pc:chgData name="翟 锐" userId="fef11181f709266a" providerId="LiveId" clId="{B9C4B5C5-B11F-4F30-B4A6-7EE1511F22B7}" dt="2021-11-21T13:09:21.192" v="1116" actId="20577"/>
        <pc:sldMkLst>
          <pc:docMk/>
          <pc:sldMk cId="871591210" sldId="671"/>
        </pc:sldMkLst>
        <pc:spChg chg="mod">
          <ac:chgData name="翟 锐" userId="fef11181f709266a" providerId="LiveId" clId="{B9C4B5C5-B11F-4F30-B4A6-7EE1511F22B7}" dt="2021-11-08T02:24:28.804" v="229" actId="20577"/>
          <ac:spMkLst>
            <pc:docMk/>
            <pc:sldMk cId="871591210" sldId="671"/>
            <ac:spMk id="2" creationId="{1A343DEC-CFF6-41F5-B87C-0DFC08C67B76}"/>
          </ac:spMkLst>
        </pc:spChg>
        <pc:spChg chg="mod">
          <ac:chgData name="翟 锐" userId="fef11181f709266a" providerId="LiveId" clId="{B9C4B5C5-B11F-4F30-B4A6-7EE1511F22B7}" dt="2021-11-21T13:09:21.192" v="1116" actId="20577"/>
          <ac:spMkLst>
            <pc:docMk/>
            <pc:sldMk cId="871591210" sldId="671"/>
            <ac:spMk id="35" creationId="{00000000-0000-0000-0000-000000000000}"/>
          </ac:spMkLst>
        </pc:spChg>
      </pc:sldChg>
      <pc:sldChg chg="modSp">
        <pc:chgData name="翟 锐" userId="fef11181f709266a" providerId="LiveId" clId="{B9C4B5C5-B11F-4F30-B4A6-7EE1511F22B7}" dt="2021-11-21T13:09:22.793" v="1117" actId="20577"/>
        <pc:sldMkLst>
          <pc:docMk/>
          <pc:sldMk cId="678767982" sldId="672"/>
        </pc:sldMkLst>
        <pc:spChg chg="mod">
          <ac:chgData name="翟 锐" userId="fef11181f709266a" providerId="LiveId" clId="{B9C4B5C5-B11F-4F30-B4A6-7EE1511F22B7}" dt="2021-11-21T13:09:22.793" v="1117" actId="20577"/>
          <ac:spMkLst>
            <pc:docMk/>
            <pc:sldMk cId="678767982" sldId="672"/>
            <ac:spMk id="35" creationId="{00000000-0000-0000-0000-000000000000}"/>
          </ac:spMkLst>
        </pc:spChg>
      </pc:sldChg>
      <pc:sldChg chg="modSp">
        <pc:chgData name="翟 锐" userId="fef11181f709266a" providerId="LiveId" clId="{B9C4B5C5-B11F-4F30-B4A6-7EE1511F22B7}" dt="2021-11-21T13:09:26.696" v="1119" actId="20577"/>
        <pc:sldMkLst>
          <pc:docMk/>
          <pc:sldMk cId="4120885812" sldId="677"/>
        </pc:sldMkLst>
        <pc:spChg chg="mod">
          <ac:chgData name="翟 锐" userId="fef11181f709266a" providerId="LiveId" clId="{B9C4B5C5-B11F-4F30-B4A6-7EE1511F22B7}" dt="2021-11-21T13:09:26.696" v="1119" actId="20577"/>
          <ac:spMkLst>
            <pc:docMk/>
            <pc:sldMk cId="4120885812" sldId="677"/>
            <ac:spMk id="35" creationId="{00000000-0000-0000-0000-000000000000}"/>
          </ac:spMkLst>
        </pc:spChg>
      </pc:sldChg>
      <pc:sldChg chg="modSp">
        <pc:chgData name="翟 锐" userId="fef11181f709266a" providerId="LiveId" clId="{B9C4B5C5-B11F-4F30-B4A6-7EE1511F22B7}" dt="2021-11-21T13:09:24.569" v="1118" actId="20577"/>
        <pc:sldMkLst>
          <pc:docMk/>
          <pc:sldMk cId="2516324998" sldId="728"/>
        </pc:sldMkLst>
        <pc:spChg chg="mod">
          <ac:chgData name="翟 锐" userId="fef11181f709266a" providerId="LiveId" clId="{B9C4B5C5-B11F-4F30-B4A6-7EE1511F22B7}" dt="2021-11-21T13:09:24.569" v="1118" actId="20577"/>
          <ac:spMkLst>
            <pc:docMk/>
            <pc:sldMk cId="2516324998" sldId="728"/>
            <ac:spMk id="35" creationId="{00000000-0000-0000-0000-000000000000}"/>
          </ac:spMkLst>
        </pc:spChg>
      </pc:sldChg>
      <pc:sldChg chg="modSp">
        <pc:chgData name="翟 锐" userId="fef11181f709266a" providerId="LiveId" clId="{B9C4B5C5-B11F-4F30-B4A6-7EE1511F22B7}" dt="2021-11-21T13:09:28.013" v="1120" actId="20577"/>
        <pc:sldMkLst>
          <pc:docMk/>
          <pc:sldMk cId="2134814896" sldId="729"/>
        </pc:sldMkLst>
        <pc:spChg chg="mod">
          <ac:chgData name="翟 锐" userId="fef11181f709266a" providerId="LiveId" clId="{B9C4B5C5-B11F-4F30-B4A6-7EE1511F22B7}" dt="2021-11-21T13:09:28.013" v="1120" actId="20577"/>
          <ac:spMkLst>
            <pc:docMk/>
            <pc:sldMk cId="2134814896" sldId="729"/>
            <ac:spMk id="35" creationId="{00000000-0000-0000-0000-000000000000}"/>
          </ac:spMkLst>
        </pc:spChg>
      </pc:sldChg>
      <pc:sldChg chg="modSp">
        <pc:chgData name="翟 锐" userId="fef11181f709266a" providerId="LiveId" clId="{B9C4B5C5-B11F-4F30-B4A6-7EE1511F22B7}" dt="2021-11-21T13:08:57.785" v="1109" actId="20577"/>
        <pc:sldMkLst>
          <pc:docMk/>
          <pc:sldMk cId="3994769462" sldId="745"/>
        </pc:sldMkLst>
        <pc:spChg chg="mod">
          <ac:chgData name="翟 锐" userId="fef11181f709266a" providerId="LiveId" clId="{B9C4B5C5-B11F-4F30-B4A6-7EE1511F22B7}" dt="2021-11-21T13:08:57.785" v="1109" actId="20577"/>
          <ac:spMkLst>
            <pc:docMk/>
            <pc:sldMk cId="3994769462" sldId="745"/>
            <ac:spMk id="35" creationId="{00000000-0000-0000-0000-000000000000}"/>
          </ac:spMkLst>
        </pc:spChg>
      </pc:sldChg>
      <pc:sldChg chg="addSp delSp modSp add del mod">
        <pc:chgData name="翟 锐" userId="fef11181f709266a" providerId="LiveId" clId="{B9C4B5C5-B11F-4F30-B4A6-7EE1511F22B7}" dt="2021-11-21T10:54:04.763" v="1108" actId="47"/>
        <pc:sldMkLst>
          <pc:docMk/>
          <pc:sldMk cId="293406728" sldId="749"/>
        </pc:sldMkLst>
        <pc:spChg chg="del">
          <ac:chgData name="翟 锐" userId="fef11181f709266a" providerId="LiveId" clId="{B9C4B5C5-B11F-4F30-B4A6-7EE1511F22B7}" dt="2021-11-21T10:20:11.919" v="399" actId="478"/>
          <ac:spMkLst>
            <pc:docMk/>
            <pc:sldMk cId="293406728" sldId="749"/>
            <ac:spMk id="2" creationId="{1A343DEC-CFF6-41F5-B87C-0DFC08C67B76}"/>
          </ac:spMkLst>
        </pc:spChg>
        <pc:spChg chg="mod">
          <ac:chgData name="翟 锐" userId="fef11181f709266a" providerId="LiveId" clId="{B9C4B5C5-B11F-4F30-B4A6-7EE1511F22B7}" dt="2021-11-21T10:20:44.375" v="406" actId="1076"/>
          <ac:spMkLst>
            <pc:docMk/>
            <pc:sldMk cId="293406728" sldId="749"/>
            <ac:spMk id="8" creationId="{0A606B3C-94C0-4AF4-B33D-3A9580E608CA}"/>
          </ac:spMkLst>
        </pc:spChg>
        <pc:spChg chg="mod">
          <ac:chgData name="翟 锐" userId="fef11181f709266a" providerId="LiveId" clId="{B9C4B5C5-B11F-4F30-B4A6-7EE1511F22B7}" dt="2021-11-21T10:20:44.375" v="406" actId="1076"/>
          <ac:spMkLst>
            <pc:docMk/>
            <pc:sldMk cId="293406728" sldId="749"/>
            <ac:spMk id="9" creationId="{30AB5F92-C569-40A5-8277-353D3345012A}"/>
          </ac:spMkLst>
        </pc:spChg>
        <pc:spChg chg="mod">
          <ac:chgData name="翟 锐" userId="fef11181f709266a" providerId="LiveId" clId="{B9C4B5C5-B11F-4F30-B4A6-7EE1511F22B7}" dt="2021-11-21T10:20:44.375" v="406" actId="1076"/>
          <ac:spMkLst>
            <pc:docMk/>
            <pc:sldMk cId="293406728" sldId="749"/>
            <ac:spMk id="10" creationId="{68A30F4F-D2EE-418A-B282-72CECFFD3AC7}"/>
          </ac:spMkLst>
        </pc:spChg>
        <pc:spChg chg="mod">
          <ac:chgData name="翟 锐" userId="fef11181f709266a" providerId="LiveId" clId="{B9C4B5C5-B11F-4F30-B4A6-7EE1511F22B7}" dt="2021-11-21T10:20:44.375" v="406" actId="1076"/>
          <ac:spMkLst>
            <pc:docMk/>
            <pc:sldMk cId="293406728" sldId="749"/>
            <ac:spMk id="11" creationId="{772B5ADD-A870-4A5A-8FF4-2A637FCB11DC}"/>
          </ac:spMkLst>
        </pc:spChg>
        <pc:spChg chg="mod">
          <ac:chgData name="翟 锐" userId="fef11181f709266a" providerId="LiveId" clId="{B9C4B5C5-B11F-4F30-B4A6-7EE1511F22B7}" dt="2021-11-21T10:20:44.375" v="406" actId="1076"/>
          <ac:spMkLst>
            <pc:docMk/>
            <pc:sldMk cId="293406728" sldId="749"/>
            <ac:spMk id="12" creationId="{E1811F1B-F78F-4812-AF13-13CC4E114655}"/>
          </ac:spMkLst>
        </pc:spChg>
        <pc:spChg chg="mod">
          <ac:chgData name="翟 锐" userId="fef11181f709266a" providerId="LiveId" clId="{B9C4B5C5-B11F-4F30-B4A6-7EE1511F22B7}" dt="2021-11-21T10:20:44.375" v="406" actId="1076"/>
          <ac:spMkLst>
            <pc:docMk/>
            <pc:sldMk cId="293406728" sldId="749"/>
            <ac:spMk id="13" creationId="{5B66B163-7FD7-46F2-9DB4-F50E30A10945}"/>
          </ac:spMkLst>
        </pc:spChg>
        <pc:spChg chg="mod">
          <ac:chgData name="翟 锐" userId="fef11181f709266a" providerId="LiveId" clId="{B9C4B5C5-B11F-4F30-B4A6-7EE1511F22B7}" dt="2021-11-21T10:20:44.375" v="406" actId="1076"/>
          <ac:spMkLst>
            <pc:docMk/>
            <pc:sldMk cId="293406728" sldId="749"/>
            <ac:spMk id="14" creationId="{4633BF2A-4D86-4665-B8EF-410F0A0A48BB}"/>
          </ac:spMkLst>
        </pc:spChg>
        <pc:spChg chg="mod">
          <ac:chgData name="翟 锐" userId="fef11181f709266a" providerId="LiveId" clId="{B9C4B5C5-B11F-4F30-B4A6-7EE1511F22B7}" dt="2021-11-21T10:20:44.375" v="406" actId="1076"/>
          <ac:spMkLst>
            <pc:docMk/>
            <pc:sldMk cId="293406728" sldId="749"/>
            <ac:spMk id="15" creationId="{FDEE7653-BD12-432C-A189-C977904D751F}"/>
          </ac:spMkLst>
        </pc:spChg>
        <pc:spChg chg="mod">
          <ac:chgData name="翟 锐" userId="fef11181f709266a" providerId="LiveId" clId="{B9C4B5C5-B11F-4F30-B4A6-7EE1511F22B7}" dt="2021-11-21T10:20:44.375" v="406" actId="1076"/>
          <ac:spMkLst>
            <pc:docMk/>
            <pc:sldMk cId="293406728" sldId="749"/>
            <ac:spMk id="16" creationId="{B675687C-9C21-4F77-AEBC-FF123B3EF4C8}"/>
          </ac:spMkLst>
        </pc:spChg>
        <pc:spChg chg="mod">
          <ac:chgData name="翟 锐" userId="fef11181f709266a" providerId="LiveId" clId="{B9C4B5C5-B11F-4F30-B4A6-7EE1511F22B7}" dt="2021-11-21T10:20:44.375" v="406" actId="1076"/>
          <ac:spMkLst>
            <pc:docMk/>
            <pc:sldMk cId="293406728" sldId="749"/>
            <ac:spMk id="17" creationId="{5001C194-0611-4704-B566-AB206C489869}"/>
          </ac:spMkLst>
        </pc:spChg>
        <pc:spChg chg="mod">
          <ac:chgData name="翟 锐" userId="fef11181f709266a" providerId="LiveId" clId="{B9C4B5C5-B11F-4F30-B4A6-7EE1511F22B7}" dt="2021-11-21T10:20:44.375" v="406" actId="1076"/>
          <ac:spMkLst>
            <pc:docMk/>
            <pc:sldMk cId="293406728" sldId="749"/>
            <ac:spMk id="18" creationId="{BBF2FB79-0F26-482D-9EDD-8BFDFEA19168}"/>
          </ac:spMkLst>
        </pc:spChg>
        <pc:spChg chg="mod">
          <ac:chgData name="翟 锐" userId="fef11181f709266a" providerId="LiveId" clId="{B9C4B5C5-B11F-4F30-B4A6-7EE1511F22B7}" dt="2021-11-21T10:20:44.375" v="406" actId="1076"/>
          <ac:spMkLst>
            <pc:docMk/>
            <pc:sldMk cId="293406728" sldId="749"/>
            <ac:spMk id="19" creationId="{90C64E4E-BE47-4FAB-85E8-25D2F6E24039}"/>
          </ac:spMkLst>
        </pc:spChg>
        <pc:spChg chg="mod">
          <ac:chgData name="翟 锐" userId="fef11181f709266a" providerId="LiveId" clId="{B9C4B5C5-B11F-4F30-B4A6-7EE1511F22B7}" dt="2021-11-21T10:20:44.375" v="406" actId="1076"/>
          <ac:spMkLst>
            <pc:docMk/>
            <pc:sldMk cId="293406728" sldId="749"/>
            <ac:spMk id="20" creationId="{D805270D-A2FF-4659-BA5E-B7C13C6D5B15}"/>
          </ac:spMkLst>
        </pc:spChg>
        <pc:spChg chg="mod">
          <ac:chgData name="翟 锐" userId="fef11181f709266a" providerId="LiveId" clId="{B9C4B5C5-B11F-4F30-B4A6-7EE1511F22B7}" dt="2021-11-21T10:20:44.375" v="406" actId="1076"/>
          <ac:spMkLst>
            <pc:docMk/>
            <pc:sldMk cId="293406728" sldId="749"/>
            <ac:spMk id="21" creationId="{9D3F286D-A0FE-4D6B-AA64-F5D2656DCEDD}"/>
          </ac:spMkLst>
        </pc:spChg>
        <pc:spChg chg="mod">
          <ac:chgData name="翟 锐" userId="fef11181f709266a" providerId="LiveId" clId="{B9C4B5C5-B11F-4F30-B4A6-7EE1511F22B7}" dt="2021-11-21T10:20:44.375" v="406" actId="1076"/>
          <ac:spMkLst>
            <pc:docMk/>
            <pc:sldMk cId="293406728" sldId="749"/>
            <ac:spMk id="22" creationId="{F0CC11E5-9B99-4268-A7DC-9C9F52BE5842}"/>
          </ac:spMkLst>
        </pc:spChg>
        <pc:spChg chg="mod">
          <ac:chgData name="翟 锐" userId="fef11181f709266a" providerId="LiveId" clId="{B9C4B5C5-B11F-4F30-B4A6-7EE1511F22B7}" dt="2021-11-21T10:20:44.375" v="406" actId="1076"/>
          <ac:spMkLst>
            <pc:docMk/>
            <pc:sldMk cId="293406728" sldId="749"/>
            <ac:spMk id="23" creationId="{CC785E56-3D73-4CCB-B72F-9B332C25E9D5}"/>
          </ac:spMkLst>
        </pc:spChg>
        <pc:spChg chg="mod">
          <ac:chgData name="翟 锐" userId="fef11181f709266a" providerId="LiveId" clId="{B9C4B5C5-B11F-4F30-B4A6-7EE1511F22B7}" dt="2021-11-21T10:20:44.375" v="406" actId="1076"/>
          <ac:spMkLst>
            <pc:docMk/>
            <pc:sldMk cId="293406728" sldId="749"/>
            <ac:spMk id="24" creationId="{455413AB-7D37-418C-B69E-1936A86A6D5F}"/>
          </ac:spMkLst>
        </pc:spChg>
        <pc:spChg chg="mod">
          <ac:chgData name="翟 锐" userId="fef11181f709266a" providerId="LiveId" clId="{B9C4B5C5-B11F-4F30-B4A6-7EE1511F22B7}" dt="2021-11-21T10:20:44.375" v="406" actId="1076"/>
          <ac:spMkLst>
            <pc:docMk/>
            <pc:sldMk cId="293406728" sldId="749"/>
            <ac:spMk id="25" creationId="{08966980-60C8-42F9-870A-B7EBE06F0076}"/>
          </ac:spMkLst>
        </pc:spChg>
        <pc:spChg chg="mod">
          <ac:chgData name="翟 锐" userId="fef11181f709266a" providerId="LiveId" clId="{B9C4B5C5-B11F-4F30-B4A6-7EE1511F22B7}" dt="2021-11-21T10:20:44.375" v="406" actId="1076"/>
          <ac:spMkLst>
            <pc:docMk/>
            <pc:sldMk cId="293406728" sldId="749"/>
            <ac:spMk id="26" creationId="{3961F963-71A1-44B0-BF61-831F0A0D69D6}"/>
          </ac:spMkLst>
        </pc:spChg>
        <pc:spChg chg="mod">
          <ac:chgData name="翟 锐" userId="fef11181f709266a" providerId="LiveId" clId="{B9C4B5C5-B11F-4F30-B4A6-7EE1511F22B7}" dt="2021-11-21T10:20:44.375" v="406" actId="1076"/>
          <ac:spMkLst>
            <pc:docMk/>
            <pc:sldMk cId="293406728" sldId="749"/>
            <ac:spMk id="27" creationId="{A49CB802-6911-4453-B617-903105227044}"/>
          </ac:spMkLst>
        </pc:spChg>
        <pc:spChg chg="mod">
          <ac:chgData name="翟 锐" userId="fef11181f709266a" providerId="LiveId" clId="{B9C4B5C5-B11F-4F30-B4A6-7EE1511F22B7}" dt="2021-11-21T10:20:44.375" v="406" actId="1076"/>
          <ac:spMkLst>
            <pc:docMk/>
            <pc:sldMk cId="293406728" sldId="749"/>
            <ac:spMk id="28" creationId="{C10D32A7-B9A6-4BFD-B799-178EF2BCE240}"/>
          </ac:spMkLst>
        </pc:spChg>
        <pc:spChg chg="mod">
          <ac:chgData name="翟 锐" userId="fef11181f709266a" providerId="LiveId" clId="{B9C4B5C5-B11F-4F30-B4A6-7EE1511F22B7}" dt="2021-11-21T10:20:44.375" v="406" actId="1076"/>
          <ac:spMkLst>
            <pc:docMk/>
            <pc:sldMk cId="293406728" sldId="749"/>
            <ac:spMk id="29" creationId="{9BCE2741-CC7E-4930-844E-3A6F7529D171}"/>
          </ac:spMkLst>
        </pc:spChg>
        <pc:spChg chg="mod">
          <ac:chgData name="翟 锐" userId="fef11181f709266a" providerId="LiveId" clId="{B9C4B5C5-B11F-4F30-B4A6-7EE1511F22B7}" dt="2021-11-21T10:20:41.154" v="405"/>
          <ac:spMkLst>
            <pc:docMk/>
            <pc:sldMk cId="293406728" sldId="749"/>
            <ac:spMk id="35" creationId="{00000000-0000-0000-0000-000000000000}"/>
          </ac:spMkLst>
        </pc:spChg>
        <pc:grpChg chg="add mod">
          <ac:chgData name="翟 锐" userId="fef11181f709266a" providerId="LiveId" clId="{B9C4B5C5-B11F-4F30-B4A6-7EE1511F22B7}" dt="2021-11-21T10:20:44.375" v="406" actId="1076"/>
          <ac:grpSpMkLst>
            <pc:docMk/>
            <pc:sldMk cId="293406728" sldId="749"/>
            <ac:grpSpMk id="7" creationId="{D8A07798-CBAB-4E8E-ABD2-46200B8CA130}"/>
          </ac:grpSpMkLst>
        </pc:grpChg>
        <pc:picChg chg="del">
          <ac:chgData name="翟 锐" userId="fef11181f709266a" providerId="LiveId" clId="{B9C4B5C5-B11F-4F30-B4A6-7EE1511F22B7}" dt="2021-11-21T10:20:11.919" v="399" actId="478"/>
          <ac:picMkLst>
            <pc:docMk/>
            <pc:sldMk cId="293406728" sldId="749"/>
            <ac:picMk id="3" creationId="{F7BADF5E-0976-4C9B-AC03-7B5B5B9C0FB9}"/>
          </ac:picMkLst>
        </pc:picChg>
      </pc:sldChg>
      <pc:sldChg chg="add del">
        <pc:chgData name="翟 锐" userId="fef11181f709266a" providerId="LiveId" clId="{B9C4B5C5-B11F-4F30-B4A6-7EE1511F22B7}" dt="2021-11-21T10:16:50.485" v="307"/>
        <pc:sldMkLst>
          <pc:docMk/>
          <pc:sldMk cId="1086450421" sldId="749"/>
        </pc:sldMkLst>
      </pc:sldChg>
      <pc:sldChg chg="addSp delSp modSp add del mod modAnim">
        <pc:chgData name="翟 锐" userId="fef11181f709266a" providerId="LiveId" clId="{B9C4B5C5-B11F-4F30-B4A6-7EE1511F22B7}" dt="2021-11-21T10:54:04.763" v="1108" actId="47"/>
        <pc:sldMkLst>
          <pc:docMk/>
          <pc:sldMk cId="3191688126" sldId="750"/>
        </pc:sldMkLst>
        <pc:spChg chg="mod">
          <ac:chgData name="翟 锐" userId="fef11181f709266a" providerId="LiveId" clId="{B9C4B5C5-B11F-4F30-B4A6-7EE1511F22B7}" dt="2021-11-21T10:21:23.168" v="440"/>
          <ac:spMkLst>
            <pc:docMk/>
            <pc:sldMk cId="3191688126" sldId="750"/>
            <ac:spMk id="2" creationId="{1A343DEC-CFF6-41F5-B87C-0DFC08C67B76}"/>
          </ac:spMkLst>
        </pc:spChg>
        <pc:spChg chg="mod">
          <ac:chgData name="翟 锐" userId="fef11181f709266a" providerId="LiveId" clId="{B9C4B5C5-B11F-4F30-B4A6-7EE1511F22B7}" dt="2021-11-21T10:21:29.855" v="442" actId="1076"/>
          <ac:spMkLst>
            <pc:docMk/>
            <pc:sldMk cId="3191688126" sldId="750"/>
            <ac:spMk id="8" creationId="{334B8960-AD6E-44A7-BDAA-DB415FA57981}"/>
          </ac:spMkLst>
        </pc:spChg>
        <pc:spChg chg="mod">
          <ac:chgData name="翟 锐" userId="fef11181f709266a" providerId="LiveId" clId="{B9C4B5C5-B11F-4F30-B4A6-7EE1511F22B7}" dt="2021-11-21T10:21:29.855" v="442" actId="1076"/>
          <ac:spMkLst>
            <pc:docMk/>
            <pc:sldMk cId="3191688126" sldId="750"/>
            <ac:spMk id="9" creationId="{B6F5B4A1-0E83-461F-A2D6-C57C65DE3DC3}"/>
          </ac:spMkLst>
        </pc:spChg>
        <pc:spChg chg="mod">
          <ac:chgData name="翟 锐" userId="fef11181f709266a" providerId="LiveId" clId="{B9C4B5C5-B11F-4F30-B4A6-7EE1511F22B7}" dt="2021-11-21T10:21:29.855" v="442" actId="1076"/>
          <ac:spMkLst>
            <pc:docMk/>
            <pc:sldMk cId="3191688126" sldId="750"/>
            <ac:spMk id="10" creationId="{9F90D9B2-DF1C-40E7-8805-E1B4999090B5}"/>
          </ac:spMkLst>
        </pc:spChg>
        <pc:spChg chg="mod">
          <ac:chgData name="翟 锐" userId="fef11181f709266a" providerId="LiveId" clId="{B9C4B5C5-B11F-4F30-B4A6-7EE1511F22B7}" dt="2021-11-21T10:21:29.855" v="442" actId="1076"/>
          <ac:spMkLst>
            <pc:docMk/>
            <pc:sldMk cId="3191688126" sldId="750"/>
            <ac:spMk id="11" creationId="{10841F5E-7674-4278-A6FA-6CBAF33AA502}"/>
          </ac:spMkLst>
        </pc:spChg>
        <pc:spChg chg="mod">
          <ac:chgData name="翟 锐" userId="fef11181f709266a" providerId="LiveId" clId="{B9C4B5C5-B11F-4F30-B4A6-7EE1511F22B7}" dt="2021-11-21T10:21:29.855" v="442" actId="1076"/>
          <ac:spMkLst>
            <pc:docMk/>
            <pc:sldMk cId="3191688126" sldId="750"/>
            <ac:spMk id="12" creationId="{BB1EE6B2-2F41-4875-9AC2-57FDD0B11107}"/>
          </ac:spMkLst>
        </pc:spChg>
        <pc:spChg chg="mod">
          <ac:chgData name="翟 锐" userId="fef11181f709266a" providerId="LiveId" clId="{B9C4B5C5-B11F-4F30-B4A6-7EE1511F22B7}" dt="2021-11-21T10:21:29.855" v="442" actId="1076"/>
          <ac:spMkLst>
            <pc:docMk/>
            <pc:sldMk cId="3191688126" sldId="750"/>
            <ac:spMk id="13" creationId="{BDE5982C-91B0-484C-82D7-0EE8A3011076}"/>
          </ac:spMkLst>
        </pc:spChg>
        <pc:spChg chg="mod">
          <ac:chgData name="翟 锐" userId="fef11181f709266a" providerId="LiveId" clId="{B9C4B5C5-B11F-4F30-B4A6-7EE1511F22B7}" dt="2021-11-21T10:22:14.141" v="462"/>
          <ac:spMkLst>
            <pc:docMk/>
            <pc:sldMk cId="3191688126" sldId="750"/>
            <ac:spMk id="35" creationId="{00000000-0000-0000-0000-000000000000}"/>
          </ac:spMkLst>
        </pc:spChg>
        <pc:grpChg chg="add mod">
          <ac:chgData name="翟 锐" userId="fef11181f709266a" providerId="LiveId" clId="{B9C4B5C5-B11F-4F30-B4A6-7EE1511F22B7}" dt="2021-11-21T10:21:29.855" v="442" actId="1076"/>
          <ac:grpSpMkLst>
            <pc:docMk/>
            <pc:sldMk cId="3191688126" sldId="750"/>
            <ac:grpSpMk id="7" creationId="{4377A13A-41E8-4303-92A5-D8FB325CA344}"/>
          </ac:grpSpMkLst>
        </pc:grpChg>
        <pc:picChg chg="del">
          <ac:chgData name="翟 锐" userId="fef11181f709266a" providerId="LiveId" clId="{B9C4B5C5-B11F-4F30-B4A6-7EE1511F22B7}" dt="2021-11-21T10:21:03.615" v="407" actId="478"/>
          <ac:picMkLst>
            <pc:docMk/>
            <pc:sldMk cId="3191688126" sldId="750"/>
            <ac:picMk id="3" creationId="{F7BADF5E-0976-4C9B-AC03-7B5B5B9C0FB9}"/>
          </ac:picMkLst>
        </pc:picChg>
      </pc:sldChg>
      <pc:sldChg chg="delSp modSp add del mod">
        <pc:chgData name="翟 锐" userId="fef11181f709266a" providerId="LiveId" clId="{B9C4B5C5-B11F-4F30-B4A6-7EE1511F22B7}" dt="2021-11-21T10:25:06.123" v="582" actId="47"/>
        <pc:sldMkLst>
          <pc:docMk/>
          <pc:sldMk cId="4041420027" sldId="751"/>
        </pc:sldMkLst>
        <pc:spChg chg="del">
          <ac:chgData name="翟 锐" userId="fef11181f709266a" providerId="LiveId" clId="{B9C4B5C5-B11F-4F30-B4A6-7EE1511F22B7}" dt="2021-11-21T10:21:54.095" v="444" actId="478"/>
          <ac:spMkLst>
            <pc:docMk/>
            <pc:sldMk cId="4041420027" sldId="751"/>
            <ac:spMk id="2" creationId="{1A343DEC-CFF6-41F5-B87C-0DFC08C67B76}"/>
          </ac:spMkLst>
        </pc:spChg>
        <pc:spChg chg="mod">
          <ac:chgData name="翟 锐" userId="fef11181f709266a" providerId="LiveId" clId="{B9C4B5C5-B11F-4F30-B4A6-7EE1511F22B7}" dt="2021-11-21T10:22:23.267" v="463"/>
          <ac:spMkLst>
            <pc:docMk/>
            <pc:sldMk cId="4041420027" sldId="751"/>
            <ac:spMk id="35" creationId="{00000000-0000-0000-0000-000000000000}"/>
          </ac:spMkLst>
        </pc:spChg>
        <pc:picChg chg="del">
          <ac:chgData name="翟 锐" userId="fef11181f709266a" providerId="LiveId" clId="{B9C4B5C5-B11F-4F30-B4A6-7EE1511F22B7}" dt="2021-11-21T10:21:52.239" v="443" actId="478"/>
          <ac:picMkLst>
            <pc:docMk/>
            <pc:sldMk cId="4041420027" sldId="751"/>
            <ac:picMk id="3" creationId="{F7BADF5E-0976-4C9B-AC03-7B5B5B9C0FB9}"/>
          </ac:picMkLst>
        </pc:picChg>
      </pc:sldChg>
      <pc:sldChg chg="addSp delSp modSp add del mod modAnim">
        <pc:chgData name="翟 锐" userId="fef11181f709266a" providerId="LiveId" clId="{B9C4B5C5-B11F-4F30-B4A6-7EE1511F22B7}" dt="2021-11-21T10:54:04.763" v="1108" actId="47"/>
        <pc:sldMkLst>
          <pc:docMk/>
          <pc:sldMk cId="51508301" sldId="752"/>
        </pc:sldMkLst>
        <pc:spChg chg="mod">
          <ac:chgData name="翟 锐" userId="fef11181f709266a" providerId="LiveId" clId="{B9C4B5C5-B11F-4F30-B4A6-7EE1511F22B7}" dt="2021-11-21T10:24:22.364" v="564" actId="108"/>
          <ac:spMkLst>
            <pc:docMk/>
            <pc:sldMk cId="51508301" sldId="752"/>
            <ac:spMk id="2" creationId="{1A343DEC-CFF6-41F5-B87C-0DFC08C67B76}"/>
          </ac:spMkLst>
        </pc:spChg>
        <pc:spChg chg="add del mod">
          <ac:chgData name="翟 锐" userId="fef11181f709266a" providerId="LiveId" clId="{B9C4B5C5-B11F-4F30-B4A6-7EE1511F22B7}" dt="2021-11-21T10:23:05.797" v="523"/>
          <ac:spMkLst>
            <pc:docMk/>
            <pc:sldMk cId="51508301" sldId="752"/>
            <ac:spMk id="8" creationId="{A5254915-5FCE-41EB-A3CF-55A0F4058BD5}"/>
          </ac:spMkLst>
        </pc:spChg>
        <pc:spChg chg="add del mod">
          <ac:chgData name="翟 锐" userId="fef11181f709266a" providerId="LiveId" clId="{B9C4B5C5-B11F-4F30-B4A6-7EE1511F22B7}" dt="2021-11-21T10:23:13.765" v="525"/>
          <ac:spMkLst>
            <pc:docMk/>
            <pc:sldMk cId="51508301" sldId="752"/>
            <ac:spMk id="9" creationId="{7BA97A66-BC4B-4252-8E03-603E8DD342B2}"/>
          </ac:spMkLst>
        </pc:spChg>
        <pc:spChg chg="mod">
          <ac:chgData name="翟 锐" userId="fef11181f709266a" providerId="LiveId" clId="{B9C4B5C5-B11F-4F30-B4A6-7EE1511F22B7}" dt="2021-11-21T10:25:07.619" v="583"/>
          <ac:spMkLst>
            <pc:docMk/>
            <pc:sldMk cId="51508301" sldId="752"/>
            <ac:spMk id="35" creationId="{00000000-0000-0000-0000-000000000000}"/>
          </ac:spMkLst>
        </pc:spChg>
        <pc:graphicFrameChg chg="add mod">
          <ac:chgData name="翟 锐" userId="fef11181f709266a" providerId="LiveId" clId="{B9C4B5C5-B11F-4F30-B4A6-7EE1511F22B7}" dt="2021-11-21T10:23:22.573" v="532" actId="1076"/>
          <ac:graphicFrameMkLst>
            <pc:docMk/>
            <pc:sldMk cId="51508301" sldId="752"/>
            <ac:graphicFrameMk id="7" creationId="{605F6D6C-EE38-44FA-A06D-E4866BB0E23C}"/>
          </ac:graphicFrameMkLst>
        </pc:graphicFrameChg>
        <pc:graphicFrameChg chg="add mod">
          <ac:chgData name="翟 锐" userId="fef11181f709266a" providerId="LiveId" clId="{B9C4B5C5-B11F-4F30-B4A6-7EE1511F22B7}" dt="2021-11-21T10:24:34.731" v="567" actId="1076"/>
          <ac:graphicFrameMkLst>
            <pc:docMk/>
            <pc:sldMk cId="51508301" sldId="752"/>
            <ac:graphicFrameMk id="11" creationId="{576CA577-BC40-44D8-A8C7-0EAE4B121A2A}"/>
          </ac:graphicFrameMkLst>
        </pc:graphicFrameChg>
        <pc:picChg chg="del">
          <ac:chgData name="翟 锐" userId="fef11181f709266a" providerId="LiveId" clId="{B9C4B5C5-B11F-4F30-B4A6-7EE1511F22B7}" dt="2021-11-21T10:22:55.247" v="513" actId="478"/>
          <ac:picMkLst>
            <pc:docMk/>
            <pc:sldMk cId="51508301" sldId="752"/>
            <ac:picMk id="3" creationId="{F7BADF5E-0976-4C9B-AC03-7B5B5B9C0FB9}"/>
          </ac:picMkLst>
        </pc:picChg>
        <pc:picChg chg="add mod">
          <ac:chgData name="翟 锐" userId="fef11181f709266a" providerId="LiveId" clId="{B9C4B5C5-B11F-4F30-B4A6-7EE1511F22B7}" dt="2021-11-21T10:23:24.313" v="533" actId="1076"/>
          <ac:picMkLst>
            <pc:docMk/>
            <pc:sldMk cId="51508301" sldId="752"/>
            <ac:picMk id="4" creationId="{D57D1967-4B9D-4974-900A-6CD7760A295F}"/>
          </ac:picMkLst>
        </pc:picChg>
      </pc:sldChg>
      <pc:sldChg chg="delSp modSp add del mod">
        <pc:chgData name="翟 锐" userId="fef11181f709266a" providerId="LiveId" clId="{B9C4B5C5-B11F-4F30-B4A6-7EE1511F22B7}" dt="2021-11-21T10:54:04.763" v="1108" actId="47"/>
        <pc:sldMkLst>
          <pc:docMk/>
          <pc:sldMk cId="1213593091" sldId="753"/>
        </pc:sldMkLst>
        <pc:spChg chg="mod">
          <ac:chgData name="翟 锐" userId="fef11181f709266a" providerId="LiveId" clId="{B9C4B5C5-B11F-4F30-B4A6-7EE1511F22B7}" dt="2021-11-21T10:24:49.940" v="580"/>
          <ac:spMkLst>
            <pc:docMk/>
            <pc:sldMk cId="1213593091" sldId="753"/>
            <ac:spMk id="2" creationId="{1A343DEC-CFF6-41F5-B87C-0DFC08C67B76}"/>
          </ac:spMkLst>
        </pc:spChg>
        <pc:spChg chg="mod">
          <ac:chgData name="翟 锐" userId="fef11181f709266a" providerId="LiveId" clId="{B9C4B5C5-B11F-4F30-B4A6-7EE1511F22B7}" dt="2021-11-21T10:25:09.122" v="584"/>
          <ac:spMkLst>
            <pc:docMk/>
            <pc:sldMk cId="1213593091" sldId="753"/>
            <ac:spMk id="35" creationId="{00000000-0000-0000-0000-000000000000}"/>
          </ac:spMkLst>
        </pc:spChg>
        <pc:picChg chg="del">
          <ac:chgData name="翟 锐" userId="fef11181f709266a" providerId="LiveId" clId="{B9C4B5C5-B11F-4F30-B4A6-7EE1511F22B7}" dt="2021-11-21T10:24:51.392" v="581" actId="478"/>
          <ac:picMkLst>
            <pc:docMk/>
            <pc:sldMk cId="1213593091" sldId="753"/>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3156578118" sldId="754"/>
        </pc:sldMkLst>
        <pc:spChg chg="mod">
          <ac:chgData name="翟 锐" userId="fef11181f709266a" providerId="LiveId" clId="{B9C4B5C5-B11F-4F30-B4A6-7EE1511F22B7}" dt="2021-11-21T10:25:18.355" v="587"/>
          <ac:spMkLst>
            <pc:docMk/>
            <pc:sldMk cId="3156578118" sldId="754"/>
            <ac:spMk id="2" creationId="{1A343DEC-CFF6-41F5-B87C-0DFC08C67B76}"/>
          </ac:spMkLst>
        </pc:spChg>
        <pc:spChg chg="add mod">
          <ac:chgData name="翟 锐" userId="fef11181f709266a" providerId="LiveId" clId="{B9C4B5C5-B11F-4F30-B4A6-7EE1511F22B7}" dt="2021-11-21T10:25:35.946" v="590" actId="1076"/>
          <ac:spMkLst>
            <pc:docMk/>
            <pc:sldMk cId="3156578118" sldId="754"/>
            <ac:spMk id="7" creationId="{492D257D-DBDE-4844-A3C9-0C1AE730C940}"/>
          </ac:spMkLst>
        </pc:spChg>
        <pc:spChg chg="add mod">
          <ac:chgData name="翟 锐" userId="fef11181f709266a" providerId="LiveId" clId="{B9C4B5C5-B11F-4F30-B4A6-7EE1511F22B7}" dt="2021-11-21T10:25:47.339" v="592" actId="1076"/>
          <ac:spMkLst>
            <pc:docMk/>
            <pc:sldMk cId="3156578118" sldId="754"/>
            <ac:spMk id="10" creationId="{B92D4FDB-6F33-4676-9169-CCFE71D9B0F6}"/>
          </ac:spMkLst>
        </pc:spChg>
        <pc:spChg chg="mod">
          <ac:chgData name="翟 锐" userId="fef11181f709266a" providerId="LiveId" clId="{B9C4B5C5-B11F-4F30-B4A6-7EE1511F22B7}" dt="2021-11-21T10:26:07.634" v="593"/>
          <ac:spMkLst>
            <pc:docMk/>
            <pc:sldMk cId="3156578118" sldId="754"/>
            <ac:spMk id="35" creationId="{00000000-0000-0000-0000-000000000000}"/>
          </ac:spMkLst>
        </pc:spChg>
        <pc:graphicFrameChg chg="add mod">
          <ac:chgData name="翟 锐" userId="fef11181f709266a" providerId="LiveId" clId="{B9C4B5C5-B11F-4F30-B4A6-7EE1511F22B7}" dt="2021-11-21T10:25:35.946" v="590" actId="1076"/>
          <ac:graphicFrameMkLst>
            <pc:docMk/>
            <pc:sldMk cId="3156578118" sldId="754"/>
            <ac:graphicFrameMk id="8" creationId="{A7EC2085-E161-45F3-803A-E43535D130C6}"/>
          </ac:graphicFrameMkLst>
        </pc:graphicFrameChg>
        <pc:picChg chg="del">
          <ac:chgData name="翟 锐" userId="fef11181f709266a" providerId="LiveId" clId="{B9C4B5C5-B11F-4F30-B4A6-7EE1511F22B7}" dt="2021-11-21T10:25:19.312" v="588" actId="478"/>
          <ac:picMkLst>
            <pc:docMk/>
            <pc:sldMk cId="3156578118" sldId="754"/>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2189609086" sldId="755"/>
        </pc:sldMkLst>
        <pc:spChg chg="mod">
          <ac:chgData name="翟 锐" userId="fef11181f709266a" providerId="LiveId" clId="{B9C4B5C5-B11F-4F30-B4A6-7EE1511F22B7}" dt="2021-11-21T10:36:01.519" v="673" actId="20577"/>
          <ac:spMkLst>
            <pc:docMk/>
            <pc:sldMk cId="2189609086" sldId="755"/>
            <ac:spMk id="2" creationId="{1A343DEC-CFF6-41F5-B87C-0DFC08C67B76}"/>
          </ac:spMkLst>
        </pc:spChg>
        <pc:spChg chg="add del">
          <ac:chgData name="翟 锐" userId="fef11181f709266a" providerId="LiveId" clId="{B9C4B5C5-B11F-4F30-B4A6-7EE1511F22B7}" dt="2021-11-21T10:26:12.656" v="595" actId="22"/>
          <ac:spMkLst>
            <pc:docMk/>
            <pc:sldMk cId="2189609086" sldId="755"/>
            <ac:spMk id="8" creationId="{003A7C44-C063-4585-A138-D0960D8EA96B}"/>
          </ac:spMkLst>
        </pc:spChg>
        <pc:spChg chg="add del mod">
          <ac:chgData name="翟 锐" userId="fef11181f709266a" providerId="LiveId" clId="{B9C4B5C5-B11F-4F30-B4A6-7EE1511F22B7}" dt="2021-11-21T10:27:11.094" v="640"/>
          <ac:spMkLst>
            <pc:docMk/>
            <pc:sldMk cId="2189609086" sldId="755"/>
            <ac:spMk id="10" creationId="{ED0C658C-ED16-43E8-AA1A-7872CF04FEF8}"/>
          </ac:spMkLst>
        </pc:spChg>
        <pc:spChg chg="add del mod">
          <ac:chgData name="翟 锐" userId="fef11181f709266a" providerId="LiveId" clId="{B9C4B5C5-B11F-4F30-B4A6-7EE1511F22B7}" dt="2021-11-21T10:27:12.432" v="642"/>
          <ac:spMkLst>
            <pc:docMk/>
            <pc:sldMk cId="2189609086" sldId="755"/>
            <ac:spMk id="11" creationId="{825C7FD7-8D41-4759-96D0-94D5ECF8C67D}"/>
          </ac:spMkLst>
        </pc:spChg>
        <pc:spChg chg="add mod">
          <ac:chgData name="翟 锐" userId="fef11181f709266a" providerId="LiveId" clId="{B9C4B5C5-B11F-4F30-B4A6-7EE1511F22B7}" dt="2021-11-21T10:27:44.016" v="653" actId="1076"/>
          <ac:spMkLst>
            <pc:docMk/>
            <pc:sldMk cId="2189609086" sldId="755"/>
            <ac:spMk id="12" creationId="{B00201A1-AF21-4E6E-B065-34D525AFB90E}"/>
          </ac:spMkLst>
        </pc:spChg>
        <pc:spChg chg="mod">
          <ac:chgData name="翟 锐" userId="fef11181f709266a" providerId="LiveId" clId="{B9C4B5C5-B11F-4F30-B4A6-7EE1511F22B7}" dt="2021-11-21T10:26:24.128" v="620" actId="20577"/>
          <ac:spMkLst>
            <pc:docMk/>
            <pc:sldMk cId="2189609086" sldId="755"/>
            <ac:spMk id="35" creationId="{00000000-0000-0000-0000-000000000000}"/>
          </ac:spMkLst>
        </pc:spChg>
        <pc:graphicFrameChg chg="add mod">
          <ac:chgData name="翟 锐" userId="fef11181f709266a" providerId="LiveId" clId="{B9C4B5C5-B11F-4F30-B4A6-7EE1511F22B7}" dt="2021-11-21T10:27:03.710" v="636" actId="1076"/>
          <ac:graphicFrameMkLst>
            <pc:docMk/>
            <pc:sldMk cId="2189609086" sldId="755"/>
            <ac:graphicFrameMk id="9" creationId="{58C4BDDF-2A6A-4F6F-9195-F41ADA99E420}"/>
          </ac:graphicFrameMkLst>
        </pc:graphicFrameChg>
        <pc:picChg chg="del">
          <ac:chgData name="翟 锐" userId="fef11181f709266a" providerId="LiveId" clId="{B9C4B5C5-B11F-4F30-B4A6-7EE1511F22B7}" dt="2021-11-21T10:26:58.879" v="634" actId="478"/>
          <ac:picMkLst>
            <pc:docMk/>
            <pc:sldMk cId="2189609086" sldId="755"/>
            <ac:picMk id="3" creationId="{F7BADF5E-0976-4C9B-AC03-7B5B5B9C0FB9}"/>
          </ac:picMkLst>
        </pc:picChg>
      </pc:sldChg>
      <pc:sldChg chg="addSp delSp modSp add del mod modAnim">
        <pc:chgData name="翟 锐" userId="fef11181f709266a" providerId="LiveId" clId="{B9C4B5C5-B11F-4F30-B4A6-7EE1511F22B7}" dt="2021-11-21T10:54:04.763" v="1108" actId="47"/>
        <pc:sldMkLst>
          <pc:docMk/>
          <pc:sldMk cId="3924036113" sldId="756"/>
        </pc:sldMkLst>
        <pc:spChg chg="mod">
          <ac:chgData name="翟 锐" userId="fef11181f709266a" providerId="LiveId" clId="{B9C4B5C5-B11F-4F30-B4A6-7EE1511F22B7}" dt="2021-11-21T10:36:12.614" v="676"/>
          <ac:spMkLst>
            <pc:docMk/>
            <pc:sldMk cId="3924036113" sldId="756"/>
            <ac:spMk id="2" creationId="{1A343DEC-CFF6-41F5-B87C-0DFC08C67B76}"/>
          </ac:spMkLst>
        </pc:spChg>
        <pc:spChg chg="mod">
          <ac:chgData name="翟 锐" userId="fef11181f709266a" providerId="LiveId" clId="{B9C4B5C5-B11F-4F30-B4A6-7EE1511F22B7}" dt="2021-11-21T10:36:44.095" v="686" actId="1076"/>
          <ac:spMkLst>
            <pc:docMk/>
            <pc:sldMk cId="3924036113" sldId="756"/>
            <ac:spMk id="9" creationId="{E7798622-BCEE-4338-B758-298D6F4E708B}"/>
          </ac:spMkLst>
        </pc:spChg>
        <pc:spChg chg="mod">
          <ac:chgData name="翟 锐" userId="fef11181f709266a" providerId="LiveId" clId="{B9C4B5C5-B11F-4F30-B4A6-7EE1511F22B7}" dt="2021-11-21T10:36:44.095" v="686" actId="1076"/>
          <ac:spMkLst>
            <pc:docMk/>
            <pc:sldMk cId="3924036113" sldId="756"/>
            <ac:spMk id="11" creationId="{1DB53E15-FB73-4F3C-B169-F6C35CF3D1D3}"/>
          </ac:spMkLst>
        </pc:spChg>
        <pc:spChg chg="mod">
          <ac:chgData name="翟 锐" userId="fef11181f709266a" providerId="LiveId" clId="{B9C4B5C5-B11F-4F30-B4A6-7EE1511F22B7}" dt="2021-11-21T10:36:44.095" v="686" actId="1076"/>
          <ac:spMkLst>
            <pc:docMk/>
            <pc:sldMk cId="3924036113" sldId="756"/>
            <ac:spMk id="12" creationId="{6188C585-7E50-4323-B658-174E215FFCA8}"/>
          </ac:spMkLst>
        </pc:spChg>
        <pc:grpChg chg="add del mod">
          <ac:chgData name="翟 锐" userId="fef11181f709266a" providerId="LiveId" clId="{B9C4B5C5-B11F-4F30-B4A6-7EE1511F22B7}" dt="2021-11-21T10:36:44.095" v="686" actId="1076"/>
          <ac:grpSpMkLst>
            <pc:docMk/>
            <pc:sldMk cId="3924036113" sldId="756"/>
            <ac:grpSpMk id="7" creationId="{CE283C71-991E-4ECA-BE4D-2C2610694669}"/>
          </ac:grpSpMkLst>
        </pc:grpChg>
        <pc:grpChg chg="mod">
          <ac:chgData name="翟 锐" userId="fef11181f709266a" providerId="LiveId" clId="{B9C4B5C5-B11F-4F30-B4A6-7EE1511F22B7}" dt="2021-11-21T10:36:44.095" v="686" actId="1076"/>
          <ac:grpSpMkLst>
            <pc:docMk/>
            <pc:sldMk cId="3924036113" sldId="756"/>
            <ac:grpSpMk id="8" creationId="{2401C73A-278C-4E91-A00B-6D361087DBDF}"/>
          </ac:grpSpMkLst>
        </pc:grpChg>
        <pc:graphicFrameChg chg="mod">
          <ac:chgData name="翟 锐" userId="fef11181f709266a" providerId="LiveId" clId="{B9C4B5C5-B11F-4F30-B4A6-7EE1511F22B7}" dt="2021-11-21T10:36:44.095" v="686" actId="1076"/>
          <ac:graphicFrameMkLst>
            <pc:docMk/>
            <pc:sldMk cId="3924036113" sldId="756"/>
            <ac:graphicFrameMk id="10" creationId="{CE053285-AC96-48AA-8B7E-82284F25A977}"/>
          </ac:graphicFrameMkLst>
        </pc:graphicFrameChg>
        <pc:picChg chg="del">
          <ac:chgData name="翟 锐" userId="fef11181f709266a" providerId="LiveId" clId="{B9C4B5C5-B11F-4F30-B4A6-7EE1511F22B7}" dt="2021-11-21T10:36:13.455" v="677" actId="478"/>
          <ac:picMkLst>
            <pc:docMk/>
            <pc:sldMk cId="3924036113" sldId="756"/>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4038003616" sldId="757"/>
        </pc:sldMkLst>
        <pc:spChg chg="mod">
          <ac:chgData name="翟 锐" userId="fef11181f709266a" providerId="LiveId" clId="{B9C4B5C5-B11F-4F30-B4A6-7EE1511F22B7}" dt="2021-11-21T10:37:02.860" v="693"/>
          <ac:spMkLst>
            <pc:docMk/>
            <pc:sldMk cId="4038003616" sldId="757"/>
            <ac:spMk id="2" creationId="{1A343DEC-CFF6-41F5-B87C-0DFC08C67B76}"/>
          </ac:spMkLst>
        </pc:spChg>
        <pc:spChg chg="add mod">
          <ac:chgData name="翟 锐" userId="fef11181f709266a" providerId="LiveId" clId="{B9C4B5C5-B11F-4F30-B4A6-7EE1511F22B7}" dt="2021-11-21T10:37:52.034" v="703" actId="20577"/>
          <ac:spMkLst>
            <pc:docMk/>
            <pc:sldMk cId="4038003616" sldId="757"/>
            <ac:spMk id="9" creationId="{00759F68-BD59-46CA-B42C-421BB7F5F734}"/>
          </ac:spMkLst>
        </pc:spChg>
        <pc:graphicFrameChg chg="add mod">
          <ac:chgData name="翟 锐" userId="fef11181f709266a" providerId="LiveId" clId="{B9C4B5C5-B11F-4F30-B4A6-7EE1511F22B7}" dt="2021-11-21T10:37:09.963" v="696" actId="1076"/>
          <ac:graphicFrameMkLst>
            <pc:docMk/>
            <pc:sldMk cId="4038003616" sldId="757"/>
            <ac:graphicFrameMk id="7" creationId="{D2770B4F-379A-4B63-B69B-6DF5429B48A4}"/>
          </ac:graphicFrameMkLst>
        </pc:graphicFrameChg>
        <pc:picChg chg="del">
          <ac:chgData name="翟 锐" userId="fef11181f709266a" providerId="LiveId" clId="{B9C4B5C5-B11F-4F30-B4A6-7EE1511F22B7}" dt="2021-11-21T10:37:03.583" v="694" actId="478"/>
          <ac:picMkLst>
            <pc:docMk/>
            <pc:sldMk cId="4038003616" sldId="757"/>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26151966" sldId="758"/>
        </pc:sldMkLst>
        <pc:spChg chg="mod">
          <ac:chgData name="翟 锐" userId="fef11181f709266a" providerId="LiveId" clId="{B9C4B5C5-B11F-4F30-B4A6-7EE1511F22B7}" dt="2021-11-21T10:39:20.959" v="736" actId="58"/>
          <ac:spMkLst>
            <pc:docMk/>
            <pc:sldMk cId="26151966" sldId="758"/>
            <ac:spMk id="2" creationId="{1A343DEC-CFF6-41F5-B87C-0DFC08C67B76}"/>
          </ac:spMkLst>
        </pc:spChg>
        <pc:spChg chg="add del mod">
          <ac:chgData name="翟 锐" userId="fef11181f709266a" providerId="LiveId" clId="{B9C4B5C5-B11F-4F30-B4A6-7EE1511F22B7}" dt="2021-11-21T10:39:14.287" v="734" actId="478"/>
          <ac:spMkLst>
            <pc:docMk/>
            <pc:sldMk cId="26151966" sldId="758"/>
            <ac:spMk id="7" creationId="{289EF620-1402-413F-866F-CA6FC690390B}"/>
          </ac:spMkLst>
        </pc:spChg>
        <pc:graphicFrameChg chg="add mod modGraphic">
          <ac:chgData name="翟 锐" userId="fef11181f709266a" providerId="LiveId" clId="{B9C4B5C5-B11F-4F30-B4A6-7EE1511F22B7}" dt="2021-11-21T10:39:25.263" v="737" actId="1076"/>
          <ac:graphicFrameMkLst>
            <pc:docMk/>
            <pc:sldMk cId="26151966" sldId="758"/>
            <ac:graphicFrameMk id="8" creationId="{52863139-9988-4308-A54E-08A180C139EC}"/>
          </ac:graphicFrameMkLst>
        </pc:graphicFrameChg>
        <pc:picChg chg="del mod">
          <ac:chgData name="翟 锐" userId="fef11181f709266a" providerId="LiveId" clId="{B9C4B5C5-B11F-4F30-B4A6-7EE1511F22B7}" dt="2021-11-21T10:37:58.143" v="705" actId="478"/>
          <ac:picMkLst>
            <pc:docMk/>
            <pc:sldMk cId="26151966" sldId="758"/>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1530681362" sldId="759"/>
        </pc:sldMkLst>
        <pc:spChg chg="del">
          <ac:chgData name="翟 锐" userId="fef11181f709266a" providerId="LiveId" clId="{B9C4B5C5-B11F-4F30-B4A6-7EE1511F22B7}" dt="2021-11-21T10:39:34.286" v="738" actId="478"/>
          <ac:spMkLst>
            <pc:docMk/>
            <pc:sldMk cId="1530681362" sldId="759"/>
            <ac:spMk id="2" creationId="{1A343DEC-CFF6-41F5-B87C-0DFC08C67B76}"/>
          </ac:spMkLst>
        </pc:spChg>
        <pc:spChg chg="mod">
          <ac:chgData name="翟 锐" userId="fef11181f709266a" providerId="LiveId" clId="{B9C4B5C5-B11F-4F30-B4A6-7EE1511F22B7}" dt="2021-11-21T10:40:09.253" v="757"/>
          <ac:spMkLst>
            <pc:docMk/>
            <pc:sldMk cId="1530681362" sldId="759"/>
            <ac:spMk id="35" creationId="{00000000-0000-0000-0000-000000000000}"/>
          </ac:spMkLst>
        </pc:spChg>
        <pc:graphicFrameChg chg="add del mod modGraphic">
          <ac:chgData name="翟 锐" userId="fef11181f709266a" providerId="LiveId" clId="{B9C4B5C5-B11F-4F30-B4A6-7EE1511F22B7}" dt="2021-11-21T10:40:04.518" v="754" actId="1076"/>
          <ac:graphicFrameMkLst>
            <pc:docMk/>
            <pc:sldMk cId="1530681362" sldId="759"/>
            <ac:graphicFrameMk id="7" creationId="{F3DED258-8C41-4EB3-8347-D298AA833BCF}"/>
          </ac:graphicFrameMkLst>
        </pc:graphicFrameChg>
        <pc:picChg chg="del">
          <ac:chgData name="翟 锐" userId="fef11181f709266a" providerId="LiveId" clId="{B9C4B5C5-B11F-4F30-B4A6-7EE1511F22B7}" dt="2021-11-21T10:39:34.286" v="738" actId="478"/>
          <ac:picMkLst>
            <pc:docMk/>
            <pc:sldMk cId="1530681362" sldId="759"/>
            <ac:picMk id="3" creationId="{F7BADF5E-0976-4C9B-AC03-7B5B5B9C0FB9}"/>
          </ac:picMkLst>
        </pc:picChg>
      </pc:sldChg>
      <pc:sldChg chg="delSp modSp add del mod">
        <pc:chgData name="翟 锐" userId="fef11181f709266a" providerId="LiveId" clId="{B9C4B5C5-B11F-4F30-B4A6-7EE1511F22B7}" dt="2021-11-21T10:54:04.763" v="1108" actId="47"/>
        <pc:sldMkLst>
          <pc:docMk/>
          <pc:sldMk cId="744751336" sldId="760"/>
        </pc:sldMkLst>
        <pc:spChg chg="mod">
          <ac:chgData name="翟 锐" userId="fef11181f709266a" providerId="LiveId" clId="{B9C4B5C5-B11F-4F30-B4A6-7EE1511F22B7}" dt="2021-11-21T10:40:29.791" v="771" actId="20577"/>
          <ac:spMkLst>
            <pc:docMk/>
            <pc:sldMk cId="744751336" sldId="760"/>
            <ac:spMk id="2" creationId="{1A343DEC-CFF6-41F5-B87C-0DFC08C67B76}"/>
          </ac:spMkLst>
        </pc:spChg>
        <pc:spChg chg="mod">
          <ac:chgData name="翟 锐" userId="fef11181f709266a" providerId="LiveId" clId="{B9C4B5C5-B11F-4F30-B4A6-7EE1511F22B7}" dt="2021-11-21T10:40:15.968" v="762"/>
          <ac:spMkLst>
            <pc:docMk/>
            <pc:sldMk cId="744751336" sldId="760"/>
            <ac:spMk id="35" creationId="{00000000-0000-0000-0000-000000000000}"/>
          </ac:spMkLst>
        </pc:spChg>
        <pc:picChg chg="del">
          <ac:chgData name="翟 锐" userId="fef11181f709266a" providerId="LiveId" clId="{B9C4B5C5-B11F-4F30-B4A6-7EE1511F22B7}" dt="2021-11-21T10:40:16.719" v="763" actId="478"/>
          <ac:picMkLst>
            <pc:docMk/>
            <pc:sldMk cId="744751336" sldId="760"/>
            <ac:picMk id="3" creationId="{F7BADF5E-0976-4C9B-AC03-7B5B5B9C0FB9}"/>
          </ac:picMkLst>
        </pc:picChg>
      </pc:sldChg>
      <pc:sldChg chg="addSp delSp modSp add del mod modAnim">
        <pc:chgData name="翟 锐" userId="fef11181f709266a" providerId="LiveId" clId="{B9C4B5C5-B11F-4F30-B4A6-7EE1511F22B7}" dt="2021-11-21T10:54:04.763" v="1108" actId="47"/>
        <pc:sldMkLst>
          <pc:docMk/>
          <pc:sldMk cId="2160015007" sldId="761"/>
        </pc:sldMkLst>
        <pc:spChg chg="mod">
          <ac:chgData name="翟 锐" userId="fef11181f709266a" providerId="LiveId" clId="{B9C4B5C5-B11F-4F30-B4A6-7EE1511F22B7}" dt="2021-11-21T10:41:16.959" v="793" actId="6549"/>
          <ac:spMkLst>
            <pc:docMk/>
            <pc:sldMk cId="2160015007" sldId="761"/>
            <ac:spMk id="2" creationId="{1A343DEC-CFF6-41F5-B87C-0DFC08C67B76}"/>
          </ac:spMkLst>
        </pc:spChg>
        <pc:spChg chg="mod">
          <ac:chgData name="翟 锐" userId="fef11181f709266a" providerId="LiveId" clId="{B9C4B5C5-B11F-4F30-B4A6-7EE1511F22B7}" dt="2021-11-21T10:40:44.778" v="776"/>
          <ac:spMkLst>
            <pc:docMk/>
            <pc:sldMk cId="2160015007" sldId="761"/>
            <ac:spMk id="35" creationId="{00000000-0000-0000-0000-000000000000}"/>
          </ac:spMkLst>
        </pc:spChg>
        <pc:graphicFrameChg chg="add mod">
          <ac:chgData name="翟 锐" userId="fef11181f709266a" providerId="LiveId" clId="{B9C4B5C5-B11F-4F30-B4A6-7EE1511F22B7}" dt="2021-11-21T10:41:07.743" v="785" actId="1076"/>
          <ac:graphicFrameMkLst>
            <pc:docMk/>
            <pc:sldMk cId="2160015007" sldId="761"/>
            <ac:graphicFrameMk id="7" creationId="{3BE4989C-F160-4607-83F1-8D67272BCF8C}"/>
          </ac:graphicFrameMkLst>
        </pc:graphicFrameChg>
        <pc:graphicFrameChg chg="add mod">
          <ac:chgData name="翟 锐" userId="fef11181f709266a" providerId="LiveId" clId="{B9C4B5C5-B11F-4F30-B4A6-7EE1511F22B7}" dt="2021-11-21T10:41:31.593" v="798" actId="1076"/>
          <ac:graphicFrameMkLst>
            <pc:docMk/>
            <pc:sldMk cId="2160015007" sldId="761"/>
            <ac:graphicFrameMk id="8" creationId="{2DFAFAAA-A5D7-4B48-83D0-6ED8DA9DB93D}"/>
          </ac:graphicFrameMkLst>
        </pc:graphicFrameChg>
        <pc:picChg chg="del">
          <ac:chgData name="翟 锐" userId="fef11181f709266a" providerId="LiveId" clId="{B9C4B5C5-B11F-4F30-B4A6-7EE1511F22B7}" dt="2021-11-21T10:40:51.534" v="781" actId="478"/>
          <ac:picMkLst>
            <pc:docMk/>
            <pc:sldMk cId="2160015007" sldId="761"/>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2329378830" sldId="762"/>
        </pc:sldMkLst>
        <pc:spChg chg="mod">
          <ac:chgData name="翟 锐" userId="fef11181f709266a" providerId="LiveId" clId="{B9C4B5C5-B11F-4F30-B4A6-7EE1511F22B7}" dt="2021-11-21T10:42:36.784" v="829" actId="2711"/>
          <ac:spMkLst>
            <pc:docMk/>
            <pc:sldMk cId="2329378830" sldId="762"/>
            <ac:spMk id="2" creationId="{1A343DEC-CFF6-41F5-B87C-0DFC08C67B76}"/>
          </ac:spMkLst>
        </pc:spChg>
        <pc:spChg chg="add del mod">
          <ac:chgData name="翟 锐" userId="fef11181f709266a" providerId="LiveId" clId="{B9C4B5C5-B11F-4F30-B4A6-7EE1511F22B7}" dt="2021-11-21T10:42:47.500" v="837"/>
          <ac:spMkLst>
            <pc:docMk/>
            <pc:sldMk cId="2329378830" sldId="762"/>
            <ac:spMk id="10" creationId="{45C0D849-7230-4722-BDE4-A644842324AC}"/>
          </ac:spMkLst>
        </pc:spChg>
        <pc:spChg chg="add del mod">
          <ac:chgData name="翟 锐" userId="fef11181f709266a" providerId="LiveId" clId="{B9C4B5C5-B11F-4F30-B4A6-7EE1511F22B7}" dt="2021-11-21T10:42:50.964" v="839"/>
          <ac:spMkLst>
            <pc:docMk/>
            <pc:sldMk cId="2329378830" sldId="762"/>
            <ac:spMk id="11" creationId="{BACFE7CC-15D1-4EFE-884D-2CC8D1B409EF}"/>
          </ac:spMkLst>
        </pc:spChg>
        <pc:spChg chg="add del mod">
          <ac:chgData name="翟 锐" userId="fef11181f709266a" providerId="LiveId" clId="{B9C4B5C5-B11F-4F30-B4A6-7EE1511F22B7}" dt="2021-11-21T10:42:56.987" v="841"/>
          <ac:spMkLst>
            <pc:docMk/>
            <pc:sldMk cId="2329378830" sldId="762"/>
            <ac:spMk id="12" creationId="{5F235485-BB57-42DC-8FAE-96257A314CBD}"/>
          </ac:spMkLst>
        </pc:spChg>
        <pc:graphicFrameChg chg="add del mod">
          <ac:chgData name="翟 锐" userId="fef11181f709266a" providerId="LiveId" clId="{B9C4B5C5-B11F-4F30-B4A6-7EE1511F22B7}" dt="2021-11-21T10:42:31.797" v="823"/>
          <ac:graphicFrameMkLst>
            <pc:docMk/>
            <pc:sldMk cId="2329378830" sldId="762"/>
            <ac:graphicFrameMk id="7" creationId="{F105E494-4AA6-470C-B9B2-C37781590C78}"/>
          </ac:graphicFrameMkLst>
        </pc:graphicFrameChg>
        <pc:graphicFrameChg chg="add mod">
          <ac:chgData name="翟 锐" userId="fef11181f709266a" providerId="LiveId" clId="{B9C4B5C5-B11F-4F30-B4A6-7EE1511F22B7}" dt="2021-11-21T10:42:41.321" v="833" actId="1076"/>
          <ac:graphicFrameMkLst>
            <pc:docMk/>
            <pc:sldMk cId="2329378830" sldId="762"/>
            <ac:graphicFrameMk id="9" creationId="{CE4F4235-51DB-4750-A93F-4B4ABF3FF55E}"/>
          </ac:graphicFrameMkLst>
        </pc:graphicFrameChg>
        <pc:picChg chg="del mod">
          <ac:chgData name="翟 锐" userId="fef11181f709266a" providerId="LiveId" clId="{B9C4B5C5-B11F-4F30-B4A6-7EE1511F22B7}" dt="2021-11-21T10:41:51.135" v="803" actId="478"/>
          <ac:picMkLst>
            <pc:docMk/>
            <pc:sldMk cId="2329378830" sldId="762"/>
            <ac:picMk id="3" creationId="{F7BADF5E-0976-4C9B-AC03-7B5B5B9C0FB9}"/>
          </ac:picMkLst>
        </pc:picChg>
        <pc:picChg chg="add del mod">
          <ac:chgData name="翟 锐" userId="fef11181f709266a" providerId="LiveId" clId="{B9C4B5C5-B11F-4F30-B4A6-7EE1511F22B7}" dt="2021-11-21T10:42:37.870" v="831"/>
          <ac:picMkLst>
            <pc:docMk/>
            <pc:sldMk cId="2329378830" sldId="762"/>
            <ac:picMk id="4" creationId="{D43CD296-D0DA-4B5E-8CFD-9B1B8EC3A9E8}"/>
          </ac:picMkLst>
        </pc:picChg>
        <pc:picChg chg="add mod">
          <ac:chgData name="翟 锐" userId="fef11181f709266a" providerId="LiveId" clId="{B9C4B5C5-B11F-4F30-B4A6-7EE1511F22B7}" dt="2021-11-21T10:43:01.961" v="843" actId="1076"/>
          <ac:picMkLst>
            <pc:docMk/>
            <pc:sldMk cId="2329378830" sldId="762"/>
            <ac:picMk id="5" creationId="{349F3BB1-891A-45D9-8420-BF6EF7454BBF}"/>
          </ac:picMkLst>
        </pc:picChg>
      </pc:sldChg>
      <pc:sldChg chg="addSp delSp modSp add del mod modAnim">
        <pc:chgData name="翟 锐" userId="fef11181f709266a" providerId="LiveId" clId="{B9C4B5C5-B11F-4F30-B4A6-7EE1511F22B7}" dt="2021-11-21T10:54:04.763" v="1108" actId="47"/>
        <pc:sldMkLst>
          <pc:docMk/>
          <pc:sldMk cId="3345755001" sldId="763"/>
        </pc:sldMkLst>
        <pc:spChg chg="del mod">
          <ac:chgData name="翟 锐" userId="fef11181f709266a" providerId="LiveId" clId="{B9C4B5C5-B11F-4F30-B4A6-7EE1511F22B7}" dt="2021-11-21T10:43:08.287" v="847"/>
          <ac:spMkLst>
            <pc:docMk/>
            <pc:sldMk cId="3345755001" sldId="763"/>
            <ac:spMk id="2" creationId="{1A343DEC-CFF6-41F5-B87C-0DFC08C67B76}"/>
          </ac:spMkLst>
        </pc:spChg>
        <pc:spChg chg="mod">
          <ac:chgData name="翟 锐" userId="fef11181f709266a" providerId="LiveId" clId="{B9C4B5C5-B11F-4F30-B4A6-7EE1511F22B7}" dt="2021-11-21T10:43:42.879" v="860"/>
          <ac:spMkLst>
            <pc:docMk/>
            <pc:sldMk cId="3345755001" sldId="763"/>
            <ac:spMk id="35" creationId="{00000000-0000-0000-0000-000000000000}"/>
          </ac:spMkLst>
        </pc:spChg>
        <pc:picChg chg="del">
          <ac:chgData name="翟 锐" userId="fef11181f709266a" providerId="LiveId" clId="{B9C4B5C5-B11F-4F30-B4A6-7EE1511F22B7}" dt="2021-11-21T10:43:08.286" v="845" actId="478"/>
          <ac:picMkLst>
            <pc:docMk/>
            <pc:sldMk cId="3345755001" sldId="763"/>
            <ac:picMk id="3" creationId="{F7BADF5E-0976-4C9B-AC03-7B5B5B9C0FB9}"/>
          </ac:picMkLst>
        </pc:picChg>
        <pc:picChg chg="add mod">
          <ac:chgData name="翟 锐" userId="fef11181f709266a" providerId="LiveId" clId="{B9C4B5C5-B11F-4F30-B4A6-7EE1511F22B7}" dt="2021-11-21T10:43:47.770" v="863" actId="1076"/>
          <ac:picMkLst>
            <pc:docMk/>
            <pc:sldMk cId="3345755001" sldId="763"/>
            <ac:picMk id="5" creationId="{B74197A2-7C57-426E-AF51-3782BAEFDECF}"/>
          </ac:picMkLst>
        </pc:picChg>
      </pc:sldChg>
      <pc:sldChg chg="addSp delSp modSp add del mod modAnim">
        <pc:chgData name="翟 锐" userId="fef11181f709266a" providerId="LiveId" clId="{B9C4B5C5-B11F-4F30-B4A6-7EE1511F22B7}" dt="2021-11-21T10:54:04.763" v="1108" actId="47"/>
        <pc:sldMkLst>
          <pc:docMk/>
          <pc:sldMk cId="2653296156" sldId="764"/>
        </pc:sldMkLst>
        <pc:spChg chg="mod">
          <ac:chgData name="翟 锐" userId="fef11181f709266a" providerId="LiveId" clId="{B9C4B5C5-B11F-4F30-B4A6-7EE1511F22B7}" dt="2021-11-21T10:44:39.424" v="889" actId="20577"/>
          <ac:spMkLst>
            <pc:docMk/>
            <pc:sldMk cId="2653296156" sldId="764"/>
            <ac:spMk id="2" creationId="{1A343DEC-CFF6-41F5-B87C-0DFC08C67B76}"/>
          </ac:spMkLst>
        </pc:spChg>
        <pc:spChg chg="mod">
          <ac:chgData name="翟 锐" userId="fef11181f709266a" providerId="LiveId" clId="{B9C4B5C5-B11F-4F30-B4A6-7EE1511F22B7}" dt="2021-11-21T10:44:50.830" v="894" actId="14100"/>
          <ac:spMkLst>
            <pc:docMk/>
            <pc:sldMk cId="2653296156" sldId="764"/>
            <ac:spMk id="9" creationId="{E056265C-1E10-495A-AA1B-AF3F6B771FC0}"/>
          </ac:spMkLst>
        </pc:spChg>
        <pc:spChg chg="mod">
          <ac:chgData name="翟 锐" userId="fef11181f709266a" providerId="LiveId" clId="{B9C4B5C5-B11F-4F30-B4A6-7EE1511F22B7}" dt="2021-11-21T10:44:50.830" v="894" actId="14100"/>
          <ac:spMkLst>
            <pc:docMk/>
            <pc:sldMk cId="2653296156" sldId="764"/>
            <ac:spMk id="10" creationId="{B983AA45-10B9-4B63-B1F3-1A76001FD77C}"/>
          </ac:spMkLst>
        </pc:spChg>
        <pc:spChg chg="mod">
          <ac:chgData name="翟 锐" userId="fef11181f709266a" providerId="LiveId" clId="{B9C4B5C5-B11F-4F30-B4A6-7EE1511F22B7}" dt="2021-11-21T10:44:50.830" v="894" actId="14100"/>
          <ac:spMkLst>
            <pc:docMk/>
            <pc:sldMk cId="2653296156" sldId="764"/>
            <ac:spMk id="11" creationId="{A9A8BE80-0AD3-4636-8486-C4D0E6D83ABC}"/>
          </ac:spMkLst>
        </pc:spChg>
        <pc:spChg chg="mod">
          <ac:chgData name="翟 锐" userId="fef11181f709266a" providerId="LiveId" clId="{B9C4B5C5-B11F-4F30-B4A6-7EE1511F22B7}" dt="2021-11-21T10:44:50.830" v="894" actId="14100"/>
          <ac:spMkLst>
            <pc:docMk/>
            <pc:sldMk cId="2653296156" sldId="764"/>
            <ac:spMk id="12" creationId="{9C395070-64A6-4AA6-85F8-DA33C943C9CB}"/>
          </ac:spMkLst>
        </pc:spChg>
        <pc:spChg chg="mod">
          <ac:chgData name="翟 锐" userId="fef11181f709266a" providerId="LiveId" clId="{B9C4B5C5-B11F-4F30-B4A6-7EE1511F22B7}" dt="2021-11-21T10:44:50.830" v="894" actId="14100"/>
          <ac:spMkLst>
            <pc:docMk/>
            <pc:sldMk cId="2653296156" sldId="764"/>
            <ac:spMk id="13" creationId="{4C17F933-5FEB-4CE8-9E90-E351B86EFBDC}"/>
          </ac:spMkLst>
        </pc:spChg>
        <pc:spChg chg="mod">
          <ac:chgData name="翟 锐" userId="fef11181f709266a" providerId="LiveId" clId="{B9C4B5C5-B11F-4F30-B4A6-7EE1511F22B7}" dt="2021-11-21T10:44:50.830" v="894" actId="14100"/>
          <ac:spMkLst>
            <pc:docMk/>
            <pc:sldMk cId="2653296156" sldId="764"/>
            <ac:spMk id="14" creationId="{E9FF74C3-F04C-4C6B-B683-D5C86B637D08}"/>
          </ac:spMkLst>
        </pc:spChg>
        <pc:spChg chg="mod">
          <ac:chgData name="翟 锐" userId="fef11181f709266a" providerId="LiveId" clId="{B9C4B5C5-B11F-4F30-B4A6-7EE1511F22B7}" dt="2021-11-21T10:45:11.680" v="901" actId="1076"/>
          <ac:spMkLst>
            <pc:docMk/>
            <pc:sldMk cId="2653296156" sldId="764"/>
            <ac:spMk id="16" creationId="{2E49052D-ACC5-40BC-8FDE-34021241BE9A}"/>
          </ac:spMkLst>
        </pc:spChg>
        <pc:spChg chg="mod">
          <ac:chgData name="翟 锐" userId="fef11181f709266a" providerId="LiveId" clId="{B9C4B5C5-B11F-4F30-B4A6-7EE1511F22B7}" dt="2021-11-21T10:45:11.680" v="901" actId="1076"/>
          <ac:spMkLst>
            <pc:docMk/>
            <pc:sldMk cId="2653296156" sldId="764"/>
            <ac:spMk id="17" creationId="{B1C9653A-E389-4FF9-B069-9BF71BBE3C52}"/>
          </ac:spMkLst>
        </pc:spChg>
        <pc:spChg chg="mod">
          <ac:chgData name="翟 锐" userId="fef11181f709266a" providerId="LiveId" clId="{B9C4B5C5-B11F-4F30-B4A6-7EE1511F22B7}" dt="2021-11-21T10:45:11.680" v="901" actId="1076"/>
          <ac:spMkLst>
            <pc:docMk/>
            <pc:sldMk cId="2653296156" sldId="764"/>
            <ac:spMk id="18" creationId="{DEE64A9A-8D24-434F-BA80-95438789AF4F}"/>
          </ac:spMkLst>
        </pc:spChg>
        <pc:spChg chg="mod">
          <ac:chgData name="翟 锐" userId="fef11181f709266a" providerId="LiveId" clId="{B9C4B5C5-B11F-4F30-B4A6-7EE1511F22B7}" dt="2021-11-21T10:45:11.680" v="901" actId="1076"/>
          <ac:spMkLst>
            <pc:docMk/>
            <pc:sldMk cId="2653296156" sldId="764"/>
            <ac:spMk id="19" creationId="{6335D19E-AA89-426F-9A9D-D5144E137BF0}"/>
          </ac:spMkLst>
        </pc:spChg>
        <pc:spChg chg="mod">
          <ac:chgData name="翟 锐" userId="fef11181f709266a" providerId="LiveId" clId="{B9C4B5C5-B11F-4F30-B4A6-7EE1511F22B7}" dt="2021-11-21T10:45:11.680" v="901" actId="1076"/>
          <ac:spMkLst>
            <pc:docMk/>
            <pc:sldMk cId="2653296156" sldId="764"/>
            <ac:spMk id="20" creationId="{FC0F8B6F-86E4-4360-A64C-7158D872FFB9}"/>
          </ac:spMkLst>
        </pc:spChg>
        <pc:spChg chg="mod">
          <ac:chgData name="翟 锐" userId="fef11181f709266a" providerId="LiveId" clId="{B9C4B5C5-B11F-4F30-B4A6-7EE1511F22B7}" dt="2021-11-21T10:45:11.680" v="901" actId="1076"/>
          <ac:spMkLst>
            <pc:docMk/>
            <pc:sldMk cId="2653296156" sldId="764"/>
            <ac:spMk id="21" creationId="{C0422830-D407-466C-8BC6-2AC23B0E20EC}"/>
          </ac:spMkLst>
        </pc:spChg>
        <pc:spChg chg="mod">
          <ac:chgData name="翟 锐" userId="fef11181f709266a" providerId="LiveId" clId="{B9C4B5C5-B11F-4F30-B4A6-7EE1511F22B7}" dt="2021-11-21T10:45:35.140" v="907" actId="1076"/>
          <ac:spMkLst>
            <pc:docMk/>
            <pc:sldMk cId="2653296156" sldId="764"/>
            <ac:spMk id="23" creationId="{49BF6740-DE1A-4591-B94A-5E9216386657}"/>
          </ac:spMkLst>
        </pc:spChg>
        <pc:spChg chg="mod">
          <ac:chgData name="翟 锐" userId="fef11181f709266a" providerId="LiveId" clId="{B9C4B5C5-B11F-4F30-B4A6-7EE1511F22B7}" dt="2021-11-21T10:45:35.140" v="907" actId="1076"/>
          <ac:spMkLst>
            <pc:docMk/>
            <pc:sldMk cId="2653296156" sldId="764"/>
            <ac:spMk id="24" creationId="{9E7A5230-9C7E-4AD9-AE50-B6A3612F087B}"/>
          </ac:spMkLst>
        </pc:spChg>
        <pc:spChg chg="mod">
          <ac:chgData name="翟 锐" userId="fef11181f709266a" providerId="LiveId" clId="{B9C4B5C5-B11F-4F30-B4A6-7EE1511F22B7}" dt="2021-11-21T10:45:35.140" v="907" actId="1076"/>
          <ac:spMkLst>
            <pc:docMk/>
            <pc:sldMk cId="2653296156" sldId="764"/>
            <ac:spMk id="25" creationId="{43BF4BDA-895A-4D7E-82A9-75981F608D2D}"/>
          </ac:spMkLst>
        </pc:spChg>
        <pc:spChg chg="mod">
          <ac:chgData name="翟 锐" userId="fef11181f709266a" providerId="LiveId" clId="{B9C4B5C5-B11F-4F30-B4A6-7EE1511F22B7}" dt="2021-11-21T10:45:35.140" v="907" actId="1076"/>
          <ac:spMkLst>
            <pc:docMk/>
            <pc:sldMk cId="2653296156" sldId="764"/>
            <ac:spMk id="26" creationId="{938357B6-CFE7-4A5D-9776-F794AC3DCBEB}"/>
          </ac:spMkLst>
        </pc:spChg>
        <pc:spChg chg="mod">
          <ac:chgData name="翟 锐" userId="fef11181f709266a" providerId="LiveId" clId="{B9C4B5C5-B11F-4F30-B4A6-7EE1511F22B7}" dt="2021-11-21T10:45:39.933" v="908" actId="1076"/>
          <ac:spMkLst>
            <pc:docMk/>
            <pc:sldMk cId="2653296156" sldId="764"/>
            <ac:spMk id="27" creationId="{E988D191-6AF3-4FCC-B3A7-F3DFFB70DBB6}"/>
          </ac:spMkLst>
        </pc:spChg>
        <pc:spChg chg="mod">
          <ac:chgData name="翟 锐" userId="fef11181f709266a" providerId="LiveId" clId="{B9C4B5C5-B11F-4F30-B4A6-7EE1511F22B7}" dt="2021-11-21T10:45:35.140" v="907" actId="1076"/>
          <ac:spMkLst>
            <pc:docMk/>
            <pc:sldMk cId="2653296156" sldId="764"/>
            <ac:spMk id="28" creationId="{3BB5B991-E38A-4119-BA05-494C33BC829C}"/>
          </ac:spMkLst>
        </pc:spChg>
        <pc:spChg chg="mod">
          <ac:chgData name="翟 锐" userId="fef11181f709266a" providerId="LiveId" clId="{B9C4B5C5-B11F-4F30-B4A6-7EE1511F22B7}" dt="2021-11-21T10:43:56.110" v="866"/>
          <ac:spMkLst>
            <pc:docMk/>
            <pc:sldMk cId="2653296156" sldId="764"/>
            <ac:spMk id="35" creationId="{00000000-0000-0000-0000-000000000000}"/>
          </ac:spMkLst>
        </pc:spChg>
        <pc:grpChg chg="add del mod">
          <ac:chgData name="翟 锐" userId="fef11181f709266a" providerId="LiveId" clId="{B9C4B5C5-B11F-4F30-B4A6-7EE1511F22B7}" dt="2021-11-21T10:44:52.512" v="895"/>
          <ac:grpSpMkLst>
            <pc:docMk/>
            <pc:sldMk cId="2653296156" sldId="764"/>
            <ac:grpSpMk id="8" creationId="{BABE0B5A-920B-4162-A71C-AED930C0A31D}"/>
          </ac:grpSpMkLst>
        </pc:grpChg>
        <pc:grpChg chg="add mod">
          <ac:chgData name="翟 锐" userId="fef11181f709266a" providerId="LiveId" clId="{B9C4B5C5-B11F-4F30-B4A6-7EE1511F22B7}" dt="2021-11-21T10:45:11.680" v="901" actId="1076"/>
          <ac:grpSpMkLst>
            <pc:docMk/>
            <pc:sldMk cId="2653296156" sldId="764"/>
            <ac:grpSpMk id="15" creationId="{717CE7C3-92A9-4520-A561-D9B17FFE49F9}"/>
          </ac:grpSpMkLst>
        </pc:grpChg>
        <pc:grpChg chg="add mod">
          <ac:chgData name="翟 锐" userId="fef11181f709266a" providerId="LiveId" clId="{B9C4B5C5-B11F-4F30-B4A6-7EE1511F22B7}" dt="2021-11-21T10:45:35.140" v="907" actId="1076"/>
          <ac:grpSpMkLst>
            <pc:docMk/>
            <pc:sldMk cId="2653296156" sldId="764"/>
            <ac:grpSpMk id="22" creationId="{E4E3C8E8-4874-4B68-89AD-4C913EDC01D3}"/>
          </ac:grpSpMkLst>
        </pc:grpChg>
        <pc:graphicFrameChg chg="add del mod">
          <ac:chgData name="翟 锐" userId="fef11181f709266a" providerId="LiveId" clId="{B9C4B5C5-B11F-4F30-B4A6-7EE1511F22B7}" dt="2021-11-21T10:44:21.273" v="875" actId="1076"/>
          <ac:graphicFrameMkLst>
            <pc:docMk/>
            <pc:sldMk cId="2653296156" sldId="764"/>
            <ac:graphicFrameMk id="7" creationId="{425BE183-440E-4297-9497-70A7B16C0F7F}"/>
          </ac:graphicFrameMkLst>
        </pc:graphicFrameChg>
        <pc:picChg chg="del">
          <ac:chgData name="翟 锐" userId="fef11181f709266a" providerId="LiveId" clId="{B9C4B5C5-B11F-4F30-B4A6-7EE1511F22B7}" dt="2021-11-21T10:44:06.465" v="870" actId="478"/>
          <ac:picMkLst>
            <pc:docMk/>
            <pc:sldMk cId="2653296156" sldId="764"/>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467504462" sldId="765"/>
        </pc:sldMkLst>
        <pc:spChg chg="mod">
          <ac:chgData name="翟 锐" userId="fef11181f709266a" providerId="LiveId" clId="{B9C4B5C5-B11F-4F30-B4A6-7EE1511F22B7}" dt="2021-11-21T10:46:09.504" v="925" actId="20577"/>
          <ac:spMkLst>
            <pc:docMk/>
            <pc:sldMk cId="467504462" sldId="765"/>
            <ac:spMk id="2" creationId="{1A343DEC-CFF6-41F5-B87C-0DFC08C67B76}"/>
          </ac:spMkLst>
        </pc:spChg>
        <pc:graphicFrameChg chg="add mod">
          <ac:chgData name="翟 锐" userId="fef11181f709266a" providerId="LiveId" clId="{B9C4B5C5-B11F-4F30-B4A6-7EE1511F22B7}" dt="2021-11-21T10:46:01.128" v="916" actId="1076"/>
          <ac:graphicFrameMkLst>
            <pc:docMk/>
            <pc:sldMk cId="467504462" sldId="765"/>
            <ac:graphicFrameMk id="7" creationId="{65A8459B-C96E-435D-8883-FB37FED6A22A}"/>
          </ac:graphicFrameMkLst>
        </pc:graphicFrameChg>
        <pc:picChg chg="del">
          <ac:chgData name="翟 锐" userId="fef11181f709266a" providerId="LiveId" clId="{B9C4B5C5-B11F-4F30-B4A6-7EE1511F22B7}" dt="2021-11-21T10:45:56.190" v="914" actId="478"/>
          <ac:picMkLst>
            <pc:docMk/>
            <pc:sldMk cId="467504462" sldId="765"/>
            <ac:picMk id="3" creationId="{F7BADF5E-0976-4C9B-AC03-7B5B5B9C0FB9}"/>
          </ac:picMkLst>
        </pc:picChg>
      </pc:sldChg>
      <pc:sldChg chg="delSp modSp add del mod modAnim">
        <pc:chgData name="翟 锐" userId="fef11181f709266a" providerId="LiveId" clId="{B9C4B5C5-B11F-4F30-B4A6-7EE1511F22B7}" dt="2021-11-21T10:54:04.763" v="1108" actId="47"/>
        <pc:sldMkLst>
          <pc:docMk/>
          <pc:sldMk cId="2838408127" sldId="766"/>
        </pc:sldMkLst>
        <pc:spChg chg="mod">
          <ac:chgData name="翟 锐" userId="fef11181f709266a" providerId="LiveId" clId="{B9C4B5C5-B11F-4F30-B4A6-7EE1511F22B7}" dt="2021-11-21T10:46:50.865" v="956" actId="6549"/>
          <ac:spMkLst>
            <pc:docMk/>
            <pc:sldMk cId="2838408127" sldId="766"/>
            <ac:spMk id="2" creationId="{1A343DEC-CFF6-41F5-B87C-0DFC08C67B76}"/>
          </ac:spMkLst>
        </pc:spChg>
        <pc:spChg chg="mod">
          <ac:chgData name="翟 锐" userId="fef11181f709266a" providerId="LiveId" clId="{B9C4B5C5-B11F-4F30-B4A6-7EE1511F22B7}" dt="2021-11-21T10:46:21.288" v="928"/>
          <ac:spMkLst>
            <pc:docMk/>
            <pc:sldMk cId="2838408127" sldId="766"/>
            <ac:spMk id="35" creationId="{00000000-0000-0000-0000-000000000000}"/>
          </ac:spMkLst>
        </pc:spChg>
        <pc:picChg chg="del">
          <ac:chgData name="翟 锐" userId="fef11181f709266a" providerId="LiveId" clId="{B9C4B5C5-B11F-4F30-B4A6-7EE1511F22B7}" dt="2021-11-21T10:46:29.215" v="932" actId="478"/>
          <ac:picMkLst>
            <pc:docMk/>
            <pc:sldMk cId="2838408127" sldId="766"/>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1337329007" sldId="767"/>
        </pc:sldMkLst>
        <pc:spChg chg="mod">
          <ac:chgData name="翟 锐" userId="fef11181f709266a" providerId="LiveId" clId="{B9C4B5C5-B11F-4F30-B4A6-7EE1511F22B7}" dt="2021-11-21T10:47:25.071" v="975" actId="20577"/>
          <ac:spMkLst>
            <pc:docMk/>
            <pc:sldMk cId="1337329007" sldId="767"/>
            <ac:spMk id="2" creationId="{1A343DEC-CFF6-41F5-B87C-0DFC08C67B76}"/>
          </ac:spMkLst>
        </pc:spChg>
        <pc:spChg chg="mod">
          <ac:chgData name="翟 锐" userId="fef11181f709266a" providerId="LiveId" clId="{B9C4B5C5-B11F-4F30-B4A6-7EE1511F22B7}" dt="2021-11-21T10:47:39.587" v="977" actId="1076"/>
          <ac:spMkLst>
            <pc:docMk/>
            <pc:sldMk cId="1337329007" sldId="767"/>
            <ac:spMk id="8" creationId="{E2318CF0-891D-4368-A945-875EE0C44CAA}"/>
          </ac:spMkLst>
        </pc:spChg>
        <pc:spChg chg="mod">
          <ac:chgData name="翟 锐" userId="fef11181f709266a" providerId="LiveId" clId="{B9C4B5C5-B11F-4F30-B4A6-7EE1511F22B7}" dt="2021-11-21T10:47:39.587" v="977" actId="1076"/>
          <ac:spMkLst>
            <pc:docMk/>
            <pc:sldMk cId="1337329007" sldId="767"/>
            <ac:spMk id="11" creationId="{E0329CD0-045E-406E-B4EA-151CC80C3621}"/>
          </ac:spMkLst>
        </pc:spChg>
        <pc:spChg chg="mod">
          <ac:chgData name="翟 锐" userId="fef11181f709266a" providerId="LiveId" clId="{B9C4B5C5-B11F-4F30-B4A6-7EE1511F22B7}" dt="2021-11-21T10:47:39.587" v="977" actId="1076"/>
          <ac:spMkLst>
            <pc:docMk/>
            <pc:sldMk cId="1337329007" sldId="767"/>
            <ac:spMk id="13" creationId="{BD3EAB38-E8D1-49A7-8053-34B2B30B8139}"/>
          </ac:spMkLst>
        </pc:spChg>
        <pc:spChg chg="mod">
          <ac:chgData name="翟 锐" userId="fef11181f709266a" providerId="LiveId" clId="{B9C4B5C5-B11F-4F30-B4A6-7EE1511F22B7}" dt="2021-11-21T10:47:39.587" v="977" actId="1076"/>
          <ac:spMkLst>
            <pc:docMk/>
            <pc:sldMk cId="1337329007" sldId="767"/>
            <ac:spMk id="14" creationId="{5275E262-4982-4F0D-AC00-06AC24966C16}"/>
          </ac:spMkLst>
        </pc:spChg>
        <pc:spChg chg="mod">
          <ac:chgData name="翟 锐" userId="fef11181f709266a" providerId="LiveId" clId="{B9C4B5C5-B11F-4F30-B4A6-7EE1511F22B7}" dt="2021-11-21T10:47:39.587" v="977" actId="1076"/>
          <ac:spMkLst>
            <pc:docMk/>
            <pc:sldMk cId="1337329007" sldId="767"/>
            <ac:spMk id="15" creationId="{FFB5B5A8-35D8-4A58-96BF-E41B59545481}"/>
          </ac:spMkLst>
        </pc:spChg>
        <pc:spChg chg="mod">
          <ac:chgData name="翟 锐" userId="fef11181f709266a" providerId="LiveId" clId="{B9C4B5C5-B11F-4F30-B4A6-7EE1511F22B7}" dt="2021-11-21T10:47:39.587" v="977" actId="1076"/>
          <ac:spMkLst>
            <pc:docMk/>
            <pc:sldMk cId="1337329007" sldId="767"/>
            <ac:spMk id="16" creationId="{7716AD1C-EF1A-4066-94DA-8A5112BB4259}"/>
          </ac:spMkLst>
        </pc:spChg>
        <pc:spChg chg="mod">
          <ac:chgData name="翟 锐" userId="fef11181f709266a" providerId="LiveId" clId="{B9C4B5C5-B11F-4F30-B4A6-7EE1511F22B7}" dt="2021-11-21T10:47:00.026" v="959"/>
          <ac:spMkLst>
            <pc:docMk/>
            <pc:sldMk cId="1337329007" sldId="767"/>
            <ac:spMk id="35" creationId="{00000000-0000-0000-0000-000000000000}"/>
          </ac:spMkLst>
        </pc:spChg>
        <pc:grpChg chg="add mod">
          <ac:chgData name="翟 锐" userId="fef11181f709266a" providerId="LiveId" clId="{B9C4B5C5-B11F-4F30-B4A6-7EE1511F22B7}" dt="2021-11-21T10:47:39.587" v="977" actId="1076"/>
          <ac:grpSpMkLst>
            <pc:docMk/>
            <pc:sldMk cId="1337329007" sldId="767"/>
            <ac:grpSpMk id="7" creationId="{1F7629D9-5EE9-4AB5-90CC-DA092CBB692C}"/>
          </ac:grpSpMkLst>
        </pc:grpChg>
        <pc:grpChg chg="mod">
          <ac:chgData name="翟 锐" userId="fef11181f709266a" providerId="LiveId" clId="{B9C4B5C5-B11F-4F30-B4A6-7EE1511F22B7}" dt="2021-11-21T10:47:39.587" v="977" actId="1076"/>
          <ac:grpSpMkLst>
            <pc:docMk/>
            <pc:sldMk cId="1337329007" sldId="767"/>
            <ac:grpSpMk id="10" creationId="{1433ED04-D1D5-42FE-9949-5EF575C14700}"/>
          </ac:grpSpMkLst>
        </pc:grpChg>
        <pc:graphicFrameChg chg="mod">
          <ac:chgData name="翟 锐" userId="fef11181f709266a" providerId="LiveId" clId="{B9C4B5C5-B11F-4F30-B4A6-7EE1511F22B7}" dt="2021-11-21T10:47:39.587" v="977" actId="1076"/>
          <ac:graphicFrameMkLst>
            <pc:docMk/>
            <pc:sldMk cId="1337329007" sldId="767"/>
            <ac:graphicFrameMk id="9" creationId="{3E96C149-6BE4-492D-95FE-0CF0BB5FCEE9}"/>
          </ac:graphicFrameMkLst>
        </pc:graphicFrameChg>
        <pc:graphicFrameChg chg="mod">
          <ac:chgData name="翟 锐" userId="fef11181f709266a" providerId="LiveId" clId="{B9C4B5C5-B11F-4F30-B4A6-7EE1511F22B7}" dt="2021-11-21T10:47:39.587" v="977" actId="1076"/>
          <ac:graphicFrameMkLst>
            <pc:docMk/>
            <pc:sldMk cId="1337329007" sldId="767"/>
            <ac:graphicFrameMk id="12" creationId="{E68C248C-4D3F-492A-9D26-0AC5C38A280D}"/>
          </ac:graphicFrameMkLst>
        </pc:graphicFrameChg>
        <pc:picChg chg="del">
          <ac:chgData name="翟 锐" userId="fef11181f709266a" providerId="LiveId" clId="{B9C4B5C5-B11F-4F30-B4A6-7EE1511F22B7}" dt="2021-11-21T10:47:14.719" v="971" actId="478"/>
          <ac:picMkLst>
            <pc:docMk/>
            <pc:sldMk cId="1337329007" sldId="767"/>
            <ac:picMk id="3" creationId="{F7BADF5E-0976-4C9B-AC03-7B5B5B9C0FB9}"/>
          </ac:picMkLst>
        </pc:picChg>
      </pc:sldChg>
      <pc:sldChg chg="addSp delSp modSp add del mod">
        <pc:chgData name="翟 锐" userId="fef11181f709266a" providerId="LiveId" clId="{B9C4B5C5-B11F-4F30-B4A6-7EE1511F22B7}" dt="2021-11-21T10:54:04.763" v="1108" actId="47"/>
        <pc:sldMkLst>
          <pc:docMk/>
          <pc:sldMk cId="3911537550" sldId="768"/>
        </pc:sldMkLst>
        <pc:spChg chg="mod">
          <ac:chgData name="翟 锐" userId="fef11181f709266a" providerId="LiveId" clId="{B9C4B5C5-B11F-4F30-B4A6-7EE1511F22B7}" dt="2021-11-21T10:48:29.696" v="1000" actId="21"/>
          <ac:spMkLst>
            <pc:docMk/>
            <pc:sldMk cId="3911537550" sldId="768"/>
            <ac:spMk id="2" creationId="{1A343DEC-CFF6-41F5-B87C-0DFC08C67B76}"/>
          </ac:spMkLst>
        </pc:spChg>
        <pc:graphicFrameChg chg="add mod modGraphic">
          <ac:chgData name="翟 锐" userId="fef11181f709266a" providerId="LiveId" clId="{B9C4B5C5-B11F-4F30-B4A6-7EE1511F22B7}" dt="2021-11-21T10:48:20.181" v="998" actId="14100"/>
          <ac:graphicFrameMkLst>
            <pc:docMk/>
            <pc:sldMk cId="3911537550" sldId="768"/>
            <ac:graphicFrameMk id="7" creationId="{AB472FCC-68AB-4C53-81F1-70763BF7697E}"/>
          </ac:graphicFrameMkLst>
        </pc:graphicFrameChg>
        <pc:picChg chg="del">
          <ac:chgData name="翟 锐" userId="fef11181f709266a" providerId="LiveId" clId="{B9C4B5C5-B11F-4F30-B4A6-7EE1511F22B7}" dt="2021-11-21T10:47:49.918" v="983" actId="478"/>
          <ac:picMkLst>
            <pc:docMk/>
            <pc:sldMk cId="3911537550" sldId="768"/>
            <ac:picMk id="3" creationId="{F7BADF5E-0976-4C9B-AC03-7B5B5B9C0FB9}"/>
          </ac:picMkLst>
        </pc:picChg>
      </pc:sldChg>
      <pc:sldChg chg="delSp modSp add del mod">
        <pc:chgData name="翟 锐" userId="fef11181f709266a" providerId="LiveId" clId="{B9C4B5C5-B11F-4F30-B4A6-7EE1511F22B7}" dt="2021-11-21T10:54:04.763" v="1108" actId="47"/>
        <pc:sldMkLst>
          <pc:docMk/>
          <pc:sldMk cId="857784571" sldId="769"/>
        </pc:sldMkLst>
        <pc:spChg chg="mod">
          <ac:chgData name="翟 锐" userId="fef11181f709266a" providerId="LiveId" clId="{B9C4B5C5-B11F-4F30-B4A6-7EE1511F22B7}" dt="2021-11-21T10:48:32.437" v="1001"/>
          <ac:spMkLst>
            <pc:docMk/>
            <pc:sldMk cId="857784571" sldId="769"/>
            <ac:spMk id="2" creationId="{1A343DEC-CFF6-41F5-B87C-0DFC08C67B76}"/>
          </ac:spMkLst>
        </pc:spChg>
        <pc:picChg chg="del">
          <ac:chgData name="翟 锐" userId="fef11181f709266a" providerId="LiveId" clId="{B9C4B5C5-B11F-4F30-B4A6-7EE1511F22B7}" dt="2021-11-21T10:48:33.550" v="1002" actId="478"/>
          <ac:picMkLst>
            <pc:docMk/>
            <pc:sldMk cId="857784571" sldId="769"/>
            <ac:picMk id="3" creationId="{F7BADF5E-0976-4C9B-AC03-7B5B5B9C0FB9}"/>
          </ac:picMkLst>
        </pc:picChg>
      </pc:sldChg>
      <pc:sldChg chg="addSp delSp modSp add del mod modAnim">
        <pc:chgData name="翟 锐" userId="fef11181f709266a" providerId="LiveId" clId="{B9C4B5C5-B11F-4F30-B4A6-7EE1511F22B7}" dt="2021-11-21T10:54:04.763" v="1108" actId="47"/>
        <pc:sldMkLst>
          <pc:docMk/>
          <pc:sldMk cId="2295080608" sldId="770"/>
        </pc:sldMkLst>
        <pc:spChg chg="mod">
          <ac:chgData name="翟 锐" userId="fef11181f709266a" providerId="LiveId" clId="{B9C4B5C5-B11F-4F30-B4A6-7EE1511F22B7}" dt="2021-11-21T10:50:04.879" v="1034" actId="20577"/>
          <ac:spMkLst>
            <pc:docMk/>
            <pc:sldMk cId="2295080608" sldId="770"/>
            <ac:spMk id="2" creationId="{1A343DEC-CFF6-41F5-B87C-0DFC08C67B76}"/>
          </ac:spMkLst>
        </pc:spChg>
        <pc:spChg chg="mod">
          <ac:chgData name="翟 锐" userId="fef11181f709266a" providerId="LiveId" clId="{B9C4B5C5-B11F-4F30-B4A6-7EE1511F22B7}" dt="2021-11-21T10:48:48.287" v="1013"/>
          <ac:spMkLst>
            <pc:docMk/>
            <pc:sldMk cId="2295080608" sldId="770"/>
            <ac:spMk id="35" creationId="{00000000-0000-0000-0000-000000000000}"/>
          </ac:spMkLst>
        </pc:spChg>
        <pc:picChg chg="del">
          <ac:chgData name="翟 锐" userId="fef11181f709266a" providerId="LiveId" clId="{B9C4B5C5-B11F-4F30-B4A6-7EE1511F22B7}" dt="2021-11-21T10:49:04.830" v="1021" actId="478"/>
          <ac:picMkLst>
            <pc:docMk/>
            <pc:sldMk cId="2295080608" sldId="770"/>
            <ac:picMk id="3" creationId="{F7BADF5E-0976-4C9B-AC03-7B5B5B9C0FB9}"/>
          </ac:picMkLst>
        </pc:picChg>
        <pc:picChg chg="add del">
          <ac:chgData name="翟 锐" userId="fef11181f709266a" providerId="LiveId" clId="{B9C4B5C5-B11F-4F30-B4A6-7EE1511F22B7}" dt="2021-11-21T10:48:45.344" v="1010" actId="22"/>
          <ac:picMkLst>
            <pc:docMk/>
            <pc:sldMk cId="2295080608" sldId="770"/>
            <ac:picMk id="5" creationId="{9AD8754E-60A0-4332-A6D4-1869D97BD392}"/>
          </ac:picMkLst>
        </pc:picChg>
      </pc:sldChg>
      <pc:sldChg chg="addSp delSp modSp add del mod modAnim">
        <pc:chgData name="翟 锐" userId="fef11181f709266a" providerId="LiveId" clId="{B9C4B5C5-B11F-4F30-B4A6-7EE1511F22B7}" dt="2021-11-21T10:54:04.763" v="1108" actId="47"/>
        <pc:sldMkLst>
          <pc:docMk/>
          <pc:sldMk cId="1330537131" sldId="771"/>
        </pc:sldMkLst>
        <pc:spChg chg="mod">
          <ac:chgData name="翟 锐" userId="fef11181f709266a" providerId="LiveId" clId="{B9C4B5C5-B11F-4F30-B4A6-7EE1511F22B7}" dt="2021-11-21T10:51:29.727" v="1064"/>
          <ac:spMkLst>
            <pc:docMk/>
            <pc:sldMk cId="1330537131" sldId="771"/>
            <ac:spMk id="2" creationId="{1A343DEC-CFF6-41F5-B87C-0DFC08C67B76}"/>
          </ac:spMkLst>
        </pc:spChg>
        <pc:spChg chg="mod">
          <ac:chgData name="翟 锐" userId="fef11181f709266a" providerId="LiveId" clId="{B9C4B5C5-B11F-4F30-B4A6-7EE1511F22B7}" dt="2021-11-21T10:51:11.008" v="1059"/>
          <ac:spMkLst>
            <pc:docMk/>
            <pc:sldMk cId="1330537131" sldId="771"/>
            <ac:spMk id="11" creationId="{FEBC21E0-2819-418A-8D7D-C1DDE20770A0}"/>
          </ac:spMkLst>
        </pc:spChg>
        <pc:spChg chg="mod">
          <ac:chgData name="翟 锐" userId="fef11181f709266a" providerId="LiveId" clId="{B9C4B5C5-B11F-4F30-B4A6-7EE1511F22B7}" dt="2021-11-21T10:51:11.008" v="1059"/>
          <ac:spMkLst>
            <pc:docMk/>
            <pc:sldMk cId="1330537131" sldId="771"/>
            <ac:spMk id="14" creationId="{A370AF05-DD20-43E2-91BF-F9D8D7AE66A9}"/>
          </ac:spMkLst>
        </pc:spChg>
        <pc:spChg chg="mod">
          <ac:chgData name="翟 锐" userId="fef11181f709266a" providerId="LiveId" clId="{B9C4B5C5-B11F-4F30-B4A6-7EE1511F22B7}" dt="2021-11-21T10:51:48.462" v="1071" actId="1035"/>
          <ac:spMkLst>
            <pc:docMk/>
            <pc:sldMk cId="1330537131" sldId="771"/>
            <ac:spMk id="17" creationId="{EA2C0B46-7D13-4151-AE60-81499BDC0C05}"/>
          </ac:spMkLst>
        </pc:spChg>
        <pc:spChg chg="mod">
          <ac:chgData name="翟 锐" userId="fef11181f709266a" providerId="LiveId" clId="{B9C4B5C5-B11F-4F30-B4A6-7EE1511F22B7}" dt="2021-11-21T10:51:48.462" v="1071" actId="1035"/>
          <ac:spMkLst>
            <pc:docMk/>
            <pc:sldMk cId="1330537131" sldId="771"/>
            <ac:spMk id="20" creationId="{8F986081-B644-40A7-87D2-DD2685C67637}"/>
          </ac:spMkLst>
        </pc:spChg>
        <pc:spChg chg="add mod">
          <ac:chgData name="翟 锐" userId="fef11181f709266a" providerId="LiveId" clId="{B9C4B5C5-B11F-4F30-B4A6-7EE1511F22B7}" dt="2021-11-21T10:51:50.127" v="1074" actId="1035"/>
          <ac:spMkLst>
            <pc:docMk/>
            <pc:sldMk cId="1330537131" sldId="771"/>
            <ac:spMk id="22" creationId="{24763E82-2296-4000-B3CA-0356A3EEC1C0}"/>
          </ac:spMkLst>
        </pc:spChg>
        <pc:grpChg chg="add del mod">
          <ac:chgData name="翟 锐" userId="fef11181f709266a" providerId="LiveId" clId="{B9C4B5C5-B11F-4F30-B4A6-7EE1511F22B7}" dt="2021-11-21T10:51:13.662" v="1060"/>
          <ac:grpSpMkLst>
            <pc:docMk/>
            <pc:sldMk cId="1330537131" sldId="771"/>
            <ac:grpSpMk id="9" creationId="{87621E11-F390-451A-99C5-5497358FFAE9}"/>
          </ac:grpSpMkLst>
        </pc:grpChg>
        <pc:grpChg chg="add del mod">
          <ac:chgData name="翟 锐" userId="fef11181f709266a" providerId="LiveId" clId="{B9C4B5C5-B11F-4F30-B4A6-7EE1511F22B7}" dt="2021-11-21T10:51:13.662" v="1060"/>
          <ac:grpSpMkLst>
            <pc:docMk/>
            <pc:sldMk cId="1330537131" sldId="771"/>
            <ac:grpSpMk id="12" creationId="{178B1C9B-B879-4BF2-8CB2-3E1CEE65181E}"/>
          </ac:grpSpMkLst>
        </pc:grpChg>
        <pc:grpChg chg="add mod">
          <ac:chgData name="翟 锐" userId="fef11181f709266a" providerId="LiveId" clId="{B9C4B5C5-B11F-4F30-B4A6-7EE1511F22B7}" dt="2021-11-21T10:51:48.462" v="1071" actId="1035"/>
          <ac:grpSpMkLst>
            <pc:docMk/>
            <pc:sldMk cId="1330537131" sldId="771"/>
            <ac:grpSpMk id="15" creationId="{F877D024-42F1-4DF9-9580-E423A4A89414}"/>
          </ac:grpSpMkLst>
        </pc:grpChg>
        <pc:grpChg chg="add mod">
          <ac:chgData name="翟 锐" userId="fef11181f709266a" providerId="LiveId" clId="{B9C4B5C5-B11F-4F30-B4A6-7EE1511F22B7}" dt="2021-11-21T10:51:48.462" v="1071" actId="1035"/>
          <ac:grpSpMkLst>
            <pc:docMk/>
            <pc:sldMk cId="1330537131" sldId="771"/>
            <ac:grpSpMk id="18" creationId="{982947C3-81D8-4297-A674-A16143A36388}"/>
          </ac:grpSpMkLst>
        </pc:grpChg>
        <pc:graphicFrameChg chg="add mod">
          <ac:chgData name="翟 锐" userId="fef11181f709266a" providerId="LiveId" clId="{B9C4B5C5-B11F-4F30-B4A6-7EE1511F22B7}" dt="2021-11-21T10:50:47.111" v="1051" actId="1076"/>
          <ac:graphicFrameMkLst>
            <pc:docMk/>
            <pc:sldMk cId="1330537131" sldId="771"/>
            <ac:graphicFrameMk id="7" creationId="{F84389CE-ADEF-4830-9D78-3CC107E111C9}"/>
          </ac:graphicFrameMkLst>
        </pc:graphicFrameChg>
        <pc:graphicFrameChg chg="add mod">
          <ac:chgData name="翟 锐" userId="fef11181f709266a" providerId="LiveId" clId="{B9C4B5C5-B11F-4F30-B4A6-7EE1511F22B7}" dt="2021-11-21T10:51:06.070" v="1058" actId="1076"/>
          <ac:graphicFrameMkLst>
            <pc:docMk/>
            <pc:sldMk cId="1330537131" sldId="771"/>
            <ac:graphicFrameMk id="8" creationId="{E3F331CF-7968-4E97-B931-D632AD5236AF}"/>
          </ac:graphicFrameMkLst>
        </pc:graphicFrameChg>
        <pc:graphicFrameChg chg="mod">
          <ac:chgData name="翟 锐" userId="fef11181f709266a" providerId="LiveId" clId="{B9C4B5C5-B11F-4F30-B4A6-7EE1511F22B7}" dt="2021-11-21T10:51:11.008" v="1059"/>
          <ac:graphicFrameMkLst>
            <pc:docMk/>
            <pc:sldMk cId="1330537131" sldId="771"/>
            <ac:graphicFrameMk id="10" creationId="{58145B69-39A5-49EC-A7C6-FA7092587C43}"/>
          </ac:graphicFrameMkLst>
        </pc:graphicFrameChg>
        <pc:graphicFrameChg chg="mod">
          <ac:chgData name="翟 锐" userId="fef11181f709266a" providerId="LiveId" clId="{B9C4B5C5-B11F-4F30-B4A6-7EE1511F22B7}" dt="2021-11-21T10:51:11.008" v="1059"/>
          <ac:graphicFrameMkLst>
            <pc:docMk/>
            <pc:sldMk cId="1330537131" sldId="771"/>
            <ac:graphicFrameMk id="13" creationId="{FD849B99-367A-4A4A-8B8B-D2A92CB871E9}"/>
          </ac:graphicFrameMkLst>
        </pc:graphicFrameChg>
        <pc:graphicFrameChg chg="mod">
          <ac:chgData name="翟 锐" userId="fef11181f709266a" providerId="LiveId" clId="{B9C4B5C5-B11F-4F30-B4A6-7EE1511F22B7}" dt="2021-11-21T10:51:48.462" v="1071" actId="1035"/>
          <ac:graphicFrameMkLst>
            <pc:docMk/>
            <pc:sldMk cId="1330537131" sldId="771"/>
            <ac:graphicFrameMk id="16" creationId="{6790E00E-8856-4C47-B41B-6188282E7256}"/>
          </ac:graphicFrameMkLst>
        </pc:graphicFrameChg>
        <pc:graphicFrameChg chg="mod">
          <ac:chgData name="翟 锐" userId="fef11181f709266a" providerId="LiveId" clId="{B9C4B5C5-B11F-4F30-B4A6-7EE1511F22B7}" dt="2021-11-21T10:51:48.462" v="1071" actId="1035"/>
          <ac:graphicFrameMkLst>
            <pc:docMk/>
            <pc:sldMk cId="1330537131" sldId="771"/>
            <ac:graphicFrameMk id="19" creationId="{D4E85164-CDC6-4654-9802-0F804BE4DD70}"/>
          </ac:graphicFrameMkLst>
        </pc:graphicFrameChg>
        <pc:picChg chg="del mod">
          <ac:chgData name="翟 锐" userId="fef11181f709266a" providerId="LiveId" clId="{B9C4B5C5-B11F-4F30-B4A6-7EE1511F22B7}" dt="2021-11-21T10:50:29.022" v="1044" actId="478"/>
          <ac:picMkLst>
            <pc:docMk/>
            <pc:sldMk cId="1330537131" sldId="771"/>
            <ac:picMk id="3" creationId="{F7BADF5E-0976-4C9B-AC03-7B5B5B9C0FB9}"/>
          </ac:picMkLst>
        </pc:picChg>
      </pc:sldChg>
      <pc:sldChg chg="addSp delSp modSp add del mod modAnim">
        <pc:chgData name="翟 锐" userId="fef11181f709266a" providerId="LiveId" clId="{B9C4B5C5-B11F-4F30-B4A6-7EE1511F22B7}" dt="2021-11-21T10:54:04.763" v="1108" actId="47"/>
        <pc:sldMkLst>
          <pc:docMk/>
          <pc:sldMk cId="1794541123" sldId="772"/>
        </pc:sldMkLst>
        <pc:spChg chg="del">
          <ac:chgData name="翟 锐" userId="fef11181f709266a" providerId="LiveId" clId="{B9C4B5C5-B11F-4F30-B4A6-7EE1511F22B7}" dt="2021-11-21T10:51:58.367" v="1076" actId="478"/>
          <ac:spMkLst>
            <pc:docMk/>
            <pc:sldMk cId="1794541123" sldId="772"/>
            <ac:spMk id="2" creationId="{1A343DEC-CFF6-41F5-B87C-0DFC08C67B76}"/>
          </ac:spMkLst>
        </pc:spChg>
        <pc:spChg chg="mod">
          <ac:chgData name="翟 锐" userId="fef11181f709266a" providerId="LiveId" clId="{B9C4B5C5-B11F-4F30-B4A6-7EE1511F22B7}" dt="2021-11-21T10:52:05.582" v="1079" actId="1076"/>
          <ac:spMkLst>
            <pc:docMk/>
            <pc:sldMk cId="1794541123" sldId="772"/>
            <ac:spMk id="9" creationId="{B6B135E5-8BD9-44DD-9B9A-0513ED125055}"/>
          </ac:spMkLst>
        </pc:spChg>
        <pc:spChg chg="mod">
          <ac:chgData name="翟 锐" userId="fef11181f709266a" providerId="LiveId" clId="{B9C4B5C5-B11F-4F30-B4A6-7EE1511F22B7}" dt="2021-11-21T10:52:05.582" v="1079" actId="1076"/>
          <ac:spMkLst>
            <pc:docMk/>
            <pc:sldMk cId="1794541123" sldId="772"/>
            <ac:spMk id="10" creationId="{F80FFFF6-0622-4DDF-BDBE-F7D9460D2DF1}"/>
          </ac:spMkLst>
        </pc:spChg>
        <pc:spChg chg="mod">
          <ac:chgData name="翟 锐" userId="fef11181f709266a" providerId="LiveId" clId="{B9C4B5C5-B11F-4F30-B4A6-7EE1511F22B7}" dt="2021-11-21T10:52:05.582" v="1079" actId="1076"/>
          <ac:spMkLst>
            <pc:docMk/>
            <pc:sldMk cId="1794541123" sldId="772"/>
            <ac:spMk id="11" creationId="{C250469A-7A44-4706-BD28-1E62F64E7C8C}"/>
          </ac:spMkLst>
        </pc:spChg>
        <pc:spChg chg="mod">
          <ac:chgData name="翟 锐" userId="fef11181f709266a" providerId="LiveId" clId="{B9C4B5C5-B11F-4F30-B4A6-7EE1511F22B7}" dt="2021-11-21T10:52:09.778" v="1081"/>
          <ac:spMkLst>
            <pc:docMk/>
            <pc:sldMk cId="1794541123" sldId="772"/>
            <ac:spMk id="14" creationId="{DFBC6C65-B73C-479B-BC0E-1702C6237094}"/>
          </ac:spMkLst>
        </pc:spChg>
        <pc:spChg chg="mod">
          <ac:chgData name="翟 锐" userId="fef11181f709266a" providerId="LiveId" clId="{B9C4B5C5-B11F-4F30-B4A6-7EE1511F22B7}" dt="2021-11-21T10:52:09.778" v="1081"/>
          <ac:spMkLst>
            <pc:docMk/>
            <pc:sldMk cId="1794541123" sldId="772"/>
            <ac:spMk id="15" creationId="{CEB926A5-9824-4A6F-BB09-C3B3522ECDEF}"/>
          </ac:spMkLst>
        </pc:spChg>
        <pc:spChg chg="mod">
          <ac:chgData name="翟 锐" userId="fef11181f709266a" providerId="LiveId" clId="{B9C4B5C5-B11F-4F30-B4A6-7EE1511F22B7}" dt="2021-11-21T10:52:09.778" v="1081"/>
          <ac:spMkLst>
            <pc:docMk/>
            <pc:sldMk cId="1794541123" sldId="772"/>
            <ac:spMk id="16" creationId="{7D35496E-75A7-41AF-A1A5-B52BD8579E50}"/>
          </ac:spMkLst>
        </pc:spChg>
        <pc:spChg chg="mod">
          <ac:chgData name="翟 锐" userId="fef11181f709266a" providerId="LiveId" clId="{B9C4B5C5-B11F-4F30-B4A6-7EE1511F22B7}" dt="2021-11-21T10:52:09.778" v="1081"/>
          <ac:spMkLst>
            <pc:docMk/>
            <pc:sldMk cId="1794541123" sldId="772"/>
            <ac:spMk id="20" creationId="{AA50DA25-7F12-4AF4-B2FF-C1CAE76C7A87}"/>
          </ac:spMkLst>
        </pc:spChg>
        <pc:spChg chg="mod">
          <ac:chgData name="翟 锐" userId="fef11181f709266a" providerId="LiveId" clId="{B9C4B5C5-B11F-4F30-B4A6-7EE1511F22B7}" dt="2021-11-21T10:52:09.778" v="1081"/>
          <ac:spMkLst>
            <pc:docMk/>
            <pc:sldMk cId="1794541123" sldId="772"/>
            <ac:spMk id="21" creationId="{364D2891-F3F0-4DDB-B1FD-66DD83E107FA}"/>
          </ac:spMkLst>
        </pc:spChg>
        <pc:spChg chg="mod">
          <ac:chgData name="翟 锐" userId="fef11181f709266a" providerId="LiveId" clId="{B9C4B5C5-B11F-4F30-B4A6-7EE1511F22B7}" dt="2021-11-21T10:52:25.666" v="1083"/>
          <ac:spMkLst>
            <pc:docMk/>
            <pc:sldMk cId="1794541123" sldId="772"/>
            <ac:spMk id="24" creationId="{ADFF4216-3168-4AB6-BDF3-9B92CC10ED4C}"/>
          </ac:spMkLst>
        </pc:spChg>
        <pc:spChg chg="mod">
          <ac:chgData name="翟 锐" userId="fef11181f709266a" providerId="LiveId" clId="{B9C4B5C5-B11F-4F30-B4A6-7EE1511F22B7}" dt="2021-11-21T10:52:25.666" v="1083"/>
          <ac:spMkLst>
            <pc:docMk/>
            <pc:sldMk cId="1794541123" sldId="772"/>
            <ac:spMk id="25" creationId="{E61DF166-45F5-4EC4-8F76-5D45324B6B74}"/>
          </ac:spMkLst>
        </pc:spChg>
        <pc:spChg chg="mod">
          <ac:chgData name="翟 锐" userId="fef11181f709266a" providerId="LiveId" clId="{B9C4B5C5-B11F-4F30-B4A6-7EE1511F22B7}" dt="2021-11-21T10:52:25.666" v="1083"/>
          <ac:spMkLst>
            <pc:docMk/>
            <pc:sldMk cId="1794541123" sldId="772"/>
            <ac:spMk id="26" creationId="{E2A1343A-4977-48F1-B0F5-E93B27DE2A61}"/>
          </ac:spMkLst>
        </pc:spChg>
        <pc:spChg chg="add del mod">
          <ac:chgData name="翟 锐" userId="fef11181f709266a" providerId="LiveId" clId="{B9C4B5C5-B11F-4F30-B4A6-7EE1511F22B7}" dt="2021-11-21T10:52:29.199" v="1084"/>
          <ac:spMkLst>
            <pc:docMk/>
            <pc:sldMk cId="1794541123" sldId="772"/>
            <ac:spMk id="27" creationId="{3E3BBA40-C0BB-4412-A7C4-29A302E165CA}"/>
          </ac:spMkLst>
        </pc:spChg>
        <pc:spChg chg="mod">
          <ac:chgData name="翟 锐" userId="fef11181f709266a" providerId="LiveId" clId="{B9C4B5C5-B11F-4F30-B4A6-7EE1511F22B7}" dt="2021-11-21T10:52:25.666" v="1083"/>
          <ac:spMkLst>
            <pc:docMk/>
            <pc:sldMk cId="1794541123" sldId="772"/>
            <ac:spMk id="31" creationId="{E5D77C40-431A-48D9-920A-9829E8E7344B}"/>
          </ac:spMkLst>
        </pc:spChg>
        <pc:spChg chg="mod">
          <ac:chgData name="翟 锐" userId="fef11181f709266a" providerId="LiveId" clId="{B9C4B5C5-B11F-4F30-B4A6-7EE1511F22B7}" dt="2021-11-21T10:52:25.666" v="1083"/>
          <ac:spMkLst>
            <pc:docMk/>
            <pc:sldMk cId="1794541123" sldId="772"/>
            <ac:spMk id="32" creationId="{B7121B52-274C-4037-9863-C02EC01644F7}"/>
          </ac:spMkLst>
        </pc:spChg>
        <pc:spChg chg="mod">
          <ac:chgData name="翟 锐" userId="fef11181f709266a" providerId="LiveId" clId="{B9C4B5C5-B11F-4F30-B4A6-7EE1511F22B7}" dt="2021-11-21T10:52:25.666" v="1083"/>
          <ac:spMkLst>
            <pc:docMk/>
            <pc:sldMk cId="1794541123" sldId="772"/>
            <ac:spMk id="39" creationId="{04EFADD1-8F49-4002-B901-2DBA78F9EF44}"/>
          </ac:spMkLst>
        </pc:spChg>
        <pc:spChg chg="mod">
          <ac:chgData name="翟 锐" userId="fef11181f709266a" providerId="LiveId" clId="{B9C4B5C5-B11F-4F30-B4A6-7EE1511F22B7}" dt="2021-11-21T10:52:25.666" v="1083"/>
          <ac:spMkLst>
            <pc:docMk/>
            <pc:sldMk cId="1794541123" sldId="772"/>
            <ac:spMk id="40" creationId="{F2E8D62E-4AA8-478D-B226-3809447E877E}"/>
          </ac:spMkLst>
        </pc:spChg>
        <pc:spChg chg="mod">
          <ac:chgData name="翟 锐" userId="fef11181f709266a" providerId="LiveId" clId="{B9C4B5C5-B11F-4F30-B4A6-7EE1511F22B7}" dt="2021-11-21T10:53:25.056" v="1102" actId="1076"/>
          <ac:spMkLst>
            <pc:docMk/>
            <pc:sldMk cId="1794541123" sldId="772"/>
            <ac:spMk id="45" creationId="{B79EC8DE-7611-4BB0-988B-A186EE95CC3F}"/>
          </ac:spMkLst>
        </pc:spChg>
        <pc:spChg chg="mod">
          <ac:chgData name="翟 锐" userId="fef11181f709266a" providerId="LiveId" clId="{B9C4B5C5-B11F-4F30-B4A6-7EE1511F22B7}" dt="2021-11-21T10:53:25.056" v="1102" actId="1076"/>
          <ac:spMkLst>
            <pc:docMk/>
            <pc:sldMk cId="1794541123" sldId="772"/>
            <ac:spMk id="46" creationId="{9E0FA996-704B-4FDF-8B00-52E4B7D502DC}"/>
          </ac:spMkLst>
        </pc:spChg>
        <pc:spChg chg="mod">
          <ac:chgData name="翟 锐" userId="fef11181f709266a" providerId="LiveId" clId="{B9C4B5C5-B11F-4F30-B4A6-7EE1511F22B7}" dt="2021-11-21T10:53:25.056" v="1102" actId="1076"/>
          <ac:spMkLst>
            <pc:docMk/>
            <pc:sldMk cId="1794541123" sldId="772"/>
            <ac:spMk id="47" creationId="{03F666CF-27B3-4523-9ECA-937F06C0AC21}"/>
          </ac:spMkLst>
        </pc:spChg>
        <pc:spChg chg="add mod">
          <ac:chgData name="翟 锐" userId="fef11181f709266a" providerId="LiveId" clId="{B9C4B5C5-B11F-4F30-B4A6-7EE1511F22B7}" dt="2021-11-21T10:53:41.234" v="1107" actId="20577"/>
          <ac:spMkLst>
            <pc:docMk/>
            <pc:sldMk cId="1794541123" sldId="772"/>
            <ac:spMk id="48" creationId="{A7D0895D-24D2-4101-AA63-9236D1AFE91B}"/>
          </ac:spMkLst>
        </pc:spChg>
        <pc:spChg chg="mod">
          <ac:chgData name="翟 锐" userId="fef11181f709266a" providerId="LiveId" clId="{B9C4B5C5-B11F-4F30-B4A6-7EE1511F22B7}" dt="2021-11-21T10:53:15.242" v="1098" actId="14100"/>
          <ac:spMkLst>
            <pc:docMk/>
            <pc:sldMk cId="1794541123" sldId="772"/>
            <ac:spMk id="52" creationId="{EE4D03BD-7A82-442A-90ED-8E4AD4AFBC53}"/>
          </ac:spMkLst>
        </pc:spChg>
        <pc:spChg chg="mod">
          <ac:chgData name="翟 锐" userId="fef11181f709266a" providerId="LiveId" clId="{B9C4B5C5-B11F-4F30-B4A6-7EE1511F22B7}" dt="2021-11-21T10:53:15.242" v="1098" actId="14100"/>
          <ac:spMkLst>
            <pc:docMk/>
            <pc:sldMk cId="1794541123" sldId="772"/>
            <ac:spMk id="53" creationId="{65ABB3B0-20BD-42D1-BC9A-90BFF1269D37}"/>
          </ac:spMkLst>
        </pc:spChg>
        <pc:spChg chg="mod">
          <ac:chgData name="翟 锐" userId="fef11181f709266a" providerId="LiveId" clId="{B9C4B5C5-B11F-4F30-B4A6-7EE1511F22B7}" dt="2021-11-21T10:53:25.056" v="1102" actId="1076"/>
          <ac:spMkLst>
            <pc:docMk/>
            <pc:sldMk cId="1794541123" sldId="772"/>
            <ac:spMk id="57" creationId="{882A697F-1C62-4969-9CDF-99644A23CE9D}"/>
          </ac:spMkLst>
        </pc:spChg>
        <pc:spChg chg="mod">
          <ac:chgData name="翟 锐" userId="fef11181f709266a" providerId="LiveId" clId="{B9C4B5C5-B11F-4F30-B4A6-7EE1511F22B7}" dt="2021-11-21T10:53:25.056" v="1102" actId="1076"/>
          <ac:spMkLst>
            <pc:docMk/>
            <pc:sldMk cId="1794541123" sldId="772"/>
            <ac:spMk id="58" creationId="{1849AF63-1C7B-4A82-AF73-5F211ED37907}"/>
          </ac:spMkLst>
        </pc:spChg>
        <pc:grpChg chg="add del mod">
          <ac:chgData name="翟 锐" userId="fef11181f709266a" providerId="LiveId" clId="{B9C4B5C5-B11F-4F30-B4A6-7EE1511F22B7}" dt="2021-11-21T10:52:06.270" v="1080"/>
          <ac:grpSpMkLst>
            <pc:docMk/>
            <pc:sldMk cId="1794541123" sldId="772"/>
            <ac:grpSpMk id="7" creationId="{F9E260BC-6DDF-41DE-9E1D-F50BAFE28D04}"/>
          </ac:grpSpMkLst>
        </pc:grpChg>
        <pc:grpChg chg="add del mod">
          <ac:chgData name="翟 锐" userId="fef11181f709266a" providerId="LiveId" clId="{B9C4B5C5-B11F-4F30-B4A6-7EE1511F22B7}" dt="2021-11-21T10:52:11.534" v="1082"/>
          <ac:grpSpMkLst>
            <pc:docMk/>
            <pc:sldMk cId="1794541123" sldId="772"/>
            <ac:grpSpMk id="12" creationId="{0BD57DA1-B7BF-44AD-8D8E-43AE842C647B}"/>
          </ac:grpSpMkLst>
        </pc:grpChg>
        <pc:grpChg chg="add del mod">
          <ac:chgData name="翟 锐" userId="fef11181f709266a" providerId="LiveId" clId="{B9C4B5C5-B11F-4F30-B4A6-7EE1511F22B7}" dt="2021-11-21T10:52:11.534" v="1082"/>
          <ac:grpSpMkLst>
            <pc:docMk/>
            <pc:sldMk cId="1794541123" sldId="772"/>
            <ac:grpSpMk id="17" creationId="{8838B8F7-FC01-48C4-9A06-BBA01B00E11F}"/>
          </ac:grpSpMkLst>
        </pc:grpChg>
        <pc:grpChg chg="mod">
          <ac:chgData name="翟 锐" userId="fef11181f709266a" providerId="LiveId" clId="{B9C4B5C5-B11F-4F30-B4A6-7EE1511F22B7}" dt="2021-11-21T10:52:09.778" v="1081"/>
          <ac:grpSpMkLst>
            <pc:docMk/>
            <pc:sldMk cId="1794541123" sldId="772"/>
            <ac:grpSpMk id="18" creationId="{A3865362-0DB5-4AC9-AD65-BEB57670CF0F}"/>
          </ac:grpSpMkLst>
        </pc:grpChg>
        <pc:grpChg chg="add del mod">
          <ac:chgData name="翟 锐" userId="fef11181f709266a" providerId="LiveId" clId="{B9C4B5C5-B11F-4F30-B4A6-7EE1511F22B7}" dt="2021-11-21T10:52:29.199" v="1084"/>
          <ac:grpSpMkLst>
            <pc:docMk/>
            <pc:sldMk cId="1794541123" sldId="772"/>
            <ac:grpSpMk id="22" creationId="{F7274219-A088-4509-B2FF-1BFB623A9C90}"/>
          </ac:grpSpMkLst>
        </pc:grpChg>
        <pc:grpChg chg="add del mod">
          <ac:chgData name="翟 锐" userId="fef11181f709266a" providerId="LiveId" clId="{B9C4B5C5-B11F-4F30-B4A6-7EE1511F22B7}" dt="2021-11-21T10:52:29.199" v="1084"/>
          <ac:grpSpMkLst>
            <pc:docMk/>
            <pc:sldMk cId="1794541123" sldId="772"/>
            <ac:grpSpMk id="28" creationId="{681614C9-38CF-4797-B352-BF0CC912D1A8}"/>
          </ac:grpSpMkLst>
        </pc:grpChg>
        <pc:grpChg chg="mod">
          <ac:chgData name="翟 锐" userId="fef11181f709266a" providerId="LiveId" clId="{B9C4B5C5-B11F-4F30-B4A6-7EE1511F22B7}" dt="2021-11-21T10:52:25.666" v="1083"/>
          <ac:grpSpMkLst>
            <pc:docMk/>
            <pc:sldMk cId="1794541123" sldId="772"/>
            <ac:grpSpMk id="29" creationId="{CC520313-F670-4161-BE92-E784E3208F66}"/>
          </ac:grpSpMkLst>
        </pc:grpChg>
        <pc:grpChg chg="add del mod">
          <ac:chgData name="翟 锐" userId="fef11181f709266a" providerId="LiveId" clId="{B9C4B5C5-B11F-4F30-B4A6-7EE1511F22B7}" dt="2021-11-21T10:52:29.199" v="1084"/>
          <ac:grpSpMkLst>
            <pc:docMk/>
            <pc:sldMk cId="1794541123" sldId="772"/>
            <ac:grpSpMk id="36" creationId="{A702CE41-6E14-43F1-AADD-3C5C78E9939B}"/>
          </ac:grpSpMkLst>
        </pc:grpChg>
        <pc:grpChg chg="mod">
          <ac:chgData name="翟 锐" userId="fef11181f709266a" providerId="LiveId" clId="{B9C4B5C5-B11F-4F30-B4A6-7EE1511F22B7}" dt="2021-11-21T10:52:25.666" v="1083"/>
          <ac:grpSpMkLst>
            <pc:docMk/>
            <pc:sldMk cId="1794541123" sldId="772"/>
            <ac:grpSpMk id="37" creationId="{DB54300C-F76D-4138-952B-2DDBF911D8D6}"/>
          </ac:grpSpMkLst>
        </pc:grpChg>
        <pc:grpChg chg="add mod">
          <ac:chgData name="翟 锐" userId="fef11181f709266a" providerId="LiveId" clId="{B9C4B5C5-B11F-4F30-B4A6-7EE1511F22B7}" dt="2021-11-21T10:53:25.056" v="1102" actId="1076"/>
          <ac:grpSpMkLst>
            <pc:docMk/>
            <pc:sldMk cId="1794541123" sldId="772"/>
            <ac:grpSpMk id="43" creationId="{65A5B234-361B-4AB1-8478-FF97DF0ACBE7}"/>
          </ac:grpSpMkLst>
        </pc:grpChg>
        <pc:grpChg chg="add mod">
          <ac:chgData name="翟 锐" userId="fef11181f709266a" providerId="LiveId" clId="{B9C4B5C5-B11F-4F30-B4A6-7EE1511F22B7}" dt="2021-11-21T10:53:15.242" v="1098" actId="14100"/>
          <ac:grpSpMkLst>
            <pc:docMk/>
            <pc:sldMk cId="1794541123" sldId="772"/>
            <ac:grpSpMk id="49" creationId="{E2240F8C-DE94-405B-8C9C-115CFF8CA21F}"/>
          </ac:grpSpMkLst>
        </pc:grpChg>
        <pc:grpChg chg="mod">
          <ac:chgData name="翟 锐" userId="fef11181f709266a" providerId="LiveId" clId="{B9C4B5C5-B11F-4F30-B4A6-7EE1511F22B7}" dt="2021-11-21T10:53:15.242" v="1098" actId="14100"/>
          <ac:grpSpMkLst>
            <pc:docMk/>
            <pc:sldMk cId="1794541123" sldId="772"/>
            <ac:grpSpMk id="50" creationId="{FFF17543-DC2F-4BFB-92D6-ED958EC8DDAB}"/>
          </ac:grpSpMkLst>
        </pc:grpChg>
        <pc:grpChg chg="add mod">
          <ac:chgData name="翟 锐" userId="fef11181f709266a" providerId="LiveId" clId="{B9C4B5C5-B11F-4F30-B4A6-7EE1511F22B7}" dt="2021-11-21T10:53:25.056" v="1102" actId="1076"/>
          <ac:grpSpMkLst>
            <pc:docMk/>
            <pc:sldMk cId="1794541123" sldId="772"/>
            <ac:grpSpMk id="54" creationId="{C604E2D0-0B79-485C-9CD9-E66922AD557F}"/>
          </ac:grpSpMkLst>
        </pc:grpChg>
        <pc:grpChg chg="mod">
          <ac:chgData name="翟 锐" userId="fef11181f709266a" providerId="LiveId" clId="{B9C4B5C5-B11F-4F30-B4A6-7EE1511F22B7}" dt="2021-11-21T10:53:25.056" v="1102" actId="1076"/>
          <ac:grpSpMkLst>
            <pc:docMk/>
            <pc:sldMk cId="1794541123" sldId="772"/>
            <ac:grpSpMk id="55" creationId="{D2CA0C3D-4772-4BBE-9CBB-0EB06667CE37}"/>
          </ac:grpSpMkLst>
        </pc:grpChg>
        <pc:graphicFrameChg chg="mod">
          <ac:chgData name="翟 锐" userId="fef11181f709266a" providerId="LiveId" clId="{B9C4B5C5-B11F-4F30-B4A6-7EE1511F22B7}" dt="2021-11-21T10:52:09.778" v="1081"/>
          <ac:graphicFrameMkLst>
            <pc:docMk/>
            <pc:sldMk cId="1794541123" sldId="772"/>
            <ac:graphicFrameMk id="19" creationId="{B41EEE33-18BD-4E00-B931-58130AEC2131}"/>
          </ac:graphicFrameMkLst>
        </pc:graphicFrameChg>
        <pc:graphicFrameChg chg="mod">
          <ac:chgData name="翟 锐" userId="fef11181f709266a" providerId="LiveId" clId="{B9C4B5C5-B11F-4F30-B4A6-7EE1511F22B7}" dt="2021-11-21T10:52:25.666" v="1083"/>
          <ac:graphicFrameMkLst>
            <pc:docMk/>
            <pc:sldMk cId="1794541123" sldId="772"/>
            <ac:graphicFrameMk id="30" creationId="{6F3C8207-7F9F-4F47-8456-966736A1951D}"/>
          </ac:graphicFrameMkLst>
        </pc:graphicFrameChg>
        <pc:graphicFrameChg chg="mod">
          <ac:chgData name="翟 锐" userId="fef11181f709266a" providerId="LiveId" clId="{B9C4B5C5-B11F-4F30-B4A6-7EE1511F22B7}" dt="2021-11-21T10:52:25.666" v="1083"/>
          <ac:graphicFrameMkLst>
            <pc:docMk/>
            <pc:sldMk cId="1794541123" sldId="772"/>
            <ac:graphicFrameMk id="38" creationId="{018F2B86-56C4-4C92-B69F-B8A8E552C5E5}"/>
          </ac:graphicFrameMkLst>
        </pc:graphicFrameChg>
        <pc:graphicFrameChg chg="add del mod">
          <ac:chgData name="翟 锐" userId="fef11181f709266a" providerId="LiveId" clId="{B9C4B5C5-B11F-4F30-B4A6-7EE1511F22B7}" dt="2021-11-21T10:52:29.199" v="1084"/>
          <ac:graphicFrameMkLst>
            <pc:docMk/>
            <pc:sldMk cId="1794541123" sldId="772"/>
            <ac:graphicFrameMk id="41" creationId="{FC9AD7AB-0B94-4E67-A287-DAC83023B778}"/>
          </ac:graphicFrameMkLst>
        </pc:graphicFrameChg>
        <pc:graphicFrameChg chg="add del mod">
          <ac:chgData name="翟 锐" userId="fef11181f709266a" providerId="LiveId" clId="{B9C4B5C5-B11F-4F30-B4A6-7EE1511F22B7}" dt="2021-11-21T10:52:29.199" v="1084"/>
          <ac:graphicFrameMkLst>
            <pc:docMk/>
            <pc:sldMk cId="1794541123" sldId="772"/>
            <ac:graphicFrameMk id="42" creationId="{5DA0F6D2-3FE6-4A44-A2E4-38DF9D888515}"/>
          </ac:graphicFrameMkLst>
        </pc:graphicFrameChg>
        <pc:graphicFrameChg chg="mod">
          <ac:chgData name="翟 锐" userId="fef11181f709266a" providerId="LiveId" clId="{B9C4B5C5-B11F-4F30-B4A6-7EE1511F22B7}" dt="2021-11-21T10:53:15.242" v="1098" actId="14100"/>
          <ac:graphicFrameMkLst>
            <pc:docMk/>
            <pc:sldMk cId="1794541123" sldId="772"/>
            <ac:graphicFrameMk id="51" creationId="{4D86B9BD-E4AD-4BD9-B1EB-CDCF71738477}"/>
          </ac:graphicFrameMkLst>
        </pc:graphicFrameChg>
        <pc:graphicFrameChg chg="mod">
          <ac:chgData name="翟 锐" userId="fef11181f709266a" providerId="LiveId" clId="{B9C4B5C5-B11F-4F30-B4A6-7EE1511F22B7}" dt="2021-11-21T10:53:25.056" v="1102" actId="1076"/>
          <ac:graphicFrameMkLst>
            <pc:docMk/>
            <pc:sldMk cId="1794541123" sldId="772"/>
            <ac:graphicFrameMk id="56" creationId="{2F78EEC3-06F3-4104-AD32-9CF477466F00}"/>
          </ac:graphicFrameMkLst>
        </pc:graphicFrameChg>
        <pc:graphicFrameChg chg="add mod">
          <ac:chgData name="翟 锐" userId="fef11181f709266a" providerId="LiveId" clId="{B9C4B5C5-B11F-4F30-B4A6-7EE1511F22B7}" dt="2021-11-21T10:53:11.867" v="1097" actId="14100"/>
          <ac:graphicFrameMkLst>
            <pc:docMk/>
            <pc:sldMk cId="1794541123" sldId="772"/>
            <ac:graphicFrameMk id="59" creationId="{BB514499-06E6-4F89-B41F-B8F479ED74DA}"/>
          </ac:graphicFrameMkLst>
        </pc:graphicFrameChg>
        <pc:graphicFrameChg chg="add mod">
          <ac:chgData name="翟 锐" userId="fef11181f709266a" providerId="LiveId" clId="{B9C4B5C5-B11F-4F30-B4A6-7EE1511F22B7}" dt="2021-11-21T10:53:33.933" v="1104" actId="1076"/>
          <ac:graphicFrameMkLst>
            <pc:docMk/>
            <pc:sldMk cId="1794541123" sldId="772"/>
            <ac:graphicFrameMk id="60" creationId="{38176872-B18A-4EC4-9279-7C2948E6F2F6}"/>
          </ac:graphicFrameMkLst>
        </pc:graphicFrameChg>
        <pc:picChg chg="del">
          <ac:chgData name="翟 锐" userId="fef11181f709266a" providerId="LiveId" clId="{B9C4B5C5-B11F-4F30-B4A6-7EE1511F22B7}" dt="2021-11-21T10:51:56.686" v="1075" actId="478"/>
          <ac:picMkLst>
            <pc:docMk/>
            <pc:sldMk cId="1794541123" sldId="772"/>
            <ac:picMk id="3" creationId="{F7BADF5E-0976-4C9B-AC03-7B5B5B9C0FB9}"/>
          </ac:picMkLst>
        </pc:picChg>
        <pc:picChg chg="mod">
          <ac:chgData name="翟 锐" userId="fef11181f709266a" providerId="LiveId" clId="{B9C4B5C5-B11F-4F30-B4A6-7EE1511F22B7}" dt="2021-11-21T10:52:05.582" v="1079" actId="1076"/>
          <ac:picMkLst>
            <pc:docMk/>
            <pc:sldMk cId="1794541123" sldId="772"/>
            <ac:picMk id="8" creationId="{12992AF2-D943-424A-A98E-6FCE70823ED9}"/>
          </ac:picMkLst>
        </pc:picChg>
        <pc:picChg chg="mod">
          <ac:chgData name="翟 锐" userId="fef11181f709266a" providerId="LiveId" clId="{B9C4B5C5-B11F-4F30-B4A6-7EE1511F22B7}" dt="2021-11-21T10:52:09.778" v="1081"/>
          <ac:picMkLst>
            <pc:docMk/>
            <pc:sldMk cId="1794541123" sldId="772"/>
            <ac:picMk id="13" creationId="{56582895-8733-4C90-8C0C-E80AD17C3ABE}"/>
          </ac:picMkLst>
        </pc:picChg>
        <pc:picChg chg="mod">
          <ac:chgData name="翟 锐" userId="fef11181f709266a" providerId="LiveId" clId="{B9C4B5C5-B11F-4F30-B4A6-7EE1511F22B7}" dt="2021-11-21T10:52:25.666" v="1083"/>
          <ac:picMkLst>
            <pc:docMk/>
            <pc:sldMk cId="1794541123" sldId="772"/>
            <ac:picMk id="23" creationId="{2B1DBF86-5693-426B-8197-4C76EA6C696C}"/>
          </ac:picMkLst>
        </pc:picChg>
        <pc:picChg chg="mod">
          <ac:chgData name="翟 锐" userId="fef11181f709266a" providerId="LiveId" clId="{B9C4B5C5-B11F-4F30-B4A6-7EE1511F22B7}" dt="2021-11-21T10:53:25.056" v="1102" actId="1076"/>
          <ac:picMkLst>
            <pc:docMk/>
            <pc:sldMk cId="1794541123" sldId="772"/>
            <ac:picMk id="44" creationId="{D04D958E-9CF1-4502-852C-DC3C55550979}"/>
          </ac:picMkLst>
        </pc:picChg>
      </pc:sldChg>
      <pc:sldChg chg="add del">
        <pc:chgData name="翟 锐" userId="fef11181f709266a" providerId="LiveId" clId="{B9C4B5C5-B11F-4F30-B4A6-7EE1511F22B7}" dt="2021-11-21T10:54:04.763" v="1108" actId="47"/>
        <pc:sldMkLst>
          <pc:docMk/>
          <pc:sldMk cId="2384286046" sldId="773"/>
        </pc:sldMkLst>
      </pc:sldChg>
      <pc:sldChg chg="add del">
        <pc:chgData name="翟 锐" userId="fef11181f709266a" providerId="LiveId" clId="{B9C4B5C5-B11F-4F30-B4A6-7EE1511F22B7}" dt="2021-11-21T10:54:04.763" v="1108" actId="47"/>
        <pc:sldMkLst>
          <pc:docMk/>
          <pc:sldMk cId="2906295334" sldId="774"/>
        </pc:sldMkLst>
      </pc:sldChg>
      <pc:sldChg chg="add del">
        <pc:chgData name="翟 锐" userId="fef11181f709266a" providerId="LiveId" clId="{B9C4B5C5-B11F-4F30-B4A6-7EE1511F22B7}" dt="2021-11-21T10:54:04.763" v="1108" actId="47"/>
        <pc:sldMkLst>
          <pc:docMk/>
          <pc:sldMk cId="2331079554" sldId="775"/>
        </pc:sldMkLst>
      </pc:sldChg>
      <pc:sldChg chg="add del">
        <pc:chgData name="翟 锐" userId="fef11181f709266a" providerId="LiveId" clId="{B9C4B5C5-B11F-4F30-B4A6-7EE1511F22B7}" dt="2021-11-21T10:54:04.763" v="1108" actId="47"/>
        <pc:sldMkLst>
          <pc:docMk/>
          <pc:sldMk cId="500535465" sldId="776"/>
        </pc:sldMkLst>
      </pc:sldChg>
      <pc:sldChg chg="add del">
        <pc:chgData name="翟 锐" userId="fef11181f709266a" providerId="LiveId" clId="{B9C4B5C5-B11F-4F30-B4A6-7EE1511F22B7}" dt="2021-11-21T10:54:04.763" v="1108" actId="47"/>
        <pc:sldMkLst>
          <pc:docMk/>
          <pc:sldMk cId="3451748666" sldId="777"/>
        </pc:sldMkLst>
      </pc:sldChg>
      <pc:sldChg chg="add del">
        <pc:chgData name="翟 锐" userId="fef11181f709266a" providerId="LiveId" clId="{B9C4B5C5-B11F-4F30-B4A6-7EE1511F22B7}" dt="2021-11-21T10:54:04.763" v="1108" actId="47"/>
        <pc:sldMkLst>
          <pc:docMk/>
          <pc:sldMk cId="996898747" sldId="778"/>
        </pc:sldMkLst>
      </pc:sldChg>
      <pc:sldChg chg="add del">
        <pc:chgData name="翟 锐" userId="fef11181f709266a" providerId="LiveId" clId="{B9C4B5C5-B11F-4F30-B4A6-7EE1511F22B7}" dt="2021-11-21T10:54:04.763" v="1108" actId="47"/>
        <pc:sldMkLst>
          <pc:docMk/>
          <pc:sldMk cId="3487713767" sldId="779"/>
        </pc:sldMkLst>
      </pc:sldChg>
      <pc:sldChg chg="add del">
        <pc:chgData name="翟 锐" userId="fef11181f709266a" providerId="LiveId" clId="{B9C4B5C5-B11F-4F30-B4A6-7EE1511F22B7}" dt="2021-11-21T10:54:04.763" v="1108" actId="47"/>
        <pc:sldMkLst>
          <pc:docMk/>
          <pc:sldMk cId="407841080" sldId="780"/>
        </pc:sldMkLst>
      </pc:sldChg>
      <pc:sldMasterChg chg="delSldLayout">
        <pc:chgData name="翟 锐" userId="fef11181f709266a" providerId="LiveId" clId="{B9C4B5C5-B11F-4F30-B4A6-7EE1511F22B7}" dt="2021-11-21T10:54:04.763" v="1108" actId="47"/>
        <pc:sldMasterMkLst>
          <pc:docMk/>
          <pc:sldMasterMk cId="0" sldId="2147483648"/>
        </pc:sldMasterMkLst>
        <pc:sldLayoutChg chg="del">
          <pc:chgData name="翟 锐" userId="fef11181f709266a" providerId="LiveId" clId="{B9C4B5C5-B11F-4F30-B4A6-7EE1511F22B7}" dt="2021-11-21T10:54:04.763" v="1108" actId="47"/>
          <pc:sldLayoutMkLst>
            <pc:docMk/>
            <pc:sldMasterMk cId="0" sldId="2147483648"/>
            <pc:sldLayoutMk cId="3724151092" sldId="2147483670"/>
          </pc:sldLayoutMkLst>
        </pc:sldLayoutChg>
      </pc:sldMasterChg>
    </pc:docChg>
  </pc:docChgLst>
  <pc:docChgLst>
    <pc:chgData name="翟 锐" userId="fef11181f709266a" providerId="LiveId" clId="{727D35D6-B4E6-4AF0-8F74-99EBC6E1954B}"/>
    <pc:docChg chg="undo redo custSel addSld delSld modSld sldOrd">
      <pc:chgData name="翟 锐" userId="fef11181f709266a" providerId="LiveId" clId="{727D35D6-B4E6-4AF0-8F74-99EBC6E1954B}" dt="2020-09-24T13:51:29.172" v="4024"/>
      <pc:docMkLst>
        <pc:docMk/>
      </pc:docMkLst>
      <pc:sldChg chg="add">
        <pc:chgData name="翟 锐" userId="fef11181f709266a" providerId="LiveId" clId="{727D35D6-B4E6-4AF0-8F74-99EBC6E1954B}" dt="2020-09-05T02:09:13.893" v="252"/>
        <pc:sldMkLst>
          <pc:docMk/>
          <pc:sldMk cId="0" sldId="276"/>
        </pc:sldMkLst>
      </pc:sldChg>
      <pc:sldChg chg="add">
        <pc:chgData name="翟 锐" userId="fef11181f709266a" providerId="LiveId" clId="{727D35D6-B4E6-4AF0-8F74-99EBC6E1954B}" dt="2020-09-05T02:09:13.893" v="252"/>
        <pc:sldMkLst>
          <pc:docMk/>
          <pc:sldMk cId="0" sldId="348"/>
        </pc:sldMkLst>
      </pc:sldChg>
      <pc:sldChg chg="add">
        <pc:chgData name="翟 锐" userId="fef11181f709266a" providerId="LiveId" clId="{727D35D6-B4E6-4AF0-8F74-99EBC6E1954B}" dt="2020-09-05T02:09:13.893" v="252"/>
        <pc:sldMkLst>
          <pc:docMk/>
          <pc:sldMk cId="0" sldId="380"/>
        </pc:sldMkLst>
      </pc:sldChg>
      <pc:sldChg chg="add">
        <pc:chgData name="翟 锐" userId="fef11181f709266a" providerId="LiveId" clId="{727D35D6-B4E6-4AF0-8F74-99EBC6E1954B}" dt="2020-09-05T02:09:13.893" v="252"/>
        <pc:sldMkLst>
          <pc:docMk/>
          <pc:sldMk cId="0" sldId="381"/>
        </pc:sldMkLst>
      </pc:sldChg>
      <pc:sldChg chg="del">
        <pc:chgData name="翟 锐" userId="fef11181f709266a" providerId="LiveId" clId="{727D35D6-B4E6-4AF0-8F74-99EBC6E1954B}" dt="2020-09-05T16:27:12.088" v="1293" actId="47"/>
        <pc:sldMkLst>
          <pc:docMk/>
          <pc:sldMk cId="126446515" sldId="521"/>
        </pc:sldMkLst>
      </pc:sldChg>
      <pc:sldChg chg="addSp delSp modSp mod">
        <pc:chgData name="翟 锐" userId="fef11181f709266a" providerId="LiveId" clId="{727D35D6-B4E6-4AF0-8F74-99EBC6E1954B}" dt="2020-09-23T16:38:43.201" v="2015" actId="20577"/>
        <pc:sldMkLst>
          <pc:docMk/>
          <pc:sldMk cId="2981006032" sldId="556"/>
        </pc:sldMkLst>
        <pc:spChg chg="add del mod">
          <ac:chgData name="翟 锐" userId="fef11181f709266a" providerId="LiveId" clId="{727D35D6-B4E6-4AF0-8F74-99EBC6E1954B}" dt="2020-09-23T16:38:43.201" v="2015" actId="20577"/>
          <ac:spMkLst>
            <pc:docMk/>
            <pc:sldMk cId="2981006032" sldId="556"/>
            <ac:spMk id="2" creationId="{1A343DEC-CFF6-41F5-B87C-0DFC08C67B76}"/>
          </ac:spMkLst>
        </pc:spChg>
      </pc:sldChg>
      <pc:sldChg chg="modSp">
        <pc:chgData name="翟 锐" userId="fef11181f709266a" providerId="LiveId" clId="{727D35D6-B4E6-4AF0-8F74-99EBC6E1954B}" dt="2020-09-24T13:39:25.997" v="3917" actId="6549"/>
        <pc:sldMkLst>
          <pc:docMk/>
          <pc:sldMk cId="4115886382" sldId="558"/>
        </pc:sldMkLst>
        <pc:spChg chg="mod">
          <ac:chgData name="翟 锐" userId="fef11181f709266a" providerId="LiveId" clId="{727D35D6-B4E6-4AF0-8F74-99EBC6E1954B}" dt="2020-09-24T13:39:25.997" v="3917" actId="6549"/>
          <ac:spMkLst>
            <pc:docMk/>
            <pc:sldMk cId="4115886382" sldId="558"/>
            <ac:spMk id="16" creationId="{00000000-0000-0000-0000-000000000000}"/>
          </ac:spMkLst>
        </pc:spChg>
        <pc:spChg chg="mod">
          <ac:chgData name="翟 锐" userId="fef11181f709266a" providerId="LiveId" clId="{727D35D6-B4E6-4AF0-8F74-99EBC6E1954B}" dt="2020-09-24T13:39:18.508" v="3915"/>
          <ac:spMkLst>
            <pc:docMk/>
            <pc:sldMk cId="4115886382" sldId="558"/>
            <ac:spMk id="28" creationId="{00000000-0000-0000-0000-000000000000}"/>
          </ac:spMkLst>
        </pc:spChg>
      </pc:sldChg>
      <pc:sldChg chg="modSp">
        <pc:chgData name="翟 锐" userId="fef11181f709266a" providerId="LiveId" clId="{727D35D6-B4E6-4AF0-8F74-99EBC6E1954B}" dt="2020-09-24T13:39:34.276" v="3919" actId="6549"/>
        <pc:sldMkLst>
          <pc:docMk/>
          <pc:sldMk cId="3827089109" sldId="559"/>
        </pc:sldMkLst>
        <pc:spChg chg="mod">
          <ac:chgData name="翟 锐" userId="fef11181f709266a" providerId="LiveId" clId="{727D35D6-B4E6-4AF0-8F74-99EBC6E1954B}" dt="2020-09-24T13:39:34.276" v="3919" actId="6549"/>
          <ac:spMkLst>
            <pc:docMk/>
            <pc:sldMk cId="3827089109" sldId="559"/>
            <ac:spMk id="16" creationId="{00000000-0000-0000-0000-000000000000}"/>
          </ac:spMkLst>
        </pc:spChg>
        <pc:spChg chg="mod">
          <ac:chgData name="翟 锐" userId="fef11181f709266a" providerId="LiveId" clId="{727D35D6-B4E6-4AF0-8F74-99EBC6E1954B}" dt="2020-09-24T13:35:30.448" v="3850"/>
          <ac:spMkLst>
            <pc:docMk/>
            <pc:sldMk cId="3827089109" sldId="559"/>
            <ac:spMk id="28" creationId="{00000000-0000-0000-0000-000000000000}"/>
          </ac:spMkLst>
        </pc:spChg>
      </pc:sldChg>
      <pc:sldChg chg="modSp mod">
        <pc:chgData name="翟 锐" userId="fef11181f709266a" providerId="LiveId" clId="{727D35D6-B4E6-4AF0-8F74-99EBC6E1954B}" dt="2020-09-24T09:45:16.417" v="2347" actId="21"/>
        <pc:sldMkLst>
          <pc:docMk/>
          <pc:sldMk cId="40839046" sldId="560"/>
        </pc:sldMkLst>
        <pc:spChg chg="mod">
          <ac:chgData name="翟 锐" userId="fef11181f709266a" providerId="LiveId" clId="{727D35D6-B4E6-4AF0-8F74-99EBC6E1954B}" dt="2020-09-24T09:45:16.417" v="2347" actId="21"/>
          <ac:spMkLst>
            <pc:docMk/>
            <pc:sldMk cId="40839046" sldId="560"/>
            <ac:spMk id="2" creationId="{1A343DEC-CFF6-41F5-B87C-0DFC08C67B76}"/>
          </ac:spMkLst>
        </pc:spChg>
      </pc:sldChg>
      <pc:sldChg chg="modSp">
        <pc:chgData name="翟 锐" userId="fef11181f709266a" providerId="LiveId" clId="{727D35D6-B4E6-4AF0-8F74-99EBC6E1954B}" dt="2020-09-24T13:44:16.674" v="3980" actId="207"/>
        <pc:sldMkLst>
          <pc:docMk/>
          <pc:sldMk cId="4092072796" sldId="561"/>
        </pc:sldMkLst>
        <pc:spChg chg="mod">
          <ac:chgData name="翟 锐" userId="fef11181f709266a" providerId="LiveId" clId="{727D35D6-B4E6-4AF0-8F74-99EBC6E1954B}" dt="2020-09-24T13:33:59.818" v="3816"/>
          <ac:spMkLst>
            <pc:docMk/>
            <pc:sldMk cId="4092072796" sldId="561"/>
            <ac:spMk id="16" creationId="{00000000-0000-0000-0000-000000000000}"/>
          </ac:spMkLst>
        </pc:spChg>
        <pc:spChg chg="mod">
          <ac:chgData name="翟 锐" userId="fef11181f709266a" providerId="LiveId" clId="{727D35D6-B4E6-4AF0-8F74-99EBC6E1954B}" dt="2020-09-24T13:44:16.674" v="3980" actId="207"/>
          <ac:spMkLst>
            <pc:docMk/>
            <pc:sldMk cId="4092072796" sldId="561"/>
            <ac:spMk id="28" creationId="{00000000-0000-0000-0000-000000000000}"/>
          </ac:spMkLst>
        </pc:spChg>
      </pc:sldChg>
      <pc:sldChg chg="modSp mod ord">
        <pc:chgData name="翟 锐" userId="fef11181f709266a" providerId="LiveId" clId="{727D35D6-B4E6-4AF0-8F74-99EBC6E1954B}" dt="2020-09-24T13:42:43.189" v="3927" actId="20577"/>
        <pc:sldMkLst>
          <pc:docMk/>
          <pc:sldMk cId="634261918" sldId="562"/>
        </pc:sldMkLst>
        <pc:spChg chg="mod">
          <ac:chgData name="翟 锐" userId="fef11181f709266a" providerId="LiveId" clId="{727D35D6-B4E6-4AF0-8F74-99EBC6E1954B}" dt="2020-09-24T13:42:43.189" v="3927" actId="20577"/>
          <ac:spMkLst>
            <pc:docMk/>
            <pc:sldMk cId="634261918" sldId="562"/>
            <ac:spMk id="2" creationId="{1A343DEC-CFF6-41F5-B87C-0DFC08C67B76}"/>
          </ac:spMkLst>
        </pc:spChg>
        <pc:spChg chg="mod">
          <ac:chgData name="翟 锐" userId="fef11181f709266a" providerId="LiveId" clId="{727D35D6-B4E6-4AF0-8F74-99EBC6E1954B}" dt="2020-09-24T13:37:29.044" v="3902"/>
          <ac:spMkLst>
            <pc:docMk/>
            <pc:sldMk cId="634261918" sldId="562"/>
            <ac:spMk id="35" creationId="{00000000-0000-0000-0000-000000000000}"/>
          </ac:spMkLst>
        </pc:spChg>
      </pc:sldChg>
      <pc:sldChg chg="modSp mod ord">
        <pc:chgData name="翟 锐" userId="fef11181f709266a" providerId="LiveId" clId="{727D35D6-B4E6-4AF0-8F74-99EBC6E1954B}" dt="2020-09-06T05:20:13.136" v="1757"/>
        <pc:sldMkLst>
          <pc:docMk/>
          <pc:sldMk cId="3051887953" sldId="563"/>
        </pc:sldMkLst>
        <pc:spChg chg="mod">
          <ac:chgData name="翟 锐" userId="fef11181f709266a" providerId="LiveId" clId="{727D35D6-B4E6-4AF0-8F74-99EBC6E1954B}" dt="2020-09-05T16:21:16.670" v="1186" actId="6549"/>
          <ac:spMkLst>
            <pc:docMk/>
            <pc:sldMk cId="3051887953" sldId="563"/>
            <ac:spMk id="2" creationId="{1A343DEC-CFF6-41F5-B87C-0DFC08C67B76}"/>
          </ac:spMkLst>
        </pc:spChg>
        <pc:spChg chg="mod">
          <ac:chgData name="翟 锐" userId="fef11181f709266a" providerId="LiveId" clId="{727D35D6-B4E6-4AF0-8F74-99EBC6E1954B}" dt="2020-09-06T05:20:13.136" v="1757"/>
          <ac:spMkLst>
            <pc:docMk/>
            <pc:sldMk cId="3051887953" sldId="563"/>
            <ac:spMk id="35" creationId="{00000000-0000-0000-0000-000000000000}"/>
          </ac:spMkLst>
        </pc:spChg>
      </pc:sldChg>
      <pc:sldChg chg="modSp mod ord">
        <pc:chgData name="翟 锐" userId="fef11181f709266a" providerId="LiveId" clId="{727D35D6-B4E6-4AF0-8F74-99EBC6E1954B}" dt="2020-09-24T13:23:27.274" v="3727" actId="15"/>
        <pc:sldMkLst>
          <pc:docMk/>
          <pc:sldMk cId="3404202409" sldId="564"/>
        </pc:sldMkLst>
        <pc:spChg chg="mod">
          <ac:chgData name="翟 锐" userId="fef11181f709266a" providerId="LiveId" clId="{727D35D6-B4E6-4AF0-8F74-99EBC6E1954B}" dt="2020-09-24T13:23:27.274" v="3727" actId="15"/>
          <ac:spMkLst>
            <pc:docMk/>
            <pc:sldMk cId="3404202409" sldId="564"/>
            <ac:spMk id="2" creationId="{1A343DEC-CFF6-41F5-B87C-0DFC08C67B76}"/>
          </ac:spMkLst>
        </pc:spChg>
        <pc:spChg chg="mod">
          <ac:chgData name="翟 锐" userId="fef11181f709266a" providerId="LiveId" clId="{727D35D6-B4E6-4AF0-8F74-99EBC6E1954B}" dt="2020-09-06T05:20:10.751" v="1756"/>
          <ac:spMkLst>
            <pc:docMk/>
            <pc:sldMk cId="3404202409" sldId="564"/>
            <ac:spMk id="35" creationId="{00000000-0000-0000-0000-000000000000}"/>
          </ac:spMkLst>
        </pc:spChg>
      </pc:sldChg>
      <pc:sldChg chg="modSp mod">
        <pc:chgData name="翟 锐" userId="fef11181f709266a" providerId="LiveId" clId="{727D35D6-B4E6-4AF0-8F74-99EBC6E1954B}" dt="2020-09-24T13:23:40.214" v="3728" actId="1076"/>
        <pc:sldMkLst>
          <pc:docMk/>
          <pc:sldMk cId="146979102" sldId="565"/>
        </pc:sldMkLst>
        <pc:spChg chg="mod">
          <ac:chgData name="翟 锐" userId="fef11181f709266a" providerId="LiveId" clId="{727D35D6-B4E6-4AF0-8F74-99EBC6E1954B}" dt="2020-09-06T05:16:31.977" v="1535"/>
          <ac:spMkLst>
            <pc:docMk/>
            <pc:sldMk cId="146979102" sldId="565"/>
            <ac:spMk id="2" creationId="{1A343DEC-CFF6-41F5-B87C-0DFC08C67B76}"/>
          </ac:spMkLst>
        </pc:spChg>
        <pc:spChg chg="mod">
          <ac:chgData name="翟 锐" userId="fef11181f709266a" providerId="LiveId" clId="{727D35D6-B4E6-4AF0-8F74-99EBC6E1954B}" dt="2020-09-06T05:16:55.787" v="1606" actId="20577"/>
          <ac:spMkLst>
            <pc:docMk/>
            <pc:sldMk cId="146979102" sldId="565"/>
            <ac:spMk id="35" creationId="{00000000-0000-0000-0000-000000000000}"/>
          </ac:spMkLst>
        </pc:spChg>
        <pc:picChg chg="mod">
          <ac:chgData name="翟 锐" userId="fef11181f709266a" providerId="LiveId" clId="{727D35D6-B4E6-4AF0-8F74-99EBC6E1954B}" dt="2020-09-24T13:23:40.214" v="3728" actId="1076"/>
          <ac:picMkLst>
            <pc:docMk/>
            <pc:sldMk cId="146979102" sldId="565"/>
            <ac:picMk id="6" creationId="{CEC16A83-D065-4F47-95B4-63FF26FFD825}"/>
          </ac:picMkLst>
        </pc:picChg>
      </pc:sldChg>
      <pc:sldChg chg="modSp mod ord">
        <pc:chgData name="翟 锐" userId="fef11181f709266a" providerId="LiveId" clId="{727D35D6-B4E6-4AF0-8F74-99EBC6E1954B}" dt="2020-09-24T13:16:41.123" v="3720" actId="20578"/>
        <pc:sldMkLst>
          <pc:docMk/>
          <pc:sldMk cId="727514361" sldId="566"/>
        </pc:sldMkLst>
        <pc:spChg chg="mod">
          <ac:chgData name="翟 锐" userId="fef11181f709266a" providerId="LiveId" clId="{727D35D6-B4E6-4AF0-8F74-99EBC6E1954B}" dt="2020-09-23T16:44:35.487" v="2085" actId="6549"/>
          <ac:spMkLst>
            <pc:docMk/>
            <pc:sldMk cId="727514361" sldId="566"/>
            <ac:spMk id="2" creationId="{1A343DEC-CFF6-41F5-B87C-0DFC08C67B76}"/>
          </ac:spMkLst>
        </pc:spChg>
      </pc:sldChg>
      <pc:sldChg chg="modSp add mod">
        <pc:chgData name="翟 锐" userId="fef11181f709266a" providerId="LiveId" clId="{727D35D6-B4E6-4AF0-8F74-99EBC6E1954B}" dt="2020-09-23T16:46:43.808" v="2093" actId="12"/>
        <pc:sldMkLst>
          <pc:docMk/>
          <pc:sldMk cId="1981665619" sldId="567"/>
        </pc:sldMkLst>
        <pc:spChg chg="mod">
          <ac:chgData name="翟 锐" userId="fef11181f709266a" providerId="LiveId" clId="{727D35D6-B4E6-4AF0-8F74-99EBC6E1954B}" dt="2020-09-23T16:46:43.808" v="2093" actId="12"/>
          <ac:spMkLst>
            <pc:docMk/>
            <pc:sldMk cId="1981665619" sldId="567"/>
            <ac:spMk id="2" creationId="{1A343DEC-CFF6-41F5-B87C-0DFC08C67B76}"/>
          </ac:spMkLst>
        </pc:spChg>
      </pc:sldChg>
      <pc:sldChg chg="modSp del mod">
        <pc:chgData name="翟 锐" userId="fef11181f709266a" providerId="LiveId" clId="{727D35D6-B4E6-4AF0-8F74-99EBC6E1954B}" dt="2020-08-29T09:10:51.105" v="244" actId="2696"/>
        <pc:sldMkLst>
          <pc:docMk/>
          <pc:sldMk cId="2335307117" sldId="567"/>
        </pc:sldMkLst>
        <pc:spChg chg="mod">
          <ac:chgData name="翟 锐" userId="fef11181f709266a" providerId="LiveId" clId="{727D35D6-B4E6-4AF0-8F74-99EBC6E1954B}" dt="2020-08-29T08:53:05.156" v="130" actId="20577"/>
          <ac:spMkLst>
            <pc:docMk/>
            <pc:sldMk cId="2335307117" sldId="567"/>
            <ac:spMk id="2" creationId="{1A343DEC-CFF6-41F5-B87C-0DFC08C67B76}"/>
          </ac:spMkLst>
        </pc:spChg>
      </pc:sldChg>
      <pc:sldChg chg="modSp ord">
        <pc:chgData name="翟 锐" userId="fef11181f709266a" providerId="LiveId" clId="{727D35D6-B4E6-4AF0-8F74-99EBC6E1954B}" dt="2020-09-24T13:38:24.519" v="3912"/>
        <pc:sldMkLst>
          <pc:docMk/>
          <pc:sldMk cId="1385814803" sldId="568"/>
        </pc:sldMkLst>
        <pc:spChg chg="mod">
          <ac:chgData name="翟 锐" userId="fef11181f709266a" providerId="LiveId" clId="{727D35D6-B4E6-4AF0-8F74-99EBC6E1954B}" dt="2020-09-24T13:38:00.925" v="3906" actId="20577"/>
          <ac:spMkLst>
            <pc:docMk/>
            <pc:sldMk cId="1385814803" sldId="568"/>
            <ac:spMk id="35" creationId="{00000000-0000-0000-0000-000000000000}"/>
          </ac:spMkLst>
        </pc:spChg>
      </pc:sldChg>
      <pc:sldChg chg="modSp mod modAnim">
        <pc:chgData name="翟 锐" userId="fef11181f709266a" providerId="LiveId" clId="{727D35D6-B4E6-4AF0-8F74-99EBC6E1954B}" dt="2020-09-06T05:20:31.850" v="1759" actId="1076"/>
        <pc:sldMkLst>
          <pc:docMk/>
          <pc:sldMk cId="4047933167" sldId="569"/>
        </pc:sldMkLst>
        <pc:spChg chg="mod">
          <ac:chgData name="翟 锐" userId="fef11181f709266a" providerId="LiveId" clId="{727D35D6-B4E6-4AF0-8F74-99EBC6E1954B}" dt="2020-09-06T05:16:36.303" v="1537"/>
          <ac:spMkLst>
            <pc:docMk/>
            <pc:sldMk cId="4047933167" sldId="569"/>
            <ac:spMk id="2" creationId="{1A343DEC-CFF6-41F5-B87C-0DFC08C67B76}"/>
          </ac:spMkLst>
        </pc:spChg>
        <pc:spChg chg="mod">
          <ac:chgData name="翟 锐" userId="fef11181f709266a" providerId="LiveId" clId="{727D35D6-B4E6-4AF0-8F74-99EBC6E1954B}" dt="2020-09-06T05:17:00.813" v="1607"/>
          <ac:spMkLst>
            <pc:docMk/>
            <pc:sldMk cId="4047933167" sldId="569"/>
            <ac:spMk id="35" creationId="{00000000-0000-0000-0000-000000000000}"/>
          </ac:spMkLst>
        </pc:spChg>
        <pc:picChg chg="mod">
          <ac:chgData name="翟 锐" userId="fef11181f709266a" providerId="LiveId" clId="{727D35D6-B4E6-4AF0-8F74-99EBC6E1954B}" dt="2020-09-06T05:20:31.850" v="1759" actId="1076"/>
          <ac:picMkLst>
            <pc:docMk/>
            <pc:sldMk cId="4047933167" sldId="569"/>
            <ac:picMk id="6" creationId="{1E7935DF-D7B7-4F76-A56E-2E87D67F1A2D}"/>
          </ac:picMkLst>
        </pc:picChg>
      </pc:sldChg>
      <pc:sldChg chg="modSp ord modAnim">
        <pc:chgData name="翟 锐" userId="fef11181f709266a" providerId="LiveId" clId="{727D35D6-B4E6-4AF0-8F74-99EBC6E1954B}" dt="2020-09-06T05:17:07.781" v="1608"/>
        <pc:sldMkLst>
          <pc:docMk/>
          <pc:sldMk cId="1248462053" sldId="570"/>
        </pc:sldMkLst>
        <pc:spChg chg="mod">
          <ac:chgData name="翟 锐" userId="fef11181f709266a" providerId="LiveId" clId="{727D35D6-B4E6-4AF0-8F74-99EBC6E1954B}" dt="2020-09-06T05:17:07.781" v="1608"/>
          <ac:spMkLst>
            <pc:docMk/>
            <pc:sldMk cId="1248462053" sldId="570"/>
            <ac:spMk id="35" creationId="{00000000-0000-0000-0000-000000000000}"/>
          </ac:spMkLst>
        </pc:spChg>
      </pc:sldChg>
      <pc:sldChg chg="modSp add del">
        <pc:chgData name="翟 锐" userId="fef11181f709266a" providerId="LiveId" clId="{727D35D6-B4E6-4AF0-8F74-99EBC6E1954B}" dt="2020-09-24T13:45:00.488" v="3981" actId="2696"/>
        <pc:sldMkLst>
          <pc:docMk/>
          <pc:sldMk cId="1183802789" sldId="571"/>
        </pc:sldMkLst>
        <pc:spChg chg="mod">
          <ac:chgData name="翟 锐" userId="fef11181f709266a" providerId="LiveId" clId="{727D35D6-B4E6-4AF0-8F74-99EBC6E1954B}" dt="2020-09-05T16:43:47.396" v="1422"/>
          <ac:spMkLst>
            <pc:docMk/>
            <pc:sldMk cId="1183802789" sldId="571"/>
            <ac:spMk id="35" creationId="{00000000-0000-0000-0000-000000000000}"/>
          </ac:spMkLst>
        </pc:spChg>
      </pc:sldChg>
      <pc:sldChg chg="add ord">
        <pc:chgData name="翟 锐" userId="fef11181f709266a" providerId="LiveId" clId="{727D35D6-B4E6-4AF0-8F74-99EBC6E1954B}" dt="2020-09-24T13:45:44.065" v="3984"/>
        <pc:sldMkLst>
          <pc:docMk/>
          <pc:sldMk cId="3236092290" sldId="571"/>
        </pc:sldMkLst>
      </pc:sldChg>
      <pc:sldChg chg="modSp del mod ord">
        <pc:chgData name="翟 锐" userId="fef11181f709266a" providerId="LiveId" clId="{727D35D6-B4E6-4AF0-8F74-99EBC6E1954B}" dt="2020-09-05T16:42:53.448" v="1401" actId="2696"/>
        <pc:sldMkLst>
          <pc:docMk/>
          <pc:sldMk cId="4135861373" sldId="571"/>
        </pc:sldMkLst>
        <pc:picChg chg="mod">
          <ac:chgData name="翟 锐" userId="fef11181f709266a" providerId="LiveId" clId="{727D35D6-B4E6-4AF0-8F74-99EBC6E1954B}" dt="2020-09-05T16:26:59.492" v="1292" actId="1076"/>
          <ac:picMkLst>
            <pc:docMk/>
            <pc:sldMk cId="4135861373" sldId="571"/>
            <ac:picMk id="4" creationId="{05F69294-5C7E-47CA-AF72-F2B1779893E8}"/>
          </ac:picMkLst>
        </pc:picChg>
      </pc:sldChg>
      <pc:sldChg chg="modSp ord">
        <pc:chgData name="翟 锐" userId="fef11181f709266a" providerId="LiveId" clId="{727D35D6-B4E6-4AF0-8F74-99EBC6E1954B}" dt="2020-09-06T05:17:11.810" v="1609"/>
        <pc:sldMkLst>
          <pc:docMk/>
          <pc:sldMk cId="1120019373" sldId="572"/>
        </pc:sldMkLst>
        <pc:spChg chg="mod">
          <ac:chgData name="翟 锐" userId="fef11181f709266a" providerId="LiveId" clId="{727D35D6-B4E6-4AF0-8F74-99EBC6E1954B}" dt="2020-09-06T05:17:11.810" v="1609"/>
          <ac:spMkLst>
            <pc:docMk/>
            <pc:sldMk cId="1120019373" sldId="572"/>
            <ac:spMk id="35" creationId="{00000000-0000-0000-0000-000000000000}"/>
          </ac:spMkLst>
        </pc:spChg>
      </pc:sldChg>
      <pc:sldChg chg="modSp add">
        <pc:chgData name="翟 锐" userId="fef11181f709266a" providerId="LiveId" clId="{727D35D6-B4E6-4AF0-8F74-99EBC6E1954B}" dt="2020-09-24T13:37:36.152" v="3903" actId="20577"/>
        <pc:sldMkLst>
          <pc:docMk/>
          <pc:sldMk cId="743746202" sldId="573"/>
        </pc:sldMkLst>
        <pc:spChg chg="mod">
          <ac:chgData name="翟 锐" userId="fef11181f709266a" providerId="LiveId" clId="{727D35D6-B4E6-4AF0-8F74-99EBC6E1954B}" dt="2020-09-24T13:37:36.152" v="3903" actId="20577"/>
          <ac:spMkLst>
            <pc:docMk/>
            <pc:sldMk cId="743746202" sldId="573"/>
            <ac:spMk id="35" creationId="{00000000-0000-0000-0000-000000000000}"/>
          </ac:spMkLst>
        </pc:spChg>
      </pc:sldChg>
      <pc:sldChg chg="del">
        <pc:chgData name="翟 锐" userId="fef11181f709266a" providerId="LiveId" clId="{727D35D6-B4E6-4AF0-8F74-99EBC6E1954B}" dt="2020-09-05T16:44:41.315" v="1461" actId="2696"/>
        <pc:sldMkLst>
          <pc:docMk/>
          <pc:sldMk cId="757202342" sldId="573"/>
        </pc:sldMkLst>
      </pc:sldChg>
      <pc:sldChg chg="add del">
        <pc:chgData name="翟 锐" userId="fef11181f709266a" providerId="LiveId" clId="{727D35D6-B4E6-4AF0-8F74-99EBC6E1954B}" dt="2020-09-06T05:18:15.069" v="1637" actId="2696"/>
        <pc:sldMkLst>
          <pc:docMk/>
          <pc:sldMk cId="1679827655" sldId="573"/>
        </pc:sldMkLst>
      </pc:sldChg>
      <pc:sldChg chg="add del">
        <pc:chgData name="翟 锐" userId="fef11181f709266a" providerId="LiveId" clId="{727D35D6-B4E6-4AF0-8F74-99EBC6E1954B}" dt="2020-09-24T13:34:47.866" v="3825" actId="2696"/>
        <pc:sldMkLst>
          <pc:docMk/>
          <pc:sldMk cId="2580293751" sldId="573"/>
        </pc:sldMkLst>
      </pc:sldChg>
      <pc:sldChg chg="add del">
        <pc:chgData name="翟 锐" userId="fef11181f709266a" providerId="LiveId" clId="{727D35D6-B4E6-4AF0-8F74-99EBC6E1954B}" dt="2020-09-24T13:36:29.179" v="3851" actId="2696"/>
        <pc:sldMkLst>
          <pc:docMk/>
          <pc:sldMk cId="3666979464" sldId="573"/>
        </pc:sldMkLst>
      </pc:sldChg>
      <pc:sldChg chg="modSp add modAnim">
        <pc:chgData name="翟 锐" userId="fef11181f709266a" providerId="LiveId" clId="{727D35D6-B4E6-4AF0-8F74-99EBC6E1954B}" dt="2020-09-24T13:28:20.584" v="3755"/>
        <pc:sldMkLst>
          <pc:docMk/>
          <pc:sldMk cId="620485273" sldId="574"/>
        </pc:sldMkLst>
        <pc:spChg chg="mod">
          <ac:chgData name="翟 锐" userId="fef11181f709266a" providerId="LiveId" clId="{727D35D6-B4E6-4AF0-8F74-99EBC6E1954B}" dt="2020-09-24T13:28:20.584" v="3755"/>
          <ac:spMkLst>
            <pc:docMk/>
            <pc:sldMk cId="620485273" sldId="574"/>
            <ac:spMk id="35" creationId="{00000000-0000-0000-0000-000000000000}"/>
          </ac:spMkLst>
        </pc:spChg>
      </pc:sldChg>
      <pc:sldChg chg="addSp delSp modSp add del mod addAnim delAnim modAnim">
        <pc:chgData name="翟 锐" userId="fef11181f709266a" providerId="LiveId" clId="{727D35D6-B4E6-4AF0-8F74-99EBC6E1954B}" dt="2020-09-06T05:17:54.152" v="1635" actId="2696"/>
        <pc:sldMkLst>
          <pc:docMk/>
          <pc:sldMk cId="2409571992" sldId="574"/>
        </pc:sldMkLst>
        <pc:spChg chg="add del mod">
          <ac:chgData name="翟 锐" userId="fef11181f709266a" providerId="LiveId" clId="{727D35D6-B4E6-4AF0-8F74-99EBC6E1954B}" dt="2020-09-06T05:17:45.018" v="1634" actId="20577"/>
          <ac:spMkLst>
            <pc:docMk/>
            <pc:sldMk cId="2409571992" sldId="574"/>
            <ac:spMk id="35" creationId="{00000000-0000-0000-0000-000000000000}"/>
          </ac:spMkLst>
        </pc:spChg>
      </pc:sldChg>
      <pc:sldChg chg="add del">
        <pc:chgData name="翟 锐" userId="fef11181f709266a" providerId="LiveId" clId="{727D35D6-B4E6-4AF0-8F74-99EBC6E1954B}" dt="2020-09-05T16:40:33.077" v="1389" actId="2696"/>
        <pc:sldMkLst>
          <pc:docMk/>
          <pc:sldMk cId="2476374595" sldId="574"/>
        </pc:sldMkLst>
      </pc:sldChg>
      <pc:sldChg chg="add del">
        <pc:chgData name="翟 锐" userId="fef11181f709266a" providerId="LiveId" clId="{727D35D6-B4E6-4AF0-8F74-99EBC6E1954B}" dt="2020-09-05T16:39:39.369" v="1385" actId="2696"/>
        <pc:sldMkLst>
          <pc:docMk/>
          <pc:sldMk cId="2834995072" sldId="574"/>
        </pc:sldMkLst>
      </pc:sldChg>
      <pc:sldChg chg="modSp del mod">
        <pc:chgData name="翟 锐" userId="fef11181f709266a" providerId="LiveId" clId="{727D35D6-B4E6-4AF0-8F74-99EBC6E1954B}" dt="2020-09-05T16:39:27.174" v="1383" actId="2696"/>
        <pc:sldMkLst>
          <pc:docMk/>
          <pc:sldMk cId="3813965798" sldId="574"/>
        </pc:sldMkLst>
        <pc:spChg chg="mod">
          <ac:chgData name="翟 锐" userId="fef11181f709266a" providerId="LiveId" clId="{727D35D6-B4E6-4AF0-8F74-99EBC6E1954B}" dt="2020-09-05T16:28:10.707" v="1295" actId="12"/>
          <ac:spMkLst>
            <pc:docMk/>
            <pc:sldMk cId="3813965798" sldId="574"/>
            <ac:spMk id="2" creationId="{1A343DEC-CFF6-41F5-B87C-0DFC08C67B76}"/>
          </ac:spMkLst>
        </pc:spChg>
      </pc:sldChg>
      <pc:sldChg chg="modSp add del modAnim">
        <pc:chgData name="翟 锐" userId="fef11181f709266a" providerId="LiveId" clId="{727D35D6-B4E6-4AF0-8F74-99EBC6E1954B}" dt="2020-09-24T13:27:43.024" v="3729" actId="2696"/>
        <pc:sldMkLst>
          <pc:docMk/>
          <pc:sldMk cId="4182787323" sldId="574"/>
        </pc:sldMkLst>
        <pc:spChg chg="mod">
          <ac:chgData name="翟 锐" userId="fef11181f709266a" providerId="LiveId" clId="{727D35D6-B4E6-4AF0-8F74-99EBC6E1954B}" dt="2020-09-06T05:18:35.395" v="1690"/>
          <ac:spMkLst>
            <pc:docMk/>
            <pc:sldMk cId="4182787323" sldId="574"/>
            <ac:spMk id="35" creationId="{00000000-0000-0000-0000-000000000000}"/>
          </ac:spMkLst>
        </pc:spChg>
      </pc:sldChg>
      <pc:sldChg chg="modSp add del">
        <pc:chgData name="翟 锐" userId="fef11181f709266a" providerId="LiveId" clId="{727D35D6-B4E6-4AF0-8F74-99EBC6E1954B}" dt="2020-09-24T13:27:43.024" v="3729" actId="2696"/>
        <pc:sldMkLst>
          <pc:docMk/>
          <pc:sldMk cId="502649617" sldId="575"/>
        </pc:sldMkLst>
        <pc:spChg chg="mod">
          <ac:chgData name="翟 锐" userId="fef11181f709266a" providerId="LiveId" clId="{727D35D6-B4E6-4AF0-8F74-99EBC6E1954B}" dt="2020-09-06T05:18:41.178" v="1692"/>
          <ac:spMkLst>
            <pc:docMk/>
            <pc:sldMk cId="502649617" sldId="575"/>
            <ac:spMk id="35" creationId="{00000000-0000-0000-0000-000000000000}"/>
          </ac:spMkLst>
        </pc:spChg>
      </pc:sldChg>
      <pc:sldChg chg="add del">
        <pc:chgData name="翟 锐" userId="fef11181f709266a" providerId="LiveId" clId="{727D35D6-B4E6-4AF0-8F74-99EBC6E1954B}" dt="2020-09-06T05:17:54.152" v="1635" actId="2696"/>
        <pc:sldMkLst>
          <pc:docMk/>
          <pc:sldMk cId="821896192" sldId="575"/>
        </pc:sldMkLst>
      </pc:sldChg>
      <pc:sldChg chg="modSp add">
        <pc:chgData name="翟 锐" userId="fef11181f709266a" providerId="LiveId" clId="{727D35D6-B4E6-4AF0-8F74-99EBC6E1954B}" dt="2020-09-24T13:28:26.053" v="3757"/>
        <pc:sldMkLst>
          <pc:docMk/>
          <pc:sldMk cId="1067089501" sldId="575"/>
        </pc:sldMkLst>
        <pc:spChg chg="mod">
          <ac:chgData name="翟 锐" userId="fef11181f709266a" providerId="LiveId" clId="{727D35D6-B4E6-4AF0-8F74-99EBC6E1954B}" dt="2020-09-24T13:28:26.053" v="3757"/>
          <ac:spMkLst>
            <pc:docMk/>
            <pc:sldMk cId="1067089501" sldId="575"/>
            <ac:spMk id="35" creationId="{00000000-0000-0000-0000-000000000000}"/>
          </ac:spMkLst>
        </pc:spChg>
      </pc:sldChg>
      <pc:sldChg chg="add del">
        <pc:chgData name="翟 锐" userId="fef11181f709266a" providerId="LiveId" clId="{727D35D6-B4E6-4AF0-8F74-99EBC6E1954B}" dt="2020-09-05T16:39:39.369" v="1385" actId="2696"/>
        <pc:sldMkLst>
          <pc:docMk/>
          <pc:sldMk cId="1843174693" sldId="575"/>
        </pc:sldMkLst>
      </pc:sldChg>
      <pc:sldChg chg="modSp del mod">
        <pc:chgData name="翟 锐" userId="fef11181f709266a" providerId="LiveId" clId="{727D35D6-B4E6-4AF0-8F74-99EBC6E1954B}" dt="2020-09-05T16:39:27.174" v="1383" actId="2696"/>
        <pc:sldMkLst>
          <pc:docMk/>
          <pc:sldMk cId="2437343248" sldId="575"/>
        </pc:sldMkLst>
        <pc:spChg chg="mod">
          <ac:chgData name="翟 锐" userId="fef11181f709266a" providerId="LiveId" clId="{727D35D6-B4E6-4AF0-8F74-99EBC6E1954B}" dt="2020-09-05T16:28:19.173" v="1298" actId="12"/>
          <ac:spMkLst>
            <pc:docMk/>
            <pc:sldMk cId="2437343248" sldId="575"/>
            <ac:spMk id="2" creationId="{1A343DEC-CFF6-41F5-B87C-0DFC08C67B76}"/>
          </ac:spMkLst>
        </pc:spChg>
      </pc:sldChg>
      <pc:sldChg chg="add del">
        <pc:chgData name="翟 锐" userId="fef11181f709266a" providerId="LiveId" clId="{727D35D6-B4E6-4AF0-8F74-99EBC6E1954B}" dt="2020-09-05T16:40:33.077" v="1389" actId="2696"/>
        <pc:sldMkLst>
          <pc:docMk/>
          <pc:sldMk cId="3574920604" sldId="575"/>
        </pc:sldMkLst>
      </pc:sldChg>
      <pc:sldChg chg="modSp add del">
        <pc:chgData name="翟 锐" userId="fef11181f709266a" providerId="LiveId" clId="{727D35D6-B4E6-4AF0-8F74-99EBC6E1954B}" dt="2020-09-24T13:27:43.024" v="3729" actId="2696"/>
        <pc:sldMkLst>
          <pc:docMk/>
          <pc:sldMk cId="1218141294" sldId="576"/>
        </pc:sldMkLst>
        <pc:spChg chg="mod">
          <ac:chgData name="翟 锐" userId="fef11181f709266a" providerId="LiveId" clId="{727D35D6-B4E6-4AF0-8F74-99EBC6E1954B}" dt="2020-09-06T05:18:44.104" v="1693"/>
          <ac:spMkLst>
            <pc:docMk/>
            <pc:sldMk cId="1218141294" sldId="576"/>
            <ac:spMk id="35" creationId="{00000000-0000-0000-0000-000000000000}"/>
          </ac:spMkLst>
        </pc:spChg>
      </pc:sldChg>
      <pc:sldChg chg="modSp del mod">
        <pc:chgData name="翟 锐" userId="fef11181f709266a" providerId="LiveId" clId="{727D35D6-B4E6-4AF0-8F74-99EBC6E1954B}" dt="2020-09-05T16:39:27.174" v="1383" actId="2696"/>
        <pc:sldMkLst>
          <pc:docMk/>
          <pc:sldMk cId="2216433463" sldId="576"/>
        </pc:sldMkLst>
        <pc:spChg chg="mod">
          <ac:chgData name="翟 锐" userId="fef11181f709266a" providerId="LiveId" clId="{727D35D6-B4E6-4AF0-8F74-99EBC6E1954B}" dt="2020-09-05T16:28:22.766" v="1300" actId="12"/>
          <ac:spMkLst>
            <pc:docMk/>
            <pc:sldMk cId="2216433463" sldId="576"/>
            <ac:spMk id="2" creationId="{1A343DEC-CFF6-41F5-B87C-0DFC08C67B76}"/>
          </ac:spMkLst>
        </pc:spChg>
      </pc:sldChg>
      <pc:sldChg chg="add del">
        <pc:chgData name="翟 锐" userId="fef11181f709266a" providerId="LiveId" clId="{727D35D6-B4E6-4AF0-8F74-99EBC6E1954B}" dt="2020-09-06T05:17:54.152" v="1635" actId="2696"/>
        <pc:sldMkLst>
          <pc:docMk/>
          <pc:sldMk cId="2534175997" sldId="576"/>
        </pc:sldMkLst>
      </pc:sldChg>
      <pc:sldChg chg="modSp add">
        <pc:chgData name="翟 锐" userId="fef11181f709266a" providerId="LiveId" clId="{727D35D6-B4E6-4AF0-8F74-99EBC6E1954B}" dt="2020-09-24T13:28:27.470" v="3758"/>
        <pc:sldMkLst>
          <pc:docMk/>
          <pc:sldMk cId="2636534021" sldId="576"/>
        </pc:sldMkLst>
        <pc:spChg chg="mod">
          <ac:chgData name="翟 锐" userId="fef11181f709266a" providerId="LiveId" clId="{727D35D6-B4E6-4AF0-8F74-99EBC6E1954B}" dt="2020-09-24T13:28:27.470" v="3758"/>
          <ac:spMkLst>
            <pc:docMk/>
            <pc:sldMk cId="2636534021" sldId="576"/>
            <ac:spMk id="35" creationId="{00000000-0000-0000-0000-000000000000}"/>
          </ac:spMkLst>
        </pc:spChg>
      </pc:sldChg>
      <pc:sldChg chg="add del">
        <pc:chgData name="翟 锐" userId="fef11181f709266a" providerId="LiveId" clId="{727D35D6-B4E6-4AF0-8F74-99EBC6E1954B}" dt="2020-09-05T16:39:39.369" v="1385" actId="2696"/>
        <pc:sldMkLst>
          <pc:docMk/>
          <pc:sldMk cId="2893003110" sldId="576"/>
        </pc:sldMkLst>
      </pc:sldChg>
      <pc:sldChg chg="add del">
        <pc:chgData name="翟 锐" userId="fef11181f709266a" providerId="LiveId" clId="{727D35D6-B4E6-4AF0-8F74-99EBC6E1954B}" dt="2020-09-05T16:40:33.077" v="1389" actId="2696"/>
        <pc:sldMkLst>
          <pc:docMk/>
          <pc:sldMk cId="3591004234" sldId="576"/>
        </pc:sldMkLst>
      </pc:sldChg>
      <pc:sldChg chg="add del">
        <pc:chgData name="翟 锐" userId="fef11181f709266a" providerId="LiveId" clId="{727D35D6-B4E6-4AF0-8F74-99EBC6E1954B}" dt="2020-09-05T16:40:33.077" v="1389" actId="2696"/>
        <pc:sldMkLst>
          <pc:docMk/>
          <pc:sldMk cId="1108804641" sldId="577"/>
        </pc:sldMkLst>
      </pc:sldChg>
      <pc:sldChg chg="modSp del mod">
        <pc:chgData name="翟 锐" userId="fef11181f709266a" providerId="LiveId" clId="{727D35D6-B4E6-4AF0-8F74-99EBC6E1954B}" dt="2020-09-05T16:39:27.174" v="1383" actId="2696"/>
        <pc:sldMkLst>
          <pc:docMk/>
          <pc:sldMk cId="1412906642" sldId="577"/>
        </pc:sldMkLst>
        <pc:spChg chg="mod">
          <ac:chgData name="翟 锐" userId="fef11181f709266a" providerId="LiveId" clId="{727D35D6-B4E6-4AF0-8F74-99EBC6E1954B}" dt="2020-09-05T16:28:27.011" v="1302" actId="12"/>
          <ac:spMkLst>
            <pc:docMk/>
            <pc:sldMk cId="1412906642" sldId="577"/>
            <ac:spMk id="2" creationId="{1A343DEC-CFF6-41F5-B87C-0DFC08C67B76}"/>
          </ac:spMkLst>
        </pc:spChg>
      </pc:sldChg>
      <pc:sldChg chg="modSp add">
        <pc:chgData name="翟 锐" userId="fef11181f709266a" providerId="LiveId" clId="{727D35D6-B4E6-4AF0-8F74-99EBC6E1954B}" dt="2020-09-24T13:28:28.866" v="3759"/>
        <pc:sldMkLst>
          <pc:docMk/>
          <pc:sldMk cId="1554101574" sldId="577"/>
        </pc:sldMkLst>
        <pc:spChg chg="mod">
          <ac:chgData name="翟 锐" userId="fef11181f709266a" providerId="LiveId" clId="{727D35D6-B4E6-4AF0-8F74-99EBC6E1954B}" dt="2020-09-24T13:28:28.866" v="3759"/>
          <ac:spMkLst>
            <pc:docMk/>
            <pc:sldMk cId="1554101574" sldId="577"/>
            <ac:spMk id="35" creationId="{00000000-0000-0000-0000-000000000000}"/>
          </ac:spMkLst>
        </pc:spChg>
      </pc:sldChg>
      <pc:sldChg chg="add del">
        <pc:chgData name="翟 锐" userId="fef11181f709266a" providerId="LiveId" clId="{727D35D6-B4E6-4AF0-8F74-99EBC6E1954B}" dt="2020-09-05T16:39:39.369" v="1385" actId="2696"/>
        <pc:sldMkLst>
          <pc:docMk/>
          <pc:sldMk cId="2835892315" sldId="577"/>
        </pc:sldMkLst>
      </pc:sldChg>
      <pc:sldChg chg="add del">
        <pc:chgData name="翟 锐" userId="fef11181f709266a" providerId="LiveId" clId="{727D35D6-B4E6-4AF0-8F74-99EBC6E1954B}" dt="2020-09-06T05:17:54.152" v="1635" actId="2696"/>
        <pc:sldMkLst>
          <pc:docMk/>
          <pc:sldMk cId="2875469035" sldId="577"/>
        </pc:sldMkLst>
      </pc:sldChg>
      <pc:sldChg chg="modSp add del">
        <pc:chgData name="翟 锐" userId="fef11181f709266a" providerId="LiveId" clId="{727D35D6-B4E6-4AF0-8F74-99EBC6E1954B}" dt="2020-09-24T13:27:43.024" v="3729" actId="2696"/>
        <pc:sldMkLst>
          <pc:docMk/>
          <pc:sldMk cId="3781538199" sldId="577"/>
        </pc:sldMkLst>
        <pc:spChg chg="mod">
          <ac:chgData name="翟 锐" userId="fef11181f709266a" providerId="LiveId" clId="{727D35D6-B4E6-4AF0-8F74-99EBC6E1954B}" dt="2020-09-06T05:18:45.993" v="1694"/>
          <ac:spMkLst>
            <pc:docMk/>
            <pc:sldMk cId="3781538199" sldId="577"/>
            <ac:spMk id="35" creationId="{00000000-0000-0000-0000-000000000000}"/>
          </ac:spMkLst>
        </pc:spChg>
      </pc:sldChg>
      <pc:sldChg chg="modSp add del">
        <pc:chgData name="翟 锐" userId="fef11181f709266a" providerId="LiveId" clId="{727D35D6-B4E6-4AF0-8F74-99EBC6E1954B}" dt="2020-09-24T13:27:43.024" v="3729" actId="2696"/>
        <pc:sldMkLst>
          <pc:docMk/>
          <pc:sldMk cId="505177542" sldId="578"/>
        </pc:sldMkLst>
        <pc:spChg chg="mod">
          <ac:chgData name="翟 锐" userId="fef11181f709266a" providerId="LiveId" clId="{727D35D6-B4E6-4AF0-8F74-99EBC6E1954B}" dt="2020-09-06T05:18:47.816" v="1695"/>
          <ac:spMkLst>
            <pc:docMk/>
            <pc:sldMk cId="505177542" sldId="578"/>
            <ac:spMk id="35" creationId="{00000000-0000-0000-0000-000000000000}"/>
          </ac:spMkLst>
        </pc:spChg>
      </pc:sldChg>
      <pc:sldChg chg="add del">
        <pc:chgData name="翟 锐" userId="fef11181f709266a" providerId="LiveId" clId="{727D35D6-B4E6-4AF0-8F74-99EBC6E1954B}" dt="2020-09-06T05:17:54.152" v="1635" actId="2696"/>
        <pc:sldMkLst>
          <pc:docMk/>
          <pc:sldMk cId="1656038659" sldId="578"/>
        </pc:sldMkLst>
      </pc:sldChg>
      <pc:sldChg chg="modSp del mod">
        <pc:chgData name="翟 锐" userId="fef11181f709266a" providerId="LiveId" clId="{727D35D6-B4E6-4AF0-8F74-99EBC6E1954B}" dt="2020-09-05T16:39:27.174" v="1383" actId="2696"/>
        <pc:sldMkLst>
          <pc:docMk/>
          <pc:sldMk cId="1727444032" sldId="578"/>
        </pc:sldMkLst>
        <pc:spChg chg="mod">
          <ac:chgData name="翟 锐" userId="fef11181f709266a" providerId="LiveId" clId="{727D35D6-B4E6-4AF0-8F74-99EBC6E1954B}" dt="2020-09-05T16:28:30.874" v="1304" actId="12"/>
          <ac:spMkLst>
            <pc:docMk/>
            <pc:sldMk cId="1727444032" sldId="578"/>
            <ac:spMk id="2" creationId="{1A343DEC-CFF6-41F5-B87C-0DFC08C67B76}"/>
          </ac:spMkLst>
        </pc:spChg>
      </pc:sldChg>
      <pc:sldChg chg="add del">
        <pc:chgData name="翟 锐" userId="fef11181f709266a" providerId="LiveId" clId="{727D35D6-B4E6-4AF0-8F74-99EBC6E1954B}" dt="2020-09-05T16:40:33.077" v="1389" actId="2696"/>
        <pc:sldMkLst>
          <pc:docMk/>
          <pc:sldMk cId="2893419762" sldId="578"/>
        </pc:sldMkLst>
      </pc:sldChg>
      <pc:sldChg chg="modSp add">
        <pc:chgData name="翟 锐" userId="fef11181f709266a" providerId="LiveId" clId="{727D35D6-B4E6-4AF0-8F74-99EBC6E1954B}" dt="2020-09-24T13:28:30.327" v="3760"/>
        <pc:sldMkLst>
          <pc:docMk/>
          <pc:sldMk cId="3422299790" sldId="578"/>
        </pc:sldMkLst>
        <pc:spChg chg="mod">
          <ac:chgData name="翟 锐" userId="fef11181f709266a" providerId="LiveId" clId="{727D35D6-B4E6-4AF0-8F74-99EBC6E1954B}" dt="2020-09-24T13:28:30.327" v="3760"/>
          <ac:spMkLst>
            <pc:docMk/>
            <pc:sldMk cId="3422299790" sldId="578"/>
            <ac:spMk id="35" creationId="{00000000-0000-0000-0000-000000000000}"/>
          </ac:spMkLst>
        </pc:spChg>
      </pc:sldChg>
      <pc:sldChg chg="add del">
        <pc:chgData name="翟 锐" userId="fef11181f709266a" providerId="LiveId" clId="{727D35D6-B4E6-4AF0-8F74-99EBC6E1954B}" dt="2020-09-05T16:39:39.369" v="1385" actId="2696"/>
        <pc:sldMkLst>
          <pc:docMk/>
          <pc:sldMk cId="4251655058" sldId="578"/>
        </pc:sldMkLst>
      </pc:sldChg>
      <pc:sldChg chg="modSp add del">
        <pc:chgData name="翟 锐" userId="fef11181f709266a" providerId="LiveId" clId="{727D35D6-B4E6-4AF0-8F74-99EBC6E1954B}" dt="2020-09-24T13:27:43.024" v="3729" actId="2696"/>
        <pc:sldMkLst>
          <pc:docMk/>
          <pc:sldMk cId="1527811131" sldId="579"/>
        </pc:sldMkLst>
        <pc:spChg chg="mod">
          <ac:chgData name="翟 锐" userId="fef11181f709266a" providerId="LiveId" clId="{727D35D6-B4E6-4AF0-8F74-99EBC6E1954B}" dt="2020-09-06T05:18:39.288" v="1691"/>
          <ac:spMkLst>
            <pc:docMk/>
            <pc:sldMk cId="1527811131" sldId="579"/>
            <ac:spMk id="35" creationId="{00000000-0000-0000-0000-000000000000}"/>
          </ac:spMkLst>
        </pc:spChg>
      </pc:sldChg>
      <pc:sldChg chg="add del">
        <pc:chgData name="翟 锐" userId="fef11181f709266a" providerId="LiveId" clId="{727D35D6-B4E6-4AF0-8F74-99EBC6E1954B}" dt="2020-09-05T16:40:33.077" v="1389" actId="2696"/>
        <pc:sldMkLst>
          <pc:docMk/>
          <pc:sldMk cId="1938557577" sldId="579"/>
        </pc:sldMkLst>
      </pc:sldChg>
      <pc:sldChg chg="modSp add">
        <pc:chgData name="翟 锐" userId="fef11181f709266a" providerId="LiveId" clId="{727D35D6-B4E6-4AF0-8F74-99EBC6E1954B}" dt="2020-09-24T13:28:24.344" v="3756"/>
        <pc:sldMkLst>
          <pc:docMk/>
          <pc:sldMk cId="2625504127" sldId="579"/>
        </pc:sldMkLst>
        <pc:spChg chg="mod">
          <ac:chgData name="翟 锐" userId="fef11181f709266a" providerId="LiveId" clId="{727D35D6-B4E6-4AF0-8F74-99EBC6E1954B}" dt="2020-09-24T13:28:24.344" v="3756"/>
          <ac:spMkLst>
            <pc:docMk/>
            <pc:sldMk cId="2625504127" sldId="579"/>
            <ac:spMk id="35" creationId="{00000000-0000-0000-0000-000000000000}"/>
          </ac:spMkLst>
        </pc:spChg>
      </pc:sldChg>
      <pc:sldChg chg="add del">
        <pc:chgData name="翟 锐" userId="fef11181f709266a" providerId="LiveId" clId="{727D35D6-B4E6-4AF0-8F74-99EBC6E1954B}" dt="2020-09-06T05:17:54.152" v="1635" actId="2696"/>
        <pc:sldMkLst>
          <pc:docMk/>
          <pc:sldMk cId="2927550175" sldId="579"/>
        </pc:sldMkLst>
      </pc:sldChg>
      <pc:sldChg chg="modSp del mod">
        <pc:chgData name="翟 锐" userId="fef11181f709266a" providerId="LiveId" clId="{727D35D6-B4E6-4AF0-8F74-99EBC6E1954B}" dt="2020-09-05T16:39:27.174" v="1383" actId="2696"/>
        <pc:sldMkLst>
          <pc:docMk/>
          <pc:sldMk cId="3171092185" sldId="579"/>
        </pc:sldMkLst>
        <pc:spChg chg="mod">
          <ac:chgData name="翟 锐" userId="fef11181f709266a" providerId="LiveId" clId="{727D35D6-B4E6-4AF0-8F74-99EBC6E1954B}" dt="2020-09-05T16:28:14.636" v="1296" actId="12"/>
          <ac:spMkLst>
            <pc:docMk/>
            <pc:sldMk cId="3171092185" sldId="579"/>
            <ac:spMk id="2" creationId="{1A343DEC-CFF6-41F5-B87C-0DFC08C67B76}"/>
          </ac:spMkLst>
        </pc:spChg>
      </pc:sldChg>
      <pc:sldChg chg="add del">
        <pc:chgData name="翟 锐" userId="fef11181f709266a" providerId="LiveId" clId="{727D35D6-B4E6-4AF0-8F74-99EBC6E1954B}" dt="2020-09-05T16:39:39.369" v="1385" actId="2696"/>
        <pc:sldMkLst>
          <pc:docMk/>
          <pc:sldMk cId="3754728407" sldId="579"/>
        </pc:sldMkLst>
      </pc:sldChg>
      <pc:sldChg chg="add del">
        <pc:chgData name="翟 锐" userId="fef11181f709266a" providerId="LiveId" clId="{727D35D6-B4E6-4AF0-8F74-99EBC6E1954B}" dt="2020-09-24T13:34:47.866" v="3825" actId="2696"/>
        <pc:sldMkLst>
          <pc:docMk/>
          <pc:sldMk cId="47608815" sldId="580"/>
        </pc:sldMkLst>
      </pc:sldChg>
      <pc:sldChg chg="del">
        <pc:chgData name="翟 锐" userId="fef11181f709266a" providerId="LiveId" clId="{727D35D6-B4E6-4AF0-8F74-99EBC6E1954B}" dt="2020-09-05T16:44:41.315" v="1461" actId="2696"/>
        <pc:sldMkLst>
          <pc:docMk/>
          <pc:sldMk cId="779357039" sldId="580"/>
        </pc:sldMkLst>
      </pc:sldChg>
      <pc:sldChg chg="add del ord">
        <pc:chgData name="翟 锐" userId="fef11181f709266a" providerId="LiveId" clId="{727D35D6-B4E6-4AF0-8F74-99EBC6E1954B}" dt="2020-09-06T05:21:12.950" v="1824" actId="2696"/>
        <pc:sldMkLst>
          <pc:docMk/>
          <pc:sldMk cId="892188647" sldId="580"/>
        </pc:sldMkLst>
      </pc:sldChg>
      <pc:sldChg chg="add del">
        <pc:chgData name="翟 锐" userId="fef11181f709266a" providerId="LiveId" clId="{727D35D6-B4E6-4AF0-8F74-99EBC6E1954B}" dt="2020-09-24T13:36:29.179" v="3851" actId="2696"/>
        <pc:sldMkLst>
          <pc:docMk/>
          <pc:sldMk cId="2038185028" sldId="580"/>
        </pc:sldMkLst>
      </pc:sldChg>
      <pc:sldChg chg="modSp add">
        <pc:chgData name="翟 锐" userId="fef11181f709266a" providerId="LiveId" clId="{727D35D6-B4E6-4AF0-8F74-99EBC6E1954B}" dt="2020-09-24T13:37:19.168" v="3874"/>
        <pc:sldMkLst>
          <pc:docMk/>
          <pc:sldMk cId="2070724557" sldId="580"/>
        </pc:sldMkLst>
        <pc:spChg chg="mod">
          <ac:chgData name="翟 锐" userId="fef11181f709266a" providerId="LiveId" clId="{727D35D6-B4E6-4AF0-8F74-99EBC6E1954B}" dt="2020-09-24T13:37:19.168" v="3874"/>
          <ac:spMkLst>
            <pc:docMk/>
            <pc:sldMk cId="2070724557" sldId="580"/>
            <ac:spMk id="35" creationId="{00000000-0000-0000-0000-000000000000}"/>
          </ac:spMkLst>
        </pc:spChg>
      </pc:sldChg>
      <pc:sldChg chg="modSp mod">
        <pc:chgData name="翟 锐" userId="fef11181f709266a" providerId="LiveId" clId="{727D35D6-B4E6-4AF0-8F74-99EBC6E1954B}" dt="2020-09-05T15:40:13.340" v="1098" actId="12"/>
        <pc:sldMkLst>
          <pc:docMk/>
          <pc:sldMk cId="261589731" sldId="582"/>
        </pc:sldMkLst>
        <pc:spChg chg="mod">
          <ac:chgData name="翟 锐" userId="fef11181f709266a" providerId="LiveId" clId="{727D35D6-B4E6-4AF0-8F74-99EBC6E1954B}" dt="2020-09-05T15:40:13.340" v="1098" actId="12"/>
          <ac:spMkLst>
            <pc:docMk/>
            <pc:sldMk cId="261589731" sldId="582"/>
            <ac:spMk id="2" creationId="{1A343DEC-CFF6-41F5-B87C-0DFC08C67B76}"/>
          </ac:spMkLst>
        </pc:spChg>
      </pc:sldChg>
      <pc:sldChg chg="modSp mod">
        <pc:chgData name="翟 锐" userId="fef11181f709266a" providerId="LiveId" clId="{727D35D6-B4E6-4AF0-8F74-99EBC6E1954B}" dt="2020-09-05T15:39:57.593" v="1096" actId="6549"/>
        <pc:sldMkLst>
          <pc:docMk/>
          <pc:sldMk cId="1594480700" sldId="583"/>
        </pc:sldMkLst>
        <pc:spChg chg="mod">
          <ac:chgData name="翟 锐" userId="fef11181f709266a" providerId="LiveId" clId="{727D35D6-B4E6-4AF0-8F74-99EBC6E1954B}" dt="2020-09-05T15:39:57.593" v="1096" actId="6549"/>
          <ac:spMkLst>
            <pc:docMk/>
            <pc:sldMk cId="1594480700" sldId="583"/>
            <ac:spMk id="2" creationId="{1A343DEC-CFF6-41F5-B87C-0DFC08C67B76}"/>
          </ac:spMkLst>
        </pc:spChg>
      </pc:sldChg>
      <pc:sldChg chg="modSp mod">
        <pc:chgData name="翟 锐" userId="fef11181f709266a" providerId="LiveId" clId="{727D35D6-B4E6-4AF0-8F74-99EBC6E1954B}" dt="2020-09-05T15:40:47.206" v="1101" actId="6549"/>
        <pc:sldMkLst>
          <pc:docMk/>
          <pc:sldMk cId="3771257398" sldId="584"/>
        </pc:sldMkLst>
        <pc:spChg chg="mod">
          <ac:chgData name="翟 锐" userId="fef11181f709266a" providerId="LiveId" clId="{727D35D6-B4E6-4AF0-8F74-99EBC6E1954B}" dt="2020-09-05T15:40:47.206" v="1101" actId="6549"/>
          <ac:spMkLst>
            <pc:docMk/>
            <pc:sldMk cId="3771257398" sldId="584"/>
            <ac:spMk id="2" creationId="{1A343DEC-CFF6-41F5-B87C-0DFC08C67B76}"/>
          </ac:spMkLst>
        </pc:spChg>
      </pc:sldChg>
      <pc:sldChg chg="del">
        <pc:chgData name="翟 锐" userId="fef11181f709266a" providerId="LiveId" clId="{727D35D6-B4E6-4AF0-8F74-99EBC6E1954B}" dt="2020-08-29T08:53:36.199" v="131" actId="47"/>
        <pc:sldMkLst>
          <pc:docMk/>
          <pc:sldMk cId="2817423939" sldId="585"/>
        </pc:sldMkLst>
      </pc:sldChg>
      <pc:sldChg chg="add">
        <pc:chgData name="翟 锐" userId="fef11181f709266a" providerId="LiveId" clId="{727D35D6-B4E6-4AF0-8F74-99EBC6E1954B}" dt="2020-09-24T13:44:03.699" v="3979"/>
        <pc:sldMkLst>
          <pc:docMk/>
          <pc:sldMk cId="370822182" sldId="586"/>
        </pc:sldMkLst>
      </pc:sldChg>
      <pc:sldChg chg="add del">
        <pc:chgData name="翟 锐" userId="fef11181f709266a" providerId="LiveId" clId="{727D35D6-B4E6-4AF0-8F74-99EBC6E1954B}" dt="2020-09-24T13:44:00.105" v="3978" actId="2696"/>
        <pc:sldMkLst>
          <pc:docMk/>
          <pc:sldMk cId="1319636198" sldId="586"/>
        </pc:sldMkLst>
      </pc:sldChg>
      <pc:sldChg chg="add del">
        <pc:chgData name="翟 锐" userId="fef11181f709266a" providerId="LiveId" clId="{727D35D6-B4E6-4AF0-8F74-99EBC6E1954B}" dt="2020-09-24T13:43:10.414" v="3955" actId="2696"/>
        <pc:sldMkLst>
          <pc:docMk/>
          <pc:sldMk cId="2512578461" sldId="586"/>
        </pc:sldMkLst>
      </pc:sldChg>
      <pc:sldChg chg="modSp add del mod ord">
        <pc:chgData name="翟 锐" userId="fef11181f709266a" providerId="LiveId" clId="{727D35D6-B4E6-4AF0-8F74-99EBC6E1954B}" dt="2020-09-24T13:16:43.832" v="3722" actId="2696"/>
        <pc:sldMkLst>
          <pc:docMk/>
          <pc:sldMk cId="2748688468" sldId="586"/>
        </pc:sldMkLst>
        <pc:spChg chg="mod">
          <ac:chgData name="翟 锐" userId="fef11181f709266a" providerId="LiveId" clId="{727D35D6-B4E6-4AF0-8F74-99EBC6E1954B}" dt="2020-09-24T13:16:06.002" v="3712" actId="6549"/>
          <ac:spMkLst>
            <pc:docMk/>
            <pc:sldMk cId="2748688468" sldId="586"/>
            <ac:spMk id="2" creationId="{1A343DEC-CFF6-41F5-B87C-0DFC08C67B76}"/>
          </ac:spMkLst>
        </pc:spChg>
        <pc:spChg chg="mod">
          <ac:chgData name="翟 锐" userId="fef11181f709266a" providerId="LiveId" clId="{727D35D6-B4E6-4AF0-8F74-99EBC6E1954B}" dt="2020-09-05T15:42:12.751" v="1118"/>
          <ac:spMkLst>
            <pc:docMk/>
            <pc:sldMk cId="2748688468" sldId="586"/>
            <ac:spMk id="35" creationId="{00000000-0000-0000-0000-000000000000}"/>
          </ac:spMkLst>
        </pc:spChg>
      </pc:sldChg>
      <pc:sldChg chg="add del">
        <pc:chgData name="翟 锐" userId="fef11181f709266a" providerId="LiveId" clId="{727D35D6-B4E6-4AF0-8F74-99EBC6E1954B}" dt="2020-09-24T13:42:48.626" v="3931" actId="2696"/>
        <pc:sldMkLst>
          <pc:docMk/>
          <pc:sldMk cId="3429049048" sldId="586"/>
        </pc:sldMkLst>
      </pc:sldChg>
      <pc:sldChg chg="add del">
        <pc:chgData name="翟 锐" userId="fef11181f709266a" providerId="LiveId" clId="{727D35D6-B4E6-4AF0-8F74-99EBC6E1954B}" dt="2020-09-24T13:42:42.675" v="3926"/>
        <pc:sldMkLst>
          <pc:docMk/>
          <pc:sldMk cId="4214390472" sldId="586"/>
        </pc:sldMkLst>
      </pc:sldChg>
      <pc:sldChg chg="modSp mod modAnim">
        <pc:chgData name="翟 锐" userId="fef11181f709266a" providerId="LiveId" clId="{727D35D6-B4E6-4AF0-8F74-99EBC6E1954B}" dt="2020-09-24T13:47:43.606" v="3992" actId="12"/>
        <pc:sldMkLst>
          <pc:docMk/>
          <pc:sldMk cId="661421327" sldId="592"/>
        </pc:sldMkLst>
        <pc:spChg chg="mod">
          <ac:chgData name="翟 锐" userId="fef11181f709266a" providerId="LiveId" clId="{727D35D6-B4E6-4AF0-8F74-99EBC6E1954B}" dt="2020-09-24T13:47:43.606" v="3992" actId="12"/>
          <ac:spMkLst>
            <pc:docMk/>
            <pc:sldMk cId="661421327" sldId="592"/>
            <ac:spMk id="2" creationId="{1A343DEC-CFF6-41F5-B87C-0DFC08C67B76}"/>
          </ac:spMkLst>
        </pc:spChg>
        <pc:spChg chg="mod">
          <ac:chgData name="翟 锐" userId="fef11181f709266a" providerId="LiveId" clId="{727D35D6-B4E6-4AF0-8F74-99EBC6E1954B}" dt="2020-09-05T16:48:05.628" v="1469" actId="20577"/>
          <ac:spMkLst>
            <pc:docMk/>
            <pc:sldMk cId="661421327" sldId="592"/>
            <ac:spMk id="35" creationId="{00000000-0000-0000-0000-000000000000}"/>
          </ac:spMkLst>
        </pc:spChg>
      </pc:sldChg>
      <pc:sldChg chg="del">
        <pc:chgData name="翟 锐" userId="fef11181f709266a" providerId="LiveId" clId="{727D35D6-B4E6-4AF0-8F74-99EBC6E1954B}" dt="2020-09-05T16:22:49.787" v="1199" actId="2696"/>
        <pc:sldMkLst>
          <pc:docMk/>
          <pc:sldMk cId="1318928078" sldId="597"/>
        </pc:sldMkLst>
      </pc:sldChg>
      <pc:sldChg chg="add del">
        <pc:chgData name="翟 锐" userId="fef11181f709266a" providerId="LiveId" clId="{727D35D6-B4E6-4AF0-8F74-99EBC6E1954B}" dt="2020-09-05T16:30:36.232" v="1318" actId="47"/>
        <pc:sldMkLst>
          <pc:docMk/>
          <pc:sldMk cId="1658159981" sldId="597"/>
        </pc:sldMkLst>
      </pc:sldChg>
      <pc:sldChg chg="add del">
        <pc:chgData name="翟 锐" userId="fef11181f709266a" providerId="LiveId" clId="{727D35D6-B4E6-4AF0-8F74-99EBC6E1954B}" dt="2020-09-05T16:22:58.852" v="1201"/>
        <pc:sldMkLst>
          <pc:docMk/>
          <pc:sldMk cId="3289305581" sldId="597"/>
        </pc:sldMkLst>
      </pc:sldChg>
      <pc:sldChg chg="modSp add mod ord modAnim">
        <pc:chgData name="翟 锐" userId="fef11181f709266a" providerId="LiveId" clId="{727D35D6-B4E6-4AF0-8F74-99EBC6E1954B}" dt="2020-09-05T16:33:34.078" v="1363"/>
        <pc:sldMkLst>
          <pc:docMk/>
          <pc:sldMk cId="3502602879" sldId="598"/>
        </pc:sldMkLst>
        <pc:spChg chg="mod">
          <ac:chgData name="翟 锐" userId="fef11181f709266a" providerId="LiveId" clId="{727D35D6-B4E6-4AF0-8F74-99EBC6E1954B}" dt="2020-09-05T16:24:59.782" v="1273" actId="6549"/>
          <ac:spMkLst>
            <pc:docMk/>
            <pc:sldMk cId="3502602879" sldId="598"/>
            <ac:spMk id="2" creationId="{1A343DEC-CFF6-41F5-B87C-0DFC08C67B76}"/>
          </ac:spMkLst>
        </pc:spChg>
        <pc:spChg chg="mod">
          <ac:chgData name="翟 锐" userId="fef11181f709266a" providerId="LiveId" clId="{727D35D6-B4E6-4AF0-8F74-99EBC6E1954B}" dt="2020-09-05T16:33:34.078" v="1363"/>
          <ac:spMkLst>
            <pc:docMk/>
            <pc:sldMk cId="3502602879" sldId="598"/>
            <ac:spMk id="35" creationId="{00000000-0000-0000-0000-000000000000}"/>
          </ac:spMkLst>
        </pc:spChg>
      </pc:sldChg>
      <pc:sldChg chg="add del">
        <pc:chgData name="翟 锐" userId="fef11181f709266a" providerId="LiveId" clId="{727D35D6-B4E6-4AF0-8F74-99EBC6E1954B}" dt="2020-09-05T16:22:49.787" v="1199" actId="2696"/>
        <pc:sldMkLst>
          <pc:docMk/>
          <pc:sldMk cId="3981761768" sldId="598"/>
        </pc:sldMkLst>
      </pc:sldChg>
      <pc:sldChg chg="add del">
        <pc:chgData name="翟 锐" userId="fef11181f709266a" providerId="LiveId" clId="{727D35D6-B4E6-4AF0-8F74-99EBC6E1954B}" dt="2020-09-05T16:22:58.852" v="1201"/>
        <pc:sldMkLst>
          <pc:docMk/>
          <pc:sldMk cId="4055131064" sldId="598"/>
        </pc:sldMkLst>
      </pc:sldChg>
      <pc:sldChg chg="modSp add del mod ord">
        <pc:chgData name="翟 锐" userId="fef11181f709266a" providerId="LiveId" clId="{727D35D6-B4E6-4AF0-8F74-99EBC6E1954B}" dt="2020-09-24T10:23:46.824" v="3530" actId="47"/>
        <pc:sldMkLst>
          <pc:docMk/>
          <pc:sldMk cId="515395942" sldId="599"/>
        </pc:sldMkLst>
        <pc:spChg chg="mod">
          <ac:chgData name="翟 锐" userId="fef11181f709266a" providerId="LiveId" clId="{727D35D6-B4E6-4AF0-8F74-99EBC6E1954B}" dt="2020-09-24T10:23:20.492" v="3529" actId="6549"/>
          <ac:spMkLst>
            <pc:docMk/>
            <pc:sldMk cId="515395942" sldId="599"/>
            <ac:spMk id="2" creationId="{1A343DEC-CFF6-41F5-B87C-0DFC08C67B76}"/>
          </ac:spMkLst>
        </pc:spChg>
        <pc:spChg chg="mod">
          <ac:chgData name="翟 锐" userId="fef11181f709266a" providerId="LiveId" clId="{727D35D6-B4E6-4AF0-8F74-99EBC6E1954B}" dt="2020-09-05T16:30:51.367" v="1332"/>
          <ac:spMkLst>
            <pc:docMk/>
            <pc:sldMk cId="515395942" sldId="599"/>
            <ac:spMk id="35" creationId="{00000000-0000-0000-0000-000000000000}"/>
          </ac:spMkLst>
        </pc:spChg>
      </pc:sldChg>
      <pc:sldChg chg="add del">
        <pc:chgData name="翟 锐" userId="fef11181f709266a" providerId="LiveId" clId="{727D35D6-B4E6-4AF0-8F74-99EBC6E1954B}" dt="2020-09-05T16:22:49.787" v="1199" actId="2696"/>
        <pc:sldMkLst>
          <pc:docMk/>
          <pc:sldMk cId="1329126494" sldId="599"/>
        </pc:sldMkLst>
      </pc:sldChg>
      <pc:sldChg chg="add del">
        <pc:chgData name="翟 锐" userId="fef11181f709266a" providerId="LiveId" clId="{727D35D6-B4E6-4AF0-8F74-99EBC6E1954B}" dt="2020-09-05T16:22:58.852" v="1201"/>
        <pc:sldMkLst>
          <pc:docMk/>
          <pc:sldMk cId="2450573312" sldId="599"/>
        </pc:sldMkLst>
      </pc:sldChg>
      <pc:sldChg chg="add del">
        <pc:chgData name="翟 锐" userId="fef11181f709266a" providerId="LiveId" clId="{727D35D6-B4E6-4AF0-8F74-99EBC6E1954B}" dt="2020-09-05T16:22:58.852" v="1201"/>
        <pc:sldMkLst>
          <pc:docMk/>
          <pc:sldMk cId="1618176838" sldId="600"/>
        </pc:sldMkLst>
      </pc:sldChg>
      <pc:sldChg chg="modSp add ord modAnim modNotesTx">
        <pc:chgData name="翟 锐" userId="fef11181f709266a" providerId="LiveId" clId="{727D35D6-B4E6-4AF0-8F74-99EBC6E1954B}" dt="2020-09-24T13:37:48.091" v="3905"/>
        <pc:sldMkLst>
          <pc:docMk/>
          <pc:sldMk cId="1624425854" sldId="600"/>
        </pc:sldMkLst>
        <pc:spChg chg="mod">
          <ac:chgData name="翟 锐" userId="fef11181f709266a" providerId="LiveId" clId="{727D35D6-B4E6-4AF0-8F74-99EBC6E1954B}" dt="2020-09-24T10:22:37.315" v="3518"/>
          <ac:spMkLst>
            <pc:docMk/>
            <pc:sldMk cId="1624425854" sldId="600"/>
            <ac:spMk id="35" creationId="{00000000-0000-0000-0000-000000000000}"/>
          </ac:spMkLst>
        </pc:spChg>
      </pc:sldChg>
      <pc:sldChg chg="add del">
        <pc:chgData name="翟 锐" userId="fef11181f709266a" providerId="LiveId" clId="{727D35D6-B4E6-4AF0-8F74-99EBC6E1954B}" dt="2020-09-05T16:22:49.787" v="1199" actId="2696"/>
        <pc:sldMkLst>
          <pc:docMk/>
          <pc:sldMk cId="1744918970" sldId="600"/>
        </pc:sldMkLst>
      </pc:sldChg>
      <pc:sldChg chg="modSp add del mod ord">
        <pc:chgData name="翟 锐" userId="fef11181f709266a" providerId="LiveId" clId="{727D35D6-B4E6-4AF0-8F74-99EBC6E1954B}" dt="2020-09-05T16:40:59.892" v="1391" actId="2696"/>
        <pc:sldMkLst>
          <pc:docMk/>
          <pc:sldMk cId="3103103898" sldId="600"/>
        </pc:sldMkLst>
        <pc:spChg chg="mod">
          <ac:chgData name="翟 锐" userId="fef11181f709266a" providerId="LiveId" clId="{727D35D6-B4E6-4AF0-8F74-99EBC6E1954B}" dt="2020-09-05T16:33:06.367" v="1356"/>
          <ac:spMkLst>
            <pc:docMk/>
            <pc:sldMk cId="3103103898" sldId="600"/>
            <ac:spMk id="2" creationId="{1A343DEC-CFF6-41F5-B87C-0DFC08C67B76}"/>
          </ac:spMkLst>
        </pc:spChg>
      </pc:sldChg>
      <pc:sldChg chg="modSp">
        <pc:chgData name="翟 锐" userId="fef11181f709266a" providerId="LiveId" clId="{727D35D6-B4E6-4AF0-8F74-99EBC6E1954B}" dt="2020-09-05T16:03:02.222" v="1155"/>
        <pc:sldMkLst>
          <pc:docMk/>
          <pc:sldMk cId="2101326762" sldId="601"/>
        </pc:sldMkLst>
        <pc:spChg chg="mod">
          <ac:chgData name="翟 锐" userId="fef11181f709266a" providerId="LiveId" clId="{727D35D6-B4E6-4AF0-8F74-99EBC6E1954B}" dt="2020-09-05T16:03:02.222" v="1155"/>
          <ac:spMkLst>
            <pc:docMk/>
            <pc:sldMk cId="2101326762" sldId="601"/>
            <ac:spMk id="35" creationId="{00000000-0000-0000-0000-000000000000}"/>
          </ac:spMkLst>
        </pc:spChg>
      </pc:sldChg>
      <pc:sldChg chg="delSp modSp del mod">
        <pc:chgData name="翟 锐" userId="fef11181f709266a" providerId="LiveId" clId="{727D35D6-B4E6-4AF0-8F74-99EBC6E1954B}" dt="2020-09-24T09:28:03.375" v="2107" actId="2696"/>
        <pc:sldMkLst>
          <pc:docMk/>
          <pc:sldMk cId="2142524837" sldId="602"/>
        </pc:sldMkLst>
        <pc:spChg chg="del mod">
          <ac:chgData name="翟 锐" userId="fef11181f709266a" providerId="LiveId" clId="{727D35D6-B4E6-4AF0-8F74-99EBC6E1954B}" dt="2020-09-24T09:26:32.250" v="2098"/>
          <ac:spMkLst>
            <pc:docMk/>
            <pc:sldMk cId="2142524837" sldId="602"/>
            <ac:spMk id="2" creationId="{1A343DEC-CFF6-41F5-B87C-0DFC08C67B76}"/>
          </ac:spMkLst>
        </pc:spChg>
      </pc:sldChg>
      <pc:sldChg chg="addSp delSp modSp add mod">
        <pc:chgData name="翟 锐" userId="fef11181f709266a" providerId="LiveId" clId="{727D35D6-B4E6-4AF0-8F74-99EBC6E1954B}" dt="2020-09-05T15:36:19.939" v="808" actId="123"/>
        <pc:sldMkLst>
          <pc:docMk/>
          <pc:sldMk cId="1440985517" sldId="603"/>
        </pc:sldMkLst>
        <pc:spChg chg="mod">
          <ac:chgData name="翟 锐" userId="fef11181f709266a" providerId="LiveId" clId="{727D35D6-B4E6-4AF0-8F74-99EBC6E1954B}" dt="2020-09-05T15:32:27.052" v="318" actId="21"/>
          <ac:spMkLst>
            <pc:docMk/>
            <pc:sldMk cId="1440985517" sldId="603"/>
            <ac:spMk id="2" creationId="{1A343DEC-CFF6-41F5-B87C-0DFC08C67B76}"/>
          </ac:spMkLst>
        </pc:spChg>
        <pc:spChg chg="add del">
          <ac:chgData name="翟 锐" userId="fef11181f709266a" providerId="LiveId" clId="{727D35D6-B4E6-4AF0-8F74-99EBC6E1954B}" dt="2020-09-05T15:31:31.903" v="296" actId="22"/>
          <ac:spMkLst>
            <pc:docMk/>
            <pc:sldMk cId="1440985517" sldId="603"/>
            <ac:spMk id="7" creationId="{75F0DD2E-82DC-4B6A-8619-53E3F1F80FA5}"/>
          </ac:spMkLst>
        </pc:spChg>
        <pc:spChg chg="add mod">
          <ac:chgData name="翟 锐" userId="fef11181f709266a" providerId="LiveId" clId="{727D35D6-B4E6-4AF0-8F74-99EBC6E1954B}" dt="2020-09-05T15:36:19.939" v="808" actId="123"/>
          <ac:spMkLst>
            <pc:docMk/>
            <pc:sldMk cId="1440985517" sldId="603"/>
            <ac:spMk id="9" creationId="{F2F000C4-A5F3-4FC3-AFF7-D0D6C6EB3026}"/>
          </ac:spMkLst>
        </pc:spChg>
      </pc:sldChg>
      <pc:sldChg chg="del ord">
        <pc:chgData name="翟 锐" userId="fef11181f709266a" providerId="LiveId" clId="{727D35D6-B4E6-4AF0-8F74-99EBC6E1954B}" dt="2020-09-05T15:29:23.107" v="277" actId="2696"/>
        <pc:sldMkLst>
          <pc:docMk/>
          <pc:sldMk cId="2952034791" sldId="603"/>
        </pc:sldMkLst>
      </pc:sldChg>
      <pc:sldChg chg="modSp add del">
        <pc:chgData name="翟 锐" userId="fef11181f709266a" providerId="LiveId" clId="{727D35D6-B4E6-4AF0-8F74-99EBC6E1954B}" dt="2020-09-06T05:21:12.950" v="1824" actId="2696"/>
        <pc:sldMkLst>
          <pc:docMk/>
          <pc:sldMk cId="1463843720" sldId="604"/>
        </pc:sldMkLst>
        <pc:spChg chg="mod">
          <ac:chgData name="翟 锐" userId="fef11181f709266a" providerId="LiveId" clId="{727D35D6-B4E6-4AF0-8F74-99EBC6E1954B}" dt="2020-09-06T05:21:03.334" v="1823"/>
          <ac:spMkLst>
            <pc:docMk/>
            <pc:sldMk cId="1463843720" sldId="604"/>
            <ac:spMk id="35" creationId="{00000000-0000-0000-0000-000000000000}"/>
          </ac:spMkLst>
        </pc:spChg>
      </pc:sldChg>
      <pc:sldChg chg="modSp add ord modAnim">
        <pc:chgData name="翟 锐" userId="fef11181f709266a" providerId="LiveId" clId="{727D35D6-B4E6-4AF0-8F74-99EBC6E1954B}" dt="2020-09-24T13:43:01.077" v="3953"/>
        <pc:sldMkLst>
          <pc:docMk/>
          <pc:sldMk cId="2706525350" sldId="604"/>
        </pc:sldMkLst>
        <pc:spChg chg="mod">
          <ac:chgData name="翟 锐" userId="fef11181f709266a" providerId="LiveId" clId="{727D35D6-B4E6-4AF0-8F74-99EBC6E1954B}" dt="2020-09-24T13:43:01.077" v="3953"/>
          <ac:spMkLst>
            <pc:docMk/>
            <pc:sldMk cId="2706525350" sldId="604"/>
            <ac:spMk id="35" creationId="{00000000-0000-0000-0000-000000000000}"/>
          </ac:spMkLst>
        </pc:spChg>
      </pc:sldChg>
      <pc:sldChg chg="add del">
        <pc:chgData name="翟 锐" userId="fef11181f709266a" providerId="LiveId" clId="{727D35D6-B4E6-4AF0-8F74-99EBC6E1954B}" dt="2020-09-24T13:34:47.866" v="3825" actId="2696"/>
        <pc:sldMkLst>
          <pc:docMk/>
          <pc:sldMk cId="2817390793" sldId="604"/>
        </pc:sldMkLst>
      </pc:sldChg>
      <pc:sldChg chg="modSp del mod">
        <pc:chgData name="翟 锐" userId="fef11181f709266a" providerId="LiveId" clId="{727D35D6-B4E6-4AF0-8F74-99EBC6E1954B}" dt="2020-09-05T16:44:41.315" v="1461" actId="2696"/>
        <pc:sldMkLst>
          <pc:docMk/>
          <pc:sldMk cId="3459061754" sldId="604"/>
        </pc:sldMkLst>
        <pc:spChg chg="mod">
          <ac:chgData name="翟 锐" userId="fef11181f709266a" providerId="LiveId" clId="{727D35D6-B4E6-4AF0-8F74-99EBC6E1954B}" dt="2020-09-05T16:28:04.362" v="1294" actId="12"/>
          <ac:spMkLst>
            <pc:docMk/>
            <pc:sldMk cId="3459061754" sldId="604"/>
            <ac:spMk id="2" creationId="{1A343DEC-CFF6-41F5-B87C-0DFC08C67B76}"/>
          </ac:spMkLst>
        </pc:spChg>
      </pc:sldChg>
      <pc:sldChg chg="modSp">
        <pc:chgData name="翟 锐" userId="fef11181f709266a" providerId="LiveId" clId="{727D35D6-B4E6-4AF0-8F74-99EBC6E1954B}" dt="2020-09-05T16:03:06.588" v="1156"/>
        <pc:sldMkLst>
          <pc:docMk/>
          <pc:sldMk cId="715867822" sldId="605"/>
        </pc:sldMkLst>
        <pc:spChg chg="mod">
          <ac:chgData name="翟 锐" userId="fef11181f709266a" providerId="LiveId" clId="{727D35D6-B4E6-4AF0-8F74-99EBC6E1954B}" dt="2020-09-05T16:03:06.588" v="1156"/>
          <ac:spMkLst>
            <pc:docMk/>
            <pc:sldMk cId="715867822" sldId="605"/>
            <ac:spMk id="35" creationId="{00000000-0000-0000-0000-000000000000}"/>
          </ac:spMkLst>
        </pc:spChg>
      </pc:sldChg>
      <pc:sldChg chg="modSp">
        <pc:chgData name="翟 锐" userId="fef11181f709266a" providerId="LiveId" clId="{727D35D6-B4E6-4AF0-8F74-99EBC6E1954B}" dt="2020-09-05T16:03:09.266" v="1157"/>
        <pc:sldMkLst>
          <pc:docMk/>
          <pc:sldMk cId="419261417" sldId="606"/>
        </pc:sldMkLst>
        <pc:spChg chg="mod">
          <ac:chgData name="翟 锐" userId="fef11181f709266a" providerId="LiveId" clId="{727D35D6-B4E6-4AF0-8F74-99EBC6E1954B}" dt="2020-09-05T16:03:09.266" v="1157"/>
          <ac:spMkLst>
            <pc:docMk/>
            <pc:sldMk cId="419261417" sldId="606"/>
            <ac:spMk id="35" creationId="{00000000-0000-0000-0000-000000000000}"/>
          </ac:spMkLst>
        </pc:spChg>
      </pc:sldChg>
      <pc:sldChg chg="modSp">
        <pc:chgData name="翟 锐" userId="fef11181f709266a" providerId="LiveId" clId="{727D35D6-B4E6-4AF0-8F74-99EBC6E1954B}" dt="2020-09-05T16:03:11.537" v="1158"/>
        <pc:sldMkLst>
          <pc:docMk/>
          <pc:sldMk cId="2933535704" sldId="607"/>
        </pc:sldMkLst>
        <pc:spChg chg="mod">
          <ac:chgData name="翟 锐" userId="fef11181f709266a" providerId="LiveId" clId="{727D35D6-B4E6-4AF0-8F74-99EBC6E1954B}" dt="2020-09-05T16:03:11.537" v="1158"/>
          <ac:spMkLst>
            <pc:docMk/>
            <pc:sldMk cId="2933535704" sldId="607"/>
            <ac:spMk id="35" creationId="{00000000-0000-0000-0000-000000000000}"/>
          </ac:spMkLst>
        </pc:spChg>
      </pc:sldChg>
      <pc:sldChg chg="modSp">
        <pc:chgData name="翟 锐" userId="fef11181f709266a" providerId="LiveId" clId="{727D35D6-B4E6-4AF0-8F74-99EBC6E1954B}" dt="2020-09-05T16:03:13.698" v="1159"/>
        <pc:sldMkLst>
          <pc:docMk/>
          <pc:sldMk cId="2083321002" sldId="608"/>
        </pc:sldMkLst>
        <pc:spChg chg="mod">
          <ac:chgData name="翟 锐" userId="fef11181f709266a" providerId="LiveId" clId="{727D35D6-B4E6-4AF0-8F74-99EBC6E1954B}" dt="2020-09-05T16:03:13.698" v="1159"/>
          <ac:spMkLst>
            <pc:docMk/>
            <pc:sldMk cId="2083321002" sldId="608"/>
            <ac:spMk id="35" creationId="{00000000-0000-0000-0000-000000000000}"/>
          </ac:spMkLst>
        </pc:spChg>
      </pc:sldChg>
      <pc:sldChg chg="ord">
        <pc:chgData name="翟 锐" userId="fef11181f709266a" providerId="LiveId" clId="{727D35D6-B4E6-4AF0-8F74-99EBC6E1954B}" dt="2020-09-24T13:43:25.741" v="3957"/>
        <pc:sldMkLst>
          <pc:docMk/>
          <pc:sldMk cId="1180436317" sldId="609"/>
        </pc:sldMkLst>
      </pc:sldChg>
      <pc:sldChg chg="modSp mod ord">
        <pc:chgData name="翟 锐" userId="fef11181f709266a" providerId="LiveId" clId="{727D35D6-B4E6-4AF0-8F74-99EBC6E1954B}" dt="2020-09-24T13:43:25.741" v="3957"/>
        <pc:sldMkLst>
          <pc:docMk/>
          <pc:sldMk cId="2461849974" sldId="610"/>
        </pc:sldMkLst>
        <pc:spChg chg="mod">
          <ac:chgData name="翟 锐" userId="fef11181f709266a" providerId="LiveId" clId="{727D35D6-B4E6-4AF0-8F74-99EBC6E1954B}" dt="2020-09-05T15:45:20.764" v="1127" actId="15"/>
          <ac:spMkLst>
            <pc:docMk/>
            <pc:sldMk cId="2461849974" sldId="610"/>
            <ac:spMk id="2" creationId="{1A343DEC-CFF6-41F5-B87C-0DFC08C67B76}"/>
          </ac:spMkLst>
        </pc:spChg>
      </pc:sldChg>
      <pc:sldChg chg="modSp add del">
        <pc:chgData name="翟 锐" userId="fef11181f709266a" providerId="LiveId" clId="{727D35D6-B4E6-4AF0-8F74-99EBC6E1954B}" dt="2020-09-24T13:44:00.105" v="3978" actId="2696"/>
        <pc:sldMkLst>
          <pc:docMk/>
          <pc:sldMk cId="360706203" sldId="611"/>
        </pc:sldMkLst>
        <pc:spChg chg="mod">
          <ac:chgData name="翟 锐" userId="fef11181f709266a" providerId="LiveId" clId="{727D35D6-B4E6-4AF0-8F74-99EBC6E1954B}" dt="2020-09-24T13:43:35.660" v="3976"/>
          <ac:spMkLst>
            <pc:docMk/>
            <pc:sldMk cId="360706203" sldId="611"/>
            <ac:spMk id="35" creationId="{00000000-0000-0000-0000-000000000000}"/>
          </ac:spMkLst>
        </pc:spChg>
      </pc:sldChg>
      <pc:sldChg chg="add del">
        <pc:chgData name="翟 锐" userId="fef11181f709266a" providerId="LiveId" clId="{727D35D6-B4E6-4AF0-8F74-99EBC6E1954B}" dt="2020-09-24T13:42:42.675" v="3926"/>
        <pc:sldMkLst>
          <pc:docMk/>
          <pc:sldMk cId="476525597" sldId="611"/>
        </pc:sldMkLst>
      </pc:sldChg>
      <pc:sldChg chg="add del">
        <pc:chgData name="翟 锐" userId="fef11181f709266a" providerId="LiveId" clId="{727D35D6-B4E6-4AF0-8F74-99EBC6E1954B}" dt="2020-09-24T13:43:10.414" v="3955" actId="2696"/>
        <pc:sldMkLst>
          <pc:docMk/>
          <pc:sldMk cId="724625149" sldId="611"/>
        </pc:sldMkLst>
      </pc:sldChg>
      <pc:sldChg chg="modSp add del mod">
        <pc:chgData name="翟 锐" userId="fef11181f709266a" providerId="LiveId" clId="{727D35D6-B4E6-4AF0-8F74-99EBC6E1954B}" dt="2020-09-24T13:42:48.626" v="3931" actId="2696"/>
        <pc:sldMkLst>
          <pc:docMk/>
          <pc:sldMk cId="2010353434" sldId="611"/>
        </pc:sldMkLst>
        <pc:spChg chg="mod">
          <ac:chgData name="翟 锐" userId="fef11181f709266a" providerId="LiveId" clId="{727D35D6-B4E6-4AF0-8F74-99EBC6E1954B}" dt="2020-08-12T16:14:56.789" v="70" actId="12"/>
          <ac:spMkLst>
            <pc:docMk/>
            <pc:sldMk cId="2010353434" sldId="611"/>
            <ac:spMk id="2" creationId="{1A343DEC-CFF6-41F5-B87C-0DFC08C67B76}"/>
          </ac:spMkLst>
        </pc:spChg>
        <pc:spChg chg="mod">
          <ac:chgData name="翟 锐" userId="fef11181f709266a" providerId="LiveId" clId="{727D35D6-B4E6-4AF0-8F74-99EBC6E1954B}" dt="2020-08-12T16:14:43.314" v="43"/>
          <ac:spMkLst>
            <pc:docMk/>
            <pc:sldMk cId="2010353434" sldId="611"/>
            <ac:spMk id="35" creationId="{00000000-0000-0000-0000-000000000000}"/>
          </ac:spMkLst>
        </pc:spChg>
      </pc:sldChg>
      <pc:sldChg chg="add">
        <pc:chgData name="翟 锐" userId="fef11181f709266a" providerId="LiveId" clId="{727D35D6-B4E6-4AF0-8F74-99EBC6E1954B}" dt="2020-09-24T13:46:13.299" v="3986"/>
        <pc:sldMkLst>
          <pc:docMk/>
          <pc:sldMk cId="2014760614" sldId="611"/>
        </pc:sldMkLst>
      </pc:sldChg>
      <pc:sldChg chg="add del">
        <pc:chgData name="翟 锐" userId="fef11181f709266a" providerId="LiveId" clId="{727D35D6-B4E6-4AF0-8F74-99EBC6E1954B}" dt="2020-09-24T13:46:03.843" v="3985" actId="2696"/>
        <pc:sldMkLst>
          <pc:docMk/>
          <pc:sldMk cId="2198151279" sldId="611"/>
        </pc:sldMkLst>
      </pc:sldChg>
      <pc:sldChg chg="modSp add del mod ord modAnim">
        <pc:chgData name="翟 锐" userId="fef11181f709266a" providerId="LiveId" clId="{727D35D6-B4E6-4AF0-8F74-99EBC6E1954B}" dt="2020-09-24T13:42:48.626" v="3931" actId="2696"/>
        <pc:sldMkLst>
          <pc:docMk/>
          <pc:sldMk cId="1713728164" sldId="612"/>
        </pc:sldMkLst>
        <pc:spChg chg="mod">
          <ac:chgData name="翟 锐" userId="fef11181f709266a" providerId="LiveId" clId="{727D35D6-B4E6-4AF0-8F74-99EBC6E1954B}" dt="2020-08-12T16:15:00.382" v="71" actId="12"/>
          <ac:spMkLst>
            <pc:docMk/>
            <pc:sldMk cId="1713728164" sldId="612"/>
            <ac:spMk id="2" creationId="{1A343DEC-CFF6-41F5-B87C-0DFC08C67B76}"/>
          </ac:spMkLst>
        </pc:spChg>
        <pc:spChg chg="mod">
          <ac:chgData name="翟 锐" userId="fef11181f709266a" providerId="LiveId" clId="{727D35D6-B4E6-4AF0-8F74-99EBC6E1954B}" dt="2020-08-12T16:14:49.683" v="69"/>
          <ac:spMkLst>
            <pc:docMk/>
            <pc:sldMk cId="1713728164" sldId="612"/>
            <ac:spMk id="35" creationId="{00000000-0000-0000-0000-000000000000}"/>
          </ac:spMkLst>
        </pc:spChg>
      </pc:sldChg>
      <pc:sldChg chg="add">
        <pc:chgData name="翟 锐" userId="fef11181f709266a" providerId="LiveId" clId="{727D35D6-B4E6-4AF0-8F74-99EBC6E1954B}" dt="2020-09-24T13:46:13.299" v="3986"/>
        <pc:sldMkLst>
          <pc:docMk/>
          <pc:sldMk cId="1825163591" sldId="612"/>
        </pc:sldMkLst>
      </pc:sldChg>
      <pc:sldChg chg="add del">
        <pc:chgData name="翟 锐" userId="fef11181f709266a" providerId="LiveId" clId="{727D35D6-B4E6-4AF0-8F74-99EBC6E1954B}" dt="2020-09-24T13:43:10.414" v="3955" actId="2696"/>
        <pc:sldMkLst>
          <pc:docMk/>
          <pc:sldMk cId="2320604352" sldId="612"/>
        </pc:sldMkLst>
      </pc:sldChg>
      <pc:sldChg chg="new del">
        <pc:chgData name="翟 锐" userId="fef11181f709266a" providerId="LiveId" clId="{727D35D6-B4E6-4AF0-8F74-99EBC6E1954B}" dt="2020-08-12T16:14:20.572" v="23" actId="680"/>
        <pc:sldMkLst>
          <pc:docMk/>
          <pc:sldMk cId="2975282294" sldId="612"/>
        </pc:sldMkLst>
      </pc:sldChg>
      <pc:sldChg chg="modSp add del">
        <pc:chgData name="翟 锐" userId="fef11181f709266a" providerId="LiveId" clId="{727D35D6-B4E6-4AF0-8F74-99EBC6E1954B}" dt="2020-09-24T13:44:00.105" v="3978" actId="2696"/>
        <pc:sldMkLst>
          <pc:docMk/>
          <pc:sldMk cId="3015502999" sldId="612"/>
        </pc:sldMkLst>
        <pc:spChg chg="mod">
          <ac:chgData name="翟 锐" userId="fef11181f709266a" providerId="LiveId" clId="{727D35D6-B4E6-4AF0-8F74-99EBC6E1954B}" dt="2020-09-24T13:43:40.341" v="3977"/>
          <ac:spMkLst>
            <pc:docMk/>
            <pc:sldMk cId="3015502999" sldId="612"/>
            <ac:spMk id="35" creationId="{00000000-0000-0000-0000-000000000000}"/>
          </ac:spMkLst>
        </pc:spChg>
      </pc:sldChg>
      <pc:sldChg chg="add del">
        <pc:chgData name="翟 锐" userId="fef11181f709266a" providerId="LiveId" clId="{727D35D6-B4E6-4AF0-8F74-99EBC6E1954B}" dt="2020-09-24T13:46:03.843" v="3985" actId="2696"/>
        <pc:sldMkLst>
          <pc:docMk/>
          <pc:sldMk cId="3951010564" sldId="612"/>
        </pc:sldMkLst>
      </pc:sldChg>
      <pc:sldChg chg="add del">
        <pc:chgData name="翟 锐" userId="fef11181f709266a" providerId="LiveId" clId="{727D35D6-B4E6-4AF0-8F74-99EBC6E1954B}" dt="2020-09-24T13:42:42.675" v="3926"/>
        <pc:sldMkLst>
          <pc:docMk/>
          <pc:sldMk cId="4268807955" sldId="612"/>
        </pc:sldMkLst>
      </pc:sldChg>
      <pc:sldChg chg="modSp add mod">
        <pc:chgData name="翟 锐" userId="fef11181f709266a" providerId="LiveId" clId="{727D35D6-B4E6-4AF0-8F74-99EBC6E1954B}" dt="2020-09-05T15:28:25.314" v="276"/>
        <pc:sldMkLst>
          <pc:docMk/>
          <pc:sldMk cId="1397344220" sldId="613"/>
        </pc:sldMkLst>
        <pc:spChg chg="mod">
          <ac:chgData name="翟 锐" userId="fef11181f709266a" providerId="LiveId" clId="{727D35D6-B4E6-4AF0-8F74-99EBC6E1954B}" dt="2020-09-05T15:28:25.314" v="276"/>
          <ac:spMkLst>
            <pc:docMk/>
            <pc:sldMk cId="1397344220" sldId="613"/>
            <ac:spMk id="2" creationId="{1A343DEC-CFF6-41F5-B87C-0DFC08C67B76}"/>
          </ac:spMkLst>
        </pc:spChg>
      </pc:sldChg>
      <pc:sldChg chg="modSp del mod">
        <pc:chgData name="翟 锐" userId="fef11181f709266a" providerId="LiveId" clId="{727D35D6-B4E6-4AF0-8F74-99EBC6E1954B}" dt="2020-09-05T16:29:59.646" v="1311" actId="47"/>
        <pc:sldMkLst>
          <pc:docMk/>
          <pc:sldMk cId="2382010412" sldId="614"/>
        </pc:sldMkLst>
        <pc:spChg chg="mod">
          <ac:chgData name="翟 锐" userId="fef11181f709266a" providerId="LiveId" clId="{727D35D6-B4E6-4AF0-8F74-99EBC6E1954B}" dt="2020-09-05T15:43:19.462" v="1124" actId="20577"/>
          <ac:spMkLst>
            <pc:docMk/>
            <pc:sldMk cId="2382010412" sldId="614"/>
            <ac:spMk id="2" creationId="{1A343DEC-CFF6-41F5-B87C-0DFC08C67B76}"/>
          </ac:spMkLst>
        </pc:spChg>
      </pc:sldChg>
      <pc:sldChg chg="del">
        <pc:chgData name="翟 锐" userId="fef11181f709266a" providerId="LiveId" clId="{727D35D6-B4E6-4AF0-8F74-99EBC6E1954B}" dt="2020-09-24T13:34:47.866" v="3825" actId="2696"/>
        <pc:sldMkLst>
          <pc:docMk/>
          <pc:sldMk cId="2504951130" sldId="615"/>
        </pc:sldMkLst>
      </pc:sldChg>
      <pc:sldChg chg="modSp add del mod">
        <pc:chgData name="翟 锐" userId="fef11181f709266a" providerId="LiveId" clId="{727D35D6-B4E6-4AF0-8F74-99EBC6E1954B}" dt="2020-09-24T13:46:51.976" v="3990" actId="2696"/>
        <pc:sldMkLst>
          <pc:docMk/>
          <pc:sldMk cId="2961626144" sldId="615"/>
        </pc:sldMkLst>
        <pc:picChg chg="mod">
          <ac:chgData name="翟 锐" userId="fef11181f709266a" providerId="LiveId" clId="{727D35D6-B4E6-4AF0-8F74-99EBC6E1954B}" dt="2020-09-24T13:46:20.069" v="3987" actId="1076"/>
          <ac:picMkLst>
            <pc:docMk/>
            <pc:sldMk cId="2961626144" sldId="615"/>
            <ac:picMk id="3" creationId="{4513675E-3A4A-4165-88B5-A971D0D6F4F6}"/>
          </ac:picMkLst>
        </pc:picChg>
      </pc:sldChg>
      <pc:sldChg chg="add">
        <pc:chgData name="翟 锐" userId="fef11181f709266a" providerId="LiveId" clId="{727D35D6-B4E6-4AF0-8F74-99EBC6E1954B}" dt="2020-09-24T13:47:08.063" v="3991"/>
        <pc:sldMkLst>
          <pc:docMk/>
          <pc:sldMk cId="3257022711" sldId="615"/>
        </pc:sldMkLst>
      </pc:sldChg>
      <pc:sldChg chg="addSp delSp modSp del mod">
        <pc:chgData name="翟 锐" userId="fef11181f709266a" providerId="LiveId" clId="{727D35D6-B4E6-4AF0-8F74-99EBC6E1954B}" dt="2020-09-23T16:38:44.942" v="2016" actId="47"/>
        <pc:sldMkLst>
          <pc:docMk/>
          <pc:sldMk cId="2773477050" sldId="622"/>
        </pc:sldMkLst>
        <pc:spChg chg="del mod">
          <ac:chgData name="翟 锐" userId="fef11181f709266a" providerId="LiveId" clId="{727D35D6-B4E6-4AF0-8F74-99EBC6E1954B}" dt="2020-09-23T16:38:40.425" v="2012"/>
          <ac:spMkLst>
            <pc:docMk/>
            <pc:sldMk cId="2773477050" sldId="622"/>
            <ac:spMk id="2" creationId="{1A343DEC-CFF6-41F5-B87C-0DFC08C67B76}"/>
          </ac:spMkLst>
        </pc:spChg>
        <pc:spChg chg="del mod">
          <ac:chgData name="翟 锐" userId="fef11181f709266a" providerId="LiveId" clId="{727D35D6-B4E6-4AF0-8F74-99EBC6E1954B}" dt="2020-09-23T16:38:06.300" v="1989" actId="478"/>
          <ac:spMkLst>
            <pc:docMk/>
            <pc:sldMk cId="2773477050" sldId="622"/>
            <ac:spMk id="13" creationId="{E4994335-AA39-4752-8CFD-A96B51899648}"/>
          </ac:spMkLst>
        </pc:spChg>
        <pc:spChg chg="del mod">
          <ac:chgData name="翟 锐" userId="fef11181f709266a" providerId="LiveId" clId="{727D35D6-B4E6-4AF0-8F74-99EBC6E1954B}" dt="2020-09-23T16:38:06.300" v="1989" actId="478"/>
          <ac:spMkLst>
            <pc:docMk/>
            <pc:sldMk cId="2773477050" sldId="622"/>
            <ac:spMk id="17" creationId="{819086CB-0C63-4563-95C0-0C55043E3D08}"/>
          </ac:spMkLst>
        </pc:spChg>
        <pc:spChg chg="del mod">
          <ac:chgData name="翟 锐" userId="fef11181f709266a" providerId="LiveId" clId="{727D35D6-B4E6-4AF0-8F74-99EBC6E1954B}" dt="2020-09-23T16:38:06.300" v="1989" actId="478"/>
          <ac:spMkLst>
            <pc:docMk/>
            <pc:sldMk cId="2773477050" sldId="622"/>
            <ac:spMk id="19" creationId="{6721E054-506A-4B18-8AA2-4F66D34C8149}"/>
          </ac:spMkLst>
        </pc:spChg>
        <pc:spChg chg="del mod">
          <ac:chgData name="翟 锐" userId="fef11181f709266a" providerId="LiveId" clId="{727D35D6-B4E6-4AF0-8F74-99EBC6E1954B}" dt="2020-09-23T16:38:06.300" v="1989" actId="478"/>
          <ac:spMkLst>
            <pc:docMk/>
            <pc:sldMk cId="2773477050" sldId="622"/>
            <ac:spMk id="21" creationId="{27D7FD0A-A32A-46B4-8974-19054E93102A}"/>
          </ac:spMkLst>
        </pc:spChg>
        <pc:spChg chg="del mod">
          <ac:chgData name="翟 锐" userId="fef11181f709266a" providerId="LiveId" clId="{727D35D6-B4E6-4AF0-8F74-99EBC6E1954B}" dt="2020-09-23T16:38:06.300" v="1989" actId="478"/>
          <ac:spMkLst>
            <pc:docMk/>
            <pc:sldMk cId="2773477050" sldId="622"/>
            <ac:spMk id="23" creationId="{83F9C811-0015-4A5F-BE5B-EB62C3EC59B4}"/>
          </ac:spMkLst>
        </pc:spChg>
        <pc:spChg chg="del">
          <ac:chgData name="翟 锐" userId="fef11181f709266a" providerId="LiveId" clId="{727D35D6-B4E6-4AF0-8F74-99EBC6E1954B}" dt="2020-09-05T15:25:43.240" v="264" actId="478"/>
          <ac:spMkLst>
            <pc:docMk/>
            <pc:sldMk cId="2773477050" sldId="622"/>
            <ac:spMk id="25" creationId="{3CCFFB08-24CF-4719-AA6F-90BDD79775F2}"/>
          </ac:spMkLst>
        </pc:spChg>
        <pc:cxnChg chg="add del mod">
          <ac:chgData name="翟 锐" userId="fef11181f709266a" providerId="LiveId" clId="{727D35D6-B4E6-4AF0-8F74-99EBC6E1954B}" dt="2020-09-05T15:25:41.736" v="263" actId="478"/>
          <ac:cxnSpMkLst>
            <pc:docMk/>
            <pc:sldMk cId="2773477050" sldId="622"/>
            <ac:cxnSpMk id="29" creationId="{30AD0D39-DF4C-4C24-A7A0-BB7DD8745745}"/>
          </ac:cxnSpMkLst>
        </pc:cxnChg>
      </pc:sldChg>
      <pc:sldChg chg="add">
        <pc:chgData name="翟 锐" userId="fef11181f709266a" providerId="LiveId" clId="{727D35D6-B4E6-4AF0-8F74-99EBC6E1954B}" dt="2020-09-05T02:09:13.893" v="252"/>
        <pc:sldMkLst>
          <pc:docMk/>
          <pc:sldMk cId="3207547080" sldId="623"/>
        </pc:sldMkLst>
      </pc:sldChg>
      <pc:sldChg chg="add">
        <pc:chgData name="翟 锐" userId="fef11181f709266a" providerId="LiveId" clId="{727D35D6-B4E6-4AF0-8F74-99EBC6E1954B}" dt="2020-09-05T02:09:13.893" v="252"/>
        <pc:sldMkLst>
          <pc:docMk/>
          <pc:sldMk cId="4143411237" sldId="624"/>
        </pc:sldMkLst>
      </pc:sldChg>
      <pc:sldChg chg="add">
        <pc:chgData name="翟 锐" userId="fef11181f709266a" providerId="LiveId" clId="{727D35D6-B4E6-4AF0-8F74-99EBC6E1954B}" dt="2020-09-05T02:09:13.893" v="252"/>
        <pc:sldMkLst>
          <pc:docMk/>
          <pc:sldMk cId="1438907146" sldId="625"/>
        </pc:sldMkLst>
      </pc:sldChg>
      <pc:sldChg chg="add">
        <pc:chgData name="翟 锐" userId="fef11181f709266a" providerId="LiveId" clId="{727D35D6-B4E6-4AF0-8F74-99EBC6E1954B}" dt="2020-09-05T02:09:13.893" v="252"/>
        <pc:sldMkLst>
          <pc:docMk/>
          <pc:sldMk cId="470226652" sldId="626"/>
        </pc:sldMkLst>
      </pc:sldChg>
      <pc:sldChg chg="add">
        <pc:chgData name="翟 锐" userId="fef11181f709266a" providerId="LiveId" clId="{727D35D6-B4E6-4AF0-8F74-99EBC6E1954B}" dt="2020-09-05T02:09:13.893" v="252"/>
        <pc:sldMkLst>
          <pc:docMk/>
          <pc:sldMk cId="692890702" sldId="627"/>
        </pc:sldMkLst>
      </pc:sldChg>
      <pc:sldChg chg="add">
        <pc:chgData name="翟 锐" userId="fef11181f709266a" providerId="LiveId" clId="{727D35D6-B4E6-4AF0-8F74-99EBC6E1954B}" dt="2020-09-05T02:09:13.893" v="252"/>
        <pc:sldMkLst>
          <pc:docMk/>
          <pc:sldMk cId="368713057" sldId="628"/>
        </pc:sldMkLst>
      </pc:sldChg>
      <pc:sldChg chg="add">
        <pc:chgData name="翟 锐" userId="fef11181f709266a" providerId="LiveId" clId="{727D35D6-B4E6-4AF0-8F74-99EBC6E1954B}" dt="2020-09-05T02:09:13.893" v="252"/>
        <pc:sldMkLst>
          <pc:docMk/>
          <pc:sldMk cId="3719496626" sldId="629"/>
        </pc:sldMkLst>
      </pc:sldChg>
      <pc:sldChg chg="add">
        <pc:chgData name="翟 锐" userId="fef11181f709266a" providerId="LiveId" clId="{727D35D6-B4E6-4AF0-8F74-99EBC6E1954B}" dt="2020-09-05T02:09:13.893" v="252"/>
        <pc:sldMkLst>
          <pc:docMk/>
          <pc:sldMk cId="652861076" sldId="630"/>
        </pc:sldMkLst>
      </pc:sldChg>
      <pc:sldChg chg="add">
        <pc:chgData name="翟 锐" userId="fef11181f709266a" providerId="LiveId" clId="{727D35D6-B4E6-4AF0-8F74-99EBC6E1954B}" dt="2020-09-05T02:09:13.893" v="252"/>
        <pc:sldMkLst>
          <pc:docMk/>
          <pc:sldMk cId="2149074646" sldId="631"/>
        </pc:sldMkLst>
      </pc:sldChg>
      <pc:sldChg chg="modSp add mod">
        <pc:chgData name="翟 锐" userId="fef11181f709266a" providerId="LiveId" clId="{727D35D6-B4E6-4AF0-8F74-99EBC6E1954B}" dt="2020-09-23T16:27:45.557" v="1988" actId="404"/>
        <pc:sldMkLst>
          <pc:docMk/>
          <pc:sldMk cId="3891491368" sldId="632"/>
        </pc:sldMkLst>
        <pc:spChg chg="mod">
          <ac:chgData name="翟 锐" userId="fef11181f709266a" providerId="LiveId" clId="{727D35D6-B4E6-4AF0-8F74-99EBC6E1954B}" dt="2020-09-23T16:27:45.557" v="1988" actId="404"/>
          <ac:spMkLst>
            <pc:docMk/>
            <pc:sldMk cId="3891491368" sldId="632"/>
            <ac:spMk id="2" creationId="{1A343DEC-CFF6-41F5-B87C-0DFC08C67B76}"/>
          </ac:spMkLst>
        </pc:spChg>
      </pc:sldChg>
      <pc:sldChg chg="add">
        <pc:chgData name="翟 锐" userId="fef11181f709266a" providerId="LiveId" clId="{727D35D6-B4E6-4AF0-8F74-99EBC6E1954B}" dt="2020-09-05T02:09:13.893" v="252"/>
        <pc:sldMkLst>
          <pc:docMk/>
          <pc:sldMk cId="1632195621" sldId="633"/>
        </pc:sldMkLst>
      </pc:sldChg>
      <pc:sldChg chg="add">
        <pc:chgData name="翟 锐" userId="fef11181f709266a" providerId="LiveId" clId="{727D35D6-B4E6-4AF0-8F74-99EBC6E1954B}" dt="2020-09-05T02:09:13.893" v="252"/>
        <pc:sldMkLst>
          <pc:docMk/>
          <pc:sldMk cId="3210494518" sldId="634"/>
        </pc:sldMkLst>
      </pc:sldChg>
      <pc:sldChg chg="add">
        <pc:chgData name="翟 锐" userId="fef11181f709266a" providerId="LiveId" clId="{727D35D6-B4E6-4AF0-8F74-99EBC6E1954B}" dt="2020-09-05T02:09:13.893" v="252"/>
        <pc:sldMkLst>
          <pc:docMk/>
          <pc:sldMk cId="3381113624" sldId="635"/>
        </pc:sldMkLst>
      </pc:sldChg>
      <pc:sldChg chg="add">
        <pc:chgData name="翟 锐" userId="fef11181f709266a" providerId="LiveId" clId="{727D35D6-B4E6-4AF0-8F74-99EBC6E1954B}" dt="2020-09-05T02:09:13.893" v="252"/>
        <pc:sldMkLst>
          <pc:docMk/>
          <pc:sldMk cId="1023961295" sldId="636"/>
        </pc:sldMkLst>
      </pc:sldChg>
      <pc:sldChg chg="add">
        <pc:chgData name="翟 锐" userId="fef11181f709266a" providerId="LiveId" clId="{727D35D6-B4E6-4AF0-8F74-99EBC6E1954B}" dt="2020-09-05T02:09:13.893" v="252"/>
        <pc:sldMkLst>
          <pc:docMk/>
          <pc:sldMk cId="364815988" sldId="637"/>
        </pc:sldMkLst>
      </pc:sldChg>
      <pc:sldChg chg="add">
        <pc:chgData name="翟 锐" userId="fef11181f709266a" providerId="LiveId" clId="{727D35D6-B4E6-4AF0-8F74-99EBC6E1954B}" dt="2020-09-05T02:09:13.893" v="252"/>
        <pc:sldMkLst>
          <pc:docMk/>
          <pc:sldMk cId="432108149" sldId="638"/>
        </pc:sldMkLst>
      </pc:sldChg>
      <pc:sldChg chg="add">
        <pc:chgData name="翟 锐" userId="fef11181f709266a" providerId="LiveId" clId="{727D35D6-B4E6-4AF0-8F74-99EBC6E1954B}" dt="2020-09-05T02:09:13.893" v="252"/>
        <pc:sldMkLst>
          <pc:docMk/>
          <pc:sldMk cId="2799856299" sldId="639"/>
        </pc:sldMkLst>
      </pc:sldChg>
      <pc:sldChg chg="add">
        <pc:chgData name="翟 锐" userId="fef11181f709266a" providerId="LiveId" clId="{727D35D6-B4E6-4AF0-8F74-99EBC6E1954B}" dt="2020-09-05T02:09:13.893" v="252"/>
        <pc:sldMkLst>
          <pc:docMk/>
          <pc:sldMk cId="378116688" sldId="640"/>
        </pc:sldMkLst>
      </pc:sldChg>
      <pc:sldChg chg="add">
        <pc:chgData name="翟 锐" userId="fef11181f709266a" providerId="LiveId" clId="{727D35D6-B4E6-4AF0-8F74-99EBC6E1954B}" dt="2020-09-05T02:09:13.893" v="252"/>
        <pc:sldMkLst>
          <pc:docMk/>
          <pc:sldMk cId="2227459113" sldId="641"/>
        </pc:sldMkLst>
      </pc:sldChg>
      <pc:sldChg chg="add">
        <pc:chgData name="翟 锐" userId="fef11181f709266a" providerId="LiveId" clId="{727D35D6-B4E6-4AF0-8F74-99EBC6E1954B}" dt="2020-09-05T02:09:13.893" v="252"/>
        <pc:sldMkLst>
          <pc:docMk/>
          <pc:sldMk cId="1290627896" sldId="642"/>
        </pc:sldMkLst>
      </pc:sldChg>
      <pc:sldChg chg="add">
        <pc:chgData name="翟 锐" userId="fef11181f709266a" providerId="LiveId" clId="{727D35D6-B4E6-4AF0-8F74-99EBC6E1954B}" dt="2020-09-05T02:09:13.893" v="252"/>
        <pc:sldMkLst>
          <pc:docMk/>
          <pc:sldMk cId="3998261402" sldId="643"/>
        </pc:sldMkLst>
      </pc:sldChg>
      <pc:sldChg chg="add">
        <pc:chgData name="翟 锐" userId="fef11181f709266a" providerId="LiveId" clId="{727D35D6-B4E6-4AF0-8F74-99EBC6E1954B}" dt="2020-09-05T02:09:13.893" v="252"/>
        <pc:sldMkLst>
          <pc:docMk/>
          <pc:sldMk cId="2916805578" sldId="644"/>
        </pc:sldMkLst>
      </pc:sldChg>
      <pc:sldChg chg="add">
        <pc:chgData name="翟 锐" userId="fef11181f709266a" providerId="LiveId" clId="{727D35D6-B4E6-4AF0-8F74-99EBC6E1954B}" dt="2020-09-05T02:09:13.893" v="252"/>
        <pc:sldMkLst>
          <pc:docMk/>
          <pc:sldMk cId="4156365499" sldId="645"/>
        </pc:sldMkLst>
      </pc:sldChg>
      <pc:sldChg chg="modSp add">
        <pc:chgData name="翟 锐" userId="fef11181f709266a" providerId="LiveId" clId="{727D35D6-B4E6-4AF0-8F74-99EBC6E1954B}" dt="2020-09-24T13:50:35.811" v="3997" actId="1076"/>
        <pc:sldMkLst>
          <pc:docMk/>
          <pc:sldMk cId="966206790" sldId="646"/>
        </pc:sldMkLst>
        <pc:spChg chg="mod">
          <ac:chgData name="翟 锐" userId="fef11181f709266a" providerId="LiveId" clId="{727D35D6-B4E6-4AF0-8F74-99EBC6E1954B}" dt="2020-09-24T13:50:12.317" v="3993" actId="2711"/>
          <ac:spMkLst>
            <pc:docMk/>
            <pc:sldMk cId="966206790" sldId="646"/>
            <ac:spMk id="3" creationId="{8FC88935-25F7-4E10-873A-5F5EF6173575}"/>
          </ac:spMkLst>
        </pc:spChg>
        <pc:spChg chg="mod">
          <ac:chgData name="翟 锐" userId="fef11181f709266a" providerId="LiveId" clId="{727D35D6-B4E6-4AF0-8F74-99EBC6E1954B}" dt="2020-09-24T13:50:12.317" v="3993" actId="2711"/>
          <ac:spMkLst>
            <pc:docMk/>
            <pc:sldMk cId="966206790" sldId="646"/>
            <ac:spMk id="4" creationId="{F2640E99-CB86-4161-9C30-12E7DDD166F4}"/>
          </ac:spMkLst>
        </pc:spChg>
        <pc:spChg chg="mod">
          <ac:chgData name="翟 锐" userId="fef11181f709266a" providerId="LiveId" clId="{727D35D6-B4E6-4AF0-8F74-99EBC6E1954B}" dt="2020-09-24T13:50:12.317" v="3993" actId="2711"/>
          <ac:spMkLst>
            <pc:docMk/>
            <pc:sldMk cId="966206790" sldId="646"/>
            <ac:spMk id="5" creationId="{552DF5DF-9CAF-4F63-8729-D9228679652C}"/>
          </ac:spMkLst>
        </pc:spChg>
        <pc:spChg chg="mod">
          <ac:chgData name="翟 锐" userId="fef11181f709266a" providerId="LiveId" clId="{727D35D6-B4E6-4AF0-8F74-99EBC6E1954B}" dt="2020-09-24T13:50:12.317" v="3993" actId="2711"/>
          <ac:spMkLst>
            <pc:docMk/>
            <pc:sldMk cId="966206790" sldId="646"/>
            <ac:spMk id="7" creationId="{CF99EA99-C82C-46CE-B303-3BB8BD1C559D}"/>
          </ac:spMkLst>
        </pc:spChg>
        <pc:spChg chg="mod">
          <ac:chgData name="翟 锐" userId="fef11181f709266a" providerId="LiveId" clId="{727D35D6-B4E6-4AF0-8F74-99EBC6E1954B}" dt="2020-09-24T13:50:12.317" v="3993" actId="2711"/>
          <ac:spMkLst>
            <pc:docMk/>
            <pc:sldMk cId="966206790" sldId="646"/>
            <ac:spMk id="9" creationId="{F751C472-FABC-4823-B368-0444C3FE126B}"/>
          </ac:spMkLst>
        </pc:spChg>
        <pc:spChg chg="mod">
          <ac:chgData name="翟 锐" userId="fef11181f709266a" providerId="LiveId" clId="{727D35D6-B4E6-4AF0-8F74-99EBC6E1954B}" dt="2020-09-24T13:50:12.317" v="3993" actId="2711"/>
          <ac:spMkLst>
            <pc:docMk/>
            <pc:sldMk cId="966206790" sldId="646"/>
            <ac:spMk id="11" creationId="{99363432-3EDC-4200-B6B1-2B51F4335089}"/>
          </ac:spMkLst>
        </pc:spChg>
        <pc:spChg chg="mod">
          <ac:chgData name="翟 锐" userId="fef11181f709266a" providerId="LiveId" clId="{727D35D6-B4E6-4AF0-8F74-99EBC6E1954B}" dt="2020-09-24T13:50:12.317" v="3993" actId="2711"/>
          <ac:spMkLst>
            <pc:docMk/>
            <pc:sldMk cId="966206790" sldId="646"/>
            <ac:spMk id="13" creationId="{56C93B87-1A1A-4255-850B-DDF979FB6A59}"/>
          </ac:spMkLst>
        </pc:spChg>
        <pc:spChg chg="mod">
          <ac:chgData name="翟 锐" userId="fef11181f709266a" providerId="LiveId" clId="{727D35D6-B4E6-4AF0-8F74-99EBC6E1954B}" dt="2020-09-24T13:50:12.317" v="3993" actId="2711"/>
          <ac:spMkLst>
            <pc:docMk/>
            <pc:sldMk cId="966206790" sldId="646"/>
            <ac:spMk id="15" creationId="{FA17C40A-A15A-4236-91C6-B49325A3F7CE}"/>
          </ac:spMkLst>
        </pc:spChg>
        <pc:spChg chg="mod">
          <ac:chgData name="翟 锐" userId="fef11181f709266a" providerId="LiveId" clId="{727D35D6-B4E6-4AF0-8F74-99EBC6E1954B}" dt="2020-09-24T13:50:12.317" v="3993" actId="2711"/>
          <ac:spMkLst>
            <pc:docMk/>
            <pc:sldMk cId="966206790" sldId="646"/>
            <ac:spMk id="17" creationId="{442D78DE-DA3B-4046-A52D-5DB1CA806078}"/>
          </ac:spMkLst>
        </pc:spChg>
        <pc:spChg chg="mod">
          <ac:chgData name="翟 锐" userId="fef11181f709266a" providerId="LiveId" clId="{727D35D6-B4E6-4AF0-8F74-99EBC6E1954B}" dt="2020-09-24T13:50:12.317" v="3993" actId="2711"/>
          <ac:spMkLst>
            <pc:docMk/>
            <pc:sldMk cId="966206790" sldId="646"/>
            <ac:spMk id="19" creationId="{327FFC13-B2F0-412E-A648-58A3AE459AF8}"/>
          </ac:spMkLst>
        </pc:spChg>
        <pc:spChg chg="mod">
          <ac:chgData name="翟 锐" userId="fef11181f709266a" providerId="LiveId" clId="{727D35D6-B4E6-4AF0-8F74-99EBC6E1954B}" dt="2020-09-24T13:50:12.317" v="3993" actId="2711"/>
          <ac:spMkLst>
            <pc:docMk/>
            <pc:sldMk cId="966206790" sldId="646"/>
            <ac:spMk id="21" creationId="{5A7EE50B-1F95-4EB4-84BA-DBB51BA78AD1}"/>
          </ac:spMkLst>
        </pc:spChg>
        <pc:spChg chg="mod">
          <ac:chgData name="翟 锐" userId="fef11181f709266a" providerId="LiveId" clId="{727D35D6-B4E6-4AF0-8F74-99EBC6E1954B}" dt="2020-09-24T13:50:12.317" v="3993" actId="2711"/>
          <ac:spMkLst>
            <pc:docMk/>
            <pc:sldMk cId="966206790" sldId="646"/>
            <ac:spMk id="23" creationId="{EDF72DC8-D960-49F2-9774-57EFA275BE97}"/>
          </ac:spMkLst>
        </pc:spChg>
        <pc:spChg chg="mod">
          <ac:chgData name="翟 锐" userId="fef11181f709266a" providerId="LiveId" clId="{727D35D6-B4E6-4AF0-8F74-99EBC6E1954B}" dt="2020-09-24T13:50:12.317" v="3993" actId="2711"/>
          <ac:spMkLst>
            <pc:docMk/>
            <pc:sldMk cId="966206790" sldId="646"/>
            <ac:spMk id="25" creationId="{499177E9-DEBC-4FD6-8B58-DC618950D007}"/>
          </ac:spMkLst>
        </pc:spChg>
        <pc:spChg chg="mod">
          <ac:chgData name="翟 锐" userId="fef11181f709266a" providerId="LiveId" clId="{727D35D6-B4E6-4AF0-8F74-99EBC6E1954B}" dt="2020-09-24T13:50:25.716" v="3996" actId="1076"/>
          <ac:spMkLst>
            <pc:docMk/>
            <pc:sldMk cId="966206790" sldId="646"/>
            <ac:spMk id="27" creationId="{ABA591E7-DA4E-41D3-82CF-9318E8D936EC}"/>
          </ac:spMkLst>
        </pc:spChg>
        <pc:spChg chg="mod">
          <ac:chgData name="翟 锐" userId="fef11181f709266a" providerId="LiveId" clId="{727D35D6-B4E6-4AF0-8F74-99EBC6E1954B}" dt="2020-09-24T13:50:12.317" v="3993" actId="2711"/>
          <ac:spMkLst>
            <pc:docMk/>
            <pc:sldMk cId="966206790" sldId="646"/>
            <ac:spMk id="29" creationId="{4B51E1CF-C808-4418-A31B-B0AF429E39BA}"/>
          </ac:spMkLst>
        </pc:spChg>
        <pc:spChg chg="mod">
          <ac:chgData name="翟 锐" userId="fef11181f709266a" providerId="LiveId" clId="{727D35D6-B4E6-4AF0-8F74-99EBC6E1954B}" dt="2020-09-24T13:50:35.811" v="3997" actId="1076"/>
          <ac:spMkLst>
            <pc:docMk/>
            <pc:sldMk cId="966206790" sldId="646"/>
            <ac:spMk id="31" creationId="{BE3F740A-A07C-437E-805D-872B3A8E0266}"/>
          </ac:spMkLst>
        </pc:spChg>
        <pc:spChg chg="mod">
          <ac:chgData name="翟 锐" userId="fef11181f709266a" providerId="LiveId" clId="{727D35D6-B4E6-4AF0-8F74-99EBC6E1954B}" dt="2020-09-24T13:50:12.317" v="3993" actId="2711"/>
          <ac:spMkLst>
            <pc:docMk/>
            <pc:sldMk cId="966206790" sldId="646"/>
            <ac:spMk id="34" creationId="{00000000-0000-0000-0000-000000000000}"/>
          </ac:spMkLst>
        </pc:spChg>
        <pc:spChg chg="mod">
          <ac:chgData name="翟 锐" userId="fef11181f709266a" providerId="LiveId" clId="{727D35D6-B4E6-4AF0-8F74-99EBC6E1954B}" dt="2020-09-24T13:50:12.317" v="3993" actId="2711"/>
          <ac:spMkLst>
            <pc:docMk/>
            <pc:sldMk cId="966206790" sldId="646"/>
            <ac:spMk id="35" creationId="{00000000-0000-0000-0000-000000000000}"/>
          </ac:spMkLst>
        </pc:spChg>
        <pc:spChg chg="mod">
          <ac:chgData name="翟 锐" userId="fef11181f709266a" providerId="LiveId" clId="{727D35D6-B4E6-4AF0-8F74-99EBC6E1954B}" dt="2020-09-24T13:50:12.317" v="3993" actId="2711"/>
          <ac:spMkLst>
            <pc:docMk/>
            <pc:sldMk cId="966206790" sldId="646"/>
            <ac:spMk id="39" creationId="{518A373F-1871-4D45-A61C-891ED746E1F6}"/>
          </ac:spMkLst>
        </pc:spChg>
        <pc:spChg chg="mod">
          <ac:chgData name="翟 锐" userId="fef11181f709266a" providerId="LiveId" clId="{727D35D6-B4E6-4AF0-8F74-99EBC6E1954B}" dt="2020-09-24T13:50:18.104" v="3994" actId="1076"/>
          <ac:spMkLst>
            <pc:docMk/>
            <pc:sldMk cId="966206790" sldId="646"/>
            <ac:spMk id="41" creationId="{6F56EBEA-F928-49DC-8663-2B587B28DB2A}"/>
          </ac:spMkLst>
        </pc:spChg>
        <pc:cxnChg chg="mod">
          <ac:chgData name="翟 锐" userId="fef11181f709266a" providerId="LiveId" clId="{727D35D6-B4E6-4AF0-8F74-99EBC6E1954B}" dt="2020-09-24T13:50:12.317" v="3993" actId="2711"/>
          <ac:cxnSpMkLst>
            <pc:docMk/>
            <pc:sldMk cId="966206790" sldId="646"/>
            <ac:cxnSpMk id="33" creationId="{00000000-0000-0000-0000-000000000000}"/>
          </ac:cxnSpMkLst>
        </pc:cxnChg>
      </pc:sldChg>
      <pc:sldChg chg="add">
        <pc:chgData name="翟 锐" userId="fef11181f709266a" providerId="LiveId" clId="{727D35D6-B4E6-4AF0-8F74-99EBC6E1954B}" dt="2020-09-05T02:09:13.893" v="252"/>
        <pc:sldMkLst>
          <pc:docMk/>
          <pc:sldMk cId="3222846923" sldId="647"/>
        </pc:sldMkLst>
      </pc:sldChg>
      <pc:sldChg chg="add">
        <pc:chgData name="翟 锐" userId="fef11181f709266a" providerId="LiveId" clId="{727D35D6-B4E6-4AF0-8F74-99EBC6E1954B}" dt="2020-09-05T02:09:13.893" v="252"/>
        <pc:sldMkLst>
          <pc:docMk/>
          <pc:sldMk cId="4139344712" sldId="648"/>
        </pc:sldMkLst>
      </pc:sldChg>
      <pc:sldChg chg="add">
        <pc:chgData name="翟 锐" userId="fef11181f709266a" providerId="LiveId" clId="{727D35D6-B4E6-4AF0-8F74-99EBC6E1954B}" dt="2020-09-05T02:09:13.893" v="252"/>
        <pc:sldMkLst>
          <pc:docMk/>
          <pc:sldMk cId="3730321688" sldId="649"/>
        </pc:sldMkLst>
      </pc:sldChg>
      <pc:sldChg chg="add">
        <pc:chgData name="翟 锐" userId="fef11181f709266a" providerId="LiveId" clId="{727D35D6-B4E6-4AF0-8F74-99EBC6E1954B}" dt="2020-09-05T02:09:13.893" v="252"/>
        <pc:sldMkLst>
          <pc:docMk/>
          <pc:sldMk cId="726596640" sldId="650"/>
        </pc:sldMkLst>
      </pc:sldChg>
      <pc:sldChg chg="addSp modSp add modAnim">
        <pc:chgData name="翟 锐" userId="fef11181f709266a" providerId="LiveId" clId="{727D35D6-B4E6-4AF0-8F74-99EBC6E1954B}" dt="2020-09-24T13:33:04.701" v="3796" actId="14100"/>
        <pc:sldMkLst>
          <pc:docMk/>
          <pc:sldMk cId="303286655" sldId="651"/>
        </pc:sldMkLst>
        <pc:spChg chg="mod">
          <ac:chgData name="翟 锐" userId="fef11181f709266a" providerId="LiveId" clId="{727D35D6-B4E6-4AF0-8F74-99EBC6E1954B}" dt="2020-09-24T13:33:04.701" v="3796" actId="14100"/>
          <ac:spMkLst>
            <pc:docMk/>
            <pc:sldMk cId="303286655" sldId="651"/>
            <ac:spMk id="6" creationId="{9698088A-F83D-4566-9AFD-0E9167CA4B05}"/>
          </ac:spMkLst>
        </pc:spChg>
        <pc:spChg chg="mod">
          <ac:chgData name="翟 锐" userId="fef11181f709266a" providerId="LiveId" clId="{727D35D6-B4E6-4AF0-8F74-99EBC6E1954B}" dt="2020-09-24T13:33:04.701" v="3796" actId="14100"/>
          <ac:spMkLst>
            <pc:docMk/>
            <pc:sldMk cId="303286655" sldId="651"/>
            <ac:spMk id="7" creationId="{20BFF2E6-2B01-4BBD-ACDA-C5F19F7B2FE2}"/>
          </ac:spMkLst>
        </pc:spChg>
        <pc:spChg chg="mod">
          <ac:chgData name="翟 锐" userId="fef11181f709266a" providerId="LiveId" clId="{727D35D6-B4E6-4AF0-8F74-99EBC6E1954B}" dt="2020-09-24T13:33:04.701" v="3796" actId="14100"/>
          <ac:spMkLst>
            <pc:docMk/>
            <pc:sldMk cId="303286655" sldId="651"/>
            <ac:spMk id="8" creationId="{CFC17D6F-8F45-4604-9D2F-95210EAE526D}"/>
          </ac:spMkLst>
        </pc:spChg>
        <pc:spChg chg="mod">
          <ac:chgData name="翟 锐" userId="fef11181f709266a" providerId="LiveId" clId="{727D35D6-B4E6-4AF0-8F74-99EBC6E1954B}" dt="2020-09-24T13:33:04.701" v="3796" actId="14100"/>
          <ac:spMkLst>
            <pc:docMk/>
            <pc:sldMk cId="303286655" sldId="651"/>
            <ac:spMk id="9" creationId="{087144BF-A7F7-4E7D-A4AF-CC882F5A2B96}"/>
          </ac:spMkLst>
        </pc:spChg>
        <pc:spChg chg="mod">
          <ac:chgData name="翟 锐" userId="fef11181f709266a" providerId="LiveId" clId="{727D35D6-B4E6-4AF0-8F74-99EBC6E1954B}" dt="2020-09-24T13:33:04.701" v="3796" actId="14100"/>
          <ac:spMkLst>
            <pc:docMk/>
            <pc:sldMk cId="303286655" sldId="651"/>
            <ac:spMk id="10" creationId="{8802EC3E-6B2F-4164-BECE-62502036DB12}"/>
          </ac:spMkLst>
        </pc:spChg>
        <pc:spChg chg="mod">
          <ac:chgData name="翟 锐" userId="fef11181f709266a" providerId="LiveId" clId="{727D35D6-B4E6-4AF0-8F74-99EBC6E1954B}" dt="2020-09-24T13:33:04.701" v="3796" actId="14100"/>
          <ac:spMkLst>
            <pc:docMk/>
            <pc:sldMk cId="303286655" sldId="651"/>
            <ac:spMk id="11" creationId="{8A709AE1-580C-47EE-BB25-CE047CB09B2A}"/>
          </ac:spMkLst>
        </pc:spChg>
        <pc:spChg chg="mod">
          <ac:chgData name="翟 锐" userId="fef11181f709266a" providerId="LiveId" clId="{727D35D6-B4E6-4AF0-8F74-99EBC6E1954B}" dt="2020-09-24T13:33:04.701" v="3796" actId="14100"/>
          <ac:spMkLst>
            <pc:docMk/>
            <pc:sldMk cId="303286655" sldId="651"/>
            <ac:spMk id="12" creationId="{70DD1B9D-081A-46E1-802F-33FB7F9D3205}"/>
          </ac:spMkLst>
        </pc:spChg>
        <pc:spChg chg="mod">
          <ac:chgData name="翟 锐" userId="fef11181f709266a" providerId="LiveId" clId="{727D35D6-B4E6-4AF0-8F74-99EBC6E1954B}" dt="2020-09-24T13:33:04.701" v="3796" actId="14100"/>
          <ac:spMkLst>
            <pc:docMk/>
            <pc:sldMk cId="303286655" sldId="651"/>
            <ac:spMk id="13" creationId="{AE380602-5C89-45D3-8A1B-05B349085ACE}"/>
          </ac:spMkLst>
        </pc:spChg>
        <pc:spChg chg="mod">
          <ac:chgData name="翟 锐" userId="fef11181f709266a" providerId="LiveId" clId="{727D35D6-B4E6-4AF0-8F74-99EBC6E1954B}" dt="2020-09-24T13:33:04.701" v="3796" actId="14100"/>
          <ac:spMkLst>
            <pc:docMk/>
            <pc:sldMk cId="303286655" sldId="651"/>
            <ac:spMk id="14" creationId="{CC949237-3931-4C45-9D11-2F4067B6EAB5}"/>
          </ac:spMkLst>
        </pc:spChg>
        <pc:spChg chg="mod">
          <ac:chgData name="翟 锐" userId="fef11181f709266a" providerId="LiveId" clId="{727D35D6-B4E6-4AF0-8F74-99EBC6E1954B}" dt="2020-09-24T13:33:04.701" v="3796" actId="14100"/>
          <ac:spMkLst>
            <pc:docMk/>
            <pc:sldMk cId="303286655" sldId="651"/>
            <ac:spMk id="15" creationId="{138CD6CC-5717-4E5B-B368-A03E458ECACD}"/>
          </ac:spMkLst>
        </pc:spChg>
        <pc:spChg chg="mod">
          <ac:chgData name="翟 锐" userId="fef11181f709266a" providerId="LiveId" clId="{727D35D6-B4E6-4AF0-8F74-99EBC6E1954B}" dt="2020-09-24T13:33:04.701" v="3796" actId="14100"/>
          <ac:spMkLst>
            <pc:docMk/>
            <pc:sldMk cId="303286655" sldId="651"/>
            <ac:spMk id="16" creationId="{6FDA478E-778D-4784-A7AD-D3A3077B86B8}"/>
          </ac:spMkLst>
        </pc:spChg>
        <pc:spChg chg="mod">
          <ac:chgData name="翟 锐" userId="fef11181f709266a" providerId="LiveId" clId="{727D35D6-B4E6-4AF0-8F74-99EBC6E1954B}" dt="2020-09-24T13:33:04.701" v="3796" actId="14100"/>
          <ac:spMkLst>
            <pc:docMk/>
            <pc:sldMk cId="303286655" sldId="651"/>
            <ac:spMk id="17" creationId="{0ED9FFB6-CEB4-47F9-9875-BC64BA0F4900}"/>
          </ac:spMkLst>
        </pc:spChg>
        <pc:spChg chg="mod">
          <ac:chgData name="翟 锐" userId="fef11181f709266a" providerId="LiveId" clId="{727D35D6-B4E6-4AF0-8F74-99EBC6E1954B}" dt="2020-09-24T13:33:04.701" v="3796" actId="14100"/>
          <ac:spMkLst>
            <pc:docMk/>
            <pc:sldMk cId="303286655" sldId="651"/>
            <ac:spMk id="18" creationId="{D9D48B37-F7C4-4455-BB29-45815BDB1B05}"/>
          </ac:spMkLst>
        </pc:spChg>
        <pc:spChg chg="mod">
          <ac:chgData name="翟 锐" userId="fef11181f709266a" providerId="LiveId" clId="{727D35D6-B4E6-4AF0-8F74-99EBC6E1954B}" dt="2020-09-24T13:33:04.701" v="3796" actId="14100"/>
          <ac:spMkLst>
            <pc:docMk/>
            <pc:sldMk cId="303286655" sldId="651"/>
            <ac:spMk id="19" creationId="{9F2823FF-0B31-4F25-8B02-BE479FD2E0A7}"/>
          </ac:spMkLst>
        </pc:spChg>
        <pc:spChg chg="mod">
          <ac:chgData name="翟 锐" userId="fef11181f709266a" providerId="LiveId" clId="{727D35D6-B4E6-4AF0-8F74-99EBC6E1954B}" dt="2020-09-24T13:33:04.701" v="3796" actId="14100"/>
          <ac:spMkLst>
            <pc:docMk/>
            <pc:sldMk cId="303286655" sldId="651"/>
            <ac:spMk id="20" creationId="{57A1D1CC-B168-4EB7-BE1F-0C7E7638B550}"/>
          </ac:spMkLst>
        </pc:spChg>
        <pc:spChg chg="mod">
          <ac:chgData name="翟 锐" userId="fef11181f709266a" providerId="LiveId" clId="{727D35D6-B4E6-4AF0-8F74-99EBC6E1954B}" dt="2020-09-24T13:33:04.701" v="3796" actId="14100"/>
          <ac:spMkLst>
            <pc:docMk/>
            <pc:sldMk cId="303286655" sldId="651"/>
            <ac:spMk id="21" creationId="{8EC352C4-E693-4C44-93A3-DC7169669D19}"/>
          </ac:spMkLst>
        </pc:spChg>
        <pc:spChg chg="mod">
          <ac:chgData name="翟 锐" userId="fef11181f709266a" providerId="LiveId" clId="{727D35D6-B4E6-4AF0-8F74-99EBC6E1954B}" dt="2020-09-24T13:33:04.701" v="3796" actId="14100"/>
          <ac:spMkLst>
            <pc:docMk/>
            <pc:sldMk cId="303286655" sldId="651"/>
            <ac:spMk id="22" creationId="{95124D90-B4BB-40F1-AB9B-29C1C97F0895}"/>
          </ac:spMkLst>
        </pc:spChg>
        <pc:spChg chg="mod">
          <ac:chgData name="翟 锐" userId="fef11181f709266a" providerId="LiveId" clId="{727D35D6-B4E6-4AF0-8F74-99EBC6E1954B}" dt="2020-09-24T13:33:04.701" v="3796" actId="14100"/>
          <ac:spMkLst>
            <pc:docMk/>
            <pc:sldMk cId="303286655" sldId="651"/>
            <ac:spMk id="23" creationId="{63B63CD1-C4CE-49D5-93D6-4E553D55C9D0}"/>
          </ac:spMkLst>
        </pc:spChg>
        <pc:spChg chg="mod">
          <ac:chgData name="翟 锐" userId="fef11181f709266a" providerId="LiveId" clId="{727D35D6-B4E6-4AF0-8F74-99EBC6E1954B}" dt="2020-09-24T13:33:04.701" v="3796" actId="14100"/>
          <ac:spMkLst>
            <pc:docMk/>
            <pc:sldMk cId="303286655" sldId="651"/>
            <ac:spMk id="24" creationId="{CE71E2ED-B493-4250-84EC-CBB3B294DD33}"/>
          </ac:spMkLst>
        </pc:spChg>
        <pc:spChg chg="mod">
          <ac:chgData name="翟 锐" userId="fef11181f709266a" providerId="LiveId" clId="{727D35D6-B4E6-4AF0-8F74-99EBC6E1954B}" dt="2020-09-24T13:33:04.701" v="3796" actId="14100"/>
          <ac:spMkLst>
            <pc:docMk/>
            <pc:sldMk cId="303286655" sldId="651"/>
            <ac:spMk id="25" creationId="{1396C08E-9117-48B8-8CAD-62464977F253}"/>
          </ac:spMkLst>
        </pc:spChg>
        <pc:spChg chg="mod">
          <ac:chgData name="翟 锐" userId="fef11181f709266a" providerId="LiveId" clId="{727D35D6-B4E6-4AF0-8F74-99EBC6E1954B}" dt="2020-09-24T13:33:04.701" v="3796" actId="14100"/>
          <ac:spMkLst>
            <pc:docMk/>
            <pc:sldMk cId="303286655" sldId="651"/>
            <ac:spMk id="26" creationId="{A6391CE5-E65B-4A3E-895C-2F4C3E0B650E}"/>
          </ac:spMkLst>
        </pc:spChg>
        <pc:spChg chg="mod">
          <ac:chgData name="翟 锐" userId="fef11181f709266a" providerId="LiveId" clId="{727D35D6-B4E6-4AF0-8F74-99EBC6E1954B}" dt="2020-09-24T13:33:04.701" v="3796" actId="14100"/>
          <ac:spMkLst>
            <pc:docMk/>
            <pc:sldMk cId="303286655" sldId="651"/>
            <ac:spMk id="27" creationId="{8B30BA4E-ECC8-431D-95F8-A2ACE8FEB931}"/>
          </ac:spMkLst>
        </pc:spChg>
        <pc:spChg chg="mod">
          <ac:chgData name="翟 锐" userId="fef11181f709266a" providerId="LiveId" clId="{727D35D6-B4E6-4AF0-8F74-99EBC6E1954B}" dt="2020-09-24T13:33:04.701" v="3796" actId="14100"/>
          <ac:spMkLst>
            <pc:docMk/>
            <pc:sldMk cId="303286655" sldId="651"/>
            <ac:spMk id="28" creationId="{BCBF28E0-3DDB-475E-AEE8-54F3749DD47D}"/>
          </ac:spMkLst>
        </pc:spChg>
        <pc:spChg chg="mod">
          <ac:chgData name="翟 锐" userId="fef11181f709266a" providerId="LiveId" clId="{727D35D6-B4E6-4AF0-8F74-99EBC6E1954B}" dt="2020-09-24T13:33:04.701" v="3796" actId="14100"/>
          <ac:spMkLst>
            <pc:docMk/>
            <pc:sldMk cId="303286655" sldId="651"/>
            <ac:spMk id="29" creationId="{9D106730-A645-405D-9F68-605F027D468F}"/>
          </ac:spMkLst>
        </pc:spChg>
        <pc:spChg chg="mod">
          <ac:chgData name="翟 锐" userId="fef11181f709266a" providerId="LiveId" clId="{727D35D6-B4E6-4AF0-8F74-99EBC6E1954B}" dt="2020-09-24T13:33:04.701" v="3796" actId="14100"/>
          <ac:spMkLst>
            <pc:docMk/>
            <pc:sldMk cId="303286655" sldId="651"/>
            <ac:spMk id="30" creationId="{A884E584-0337-46B7-85D1-BC707DC35EA6}"/>
          </ac:spMkLst>
        </pc:spChg>
        <pc:spChg chg="mod">
          <ac:chgData name="翟 锐" userId="fef11181f709266a" providerId="LiveId" clId="{727D35D6-B4E6-4AF0-8F74-99EBC6E1954B}" dt="2020-09-24T13:33:04.701" v="3796" actId="14100"/>
          <ac:spMkLst>
            <pc:docMk/>
            <pc:sldMk cId="303286655" sldId="651"/>
            <ac:spMk id="31" creationId="{1FE03FFA-71F8-4810-9437-EA734949EF95}"/>
          </ac:spMkLst>
        </pc:spChg>
        <pc:spChg chg="mod">
          <ac:chgData name="翟 锐" userId="fef11181f709266a" providerId="LiveId" clId="{727D35D6-B4E6-4AF0-8F74-99EBC6E1954B}" dt="2020-09-24T13:33:04.701" v="3796" actId="14100"/>
          <ac:spMkLst>
            <pc:docMk/>
            <pc:sldMk cId="303286655" sldId="651"/>
            <ac:spMk id="32" creationId="{C8D3C869-4D8B-4C22-A662-4EBF2EACA865}"/>
          </ac:spMkLst>
        </pc:spChg>
        <pc:spChg chg="mod">
          <ac:chgData name="翟 锐" userId="fef11181f709266a" providerId="LiveId" clId="{727D35D6-B4E6-4AF0-8F74-99EBC6E1954B}" dt="2020-09-24T13:31:01.282" v="3766" actId="164"/>
          <ac:spMkLst>
            <pc:docMk/>
            <pc:sldMk cId="303286655" sldId="651"/>
            <ac:spMk id="34" creationId="{00000000-0000-0000-0000-000000000000}"/>
          </ac:spMkLst>
        </pc:spChg>
        <pc:spChg chg="mod">
          <ac:chgData name="翟 锐" userId="fef11181f709266a" providerId="LiveId" clId="{727D35D6-B4E6-4AF0-8F74-99EBC6E1954B}" dt="2020-09-24T13:33:04.701" v="3796" actId="14100"/>
          <ac:spMkLst>
            <pc:docMk/>
            <pc:sldMk cId="303286655" sldId="651"/>
            <ac:spMk id="36" creationId="{B3FFBD69-F59B-447F-A088-6A38CD60B6C0}"/>
          </ac:spMkLst>
        </pc:spChg>
        <pc:spChg chg="mod">
          <ac:chgData name="翟 锐" userId="fef11181f709266a" providerId="LiveId" clId="{727D35D6-B4E6-4AF0-8F74-99EBC6E1954B}" dt="2020-09-24T13:33:04.701" v="3796" actId="14100"/>
          <ac:spMkLst>
            <pc:docMk/>
            <pc:sldMk cId="303286655" sldId="651"/>
            <ac:spMk id="37" creationId="{DBE09F2D-E9F6-4CF7-87AE-ECFF49FC4825}"/>
          </ac:spMkLst>
        </pc:spChg>
        <pc:spChg chg="mod">
          <ac:chgData name="翟 锐" userId="fef11181f709266a" providerId="LiveId" clId="{727D35D6-B4E6-4AF0-8F74-99EBC6E1954B}" dt="2020-09-24T13:33:04.701" v="3796" actId="14100"/>
          <ac:spMkLst>
            <pc:docMk/>
            <pc:sldMk cId="303286655" sldId="651"/>
            <ac:spMk id="38" creationId="{263E6716-1A88-453A-832D-9CBBF4D85120}"/>
          </ac:spMkLst>
        </pc:spChg>
        <pc:spChg chg="mod">
          <ac:chgData name="翟 锐" userId="fef11181f709266a" providerId="LiveId" clId="{727D35D6-B4E6-4AF0-8F74-99EBC6E1954B}" dt="2020-09-24T13:33:04.701" v="3796" actId="14100"/>
          <ac:spMkLst>
            <pc:docMk/>
            <pc:sldMk cId="303286655" sldId="651"/>
            <ac:spMk id="39" creationId="{68580A50-BD37-4839-B5D8-4B178318ED02}"/>
          </ac:spMkLst>
        </pc:spChg>
        <pc:grpChg chg="add mod">
          <ac:chgData name="翟 锐" userId="fef11181f709266a" providerId="LiveId" clId="{727D35D6-B4E6-4AF0-8F74-99EBC6E1954B}" dt="2020-09-24T13:31:01.282" v="3766" actId="164"/>
          <ac:grpSpMkLst>
            <pc:docMk/>
            <pc:sldMk cId="303286655" sldId="651"/>
            <ac:grpSpMk id="2" creationId="{1CF4238A-2FBA-4B54-BC8F-360190ED1CDF}"/>
          </ac:grpSpMkLst>
        </pc:grpChg>
        <pc:grpChg chg="add mod">
          <ac:chgData name="翟 锐" userId="fef11181f709266a" providerId="LiveId" clId="{727D35D6-B4E6-4AF0-8F74-99EBC6E1954B}" dt="2020-09-24T13:33:04.701" v="3796" actId="14100"/>
          <ac:grpSpMkLst>
            <pc:docMk/>
            <pc:sldMk cId="303286655" sldId="651"/>
            <ac:grpSpMk id="3" creationId="{6563EB65-19D8-4F0A-BDA6-A2F1113BC3E3}"/>
          </ac:grpSpMkLst>
        </pc:grpChg>
        <pc:cxnChg chg="mod">
          <ac:chgData name="翟 锐" userId="fef11181f709266a" providerId="LiveId" clId="{727D35D6-B4E6-4AF0-8F74-99EBC6E1954B}" dt="2020-09-24T13:31:01.282" v="3766" actId="164"/>
          <ac:cxnSpMkLst>
            <pc:docMk/>
            <pc:sldMk cId="303286655" sldId="651"/>
            <ac:cxnSpMk id="33" creationId="{00000000-0000-0000-0000-000000000000}"/>
          </ac:cxnSpMkLst>
        </pc:cxnChg>
      </pc:sldChg>
      <pc:sldChg chg="modSp add">
        <pc:chgData name="翟 锐" userId="fef11181f709266a" providerId="LiveId" clId="{727D35D6-B4E6-4AF0-8F74-99EBC6E1954B}" dt="2020-09-24T13:51:17.226" v="4000"/>
        <pc:sldMkLst>
          <pc:docMk/>
          <pc:sldMk cId="843143412" sldId="652"/>
        </pc:sldMkLst>
        <pc:spChg chg="mod">
          <ac:chgData name="翟 锐" userId="fef11181f709266a" providerId="LiveId" clId="{727D35D6-B4E6-4AF0-8F74-99EBC6E1954B}" dt="2020-09-24T13:51:17.226" v="4000"/>
          <ac:spMkLst>
            <pc:docMk/>
            <pc:sldMk cId="843143412" sldId="652"/>
            <ac:spMk id="35" creationId="{00000000-0000-0000-0000-000000000000}"/>
          </ac:spMkLst>
        </pc:spChg>
      </pc:sldChg>
      <pc:sldChg chg="add del">
        <pc:chgData name="翟 锐" userId="fef11181f709266a" providerId="LiveId" clId="{727D35D6-B4E6-4AF0-8F74-99EBC6E1954B}" dt="2020-09-24T13:51:02.203" v="3998" actId="2696"/>
        <pc:sldMkLst>
          <pc:docMk/>
          <pc:sldMk cId="2623457256" sldId="652"/>
        </pc:sldMkLst>
      </pc:sldChg>
      <pc:sldChg chg="add">
        <pc:chgData name="翟 锐" userId="fef11181f709266a" providerId="LiveId" clId="{727D35D6-B4E6-4AF0-8F74-99EBC6E1954B}" dt="2020-09-05T02:09:13.893" v="252"/>
        <pc:sldMkLst>
          <pc:docMk/>
          <pc:sldMk cId="1900271857" sldId="653"/>
        </pc:sldMkLst>
      </pc:sldChg>
      <pc:sldChg chg="add">
        <pc:chgData name="翟 锐" userId="fef11181f709266a" providerId="LiveId" clId="{727D35D6-B4E6-4AF0-8F74-99EBC6E1954B}" dt="2020-09-05T02:09:13.893" v="252"/>
        <pc:sldMkLst>
          <pc:docMk/>
          <pc:sldMk cId="821615060" sldId="654"/>
        </pc:sldMkLst>
      </pc:sldChg>
      <pc:sldChg chg="add">
        <pc:chgData name="翟 锐" userId="fef11181f709266a" providerId="LiveId" clId="{727D35D6-B4E6-4AF0-8F74-99EBC6E1954B}" dt="2020-09-05T02:09:13.893" v="252"/>
        <pc:sldMkLst>
          <pc:docMk/>
          <pc:sldMk cId="3026258030" sldId="655"/>
        </pc:sldMkLst>
      </pc:sldChg>
      <pc:sldChg chg="add">
        <pc:chgData name="翟 锐" userId="fef11181f709266a" providerId="LiveId" clId="{727D35D6-B4E6-4AF0-8F74-99EBC6E1954B}" dt="2020-09-05T02:09:13.893" v="252"/>
        <pc:sldMkLst>
          <pc:docMk/>
          <pc:sldMk cId="136167118" sldId="656"/>
        </pc:sldMkLst>
      </pc:sldChg>
      <pc:sldChg chg="delSp modSp add del mod">
        <pc:chgData name="翟 锐" userId="fef11181f709266a" providerId="LiveId" clId="{727D35D6-B4E6-4AF0-8F74-99EBC6E1954B}" dt="2020-09-23T16:24:30.469" v="1986" actId="47"/>
        <pc:sldMkLst>
          <pc:docMk/>
          <pc:sldMk cId="1862911527" sldId="657"/>
        </pc:sldMkLst>
        <pc:spChg chg="del mod">
          <ac:chgData name="翟 锐" userId="fef11181f709266a" providerId="LiveId" clId="{727D35D6-B4E6-4AF0-8F74-99EBC6E1954B}" dt="2020-09-23T16:24:29.329" v="1985"/>
          <ac:spMkLst>
            <pc:docMk/>
            <pc:sldMk cId="1862911527" sldId="657"/>
            <ac:spMk id="2" creationId="{1A343DEC-CFF6-41F5-B87C-0DFC08C67B76}"/>
          </ac:spMkLst>
        </pc:spChg>
        <pc:spChg chg="del">
          <ac:chgData name="翟 锐" userId="fef11181f709266a" providerId="LiveId" clId="{727D35D6-B4E6-4AF0-8F74-99EBC6E1954B}" dt="2020-09-05T15:33:29.645" v="367" actId="478"/>
          <ac:spMkLst>
            <pc:docMk/>
            <pc:sldMk cId="1862911527" sldId="657"/>
            <ac:spMk id="9" creationId="{F2F000C4-A5F3-4FC3-AFF7-D0D6C6EB3026}"/>
          </ac:spMkLst>
        </pc:spChg>
        <pc:spChg chg="mod">
          <ac:chgData name="翟 锐" userId="fef11181f709266a" providerId="LiveId" clId="{727D35D6-B4E6-4AF0-8F74-99EBC6E1954B}" dt="2020-09-05T15:33:16.754" v="340"/>
          <ac:spMkLst>
            <pc:docMk/>
            <pc:sldMk cId="1862911527" sldId="657"/>
            <ac:spMk id="35" creationId="{00000000-0000-0000-0000-000000000000}"/>
          </ac:spMkLst>
        </pc:spChg>
      </pc:sldChg>
      <pc:sldChg chg="modSp add del">
        <pc:chgData name="翟 锐" userId="fef11181f709266a" providerId="LiveId" clId="{727D35D6-B4E6-4AF0-8F74-99EBC6E1954B}" dt="2020-09-24T13:16:53.166" v="3723" actId="47"/>
        <pc:sldMkLst>
          <pc:docMk/>
          <pc:sldMk cId="3541112199" sldId="658"/>
        </pc:sldMkLst>
        <pc:spChg chg="mod">
          <ac:chgData name="翟 锐" userId="fef11181f709266a" providerId="LiveId" clId="{727D35D6-B4E6-4AF0-8F74-99EBC6E1954B}" dt="2020-09-05T16:03:52.397" v="1179"/>
          <ac:spMkLst>
            <pc:docMk/>
            <pc:sldMk cId="3541112199" sldId="658"/>
            <ac:spMk id="2" creationId="{00000000-0000-0000-0000-000000000000}"/>
          </ac:spMkLst>
        </pc:spChg>
      </pc:sldChg>
      <pc:sldChg chg="modSp add mod">
        <pc:chgData name="翟 锐" userId="fef11181f709266a" providerId="LiveId" clId="{727D35D6-B4E6-4AF0-8F74-99EBC6E1954B}" dt="2020-09-24T13:51:29.172" v="4024"/>
        <pc:sldMkLst>
          <pc:docMk/>
          <pc:sldMk cId="682694001" sldId="659"/>
        </pc:sldMkLst>
        <pc:spChg chg="mod">
          <ac:chgData name="翟 锐" userId="fef11181f709266a" providerId="LiveId" clId="{727D35D6-B4E6-4AF0-8F74-99EBC6E1954B}" dt="2020-09-24T13:51:29.172" v="4024"/>
          <ac:spMkLst>
            <pc:docMk/>
            <pc:sldMk cId="682694001" sldId="659"/>
            <ac:spMk id="2" creationId="{1A343DEC-CFF6-41F5-B87C-0DFC08C67B76}"/>
          </ac:spMkLst>
        </pc:spChg>
        <pc:spChg chg="mod">
          <ac:chgData name="翟 锐" userId="fef11181f709266a" providerId="LiveId" clId="{727D35D6-B4E6-4AF0-8F74-99EBC6E1954B}" dt="2020-09-06T05:37:25.540" v="1980" actId="20577"/>
          <ac:spMkLst>
            <pc:docMk/>
            <pc:sldMk cId="682694001" sldId="659"/>
            <ac:spMk id="35" creationId="{00000000-0000-0000-0000-000000000000}"/>
          </ac:spMkLst>
        </pc:spChg>
      </pc:sldChg>
      <pc:sldChg chg="add del">
        <pc:chgData name="翟 锐" userId="fef11181f709266a" providerId="LiveId" clId="{727D35D6-B4E6-4AF0-8F74-99EBC6E1954B}" dt="2020-09-06T05:21:33.783" v="1827" actId="47"/>
        <pc:sldMkLst>
          <pc:docMk/>
          <pc:sldMk cId="2586824896" sldId="659"/>
        </pc:sldMkLst>
      </pc:sldChg>
      <pc:sldChg chg="modSp mod">
        <pc:chgData name="翟 锐" userId="fef11181f709266a" providerId="LiveId" clId="{727D35D6-B4E6-4AF0-8F74-99EBC6E1954B}" dt="2020-09-24T09:26:52.355" v="2106" actId="404"/>
        <pc:sldMkLst>
          <pc:docMk/>
          <pc:sldMk cId="2870330272" sldId="661"/>
        </pc:sldMkLst>
        <pc:spChg chg="mod">
          <ac:chgData name="翟 锐" userId="fef11181f709266a" providerId="LiveId" clId="{727D35D6-B4E6-4AF0-8F74-99EBC6E1954B}" dt="2020-09-24T09:26:52.355" v="2106" actId="404"/>
          <ac:spMkLst>
            <pc:docMk/>
            <pc:sldMk cId="2870330272" sldId="661"/>
            <ac:spMk id="2" creationId="{1A343DEC-CFF6-41F5-B87C-0DFC08C67B76}"/>
          </ac:spMkLst>
        </pc:spChg>
      </pc:sldChg>
      <pc:sldChg chg="modSp add mod ord">
        <pc:chgData name="翟 锐" userId="fef11181f709266a" providerId="LiveId" clId="{727D35D6-B4E6-4AF0-8F74-99EBC6E1954B}" dt="2020-09-24T13:37:24.072" v="3888"/>
        <pc:sldMkLst>
          <pc:docMk/>
          <pc:sldMk cId="3556646648" sldId="662"/>
        </pc:sldMkLst>
        <pc:spChg chg="mod">
          <ac:chgData name="翟 锐" userId="fef11181f709266a" providerId="LiveId" clId="{727D35D6-B4E6-4AF0-8F74-99EBC6E1954B}" dt="2020-09-24T09:46:00.293" v="2352" actId="6549"/>
          <ac:spMkLst>
            <pc:docMk/>
            <pc:sldMk cId="3556646648" sldId="662"/>
            <ac:spMk id="2" creationId="{1A343DEC-CFF6-41F5-B87C-0DFC08C67B76}"/>
          </ac:spMkLst>
        </pc:spChg>
        <pc:spChg chg="mod">
          <ac:chgData name="翟 锐" userId="fef11181f709266a" providerId="LiveId" clId="{727D35D6-B4E6-4AF0-8F74-99EBC6E1954B}" dt="2020-09-24T13:37:24.072" v="3888"/>
          <ac:spMkLst>
            <pc:docMk/>
            <pc:sldMk cId="3556646648" sldId="662"/>
            <ac:spMk id="35" creationId="{00000000-0000-0000-0000-000000000000}"/>
          </ac:spMkLst>
        </pc:spChg>
      </pc:sldChg>
      <pc:sldChg chg="modSp add mod ord">
        <pc:chgData name="翟 锐" userId="fef11181f709266a" providerId="LiveId" clId="{727D35D6-B4E6-4AF0-8F74-99EBC6E1954B}" dt="2020-09-24T13:38:15.346" v="3908"/>
        <pc:sldMkLst>
          <pc:docMk/>
          <pc:sldMk cId="2997070940" sldId="663"/>
        </pc:sldMkLst>
        <pc:spChg chg="mod">
          <ac:chgData name="翟 锐" userId="fef11181f709266a" providerId="LiveId" clId="{727D35D6-B4E6-4AF0-8F74-99EBC6E1954B}" dt="2020-09-24T12:45:56.249" v="3536" actId="6549"/>
          <ac:spMkLst>
            <pc:docMk/>
            <pc:sldMk cId="2997070940" sldId="663"/>
            <ac:spMk id="2" creationId="{1A343DEC-CFF6-41F5-B87C-0DFC08C67B76}"/>
          </ac:spMkLst>
        </pc:spChg>
        <pc:spChg chg="mod">
          <ac:chgData name="翟 锐" userId="fef11181f709266a" providerId="LiveId" clId="{727D35D6-B4E6-4AF0-8F74-99EBC6E1954B}" dt="2020-09-24T10:24:02.262" v="3534"/>
          <ac:spMkLst>
            <pc:docMk/>
            <pc:sldMk cId="2997070940" sldId="663"/>
            <ac:spMk id="35" creationId="{00000000-0000-0000-0000-000000000000}"/>
          </ac:spMkLst>
        </pc:spChg>
      </pc:sldChg>
      <pc:sldChg chg="modSp add mod">
        <pc:chgData name="翟 锐" userId="fef11181f709266a" providerId="LiveId" clId="{727D35D6-B4E6-4AF0-8F74-99EBC6E1954B}" dt="2020-09-24T13:46:46.772" v="3989" actId="6549"/>
        <pc:sldMkLst>
          <pc:docMk/>
          <pc:sldMk cId="1032184243" sldId="664"/>
        </pc:sldMkLst>
        <pc:spChg chg="mod">
          <ac:chgData name="翟 锐" userId="fef11181f709266a" providerId="LiveId" clId="{727D35D6-B4E6-4AF0-8F74-99EBC6E1954B}" dt="2020-09-24T13:46:46.772" v="3989" actId="6549"/>
          <ac:spMkLst>
            <pc:docMk/>
            <pc:sldMk cId="1032184243" sldId="664"/>
            <ac:spMk id="16" creationId="{00000000-0000-0000-0000-000000000000}"/>
          </ac:spMkLst>
        </pc:spChg>
        <pc:spChg chg="mod">
          <ac:chgData name="翟 锐" userId="fef11181f709266a" providerId="LiveId" clId="{727D35D6-B4E6-4AF0-8F74-99EBC6E1954B}" dt="2020-09-24T13:34:28.304" v="3823" actId="1076"/>
          <ac:spMkLst>
            <pc:docMk/>
            <pc:sldMk cId="1032184243" sldId="664"/>
            <ac:spMk id="17" creationId="{00000000-0000-0000-0000-000000000000}"/>
          </ac:spMkLst>
        </pc:spChg>
        <pc:spChg chg="mod">
          <ac:chgData name="翟 锐" userId="fef11181f709266a" providerId="LiveId" clId="{727D35D6-B4E6-4AF0-8F74-99EBC6E1954B}" dt="2020-09-24T13:35:14.494" v="3848"/>
          <ac:spMkLst>
            <pc:docMk/>
            <pc:sldMk cId="1032184243" sldId="664"/>
            <ac:spMk id="28" creationId="{00000000-0000-0000-0000-000000000000}"/>
          </ac:spMkLst>
        </pc:spChg>
      </pc:sldChg>
      <pc:sldChg chg="add del">
        <pc:chgData name="翟 锐" userId="fef11181f709266a" providerId="LiveId" clId="{727D35D6-B4E6-4AF0-8F74-99EBC6E1954B}" dt="2020-09-24T10:23:07.697" v="3521"/>
        <pc:sldMkLst>
          <pc:docMk/>
          <pc:sldMk cId="1971336409" sldId="664"/>
        </pc:sldMkLst>
      </pc:sldChg>
      <pc:sldChg chg="new del">
        <pc:chgData name="翟 锐" userId="fef11181f709266a" providerId="LiveId" clId="{727D35D6-B4E6-4AF0-8F74-99EBC6E1954B}" dt="2020-09-24T12:46:15.740" v="3538" actId="47"/>
        <pc:sldMkLst>
          <pc:docMk/>
          <pc:sldMk cId="3539007511" sldId="664"/>
        </pc:sldMkLst>
      </pc:sldChg>
    </pc:docChg>
  </pc:docChgLst>
  <pc:docChgLst>
    <pc:chgData name="翟 锐" userId="fef11181f709266a" providerId="LiveId" clId="{9186E0CD-109D-47DE-8883-49F901FD74B3}"/>
    <pc:docChg chg="undo redo custSel addSld delSld modSld sldOrd">
      <pc:chgData name="翟 锐" userId="fef11181f709266a" providerId="LiveId" clId="{9186E0CD-109D-47DE-8883-49F901FD74B3}" dt="2020-08-12T03:48:41.643" v="3108"/>
      <pc:docMkLst>
        <pc:docMk/>
      </pc:docMkLst>
      <pc:sldChg chg="addSp delSp modSp add mod addAnim delAnim modAnim">
        <pc:chgData name="翟 锐" userId="fef11181f709266a" providerId="LiveId" clId="{9186E0CD-109D-47DE-8883-49F901FD74B3}" dt="2020-08-11T07:42:40.751" v="623" actId="1076"/>
        <pc:sldMkLst>
          <pc:docMk/>
          <pc:sldMk cId="0" sldId="290"/>
        </pc:sldMkLst>
        <pc:spChg chg="add mod">
          <ac:chgData name="翟 锐" userId="fef11181f709266a" providerId="LiveId" clId="{9186E0CD-109D-47DE-8883-49F901FD74B3}" dt="2020-08-11T07:42:35.467" v="622" actId="113"/>
          <ac:spMkLst>
            <pc:docMk/>
            <pc:sldMk cId="0" sldId="290"/>
            <ac:spMk id="7" creationId="{3DB91AC8-EECE-4251-BCB3-636A753BE9E6}"/>
          </ac:spMkLst>
        </pc:spChg>
        <pc:spChg chg="mod">
          <ac:chgData name="翟 锐" userId="fef11181f709266a" providerId="LiveId" clId="{9186E0CD-109D-47DE-8883-49F901FD74B3}" dt="2020-08-11T07:35:24.905" v="217"/>
          <ac:spMkLst>
            <pc:docMk/>
            <pc:sldMk cId="0" sldId="290"/>
            <ac:spMk id="35" creationId="{00000000-0000-0000-0000-000000000000}"/>
          </ac:spMkLst>
        </pc:spChg>
        <pc:spChg chg="mod">
          <ac:chgData name="翟 锐" userId="fef11181f709266a" providerId="LiveId" clId="{9186E0CD-109D-47DE-8883-49F901FD74B3}" dt="2020-08-11T07:42:40.751" v="623" actId="1076"/>
          <ac:spMkLst>
            <pc:docMk/>
            <pc:sldMk cId="0" sldId="290"/>
            <ac:spMk id="6153" creationId="{00000000-0000-0000-0000-000000000000}"/>
          </ac:spMkLst>
        </pc:spChg>
        <pc:graphicFrameChg chg="add del">
          <ac:chgData name="翟 锐" userId="fef11181f709266a" providerId="LiveId" clId="{9186E0CD-109D-47DE-8883-49F901FD74B3}" dt="2020-08-11T07:42:01.537" v="611" actId="478"/>
          <ac:graphicFrameMkLst>
            <pc:docMk/>
            <pc:sldMk cId="0" sldId="290"/>
            <ac:graphicFrameMk id="3" creationId="{00000000-0000-0000-0000-000000000000}"/>
          </ac:graphicFrameMkLst>
        </pc:graphicFrameChg>
      </pc:sldChg>
      <pc:sldChg chg="del">
        <pc:chgData name="翟 锐" userId="fef11181f709266a" providerId="LiveId" clId="{9186E0CD-109D-47DE-8883-49F901FD74B3}" dt="2020-08-11T07:33:48.345" v="106" actId="47"/>
        <pc:sldMkLst>
          <pc:docMk/>
          <pc:sldMk cId="0" sldId="295"/>
        </pc:sldMkLst>
      </pc:sldChg>
      <pc:sldChg chg="modSp">
        <pc:chgData name="翟 锐" userId="fef11181f709266a" providerId="LiveId" clId="{9186E0CD-109D-47DE-8883-49F901FD74B3}" dt="2020-08-11T16:18:56.006" v="1175" actId="121"/>
        <pc:sldMkLst>
          <pc:docMk/>
          <pc:sldMk cId="0" sldId="301"/>
        </pc:sldMkLst>
        <pc:spChg chg="mod">
          <ac:chgData name="翟 锐" userId="fef11181f709266a" providerId="LiveId" clId="{9186E0CD-109D-47DE-8883-49F901FD74B3}" dt="2020-08-11T16:18:56.006" v="1175" actId="121"/>
          <ac:spMkLst>
            <pc:docMk/>
            <pc:sldMk cId="0" sldId="301"/>
            <ac:spMk id="14" creationId="{00000000-0000-0000-0000-000000000000}"/>
          </ac:spMkLst>
        </pc:spChg>
      </pc:sldChg>
      <pc:sldChg chg="del ord">
        <pc:chgData name="翟 锐" userId="fef11181f709266a" providerId="LiveId" clId="{9186E0CD-109D-47DE-8883-49F901FD74B3}" dt="2020-08-11T07:37:42.924" v="536" actId="47"/>
        <pc:sldMkLst>
          <pc:docMk/>
          <pc:sldMk cId="3866902672" sldId="437"/>
        </pc:sldMkLst>
      </pc:sldChg>
      <pc:sldChg chg="add del">
        <pc:chgData name="翟 锐" userId="fef11181f709266a" providerId="LiveId" clId="{9186E0CD-109D-47DE-8883-49F901FD74B3}" dt="2020-08-11T07:40:38.052" v="595" actId="47"/>
        <pc:sldMkLst>
          <pc:docMk/>
          <pc:sldMk cId="1600677709" sldId="439"/>
        </pc:sldMkLst>
      </pc:sldChg>
      <pc:sldChg chg="addSp delSp modSp del mod modAnim">
        <pc:chgData name="翟 锐" userId="fef11181f709266a" providerId="LiveId" clId="{9186E0CD-109D-47DE-8883-49F901FD74B3}" dt="2020-08-11T07:40:26.394" v="592" actId="47"/>
        <pc:sldMkLst>
          <pc:docMk/>
          <pc:sldMk cId="57447324" sldId="440"/>
        </pc:sldMkLst>
        <pc:spChg chg="add del">
          <ac:chgData name="翟 锐" userId="fef11181f709266a" providerId="LiveId" clId="{9186E0CD-109D-47DE-8883-49F901FD74B3}" dt="2020-08-11T07:40:00.868" v="587" actId="478"/>
          <ac:spMkLst>
            <pc:docMk/>
            <pc:sldMk cId="57447324" sldId="440"/>
            <ac:spMk id="2" creationId="{00000000-0000-0000-0000-000000000000}"/>
          </ac:spMkLst>
        </pc:spChg>
        <pc:spChg chg="add del mod">
          <ac:chgData name="翟 锐" userId="fef11181f709266a" providerId="LiveId" clId="{9186E0CD-109D-47DE-8883-49F901FD74B3}" dt="2020-08-11T07:40:01.386" v="588" actId="478"/>
          <ac:spMkLst>
            <pc:docMk/>
            <pc:sldMk cId="57447324" sldId="440"/>
            <ac:spMk id="3" creationId="{00000000-0000-0000-0000-000000000000}"/>
          </ac:spMkLst>
        </pc:spChg>
        <pc:spChg chg="mod">
          <ac:chgData name="翟 锐" userId="fef11181f709266a" providerId="LiveId" clId="{9186E0CD-109D-47DE-8883-49F901FD74B3}" dt="2020-08-11T07:40:00.419" v="586" actId="164"/>
          <ac:spMkLst>
            <pc:docMk/>
            <pc:sldMk cId="57447324" sldId="440"/>
            <ac:spMk id="6" creationId="{00000000-0000-0000-0000-000000000000}"/>
          </ac:spMkLst>
        </pc:spChg>
        <pc:spChg chg="mod">
          <ac:chgData name="翟 锐" userId="fef11181f709266a" providerId="LiveId" clId="{9186E0CD-109D-47DE-8883-49F901FD74B3}" dt="2020-08-11T07:40:00.419" v="586" actId="164"/>
          <ac:spMkLst>
            <pc:docMk/>
            <pc:sldMk cId="57447324" sldId="440"/>
            <ac:spMk id="9" creationId="{00000000-0000-0000-0000-000000000000}"/>
          </ac:spMkLst>
        </pc:spChg>
        <pc:spChg chg="mod">
          <ac:chgData name="翟 锐" userId="fef11181f709266a" providerId="LiveId" clId="{9186E0CD-109D-47DE-8883-49F901FD74B3}" dt="2020-08-11T07:40:00.419" v="586" actId="164"/>
          <ac:spMkLst>
            <pc:docMk/>
            <pc:sldMk cId="57447324" sldId="440"/>
            <ac:spMk id="12" creationId="{00000000-0000-0000-0000-000000000000}"/>
          </ac:spMkLst>
        </pc:spChg>
        <pc:spChg chg="mod">
          <ac:chgData name="翟 锐" userId="fef11181f709266a" providerId="LiveId" clId="{9186E0CD-109D-47DE-8883-49F901FD74B3}" dt="2020-08-11T07:40:00.419" v="586" actId="164"/>
          <ac:spMkLst>
            <pc:docMk/>
            <pc:sldMk cId="57447324" sldId="440"/>
            <ac:spMk id="23" creationId="{00000000-0000-0000-0000-000000000000}"/>
          </ac:spMkLst>
        </pc:spChg>
        <pc:grpChg chg="add del mod">
          <ac:chgData name="翟 锐" userId="fef11181f709266a" providerId="LiveId" clId="{9186E0CD-109D-47DE-8883-49F901FD74B3}" dt="2020-08-11T07:39:19.110" v="564" actId="164"/>
          <ac:grpSpMkLst>
            <pc:docMk/>
            <pc:sldMk cId="57447324" sldId="440"/>
            <ac:grpSpMk id="4" creationId="{300052F8-726D-48F3-970F-01C9BF14162B}"/>
          </ac:grpSpMkLst>
        </pc:grpChg>
        <pc:grpChg chg="add mod">
          <ac:chgData name="翟 锐" userId="fef11181f709266a" providerId="LiveId" clId="{9186E0CD-109D-47DE-8883-49F901FD74B3}" dt="2020-08-11T07:40:00.419" v="586" actId="164"/>
          <ac:grpSpMkLst>
            <pc:docMk/>
            <pc:sldMk cId="57447324" sldId="440"/>
            <ac:grpSpMk id="5" creationId="{D41FE99B-C493-4B3F-97D4-7BC8A548AEFB}"/>
          </ac:grpSpMkLst>
        </pc:grpChg>
        <pc:cxnChg chg="mod">
          <ac:chgData name="翟 锐" userId="fef11181f709266a" providerId="LiveId" clId="{9186E0CD-109D-47DE-8883-49F901FD74B3}" dt="2020-08-11T07:40:00.419" v="586" actId="164"/>
          <ac:cxnSpMkLst>
            <pc:docMk/>
            <pc:sldMk cId="57447324" sldId="440"/>
            <ac:cxnSpMk id="11" creationId="{00000000-0000-0000-0000-000000000000}"/>
          </ac:cxnSpMkLst>
        </pc:cxnChg>
        <pc:cxnChg chg="mod">
          <ac:chgData name="翟 锐" userId="fef11181f709266a" providerId="LiveId" clId="{9186E0CD-109D-47DE-8883-49F901FD74B3}" dt="2020-08-11T07:40:00.419" v="586" actId="164"/>
          <ac:cxnSpMkLst>
            <pc:docMk/>
            <pc:sldMk cId="57447324" sldId="440"/>
            <ac:cxnSpMk id="27" creationId="{00000000-0000-0000-0000-000000000000}"/>
          </ac:cxnSpMkLst>
        </pc:cxnChg>
        <pc:cxnChg chg="mod">
          <ac:chgData name="翟 锐" userId="fef11181f709266a" providerId="LiveId" clId="{9186E0CD-109D-47DE-8883-49F901FD74B3}" dt="2020-08-11T07:40:00.419" v="586" actId="164"/>
          <ac:cxnSpMkLst>
            <pc:docMk/>
            <pc:sldMk cId="57447324" sldId="440"/>
            <ac:cxnSpMk id="34" creationId="{00000000-0000-0000-0000-000000000000}"/>
          </ac:cxnSpMkLst>
        </pc:cxnChg>
        <pc:cxnChg chg="mod">
          <ac:chgData name="翟 锐" userId="fef11181f709266a" providerId="LiveId" clId="{9186E0CD-109D-47DE-8883-49F901FD74B3}" dt="2020-08-11T07:40:00.419" v="586" actId="164"/>
          <ac:cxnSpMkLst>
            <pc:docMk/>
            <pc:sldMk cId="57447324" sldId="440"/>
            <ac:cxnSpMk id="36" creationId="{00000000-0000-0000-0000-000000000000}"/>
          </ac:cxnSpMkLst>
        </pc:cxnChg>
      </pc:sldChg>
      <pc:sldChg chg="delSp del mod">
        <pc:chgData name="翟 锐" userId="fef11181f709266a" providerId="LiveId" clId="{9186E0CD-109D-47DE-8883-49F901FD74B3}" dt="2020-08-11T15:49:30.113" v="683" actId="47"/>
        <pc:sldMkLst>
          <pc:docMk/>
          <pc:sldMk cId="3489604609" sldId="442"/>
        </pc:sldMkLst>
        <pc:spChg chg="del">
          <ac:chgData name="翟 锐" userId="fef11181f709266a" providerId="LiveId" clId="{9186E0CD-109D-47DE-8883-49F901FD74B3}" dt="2020-08-11T15:49:13.566" v="679" actId="478"/>
          <ac:spMkLst>
            <pc:docMk/>
            <pc:sldMk cId="3489604609" sldId="442"/>
            <ac:spMk id="2" creationId="{00000000-0000-0000-0000-000000000000}"/>
          </ac:spMkLst>
        </pc:spChg>
      </pc:sldChg>
      <pc:sldChg chg="delSp del mod delAnim">
        <pc:chgData name="翟 锐" userId="fef11181f709266a" providerId="LiveId" clId="{9186E0CD-109D-47DE-8883-49F901FD74B3}" dt="2020-08-11T15:49:56.390" v="693" actId="47"/>
        <pc:sldMkLst>
          <pc:docMk/>
          <pc:sldMk cId="1981903711" sldId="443"/>
        </pc:sldMkLst>
        <pc:spChg chg="del">
          <ac:chgData name="翟 锐" userId="fef11181f709266a" providerId="LiveId" clId="{9186E0CD-109D-47DE-8883-49F901FD74B3}" dt="2020-08-11T15:49:47.496" v="689" actId="478"/>
          <ac:spMkLst>
            <pc:docMk/>
            <pc:sldMk cId="1981903711" sldId="443"/>
            <ac:spMk id="2" creationId="{00000000-0000-0000-0000-000000000000}"/>
          </ac:spMkLst>
        </pc:spChg>
        <pc:spChg chg="del">
          <ac:chgData name="翟 锐" userId="fef11181f709266a" providerId="LiveId" clId="{9186E0CD-109D-47DE-8883-49F901FD74B3}" dt="2020-08-11T15:49:49.348" v="690" actId="21"/>
          <ac:spMkLst>
            <pc:docMk/>
            <pc:sldMk cId="1981903711" sldId="443"/>
            <ac:spMk id="3" creationId="{00000000-0000-0000-0000-000000000000}"/>
          </ac:spMkLst>
        </pc:spChg>
        <pc:spChg chg="del">
          <ac:chgData name="翟 锐" userId="fef11181f709266a" providerId="LiveId" clId="{9186E0CD-109D-47DE-8883-49F901FD74B3}" dt="2020-08-11T15:49:49.348" v="690" actId="21"/>
          <ac:spMkLst>
            <pc:docMk/>
            <pc:sldMk cId="1981903711" sldId="443"/>
            <ac:spMk id="7" creationId="{00000000-0000-0000-0000-000000000000}"/>
          </ac:spMkLst>
        </pc:spChg>
        <pc:spChg chg="del">
          <ac:chgData name="翟 锐" userId="fef11181f709266a" providerId="LiveId" clId="{9186E0CD-109D-47DE-8883-49F901FD74B3}" dt="2020-08-11T15:49:49.348" v="690" actId="21"/>
          <ac:spMkLst>
            <pc:docMk/>
            <pc:sldMk cId="1981903711" sldId="443"/>
            <ac:spMk id="10" creationId="{00000000-0000-0000-0000-000000000000}"/>
          </ac:spMkLst>
        </pc:spChg>
        <pc:spChg chg="del">
          <ac:chgData name="翟 锐" userId="fef11181f709266a" providerId="LiveId" clId="{9186E0CD-109D-47DE-8883-49F901FD74B3}" dt="2020-08-11T15:49:49.348" v="690" actId="21"/>
          <ac:spMkLst>
            <pc:docMk/>
            <pc:sldMk cId="1981903711" sldId="443"/>
            <ac:spMk id="11" creationId="{00000000-0000-0000-0000-000000000000}"/>
          </ac:spMkLst>
        </pc:spChg>
        <pc:spChg chg="del">
          <ac:chgData name="翟 锐" userId="fef11181f709266a" providerId="LiveId" clId="{9186E0CD-109D-47DE-8883-49F901FD74B3}" dt="2020-08-11T15:49:49.348" v="690" actId="21"/>
          <ac:spMkLst>
            <pc:docMk/>
            <pc:sldMk cId="1981903711" sldId="443"/>
            <ac:spMk id="18" creationId="{00000000-0000-0000-0000-000000000000}"/>
          </ac:spMkLst>
        </pc:spChg>
        <pc:spChg chg="del">
          <ac:chgData name="翟 锐" userId="fef11181f709266a" providerId="LiveId" clId="{9186E0CD-109D-47DE-8883-49F901FD74B3}" dt="2020-08-11T15:49:49.348" v="690" actId="21"/>
          <ac:spMkLst>
            <pc:docMk/>
            <pc:sldMk cId="1981903711" sldId="443"/>
            <ac:spMk id="39" creationId="{00000000-0000-0000-0000-000000000000}"/>
          </ac:spMkLst>
        </pc:spChg>
        <pc:spChg chg="del">
          <ac:chgData name="翟 锐" userId="fef11181f709266a" providerId="LiveId" clId="{9186E0CD-109D-47DE-8883-49F901FD74B3}" dt="2020-08-11T15:49:49.348" v="690" actId="21"/>
          <ac:spMkLst>
            <pc:docMk/>
            <pc:sldMk cId="1981903711" sldId="443"/>
            <ac:spMk id="40" creationId="{00000000-0000-0000-0000-000000000000}"/>
          </ac:spMkLst>
        </pc:spChg>
        <pc:cxnChg chg="del">
          <ac:chgData name="翟 锐" userId="fef11181f709266a" providerId="LiveId" clId="{9186E0CD-109D-47DE-8883-49F901FD74B3}" dt="2020-08-11T15:49:49.348" v="690" actId="21"/>
          <ac:cxnSpMkLst>
            <pc:docMk/>
            <pc:sldMk cId="1981903711" sldId="443"/>
            <ac:cxnSpMk id="8" creationId="{00000000-0000-0000-0000-000000000000}"/>
          </ac:cxnSpMkLst>
        </pc:cxnChg>
        <pc:cxnChg chg="del">
          <ac:chgData name="翟 锐" userId="fef11181f709266a" providerId="LiveId" clId="{9186E0CD-109D-47DE-8883-49F901FD74B3}" dt="2020-08-11T15:49:49.348" v="690" actId="21"/>
          <ac:cxnSpMkLst>
            <pc:docMk/>
            <pc:sldMk cId="1981903711" sldId="443"/>
            <ac:cxnSpMk id="15" creationId="{00000000-0000-0000-0000-000000000000}"/>
          </ac:cxnSpMkLst>
        </pc:cxnChg>
      </pc:sldChg>
      <pc:sldChg chg="del">
        <pc:chgData name="翟 锐" userId="fef11181f709266a" providerId="LiveId" clId="{9186E0CD-109D-47DE-8883-49F901FD74B3}" dt="2020-08-11T15:51:04.680" v="714" actId="47"/>
        <pc:sldMkLst>
          <pc:docMk/>
          <pc:sldMk cId="2642754931" sldId="444"/>
        </pc:sldMkLst>
      </pc:sldChg>
      <pc:sldChg chg="delSp del mod delAnim">
        <pc:chgData name="翟 锐" userId="fef11181f709266a" providerId="LiveId" clId="{9186E0CD-109D-47DE-8883-49F901FD74B3}" dt="2020-08-11T15:51:00.471" v="713" actId="47"/>
        <pc:sldMkLst>
          <pc:docMk/>
          <pc:sldMk cId="1163326110" sldId="445"/>
        </pc:sldMkLst>
        <pc:spChg chg="del">
          <ac:chgData name="翟 锐" userId="fef11181f709266a" providerId="LiveId" clId="{9186E0CD-109D-47DE-8883-49F901FD74B3}" dt="2020-08-11T15:50:50.948" v="709" actId="478"/>
          <ac:spMkLst>
            <pc:docMk/>
            <pc:sldMk cId="1163326110" sldId="445"/>
            <ac:spMk id="2" creationId="{00000000-0000-0000-0000-000000000000}"/>
          </ac:spMkLst>
        </pc:spChg>
        <pc:spChg chg="del">
          <ac:chgData name="翟 锐" userId="fef11181f709266a" providerId="LiveId" clId="{9186E0CD-109D-47DE-8883-49F901FD74B3}" dt="2020-08-11T15:50:52.930" v="710" actId="21"/>
          <ac:spMkLst>
            <pc:docMk/>
            <pc:sldMk cId="1163326110" sldId="445"/>
            <ac:spMk id="4" creationId="{4BCB4C9D-B4DF-4A6D-9A40-5334545A8735}"/>
          </ac:spMkLst>
        </pc:spChg>
        <pc:spChg chg="del">
          <ac:chgData name="翟 锐" userId="fef11181f709266a" providerId="LiveId" clId="{9186E0CD-109D-47DE-8883-49F901FD74B3}" dt="2020-08-11T15:50:52.930" v="710" actId="21"/>
          <ac:spMkLst>
            <pc:docMk/>
            <pc:sldMk cId="1163326110" sldId="445"/>
            <ac:spMk id="7" creationId="{0E001466-A501-4973-B0FD-8610D4A03F54}"/>
          </ac:spMkLst>
        </pc:spChg>
        <pc:spChg chg="del">
          <ac:chgData name="翟 锐" userId="fef11181f709266a" providerId="LiveId" clId="{9186E0CD-109D-47DE-8883-49F901FD74B3}" dt="2020-08-11T15:50:52.930" v="710" actId="21"/>
          <ac:spMkLst>
            <pc:docMk/>
            <pc:sldMk cId="1163326110" sldId="445"/>
            <ac:spMk id="14" creationId="{00000000-0000-0000-0000-000000000000}"/>
          </ac:spMkLst>
        </pc:spChg>
      </pc:sldChg>
      <pc:sldChg chg="delSp del mod delAnim">
        <pc:chgData name="翟 锐" userId="fef11181f709266a" providerId="LiveId" clId="{9186E0CD-109D-47DE-8883-49F901FD74B3}" dt="2020-08-11T15:51:38.631" v="729" actId="47"/>
        <pc:sldMkLst>
          <pc:docMk/>
          <pc:sldMk cId="426447162" sldId="446"/>
        </pc:sldMkLst>
        <pc:spChg chg="del">
          <ac:chgData name="翟 锐" userId="fef11181f709266a" providerId="LiveId" clId="{9186E0CD-109D-47DE-8883-49F901FD74B3}" dt="2020-08-11T15:51:29.783" v="725" actId="478"/>
          <ac:spMkLst>
            <pc:docMk/>
            <pc:sldMk cId="426447162" sldId="446"/>
            <ac:spMk id="2" creationId="{00000000-0000-0000-0000-000000000000}"/>
          </ac:spMkLst>
        </pc:spChg>
        <pc:spChg chg="del">
          <ac:chgData name="翟 锐" userId="fef11181f709266a" providerId="LiveId" clId="{9186E0CD-109D-47DE-8883-49F901FD74B3}" dt="2020-08-11T15:51:31.653" v="726" actId="21"/>
          <ac:spMkLst>
            <pc:docMk/>
            <pc:sldMk cId="426447162" sldId="446"/>
            <ac:spMk id="3" creationId="{00000000-0000-0000-0000-000000000000}"/>
          </ac:spMkLst>
        </pc:spChg>
        <pc:spChg chg="del">
          <ac:chgData name="翟 锐" userId="fef11181f709266a" providerId="LiveId" clId="{9186E0CD-109D-47DE-8883-49F901FD74B3}" dt="2020-08-11T15:51:31.653" v="726" actId="21"/>
          <ac:spMkLst>
            <pc:docMk/>
            <pc:sldMk cId="426447162" sldId="446"/>
            <ac:spMk id="6" creationId="{00000000-0000-0000-0000-000000000000}"/>
          </ac:spMkLst>
        </pc:spChg>
        <pc:spChg chg="del">
          <ac:chgData name="翟 锐" userId="fef11181f709266a" providerId="LiveId" clId="{9186E0CD-109D-47DE-8883-49F901FD74B3}" dt="2020-08-11T15:51:31.653" v="726" actId="21"/>
          <ac:spMkLst>
            <pc:docMk/>
            <pc:sldMk cId="426447162" sldId="446"/>
            <ac:spMk id="7" creationId="{00000000-0000-0000-0000-000000000000}"/>
          </ac:spMkLst>
        </pc:spChg>
        <pc:spChg chg="del">
          <ac:chgData name="翟 锐" userId="fef11181f709266a" providerId="LiveId" clId="{9186E0CD-109D-47DE-8883-49F901FD74B3}" dt="2020-08-11T15:51:31.653" v="726" actId="21"/>
          <ac:spMkLst>
            <pc:docMk/>
            <pc:sldMk cId="426447162" sldId="446"/>
            <ac:spMk id="14" creationId="{00000000-0000-0000-0000-000000000000}"/>
          </ac:spMkLst>
        </pc:spChg>
      </pc:sldChg>
      <pc:sldChg chg="delSp del mod">
        <pc:chgData name="翟 锐" userId="fef11181f709266a" providerId="LiveId" clId="{9186E0CD-109D-47DE-8883-49F901FD74B3}" dt="2020-08-11T16:21:28.592" v="1231" actId="47"/>
        <pc:sldMkLst>
          <pc:docMk/>
          <pc:sldMk cId="3935069937" sldId="449"/>
        </pc:sldMkLst>
        <pc:spChg chg="del">
          <ac:chgData name="翟 锐" userId="fef11181f709266a" providerId="LiveId" clId="{9186E0CD-109D-47DE-8883-49F901FD74B3}" dt="2020-08-11T16:21:11.031" v="1212" actId="478"/>
          <ac:spMkLst>
            <pc:docMk/>
            <pc:sldMk cId="3935069937" sldId="449"/>
            <ac:spMk id="2" creationId="{00000000-0000-0000-0000-000000000000}"/>
          </ac:spMkLst>
        </pc:spChg>
        <pc:spChg chg="del">
          <ac:chgData name="翟 锐" userId="fef11181f709266a" providerId="LiveId" clId="{9186E0CD-109D-47DE-8883-49F901FD74B3}" dt="2020-08-11T16:21:12.947" v="1213" actId="21"/>
          <ac:spMkLst>
            <pc:docMk/>
            <pc:sldMk cId="3935069937" sldId="449"/>
            <ac:spMk id="3" creationId="{00000000-0000-0000-0000-000000000000}"/>
          </ac:spMkLst>
        </pc:spChg>
        <pc:spChg chg="del">
          <ac:chgData name="翟 锐" userId="fef11181f709266a" providerId="LiveId" clId="{9186E0CD-109D-47DE-8883-49F901FD74B3}" dt="2020-08-11T16:21:12.947" v="1213" actId="21"/>
          <ac:spMkLst>
            <pc:docMk/>
            <pc:sldMk cId="3935069937" sldId="449"/>
            <ac:spMk id="6" creationId="{00000000-0000-0000-0000-000000000000}"/>
          </ac:spMkLst>
        </pc:spChg>
        <pc:spChg chg="del">
          <ac:chgData name="翟 锐" userId="fef11181f709266a" providerId="LiveId" clId="{9186E0CD-109D-47DE-8883-49F901FD74B3}" dt="2020-08-11T16:21:12.947" v="1213" actId="21"/>
          <ac:spMkLst>
            <pc:docMk/>
            <pc:sldMk cId="3935069937" sldId="449"/>
            <ac:spMk id="7" creationId="{00000000-0000-0000-0000-000000000000}"/>
          </ac:spMkLst>
        </pc:spChg>
      </pc:sldChg>
      <pc:sldChg chg="delSp modSp del mod">
        <pc:chgData name="翟 锐" userId="fef11181f709266a" providerId="LiveId" clId="{9186E0CD-109D-47DE-8883-49F901FD74B3}" dt="2020-08-11T16:12:48.840" v="1061" actId="47"/>
        <pc:sldMkLst>
          <pc:docMk/>
          <pc:sldMk cId="3704659470" sldId="450"/>
        </pc:sldMkLst>
        <pc:spChg chg="del">
          <ac:chgData name="翟 锐" userId="fef11181f709266a" providerId="LiveId" clId="{9186E0CD-109D-47DE-8883-49F901FD74B3}" dt="2020-08-11T16:12:38.750" v="1057" actId="21"/>
          <ac:spMkLst>
            <pc:docMk/>
            <pc:sldMk cId="3704659470" sldId="450"/>
            <ac:spMk id="3" creationId="{00000000-0000-0000-0000-000000000000}"/>
          </ac:spMkLst>
        </pc:spChg>
        <pc:spChg chg="del">
          <ac:chgData name="翟 锐" userId="fef11181f709266a" providerId="LiveId" clId="{9186E0CD-109D-47DE-8883-49F901FD74B3}" dt="2020-08-11T16:12:38.750" v="1057" actId="21"/>
          <ac:spMkLst>
            <pc:docMk/>
            <pc:sldMk cId="3704659470" sldId="450"/>
            <ac:spMk id="6" creationId="{00000000-0000-0000-0000-000000000000}"/>
          </ac:spMkLst>
        </pc:spChg>
        <pc:spChg chg="mod">
          <ac:chgData name="翟 锐" userId="fef11181f709266a" providerId="LiveId" clId="{9186E0CD-109D-47DE-8883-49F901FD74B3}" dt="2020-08-11T16:12:25.834" v="1053" actId="21"/>
          <ac:spMkLst>
            <pc:docMk/>
            <pc:sldMk cId="3704659470" sldId="450"/>
            <ac:spMk id="7" creationId="{00000000-0000-0000-0000-000000000000}"/>
          </ac:spMkLst>
        </pc:spChg>
        <pc:spChg chg="del">
          <ac:chgData name="翟 锐" userId="fef11181f709266a" providerId="LiveId" clId="{9186E0CD-109D-47DE-8883-49F901FD74B3}" dt="2020-08-11T16:12:38.750" v="1057" actId="21"/>
          <ac:spMkLst>
            <pc:docMk/>
            <pc:sldMk cId="3704659470" sldId="450"/>
            <ac:spMk id="8" creationId="{00000000-0000-0000-0000-000000000000}"/>
          </ac:spMkLst>
        </pc:spChg>
      </pc:sldChg>
      <pc:sldChg chg="delSp modSp del mod">
        <pc:chgData name="翟 锐" userId="fef11181f709266a" providerId="LiveId" clId="{9186E0CD-109D-47DE-8883-49F901FD74B3}" dt="2020-08-11T16:13:27.747" v="1073" actId="47"/>
        <pc:sldMkLst>
          <pc:docMk/>
          <pc:sldMk cId="2992108541" sldId="451"/>
        </pc:sldMkLst>
        <pc:spChg chg="del">
          <ac:chgData name="翟 锐" userId="fef11181f709266a" providerId="LiveId" clId="{9186E0CD-109D-47DE-8883-49F901FD74B3}" dt="2020-08-11T16:13:08.778" v="1070" actId="21"/>
          <ac:spMkLst>
            <pc:docMk/>
            <pc:sldMk cId="2992108541" sldId="451"/>
            <ac:spMk id="2" creationId="{00000000-0000-0000-0000-000000000000}"/>
          </ac:spMkLst>
        </pc:spChg>
        <pc:spChg chg="del">
          <ac:chgData name="翟 锐" userId="fef11181f709266a" providerId="LiveId" clId="{9186E0CD-109D-47DE-8883-49F901FD74B3}" dt="2020-08-11T16:13:08.778" v="1070" actId="21"/>
          <ac:spMkLst>
            <pc:docMk/>
            <pc:sldMk cId="2992108541" sldId="451"/>
            <ac:spMk id="3" creationId="{00000000-0000-0000-0000-000000000000}"/>
          </ac:spMkLst>
        </pc:spChg>
        <pc:spChg chg="del">
          <ac:chgData name="翟 锐" userId="fef11181f709266a" providerId="LiveId" clId="{9186E0CD-109D-47DE-8883-49F901FD74B3}" dt="2020-08-11T16:13:08.778" v="1070" actId="21"/>
          <ac:spMkLst>
            <pc:docMk/>
            <pc:sldMk cId="2992108541" sldId="451"/>
            <ac:spMk id="6" creationId="{00000000-0000-0000-0000-000000000000}"/>
          </ac:spMkLst>
        </pc:spChg>
        <pc:spChg chg="mod">
          <ac:chgData name="翟 锐" userId="fef11181f709266a" providerId="LiveId" clId="{9186E0CD-109D-47DE-8883-49F901FD74B3}" dt="2020-08-11T16:12:56.728" v="1063" actId="21"/>
          <ac:spMkLst>
            <pc:docMk/>
            <pc:sldMk cId="2992108541" sldId="451"/>
            <ac:spMk id="7" creationId="{00000000-0000-0000-0000-000000000000}"/>
          </ac:spMkLst>
        </pc:spChg>
        <pc:spChg chg="del">
          <ac:chgData name="翟 锐" userId="fef11181f709266a" providerId="LiveId" clId="{9186E0CD-109D-47DE-8883-49F901FD74B3}" dt="2020-08-11T16:13:08.778" v="1070" actId="21"/>
          <ac:spMkLst>
            <pc:docMk/>
            <pc:sldMk cId="2992108541" sldId="451"/>
            <ac:spMk id="8" creationId="{00000000-0000-0000-0000-000000000000}"/>
          </ac:spMkLst>
        </pc:spChg>
        <pc:spChg chg="del">
          <ac:chgData name="翟 锐" userId="fef11181f709266a" providerId="LiveId" clId="{9186E0CD-109D-47DE-8883-49F901FD74B3}" dt="2020-08-11T16:13:08.778" v="1070" actId="21"/>
          <ac:spMkLst>
            <pc:docMk/>
            <pc:sldMk cId="2992108541" sldId="451"/>
            <ac:spMk id="9" creationId="{00000000-0000-0000-0000-000000000000}"/>
          </ac:spMkLst>
        </pc:spChg>
        <pc:spChg chg="del">
          <ac:chgData name="翟 锐" userId="fef11181f709266a" providerId="LiveId" clId="{9186E0CD-109D-47DE-8883-49F901FD74B3}" dt="2020-08-11T16:13:08.778" v="1070" actId="21"/>
          <ac:spMkLst>
            <pc:docMk/>
            <pc:sldMk cId="2992108541" sldId="451"/>
            <ac:spMk id="10" creationId="{00000000-0000-0000-0000-000000000000}"/>
          </ac:spMkLst>
        </pc:spChg>
        <pc:cxnChg chg="del mod">
          <ac:chgData name="翟 锐" userId="fef11181f709266a" providerId="LiveId" clId="{9186E0CD-109D-47DE-8883-49F901FD74B3}" dt="2020-08-11T16:13:08.778" v="1070" actId="21"/>
          <ac:cxnSpMkLst>
            <pc:docMk/>
            <pc:sldMk cId="2992108541" sldId="451"/>
            <ac:cxnSpMk id="12" creationId="{00000000-0000-0000-0000-000000000000}"/>
          </ac:cxnSpMkLst>
        </pc:cxnChg>
        <pc:cxnChg chg="del mod">
          <ac:chgData name="翟 锐" userId="fef11181f709266a" providerId="LiveId" clId="{9186E0CD-109D-47DE-8883-49F901FD74B3}" dt="2020-08-11T16:13:08.778" v="1070" actId="21"/>
          <ac:cxnSpMkLst>
            <pc:docMk/>
            <pc:sldMk cId="2992108541" sldId="451"/>
            <ac:cxnSpMk id="13" creationId="{00000000-0000-0000-0000-000000000000}"/>
          </ac:cxnSpMkLst>
        </pc:cxnChg>
      </pc:sldChg>
      <pc:sldChg chg="add del">
        <pc:chgData name="翟 锐" userId="fef11181f709266a" providerId="LiveId" clId="{9186E0CD-109D-47DE-8883-49F901FD74B3}" dt="2020-08-12T03:38:04.210" v="2734" actId="2696"/>
        <pc:sldMkLst>
          <pc:docMk/>
          <pc:sldMk cId="1023191131" sldId="452"/>
        </pc:sldMkLst>
      </pc:sldChg>
      <pc:sldChg chg="delSp add del mod delAnim">
        <pc:chgData name="翟 锐" userId="fef11181f709266a" providerId="LiveId" clId="{9186E0CD-109D-47DE-8883-49F901FD74B3}" dt="2020-08-12T03:39:06.457" v="2749" actId="47"/>
        <pc:sldMkLst>
          <pc:docMk/>
          <pc:sldMk cId="1278328428" sldId="452"/>
        </pc:sldMkLst>
        <pc:spChg chg="del">
          <ac:chgData name="翟 锐" userId="fef11181f709266a" providerId="LiveId" clId="{9186E0CD-109D-47DE-8883-49F901FD74B3}" dt="2020-08-12T03:38:40.729" v="2741" actId="478"/>
          <ac:spMkLst>
            <pc:docMk/>
            <pc:sldMk cId="1278328428" sldId="452"/>
            <ac:spMk id="2" creationId="{00000000-0000-0000-0000-000000000000}"/>
          </ac:spMkLst>
        </pc:spChg>
        <pc:spChg chg="del">
          <ac:chgData name="翟 锐" userId="fef11181f709266a" providerId="LiveId" clId="{9186E0CD-109D-47DE-8883-49F901FD74B3}" dt="2020-08-12T03:38:46.094" v="2743" actId="21"/>
          <ac:spMkLst>
            <pc:docMk/>
            <pc:sldMk cId="1278328428" sldId="452"/>
            <ac:spMk id="3" creationId="{00000000-0000-0000-0000-000000000000}"/>
          </ac:spMkLst>
        </pc:spChg>
        <pc:spChg chg="del">
          <ac:chgData name="翟 锐" userId="fef11181f709266a" providerId="LiveId" clId="{9186E0CD-109D-47DE-8883-49F901FD74B3}" dt="2020-08-12T03:38:46.094" v="2743" actId="21"/>
          <ac:spMkLst>
            <pc:docMk/>
            <pc:sldMk cId="1278328428" sldId="452"/>
            <ac:spMk id="6" creationId="{00000000-0000-0000-0000-000000000000}"/>
          </ac:spMkLst>
        </pc:spChg>
        <pc:spChg chg="del">
          <ac:chgData name="翟 锐" userId="fef11181f709266a" providerId="LiveId" clId="{9186E0CD-109D-47DE-8883-49F901FD74B3}" dt="2020-08-12T03:38:46.094" v="2743" actId="21"/>
          <ac:spMkLst>
            <pc:docMk/>
            <pc:sldMk cId="1278328428" sldId="452"/>
            <ac:spMk id="9" creationId="{00000000-0000-0000-0000-000000000000}"/>
          </ac:spMkLst>
        </pc:spChg>
        <pc:spChg chg="del">
          <ac:chgData name="翟 锐" userId="fef11181f709266a" providerId="LiveId" clId="{9186E0CD-109D-47DE-8883-49F901FD74B3}" dt="2020-08-12T03:38:46.094" v="2743" actId="21"/>
          <ac:spMkLst>
            <pc:docMk/>
            <pc:sldMk cId="1278328428" sldId="452"/>
            <ac:spMk id="10" creationId="{00000000-0000-0000-0000-000000000000}"/>
          </ac:spMkLst>
        </pc:spChg>
        <pc:spChg chg="del">
          <ac:chgData name="翟 锐" userId="fef11181f709266a" providerId="LiveId" clId="{9186E0CD-109D-47DE-8883-49F901FD74B3}" dt="2020-08-12T03:38:46.094" v="2743" actId="21"/>
          <ac:spMkLst>
            <pc:docMk/>
            <pc:sldMk cId="1278328428" sldId="452"/>
            <ac:spMk id="11" creationId="{00000000-0000-0000-0000-000000000000}"/>
          </ac:spMkLst>
        </pc:spChg>
        <pc:spChg chg="del">
          <ac:chgData name="翟 锐" userId="fef11181f709266a" providerId="LiveId" clId="{9186E0CD-109D-47DE-8883-49F901FD74B3}" dt="2020-08-12T03:38:46.094" v="2743" actId="21"/>
          <ac:spMkLst>
            <pc:docMk/>
            <pc:sldMk cId="1278328428" sldId="452"/>
            <ac:spMk id="12" creationId="{00000000-0000-0000-0000-000000000000}"/>
          </ac:spMkLst>
        </pc:spChg>
        <pc:spChg chg="del">
          <ac:chgData name="翟 锐" userId="fef11181f709266a" providerId="LiveId" clId="{9186E0CD-109D-47DE-8883-49F901FD74B3}" dt="2020-08-12T03:38:43.722" v="2742" actId="478"/>
          <ac:spMkLst>
            <pc:docMk/>
            <pc:sldMk cId="1278328428" sldId="452"/>
            <ac:spMk id="14" creationId="{00000000-0000-0000-0000-000000000000}"/>
          </ac:spMkLst>
        </pc:spChg>
        <pc:cxnChg chg="del">
          <ac:chgData name="翟 锐" userId="fef11181f709266a" providerId="LiveId" clId="{9186E0CD-109D-47DE-8883-49F901FD74B3}" dt="2020-08-12T03:38:46.094" v="2743" actId="21"/>
          <ac:cxnSpMkLst>
            <pc:docMk/>
            <pc:sldMk cId="1278328428" sldId="452"/>
            <ac:cxnSpMk id="13" creationId="{00000000-0000-0000-0000-000000000000}"/>
          </ac:cxnSpMkLst>
        </pc:cxnChg>
        <pc:cxnChg chg="del">
          <ac:chgData name="翟 锐" userId="fef11181f709266a" providerId="LiveId" clId="{9186E0CD-109D-47DE-8883-49F901FD74B3}" dt="2020-08-12T03:38:46.094" v="2743" actId="21"/>
          <ac:cxnSpMkLst>
            <pc:docMk/>
            <pc:sldMk cId="1278328428" sldId="452"/>
            <ac:cxnSpMk id="15" creationId="{00000000-0000-0000-0000-000000000000}"/>
          </ac:cxnSpMkLst>
        </pc:cxnChg>
      </pc:sldChg>
      <pc:sldChg chg="add del">
        <pc:chgData name="翟 锐" userId="fef11181f709266a" providerId="LiveId" clId="{9186E0CD-109D-47DE-8883-49F901FD74B3}" dt="2020-08-12T03:40:50.469" v="2763"/>
        <pc:sldMkLst>
          <pc:docMk/>
          <pc:sldMk cId="1492706189" sldId="453"/>
        </pc:sldMkLst>
      </pc:sldChg>
      <pc:sldChg chg="delSp add del mod delAnim">
        <pc:chgData name="翟 锐" userId="fef11181f709266a" providerId="LiveId" clId="{9186E0CD-109D-47DE-8883-49F901FD74B3}" dt="2020-08-12T03:42:03.935" v="2774" actId="47"/>
        <pc:sldMkLst>
          <pc:docMk/>
          <pc:sldMk cId="2640597370" sldId="453"/>
        </pc:sldMkLst>
        <pc:spChg chg="del">
          <ac:chgData name="翟 锐" userId="fef11181f709266a" providerId="LiveId" clId="{9186E0CD-109D-47DE-8883-49F901FD74B3}" dt="2020-08-12T03:41:49.358" v="2770" actId="21"/>
          <ac:spMkLst>
            <pc:docMk/>
            <pc:sldMk cId="2640597370" sldId="453"/>
            <ac:spMk id="3" creationId="{00000000-0000-0000-0000-000000000000}"/>
          </ac:spMkLst>
        </pc:spChg>
        <pc:spChg chg="del">
          <ac:chgData name="翟 锐" userId="fef11181f709266a" providerId="LiveId" clId="{9186E0CD-109D-47DE-8883-49F901FD74B3}" dt="2020-08-12T03:41:49.358" v="2770" actId="21"/>
          <ac:spMkLst>
            <pc:docMk/>
            <pc:sldMk cId="2640597370" sldId="453"/>
            <ac:spMk id="6" creationId="{00000000-0000-0000-0000-000000000000}"/>
          </ac:spMkLst>
        </pc:spChg>
        <pc:spChg chg="del">
          <ac:chgData name="翟 锐" userId="fef11181f709266a" providerId="LiveId" clId="{9186E0CD-109D-47DE-8883-49F901FD74B3}" dt="2020-08-12T03:41:49.358" v="2770" actId="21"/>
          <ac:spMkLst>
            <pc:docMk/>
            <pc:sldMk cId="2640597370" sldId="453"/>
            <ac:spMk id="9" creationId="{00000000-0000-0000-0000-000000000000}"/>
          </ac:spMkLst>
        </pc:spChg>
        <pc:spChg chg="del">
          <ac:chgData name="翟 锐" userId="fef11181f709266a" providerId="LiveId" clId="{9186E0CD-109D-47DE-8883-49F901FD74B3}" dt="2020-08-12T03:41:49.358" v="2770" actId="21"/>
          <ac:spMkLst>
            <pc:docMk/>
            <pc:sldMk cId="2640597370" sldId="453"/>
            <ac:spMk id="10" creationId="{00000000-0000-0000-0000-000000000000}"/>
          </ac:spMkLst>
        </pc:spChg>
        <pc:spChg chg="del">
          <ac:chgData name="翟 锐" userId="fef11181f709266a" providerId="LiveId" clId="{9186E0CD-109D-47DE-8883-49F901FD74B3}" dt="2020-08-12T03:41:49.358" v="2770" actId="21"/>
          <ac:spMkLst>
            <pc:docMk/>
            <pc:sldMk cId="2640597370" sldId="453"/>
            <ac:spMk id="12" creationId="{00000000-0000-0000-0000-000000000000}"/>
          </ac:spMkLst>
        </pc:spChg>
        <pc:spChg chg="del">
          <ac:chgData name="翟 锐" userId="fef11181f709266a" providerId="LiveId" clId="{9186E0CD-109D-47DE-8883-49F901FD74B3}" dt="2020-08-12T03:41:49.358" v="2770" actId="21"/>
          <ac:spMkLst>
            <pc:docMk/>
            <pc:sldMk cId="2640597370" sldId="453"/>
            <ac:spMk id="14" creationId="{00000000-0000-0000-0000-000000000000}"/>
          </ac:spMkLst>
        </pc:spChg>
        <pc:spChg chg="del">
          <ac:chgData name="翟 锐" userId="fef11181f709266a" providerId="LiveId" clId="{9186E0CD-109D-47DE-8883-49F901FD74B3}" dt="2020-08-12T03:41:49.358" v="2770" actId="21"/>
          <ac:spMkLst>
            <pc:docMk/>
            <pc:sldMk cId="2640597370" sldId="453"/>
            <ac:spMk id="19" creationId="{00000000-0000-0000-0000-000000000000}"/>
          </ac:spMkLst>
        </pc:spChg>
        <pc:cxnChg chg="del">
          <ac:chgData name="翟 锐" userId="fef11181f709266a" providerId="LiveId" clId="{9186E0CD-109D-47DE-8883-49F901FD74B3}" dt="2020-08-12T03:41:49.358" v="2770" actId="21"/>
          <ac:cxnSpMkLst>
            <pc:docMk/>
            <pc:sldMk cId="2640597370" sldId="453"/>
            <ac:cxnSpMk id="13" creationId="{00000000-0000-0000-0000-000000000000}"/>
          </ac:cxnSpMkLst>
        </pc:cxnChg>
        <pc:cxnChg chg="del">
          <ac:chgData name="翟 锐" userId="fef11181f709266a" providerId="LiveId" clId="{9186E0CD-109D-47DE-8883-49F901FD74B3}" dt="2020-08-12T03:41:49.358" v="2770" actId="21"/>
          <ac:cxnSpMkLst>
            <pc:docMk/>
            <pc:sldMk cId="2640597370" sldId="453"/>
            <ac:cxnSpMk id="15" creationId="{00000000-0000-0000-0000-000000000000}"/>
          </ac:cxnSpMkLst>
        </pc:cxnChg>
      </pc:sldChg>
      <pc:sldChg chg="del">
        <pc:chgData name="翟 锐" userId="fef11181f709266a" providerId="LiveId" clId="{9186E0CD-109D-47DE-8883-49F901FD74B3}" dt="2020-08-11T07:22:31.895" v="1" actId="47"/>
        <pc:sldMkLst>
          <pc:docMk/>
          <pc:sldMk cId="1966385023" sldId="456"/>
        </pc:sldMkLst>
      </pc:sldChg>
      <pc:sldChg chg="del">
        <pc:chgData name="翟 锐" userId="fef11181f709266a" providerId="LiveId" clId="{9186E0CD-109D-47DE-8883-49F901FD74B3}" dt="2020-08-12T03:34:13.436" v="2580" actId="47"/>
        <pc:sldMkLst>
          <pc:docMk/>
          <pc:sldMk cId="0" sldId="462"/>
        </pc:sldMkLst>
      </pc:sldChg>
      <pc:sldChg chg="delSp modSp del mod">
        <pc:chgData name="翟 锐" userId="fef11181f709266a" providerId="LiveId" clId="{9186E0CD-109D-47DE-8883-49F901FD74B3}" dt="2020-08-11T16:16:34.711" v="1111" actId="47"/>
        <pc:sldMkLst>
          <pc:docMk/>
          <pc:sldMk cId="3200528070" sldId="464"/>
        </pc:sldMkLst>
        <pc:spChg chg="del mod">
          <ac:chgData name="翟 锐" userId="fef11181f709266a" providerId="LiveId" clId="{9186E0CD-109D-47DE-8883-49F901FD74B3}" dt="2020-08-11T16:15:57.243" v="1093"/>
          <ac:spMkLst>
            <pc:docMk/>
            <pc:sldMk cId="3200528070" sldId="464"/>
            <ac:spMk id="2" creationId="{00000000-0000-0000-0000-000000000000}"/>
          </ac:spMkLst>
        </pc:spChg>
        <pc:spChg chg="del">
          <ac:chgData name="翟 锐" userId="fef11181f709266a" providerId="LiveId" clId="{9186E0CD-109D-47DE-8883-49F901FD74B3}" dt="2020-08-11T16:16:28.432" v="1108" actId="21"/>
          <ac:spMkLst>
            <pc:docMk/>
            <pc:sldMk cId="3200528070" sldId="464"/>
            <ac:spMk id="3" creationId="{00000000-0000-0000-0000-000000000000}"/>
          </ac:spMkLst>
        </pc:spChg>
        <pc:spChg chg="del">
          <ac:chgData name="翟 锐" userId="fef11181f709266a" providerId="LiveId" clId="{9186E0CD-109D-47DE-8883-49F901FD74B3}" dt="2020-08-11T16:16:28.432" v="1108" actId="21"/>
          <ac:spMkLst>
            <pc:docMk/>
            <pc:sldMk cId="3200528070" sldId="464"/>
            <ac:spMk id="9" creationId="{00000000-0000-0000-0000-000000000000}"/>
          </ac:spMkLst>
        </pc:spChg>
        <pc:spChg chg="del">
          <ac:chgData name="翟 锐" userId="fef11181f709266a" providerId="LiveId" clId="{9186E0CD-109D-47DE-8883-49F901FD74B3}" dt="2020-08-11T16:16:28.432" v="1108" actId="21"/>
          <ac:spMkLst>
            <pc:docMk/>
            <pc:sldMk cId="3200528070" sldId="464"/>
            <ac:spMk id="10" creationId="{00000000-0000-0000-0000-000000000000}"/>
          </ac:spMkLst>
        </pc:spChg>
        <pc:spChg chg="del">
          <ac:chgData name="翟 锐" userId="fef11181f709266a" providerId="LiveId" clId="{9186E0CD-109D-47DE-8883-49F901FD74B3}" dt="2020-08-11T16:16:28.432" v="1108" actId="21"/>
          <ac:spMkLst>
            <pc:docMk/>
            <pc:sldMk cId="3200528070" sldId="464"/>
            <ac:spMk id="14" creationId="{00000000-0000-0000-0000-000000000000}"/>
          </ac:spMkLst>
        </pc:spChg>
        <pc:spChg chg="del">
          <ac:chgData name="翟 锐" userId="fef11181f709266a" providerId="LiveId" clId="{9186E0CD-109D-47DE-8883-49F901FD74B3}" dt="2020-08-11T16:16:28.432" v="1108" actId="21"/>
          <ac:spMkLst>
            <pc:docMk/>
            <pc:sldMk cId="3200528070" sldId="464"/>
            <ac:spMk id="15" creationId="{00000000-0000-0000-0000-000000000000}"/>
          </ac:spMkLst>
        </pc:spChg>
        <pc:cxnChg chg="del mod">
          <ac:chgData name="翟 锐" userId="fef11181f709266a" providerId="LiveId" clId="{9186E0CD-109D-47DE-8883-49F901FD74B3}" dt="2020-08-11T16:16:28.432" v="1108" actId="21"/>
          <ac:cxnSpMkLst>
            <pc:docMk/>
            <pc:sldMk cId="3200528070" sldId="464"/>
            <ac:cxnSpMk id="12" creationId="{00000000-0000-0000-0000-000000000000}"/>
          </ac:cxnSpMkLst>
        </pc:cxnChg>
      </pc:sldChg>
      <pc:sldChg chg="delSp del mod delAnim">
        <pc:chgData name="翟 锐" userId="fef11181f709266a" providerId="LiveId" clId="{9186E0CD-109D-47DE-8883-49F901FD74B3}" dt="2020-08-11T16:16:51.114" v="1123" actId="47"/>
        <pc:sldMkLst>
          <pc:docMk/>
          <pc:sldMk cId="3937177273" sldId="466"/>
        </pc:sldMkLst>
        <pc:spChg chg="del">
          <ac:chgData name="翟 锐" userId="fef11181f709266a" providerId="LiveId" clId="{9186E0CD-109D-47DE-8883-49F901FD74B3}" dt="2020-08-11T16:16:38.531" v="1112" actId="478"/>
          <ac:spMkLst>
            <pc:docMk/>
            <pc:sldMk cId="3937177273" sldId="466"/>
            <ac:spMk id="2" creationId="{00000000-0000-0000-0000-000000000000}"/>
          </ac:spMkLst>
        </pc:spChg>
        <pc:spChg chg="del">
          <ac:chgData name="翟 锐" userId="fef11181f709266a" providerId="LiveId" clId="{9186E0CD-109D-47DE-8883-49F901FD74B3}" dt="2020-08-11T16:16:40.742" v="1113" actId="21"/>
          <ac:spMkLst>
            <pc:docMk/>
            <pc:sldMk cId="3937177273" sldId="466"/>
            <ac:spMk id="3" creationId="{00000000-0000-0000-0000-000000000000}"/>
          </ac:spMkLst>
        </pc:spChg>
        <pc:spChg chg="del">
          <ac:chgData name="翟 锐" userId="fef11181f709266a" providerId="LiveId" clId="{9186E0CD-109D-47DE-8883-49F901FD74B3}" dt="2020-08-11T16:16:40.742" v="1113" actId="21"/>
          <ac:spMkLst>
            <pc:docMk/>
            <pc:sldMk cId="3937177273" sldId="466"/>
            <ac:spMk id="11" creationId="{00000000-0000-0000-0000-000000000000}"/>
          </ac:spMkLst>
        </pc:spChg>
        <pc:spChg chg="del">
          <ac:chgData name="翟 锐" userId="fef11181f709266a" providerId="LiveId" clId="{9186E0CD-109D-47DE-8883-49F901FD74B3}" dt="2020-08-11T16:16:40.742" v="1113" actId="21"/>
          <ac:spMkLst>
            <pc:docMk/>
            <pc:sldMk cId="3937177273" sldId="466"/>
            <ac:spMk id="13" creationId="{00000000-0000-0000-0000-000000000000}"/>
          </ac:spMkLst>
        </pc:spChg>
        <pc:spChg chg="del">
          <ac:chgData name="翟 锐" userId="fef11181f709266a" providerId="LiveId" clId="{9186E0CD-109D-47DE-8883-49F901FD74B3}" dt="2020-08-11T16:16:40.742" v="1113" actId="21"/>
          <ac:spMkLst>
            <pc:docMk/>
            <pc:sldMk cId="3937177273" sldId="466"/>
            <ac:spMk id="14" creationId="{00000000-0000-0000-0000-000000000000}"/>
          </ac:spMkLst>
        </pc:spChg>
        <pc:spChg chg="del">
          <ac:chgData name="翟 锐" userId="fef11181f709266a" providerId="LiveId" clId="{9186E0CD-109D-47DE-8883-49F901FD74B3}" dt="2020-08-11T16:16:40.742" v="1113" actId="21"/>
          <ac:spMkLst>
            <pc:docMk/>
            <pc:sldMk cId="3937177273" sldId="466"/>
            <ac:spMk id="15" creationId="{00000000-0000-0000-0000-000000000000}"/>
          </ac:spMkLst>
        </pc:spChg>
        <pc:spChg chg="del">
          <ac:chgData name="翟 锐" userId="fef11181f709266a" providerId="LiveId" clId="{9186E0CD-109D-47DE-8883-49F901FD74B3}" dt="2020-08-11T16:16:40.742" v="1113" actId="21"/>
          <ac:spMkLst>
            <pc:docMk/>
            <pc:sldMk cId="3937177273" sldId="466"/>
            <ac:spMk id="17" creationId="{00000000-0000-0000-0000-000000000000}"/>
          </ac:spMkLst>
        </pc:spChg>
      </pc:sldChg>
      <pc:sldChg chg="delSp del mod delAnim">
        <pc:chgData name="翟 锐" userId="fef11181f709266a" providerId="LiveId" clId="{9186E0CD-109D-47DE-8883-49F901FD74B3}" dt="2020-08-11T16:18:31.062" v="1174" actId="47"/>
        <pc:sldMkLst>
          <pc:docMk/>
          <pc:sldMk cId="541948652" sldId="467"/>
        </pc:sldMkLst>
        <pc:spChg chg="del">
          <ac:chgData name="翟 锐" userId="fef11181f709266a" providerId="LiveId" clId="{9186E0CD-109D-47DE-8883-49F901FD74B3}" dt="2020-08-11T16:18:17.558" v="1159" actId="21"/>
          <ac:spMkLst>
            <pc:docMk/>
            <pc:sldMk cId="541948652" sldId="467"/>
            <ac:spMk id="3" creationId="{00000000-0000-0000-0000-000000000000}"/>
          </ac:spMkLst>
        </pc:spChg>
        <pc:spChg chg="del">
          <ac:chgData name="翟 锐" userId="fef11181f709266a" providerId="LiveId" clId="{9186E0CD-109D-47DE-8883-49F901FD74B3}" dt="2020-08-11T16:18:17.558" v="1159" actId="21"/>
          <ac:spMkLst>
            <pc:docMk/>
            <pc:sldMk cId="541948652" sldId="467"/>
            <ac:spMk id="6" creationId="{00000000-0000-0000-0000-000000000000}"/>
          </ac:spMkLst>
        </pc:spChg>
        <pc:spChg chg="del">
          <ac:chgData name="翟 锐" userId="fef11181f709266a" providerId="LiveId" clId="{9186E0CD-109D-47DE-8883-49F901FD74B3}" dt="2020-08-11T16:18:17.558" v="1159" actId="21"/>
          <ac:spMkLst>
            <pc:docMk/>
            <pc:sldMk cId="541948652" sldId="467"/>
            <ac:spMk id="13" creationId="{00000000-0000-0000-0000-000000000000}"/>
          </ac:spMkLst>
        </pc:spChg>
        <pc:spChg chg="del">
          <ac:chgData name="翟 锐" userId="fef11181f709266a" providerId="LiveId" clId="{9186E0CD-109D-47DE-8883-49F901FD74B3}" dt="2020-08-11T16:18:17.558" v="1159" actId="21"/>
          <ac:spMkLst>
            <pc:docMk/>
            <pc:sldMk cId="541948652" sldId="467"/>
            <ac:spMk id="15" creationId="{00000000-0000-0000-0000-000000000000}"/>
          </ac:spMkLst>
        </pc:spChg>
      </pc:sldChg>
      <pc:sldChg chg="del">
        <pc:chgData name="翟 锐" userId="fef11181f709266a" providerId="LiveId" clId="{9186E0CD-109D-47DE-8883-49F901FD74B3}" dt="2020-08-12T03:34:30.535" v="2581" actId="47"/>
        <pc:sldMkLst>
          <pc:docMk/>
          <pc:sldMk cId="4231987543" sldId="472"/>
        </pc:sldMkLst>
      </pc:sldChg>
      <pc:sldChg chg="del">
        <pc:chgData name="翟 锐" userId="fef11181f709266a" providerId="LiveId" clId="{9186E0CD-109D-47DE-8883-49F901FD74B3}" dt="2020-08-12T03:34:35.757" v="2585" actId="47"/>
        <pc:sldMkLst>
          <pc:docMk/>
          <pc:sldMk cId="149415386" sldId="473"/>
        </pc:sldMkLst>
      </pc:sldChg>
      <pc:sldChg chg="modSp mod">
        <pc:chgData name="翟 锐" userId="fef11181f709266a" providerId="LiveId" clId="{9186E0CD-109D-47DE-8883-49F901FD74B3}" dt="2020-08-12T03:48:41.643" v="3108"/>
        <pc:sldMkLst>
          <pc:docMk/>
          <pc:sldMk cId="4285362779" sldId="474"/>
        </pc:sldMkLst>
        <pc:spChg chg="mod">
          <ac:chgData name="翟 锐" userId="fef11181f709266a" providerId="LiveId" clId="{9186E0CD-109D-47DE-8883-49F901FD74B3}" dt="2020-08-12T03:48:41.643" v="3108"/>
          <ac:spMkLst>
            <pc:docMk/>
            <pc:sldMk cId="4285362779" sldId="474"/>
            <ac:spMk id="9" creationId="{00000000-0000-0000-0000-000000000000}"/>
          </ac:spMkLst>
        </pc:spChg>
      </pc:sldChg>
      <pc:sldChg chg="del">
        <pc:chgData name="翟 锐" userId="fef11181f709266a" providerId="LiveId" clId="{9186E0CD-109D-47DE-8883-49F901FD74B3}" dt="2020-08-11T07:22:30.844" v="0" actId="47"/>
        <pc:sldMkLst>
          <pc:docMk/>
          <pc:sldMk cId="1612486967" sldId="475"/>
        </pc:sldMkLst>
      </pc:sldChg>
      <pc:sldChg chg="del">
        <pc:chgData name="翟 锐" userId="fef11181f709266a" providerId="LiveId" clId="{9186E0CD-109D-47DE-8883-49F901FD74B3}" dt="2020-08-11T07:35:37.037" v="219" actId="47"/>
        <pc:sldMkLst>
          <pc:docMk/>
          <pc:sldMk cId="3602030309" sldId="491"/>
        </pc:sldMkLst>
      </pc:sldChg>
      <pc:sldChg chg="del">
        <pc:chgData name="翟 锐" userId="fef11181f709266a" providerId="LiveId" clId="{9186E0CD-109D-47DE-8883-49F901FD74B3}" dt="2020-08-11T07:41:20.008" v="604" actId="47"/>
        <pc:sldMkLst>
          <pc:docMk/>
          <pc:sldMk cId="2639902532" sldId="492"/>
        </pc:sldMkLst>
      </pc:sldChg>
      <pc:sldChg chg="del">
        <pc:chgData name="翟 锐" userId="fef11181f709266a" providerId="LiveId" clId="{9186E0CD-109D-47DE-8883-49F901FD74B3}" dt="2020-08-11T07:41:40.482" v="609" actId="47"/>
        <pc:sldMkLst>
          <pc:docMk/>
          <pc:sldMk cId="3586408686" sldId="493"/>
        </pc:sldMkLst>
      </pc:sldChg>
      <pc:sldChg chg="delSp del mod delAnim">
        <pc:chgData name="翟 锐" userId="fef11181f709266a" providerId="LiveId" clId="{9186E0CD-109D-47DE-8883-49F901FD74B3}" dt="2020-08-11T15:51:59.017" v="740" actId="47"/>
        <pc:sldMkLst>
          <pc:docMk/>
          <pc:sldMk cId="3232551177" sldId="494"/>
        </pc:sldMkLst>
        <pc:spChg chg="del">
          <ac:chgData name="翟 锐" userId="fef11181f709266a" providerId="LiveId" clId="{9186E0CD-109D-47DE-8883-49F901FD74B3}" dt="2020-08-11T15:51:51.405" v="736" actId="478"/>
          <ac:spMkLst>
            <pc:docMk/>
            <pc:sldMk cId="3232551177" sldId="494"/>
            <ac:spMk id="2" creationId="{00000000-0000-0000-0000-000000000000}"/>
          </ac:spMkLst>
        </pc:spChg>
        <pc:spChg chg="del">
          <ac:chgData name="翟 锐" userId="fef11181f709266a" providerId="LiveId" clId="{9186E0CD-109D-47DE-8883-49F901FD74B3}" dt="2020-08-11T15:51:53.008" v="737" actId="21"/>
          <ac:spMkLst>
            <pc:docMk/>
            <pc:sldMk cId="3232551177" sldId="494"/>
            <ac:spMk id="3" creationId="{00000000-0000-0000-0000-000000000000}"/>
          </ac:spMkLst>
        </pc:spChg>
        <pc:spChg chg="del">
          <ac:chgData name="翟 锐" userId="fef11181f709266a" providerId="LiveId" clId="{9186E0CD-109D-47DE-8883-49F901FD74B3}" dt="2020-08-11T15:51:53.008" v="737" actId="21"/>
          <ac:spMkLst>
            <pc:docMk/>
            <pc:sldMk cId="3232551177" sldId="494"/>
            <ac:spMk id="4" creationId="{BEF1B442-CA1F-478E-A386-B8EFCB3276BF}"/>
          </ac:spMkLst>
        </pc:spChg>
        <pc:spChg chg="del">
          <ac:chgData name="翟 锐" userId="fef11181f709266a" providerId="LiveId" clId="{9186E0CD-109D-47DE-8883-49F901FD74B3}" dt="2020-08-11T15:51:53.008" v="737" actId="21"/>
          <ac:spMkLst>
            <pc:docMk/>
            <pc:sldMk cId="3232551177" sldId="494"/>
            <ac:spMk id="5" creationId="{7109F57B-57E8-417A-83E9-1B91292C605A}"/>
          </ac:spMkLst>
        </pc:spChg>
        <pc:spChg chg="del">
          <ac:chgData name="翟 锐" userId="fef11181f709266a" providerId="LiveId" clId="{9186E0CD-109D-47DE-8883-49F901FD74B3}" dt="2020-08-11T15:51:53.008" v="737" actId="21"/>
          <ac:spMkLst>
            <pc:docMk/>
            <pc:sldMk cId="3232551177" sldId="494"/>
            <ac:spMk id="6" creationId="{8D311B06-70B6-401E-823E-2723DEA81A10}"/>
          </ac:spMkLst>
        </pc:spChg>
      </pc:sldChg>
      <pc:sldChg chg="delSp modSp del mod delAnim">
        <pc:chgData name="翟 锐" userId="fef11181f709266a" providerId="LiveId" clId="{9186E0CD-109D-47DE-8883-49F901FD74B3}" dt="2020-08-11T15:52:17.917" v="751" actId="47"/>
        <pc:sldMkLst>
          <pc:docMk/>
          <pc:sldMk cId="2740630796" sldId="495"/>
        </pc:sldMkLst>
        <pc:spChg chg="del mod">
          <ac:chgData name="翟 锐" userId="fef11181f709266a" providerId="LiveId" clId="{9186E0CD-109D-47DE-8883-49F901FD74B3}" dt="2020-08-11T15:52:04.156" v="743"/>
          <ac:spMkLst>
            <pc:docMk/>
            <pc:sldMk cId="2740630796" sldId="495"/>
            <ac:spMk id="2" creationId="{00000000-0000-0000-0000-000000000000}"/>
          </ac:spMkLst>
        </pc:spChg>
        <pc:spChg chg="del">
          <ac:chgData name="翟 锐" userId="fef11181f709266a" providerId="LiveId" clId="{9186E0CD-109D-47DE-8883-49F901FD74B3}" dt="2020-08-11T15:52:11.659" v="748" actId="21"/>
          <ac:spMkLst>
            <pc:docMk/>
            <pc:sldMk cId="2740630796" sldId="495"/>
            <ac:spMk id="3" creationId="{00000000-0000-0000-0000-000000000000}"/>
          </ac:spMkLst>
        </pc:spChg>
        <pc:spChg chg="del">
          <ac:chgData name="翟 锐" userId="fef11181f709266a" providerId="LiveId" clId="{9186E0CD-109D-47DE-8883-49F901FD74B3}" dt="2020-08-11T15:52:11.659" v="748" actId="21"/>
          <ac:spMkLst>
            <pc:docMk/>
            <pc:sldMk cId="2740630796" sldId="495"/>
            <ac:spMk id="4" creationId="{EC87776E-A0B3-43F8-9484-1F6BC98FE699}"/>
          </ac:spMkLst>
        </pc:spChg>
        <pc:spChg chg="del">
          <ac:chgData name="翟 锐" userId="fef11181f709266a" providerId="LiveId" clId="{9186E0CD-109D-47DE-8883-49F901FD74B3}" dt="2020-08-11T15:52:11.659" v="748" actId="21"/>
          <ac:spMkLst>
            <pc:docMk/>
            <pc:sldMk cId="2740630796" sldId="495"/>
            <ac:spMk id="5" creationId="{E4AD9AB5-AB47-48FE-80CA-2560630719F4}"/>
          </ac:spMkLst>
        </pc:spChg>
      </pc:sldChg>
      <pc:sldChg chg="addSp delSp modSp del mod delAnim">
        <pc:chgData name="翟 锐" userId="fef11181f709266a" providerId="LiveId" clId="{9186E0CD-109D-47DE-8883-49F901FD74B3}" dt="2020-08-11T15:52:51.712" v="768" actId="47"/>
        <pc:sldMkLst>
          <pc:docMk/>
          <pc:sldMk cId="3984893673" sldId="497"/>
        </pc:sldMkLst>
        <pc:spChg chg="add del mod">
          <ac:chgData name="翟 锐" userId="fef11181f709266a" providerId="LiveId" clId="{9186E0CD-109D-47DE-8883-49F901FD74B3}" dt="2020-08-11T15:52:32.582" v="761" actId="47"/>
          <ac:spMkLst>
            <pc:docMk/>
            <pc:sldMk cId="3984893673" sldId="497"/>
            <ac:spMk id="2" creationId="{00000000-0000-0000-0000-000000000000}"/>
          </ac:spMkLst>
        </pc:spChg>
        <pc:spChg chg="del">
          <ac:chgData name="翟 锐" userId="fef11181f709266a" providerId="LiveId" clId="{9186E0CD-109D-47DE-8883-49F901FD74B3}" dt="2020-08-11T15:52:44.577" v="765" actId="21"/>
          <ac:spMkLst>
            <pc:docMk/>
            <pc:sldMk cId="3984893673" sldId="497"/>
            <ac:spMk id="3" creationId="{00000000-0000-0000-0000-000000000000}"/>
          </ac:spMkLst>
        </pc:spChg>
        <pc:spChg chg="del">
          <ac:chgData name="翟 锐" userId="fef11181f709266a" providerId="LiveId" clId="{9186E0CD-109D-47DE-8883-49F901FD74B3}" dt="2020-08-11T15:52:44.577" v="765" actId="21"/>
          <ac:spMkLst>
            <pc:docMk/>
            <pc:sldMk cId="3984893673" sldId="497"/>
            <ac:spMk id="5" creationId="{EDBD2158-FEC8-4AA6-96B7-CB94FC444380}"/>
          </ac:spMkLst>
        </pc:spChg>
        <pc:spChg chg="del">
          <ac:chgData name="翟 锐" userId="fef11181f709266a" providerId="LiveId" clId="{9186E0CD-109D-47DE-8883-49F901FD74B3}" dt="2020-08-11T15:52:44.577" v="765" actId="21"/>
          <ac:spMkLst>
            <pc:docMk/>
            <pc:sldMk cId="3984893673" sldId="497"/>
            <ac:spMk id="7" creationId="{9198A1D4-4C50-42B0-8835-5E0106B43D99}"/>
          </ac:spMkLst>
        </pc:spChg>
        <pc:spChg chg="del">
          <ac:chgData name="翟 锐" userId="fef11181f709266a" providerId="LiveId" clId="{9186E0CD-109D-47DE-8883-49F901FD74B3}" dt="2020-08-11T15:52:44.577" v="765" actId="21"/>
          <ac:spMkLst>
            <pc:docMk/>
            <pc:sldMk cId="3984893673" sldId="497"/>
            <ac:spMk id="8" creationId="{BC05352D-EC79-4112-A339-2DFDAC29EEA3}"/>
          </ac:spMkLst>
        </pc:spChg>
      </pc:sldChg>
      <pc:sldChg chg="del">
        <pc:chgData name="翟 锐" userId="fef11181f709266a" providerId="LiveId" clId="{9186E0CD-109D-47DE-8883-49F901FD74B3}" dt="2020-08-11T07:22:32.794" v="2" actId="47"/>
        <pc:sldMkLst>
          <pc:docMk/>
          <pc:sldMk cId="2829706521" sldId="503"/>
        </pc:sldMkLst>
      </pc:sldChg>
      <pc:sldChg chg="del">
        <pc:chgData name="翟 锐" userId="fef11181f709266a" providerId="LiveId" clId="{9186E0CD-109D-47DE-8883-49F901FD74B3}" dt="2020-08-11T07:22:33.468" v="3" actId="47"/>
        <pc:sldMkLst>
          <pc:docMk/>
          <pc:sldMk cId="1816336317" sldId="504"/>
        </pc:sldMkLst>
      </pc:sldChg>
      <pc:sldChg chg="del">
        <pc:chgData name="翟 锐" userId="fef11181f709266a" providerId="LiveId" clId="{9186E0CD-109D-47DE-8883-49F901FD74B3}" dt="2020-08-11T07:22:55.017" v="7" actId="47"/>
        <pc:sldMkLst>
          <pc:docMk/>
          <pc:sldMk cId="1036179725" sldId="505"/>
        </pc:sldMkLst>
      </pc:sldChg>
      <pc:sldChg chg="del">
        <pc:chgData name="翟 锐" userId="fef11181f709266a" providerId="LiveId" clId="{9186E0CD-109D-47DE-8883-49F901FD74B3}" dt="2020-08-11T07:22:39.814" v="4" actId="47"/>
        <pc:sldMkLst>
          <pc:docMk/>
          <pc:sldMk cId="2929138714" sldId="506"/>
        </pc:sldMkLst>
      </pc:sldChg>
      <pc:sldChg chg="del">
        <pc:chgData name="翟 锐" userId="fef11181f709266a" providerId="LiveId" clId="{9186E0CD-109D-47DE-8883-49F901FD74B3}" dt="2020-08-11T07:22:43.241" v="5" actId="47"/>
        <pc:sldMkLst>
          <pc:docMk/>
          <pc:sldMk cId="2674372511" sldId="507"/>
        </pc:sldMkLst>
      </pc:sldChg>
      <pc:sldChg chg="del">
        <pc:chgData name="翟 锐" userId="fef11181f709266a" providerId="LiveId" clId="{9186E0CD-109D-47DE-8883-49F901FD74B3}" dt="2020-08-11T07:22:44.741" v="6" actId="47"/>
        <pc:sldMkLst>
          <pc:docMk/>
          <pc:sldMk cId="3182313076" sldId="508"/>
        </pc:sldMkLst>
      </pc:sldChg>
      <pc:sldChg chg="del">
        <pc:chgData name="翟 锐" userId="fef11181f709266a" providerId="LiveId" clId="{9186E0CD-109D-47DE-8883-49F901FD74B3}" dt="2020-08-12T03:34:31.571" v="2582" actId="47"/>
        <pc:sldMkLst>
          <pc:docMk/>
          <pc:sldMk cId="2593722063" sldId="509"/>
        </pc:sldMkLst>
      </pc:sldChg>
      <pc:sldChg chg="del">
        <pc:chgData name="翟 锐" userId="fef11181f709266a" providerId="LiveId" clId="{9186E0CD-109D-47DE-8883-49F901FD74B3}" dt="2020-08-12T03:34:32.516" v="2583" actId="47"/>
        <pc:sldMkLst>
          <pc:docMk/>
          <pc:sldMk cId="1371977030" sldId="510"/>
        </pc:sldMkLst>
      </pc:sldChg>
      <pc:sldChg chg="del">
        <pc:chgData name="翟 锐" userId="fef11181f709266a" providerId="LiveId" clId="{9186E0CD-109D-47DE-8883-49F901FD74B3}" dt="2020-08-12T03:34:33.238" v="2584" actId="47"/>
        <pc:sldMkLst>
          <pc:docMk/>
          <pc:sldMk cId="229977306" sldId="511"/>
        </pc:sldMkLst>
      </pc:sldChg>
      <pc:sldChg chg="modSp mod">
        <pc:chgData name="翟 锐" userId="fef11181f709266a" providerId="LiveId" clId="{9186E0CD-109D-47DE-8883-49F901FD74B3}" dt="2020-08-12T03:37:06.297" v="2733"/>
        <pc:sldMkLst>
          <pc:docMk/>
          <pc:sldMk cId="2435764834" sldId="512"/>
        </pc:sldMkLst>
        <pc:spChg chg="mod">
          <ac:chgData name="翟 锐" userId="fef11181f709266a" providerId="LiveId" clId="{9186E0CD-109D-47DE-8883-49F901FD74B3}" dt="2020-08-12T03:37:06.297" v="2733"/>
          <ac:spMkLst>
            <pc:docMk/>
            <pc:sldMk cId="2435764834" sldId="512"/>
            <ac:spMk id="3" creationId="{00000000-0000-0000-0000-000000000000}"/>
          </ac:spMkLst>
        </pc:spChg>
      </pc:sldChg>
      <pc:sldChg chg="del">
        <pc:chgData name="翟 锐" userId="fef11181f709266a" providerId="LiveId" clId="{9186E0CD-109D-47DE-8883-49F901FD74B3}" dt="2020-08-11T07:33:49.443" v="107" actId="47"/>
        <pc:sldMkLst>
          <pc:docMk/>
          <pc:sldMk cId="2379099515" sldId="513"/>
        </pc:sldMkLst>
      </pc:sldChg>
      <pc:sldChg chg="modSp">
        <pc:chgData name="翟 锐" userId="fef11181f709266a" providerId="LiveId" clId="{9186E0CD-109D-47DE-8883-49F901FD74B3}" dt="2020-08-12T03:36:28.159" v="2663" actId="20577"/>
        <pc:sldMkLst>
          <pc:docMk/>
          <pc:sldMk cId="3977796518" sldId="515"/>
        </pc:sldMkLst>
        <pc:spChg chg="mod">
          <ac:chgData name="翟 锐" userId="fef11181f709266a" providerId="LiveId" clId="{9186E0CD-109D-47DE-8883-49F901FD74B3}" dt="2020-08-12T03:36:28.159" v="2663" actId="20577"/>
          <ac:spMkLst>
            <pc:docMk/>
            <pc:sldMk cId="3977796518" sldId="515"/>
            <ac:spMk id="16" creationId="{00000000-0000-0000-0000-000000000000}"/>
          </ac:spMkLst>
        </pc:spChg>
      </pc:sldChg>
      <pc:sldChg chg="delSp del mod">
        <pc:chgData name="翟 锐" userId="fef11181f709266a" providerId="LiveId" clId="{9186E0CD-109D-47DE-8883-49F901FD74B3}" dt="2020-08-11T16:15:44.316" v="1089" actId="47"/>
        <pc:sldMkLst>
          <pc:docMk/>
          <pc:sldMk cId="2983132817" sldId="516"/>
        </pc:sldMkLst>
        <pc:spChg chg="del">
          <ac:chgData name="翟 锐" userId="fef11181f709266a" providerId="LiveId" clId="{9186E0CD-109D-47DE-8883-49F901FD74B3}" dt="2020-08-11T16:15:25.159" v="1082" actId="478"/>
          <ac:spMkLst>
            <pc:docMk/>
            <pc:sldMk cId="2983132817" sldId="516"/>
            <ac:spMk id="2" creationId="{00000000-0000-0000-0000-000000000000}"/>
          </ac:spMkLst>
        </pc:spChg>
        <pc:spChg chg="del">
          <ac:chgData name="翟 锐" userId="fef11181f709266a" providerId="LiveId" clId="{9186E0CD-109D-47DE-8883-49F901FD74B3}" dt="2020-08-11T16:15:27.343" v="1083" actId="21"/>
          <ac:spMkLst>
            <pc:docMk/>
            <pc:sldMk cId="2983132817" sldId="516"/>
            <ac:spMk id="3" creationId="{00000000-0000-0000-0000-000000000000}"/>
          </ac:spMkLst>
        </pc:spChg>
        <pc:spChg chg="del">
          <ac:chgData name="翟 锐" userId="fef11181f709266a" providerId="LiveId" clId="{9186E0CD-109D-47DE-8883-49F901FD74B3}" dt="2020-08-11T16:15:27.343" v="1083" actId="21"/>
          <ac:spMkLst>
            <pc:docMk/>
            <pc:sldMk cId="2983132817" sldId="516"/>
            <ac:spMk id="6" creationId="{00000000-0000-0000-0000-000000000000}"/>
          </ac:spMkLst>
        </pc:spChg>
        <pc:spChg chg="del">
          <ac:chgData name="翟 锐" userId="fef11181f709266a" providerId="LiveId" clId="{9186E0CD-109D-47DE-8883-49F901FD74B3}" dt="2020-08-11T16:15:27.343" v="1083" actId="21"/>
          <ac:spMkLst>
            <pc:docMk/>
            <pc:sldMk cId="2983132817" sldId="516"/>
            <ac:spMk id="7" creationId="{00000000-0000-0000-0000-000000000000}"/>
          </ac:spMkLst>
        </pc:spChg>
        <pc:spChg chg="del">
          <ac:chgData name="翟 锐" userId="fef11181f709266a" providerId="LiveId" clId="{9186E0CD-109D-47DE-8883-49F901FD74B3}" dt="2020-08-11T16:15:27.343" v="1083" actId="21"/>
          <ac:spMkLst>
            <pc:docMk/>
            <pc:sldMk cId="2983132817" sldId="516"/>
            <ac:spMk id="8" creationId="{00000000-0000-0000-0000-000000000000}"/>
          </ac:spMkLst>
        </pc:spChg>
      </pc:sldChg>
      <pc:sldChg chg="addSp delSp modSp del mod">
        <pc:chgData name="翟 锐" userId="fef11181f709266a" providerId="LiveId" clId="{9186E0CD-109D-47DE-8883-49F901FD74B3}" dt="2020-08-11T16:17:56.971" v="1155" actId="47"/>
        <pc:sldMkLst>
          <pc:docMk/>
          <pc:sldMk cId="4076829908" sldId="517"/>
        </pc:sldMkLst>
        <pc:spChg chg="add del mod">
          <ac:chgData name="翟 锐" userId="fef11181f709266a" providerId="LiveId" clId="{9186E0CD-109D-47DE-8883-49F901FD74B3}" dt="2020-08-11T16:17:51.682" v="1152" actId="21"/>
          <ac:spMkLst>
            <pc:docMk/>
            <pc:sldMk cId="4076829908" sldId="517"/>
            <ac:spMk id="3" creationId="{00000000-0000-0000-0000-000000000000}"/>
          </ac:spMkLst>
        </pc:spChg>
      </pc:sldChg>
      <pc:sldChg chg="delSp modSp del mod delAnim">
        <pc:chgData name="翟 锐" userId="fef11181f709266a" providerId="LiveId" clId="{9186E0CD-109D-47DE-8883-49F901FD74B3}" dt="2020-08-11T15:53:10.769" v="779" actId="47"/>
        <pc:sldMkLst>
          <pc:docMk/>
          <pc:sldMk cId="1254149623" sldId="518"/>
        </pc:sldMkLst>
        <pc:spChg chg="del mod">
          <ac:chgData name="翟 锐" userId="fef11181f709266a" providerId="LiveId" clId="{9186E0CD-109D-47DE-8883-49F901FD74B3}" dt="2020-08-11T15:52:56.392" v="771"/>
          <ac:spMkLst>
            <pc:docMk/>
            <pc:sldMk cId="1254149623" sldId="518"/>
            <ac:spMk id="2" creationId="{00000000-0000-0000-0000-000000000000}"/>
          </ac:spMkLst>
        </pc:spChg>
        <pc:spChg chg="del">
          <ac:chgData name="翟 锐" userId="fef11181f709266a" providerId="LiveId" clId="{9186E0CD-109D-47DE-8883-49F901FD74B3}" dt="2020-08-11T15:53:04.446" v="776" actId="21"/>
          <ac:spMkLst>
            <pc:docMk/>
            <pc:sldMk cId="1254149623" sldId="518"/>
            <ac:spMk id="3" creationId="{00000000-0000-0000-0000-000000000000}"/>
          </ac:spMkLst>
        </pc:spChg>
        <pc:spChg chg="del">
          <ac:chgData name="翟 锐" userId="fef11181f709266a" providerId="LiveId" clId="{9186E0CD-109D-47DE-8883-49F901FD74B3}" dt="2020-08-11T15:53:04.446" v="776" actId="21"/>
          <ac:spMkLst>
            <pc:docMk/>
            <pc:sldMk cId="1254149623" sldId="518"/>
            <ac:spMk id="4" creationId="{08A48A48-ACC2-4E57-8F30-01764BB918B2}"/>
          </ac:spMkLst>
        </pc:spChg>
        <pc:spChg chg="del">
          <ac:chgData name="翟 锐" userId="fef11181f709266a" providerId="LiveId" clId="{9186E0CD-109D-47DE-8883-49F901FD74B3}" dt="2020-08-11T15:53:04.446" v="776" actId="21"/>
          <ac:spMkLst>
            <pc:docMk/>
            <pc:sldMk cId="1254149623" sldId="518"/>
            <ac:spMk id="5" creationId="{EDBD2158-FEC8-4AA6-96B7-CB94FC444380}"/>
          </ac:spMkLst>
        </pc:spChg>
        <pc:spChg chg="del">
          <ac:chgData name="翟 锐" userId="fef11181f709266a" providerId="LiveId" clId="{9186E0CD-109D-47DE-8883-49F901FD74B3}" dt="2020-08-11T15:53:04.446" v="776" actId="21"/>
          <ac:spMkLst>
            <pc:docMk/>
            <pc:sldMk cId="1254149623" sldId="518"/>
            <ac:spMk id="8" creationId="{BC05352D-EC79-4112-A339-2DFDAC29EEA3}"/>
          </ac:spMkLst>
        </pc:spChg>
        <pc:spChg chg="del">
          <ac:chgData name="翟 锐" userId="fef11181f709266a" providerId="LiveId" clId="{9186E0CD-109D-47DE-8883-49F901FD74B3}" dt="2020-08-11T15:53:04.446" v="776" actId="21"/>
          <ac:spMkLst>
            <pc:docMk/>
            <pc:sldMk cId="1254149623" sldId="518"/>
            <ac:spMk id="10" creationId="{93B511C8-004C-4F03-8147-DC54884DA99C}"/>
          </ac:spMkLst>
        </pc:spChg>
      </pc:sldChg>
      <pc:sldChg chg="delSp modSp del mod delAnim">
        <pc:chgData name="翟 锐" userId="fef11181f709266a" providerId="LiveId" clId="{9186E0CD-109D-47DE-8883-49F901FD74B3}" dt="2020-08-11T16:17:10.530" v="1131" actId="47"/>
        <pc:sldMkLst>
          <pc:docMk/>
          <pc:sldMk cId="518264446" sldId="519"/>
        </pc:sldMkLst>
        <pc:spChg chg="del">
          <ac:chgData name="翟 锐" userId="fef11181f709266a" providerId="LiveId" clId="{9186E0CD-109D-47DE-8883-49F901FD74B3}" dt="2020-08-11T16:17:00.987" v="1127" actId="478"/>
          <ac:spMkLst>
            <pc:docMk/>
            <pc:sldMk cId="518264446" sldId="519"/>
            <ac:spMk id="2" creationId="{00000000-0000-0000-0000-000000000000}"/>
          </ac:spMkLst>
        </pc:spChg>
        <pc:spChg chg="del">
          <ac:chgData name="翟 锐" userId="fef11181f709266a" providerId="LiveId" clId="{9186E0CD-109D-47DE-8883-49F901FD74B3}" dt="2020-08-11T16:17:03.151" v="1128" actId="21"/>
          <ac:spMkLst>
            <pc:docMk/>
            <pc:sldMk cId="518264446" sldId="519"/>
            <ac:spMk id="3" creationId="{00000000-0000-0000-0000-000000000000}"/>
          </ac:spMkLst>
        </pc:spChg>
        <pc:spChg chg="del">
          <ac:chgData name="翟 锐" userId="fef11181f709266a" providerId="LiveId" clId="{9186E0CD-109D-47DE-8883-49F901FD74B3}" dt="2020-08-11T16:17:03.151" v="1128" actId="21"/>
          <ac:spMkLst>
            <pc:docMk/>
            <pc:sldMk cId="518264446" sldId="519"/>
            <ac:spMk id="11" creationId="{00000000-0000-0000-0000-000000000000}"/>
          </ac:spMkLst>
        </pc:spChg>
        <pc:spChg chg="del">
          <ac:chgData name="翟 锐" userId="fef11181f709266a" providerId="LiveId" clId="{9186E0CD-109D-47DE-8883-49F901FD74B3}" dt="2020-08-11T16:17:03.151" v="1128" actId="21"/>
          <ac:spMkLst>
            <pc:docMk/>
            <pc:sldMk cId="518264446" sldId="519"/>
            <ac:spMk id="14" creationId="{00000000-0000-0000-0000-000000000000}"/>
          </ac:spMkLst>
        </pc:spChg>
        <pc:spChg chg="del mod">
          <ac:chgData name="翟 锐" userId="fef11181f709266a" providerId="LiveId" clId="{9186E0CD-109D-47DE-8883-49F901FD74B3}" dt="2020-08-11T16:17:03.151" v="1128" actId="21"/>
          <ac:spMkLst>
            <pc:docMk/>
            <pc:sldMk cId="518264446" sldId="519"/>
            <ac:spMk id="15" creationId="{00000000-0000-0000-0000-000000000000}"/>
          </ac:spMkLst>
        </pc:spChg>
        <pc:spChg chg="del">
          <ac:chgData name="翟 锐" userId="fef11181f709266a" providerId="LiveId" clId="{9186E0CD-109D-47DE-8883-49F901FD74B3}" dt="2020-08-11T16:17:03.151" v="1128" actId="21"/>
          <ac:spMkLst>
            <pc:docMk/>
            <pc:sldMk cId="518264446" sldId="519"/>
            <ac:spMk id="17" creationId="{00000000-0000-0000-0000-000000000000}"/>
          </ac:spMkLst>
        </pc:spChg>
      </pc:sldChg>
      <pc:sldChg chg="delSp modSp del mod delAnim">
        <pc:chgData name="翟 锐" userId="fef11181f709266a" providerId="LiveId" clId="{9186E0CD-109D-47DE-8883-49F901FD74B3}" dt="2020-08-11T16:17:33.098" v="1143" actId="47"/>
        <pc:sldMkLst>
          <pc:docMk/>
          <pc:sldMk cId="692279094" sldId="520"/>
        </pc:sldMkLst>
        <pc:spChg chg="del mod">
          <ac:chgData name="翟 锐" userId="fef11181f709266a" providerId="LiveId" clId="{9186E0CD-109D-47DE-8883-49F901FD74B3}" dt="2020-08-11T16:17:13.926" v="1134"/>
          <ac:spMkLst>
            <pc:docMk/>
            <pc:sldMk cId="692279094" sldId="520"/>
            <ac:spMk id="2" creationId="{00000000-0000-0000-0000-000000000000}"/>
          </ac:spMkLst>
        </pc:spChg>
        <pc:spChg chg="del">
          <ac:chgData name="翟 锐" userId="fef11181f709266a" providerId="LiveId" clId="{9186E0CD-109D-47DE-8883-49F901FD74B3}" dt="2020-08-11T16:17:27.248" v="1140" actId="21"/>
          <ac:spMkLst>
            <pc:docMk/>
            <pc:sldMk cId="692279094" sldId="520"/>
            <ac:spMk id="3" creationId="{00000000-0000-0000-0000-000000000000}"/>
          </ac:spMkLst>
        </pc:spChg>
        <pc:spChg chg="del">
          <ac:chgData name="翟 锐" userId="fef11181f709266a" providerId="LiveId" clId="{9186E0CD-109D-47DE-8883-49F901FD74B3}" dt="2020-08-11T16:17:27.248" v="1140" actId="21"/>
          <ac:spMkLst>
            <pc:docMk/>
            <pc:sldMk cId="692279094" sldId="520"/>
            <ac:spMk id="14" creationId="{00000000-0000-0000-0000-000000000000}"/>
          </ac:spMkLst>
        </pc:spChg>
        <pc:spChg chg="del mod">
          <ac:chgData name="翟 锐" userId="fef11181f709266a" providerId="LiveId" clId="{9186E0CD-109D-47DE-8883-49F901FD74B3}" dt="2020-08-11T16:17:27.248" v="1140" actId="21"/>
          <ac:spMkLst>
            <pc:docMk/>
            <pc:sldMk cId="692279094" sldId="520"/>
            <ac:spMk id="15" creationId="{00000000-0000-0000-0000-000000000000}"/>
          </ac:spMkLst>
        </pc:spChg>
      </pc:sldChg>
      <pc:sldChg chg="delSp modSp add mod delAnim modAnim">
        <pc:chgData name="翟 锐" userId="fef11181f709266a" providerId="LiveId" clId="{9186E0CD-109D-47DE-8883-49F901FD74B3}" dt="2020-08-11T07:43:06.476" v="649"/>
        <pc:sldMkLst>
          <pc:docMk/>
          <pc:sldMk cId="126446515" sldId="521"/>
        </pc:sldMkLst>
        <pc:spChg chg="mod">
          <ac:chgData name="翟 锐" userId="fef11181f709266a" providerId="LiveId" clId="{9186E0CD-109D-47DE-8883-49F901FD74B3}" dt="2020-08-11T07:43:06.476" v="649"/>
          <ac:spMkLst>
            <pc:docMk/>
            <pc:sldMk cId="126446515" sldId="521"/>
            <ac:spMk id="2" creationId="{00000000-0000-0000-0000-000000000000}"/>
          </ac:spMkLst>
        </pc:spChg>
        <pc:spChg chg="del">
          <ac:chgData name="翟 锐" userId="fef11181f709266a" providerId="LiveId" clId="{9186E0CD-109D-47DE-8883-49F901FD74B3}" dt="2020-08-11T07:33:53.759" v="108" actId="478"/>
          <ac:spMkLst>
            <pc:docMk/>
            <pc:sldMk cId="126446515" sldId="521"/>
            <ac:spMk id="15" creationId="{00000000-0000-0000-0000-000000000000}"/>
          </ac:spMkLst>
        </pc:spChg>
        <pc:spChg chg="del">
          <ac:chgData name="翟 锐" userId="fef11181f709266a" providerId="LiveId" clId="{9186E0CD-109D-47DE-8883-49F901FD74B3}" dt="2020-08-11T07:33:53.759" v="108" actId="478"/>
          <ac:spMkLst>
            <pc:docMk/>
            <pc:sldMk cId="126446515" sldId="521"/>
            <ac:spMk id="16" creationId="{00000000-0000-0000-0000-000000000000}"/>
          </ac:spMkLst>
        </pc:spChg>
        <pc:spChg chg="del">
          <ac:chgData name="翟 锐" userId="fef11181f709266a" providerId="LiveId" clId="{9186E0CD-109D-47DE-8883-49F901FD74B3}" dt="2020-08-11T07:33:53.759" v="108" actId="478"/>
          <ac:spMkLst>
            <pc:docMk/>
            <pc:sldMk cId="126446515" sldId="521"/>
            <ac:spMk id="17" creationId="{00000000-0000-0000-0000-000000000000}"/>
          </ac:spMkLst>
        </pc:spChg>
        <pc:spChg chg="del">
          <ac:chgData name="翟 锐" userId="fef11181f709266a" providerId="LiveId" clId="{9186E0CD-109D-47DE-8883-49F901FD74B3}" dt="2020-08-11T07:33:53.759" v="108" actId="478"/>
          <ac:spMkLst>
            <pc:docMk/>
            <pc:sldMk cId="126446515" sldId="521"/>
            <ac:spMk id="18" creationId="{00000000-0000-0000-0000-000000000000}"/>
          </ac:spMkLst>
        </pc:spChg>
        <pc:spChg chg="del">
          <ac:chgData name="翟 锐" userId="fef11181f709266a" providerId="LiveId" clId="{9186E0CD-109D-47DE-8883-49F901FD74B3}" dt="2020-08-11T07:33:53.759" v="108" actId="478"/>
          <ac:spMkLst>
            <pc:docMk/>
            <pc:sldMk cId="126446515" sldId="521"/>
            <ac:spMk id="24" creationId="{00000000-0000-0000-0000-000000000000}"/>
          </ac:spMkLst>
        </pc:spChg>
        <pc:spChg chg="del">
          <ac:chgData name="翟 锐" userId="fef11181f709266a" providerId="LiveId" clId="{9186E0CD-109D-47DE-8883-49F901FD74B3}" dt="2020-08-11T07:33:53.759" v="108" actId="478"/>
          <ac:spMkLst>
            <pc:docMk/>
            <pc:sldMk cId="126446515" sldId="521"/>
            <ac:spMk id="25" creationId="{00000000-0000-0000-0000-000000000000}"/>
          </ac:spMkLst>
        </pc:spChg>
        <pc:spChg chg="del">
          <ac:chgData name="翟 锐" userId="fef11181f709266a" providerId="LiveId" clId="{9186E0CD-109D-47DE-8883-49F901FD74B3}" dt="2020-08-11T07:33:53.759" v="108" actId="478"/>
          <ac:spMkLst>
            <pc:docMk/>
            <pc:sldMk cId="126446515" sldId="521"/>
            <ac:spMk id="26" creationId="{00000000-0000-0000-0000-000000000000}"/>
          </ac:spMkLst>
        </pc:spChg>
        <pc:spChg chg="del">
          <ac:chgData name="翟 锐" userId="fef11181f709266a" providerId="LiveId" clId="{9186E0CD-109D-47DE-8883-49F901FD74B3}" dt="2020-08-11T07:33:53.759" v="108" actId="478"/>
          <ac:spMkLst>
            <pc:docMk/>
            <pc:sldMk cId="126446515" sldId="521"/>
            <ac:spMk id="27" creationId="{00000000-0000-0000-0000-000000000000}"/>
          </ac:spMkLst>
        </pc:spChg>
        <pc:spChg chg="del">
          <ac:chgData name="翟 锐" userId="fef11181f709266a" providerId="LiveId" clId="{9186E0CD-109D-47DE-8883-49F901FD74B3}" dt="2020-08-11T07:33:53.759" v="108" actId="478"/>
          <ac:spMkLst>
            <pc:docMk/>
            <pc:sldMk cId="126446515" sldId="521"/>
            <ac:spMk id="28" creationId="{00000000-0000-0000-0000-000000000000}"/>
          </ac:spMkLst>
        </pc:spChg>
        <pc:spChg chg="del">
          <ac:chgData name="翟 锐" userId="fef11181f709266a" providerId="LiveId" clId="{9186E0CD-109D-47DE-8883-49F901FD74B3}" dt="2020-08-11T07:33:53.759" v="108" actId="478"/>
          <ac:spMkLst>
            <pc:docMk/>
            <pc:sldMk cId="126446515" sldId="521"/>
            <ac:spMk id="30" creationId="{00000000-0000-0000-0000-000000000000}"/>
          </ac:spMkLst>
        </pc:spChg>
      </pc:sldChg>
      <pc:sldChg chg="delSp modSp add del mod addAnim delAnim modAnim">
        <pc:chgData name="翟 锐" userId="fef11181f709266a" providerId="LiveId" clId="{9186E0CD-109D-47DE-8883-49F901FD74B3}" dt="2020-08-11T07:42:29.985" v="620" actId="47"/>
        <pc:sldMkLst>
          <pc:docMk/>
          <pc:sldMk cId="2471176566" sldId="522"/>
        </pc:sldMkLst>
        <pc:spChg chg="mod">
          <ac:chgData name="翟 锐" userId="fef11181f709266a" providerId="LiveId" clId="{9186E0CD-109D-47DE-8883-49F901FD74B3}" dt="2020-08-11T07:37:10.814" v="517"/>
          <ac:spMkLst>
            <pc:docMk/>
            <pc:sldMk cId="2471176566" sldId="522"/>
            <ac:spMk id="35" creationId="{00000000-0000-0000-0000-000000000000}"/>
          </ac:spMkLst>
        </pc:spChg>
        <pc:spChg chg="del mod">
          <ac:chgData name="翟 锐" userId="fef11181f709266a" providerId="LiveId" clId="{9186E0CD-109D-47DE-8883-49F901FD74B3}" dt="2020-08-11T07:42:16.051" v="616" actId="21"/>
          <ac:spMkLst>
            <pc:docMk/>
            <pc:sldMk cId="2471176566" sldId="522"/>
            <ac:spMk id="6153" creationId="{00000000-0000-0000-0000-000000000000}"/>
          </ac:spMkLst>
        </pc:spChg>
        <pc:graphicFrameChg chg="del">
          <ac:chgData name="翟 锐" userId="fef11181f709266a" providerId="LiveId" clId="{9186E0CD-109D-47DE-8883-49F901FD74B3}" dt="2020-08-11T07:37:32.952" v="535" actId="478"/>
          <ac:graphicFrameMkLst>
            <pc:docMk/>
            <pc:sldMk cId="2471176566" sldId="522"/>
            <ac:graphicFrameMk id="3" creationId="{00000000-0000-0000-0000-000000000000}"/>
          </ac:graphicFrameMkLst>
        </pc:graphicFrameChg>
      </pc:sldChg>
      <pc:sldChg chg="addSp delSp modSp add mod delAnim modAnim">
        <pc:chgData name="翟 锐" userId="fef11181f709266a" providerId="LiveId" clId="{9186E0CD-109D-47DE-8883-49F901FD74B3}" dt="2020-08-11T07:40:43.255" v="596" actId="1076"/>
        <pc:sldMkLst>
          <pc:docMk/>
          <pc:sldMk cId="2564856266" sldId="523"/>
        </pc:sldMkLst>
        <pc:spChg chg="mod">
          <ac:chgData name="翟 锐" userId="fef11181f709266a" providerId="LiveId" clId="{9186E0CD-109D-47DE-8883-49F901FD74B3}" dt="2020-08-11T07:37:51.204" v="538"/>
          <ac:spMkLst>
            <pc:docMk/>
            <pc:sldMk cId="2564856266" sldId="523"/>
            <ac:spMk id="7" creationId="{E28CD7F7-A868-41BE-A1AC-FFF14407A8AC}"/>
          </ac:spMkLst>
        </pc:spChg>
        <pc:spChg chg="mod">
          <ac:chgData name="翟 锐" userId="fef11181f709266a" providerId="LiveId" clId="{9186E0CD-109D-47DE-8883-49F901FD74B3}" dt="2020-08-11T07:37:51.204" v="538"/>
          <ac:spMkLst>
            <pc:docMk/>
            <pc:sldMk cId="2564856266" sldId="523"/>
            <ac:spMk id="8" creationId="{3873F4C8-A015-4D56-8BD3-76F99AE0CCFB}"/>
          </ac:spMkLst>
        </pc:spChg>
        <pc:spChg chg="mod">
          <ac:chgData name="翟 锐" userId="fef11181f709266a" providerId="LiveId" clId="{9186E0CD-109D-47DE-8883-49F901FD74B3}" dt="2020-08-11T07:37:51.204" v="538"/>
          <ac:spMkLst>
            <pc:docMk/>
            <pc:sldMk cId="2564856266" sldId="523"/>
            <ac:spMk id="9" creationId="{3C146FE2-C339-444D-AE2A-0D2BABCA7752}"/>
          </ac:spMkLst>
        </pc:spChg>
        <pc:spChg chg="mod">
          <ac:chgData name="翟 锐" userId="fef11181f709266a" providerId="LiveId" clId="{9186E0CD-109D-47DE-8883-49F901FD74B3}" dt="2020-08-11T07:37:51.204" v="538"/>
          <ac:spMkLst>
            <pc:docMk/>
            <pc:sldMk cId="2564856266" sldId="523"/>
            <ac:spMk id="12" creationId="{6C3CB73F-B902-4C06-A93D-8FCAE8E9677D}"/>
          </ac:spMkLst>
        </pc:spChg>
        <pc:spChg chg="mod">
          <ac:chgData name="翟 锐" userId="fef11181f709266a" providerId="LiveId" clId="{9186E0CD-109D-47DE-8883-49F901FD74B3}" dt="2020-08-11T07:37:53.769" v="541"/>
          <ac:spMkLst>
            <pc:docMk/>
            <pc:sldMk cId="2564856266" sldId="523"/>
            <ac:spMk id="15" creationId="{334BB652-AB0A-4959-9F8B-DAD5AC0EDE24}"/>
          </ac:spMkLst>
        </pc:spChg>
        <pc:spChg chg="mod">
          <ac:chgData name="翟 锐" userId="fef11181f709266a" providerId="LiveId" clId="{9186E0CD-109D-47DE-8883-49F901FD74B3}" dt="2020-08-11T07:37:53.769" v="541"/>
          <ac:spMkLst>
            <pc:docMk/>
            <pc:sldMk cId="2564856266" sldId="523"/>
            <ac:spMk id="16" creationId="{BCDF4F6C-FFC6-46EA-8FF3-14C3713113A0}"/>
          </ac:spMkLst>
        </pc:spChg>
        <pc:spChg chg="mod">
          <ac:chgData name="翟 锐" userId="fef11181f709266a" providerId="LiveId" clId="{9186E0CD-109D-47DE-8883-49F901FD74B3}" dt="2020-08-11T07:37:53.769" v="541"/>
          <ac:spMkLst>
            <pc:docMk/>
            <pc:sldMk cId="2564856266" sldId="523"/>
            <ac:spMk id="17" creationId="{A804A3E9-AD7C-4C88-B6C2-3AD00EA6D66F}"/>
          </ac:spMkLst>
        </pc:spChg>
        <pc:spChg chg="mod">
          <ac:chgData name="翟 锐" userId="fef11181f709266a" providerId="LiveId" clId="{9186E0CD-109D-47DE-8883-49F901FD74B3}" dt="2020-08-11T07:37:53.769" v="541"/>
          <ac:spMkLst>
            <pc:docMk/>
            <pc:sldMk cId="2564856266" sldId="523"/>
            <ac:spMk id="20" creationId="{48D4DAC0-3FFA-40C1-AD0B-F854C5F6B1D6}"/>
          </ac:spMkLst>
        </pc:spChg>
        <pc:spChg chg="mod">
          <ac:chgData name="翟 锐" userId="fef11181f709266a" providerId="LiveId" clId="{9186E0CD-109D-47DE-8883-49F901FD74B3}" dt="2020-08-11T07:38:03.553" v="544" actId="6549"/>
          <ac:spMkLst>
            <pc:docMk/>
            <pc:sldMk cId="2564856266" sldId="523"/>
            <ac:spMk id="35" creationId="{00000000-0000-0000-0000-000000000000}"/>
          </ac:spMkLst>
        </pc:spChg>
        <pc:spChg chg="del mod">
          <ac:chgData name="翟 锐" userId="fef11181f709266a" providerId="LiveId" clId="{9186E0CD-109D-47DE-8883-49F901FD74B3}" dt="2020-08-11T07:37:57.962" v="543"/>
          <ac:spMkLst>
            <pc:docMk/>
            <pc:sldMk cId="2564856266" sldId="523"/>
            <ac:spMk id="6153" creationId="{00000000-0000-0000-0000-000000000000}"/>
          </ac:spMkLst>
        </pc:spChg>
        <pc:grpChg chg="add del mod">
          <ac:chgData name="翟 锐" userId="fef11181f709266a" providerId="LiveId" clId="{9186E0CD-109D-47DE-8883-49F901FD74B3}" dt="2020-08-11T07:37:51.853" v="539"/>
          <ac:grpSpMkLst>
            <pc:docMk/>
            <pc:sldMk cId="2564856266" sldId="523"/>
            <ac:grpSpMk id="6" creationId="{F487AD8D-F3A4-4FD4-98A3-ED14E1283FFC}"/>
          </ac:grpSpMkLst>
        </pc:grpChg>
        <pc:grpChg chg="add mod">
          <ac:chgData name="翟 锐" userId="fef11181f709266a" providerId="LiveId" clId="{9186E0CD-109D-47DE-8883-49F901FD74B3}" dt="2020-08-11T07:40:43.255" v="596" actId="1076"/>
          <ac:grpSpMkLst>
            <pc:docMk/>
            <pc:sldMk cId="2564856266" sldId="523"/>
            <ac:grpSpMk id="14" creationId="{558E8959-AC0F-4CE1-8976-5871DE6269FA}"/>
          </ac:grpSpMkLst>
        </pc:grpChg>
        <pc:cxnChg chg="mod">
          <ac:chgData name="翟 锐" userId="fef11181f709266a" providerId="LiveId" clId="{9186E0CD-109D-47DE-8883-49F901FD74B3}" dt="2020-08-11T07:37:51.204" v="538"/>
          <ac:cxnSpMkLst>
            <pc:docMk/>
            <pc:sldMk cId="2564856266" sldId="523"/>
            <ac:cxnSpMk id="10" creationId="{69CF98D1-118F-4512-8355-4B64FBBE5C55}"/>
          </ac:cxnSpMkLst>
        </pc:cxnChg>
        <pc:cxnChg chg="mod">
          <ac:chgData name="翟 锐" userId="fef11181f709266a" providerId="LiveId" clId="{9186E0CD-109D-47DE-8883-49F901FD74B3}" dt="2020-08-11T07:37:51.204" v="538"/>
          <ac:cxnSpMkLst>
            <pc:docMk/>
            <pc:sldMk cId="2564856266" sldId="523"/>
            <ac:cxnSpMk id="11" creationId="{A5773B09-E267-4B4E-8B89-2BD735AA8F9E}"/>
          </ac:cxnSpMkLst>
        </pc:cxnChg>
        <pc:cxnChg chg="mod">
          <ac:chgData name="翟 锐" userId="fef11181f709266a" providerId="LiveId" clId="{9186E0CD-109D-47DE-8883-49F901FD74B3}" dt="2020-08-11T07:37:51.204" v="538"/>
          <ac:cxnSpMkLst>
            <pc:docMk/>
            <pc:sldMk cId="2564856266" sldId="523"/>
            <ac:cxnSpMk id="13" creationId="{4E08240E-CE52-4136-89F0-1357A916BBDD}"/>
          </ac:cxnSpMkLst>
        </pc:cxnChg>
        <pc:cxnChg chg="mod">
          <ac:chgData name="翟 锐" userId="fef11181f709266a" providerId="LiveId" clId="{9186E0CD-109D-47DE-8883-49F901FD74B3}" dt="2020-08-11T07:37:53.769" v="541"/>
          <ac:cxnSpMkLst>
            <pc:docMk/>
            <pc:sldMk cId="2564856266" sldId="523"/>
            <ac:cxnSpMk id="18" creationId="{6E124403-DBE0-4CDF-86CA-0FC3AFD1DA30}"/>
          </ac:cxnSpMkLst>
        </pc:cxnChg>
        <pc:cxnChg chg="mod">
          <ac:chgData name="翟 锐" userId="fef11181f709266a" providerId="LiveId" clId="{9186E0CD-109D-47DE-8883-49F901FD74B3}" dt="2020-08-11T07:37:53.769" v="541"/>
          <ac:cxnSpMkLst>
            <pc:docMk/>
            <pc:sldMk cId="2564856266" sldId="523"/>
            <ac:cxnSpMk id="19" creationId="{27C8ADA0-7DFC-486A-BE74-AAD0C58753C9}"/>
          </ac:cxnSpMkLst>
        </pc:cxnChg>
        <pc:cxnChg chg="mod">
          <ac:chgData name="翟 锐" userId="fef11181f709266a" providerId="LiveId" clId="{9186E0CD-109D-47DE-8883-49F901FD74B3}" dt="2020-08-11T07:37:53.769" v="541"/>
          <ac:cxnSpMkLst>
            <pc:docMk/>
            <pc:sldMk cId="2564856266" sldId="523"/>
            <ac:cxnSpMk id="21" creationId="{F3B89A50-462D-43A6-919B-FD134E0EBD82}"/>
          </ac:cxnSpMkLst>
        </pc:cxnChg>
      </pc:sldChg>
      <pc:sldChg chg="add del">
        <pc:chgData name="翟 锐" userId="fef11181f709266a" providerId="LiveId" clId="{9186E0CD-109D-47DE-8883-49F901FD74B3}" dt="2020-08-11T07:38:20.585" v="546"/>
        <pc:sldMkLst>
          <pc:docMk/>
          <pc:sldMk cId="750536598" sldId="524"/>
        </pc:sldMkLst>
      </pc:sldChg>
      <pc:sldChg chg="addSp delSp modSp add mod modAnim">
        <pc:chgData name="翟 锐" userId="fef11181f709266a" providerId="LiveId" clId="{9186E0CD-109D-47DE-8883-49F901FD74B3}" dt="2020-08-11T07:40:48.885" v="597" actId="6549"/>
        <pc:sldMkLst>
          <pc:docMk/>
          <pc:sldMk cId="3798856873" sldId="524"/>
        </pc:sldMkLst>
        <pc:spChg chg="mod">
          <ac:chgData name="翟 锐" userId="fef11181f709266a" providerId="LiveId" clId="{9186E0CD-109D-47DE-8883-49F901FD74B3}" dt="2020-08-11T07:39:07.344" v="559"/>
          <ac:spMkLst>
            <pc:docMk/>
            <pc:sldMk cId="3798856873" sldId="524"/>
            <ac:spMk id="7" creationId="{08FDA424-B7C1-476F-A0A8-02F5CB984DC0}"/>
          </ac:spMkLst>
        </pc:spChg>
        <pc:spChg chg="mod">
          <ac:chgData name="翟 锐" userId="fef11181f709266a" providerId="LiveId" clId="{9186E0CD-109D-47DE-8883-49F901FD74B3}" dt="2020-08-11T07:39:07.344" v="559"/>
          <ac:spMkLst>
            <pc:docMk/>
            <pc:sldMk cId="3798856873" sldId="524"/>
            <ac:spMk id="8" creationId="{88BEED62-C89E-404B-AF35-5BC1112D830D}"/>
          </ac:spMkLst>
        </pc:spChg>
        <pc:spChg chg="mod">
          <ac:chgData name="翟 锐" userId="fef11181f709266a" providerId="LiveId" clId="{9186E0CD-109D-47DE-8883-49F901FD74B3}" dt="2020-08-11T07:39:07.344" v="559"/>
          <ac:spMkLst>
            <pc:docMk/>
            <pc:sldMk cId="3798856873" sldId="524"/>
            <ac:spMk id="9" creationId="{34E6B9C3-A04B-4E48-ABEF-F98F1101248C}"/>
          </ac:spMkLst>
        </pc:spChg>
        <pc:spChg chg="mod">
          <ac:chgData name="翟 锐" userId="fef11181f709266a" providerId="LiveId" clId="{9186E0CD-109D-47DE-8883-49F901FD74B3}" dt="2020-08-11T07:39:07.344" v="559"/>
          <ac:spMkLst>
            <pc:docMk/>
            <pc:sldMk cId="3798856873" sldId="524"/>
            <ac:spMk id="10" creationId="{F6133837-92C2-4BD2-B22B-DBAFD818DC1E}"/>
          </ac:spMkLst>
        </pc:spChg>
        <pc:spChg chg="add mod">
          <ac:chgData name="翟 锐" userId="fef11181f709266a" providerId="LiveId" clId="{9186E0CD-109D-47DE-8883-49F901FD74B3}" dt="2020-08-11T07:40:22.137" v="591" actId="1076"/>
          <ac:spMkLst>
            <pc:docMk/>
            <pc:sldMk cId="3798856873" sldId="524"/>
            <ac:spMk id="15" creationId="{96E4F941-CE12-4333-8AD6-F91BEA25ACDA}"/>
          </ac:spMkLst>
        </pc:spChg>
        <pc:spChg chg="add mod">
          <ac:chgData name="翟 锐" userId="fef11181f709266a" providerId="LiveId" clId="{9186E0CD-109D-47DE-8883-49F901FD74B3}" dt="2020-08-11T07:40:22.137" v="591" actId="1076"/>
          <ac:spMkLst>
            <pc:docMk/>
            <pc:sldMk cId="3798856873" sldId="524"/>
            <ac:spMk id="16" creationId="{09BEF1F9-707F-46CB-8BDD-5A5E76AC182A}"/>
          </ac:spMkLst>
        </pc:spChg>
        <pc:spChg chg="add mod">
          <ac:chgData name="翟 锐" userId="fef11181f709266a" providerId="LiveId" clId="{9186E0CD-109D-47DE-8883-49F901FD74B3}" dt="2020-08-11T07:40:22.137" v="591" actId="1076"/>
          <ac:spMkLst>
            <pc:docMk/>
            <pc:sldMk cId="3798856873" sldId="524"/>
            <ac:spMk id="17" creationId="{3ACED74C-0CC1-49B4-BC2C-5F25B8E1CD7C}"/>
          </ac:spMkLst>
        </pc:spChg>
        <pc:spChg chg="add mod">
          <ac:chgData name="翟 锐" userId="fef11181f709266a" providerId="LiveId" clId="{9186E0CD-109D-47DE-8883-49F901FD74B3}" dt="2020-08-11T07:40:22.137" v="591" actId="1076"/>
          <ac:spMkLst>
            <pc:docMk/>
            <pc:sldMk cId="3798856873" sldId="524"/>
            <ac:spMk id="18" creationId="{A48981F7-B92E-446F-964D-C7C718E6EFA3}"/>
          </ac:spMkLst>
        </pc:spChg>
        <pc:spChg chg="add mod">
          <ac:chgData name="翟 锐" userId="fef11181f709266a" providerId="LiveId" clId="{9186E0CD-109D-47DE-8883-49F901FD74B3}" dt="2020-08-11T07:40:22.137" v="591" actId="1076"/>
          <ac:spMkLst>
            <pc:docMk/>
            <pc:sldMk cId="3798856873" sldId="524"/>
            <ac:spMk id="19" creationId="{A530C506-9AB1-4C20-A5B2-130AE912ED15}"/>
          </ac:spMkLst>
        </pc:spChg>
        <pc:spChg chg="mod">
          <ac:chgData name="翟 锐" userId="fef11181f709266a" providerId="LiveId" clId="{9186E0CD-109D-47DE-8883-49F901FD74B3}" dt="2020-08-11T07:40:48.885" v="597" actId="6549"/>
          <ac:spMkLst>
            <pc:docMk/>
            <pc:sldMk cId="3798856873" sldId="524"/>
            <ac:spMk id="35" creationId="{00000000-0000-0000-0000-000000000000}"/>
          </ac:spMkLst>
        </pc:spChg>
        <pc:spChg chg="del mod">
          <ac:chgData name="翟 锐" userId="fef11181f709266a" providerId="LiveId" clId="{9186E0CD-109D-47DE-8883-49F901FD74B3}" dt="2020-08-11T07:40:09.868" v="589" actId="478"/>
          <ac:spMkLst>
            <pc:docMk/>
            <pc:sldMk cId="3798856873" sldId="524"/>
            <ac:spMk id="6153" creationId="{00000000-0000-0000-0000-000000000000}"/>
          </ac:spMkLst>
        </pc:spChg>
        <pc:grpChg chg="add del mod">
          <ac:chgData name="翟 锐" userId="fef11181f709266a" providerId="LiveId" clId="{9186E0CD-109D-47DE-8883-49F901FD74B3}" dt="2020-08-11T07:39:17.400" v="562"/>
          <ac:grpSpMkLst>
            <pc:docMk/>
            <pc:sldMk cId="3798856873" sldId="524"/>
            <ac:grpSpMk id="6" creationId="{79AA6AB5-92B6-4521-A976-AF329DD293AC}"/>
          </ac:grpSpMkLst>
        </pc:grpChg>
        <pc:cxnChg chg="mod">
          <ac:chgData name="翟 锐" userId="fef11181f709266a" providerId="LiveId" clId="{9186E0CD-109D-47DE-8883-49F901FD74B3}" dt="2020-08-11T07:39:07.344" v="559"/>
          <ac:cxnSpMkLst>
            <pc:docMk/>
            <pc:sldMk cId="3798856873" sldId="524"/>
            <ac:cxnSpMk id="11" creationId="{DFF15780-E6C0-4ED6-8690-89276B6B5C46}"/>
          </ac:cxnSpMkLst>
        </pc:cxnChg>
        <pc:cxnChg chg="mod">
          <ac:chgData name="翟 锐" userId="fef11181f709266a" providerId="LiveId" clId="{9186E0CD-109D-47DE-8883-49F901FD74B3}" dt="2020-08-11T07:39:07.344" v="559"/>
          <ac:cxnSpMkLst>
            <pc:docMk/>
            <pc:sldMk cId="3798856873" sldId="524"/>
            <ac:cxnSpMk id="12" creationId="{BF7F1788-37DA-4B65-BCAF-6A02368C7961}"/>
          </ac:cxnSpMkLst>
        </pc:cxnChg>
        <pc:cxnChg chg="mod">
          <ac:chgData name="翟 锐" userId="fef11181f709266a" providerId="LiveId" clId="{9186E0CD-109D-47DE-8883-49F901FD74B3}" dt="2020-08-11T07:39:07.344" v="559"/>
          <ac:cxnSpMkLst>
            <pc:docMk/>
            <pc:sldMk cId="3798856873" sldId="524"/>
            <ac:cxnSpMk id="13" creationId="{FA0375B3-BC5E-4CC3-B3A1-AA60ACE2AD3E}"/>
          </ac:cxnSpMkLst>
        </pc:cxnChg>
        <pc:cxnChg chg="mod">
          <ac:chgData name="翟 锐" userId="fef11181f709266a" providerId="LiveId" clId="{9186E0CD-109D-47DE-8883-49F901FD74B3}" dt="2020-08-11T07:39:07.344" v="559"/>
          <ac:cxnSpMkLst>
            <pc:docMk/>
            <pc:sldMk cId="3798856873" sldId="524"/>
            <ac:cxnSpMk id="14" creationId="{B017B143-68B2-410D-BFAC-3A3E127F3ADD}"/>
          </ac:cxnSpMkLst>
        </pc:cxnChg>
        <pc:cxnChg chg="add mod">
          <ac:chgData name="翟 锐" userId="fef11181f709266a" providerId="LiveId" clId="{9186E0CD-109D-47DE-8883-49F901FD74B3}" dt="2020-08-11T07:40:22.137" v="591" actId="1076"/>
          <ac:cxnSpMkLst>
            <pc:docMk/>
            <pc:sldMk cId="3798856873" sldId="524"/>
            <ac:cxnSpMk id="20" creationId="{91B42AB8-2222-40AA-BD9A-F88ACE31A017}"/>
          </ac:cxnSpMkLst>
        </pc:cxnChg>
        <pc:cxnChg chg="add mod">
          <ac:chgData name="翟 锐" userId="fef11181f709266a" providerId="LiveId" clId="{9186E0CD-109D-47DE-8883-49F901FD74B3}" dt="2020-08-11T07:40:22.137" v="591" actId="1076"/>
          <ac:cxnSpMkLst>
            <pc:docMk/>
            <pc:sldMk cId="3798856873" sldId="524"/>
            <ac:cxnSpMk id="21" creationId="{337A3DC7-4B5F-4CB1-84F6-94979CF4F5F4}"/>
          </ac:cxnSpMkLst>
        </pc:cxnChg>
        <pc:cxnChg chg="add mod">
          <ac:chgData name="翟 锐" userId="fef11181f709266a" providerId="LiveId" clId="{9186E0CD-109D-47DE-8883-49F901FD74B3}" dt="2020-08-11T07:40:22.137" v="591" actId="1076"/>
          <ac:cxnSpMkLst>
            <pc:docMk/>
            <pc:sldMk cId="3798856873" sldId="524"/>
            <ac:cxnSpMk id="22" creationId="{A6655F0C-8171-4497-BA04-3C7E85F3DC52}"/>
          </ac:cxnSpMkLst>
        </pc:cxnChg>
        <pc:cxnChg chg="add mod">
          <ac:chgData name="翟 锐" userId="fef11181f709266a" providerId="LiveId" clId="{9186E0CD-109D-47DE-8883-49F901FD74B3}" dt="2020-08-11T07:40:22.137" v="591" actId="1076"/>
          <ac:cxnSpMkLst>
            <pc:docMk/>
            <pc:sldMk cId="3798856873" sldId="524"/>
            <ac:cxnSpMk id="23" creationId="{6E9DCE12-9FFF-4B17-B4F0-0A17088C1FC1}"/>
          </ac:cxnSpMkLst>
        </pc:cxnChg>
      </pc:sldChg>
      <pc:sldChg chg="addSp delSp modSp add del mod">
        <pc:chgData name="翟 锐" userId="fef11181f709266a" providerId="LiveId" clId="{9186E0CD-109D-47DE-8883-49F901FD74B3}" dt="2020-08-11T07:40:00.196" v="585"/>
        <pc:sldMkLst>
          <pc:docMk/>
          <pc:sldMk cId="318237467" sldId="525"/>
        </pc:sldMkLst>
        <pc:spChg chg="mod">
          <ac:chgData name="翟 锐" userId="fef11181f709266a" providerId="LiveId" clId="{9186E0CD-109D-47DE-8883-49F901FD74B3}" dt="2020-08-11T07:39:42.196" v="572"/>
          <ac:spMkLst>
            <pc:docMk/>
            <pc:sldMk cId="318237467" sldId="525"/>
            <ac:spMk id="22" creationId="{D7121ADF-5639-4611-B9BC-192C2E9976DA}"/>
          </ac:spMkLst>
        </pc:spChg>
        <pc:spChg chg="mod">
          <ac:chgData name="翟 锐" userId="fef11181f709266a" providerId="LiveId" clId="{9186E0CD-109D-47DE-8883-49F901FD74B3}" dt="2020-08-11T07:39:42.196" v="572"/>
          <ac:spMkLst>
            <pc:docMk/>
            <pc:sldMk cId="318237467" sldId="525"/>
            <ac:spMk id="23" creationId="{CC93C28A-AFFE-4753-8AF3-1BAA0BB31C25}"/>
          </ac:spMkLst>
        </pc:spChg>
        <pc:spChg chg="mod">
          <ac:chgData name="翟 锐" userId="fef11181f709266a" providerId="LiveId" clId="{9186E0CD-109D-47DE-8883-49F901FD74B3}" dt="2020-08-11T07:39:42.196" v="572"/>
          <ac:spMkLst>
            <pc:docMk/>
            <pc:sldMk cId="318237467" sldId="525"/>
            <ac:spMk id="24" creationId="{9DFED259-BAD8-45DC-95EE-D3092EFBC75B}"/>
          </ac:spMkLst>
        </pc:spChg>
        <pc:spChg chg="mod">
          <ac:chgData name="翟 锐" userId="fef11181f709266a" providerId="LiveId" clId="{9186E0CD-109D-47DE-8883-49F901FD74B3}" dt="2020-08-11T07:39:42.196" v="572"/>
          <ac:spMkLst>
            <pc:docMk/>
            <pc:sldMk cId="318237467" sldId="525"/>
            <ac:spMk id="25" creationId="{AF05B0A9-CBC6-4A91-A8AE-3F9149C9B2A7}"/>
          </ac:spMkLst>
        </pc:spChg>
        <pc:grpChg chg="add del mod">
          <ac:chgData name="翟 锐" userId="fef11181f709266a" providerId="LiveId" clId="{9186E0CD-109D-47DE-8883-49F901FD74B3}" dt="2020-08-11T07:39:59.632" v="583"/>
          <ac:grpSpMkLst>
            <pc:docMk/>
            <pc:sldMk cId="318237467" sldId="525"/>
            <ac:grpSpMk id="13" creationId="{23469F8E-C99B-47BB-BBD9-9EB2F05F701D}"/>
          </ac:grpSpMkLst>
        </pc:grpChg>
        <pc:grpChg chg="add del">
          <ac:chgData name="翟 锐" userId="fef11181f709266a" providerId="LiveId" clId="{9186E0CD-109D-47DE-8883-49F901FD74B3}" dt="2020-08-11T07:39:59.879" v="584" actId="478"/>
          <ac:grpSpMkLst>
            <pc:docMk/>
            <pc:sldMk cId="318237467" sldId="525"/>
            <ac:grpSpMk id="14" creationId="{558E8959-AC0F-4CE1-8976-5871DE6269FA}"/>
          </ac:grpSpMkLst>
        </pc:grpChg>
        <pc:cxnChg chg="mod">
          <ac:chgData name="翟 锐" userId="fef11181f709266a" providerId="LiveId" clId="{9186E0CD-109D-47DE-8883-49F901FD74B3}" dt="2020-08-11T07:39:59.879" v="584" actId="478"/>
          <ac:cxnSpMkLst>
            <pc:docMk/>
            <pc:sldMk cId="318237467" sldId="525"/>
            <ac:cxnSpMk id="18" creationId="{6E124403-DBE0-4CDF-86CA-0FC3AFD1DA30}"/>
          </ac:cxnSpMkLst>
        </pc:cxnChg>
        <pc:cxnChg chg="mod">
          <ac:chgData name="翟 锐" userId="fef11181f709266a" providerId="LiveId" clId="{9186E0CD-109D-47DE-8883-49F901FD74B3}" dt="2020-08-11T07:39:59.879" v="584" actId="478"/>
          <ac:cxnSpMkLst>
            <pc:docMk/>
            <pc:sldMk cId="318237467" sldId="525"/>
            <ac:cxnSpMk id="19" creationId="{27C8ADA0-7DFC-486A-BE74-AAD0C58753C9}"/>
          </ac:cxnSpMkLst>
        </pc:cxnChg>
        <pc:cxnChg chg="mod">
          <ac:chgData name="翟 锐" userId="fef11181f709266a" providerId="LiveId" clId="{9186E0CD-109D-47DE-8883-49F901FD74B3}" dt="2020-08-11T07:39:59.879" v="584" actId="478"/>
          <ac:cxnSpMkLst>
            <pc:docMk/>
            <pc:sldMk cId="318237467" sldId="525"/>
            <ac:cxnSpMk id="21" creationId="{F3B89A50-462D-43A6-919B-FD134E0EBD82}"/>
          </ac:cxnSpMkLst>
        </pc:cxnChg>
        <pc:cxnChg chg="mod">
          <ac:chgData name="翟 锐" userId="fef11181f709266a" providerId="LiveId" clId="{9186E0CD-109D-47DE-8883-49F901FD74B3}" dt="2020-08-11T07:39:42.196" v="572"/>
          <ac:cxnSpMkLst>
            <pc:docMk/>
            <pc:sldMk cId="318237467" sldId="525"/>
            <ac:cxnSpMk id="26" creationId="{B4B09451-5DD2-4CDB-817A-D83BB3374921}"/>
          </ac:cxnSpMkLst>
        </pc:cxnChg>
        <pc:cxnChg chg="mod">
          <ac:chgData name="翟 锐" userId="fef11181f709266a" providerId="LiveId" clId="{9186E0CD-109D-47DE-8883-49F901FD74B3}" dt="2020-08-11T07:39:42.196" v="572"/>
          <ac:cxnSpMkLst>
            <pc:docMk/>
            <pc:sldMk cId="318237467" sldId="525"/>
            <ac:cxnSpMk id="27" creationId="{D3AF86A8-CDBE-47A0-BE72-97AC10BE8ADC}"/>
          </ac:cxnSpMkLst>
        </pc:cxnChg>
        <pc:cxnChg chg="mod">
          <ac:chgData name="翟 锐" userId="fef11181f709266a" providerId="LiveId" clId="{9186E0CD-109D-47DE-8883-49F901FD74B3}" dt="2020-08-11T07:39:42.196" v="572"/>
          <ac:cxnSpMkLst>
            <pc:docMk/>
            <pc:sldMk cId="318237467" sldId="525"/>
            <ac:cxnSpMk id="28" creationId="{34FDD286-8A18-45EB-B9A2-EC8BABED16F2}"/>
          </ac:cxnSpMkLst>
        </pc:cxnChg>
        <pc:cxnChg chg="mod">
          <ac:chgData name="翟 锐" userId="fef11181f709266a" providerId="LiveId" clId="{9186E0CD-109D-47DE-8883-49F901FD74B3}" dt="2020-08-11T07:39:42.196" v="572"/>
          <ac:cxnSpMkLst>
            <pc:docMk/>
            <pc:sldMk cId="318237467" sldId="525"/>
            <ac:cxnSpMk id="29" creationId="{8A23BFF7-6685-4E88-AB91-92B552012AFC}"/>
          </ac:cxnSpMkLst>
        </pc:cxnChg>
      </pc:sldChg>
      <pc:sldChg chg="addSp delSp modSp add mod modAnim">
        <pc:chgData name="翟 锐" userId="fef11181f709266a" providerId="LiveId" clId="{9186E0CD-109D-47DE-8883-49F901FD74B3}" dt="2020-08-11T07:41:17.006" v="603" actId="1076"/>
        <pc:sldMkLst>
          <pc:docMk/>
          <pc:sldMk cId="1863681333" sldId="525"/>
        </pc:sldMkLst>
        <pc:spChg chg="add mod">
          <ac:chgData name="翟 锐" userId="fef11181f709266a" providerId="LiveId" clId="{9186E0CD-109D-47DE-8883-49F901FD74B3}" dt="2020-08-11T07:41:17.006" v="603" actId="1076"/>
          <ac:spMkLst>
            <pc:docMk/>
            <pc:sldMk cId="1863681333" sldId="525"/>
            <ac:spMk id="2" creationId="{6A7D786C-40D4-49E1-A7F1-0369C4779513}"/>
          </ac:spMkLst>
        </pc:spChg>
        <pc:spChg chg="del mod">
          <ac:chgData name="翟 锐" userId="fef11181f709266a" providerId="LiveId" clId="{9186E0CD-109D-47DE-8883-49F901FD74B3}" dt="2020-08-11T07:41:09.584" v="601" actId="478"/>
          <ac:spMkLst>
            <pc:docMk/>
            <pc:sldMk cId="1863681333" sldId="525"/>
            <ac:spMk id="6153" creationId="{00000000-0000-0000-0000-000000000000}"/>
          </ac:spMkLst>
        </pc:spChg>
      </pc:sldChg>
      <pc:sldChg chg="addSp delSp modSp add mod">
        <pc:chgData name="翟 锐" userId="fef11181f709266a" providerId="LiveId" clId="{9186E0CD-109D-47DE-8883-49F901FD74B3}" dt="2020-08-11T07:41:36.192" v="608" actId="1076"/>
        <pc:sldMkLst>
          <pc:docMk/>
          <pc:sldMk cId="213587464" sldId="526"/>
        </pc:sldMkLst>
        <pc:spChg chg="del">
          <ac:chgData name="翟 锐" userId="fef11181f709266a" providerId="LiveId" clId="{9186E0CD-109D-47DE-8883-49F901FD74B3}" dt="2020-08-11T07:41:28.371" v="606" actId="478"/>
          <ac:spMkLst>
            <pc:docMk/>
            <pc:sldMk cId="213587464" sldId="526"/>
            <ac:spMk id="2" creationId="{6A7D786C-40D4-49E1-A7F1-0369C4779513}"/>
          </ac:spMkLst>
        </pc:spChg>
        <pc:spChg chg="add mod">
          <ac:chgData name="翟 锐" userId="fef11181f709266a" providerId="LiveId" clId="{9186E0CD-109D-47DE-8883-49F901FD74B3}" dt="2020-08-11T07:41:36.192" v="608" actId="1076"/>
          <ac:spMkLst>
            <pc:docMk/>
            <pc:sldMk cId="213587464" sldId="526"/>
            <ac:spMk id="3" creationId="{7BA17B83-B821-4799-9D76-DA8D0C88DE96}"/>
          </ac:spMkLst>
        </pc:spChg>
      </pc:sldChg>
      <pc:sldChg chg="modSp add">
        <pc:chgData name="翟 锐" userId="fef11181f709266a" providerId="LiveId" clId="{9186E0CD-109D-47DE-8883-49F901FD74B3}" dt="2020-08-11T16:08:27.353" v="978" actId="20577"/>
        <pc:sldMkLst>
          <pc:docMk/>
          <pc:sldMk cId="3377042063" sldId="527"/>
        </pc:sldMkLst>
        <pc:spChg chg="mod">
          <ac:chgData name="翟 锐" userId="fef11181f709266a" providerId="LiveId" clId="{9186E0CD-109D-47DE-8883-49F901FD74B3}" dt="2020-08-11T16:08:27.353" v="978" actId="20577"/>
          <ac:spMkLst>
            <pc:docMk/>
            <pc:sldMk cId="3377042063" sldId="527"/>
            <ac:spMk id="2" creationId="{00000000-0000-0000-0000-000000000000}"/>
          </ac:spMkLst>
        </pc:spChg>
      </pc:sldChg>
      <pc:sldChg chg="addSp delSp modSp add mod modAnim">
        <pc:chgData name="翟 锐" userId="fef11181f709266a" providerId="LiveId" clId="{9186E0CD-109D-47DE-8883-49F901FD74B3}" dt="2020-08-11T15:49:25.061" v="682" actId="1076"/>
        <pc:sldMkLst>
          <pc:docMk/>
          <pc:sldMk cId="2247187880" sldId="528"/>
        </pc:sldMkLst>
        <pc:spChg chg="del">
          <ac:chgData name="翟 锐" userId="fef11181f709266a" providerId="LiveId" clId="{9186E0CD-109D-47DE-8883-49F901FD74B3}" dt="2020-08-11T15:49:19.034" v="680" actId="478"/>
          <ac:spMkLst>
            <pc:docMk/>
            <pc:sldMk cId="2247187880" sldId="528"/>
            <ac:spMk id="3" creationId="{7BA17B83-B821-4799-9D76-DA8D0C88DE96}"/>
          </ac:spMkLst>
        </pc:spChg>
        <pc:spChg chg="add mod">
          <ac:chgData name="翟 锐" userId="fef11181f709266a" providerId="LiveId" clId="{9186E0CD-109D-47DE-8883-49F901FD74B3}" dt="2020-08-11T15:49:25.061" v="682" actId="1076"/>
          <ac:spMkLst>
            <pc:docMk/>
            <pc:sldMk cId="2247187880" sldId="528"/>
            <ac:spMk id="6" creationId="{776CD6C9-EBB3-4DA3-BA09-2AA57E5AAEEB}"/>
          </ac:spMkLst>
        </pc:spChg>
        <pc:spChg chg="add mod">
          <ac:chgData name="翟 锐" userId="fef11181f709266a" providerId="LiveId" clId="{9186E0CD-109D-47DE-8883-49F901FD74B3}" dt="2020-08-11T15:49:25.061" v="682" actId="1076"/>
          <ac:spMkLst>
            <pc:docMk/>
            <pc:sldMk cId="2247187880" sldId="528"/>
            <ac:spMk id="7" creationId="{B4791DBE-7EA5-47B0-ADB8-F4FD53D23FBC}"/>
          </ac:spMkLst>
        </pc:spChg>
        <pc:spChg chg="add mod">
          <ac:chgData name="翟 锐" userId="fef11181f709266a" providerId="LiveId" clId="{9186E0CD-109D-47DE-8883-49F901FD74B3}" dt="2020-08-11T15:49:25.061" v="682" actId="1076"/>
          <ac:spMkLst>
            <pc:docMk/>
            <pc:sldMk cId="2247187880" sldId="528"/>
            <ac:spMk id="8" creationId="{6931FF21-8552-451C-8496-03221D36F3A0}"/>
          </ac:spMkLst>
        </pc:spChg>
        <pc:spChg chg="add mod">
          <ac:chgData name="翟 锐" userId="fef11181f709266a" providerId="LiveId" clId="{9186E0CD-109D-47DE-8883-49F901FD74B3}" dt="2020-08-11T15:49:25.061" v="682" actId="1076"/>
          <ac:spMkLst>
            <pc:docMk/>
            <pc:sldMk cId="2247187880" sldId="528"/>
            <ac:spMk id="9" creationId="{36F55687-19FD-45D9-B3AA-5A0EBCB190BF}"/>
          </ac:spMkLst>
        </pc:spChg>
        <pc:spChg chg="mod">
          <ac:chgData name="翟 锐" userId="fef11181f709266a" providerId="LiveId" clId="{9186E0CD-109D-47DE-8883-49F901FD74B3}" dt="2020-08-11T15:49:09.490" v="678"/>
          <ac:spMkLst>
            <pc:docMk/>
            <pc:sldMk cId="2247187880" sldId="528"/>
            <ac:spMk id="35" creationId="{00000000-0000-0000-0000-000000000000}"/>
          </ac:spMkLst>
        </pc:spChg>
      </pc:sldChg>
      <pc:sldChg chg="addSp delSp modSp add mod modAnim">
        <pc:chgData name="翟 锐" userId="fef11181f709266a" providerId="LiveId" clId="{9186E0CD-109D-47DE-8883-49F901FD74B3}" dt="2020-08-11T15:49:54.409" v="692" actId="1076"/>
        <pc:sldMkLst>
          <pc:docMk/>
          <pc:sldMk cId="2327867712" sldId="529"/>
        </pc:sldMkLst>
        <pc:spChg chg="del">
          <ac:chgData name="翟 锐" userId="fef11181f709266a" providerId="LiveId" clId="{9186E0CD-109D-47DE-8883-49F901FD74B3}" dt="2020-08-11T15:49:44.279" v="688" actId="478"/>
          <ac:spMkLst>
            <pc:docMk/>
            <pc:sldMk cId="2327867712" sldId="529"/>
            <ac:spMk id="3" creationId="{7BA17B83-B821-4799-9D76-DA8D0C88DE96}"/>
          </ac:spMkLst>
        </pc:spChg>
        <pc:spChg chg="add mod">
          <ac:chgData name="翟 锐" userId="fef11181f709266a" providerId="LiveId" clId="{9186E0CD-109D-47DE-8883-49F901FD74B3}" dt="2020-08-11T15:49:54.409" v="692" actId="1076"/>
          <ac:spMkLst>
            <pc:docMk/>
            <pc:sldMk cId="2327867712" sldId="529"/>
            <ac:spMk id="6" creationId="{5C76E53A-6861-4E3C-A61E-EB5C9423E41E}"/>
          </ac:spMkLst>
        </pc:spChg>
        <pc:spChg chg="add mod">
          <ac:chgData name="翟 锐" userId="fef11181f709266a" providerId="LiveId" clId="{9186E0CD-109D-47DE-8883-49F901FD74B3}" dt="2020-08-11T15:49:54.409" v="692" actId="1076"/>
          <ac:spMkLst>
            <pc:docMk/>
            <pc:sldMk cId="2327867712" sldId="529"/>
            <ac:spMk id="7" creationId="{CD2904B8-E61D-4508-9F7F-CBE57BAFBBE4}"/>
          </ac:spMkLst>
        </pc:spChg>
        <pc:spChg chg="add mod">
          <ac:chgData name="翟 锐" userId="fef11181f709266a" providerId="LiveId" clId="{9186E0CD-109D-47DE-8883-49F901FD74B3}" dt="2020-08-11T15:49:54.409" v="692" actId="1076"/>
          <ac:spMkLst>
            <pc:docMk/>
            <pc:sldMk cId="2327867712" sldId="529"/>
            <ac:spMk id="8" creationId="{846C1D5C-B505-4C4F-985F-877222C67FB7}"/>
          </ac:spMkLst>
        </pc:spChg>
        <pc:spChg chg="add mod">
          <ac:chgData name="翟 锐" userId="fef11181f709266a" providerId="LiveId" clId="{9186E0CD-109D-47DE-8883-49F901FD74B3}" dt="2020-08-11T15:49:54.409" v="692" actId="1076"/>
          <ac:spMkLst>
            <pc:docMk/>
            <pc:sldMk cId="2327867712" sldId="529"/>
            <ac:spMk id="9" creationId="{E408ECC0-2E74-4495-94DB-0CD14F6962D0}"/>
          </ac:spMkLst>
        </pc:spChg>
        <pc:spChg chg="add mod">
          <ac:chgData name="翟 锐" userId="fef11181f709266a" providerId="LiveId" clId="{9186E0CD-109D-47DE-8883-49F901FD74B3}" dt="2020-08-11T15:49:54.409" v="692" actId="1076"/>
          <ac:spMkLst>
            <pc:docMk/>
            <pc:sldMk cId="2327867712" sldId="529"/>
            <ac:spMk id="10" creationId="{7D296D20-42DB-49C0-A851-EE25272E381E}"/>
          </ac:spMkLst>
        </pc:spChg>
        <pc:spChg chg="add mod">
          <ac:chgData name="翟 锐" userId="fef11181f709266a" providerId="LiveId" clId="{9186E0CD-109D-47DE-8883-49F901FD74B3}" dt="2020-08-11T15:49:54.409" v="692" actId="1076"/>
          <ac:spMkLst>
            <pc:docMk/>
            <pc:sldMk cId="2327867712" sldId="529"/>
            <ac:spMk id="11" creationId="{9578F846-3589-46EB-A61D-A14F6F1096DE}"/>
          </ac:spMkLst>
        </pc:spChg>
        <pc:spChg chg="add mod">
          <ac:chgData name="翟 锐" userId="fef11181f709266a" providerId="LiveId" clId="{9186E0CD-109D-47DE-8883-49F901FD74B3}" dt="2020-08-11T15:49:54.409" v="692" actId="1076"/>
          <ac:spMkLst>
            <pc:docMk/>
            <pc:sldMk cId="2327867712" sldId="529"/>
            <ac:spMk id="14" creationId="{70CD2A27-77ED-4D72-9BE0-3381A6CB4470}"/>
          </ac:spMkLst>
        </pc:spChg>
        <pc:spChg chg="mod">
          <ac:chgData name="翟 锐" userId="fef11181f709266a" providerId="LiveId" clId="{9186E0CD-109D-47DE-8883-49F901FD74B3}" dt="2020-08-11T15:49:42.124" v="687"/>
          <ac:spMkLst>
            <pc:docMk/>
            <pc:sldMk cId="2327867712" sldId="529"/>
            <ac:spMk id="35" creationId="{00000000-0000-0000-0000-000000000000}"/>
          </ac:spMkLst>
        </pc:spChg>
        <pc:cxnChg chg="add mod">
          <ac:chgData name="翟 锐" userId="fef11181f709266a" providerId="LiveId" clId="{9186E0CD-109D-47DE-8883-49F901FD74B3}" dt="2020-08-11T15:49:54.409" v="692" actId="1076"/>
          <ac:cxnSpMkLst>
            <pc:docMk/>
            <pc:sldMk cId="2327867712" sldId="529"/>
            <ac:cxnSpMk id="12" creationId="{614A42F8-603E-4F8B-8095-8DE8AEF70D26}"/>
          </ac:cxnSpMkLst>
        </pc:cxnChg>
        <pc:cxnChg chg="add mod">
          <ac:chgData name="翟 锐" userId="fef11181f709266a" providerId="LiveId" clId="{9186E0CD-109D-47DE-8883-49F901FD74B3}" dt="2020-08-11T15:49:54.409" v="692" actId="1076"/>
          <ac:cxnSpMkLst>
            <pc:docMk/>
            <pc:sldMk cId="2327867712" sldId="529"/>
            <ac:cxnSpMk id="13" creationId="{3479E6DC-1036-4975-9D14-23D9822C1B0A}"/>
          </ac:cxnSpMkLst>
        </pc:cxnChg>
      </pc:sldChg>
      <pc:sldChg chg="add del ord">
        <pc:chgData name="翟 锐" userId="fef11181f709266a" providerId="LiveId" clId="{9186E0CD-109D-47DE-8883-49F901FD74B3}" dt="2020-08-11T15:51:05.987" v="715" actId="47"/>
        <pc:sldMkLst>
          <pc:docMk/>
          <pc:sldMk cId="1726397910" sldId="530"/>
        </pc:sldMkLst>
      </pc:sldChg>
      <pc:sldChg chg="addSp delSp modSp add mod modAnim">
        <pc:chgData name="翟 锐" userId="fef11181f709266a" providerId="LiveId" clId="{9186E0CD-109D-47DE-8883-49F901FD74B3}" dt="2020-08-12T03:48:02.268" v="3103" actId="6549"/>
        <pc:sldMkLst>
          <pc:docMk/>
          <pc:sldMk cId="1634610131" sldId="531"/>
        </pc:sldMkLst>
        <pc:spChg chg="del">
          <ac:chgData name="翟 锐" userId="fef11181f709266a" providerId="LiveId" clId="{9186E0CD-109D-47DE-8883-49F901FD74B3}" dt="2020-08-11T15:50:47.482" v="708" actId="478"/>
          <ac:spMkLst>
            <pc:docMk/>
            <pc:sldMk cId="1634610131" sldId="531"/>
            <ac:spMk id="3" creationId="{7BA17B83-B821-4799-9D76-DA8D0C88DE96}"/>
          </ac:spMkLst>
        </pc:spChg>
        <pc:spChg chg="add mod">
          <ac:chgData name="翟 锐" userId="fef11181f709266a" providerId="LiveId" clId="{9186E0CD-109D-47DE-8883-49F901FD74B3}" dt="2020-08-11T15:50:58.925" v="712" actId="1076"/>
          <ac:spMkLst>
            <pc:docMk/>
            <pc:sldMk cId="1634610131" sldId="531"/>
            <ac:spMk id="6" creationId="{B68C979F-5215-4F49-B08D-00F83E44D1A2}"/>
          </ac:spMkLst>
        </pc:spChg>
        <pc:spChg chg="add mod">
          <ac:chgData name="翟 锐" userId="fef11181f709266a" providerId="LiveId" clId="{9186E0CD-109D-47DE-8883-49F901FD74B3}" dt="2020-08-12T03:48:02.268" v="3103" actId="6549"/>
          <ac:spMkLst>
            <pc:docMk/>
            <pc:sldMk cId="1634610131" sldId="531"/>
            <ac:spMk id="7" creationId="{1F480A2A-6C0A-476E-AB79-2917C392269E}"/>
          </ac:spMkLst>
        </pc:spChg>
        <pc:spChg chg="add mod">
          <ac:chgData name="翟 锐" userId="fef11181f709266a" providerId="LiveId" clId="{9186E0CD-109D-47DE-8883-49F901FD74B3}" dt="2020-08-11T15:50:58.925" v="712" actId="1076"/>
          <ac:spMkLst>
            <pc:docMk/>
            <pc:sldMk cId="1634610131" sldId="531"/>
            <ac:spMk id="8" creationId="{FBEF0283-EE7B-4BBA-B4D2-DC5282CBDC61}"/>
          </ac:spMkLst>
        </pc:spChg>
        <pc:spChg chg="mod">
          <ac:chgData name="翟 锐" userId="fef11181f709266a" providerId="LiveId" clId="{9186E0CD-109D-47DE-8883-49F901FD74B3}" dt="2020-08-11T15:50:45.306" v="707"/>
          <ac:spMkLst>
            <pc:docMk/>
            <pc:sldMk cId="1634610131" sldId="531"/>
            <ac:spMk id="35" creationId="{00000000-0000-0000-0000-000000000000}"/>
          </ac:spMkLst>
        </pc:spChg>
      </pc:sldChg>
      <pc:sldChg chg="addSp delSp modSp add del mod modAnim">
        <pc:chgData name="翟 锐" userId="fef11181f709266a" providerId="LiveId" clId="{9186E0CD-109D-47DE-8883-49F901FD74B3}" dt="2020-08-12T03:40:47.077" v="2760" actId="47"/>
        <pc:sldMkLst>
          <pc:docMk/>
          <pc:sldMk cId="3658105287" sldId="532"/>
        </pc:sldMkLst>
        <pc:spChg chg="del">
          <ac:chgData name="翟 锐" userId="fef11181f709266a" providerId="LiveId" clId="{9186E0CD-109D-47DE-8883-49F901FD74B3}" dt="2020-08-11T15:51:26.407" v="724" actId="478"/>
          <ac:spMkLst>
            <pc:docMk/>
            <pc:sldMk cId="3658105287" sldId="532"/>
            <ac:spMk id="3" creationId="{7BA17B83-B821-4799-9D76-DA8D0C88DE96}"/>
          </ac:spMkLst>
        </pc:spChg>
        <pc:spChg chg="add del mod">
          <ac:chgData name="翟 锐" userId="fef11181f709266a" providerId="LiveId" clId="{9186E0CD-109D-47DE-8883-49F901FD74B3}" dt="2020-08-12T03:39:22.492" v="2750" actId="21"/>
          <ac:spMkLst>
            <pc:docMk/>
            <pc:sldMk cId="3658105287" sldId="532"/>
            <ac:spMk id="6" creationId="{F21C6068-9856-443C-8F0B-88A1EE474CD3}"/>
          </ac:spMkLst>
        </pc:spChg>
        <pc:spChg chg="add mod">
          <ac:chgData name="翟 锐" userId="fef11181f709266a" providerId="LiveId" clId="{9186E0CD-109D-47DE-8883-49F901FD74B3}" dt="2020-08-11T15:51:36.597" v="728" actId="1076"/>
          <ac:spMkLst>
            <pc:docMk/>
            <pc:sldMk cId="3658105287" sldId="532"/>
            <ac:spMk id="7" creationId="{11E25BCB-4ED2-4EA9-A31C-1CFE971ED4C4}"/>
          </ac:spMkLst>
        </pc:spChg>
        <pc:spChg chg="add mod">
          <ac:chgData name="翟 锐" userId="fef11181f709266a" providerId="LiveId" clId="{9186E0CD-109D-47DE-8883-49F901FD74B3}" dt="2020-08-11T15:51:36.597" v="728" actId="1076"/>
          <ac:spMkLst>
            <pc:docMk/>
            <pc:sldMk cId="3658105287" sldId="532"/>
            <ac:spMk id="8" creationId="{DF039C8A-D6DF-44EE-BFE8-368F5334D4C9}"/>
          </ac:spMkLst>
        </pc:spChg>
        <pc:spChg chg="add mod">
          <ac:chgData name="翟 锐" userId="fef11181f709266a" providerId="LiveId" clId="{9186E0CD-109D-47DE-8883-49F901FD74B3}" dt="2020-08-11T15:51:36.597" v="728" actId="1076"/>
          <ac:spMkLst>
            <pc:docMk/>
            <pc:sldMk cId="3658105287" sldId="532"/>
            <ac:spMk id="9" creationId="{18B81E8F-2611-4A3B-858D-0DF2979F9146}"/>
          </ac:spMkLst>
        </pc:spChg>
        <pc:spChg chg="mod">
          <ac:chgData name="翟 锐" userId="fef11181f709266a" providerId="LiveId" clId="{9186E0CD-109D-47DE-8883-49F901FD74B3}" dt="2020-08-11T15:51:23.641" v="723"/>
          <ac:spMkLst>
            <pc:docMk/>
            <pc:sldMk cId="3658105287" sldId="532"/>
            <ac:spMk id="35" creationId="{00000000-0000-0000-0000-000000000000}"/>
          </ac:spMkLst>
        </pc:spChg>
      </pc:sldChg>
      <pc:sldChg chg="addSp delSp modSp add mod modAnim">
        <pc:chgData name="翟 锐" userId="fef11181f709266a" providerId="LiveId" clId="{9186E0CD-109D-47DE-8883-49F901FD74B3}" dt="2020-08-11T16:05:19.054" v="974" actId="14100"/>
        <pc:sldMkLst>
          <pc:docMk/>
          <pc:sldMk cId="3864182188" sldId="533"/>
        </pc:sldMkLst>
        <pc:spChg chg="del">
          <ac:chgData name="翟 锐" userId="fef11181f709266a" providerId="LiveId" clId="{9186E0CD-109D-47DE-8883-49F901FD74B3}" dt="2020-08-11T15:51:48.683" v="735" actId="478"/>
          <ac:spMkLst>
            <pc:docMk/>
            <pc:sldMk cId="3864182188" sldId="533"/>
            <ac:spMk id="3" creationId="{7BA17B83-B821-4799-9D76-DA8D0C88DE96}"/>
          </ac:spMkLst>
        </pc:spChg>
        <pc:spChg chg="add mod">
          <ac:chgData name="翟 锐" userId="fef11181f709266a" providerId="LiveId" clId="{9186E0CD-109D-47DE-8883-49F901FD74B3}" dt="2020-08-11T15:51:56.818" v="739" actId="1076"/>
          <ac:spMkLst>
            <pc:docMk/>
            <pc:sldMk cId="3864182188" sldId="533"/>
            <ac:spMk id="6" creationId="{9B790479-D21A-466A-9654-798F8801F837}"/>
          </ac:spMkLst>
        </pc:spChg>
        <pc:spChg chg="add mod">
          <ac:chgData name="翟 锐" userId="fef11181f709266a" providerId="LiveId" clId="{9186E0CD-109D-47DE-8883-49F901FD74B3}" dt="2020-08-11T15:51:56.818" v="739" actId="1076"/>
          <ac:spMkLst>
            <pc:docMk/>
            <pc:sldMk cId="3864182188" sldId="533"/>
            <ac:spMk id="7" creationId="{020279B8-69FA-4B4F-9A29-CC79F25855E9}"/>
          </ac:spMkLst>
        </pc:spChg>
        <pc:spChg chg="add mod">
          <ac:chgData name="翟 锐" userId="fef11181f709266a" providerId="LiveId" clId="{9186E0CD-109D-47DE-8883-49F901FD74B3}" dt="2020-08-11T15:58:27.881" v="822" actId="20577"/>
          <ac:spMkLst>
            <pc:docMk/>
            <pc:sldMk cId="3864182188" sldId="533"/>
            <ac:spMk id="8" creationId="{F5773808-7CB1-4579-8751-E7C2CCF2B509}"/>
          </ac:spMkLst>
        </pc:spChg>
        <pc:spChg chg="add mod">
          <ac:chgData name="翟 锐" userId="fef11181f709266a" providerId="LiveId" clId="{9186E0CD-109D-47DE-8883-49F901FD74B3}" dt="2020-08-11T16:05:19.054" v="974" actId="14100"/>
          <ac:spMkLst>
            <pc:docMk/>
            <pc:sldMk cId="3864182188" sldId="533"/>
            <ac:spMk id="9" creationId="{D47B091D-52EB-4E3B-B183-6CAFF0EBBEEA}"/>
          </ac:spMkLst>
        </pc:spChg>
        <pc:spChg chg="mod">
          <ac:chgData name="翟 锐" userId="fef11181f709266a" providerId="LiveId" clId="{9186E0CD-109D-47DE-8883-49F901FD74B3}" dt="2020-08-11T15:51:46.205" v="734"/>
          <ac:spMkLst>
            <pc:docMk/>
            <pc:sldMk cId="3864182188" sldId="533"/>
            <ac:spMk id="35" creationId="{00000000-0000-0000-0000-000000000000}"/>
          </ac:spMkLst>
        </pc:spChg>
      </pc:sldChg>
      <pc:sldChg chg="addSp delSp modSp add mod modAnim">
        <pc:chgData name="翟 锐" userId="fef11181f709266a" providerId="LiveId" clId="{9186E0CD-109D-47DE-8883-49F901FD74B3}" dt="2020-08-11T15:52:15.140" v="750" actId="1076"/>
        <pc:sldMkLst>
          <pc:docMk/>
          <pc:sldMk cId="3907438085" sldId="534"/>
        </pc:sldMkLst>
        <pc:spChg chg="del">
          <ac:chgData name="翟 锐" userId="fef11181f709266a" providerId="LiveId" clId="{9186E0CD-109D-47DE-8883-49F901FD74B3}" dt="2020-08-11T15:52:09.833" v="747" actId="478"/>
          <ac:spMkLst>
            <pc:docMk/>
            <pc:sldMk cId="3907438085" sldId="534"/>
            <ac:spMk id="3" creationId="{7BA17B83-B821-4799-9D76-DA8D0C88DE96}"/>
          </ac:spMkLst>
        </pc:spChg>
        <pc:spChg chg="add mod">
          <ac:chgData name="翟 锐" userId="fef11181f709266a" providerId="LiveId" clId="{9186E0CD-109D-47DE-8883-49F901FD74B3}" dt="2020-08-11T15:52:15.140" v="750" actId="1076"/>
          <ac:spMkLst>
            <pc:docMk/>
            <pc:sldMk cId="3907438085" sldId="534"/>
            <ac:spMk id="6" creationId="{ED8AFB14-ED48-4EAA-8CD6-EFF507597DAA}"/>
          </ac:spMkLst>
        </pc:spChg>
        <pc:spChg chg="add mod">
          <ac:chgData name="翟 锐" userId="fef11181f709266a" providerId="LiveId" clId="{9186E0CD-109D-47DE-8883-49F901FD74B3}" dt="2020-08-11T15:52:15.140" v="750" actId="1076"/>
          <ac:spMkLst>
            <pc:docMk/>
            <pc:sldMk cId="3907438085" sldId="534"/>
            <ac:spMk id="7" creationId="{67CCC5E9-29B3-4636-819D-B71F86E61955}"/>
          </ac:spMkLst>
        </pc:spChg>
        <pc:spChg chg="add mod">
          <ac:chgData name="翟 锐" userId="fef11181f709266a" providerId="LiveId" clId="{9186E0CD-109D-47DE-8883-49F901FD74B3}" dt="2020-08-11T15:52:15.140" v="750" actId="1076"/>
          <ac:spMkLst>
            <pc:docMk/>
            <pc:sldMk cId="3907438085" sldId="534"/>
            <ac:spMk id="8" creationId="{6C11F4DD-BA98-45BC-B79C-E752ED5C688F}"/>
          </ac:spMkLst>
        </pc:spChg>
        <pc:spChg chg="mod">
          <ac:chgData name="翟 锐" userId="fef11181f709266a" providerId="LiveId" clId="{9186E0CD-109D-47DE-8883-49F901FD74B3}" dt="2020-08-11T15:52:07.776" v="746"/>
          <ac:spMkLst>
            <pc:docMk/>
            <pc:sldMk cId="3907438085" sldId="534"/>
            <ac:spMk id="35" creationId="{00000000-0000-0000-0000-000000000000}"/>
          </ac:spMkLst>
        </pc:spChg>
      </pc:sldChg>
      <pc:sldChg chg="addSp delSp modSp add mod modAnim">
        <pc:chgData name="翟 锐" userId="fef11181f709266a" providerId="LiveId" clId="{9186E0CD-109D-47DE-8883-49F901FD74B3}" dt="2020-08-11T15:53:42.557" v="782"/>
        <pc:sldMkLst>
          <pc:docMk/>
          <pc:sldMk cId="3785464556" sldId="535"/>
        </pc:sldMkLst>
        <pc:spChg chg="del">
          <ac:chgData name="翟 锐" userId="fef11181f709266a" providerId="LiveId" clId="{9186E0CD-109D-47DE-8883-49F901FD74B3}" dt="2020-08-11T15:52:19.733" v="752" actId="478"/>
          <ac:spMkLst>
            <pc:docMk/>
            <pc:sldMk cId="3785464556" sldId="535"/>
            <ac:spMk id="3" creationId="{7BA17B83-B821-4799-9D76-DA8D0C88DE96}"/>
          </ac:spMkLst>
        </pc:spChg>
        <pc:spChg chg="add mod">
          <ac:chgData name="翟 锐" userId="fef11181f709266a" providerId="LiveId" clId="{9186E0CD-109D-47DE-8883-49F901FD74B3}" dt="2020-08-11T15:52:48.516" v="767" actId="1076"/>
          <ac:spMkLst>
            <pc:docMk/>
            <pc:sldMk cId="3785464556" sldId="535"/>
            <ac:spMk id="6" creationId="{FAE3AF9A-097B-4976-90BA-0242EDA4D826}"/>
          </ac:spMkLst>
        </pc:spChg>
        <pc:spChg chg="add mod">
          <ac:chgData name="翟 锐" userId="fef11181f709266a" providerId="LiveId" clId="{9186E0CD-109D-47DE-8883-49F901FD74B3}" dt="2020-08-11T15:52:48.516" v="767" actId="1076"/>
          <ac:spMkLst>
            <pc:docMk/>
            <pc:sldMk cId="3785464556" sldId="535"/>
            <ac:spMk id="7" creationId="{11100265-53B5-42E1-98DF-6CED20244887}"/>
          </ac:spMkLst>
        </pc:spChg>
        <pc:spChg chg="add mod">
          <ac:chgData name="翟 锐" userId="fef11181f709266a" providerId="LiveId" clId="{9186E0CD-109D-47DE-8883-49F901FD74B3}" dt="2020-08-11T15:52:48.516" v="767" actId="1076"/>
          <ac:spMkLst>
            <pc:docMk/>
            <pc:sldMk cId="3785464556" sldId="535"/>
            <ac:spMk id="8" creationId="{AEA7E9DF-8964-4FAB-839B-00CAE06634AD}"/>
          </ac:spMkLst>
        </pc:spChg>
        <pc:spChg chg="add mod">
          <ac:chgData name="翟 锐" userId="fef11181f709266a" providerId="LiveId" clId="{9186E0CD-109D-47DE-8883-49F901FD74B3}" dt="2020-08-11T15:52:48.516" v="767" actId="1076"/>
          <ac:spMkLst>
            <pc:docMk/>
            <pc:sldMk cId="3785464556" sldId="535"/>
            <ac:spMk id="9" creationId="{9D78C6E6-E7D6-4883-9E69-35AA5C4CFB22}"/>
          </ac:spMkLst>
        </pc:spChg>
        <pc:spChg chg="add del mod">
          <ac:chgData name="翟 锐" userId="fef11181f709266a" providerId="LiveId" clId="{9186E0CD-109D-47DE-8883-49F901FD74B3}" dt="2020-08-11T15:53:42.557" v="782"/>
          <ac:spMkLst>
            <pc:docMk/>
            <pc:sldMk cId="3785464556" sldId="535"/>
            <ac:spMk id="10" creationId="{1DA9E054-4FAD-4B41-B97E-B7B1891FAF65}"/>
          </ac:spMkLst>
        </pc:spChg>
        <pc:spChg chg="add del mod">
          <ac:chgData name="翟 锐" userId="fef11181f709266a" providerId="LiveId" clId="{9186E0CD-109D-47DE-8883-49F901FD74B3}" dt="2020-08-11T15:53:42.557" v="782"/>
          <ac:spMkLst>
            <pc:docMk/>
            <pc:sldMk cId="3785464556" sldId="535"/>
            <ac:spMk id="11" creationId="{0693F9B1-97E3-41F9-A400-E502A3C3B9BC}"/>
          </ac:spMkLst>
        </pc:spChg>
        <pc:spChg chg="add del mod">
          <ac:chgData name="翟 锐" userId="fef11181f709266a" providerId="LiveId" clId="{9186E0CD-109D-47DE-8883-49F901FD74B3}" dt="2020-08-11T15:53:42.557" v="782"/>
          <ac:spMkLst>
            <pc:docMk/>
            <pc:sldMk cId="3785464556" sldId="535"/>
            <ac:spMk id="12" creationId="{A7A8C3F3-41F1-46F9-A7DB-C854850C5017}"/>
          </ac:spMkLst>
        </pc:spChg>
        <pc:spChg chg="add del mod">
          <ac:chgData name="翟 锐" userId="fef11181f709266a" providerId="LiveId" clId="{9186E0CD-109D-47DE-8883-49F901FD74B3}" dt="2020-08-11T15:53:42.557" v="782"/>
          <ac:spMkLst>
            <pc:docMk/>
            <pc:sldMk cId="3785464556" sldId="535"/>
            <ac:spMk id="13" creationId="{DD94E2CD-50B2-4A5C-890F-C09AEBCC9300}"/>
          </ac:spMkLst>
        </pc:spChg>
        <pc:spChg chg="add del mod">
          <ac:chgData name="翟 锐" userId="fef11181f709266a" providerId="LiveId" clId="{9186E0CD-109D-47DE-8883-49F901FD74B3}" dt="2020-08-11T15:53:42.557" v="782"/>
          <ac:spMkLst>
            <pc:docMk/>
            <pc:sldMk cId="3785464556" sldId="535"/>
            <ac:spMk id="14" creationId="{59BF94F7-0ED7-4BE9-91AC-75E5C9ADAA02}"/>
          </ac:spMkLst>
        </pc:spChg>
        <pc:spChg chg="mod">
          <ac:chgData name="翟 锐" userId="fef11181f709266a" providerId="LiveId" clId="{9186E0CD-109D-47DE-8883-49F901FD74B3}" dt="2020-08-11T15:52:35.917" v="764"/>
          <ac:spMkLst>
            <pc:docMk/>
            <pc:sldMk cId="3785464556" sldId="535"/>
            <ac:spMk id="35" creationId="{00000000-0000-0000-0000-000000000000}"/>
          </ac:spMkLst>
        </pc:spChg>
      </pc:sldChg>
      <pc:sldChg chg="addSp delSp modSp add mod modAnim">
        <pc:chgData name="翟 锐" userId="fef11181f709266a" providerId="LiveId" clId="{9186E0CD-109D-47DE-8883-49F901FD74B3}" dt="2020-08-11T15:53:19.214" v="780" actId="1076"/>
        <pc:sldMkLst>
          <pc:docMk/>
          <pc:sldMk cId="206735584" sldId="536"/>
        </pc:sldMkLst>
        <pc:spChg chg="del">
          <ac:chgData name="翟 锐" userId="fef11181f709266a" providerId="LiveId" clId="{9186E0CD-109D-47DE-8883-49F901FD74B3}" dt="2020-08-11T15:53:02.124" v="775" actId="478"/>
          <ac:spMkLst>
            <pc:docMk/>
            <pc:sldMk cId="206735584" sldId="536"/>
            <ac:spMk id="3" creationId="{7BA17B83-B821-4799-9D76-DA8D0C88DE96}"/>
          </ac:spMkLst>
        </pc:spChg>
        <pc:spChg chg="add mod">
          <ac:chgData name="翟 锐" userId="fef11181f709266a" providerId="LiveId" clId="{9186E0CD-109D-47DE-8883-49F901FD74B3}" dt="2020-08-11T15:53:19.214" v="780" actId="1076"/>
          <ac:spMkLst>
            <pc:docMk/>
            <pc:sldMk cId="206735584" sldId="536"/>
            <ac:spMk id="6" creationId="{AC6576D4-8946-49F2-ADDB-D4CE1D6F112A}"/>
          </ac:spMkLst>
        </pc:spChg>
        <pc:spChg chg="add mod">
          <ac:chgData name="翟 锐" userId="fef11181f709266a" providerId="LiveId" clId="{9186E0CD-109D-47DE-8883-49F901FD74B3}" dt="2020-08-11T15:53:19.214" v="780" actId="1076"/>
          <ac:spMkLst>
            <pc:docMk/>
            <pc:sldMk cId="206735584" sldId="536"/>
            <ac:spMk id="7" creationId="{F31B9959-AFCB-4974-BAFD-1B4C19488142}"/>
          </ac:spMkLst>
        </pc:spChg>
        <pc:spChg chg="add mod">
          <ac:chgData name="翟 锐" userId="fef11181f709266a" providerId="LiveId" clId="{9186E0CD-109D-47DE-8883-49F901FD74B3}" dt="2020-08-11T15:53:19.214" v="780" actId="1076"/>
          <ac:spMkLst>
            <pc:docMk/>
            <pc:sldMk cId="206735584" sldId="536"/>
            <ac:spMk id="8" creationId="{11CCA640-20A0-4404-B5F7-C19439A1F79F}"/>
          </ac:spMkLst>
        </pc:spChg>
        <pc:spChg chg="add mod">
          <ac:chgData name="翟 锐" userId="fef11181f709266a" providerId="LiveId" clId="{9186E0CD-109D-47DE-8883-49F901FD74B3}" dt="2020-08-11T15:53:19.214" v="780" actId="1076"/>
          <ac:spMkLst>
            <pc:docMk/>
            <pc:sldMk cId="206735584" sldId="536"/>
            <ac:spMk id="9" creationId="{B23FA237-F380-486C-9124-9708B7FA93EF}"/>
          </ac:spMkLst>
        </pc:spChg>
        <pc:spChg chg="add mod">
          <ac:chgData name="翟 锐" userId="fef11181f709266a" providerId="LiveId" clId="{9186E0CD-109D-47DE-8883-49F901FD74B3}" dt="2020-08-11T15:53:19.214" v="780" actId="1076"/>
          <ac:spMkLst>
            <pc:docMk/>
            <pc:sldMk cId="206735584" sldId="536"/>
            <ac:spMk id="10" creationId="{8B46310E-2818-4E6F-83BA-A22F9E6D66C9}"/>
          </ac:spMkLst>
        </pc:spChg>
        <pc:spChg chg="mod">
          <ac:chgData name="翟 锐" userId="fef11181f709266a" providerId="LiveId" clId="{9186E0CD-109D-47DE-8883-49F901FD74B3}" dt="2020-08-11T15:52:59.956" v="774"/>
          <ac:spMkLst>
            <pc:docMk/>
            <pc:sldMk cId="206735584" sldId="536"/>
            <ac:spMk id="35" creationId="{00000000-0000-0000-0000-000000000000}"/>
          </ac:spMkLst>
        </pc:spChg>
      </pc:sldChg>
      <pc:sldChg chg="addSp delSp modSp add mod">
        <pc:chgData name="翟 锐" userId="fef11181f709266a" providerId="LiveId" clId="{9186E0CD-109D-47DE-8883-49F901FD74B3}" dt="2020-08-11T16:21:24.376" v="1230"/>
        <pc:sldMkLst>
          <pc:docMk/>
          <pc:sldMk cId="2309830086" sldId="537"/>
        </pc:sldMkLst>
        <pc:spChg chg="add mod">
          <ac:chgData name="翟 锐" userId="fef11181f709266a" providerId="LiveId" clId="{9186E0CD-109D-47DE-8883-49F901FD74B3}" dt="2020-08-11T16:21:20.240" v="1216" actId="1076"/>
          <ac:spMkLst>
            <pc:docMk/>
            <pc:sldMk cId="2309830086" sldId="537"/>
            <ac:spMk id="2" creationId="{1215988B-83C3-4465-A309-D267D7C66C3A}"/>
          </ac:spMkLst>
        </pc:spChg>
        <pc:spChg chg="del">
          <ac:chgData name="翟 锐" userId="fef11181f709266a" providerId="LiveId" clId="{9186E0CD-109D-47DE-8883-49F901FD74B3}" dt="2020-08-11T16:21:15.937" v="1214" actId="478"/>
          <ac:spMkLst>
            <pc:docMk/>
            <pc:sldMk cId="2309830086" sldId="537"/>
            <ac:spMk id="3" creationId="{7BA17B83-B821-4799-9D76-DA8D0C88DE96}"/>
          </ac:spMkLst>
        </pc:spChg>
        <pc:spChg chg="add mod">
          <ac:chgData name="翟 锐" userId="fef11181f709266a" providerId="LiveId" clId="{9186E0CD-109D-47DE-8883-49F901FD74B3}" dt="2020-08-11T16:21:20.240" v="1216" actId="1076"/>
          <ac:spMkLst>
            <pc:docMk/>
            <pc:sldMk cId="2309830086" sldId="537"/>
            <ac:spMk id="4" creationId="{1D2972CE-4351-4730-A89C-4A7DD529054A}"/>
          </ac:spMkLst>
        </pc:spChg>
        <pc:spChg chg="add mod">
          <ac:chgData name="翟 锐" userId="fef11181f709266a" providerId="LiveId" clId="{9186E0CD-109D-47DE-8883-49F901FD74B3}" dt="2020-08-11T16:21:20.240" v="1216" actId="1076"/>
          <ac:spMkLst>
            <pc:docMk/>
            <pc:sldMk cId="2309830086" sldId="537"/>
            <ac:spMk id="5" creationId="{2DF2F8AB-C689-459F-B1A2-2FB71221E0AE}"/>
          </ac:spMkLst>
        </pc:spChg>
        <pc:spChg chg="mod">
          <ac:chgData name="翟 锐" userId="fef11181f709266a" providerId="LiveId" clId="{9186E0CD-109D-47DE-8883-49F901FD74B3}" dt="2020-08-11T16:21:24.376" v="1230"/>
          <ac:spMkLst>
            <pc:docMk/>
            <pc:sldMk cId="2309830086" sldId="537"/>
            <ac:spMk id="35" creationId="{00000000-0000-0000-0000-000000000000}"/>
          </ac:spMkLst>
        </pc:spChg>
      </pc:sldChg>
      <pc:sldChg chg="addSp delSp modSp add mod modAnim">
        <pc:chgData name="翟 锐" userId="fef11181f709266a" providerId="LiveId" clId="{9186E0CD-109D-47DE-8883-49F901FD74B3}" dt="2020-08-12T03:36:10.553" v="2625" actId="108"/>
        <pc:sldMkLst>
          <pc:docMk/>
          <pc:sldMk cId="876786150" sldId="538"/>
        </pc:sldMkLst>
        <pc:spChg chg="add mod">
          <ac:chgData name="翟 锐" userId="fef11181f709266a" providerId="LiveId" clId="{9186E0CD-109D-47DE-8883-49F901FD74B3}" dt="2020-08-11T16:12:45.029" v="1060" actId="1076"/>
          <ac:spMkLst>
            <pc:docMk/>
            <pc:sldMk cId="876786150" sldId="538"/>
            <ac:spMk id="2" creationId="{68BE803F-4276-4627-98A0-2E55678B4FBF}"/>
          </ac:spMkLst>
        </pc:spChg>
        <pc:spChg chg="del">
          <ac:chgData name="翟 锐" userId="fef11181f709266a" providerId="LiveId" clId="{9186E0CD-109D-47DE-8883-49F901FD74B3}" dt="2020-08-11T16:12:41.020" v="1058" actId="478"/>
          <ac:spMkLst>
            <pc:docMk/>
            <pc:sldMk cId="876786150" sldId="538"/>
            <ac:spMk id="3" creationId="{7BA17B83-B821-4799-9D76-DA8D0C88DE96}"/>
          </ac:spMkLst>
        </pc:spChg>
        <pc:spChg chg="add mod">
          <ac:chgData name="翟 锐" userId="fef11181f709266a" providerId="LiveId" clId="{9186E0CD-109D-47DE-8883-49F901FD74B3}" dt="2020-08-11T16:12:45.029" v="1060" actId="1076"/>
          <ac:spMkLst>
            <pc:docMk/>
            <pc:sldMk cId="876786150" sldId="538"/>
            <ac:spMk id="4" creationId="{60772012-02DA-4046-8B29-070025C1F626}"/>
          </ac:spMkLst>
        </pc:spChg>
        <pc:spChg chg="add mod">
          <ac:chgData name="翟 锐" userId="fef11181f709266a" providerId="LiveId" clId="{9186E0CD-109D-47DE-8883-49F901FD74B3}" dt="2020-08-12T03:36:10.553" v="2625" actId="108"/>
          <ac:spMkLst>
            <pc:docMk/>
            <pc:sldMk cId="876786150" sldId="538"/>
            <ac:spMk id="5" creationId="{4F7ABC7F-BE55-4D56-A893-AC3B05A98D1F}"/>
          </ac:spMkLst>
        </pc:spChg>
        <pc:spChg chg="mod">
          <ac:chgData name="翟 锐" userId="fef11181f709266a" providerId="LiveId" clId="{9186E0CD-109D-47DE-8883-49F901FD74B3}" dt="2020-08-11T16:12:29.962" v="1056"/>
          <ac:spMkLst>
            <pc:docMk/>
            <pc:sldMk cId="876786150" sldId="538"/>
            <ac:spMk id="35" creationId="{00000000-0000-0000-0000-000000000000}"/>
          </ac:spMkLst>
        </pc:spChg>
      </pc:sldChg>
      <pc:sldChg chg="add del">
        <pc:chgData name="翟 锐" userId="fef11181f709266a" providerId="LiveId" clId="{9186E0CD-109D-47DE-8883-49F901FD74B3}" dt="2020-08-11T15:53:52.160" v="784" actId="2696"/>
        <pc:sldMkLst>
          <pc:docMk/>
          <pc:sldMk cId="1186161642" sldId="539"/>
        </pc:sldMkLst>
      </pc:sldChg>
      <pc:sldChg chg="addSp delSp modSp add del mod delAnim modAnim">
        <pc:chgData name="翟 锐" userId="fef11181f709266a" providerId="LiveId" clId="{9186E0CD-109D-47DE-8883-49F901FD74B3}" dt="2020-08-12T03:43:34.145" v="2784" actId="47"/>
        <pc:sldMkLst>
          <pc:docMk/>
          <pc:sldMk cId="3474094625" sldId="539"/>
        </pc:sldMkLst>
        <pc:spChg chg="add del mod">
          <ac:chgData name="翟 锐" userId="fef11181f709266a" providerId="LiveId" clId="{9186E0CD-109D-47DE-8883-49F901FD74B3}" dt="2020-08-11T16:01:32.900" v="914" actId="478"/>
          <ac:spMkLst>
            <pc:docMk/>
            <pc:sldMk cId="3474094625" sldId="539"/>
            <ac:spMk id="6" creationId="{AC6576D4-8946-49F2-ADDB-D4CE1D6F112A}"/>
          </ac:spMkLst>
        </pc:spChg>
        <pc:spChg chg="del">
          <ac:chgData name="翟 锐" userId="fef11181f709266a" providerId="LiveId" clId="{9186E0CD-109D-47DE-8883-49F901FD74B3}" dt="2020-08-11T15:59:19.047" v="823" actId="478"/>
          <ac:spMkLst>
            <pc:docMk/>
            <pc:sldMk cId="3474094625" sldId="539"/>
            <ac:spMk id="7" creationId="{F31B9959-AFCB-4974-BAFD-1B4C19488142}"/>
          </ac:spMkLst>
        </pc:spChg>
        <pc:spChg chg="mod">
          <ac:chgData name="翟 锐" userId="fef11181f709266a" providerId="LiveId" clId="{9186E0CD-109D-47DE-8883-49F901FD74B3}" dt="2020-08-12T03:42:30.213" v="2777" actId="1076"/>
          <ac:spMkLst>
            <pc:docMk/>
            <pc:sldMk cId="3474094625" sldId="539"/>
            <ac:spMk id="8" creationId="{11CCA640-20A0-4404-B5F7-C19439A1F79F}"/>
          </ac:spMkLst>
        </pc:spChg>
        <pc:spChg chg="del">
          <ac:chgData name="翟 锐" userId="fef11181f709266a" providerId="LiveId" clId="{9186E0CD-109D-47DE-8883-49F901FD74B3}" dt="2020-08-11T16:01:27.297" v="912" actId="478"/>
          <ac:spMkLst>
            <pc:docMk/>
            <pc:sldMk cId="3474094625" sldId="539"/>
            <ac:spMk id="9" creationId="{B23FA237-F380-486C-9124-9708B7FA93EF}"/>
          </ac:spMkLst>
        </pc:spChg>
        <pc:spChg chg="del">
          <ac:chgData name="翟 锐" userId="fef11181f709266a" providerId="LiveId" clId="{9186E0CD-109D-47DE-8883-49F901FD74B3}" dt="2020-08-11T16:01:25.744" v="911" actId="478"/>
          <ac:spMkLst>
            <pc:docMk/>
            <pc:sldMk cId="3474094625" sldId="539"/>
            <ac:spMk id="10" creationId="{8B46310E-2818-4E6F-83BA-A22F9E6D66C9}"/>
          </ac:spMkLst>
        </pc:spChg>
        <pc:spChg chg="add mod">
          <ac:chgData name="翟 锐" userId="fef11181f709266a" providerId="LiveId" clId="{9186E0CD-109D-47DE-8883-49F901FD74B3}" dt="2020-08-12T03:42:28.721" v="2776" actId="1076"/>
          <ac:spMkLst>
            <pc:docMk/>
            <pc:sldMk cId="3474094625" sldId="539"/>
            <ac:spMk id="11" creationId="{09B55336-ABC4-4797-A4B0-AB6AE0590745}"/>
          </ac:spMkLst>
        </pc:spChg>
        <pc:spChg chg="mod">
          <ac:chgData name="翟 锐" userId="fef11181f709266a" providerId="LiveId" clId="{9186E0CD-109D-47DE-8883-49F901FD74B3}" dt="2020-08-11T15:54:00.379" v="806"/>
          <ac:spMkLst>
            <pc:docMk/>
            <pc:sldMk cId="3474094625" sldId="539"/>
            <ac:spMk id="35" creationId="{00000000-0000-0000-0000-000000000000}"/>
          </ac:spMkLst>
        </pc:spChg>
      </pc:sldChg>
      <pc:sldChg chg="delSp modSp add mod delAnim">
        <pc:chgData name="翟 锐" userId="fef11181f709266a" providerId="LiveId" clId="{9186E0CD-109D-47DE-8883-49F901FD74B3}" dt="2020-08-11T16:07:56.690" v="976" actId="1076"/>
        <pc:sldMkLst>
          <pc:docMk/>
          <pc:sldMk cId="3866439698" sldId="540"/>
        </pc:sldMkLst>
        <pc:spChg chg="del">
          <ac:chgData name="翟 锐" userId="fef11181f709266a" providerId="LiveId" clId="{9186E0CD-109D-47DE-8883-49F901FD74B3}" dt="2020-08-11T16:04:57.135" v="970" actId="478"/>
          <ac:spMkLst>
            <pc:docMk/>
            <pc:sldMk cId="3866439698" sldId="540"/>
            <ac:spMk id="6" creationId="{AC6576D4-8946-49F2-ADDB-D4CE1D6F112A}"/>
          </ac:spMkLst>
        </pc:spChg>
        <pc:spChg chg="mod">
          <ac:chgData name="翟 锐" userId="fef11181f709266a" providerId="LiveId" clId="{9186E0CD-109D-47DE-8883-49F901FD74B3}" dt="2020-08-11T16:07:56.690" v="976" actId="1076"/>
          <ac:spMkLst>
            <pc:docMk/>
            <pc:sldMk cId="3866439698" sldId="540"/>
            <ac:spMk id="7" creationId="{F31B9959-AFCB-4974-BAFD-1B4C19488142}"/>
          </ac:spMkLst>
        </pc:spChg>
        <pc:spChg chg="mod">
          <ac:chgData name="翟 锐" userId="fef11181f709266a" providerId="LiveId" clId="{9186E0CD-109D-47DE-8883-49F901FD74B3}" dt="2020-08-11T16:05:01.534" v="972" actId="1076"/>
          <ac:spMkLst>
            <pc:docMk/>
            <pc:sldMk cId="3866439698" sldId="540"/>
            <ac:spMk id="8" creationId="{11CCA640-20A0-4404-B5F7-C19439A1F79F}"/>
          </ac:spMkLst>
        </pc:spChg>
        <pc:spChg chg="del">
          <ac:chgData name="翟 锐" userId="fef11181f709266a" providerId="LiveId" clId="{9186E0CD-109D-47DE-8883-49F901FD74B3}" dt="2020-08-11T16:04:54.141" v="968" actId="478"/>
          <ac:spMkLst>
            <pc:docMk/>
            <pc:sldMk cId="3866439698" sldId="540"/>
            <ac:spMk id="9" creationId="{B23FA237-F380-486C-9124-9708B7FA93EF}"/>
          </ac:spMkLst>
        </pc:spChg>
        <pc:spChg chg="del">
          <ac:chgData name="翟 锐" userId="fef11181f709266a" providerId="LiveId" clId="{9186E0CD-109D-47DE-8883-49F901FD74B3}" dt="2020-08-11T16:04:55.559" v="969" actId="478"/>
          <ac:spMkLst>
            <pc:docMk/>
            <pc:sldMk cId="3866439698" sldId="540"/>
            <ac:spMk id="10" creationId="{8B46310E-2818-4E6F-83BA-A22F9E6D66C9}"/>
          </ac:spMkLst>
        </pc:spChg>
        <pc:spChg chg="mod">
          <ac:chgData name="翟 锐" userId="fef11181f709266a" providerId="LiveId" clId="{9186E0CD-109D-47DE-8883-49F901FD74B3}" dt="2020-08-11T15:54:09.313" v="821"/>
          <ac:spMkLst>
            <pc:docMk/>
            <pc:sldMk cId="3866439698" sldId="540"/>
            <ac:spMk id="35" creationId="{00000000-0000-0000-0000-000000000000}"/>
          </ac:spMkLst>
        </pc:spChg>
      </pc:sldChg>
      <pc:sldChg chg="modSp add modAnim">
        <pc:chgData name="翟 锐" userId="fef11181f709266a" providerId="LiveId" clId="{9186E0CD-109D-47DE-8883-49F901FD74B3}" dt="2020-08-11T16:11:20.565" v="1052"/>
        <pc:sldMkLst>
          <pc:docMk/>
          <pc:sldMk cId="2187263885" sldId="541"/>
        </pc:sldMkLst>
        <pc:spChg chg="mod">
          <ac:chgData name="翟 锐" userId="fef11181f709266a" providerId="LiveId" clId="{9186E0CD-109D-47DE-8883-49F901FD74B3}" dt="2020-08-11T16:11:20.565" v="1052"/>
          <ac:spMkLst>
            <pc:docMk/>
            <pc:sldMk cId="2187263885" sldId="541"/>
            <ac:spMk id="2" creationId="{00000000-0000-0000-0000-000000000000}"/>
          </ac:spMkLst>
        </pc:spChg>
      </pc:sldChg>
      <pc:sldChg chg="addSp delSp modSp add mod modAnim">
        <pc:chgData name="翟 锐" userId="fef11181f709266a" providerId="LiveId" clId="{9186E0CD-109D-47DE-8883-49F901FD74B3}" dt="2020-08-11T16:13:11.843" v="1072" actId="1076"/>
        <pc:sldMkLst>
          <pc:docMk/>
          <pc:sldMk cId="4268977075" sldId="542"/>
        </pc:sldMkLst>
        <pc:spChg chg="del">
          <ac:chgData name="翟 锐" userId="fef11181f709266a" providerId="LiveId" clId="{9186E0CD-109D-47DE-8883-49F901FD74B3}" dt="2020-08-11T16:13:04.150" v="1068" actId="478"/>
          <ac:spMkLst>
            <pc:docMk/>
            <pc:sldMk cId="4268977075" sldId="542"/>
            <ac:spMk id="2" creationId="{68BE803F-4276-4627-98A0-2E55678B4FBF}"/>
          </ac:spMkLst>
        </pc:spChg>
        <pc:spChg chg="del">
          <ac:chgData name="翟 锐" userId="fef11181f709266a" providerId="LiveId" clId="{9186E0CD-109D-47DE-8883-49F901FD74B3}" dt="2020-08-11T16:13:05.230" v="1069" actId="478"/>
          <ac:spMkLst>
            <pc:docMk/>
            <pc:sldMk cId="4268977075" sldId="542"/>
            <ac:spMk id="4" creationId="{60772012-02DA-4046-8B29-070025C1F626}"/>
          </ac:spMkLst>
        </pc:spChg>
        <pc:spChg chg="del">
          <ac:chgData name="翟 锐" userId="fef11181f709266a" providerId="LiveId" clId="{9186E0CD-109D-47DE-8883-49F901FD74B3}" dt="2020-08-11T16:13:02.956" v="1067" actId="478"/>
          <ac:spMkLst>
            <pc:docMk/>
            <pc:sldMk cId="4268977075" sldId="542"/>
            <ac:spMk id="5" creationId="{4F7ABC7F-BE55-4D56-A893-AC3B05A98D1F}"/>
          </ac:spMkLst>
        </pc:spChg>
        <pc:spChg chg="add mod">
          <ac:chgData name="翟 锐" userId="fef11181f709266a" providerId="LiveId" clId="{9186E0CD-109D-47DE-8883-49F901FD74B3}" dt="2020-08-11T16:13:11.843" v="1072" actId="1076"/>
          <ac:spMkLst>
            <pc:docMk/>
            <pc:sldMk cId="4268977075" sldId="542"/>
            <ac:spMk id="8" creationId="{B9966E90-DCB1-45A5-AC53-E13C134C1324}"/>
          </ac:spMkLst>
        </pc:spChg>
        <pc:spChg chg="add mod">
          <ac:chgData name="翟 锐" userId="fef11181f709266a" providerId="LiveId" clId="{9186E0CD-109D-47DE-8883-49F901FD74B3}" dt="2020-08-11T16:13:11.843" v="1072" actId="1076"/>
          <ac:spMkLst>
            <pc:docMk/>
            <pc:sldMk cId="4268977075" sldId="542"/>
            <ac:spMk id="9" creationId="{94F80E5C-5EB9-4133-AC17-07AEF773870C}"/>
          </ac:spMkLst>
        </pc:spChg>
        <pc:spChg chg="add mod">
          <ac:chgData name="翟 锐" userId="fef11181f709266a" providerId="LiveId" clId="{9186E0CD-109D-47DE-8883-49F901FD74B3}" dt="2020-08-11T16:13:11.843" v="1072" actId="1076"/>
          <ac:spMkLst>
            <pc:docMk/>
            <pc:sldMk cId="4268977075" sldId="542"/>
            <ac:spMk id="10" creationId="{611A3FE5-2FB1-4CAD-B589-0B8FDCB9304B}"/>
          </ac:spMkLst>
        </pc:spChg>
        <pc:spChg chg="add mod">
          <ac:chgData name="翟 锐" userId="fef11181f709266a" providerId="LiveId" clId="{9186E0CD-109D-47DE-8883-49F901FD74B3}" dt="2020-08-11T16:13:11.843" v="1072" actId="1076"/>
          <ac:spMkLst>
            <pc:docMk/>
            <pc:sldMk cId="4268977075" sldId="542"/>
            <ac:spMk id="11" creationId="{0874FFC6-E1C8-43DC-A9CC-F11F4F3D3CCF}"/>
          </ac:spMkLst>
        </pc:spChg>
        <pc:spChg chg="add mod">
          <ac:chgData name="翟 锐" userId="fef11181f709266a" providerId="LiveId" clId="{9186E0CD-109D-47DE-8883-49F901FD74B3}" dt="2020-08-11T16:13:11.843" v="1072" actId="1076"/>
          <ac:spMkLst>
            <pc:docMk/>
            <pc:sldMk cId="4268977075" sldId="542"/>
            <ac:spMk id="12" creationId="{BCD1AE5C-4EF4-4279-BE21-01A4A1C67C6B}"/>
          </ac:spMkLst>
        </pc:spChg>
        <pc:spChg chg="add mod">
          <ac:chgData name="翟 锐" userId="fef11181f709266a" providerId="LiveId" clId="{9186E0CD-109D-47DE-8883-49F901FD74B3}" dt="2020-08-11T16:13:11.843" v="1072" actId="1076"/>
          <ac:spMkLst>
            <pc:docMk/>
            <pc:sldMk cId="4268977075" sldId="542"/>
            <ac:spMk id="13" creationId="{47EC0052-FB41-4EE7-96FA-F317C98D5BF9}"/>
          </ac:spMkLst>
        </pc:spChg>
        <pc:spChg chg="mod">
          <ac:chgData name="翟 锐" userId="fef11181f709266a" providerId="LiveId" clId="{9186E0CD-109D-47DE-8883-49F901FD74B3}" dt="2020-08-11T16:13:00.850" v="1066"/>
          <ac:spMkLst>
            <pc:docMk/>
            <pc:sldMk cId="4268977075" sldId="542"/>
            <ac:spMk id="35" creationId="{00000000-0000-0000-0000-000000000000}"/>
          </ac:spMkLst>
        </pc:spChg>
        <pc:cxnChg chg="add mod">
          <ac:chgData name="翟 锐" userId="fef11181f709266a" providerId="LiveId" clId="{9186E0CD-109D-47DE-8883-49F901FD74B3}" dt="2020-08-11T16:13:11.843" v="1072" actId="1076"/>
          <ac:cxnSpMkLst>
            <pc:docMk/>
            <pc:sldMk cId="4268977075" sldId="542"/>
            <ac:cxnSpMk id="14" creationId="{7AD93645-58EE-4513-9EE1-15867E854D2D}"/>
          </ac:cxnSpMkLst>
        </pc:cxnChg>
        <pc:cxnChg chg="add mod">
          <ac:chgData name="翟 锐" userId="fef11181f709266a" providerId="LiveId" clId="{9186E0CD-109D-47DE-8883-49F901FD74B3}" dt="2020-08-11T16:13:11.843" v="1072" actId="1076"/>
          <ac:cxnSpMkLst>
            <pc:docMk/>
            <pc:sldMk cId="4268977075" sldId="542"/>
            <ac:cxnSpMk id="15" creationId="{27519793-2C99-46A8-8EA3-9A419AE25087}"/>
          </ac:cxnSpMkLst>
        </pc:cxnChg>
      </pc:sldChg>
      <pc:sldChg chg="addSp delSp modSp add mod modAnim">
        <pc:chgData name="翟 锐" userId="fef11181f709266a" providerId="LiveId" clId="{9186E0CD-109D-47DE-8883-49F901FD74B3}" dt="2020-08-11T16:15:40.254" v="1088" actId="1076"/>
        <pc:sldMkLst>
          <pc:docMk/>
          <pc:sldMk cId="3066006978" sldId="543"/>
        </pc:sldMkLst>
        <pc:spChg chg="del">
          <ac:chgData name="翟 锐" userId="fef11181f709266a" providerId="LiveId" clId="{9186E0CD-109D-47DE-8883-49F901FD74B3}" dt="2020-08-11T16:15:34.856" v="1086" actId="478"/>
          <ac:spMkLst>
            <pc:docMk/>
            <pc:sldMk cId="3066006978" sldId="543"/>
            <ac:spMk id="2" creationId="{68BE803F-4276-4627-98A0-2E55678B4FBF}"/>
          </ac:spMkLst>
        </pc:spChg>
        <pc:spChg chg="add mod">
          <ac:chgData name="翟 锐" userId="fef11181f709266a" providerId="LiveId" clId="{9186E0CD-109D-47DE-8883-49F901FD74B3}" dt="2020-08-11T16:15:40.254" v="1088" actId="1076"/>
          <ac:spMkLst>
            <pc:docMk/>
            <pc:sldMk cId="3066006978" sldId="543"/>
            <ac:spMk id="3" creationId="{E21F5563-FCCC-4E4C-BDFB-F27A5A744F9E}"/>
          </ac:spMkLst>
        </pc:spChg>
        <pc:spChg chg="del">
          <ac:chgData name="翟 锐" userId="fef11181f709266a" providerId="LiveId" clId="{9186E0CD-109D-47DE-8883-49F901FD74B3}" dt="2020-08-11T16:15:33.011" v="1085" actId="478"/>
          <ac:spMkLst>
            <pc:docMk/>
            <pc:sldMk cId="3066006978" sldId="543"/>
            <ac:spMk id="4" creationId="{60772012-02DA-4046-8B29-070025C1F626}"/>
          </ac:spMkLst>
        </pc:spChg>
        <pc:spChg chg="del">
          <ac:chgData name="翟 锐" userId="fef11181f709266a" providerId="LiveId" clId="{9186E0CD-109D-47DE-8883-49F901FD74B3}" dt="2020-08-11T16:15:31.188" v="1084" actId="478"/>
          <ac:spMkLst>
            <pc:docMk/>
            <pc:sldMk cId="3066006978" sldId="543"/>
            <ac:spMk id="5" creationId="{4F7ABC7F-BE55-4D56-A893-AC3B05A98D1F}"/>
          </ac:spMkLst>
        </pc:spChg>
        <pc:spChg chg="add mod">
          <ac:chgData name="翟 锐" userId="fef11181f709266a" providerId="LiveId" clId="{9186E0CD-109D-47DE-8883-49F901FD74B3}" dt="2020-08-11T16:15:40.254" v="1088" actId="1076"/>
          <ac:spMkLst>
            <pc:docMk/>
            <pc:sldMk cId="3066006978" sldId="543"/>
            <ac:spMk id="6" creationId="{9F148DB5-8D89-4207-846E-0A0466D822D2}"/>
          </ac:spMkLst>
        </pc:spChg>
        <pc:spChg chg="add mod">
          <ac:chgData name="翟 锐" userId="fef11181f709266a" providerId="LiveId" clId="{9186E0CD-109D-47DE-8883-49F901FD74B3}" dt="2020-08-11T16:15:40.254" v="1088" actId="1076"/>
          <ac:spMkLst>
            <pc:docMk/>
            <pc:sldMk cId="3066006978" sldId="543"/>
            <ac:spMk id="7" creationId="{B116A3EF-8751-4392-8C10-71C9A2F7FE3E}"/>
          </ac:spMkLst>
        </pc:spChg>
        <pc:spChg chg="add mod">
          <ac:chgData name="翟 锐" userId="fef11181f709266a" providerId="LiveId" clId="{9186E0CD-109D-47DE-8883-49F901FD74B3}" dt="2020-08-11T16:15:40.254" v="1088" actId="1076"/>
          <ac:spMkLst>
            <pc:docMk/>
            <pc:sldMk cId="3066006978" sldId="543"/>
            <ac:spMk id="9" creationId="{E3E5F65A-FA0E-4F98-9F48-7149AE6E362D}"/>
          </ac:spMkLst>
        </pc:spChg>
        <pc:spChg chg="mod">
          <ac:chgData name="翟 锐" userId="fef11181f709266a" providerId="LiveId" clId="{9186E0CD-109D-47DE-8883-49F901FD74B3}" dt="2020-08-11T16:15:20.958" v="1081"/>
          <ac:spMkLst>
            <pc:docMk/>
            <pc:sldMk cId="3066006978" sldId="543"/>
            <ac:spMk id="35" creationId="{00000000-0000-0000-0000-000000000000}"/>
          </ac:spMkLst>
        </pc:spChg>
      </pc:sldChg>
      <pc:sldChg chg="addSp delSp modSp add mod modAnim">
        <pc:chgData name="翟 锐" userId="fef11181f709266a" providerId="LiveId" clId="{9186E0CD-109D-47DE-8883-49F901FD74B3}" dt="2020-08-11T16:16:32.506" v="1110" actId="1076"/>
        <pc:sldMkLst>
          <pc:docMk/>
          <pc:sldMk cId="2121332260" sldId="544"/>
        </pc:sldMkLst>
        <pc:spChg chg="del">
          <ac:chgData name="翟 锐" userId="fef11181f709266a" providerId="LiveId" clId="{9186E0CD-109D-47DE-8883-49F901FD74B3}" dt="2020-08-11T16:16:07.594" v="1101" actId="478"/>
          <ac:spMkLst>
            <pc:docMk/>
            <pc:sldMk cId="2121332260" sldId="544"/>
            <ac:spMk id="3" creationId="{E21F5563-FCCC-4E4C-BDFB-F27A5A744F9E}"/>
          </ac:spMkLst>
        </pc:spChg>
        <pc:spChg chg="del">
          <ac:chgData name="翟 锐" userId="fef11181f709266a" providerId="LiveId" clId="{9186E0CD-109D-47DE-8883-49F901FD74B3}" dt="2020-08-11T16:16:05.051" v="1099" actId="478"/>
          <ac:spMkLst>
            <pc:docMk/>
            <pc:sldMk cId="2121332260" sldId="544"/>
            <ac:spMk id="6" creationId="{9F148DB5-8D89-4207-846E-0A0466D822D2}"/>
          </ac:spMkLst>
        </pc:spChg>
        <pc:spChg chg="del">
          <ac:chgData name="翟 锐" userId="fef11181f709266a" providerId="LiveId" clId="{9186E0CD-109D-47DE-8883-49F901FD74B3}" dt="2020-08-11T16:16:05.051" v="1099" actId="478"/>
          <ac:spMkLst>
            <pc:docMk/>
            <pc:sldMk cId="2121332260" sldId="544"/>
            <ac:spMk id="7" creationId="{B116A3EF-8751-4392-8C10-71C9A2F7FE3E}"/>
          </ac:spMkLst>
        </pc:spChg>
        <pc:spChg chg="del">
          <ac:chgData name="翟 锐" userId="fef11181f709266a" providerId="LiveId" clId="{9186E0CD-109D-47DE-8883-49F901FD74B3}" dt="2020-08-11T16:16:06.356" v="1100" actId="478"/>
          <ac:spMkLst>
            <pc:docMk/>
            <pc:sldMk cId="2121332260" sldId="544"/>
            <ac:spMk id="9" creationId="{E3E5F65A-FA0E-4F98-9F48-7149AE6E362D}"/>
          </ac:spMkLst>
        </pc:spChg>
        <pc:spChg chg="add mod">
          <ac:chgData name="翟 锐" userId="fef11181f709266a" providerId="LiveId" clId="{9186E0CD-109D-47DE-8883-49F901FD74B3}" dt="2020-08-11T16:16:32.506" v="1110" actId="1076"/>
          <ac:spMkLst>
            <pc:docMk/>
            <pc:sldMk cId="2121332260" sldId="544"/>
            <ac:spMk id="10" creationId="{E79B9740-F0DF-41EA-9681-F12A24B281E2}"/>
          </ac:spMkLst>
        </pc:spChg>
        <pc:spChg chg="add mod">
          <ac:chgData name="翟 锐" userId="fef11181f709266a" providerId="LiveId" clId="{9186E0CD-109D-47DE-8883-49F901FD74B3}" dt="2020-08-11T16:16:32.506" v="1110" actId="1076"/>
          <ac:spMkLst>
            <pc:docMk/>
            <pc:sldMk cId="2121332260" sldId="544"/>
            <ac:spMk id="11" creationId="{0369D167-7506-4ECF-A75D-705C1677F1F8}"/>
          </ac:spMkLst>
        </pc:spChg>
        <pc:spChg chg="add mod">
          <ac:chgData name="翟 锐" userId="fef11181f709266a" providerId="LiveId" clId="{9186E0CD-109D-47DE-8883-49F901FD74B3}" dt="2020-08-11T16:16:32.506" v="1110" actId="1076"/>
          <ac:spMkLst>
            <pc:docMk/>
            <pc:sldMk cId="2121332260" sldId="544"/>
            <ac:spMk id="12" creationId="{87296FD4-1AEC-4E62-BE88-611A56A6F716}"/>
          </ac:spMkLst>
        </pc:spChg>
        <pc:spChg chg="add mod">
          <ac:chgData name="翟 锐" userId="fef11181f709266a" providerId="LiveId" clId="{9186E0CD-109D-47DE-8883-49F901FD74B3}" dt="2020-08-11T16:16:32.506" v="1110" actId="1076"/>
          <ac:spMkLst>
            <pc:docMk/>
            <pc:sldMk cId="2121332260" sldId="544"/>
            <ac:spMk id="14" creationId="{A566D956-C5C7-465D-9AAA-B7F86AA589DA}"/>
          </ac:spMkLst>
        </pc:spChg>
        <pc:spChg chg="add mod">
          <ac:chgData name="翟 锐" userId="fef11181f709266a" providerId="LiveId" clId="{9186E0CD-109D-47DE-8883-49F901FD74B3}" dt="2020-08-11T16:16:32.506" v="1110" actId="1076"/>
          <ac:spMkLst>
            <pc:docMk/>
            <pc:sldMk cId="2121332260" sldId="544"/>
            <ac:spMk id="15" creationId="{9454641A-75DA-45D4-AB39-F1F647A1EF11}"/>
          </ac:spMkLst>
        </pc:spChg>
        <pc:spChg chg="mod">
          <ac:chgData name="翟 锐" userId="fef11181f709266a" providerId="LiveId" clId="{9186E0CD-109D-47DE-8883-49F901FD74B3}" dt="2020-08-11T16:16:00.437" v="1098"/>
          <ac:spMkLst>
            <pc:docMk/>
            <pc:sldMk cId="2121332260" sldId="544"/>
            <ac:spMk id="35" creationId="{00000000-0000-0000-0000-000000000000}"/>
          </ac:spMkLst>
        </pc:spChg>
        <pc:cxnChg chg="add mod">
          <ac:chgData name="翟 锐" userId="fef11181f709266a" providerId="LiveId" clId="{9186E0CD-109D-47DE-8883-49F901FD74B3}" dt="2020-08-11T16:16:32.506" v="1110" actId="1076"/>
          <ac:cxnSpMkLst>
            <pc:docMk/>
            <pc:sldMk cId="2121332260" sldId="544"/>
            <ac:cxnSpMk id="13" creationId="{CF9939AD-5135-4374-A6C1-CE29A48660E0}"/>
          </ac:cxnSpMkLst>
        </pc:cxnChg>
      </pc:sldChg>
      <pc:sldChg chg="addSp modSp add mod modAnim">
        <pc:chgData name="翟 锐" userId="fef11181f709266a" providerId="LiveId" clId="{9186E0CD-109D-47DE-8883-49F901FD74B3}" dt="2020-08-11T16:22:05.261" v="1303"/>
        <pc:sldMkLst>
          <pc:docMk/>
          <pc:sldMk cId="3001398310" sldId="545"/>
        </pc:sldMkLst>
        <pc:spChg chg="add mod">
          <ac:chgData name="翟 锐" userId="fef11181f709266a" providerId="LiveId" clId="{9186E0CD-109D-47DE-8883-49F901FD74B3}" dt="2020-08-11T16:16:44.746" v="1115" actId="1076"/>
          <ac:spMkLst>
            <pc:docMk/>
            <pc:sldMk cId="3001398310" sldId="545"/>
            <ac:spMk id="5" creationId="{06499A1F-617F-4BAB-AE6B-78C9C018460D}"/>
          </ac:spMkLst>
        </pc:spChg>
        <pc:spChg chg="add mod">
          <ac:chgData name="翟 锐" userId="fef11181f709266a" providerId="LiveId" clId="{9186E0CD-109D-47DE-8883-49F901FD74B3}" dt="2020-08-11T16:16:44.746" v="1115" actId="1076"/>
          <ac:spMkLst>
            <pc:docMk/>
            <pc:sldMk cId="3001398310" sldId="545"/>
            <ac:spMk id="6" creationId="{95F545C0-D769-4A57-A763-661F06894B1F}"/>
          </ac:spMkLst>
        </pc:spChg>
        <pc:spChg chg="add mod">
          <ac:chgData name="翟 锐" userId="fef11181f709266a" providerId="LiveId" clId="{9186E0CD-109D-47DE-8883-49F901FD74B3}" dt="2020-08-11T16:16:44.746" v="1115" actId="1076"/>
          <ac:spMkLst>
            <pc:docMk/>
            <pc:sldMk cId="3001398310" sldId="545"/>
            <ac:spMk id="7" creationId="{AEBD75B0-9006-4C44-B767-0D58657E35DE}"/>
          </ac:spMkLst>
        </pc:spChg>
        <pc:spChg chg="add mod">
          <ac:chgData name="翟 锐" userId="fef11181f709266a" providerId="LiveId" clId="{9186E0CD-109D-47DE-8883-49F901FD74B3}" dt="2020-08-11T16:16:44.746" v="1115" actId="1076"/>
          <ac:spMkLst>
            <pc:docMk/>
            <pc:sldMk cId="3001398310" sldId="545"/>
            <ac:spMk id="8" creationId="{E9C8FAEA-4B2D-478D-A650-CBDBBF4AB720}"/>
          </ac:spMkLst>
        </pc:spChg>
        <pc:spChg chg="add mod">
          <ac:chgData name="翟 锐" userId="fef11181f709266a" providerId="LiveId" clId="{9186E0CD-109D-47DE-8883-49F901FD74B3}" dt="2020-08-11T16:22:05.261" v="1303"/>
          <ac:spMkLst>
            <pc:docMk/>
            <pc:sldMk cId="3001398310" sldId="545"/>
            <ac:spMk id="9" creationId="{D9B1C74C-D0DD-4F94-949E-4E84CB46013B}"/>
          </ac:spMkLst>
        </pc:spChg>
        <pc:spChg chg="add mod">
          <ac:chgData name="翟 锐" userId="fef11181f709266a" providerId="LiveId" clId="{9186E0CD-109D-47DE-8883-49F901FD74B3}" dt="2020-08-11T16:16:44.746" v="1115" actId="1076"/>
          <ac:spMkLst>
            <pc:docMk/>
            <pc:sldMk cId="3001398310" sldId="545"/>
            <ac:spMk id="10" creationId="{DB033CE5-D1BD-4E56-83F2-1CBD8F7EDC46}"/>
          </ac:spMkLst>
        </pc:spChg>
        <pc:spChg chg="mod">
          <ac:chgData name="翟 锐" userId="fef11181f709266a" providerId="LiveId" clId="{9186E0CD-109D-47DE-8883-49F901FD74B3}" dt="2020-08-11T16:16:47.895" v="1122"/>
          <ac:spMkLst>
            <pc:docMk/>
            <pc:sldMk cId="3001398310" sldId="545"/>
            <ac:spMk id="35" creationId="{00000000-0000-0000-0000-000000000000}"/>
          </ac:spMkLst>
        </pc:spChg>
      </pc:sldChg>
      <pc:sldChg chg="addSp modSp add mod modAnim">
        <pc:chgData name="翟 锐" userId="fef11181f709266a" providerId="LiveId" clId="{9186E0CD-109D-47DE-8883-49F901FD74B3}" dt="2020-08-11T16:22:00.601" v="1302"/>
        <pc:sldMkLst>
          <pc:docMk/>
          <pc:sldMk cId="1302138740" sldId="546"/>
        </pc:sldMkLst>
        <pc:spChg chg="add mod">
          <ac:chgData name="翟 锐" userId="fef11181f709266a" providerId="LiveId" clId="{9186E0CD-109D-47DE-8883-49F901FD74B3}" dt="2020-08-11T16:17:08.327" v="1130" actId="1076"/>
          <ac:spMkLst>
            <pc:docMk/>
            <pc:sldMk cId="1302138740" sldId="546"/>
            <ac:spMk id="5" creationId="{DB562953-BF9D-493D-AE05-D66346D0C909}"/>
          </ac:spMkLst>
        </pc:spChg>
        <pc:spChg chg="add mod">
          <ac:chgData name="翟 锐" userId="fef11181f709266a" providerId="LiveId" clId="{9186E0CD-109D-47DE-8883-49F901FD74B3}" dt="2020-08-11T16:17:08.327" v="1130" actId="1076"/>
          <ac:spMkLst>
            <pc:docMk/>
            <pc:sldMk cId="1302138740" sldId="546"/>
            <ac:spMk id="6" creationId="{1BFC8A6E-FE92-4841-929E-D7EBDB8D6B01}"/>
          </ac:spMkLst>
        </pc:spChg>
        <pc:spChg chg="add mod">
          <ac:chgData name="翟 锐" userId="fef11181f709266a" providerId="LiveId" clId="{9186E0CD-109D-47DE-8883-49F901FD74B3}" dt="2020-08-11T16:17:08.327" v="1130" actId="1076"/>
          <ac:spMkLst>
            <pc:docMk/>
            <pc:sldMk cId="1302138740" sldId="546"/>
            <ac:spMk id="7" creationId="{48869B14-C5C2-4273-A72C-9EAECC6688A0}"/>
          </ac:spMkLst>
        </pc:spChg>
        <pc:spChg chg="add mod">
          <ac:chgData name="翟 锐" userId="fef11181f709266a" providerId="LiveId" clId="{9186E0CD-109D-47DE-8883-49F901FD74B3}" dt="2020-08-11T16:17:08.327" v="1130" actId="1076"/>
          <ac:spMkLst>
            <pc:docMk/>
            <pc:sldMk cId="1302138740" sldId="546"/>
            <ac:spMk id="8" creationId="{D88F7F40-8D27-4E6A-B09D-6A75F5476B23}"/>
          </ac:spMkLst>
        </pc:spChg>
        <pc:spChg chg="add mod">
          <ac:chgData name="翟 锐" userId="fef11181f709266a" providerId="LiveId" clId="{9186E0CD-109D-47DE-8883-49F901FD74B3}" dt="2020-08-11T16:22:00.601" v="1302"/>
          <ac:spMkLst>
            <pc:docMk/>
            <pc:sldMk cId="1302138740" sldId="546"/>
            <ac:spMk id="9" creationId="{73DF9912-213D-4362-91BB-2E652C442CED}"/>
          </ac:spMkLst>
        </pc:spChg>
        <pc:spChg chg="mod">
          <ac:chgData name="翟 锐" userId="fef11181f709266a" providerId="LiveId" clId="{9186E0CD-109D-47DE-8883-49F901FD74B3}" dt="2020-08-11T16:16:58.371" v="1126"/>
          <ac:spMkLst>
            <pc:docMk/>
            <pc:sldMk cId="1302138740" sldId="546"/>
            <ac:spMk id="35" creationId="{00000000-0000-0000-0000-000000000000}"/>
          </ac:spMkLst>
        </pc:spChg>
      </pc:sldChg>
      <pc:sldChg chg="addSp modSp add mod modAnim">
        <pc:chgData name="翟 锐" userId="fef11181f709266a" providerId="LiveId" clId="{9186E0CD-109D-47DE-8883-49F901FD74B3}" dt="2020-08-11T16:17:31.300" v="1142" actId="1076"/>
        <pc:sldMkLst>
          <pc:docMk/>
          <pc:sldMk cId="1402210149" sldId="547"/>
        </pc:sldMkLst>
        <pc:spChg chg="add mod">
          <ac:chgData name="翟 锐" userId="fef11181f709266a" providerId="LiveId" clId="{9186E0CD-109D-47DE-8883-49F901FD74B3}" dt="2020-08-11T16:17:31.300" v="1142" actId="1076"/>
          <ac:spMkLst>
            <pc:docMk/>
            <pc:sldMk cId="1402210149" sldId="547"/>
            <ac:spMk id="5" creationId="{D44D78F8-BF0F-4FC8-9A17-6AD1BFDFD7E6}"/>
          </ac:spMkLst>
        </pc:spChg>
        <pc:spChg chg="add mod">
          <ac:chgData name="翟 锐" userId="fef11181f709266a" providerId="LiveId" clId="{9186E0CD-109D-47DE-8883-49F901FD74B3}" dt="2020-08-11T16:17:31.300" v="1142" actId="1076"/>
          <ac:spMkLst>
            <pc:docMk/>
            <pc:sldMk cId="1402210149" sldId="547"/>
            <ac:spMk id="6" creationId="{12D631DF-3ED9-4C6B-9817-6C251BD453CE}"/>
          </ac:spMkLst>
        </pc:spChg>
        <pc:spChg chg="add mod">
          <ac:chgData name="翟 锐" userId="fef11181f709266a" providerId="LiveId" clId="{9186E0CD-109D-47DE-8883-49F901FD74B3}" dt="2020-08-11T16:17:31.300" v="1142" actId="1076"/>
          <ac:spMkLst>
            <pc:docMk/>
            <pc:sldMk cId="1402210149" sldId="547"/>
            <ac:spMk id="7" creationId="{8C4FE580-18DF-4EB2-B2ED-C00139D1D41F}"/>
          </ac:spMkLst>
        </pc:spChg>
        <pc:spChg chg="mod">
          <ac:chgData name="翟 锐" userId="fef11181f709266a" providerId="LiveId" clId="{9186E0CD-109D-47DE-8883-49F901FD74B3}" dt="2020-08-11T16:17:17.490" v="1139"/>
          <ac:spMkLst>
            <pc:docMk/>
            <pc:sldMk cId="1402210149" sldId="547"/>
            <ac:spMk id="35" creationId="{00000000-0000-0000-0000-000000000000}"/>
          </ac:spMkLst>
        </pc:spChg>
      </pc:sldChg>
      <pc:sldChg chg="addSp delSp modSp add mod">
        <pc:chgData name="翟 锐" userId="fef11181f709266a" providerId="LiveId" clId="{9186E0CD-109D-47DE-8883-49F901FD74B3}" dt="2020-08-11T16:17:55.225" v="1154" actId="1076"/>
        <pc:sldMkLst>
          <pc:docMk/>
          <pc:sldMk cId="1131462340" sldId="548"/>
        </pc:sldMkLst>
        <pc:spChg chg="add mod">
          <ac:chgData name="翟 锐" userId="fef11181f709266a" providerId="LiveId" clId="{9186E0CD-109D-47DE-8883-49F901FD74B3}" dt="2020-08-11T16:17:55.225" v="1154" actId="1076"/>
          <ac:spMkLst>
            <pc:docMk/>
            <pc:sldMk cId="1131462340" sldId="548"/>
            <ac:spMk id="3" creationId="{E7B1E7AC-41C9-4730-B250-19F6BFF1524A}"/>
          </ac:spMkLst>
        </pc:spChg>
        <pc:spChg chg="add del">
          <ac:chgData name="翟 锐" userId="fef11181f709266a" providerId="LiveId" clId="{9186E0CD-109D-47DE-8883-49F901FD74B3}" dt="2020-08-11T16:17:38.790" v="1148" actId="22"/>
          <ac:spMkLst>
            <pc:docMk/>
            <pc:sldMk cId="1131462340" sldId="548"/>
            <ac:spMk id="6" creationId="{CDF02331-1BFD-4A07-90FA-94607652ACA5}"/>
          </ac:spMkLst>
        </pc:spChg>
        <pc:spChg chg="mod">
          <ac:chgData name="翟 锐" userId="fef11181f709266a" providerId="LiveId" clId="{9186E0CD-109D-47DE-8883-49F901FD74B3}" dt="2020-08-11T16:17:48.127" v="1151" actId="6549"/>
          <ac:spMkLst>
            <pc:docMk/>
            <pc:sldMk cId="1131462340" sldId="548"/>
            <ac:spMk id="35" creationId="{00000000-0000-0000-0000-000000000000}"/>
          </ac:spMkLst>
        </pc:spChg>
      </pc:sldChg>
      <pc:sldChg chg="add del">
        <pc:chgData name="翟 锐" userId="fef11181f709266a" providerId="LiveId" clId="{9186E0CD-109D-47DE-8883-49F901FD74B3}" dt="2020-08-11T16:17:57.922" v="1156" actId="47"/>
        <pc:sldMkLst>
          <pc:docMk/>
          <pc:sldMk cId="1616690941" sldId="549"/>
        </pc:sldMkLst>
      </pc:sldChg>
      <pc:sldChg chg="addSp modSp add del mod ord modAnim">
        <pc:chgData name="翟 锐" userId="fef11181f709266a" providerId="LiveId" clId="{9186E0CD-109D-47DE-8883-49F901FD74B3}" dt="2020-08-12T03:35:12.364" v="2622" actId="47"/>
        <pc:sldMkLst>
          <pc:docMk/>
          <pc:sldMk cId="2631393082" sldId="550"/>
        </pc:sldMkLst>
        <pc:spChg chg="add mod">
          <ac:chgData name="翟 锐" userId="fef11181f709266a" providerId="LiveId" clId="{9186E0CD-109D-47DE-8883-49F901FD74B3}" dt="2020-08-11T16:18:22.571" v="1161" actId="1076"/>
          <ac:spMkLst>
            <pc:docMk/>
            <pc:sldMk cId="2631393082" sldId="550"/>
            <ac:spMk id="5" creationId="{7E34BA87-904A-45C5-90E6-1953BEB49875}"/>
          </ac:spMkLst>
        </pc:spChg>
        <pc:spChg chg="add mod">
          <ac:chgData name="翟 锐" userId="fef11181f709266a" providerId="LiveId" clId="{9186E0CD-109D-47DE-8883-49F901FD74B3}" dt="2020-08-11T16:18:22.571" v="1161" actId="1076"/>
          <ac:spMkLst>
            <pc:docMk/>
            <pc:sldMk cId="2631393082" sldId="550"/>
            <ac:spMk id="6" creationId="{5F488491-9A01-464F-82F7-DC6FA59A5CF1}"/>
          </ac:spMkLst>
        </pc:spChg>
        <pc:spChg chg="add mod">
          <ac:chgData name="翟 锐" userId="fef11181f709266a" providerId="LiveId" clId="{9186E0CD-109D-47DE-8883-49F901FD74B3}" dt="2020-08-11T16:18:22.571" v="1161" actId="1076"/>
          <ac:spMkLst>
            <pc:docMk/>
            <pc:sldMk cId="2631393082" sldId="550"/>
            <ac:spMk id="7" creationId="{BBFDCC0E-CF4C-42E3-B9E4-930154E1D9B3}"/>
          </ac:spMkLst>
        </pc:spChg>
        <pc:spChg chg="add mod">
          <ac:chgData name="翟 锐" userId="fef11181f709266a" providerId="LiveId" clId="{9186E0CD-109D-47DE-8883-49F901FD74B3}" dt="2020-08-11T16:18:22.571" v="1161" actId="1076"/>
          <ac:spMkLst>
            <pc:docMk/>
            <pc:sldMk cId="2631393082" sldId="550"/>
            <ac:spMk id="8" creationId="{5C3175BB-AED5-4753-A0CA-0F9E1E6D88EE}"/>
          </ac:spMkLst>
        </pc:spChg>
        <pc:spChg chg="mod">
          <ac:chgData name="翟 锐" userId="fef11181f709266a" providerId="LiveId" clId="{9186E0CD-109D-47DE-8883-49F901FD74B3}" dt="2020-08-11T16:18:27.639" v="1173"/>
          <ac:spMkLst>
            <pc:docMk/>
            <pc:sldMk cId="2631393082" sldId="550"/>
            <ac:spMk id="35" creationId="{00000000-0000-0000-0000-000000000000}"/>
          </ac:spMkLst>
        </pc:spChg>
      </pc:sldChg>
      <pc:sldChg chg="new del">
        <pc:chgData name="翟 锐" userId="fef11181f709266a" providerId="LiveId" clId="{9186E0CD-109D-47DE-8883-49F901FD74B3}" dt="2020-08-11T16:59:53.122" v="1307" actId="47"/>
        <pc:sldMkLst>
          <pc:docMk/>
          <pc:sldMk cId="2641076861" sldId="551"/>
        </pc:sldMkLst>
      </pc:sldChg>
      <pc:sldChg chg="addSp delSp modSp add mod addAnim delAnim modAnim">
        <pc:chgData name="翟 锐" userId="fef11181f709266a" providerId="LiveId" clId="{9186E0CD-109D-47DE-8883-49F901FD74B3}" dt="2020-08-12T03:11:35.970" v="1589"/>
        <pc:sldMkLst>
          <pc:docMk/>
          <pc:sldMk cId="2698599430" sldId="551"/>
        </pc:sldMkLst>
        <pc:spChg chg="add del">
          <ac:chgData name="翟 锐" userId="fef11181f709266a" providerId="LiveId" clId="{9186E0CD-109D-47DE-8883-49F901FD74B3}" dt="2020-08-12T03:04:31.864" v="1330" actId="22"/>
          <ac:spMkLst>
            <pc:docMk/>
            <pc:sldMk cId="2698599430" sldId="551"/>
            <ac:spMk id="2" creationId="{F3AEA15A-20CF-4266-86D1-5EBF1DB2C5E1}"/>
          </ac:spMkLst>
        </pc:spChg>
        <pc:spChg chg="add mod">
          <ac:chgData name="翟 锐" userId="fef11181f709266a" providerId="LiveId" clId="{9186E0CD-109D-47DE-8883-49F901FD74B3}" dt="2020-08-12T03:11:35.970" v="1589"/>
          <ac:spMkLst>
            <pc:docMk/>
            <pc:sldMk cId="2698599430" sldId="551"/>
            <ac:spMk id="3" creationId="{AC6161EA-6216-4628-BF76-23CC3008F797}"/>
          </ac:spMkLst>
        </pc:spChg>
        <pc:spChg chg="add del">
          <ac:chgData name="翟 锐" userId="fef11181f709266a" providerId="LiveId" clId="{9186E0CD-109D-47DE-8883-49F901FD74B3}" dt="2020-08-12T03:10:52.704" v="1578"/>
          <ac:spMkLst>
            <pc:docMk/>
            <pc:sldMk cId="2698599430" sldId="551"/>
            <ac:spMk id="4" creationId="{B380DB9A-6C1C-4962-B888-4B61B4734261}"/>
          </ac:spMkLst>
        </pc:spChg>
        <pc:spChg chg="del">
          <ac:chgData name="翟 锐" userId="fef11181f709266a" providerId="LiveId" clId="{9186E0CD-109D-47DE-8883-49F901FD74B3}" dt="2020-08-11T17:02:56.218" v="1320" actId="478"/>
          <ac:spMkLst>
            <pc:docMk/>
            <pc:sldMk cId="2698599430" sldId="551"/>
            <ac:spMk id="5" creationId="{7E34BA87-904A-45C5-90E6-1953BEB49875}"/>
          </ac:spMkLst>
        </pc:spChg>
        <pc:spChg chg="del">
          <ac:chgData name="翟 锐" userId="fef11181f709266a" providerId="LiveId" clId="{9186E0CD-109D-47DE-8883-49F901FD74B3}" dt="2020-08-11T17:02:57.839" v="1321" actId="478"/>
          <ac:spMkLst>
            <pc:docMk/>
            <pc:sldMk cId="2698599430" sldId="551"/>
            <ac:spMk id="6" creationId="{5F488491-9A01-464F-82F7-DC6FA59A5CF1}"/>
          </ac:spMkLst>
        </pc:spChg>
        <pc:spChg chg="add del mod">
          <ac:chgData name="翟 锐" userId="fef11181f709266a" providerId="LiveId" clId="{9186E0CD-109D-47DE-8883-49F901FD74B3}" dt="2020-08-12T03:05:56.711" v="1424" actId="478"/>
          <ac:spMkLst>
            <pc:docMk/>
            <pc:sldMk cId="2698599430" sldId="551"/>
            <ac:spMk id="7" creationId="{BBFDCC0E-CF4C-42E3-B9E4-930154E1D9B3}"/>
          </ac:spMkLst>
        </pc:spChg>
        <pc:spChg chg="del">
          <ac:chgData name="翟 锐" userId="fef11181f709266a" providerId="LiveId" clId="{9186E0CD-109D-47DE-8883-49F901FD74B3}" dt="2020-08-11T17:02:53.745" v="1319" actId="478"/>
          <ac:spMkLst>
            <pc:docMk/>
            <pc:sldMk cId="2698599430" sldId="551"/>
            <ac:spMk id="8" creationId="{5C3175BB-AED5-4753-A0CA-0F9E1E6D88EE}"/>
          </ac:spMkLst>
        </pc:spChg>
        <pc:spChg chg="add del">
          <ac:chgData name="翟 锐" userId="fef11181f709266a" providerId="LiveId" clId="{9186E0CD-109D-47DE-8883-49F901FD74B3}" dt="2020-08-12T03:10:54.030" v="1580"/>
          <ac:spMkLst>
            <pc:docMk/>
            <pc:sldMk cId="2698599430" sldId="551"/>
            <ac:spMk id="10" creationId="{429064F2-19EA-456F-8EA6-1EE65503EFB1}"/>
          </ac:spMkLst>
        </pc:spChg>
      </pc:sldChg>
      <pc:sldChg chg="new del">
        <pc:chgData name="翟 锐" userId="fef11181f709266a" providerId="LiveId" clId="{9186E0CD-109D-47DE-8883-49F901FD74B3}" dt="2020-08-12T03:10:07.368" v="1567" actId="47"/>
        <pc:sldMkLst>
          <pc:docMk/>
          <pc:sldMk cId="1187509460" sldId="552"/>
        </pc:sldMkLst>
      </pc:sldChg>
      <pc:sldChg chg="addSp delSp modSp add mod addAnim delAnim modAnim">
        <pc:chgData name="翟 锐" userId="fef11181f709266a" providerId="LiveId" clId="{9186E0CD-109D-47DE-8883-49F901FD74B3}" dt="2020-08-12T03:33:48.735" v="2579" actId="1076"/>
        <pc:sldMkLst>
          <pc:docMk/>
          <pc:sldMk cId="4057853856" sldId="552"/>
        </pc:sldMkLst>
        <pc:spChg chg="add del">
          <ac:chgData name="翟 锐" userId="fef11181f709266a" providerId="LiveId" clId="{9186E0CD-109D-47DE-8883-49F901FD74B3}" dt="2020-08-12T03:15:32.963" v="1806"/>
          <ac:spMkLst>
            <pc:docMk/>
            <pc:sldMk cId="4057853856" sldId="552"/>
            <ac:spMk id="2" creationId="{4C3C63B0-F2D8-498A-89F1-19226BD9B45B}"/>
          </ac:spMkLst>
        </pc:spChg>
        <pc:spChg chg="del">
          <ac:chgData name="翟 锐" userId="fef11181f709266a" providerId="LiveId" clId="{9186E0CD-109D-47DE-8883-49F901FD74B3}" dt="2020-08-12T03:12:07.896" v="1590" actId="478"/>
          <ac:spMkLst>
            <pc:docMk/>
            <pc:sldMk cId="4057853856" sldId="552"/>
            <ac:spMk id="3" creationId="{E7B1E7AC-41C9-4730-B250-19F6BFF1524A}"/>
          </ac:spMkLst>
        </pc:spChg>
        <pc:spChg chg="add mod">
          <ac:chgData name="翟 锐" userId="fef11181f709266a" providerId="LiveId" clId="{9186E0CD-109D-47DE-8883-49F901FD74B3}" dt="2020-08-12T03:33:48.735" v="2579" actId="1076"/>
          <ac:spMkLst>
            <pc:docMk/>
            <pc:sldMk cId="4057853856" sldId="552"/>
            <ac:spMk id="4" creationId="{97B310AD-FF3D-4686-A7E0-B3FEF148CCB9}"/>
          </ac:spMkLst>
        </pc:spChg>
        <pc:spChg chg="add mod">
          <ac:chgData name="翟 锐" userId="fef11181f709266a" providerId="LiveId" clId="{9186E0CD-109D-47DE-8883-49F901FD74B3}" dt="2020-08-12T03:18:54.081" v="1847" actId="164"/>
          <ac:spMkLst>
            <pc:docMk/>
            <pc:sldMk cId="4057853856" sldId="552"/>
            <ac:spMk id="5" creationId="{ADD5EE36-762B-4418-BC5E-C4CC7E579FFE}"/>
          </ac:spMkLst>
        </pc:spChg>
        <pc:spChg chg="add del mod">
          <ac:chgData name="翟 锐" userId="fef11181f709266a" providerId="LiveId" clId="{9186E0CD-109D-47DE-8883-49F901FD74B3}" dt="2020-08-12T03:16:56.866" v="1814" actId="478"/>
          <ac:spMkLst>
            <pc:docMk/>
            <pc:sldMk cId="4057853856" sldId="552"/>
            <ac:spMk id="6" creationId="{6C109422-B3F4-4C40-9F02-10FE6425DB35}"/>
          </ac:spMkLst>
        </pc:spChg>
        <pc:spChg chg="add mod">
          <ac:chgData name="翟 锐" userId="fef11181f709266a" providerId="LiveId" clId="{9186E0CD-109D-47DE-8883-49F901FD74B3}" dt="2020-08-12T03:18:54.081" v="1847" actId="164"/>
          <ac:spMkLst>
            <pc:docMk/>
            <pc:sldMk cId="4057853856" sldId="552"/>
            <ac:spMk id="7" creationId="{0F77B9A7-C4F8-42FF-9BAA-69A2C0C88382}"/>
          </ac:spMkLst>
        </pc:spChg>
        <pc:spChg chg="add del mod">
          <ac:chgData name="翟 锐" userId="fef11181f709266a" providerId="LiveId" clId="{9186E0CD-109D-47DE-8883-49F901FD74B3}" dt="2020-08-12T03:16:45.774" v="1811" actId="478"/>
          <ac:spMkLst>
            <pc:docMk/>
            <pc:sldMk cId="4057853856" sldId="552"/>
            <ac:spMk id="8" creationId="{8DBDFA32-731E-4A5A-A512-291C9579CA61}"/>
          </ac:spMkLst>
        </pc:spChg>
        <pc:spChg chg="add mod">
          <ac:chgData name="翟 锐" userId="fef11181f709266a" providerId="LiveId" clId="{9186E0CD-109D-47DE-8883-49F901FD74B3}" dt="2020-08-12T03:18:54.081" v="1847" actId="164"/>
          <ac:spMkLst>
            <pc:docMk/>
            <pc:sldMk cId="4057853856" sldId="552"/>
            <ac:spMk id="10" creationId="{75BFE876-6AC0-4B95-80DD-6017DC75920C}"/>
          </ac:spMkLst>
        </pc:spChg>
        <pc:spChg chg="add mod">
          <ac:chgData name="翟 锐" userId="fef11181f709266a" providerId="LiveId" clId="{9186E0CD-109D-47DE-8883-49F901FD74B3}" dt="2020-08-12T03:18:54.081" v="1847" actId="164"/>
          <ac:spMkLst>
            <pc:docMk/>
            <pc:sldMk cId="4057853856" sldId="552"/>
            <ac:spMk id="11" creationId="{3D1FBD4F-3224-4907-A1DF-E40046F52CEB}"/>
          </ac:spMkLst>
        </pc:spChg>
        <pc:spChg chg="add mod">
          <ac:chgData name="翟 锐" userId="fef11181f709266a" providerId="LiveId" clId="{9186E0CD-109D-47DE-8883-49F901FD74B3}" dt="2020-08-12T03:23:58.044" v="2032" actId="1076"/>
          <ac:spMkLst>
            <pc:docMk/>
            <pc:sldMk cId="4057853856" sldId="552"/>
            <ac:spMk id="23" creationId="{776E72F7-3EC7-493A-A138-D656D9301D10}"/>
          </ac:spMkLst>
        </pc:spChg>
        <pc:spChg chg="add mod">
          <ac:chgData name="翟 锐" userId="fef11181f709266a" providerId="LiveId" clId="{9186E0CD-109D-47DE-8883-49F901FD74B3}" dt="2020-08-12T03:24:00.977" v="2033" actId="1076"/>
          <ac:spMkLst>
            <pc:docMk/>
            <pc:sldMk cId="4057853856" sldId="552"/>
            <ac:spMk id="24" creationId="{F354ACFF-74F5-48F1-9893-81478564557B}"/>
          </ac:spMkLst>
        </pc:spChg>
        <pc:spChg chg="add del mod">
          <ac:chgData name="翟 锐" userId="fef11181f709266a" providerId="LiveId" clId="{9186E0CD-109D-47DE-8883-49F901FD74B3}" dt="2020-08-12T03:18:40.074" v="1845" actId="478"/>
          <ac:spMkLst>
            <pc:docMk/>
            <pc:sldMk cId="4057853856" sldId="552"/>
            <ac:spMk id="25" creationId="{BD427355-54ED-4A3A-8EC1-633131512E82}"/>
          </ac:spMkLst>
        </pc:spChg>
        <pc:spChg chg="add del mod">
          <ac:chgData name="翟 锐" userId="fef11181f709266a" providerId="LiveId" clId="{9186E0CD-109D-47DE-8883-49F901FD74B3}" dt="2020-08-12T03:18:40.074" v="1845" actId="478"/>
          <ac:spMkLst>
            <pc:docMk/>
            <pc:sldMk cId="4057853856" sldId="552"/>
            <ac:spMk id="26" creationId="{D7E49683-A1B1-42F5-8B32-4AC8E51FF776}"/>
          </ac:spMkLst>
        </pc:spChg>
        <pc:spChg chg="add del mod">
          <ac:chgData name="翟 锐" userId="fef11181f709266a" providerId="LiveId" clId="{9186E0CD-109D-47DE-8883-49F901FD74B3}" dt="2020-08-12T03:18:40.074" v="1845" actId="478"/>
          <ac:spMkLst>
            <pc:docMk/>
            <pc:sldMk cId="4057853856" sldId="552"/>
            <ac:spMk id="27" creationId="{23546A7A-3DAF-4033-A296-AFF89ABBC08E}"/>
          </ac:spMkLst>
        </pc:spChg>
        <pc:spChg chg="add del mod">
          <ac:chgData name="翟 锐" userId="fef11181f709266a" providerId="LiveId" clId="{9186E0CD-109D-47DE-8883-49F901FD74B3}" dt="2020-08-12T03:18:40.074" v="1845" actId="478"/>
          <ac:spMkLst>
            <pc:docMk/>
            <pc:sldMk cId="4057853856" sldId="552"/>
            <ac:spMk id="28" creationId="{62A52728-0A38-4E44-9597-64C277EF3DAD}"/>
          </ac:spMkLst>
        </pc:spChg>
        <pc:spChg chg="add mod">
          <ac:chgData name="翟 锐" userId="fef11181f709266a" providerId="LiveId" clId="{9186E0CD-109D-47DE-8883-49F901FD74B3}" dt="2020-08-12T03:22:16.202" v="1999" actId="164"/>
          <ac:spMkLst>
            <pc:docMk/>
            <pc:sldMk cId="4057853856" sldId="552"/>
            <ac:spMk id="32" creationId="{3CB3EFF4-8ACE-44C1-9940-EA9BA6760C81}"/>
          </ac:spMkLst>
        </pc:spChg>
        <pc:spChg chg="mod">
          <ac:chgData name="翟 锐" userId="fef11181f709266a" providerId="LiveId" clId="{9186E0CD-109D-47DE-8883-49F901FD74B3}" dt="2020-08-12T03:10:19.413" v="1571"/>
          <ac:spMkLst>
            <pc:docMk/>
            <pc:sldMk cId="4057853856" sldId="552"/>
            <ac:spMk id="35" creationId="{00000000-0000-0000-0000-000000000000}"/>
          </ac:spMkLst>
        </pc:spChg>
        <pc:spChg chg="mod">
          <ac:chgData name="翟 锐" userId="fef11181f709266a" providerId="LiveId" clId="{9186E0CD-109D-47DE-8883-49F901FD74B3}" dt="2020-08-12T03:24:48.223" v="2116" actId="20577"/>
          <ac:spMkLst>
            <pc:docMk/>
            <pc:sldMk cId="4057853856" sldId="552"/>
            <ac:spMk id="37" creationId="{64E756A6-DE35-46BD-89AD-D7D7929E6586}"/>
          </ac:spMkLst>
        </pc:spChg>
        <pc:spChg chg="mod">
          <ac:chgData name="翟 锐" userId="fef11181f709266a" providerId="LiveId" clId="{9186E0CD-109D-47DE-8883-49F901FD74B3}" dt="2020-08-12T03:24:51.148" v="2119" actId="20577"/>
          <ac:spMkLst>
            <pc:docMk/>
            <pc:sldMk cId="4057853856" sldId="552"/>
            <ac:spMk id="38" creationId="{1694AF57-961B-4BEF-BA67-4A189CBDBD19}"/>
          </ac:spMkLst>
        </pc:spChg>
        <pc:spChg chg="mod">
          <ac:chgData name="翟 锐" userId="fef11181f709266a" providerId="LiveId" clId="{9186E0CD-109D-47DE-8883-49F901FD74B3}" dt="2020-08-12T03:21:56.887" v="1996" actId="2711"/>
          <ac:spMkLst>
            <pc:docMk/>
            <pc:sldMk cId="4057853856" sldId="552"/>
            <ac:spMk id="39" creationId="{1913FD13-CCBF-4257-9D8B-2072047504B7}"/>
          </ac:spMkLst>
        </pc:spChg>
        <pc:spChg chg="mod">
          <ac:chgData name="翟 锐" userId="fef11181f709266a" providerId="LiveId" clId="{9186E0CD-109D-47DE-8883-49F901FD74B3}" dt="2020-08-12T03:21:56.887" v="1996" actId="2711"/>
          <ac:spMkLst>
            <pc:docMk/>
            <pc:sldMk cId="4057853856" sldId="552"/>
            <ac:spMk id="40" creationId="{70AF0528-6D92-4E30-8998-B66DA705D54C}"/>
          </ac:spMkLst>
        </pc:spChg>
        <pc:spChg chg="mod">
          <ac:chgData name="翟 锐" userId="fef11181f709266a" providerId="LiveId" clId="{9186E0CD-109D-47DE-8883-49F901FD74B3}" dt="2020-08-12T03:23:48.901" v="2031" actId="1076"/>
          <ac:spMkLst>
            <pc:docMk/>
            <pc:sldMk cId="4057853856" sldId="552"/>
            <ac:spMk id="49" creationId="{A03A41D6-4893-4521-8565-A3EC08A2DB2A}"/>
          </ac:spMkLst>
        </pc:spChg>
        <pc:spChg chg="mod">
          <ac:chgData name="翟 锐" userId="fef11181f709266a" providerId="LiveId" clId="{9186E0CD-109D-47DE-8883-49F901FD74B3}" dt="2020-08-12T03:23:44.806" v="2030" actId="1076"/>
          <ac:spMkLst>
            <pc:docMk/>
            <pc:sldMk cId="4057853856" sldId="552"/>
            <ac:spMk id="50" creationId="{EAA5DDCA-CA81-4E71-A72A-72F5A005F3F2}"/>
          </ac:spMkLst>
        </pc:spChg>
        <pc:spChg chg="mod">
          <ac:chgData name="翟 锐" userId="fef11181f709266a" providerId="LiveId" clId="{9186E0CD-109D-47DE-8883-49F901FD74B3}" dt="2020-08-12T03:22:29.509" v="2004" actId="20577"/>
          <ac:spMkLst>
            <pc:docMk/>
            <pc:sldMk cId="4057853856" sldId="552"/>
            <ac:spMk id="51" creationId="{A7FA0134-98FF-47A9-9158-2425D235D273}"/>
          </ac:spMkLst>
        </pc:spChg>
        <pc:spChg chg="mod">
          <ac:chgData name="翟 锐" userId="fef11181f709266a" providerId="LiveId" clId="{9186E0CD-109D-47DE-8883-49F901FD74B3}" dt="2020-08-12T03:24:55.287" v="2124" actId="20577"/>
          <ac:spMkLst>
            <pc:docMk/>
            <pc:sldMk cId="4057853856" sldId="552"/>
            <ac:spMk id="52" creationId="{243B03AD-39F7-4B8E-8E68-3261160D71B6}"/>
          </ac:spMkLst>
        </pc:spChg>
        <pc:spChg chg="mod">
          <ac:chgData name="翟 锐" userId="fef11181f709266a" providerId="LiveId" clId="{9186E0CD-109D-47DE-8883-49F901FD74B3}" dt="2020-08-12T03:24:59.270" v="2130" actId="20577"/>
          <ac:spMkLst>
            <pc:docMk/>
            <pc:sldMk cId="4057853856" sldId="552"/>
            <ac:spMk id="53" creationId="{20A8EB1E-A69B-45CF-AC3D-EE59D9C8C9C9}"/>
          </ac:spMkLst>
        </pc:spChg>
        <pc:spChg chg="mod">
          <ac:chgData name="翟 锐" userId="fef11181f709266a" providerId="LiveId" clId="{9186E0CD-109D-47DE-8883-49F901FD74B3}" dt="2020-08-12T03:22:19.748" v="2000"/>
          <ac:spMkLst>
            <pc:docMk/>
            <pc:sldMk cId="4057853856" sldId="552"/>
            <ac:spMk id="54" creationId="{0E1EB0E6-5E7A-46AC-9EDD-03CCC87A0230}"/>
          </ac:spMkLst>
        </pc:spChg>
        <pc:spChg chg="mod">
          <ac:chgData name="翟 锐" userId="fef11181f709266a" providerId="LiveId" clId="{9186E0CD-109D-47DE-8883-49F901FD74B3}" dt="2020-08-12T03:22:19.748" v="2000"/>
          <ac:spMkLst>
            <pc:docMk/>
            <pc:sldMk cId="4057853856" sldId="552"/>
            <ac:spMk id="55" creationId="{3712565E-7C56-48D6-9837-317F52FB2881}"/>
          </ac:spMkLst>
        </pc:spChg>
        <pc:spChg chg="add mod">
          <ac:chgData name="翟 锐" userId="fef11181f709266a" providerId="LiveId" clId="{9186E0CD-109D-47DE-8883-49F901FD74B3}" dt="2020-08-12T03:29:13.911" v="2473" actId="164"/>
          <ac:spMkLst>
            <pc:docMk/>
            <pc:sldMk cId="4057853856" sldId="552"/>
            <ac:spMk id="60" creationId="{C1145530-5424-49FA-AC97-FC8713152BBA}"/>
          </ac:spMkLst>
        </pc:spChg>
        <pc:spChg chg="add mod">
          <ac:chgData name="翟 锐" userId="fef11181f709266a" providerId="LiveId" clId="{9186E0CD-109D-47DE-8883-49F901FD74B3}" dt="2020-08-12T03:29:06.163" v="2471" actId="164"/>
          <ac:spMkLst>
            <pc:docMk/>
            <pc:sldMk cId="4057853856" sldId="552"/>
            <ac:spMk id="62" creationId="{CAD9EA94-51DD-4BC4-8410-2F4C24849E76}"/>
          </ac:spMkLst>
        </pc:spChg>
        <pc:spChg chg="add mod">
          <ac:chgData name="翟 锐" userId="fef11181f709266a" providerId="LiveId" clId="{9186E0CD-109D-47DE-8883-49F901FD74B3}" dt="2020-08-12T03:33:45.261" v="2578" actId="1076"/>
          <ac:spMkLst>
            <pc:docMk/>
            <pc:sldMk cId="4057853856" sldId="552"/>
            <ac:spMk id="65" creationId="{B9DE5641-7436-41BD-B302-62FCCAFD689B}"/>
          </ac:spMkLst>
        </pc:spChg>
        <pc:grpChg chg="add del mod">
          <ac:chgData name="翟 锐" userId="fef11181f709266a" providerId="LiveId" clId="{9186E0CD-109D-47DE-8883-49F901FD74B3}" dt="2020-08-12T03:25:55.407" v="2348" actId="478"/>
          <ac:grpSpMkLst>
            <pc:docMk/>
            <pc:sldMk cId="4057853856" sldId="552"/>
            <ac:grpSpMk id="22" creationId="{EE0C9B0C-60F3-4FB8-B92E-AF4E63C3A06B}"/>
          </ac:grpSpMkLst>
        </pc:grpChg>
        <pc:grpChg chg="add mod">
          <ac:chgData name="翟 锐" userId="fef11181f709266a" providerId="LiveId" clId="{9186E0CD-109D-47DE-8883-49F901FD74B3}" dt="2020-08-12T03:22:16.202" v="1999" actId="164"/>
          <ac:grpSpMkLst>
            <pc:docMk/>
            <pc:sldMk cId="4057853856" sldId="552"/>
            <ac:grpSpMk id="36" creationId="{8F81C30E-1DF4-49FD-8C84-4F869E9DA678}"/>
          </ac:grpSpMkLst>
        </pc:grpChg>
        <pc:grpChg chg="add mod">
          <ac:chgData name="翟 锐" userId="fef11181f709266a" providerId="LiveId" clId="{9186E0CD-109D-47DE-8883-49F901FD74B3}" dt="2020-08-12T03:29:13.911" v="2473" actId="164"/>
          <ac:grpSpMkLst>
            <pc:docMk/>
            <pc:sldMk cId="4057853856" sldId="552"/>
            <ac:grpSpMk id="46" creationId="{CD0D5B43-B11C-4DC2-9B8F-BF99E78C8C5F}"/>
          </ac:grpSpMkLst>
        </pc:grpChg>
        <pc:grpChg chg="add mod">
          <ac:chgData name="翟 锐" userId="fef11181f709266a" providerId="LiveId" clId="{9186E0CD-109D-47DE-8883-49F901FD74B3}" dt="2020-08-12T03:29:06.163" v="2471" actId="164"/>
          <ac:grpSpMkLst>
            <pc:docMk/>
            <pc:sldMk cId="4057853856" sldId="552"/>
            <ac:grpSpMk id="47" creationId="{216CC1E6-A7B9-4470-ADAB-0C97BE3559A1}"/>
          </ac:grpSpMkLst>
        </pc:grpChg>
        <pc:grpChg chg="mod">
          <ac:chgData name="翟 锐" userId="fef11181f709266a" providerId="LiveId" clId="{9186E0CD-109D-47DE-8883-49F901FD74B3}" dt="2020-08-12T03:22:19.748" v="2000"/>
          <ac:grpSpMkLst>
            <pc:docMk/>
            <pc:sldMk cId="4057853856" sldId="552"/>
            <ac:grpSpMk id="48" creationId="{E75B8D0F-9348-4142-BA40-FB2D1EED742B}"/>
          </ac:grpSpMkLst>
        </pc:grpChg>
        <pc:grpChg chg="add mod">
          <ac:chgData name="翟 锐" userId="fef11181f709266a" providerId="LiveId" clId="{9186E0CD-109D-47DE-8883-49F901FD74B3}" dt="2020-08-12T03:29:08.585" v="2472" actId="1076"/>
          <ac:grpSpMkLst>
            <pc:docMk/>
            <pc:sldMk cId="4057853856" sldId="552"/>
            <ac:grpSpMk id="66" creationId="{7DCBA655-590B-4F54-9E39-A727F7BEF953}"/>
          </ac:grpSpMkLst>
        </pc:grpChg>
        <pc:grpChg chg="add mod">
          <ac:chgData name="翟 锐" userId="fef11181f709266a" providerId="LiveId" clId="{9186E0CD-109D-47DE-8883-49F901FD74B3}" dt="2020-08-12T03:29:16.813" v="2474" actId="1076"/>
          <ac:grpSpMkLst>
            <pc:docMk/>
            <pc:sldMk cId="4057853856" sldId="552"/>
            <ac:grpSpMk id="67" creationId="{8C562CA2-AD0A-4C80-A333-143AF175D77F}"/>
          </ac:grpSpMkLst>
        </pc:grpChg>
        <pc:cxnChg chg="add mod">
          <ac:chgData name="翟 锐" userId="fef11181f709266a" providerId="LiveId" clId="{9186E0CD-109D-47DE-8883-49F901FD74B3}" dt="2020-08-12T03:25:55.407" v="2348" actId="478"/>
          <ac:cxnSpMkLst>
            <pc:docMk/>
            <pc:sldMk cId="4057853856" sldId="552"/>
            <ac:cxnSpMk id="15" creationId="{7FECCD82-C174-454F-998C-3E07E95B8962}"/>
          </ac:cxnSpMkLst>
        </pc:cxnChg>
        <pc:cxnChg chg="add mod">
          <ac:chgData name="翟 锐" userId="fef11181f709266a" providerId="LiveId" clId="{9186E0CD-109D-47DE-8883-49F901FD74B3}" dt="2020-08-12T03:25:55.407" v="2348" actId="478"/>
          <ac:cxnSpMkLst>
            <pc:docMk/>
            <pc:sldMk cId="4057853856" sldId="552"/>
            <ac:cxnSpMk id="18" creationId="{97AEC86C-338B-4CBA-A951-B47E4FE443F6}"/>
          </ac:cxnSpMkLst>
        </pc:cxnChg>
        <pc:cxnChg chg="add mod">
          <ac:chgData name="翟 锐" userId="fef11181f709266a" providerId="LiveId" clId="{9186E0CD-109D-47DE-8883-49F901FD74B3}" dt="2020-08-12T03:25:55.407" v="2348" actId="478"/>
          <ac:cxnSpMkLst>
            <pc:docMk/>
            <pc:sldMk cId="4057853856" sldId="552"/>
            <ac:cxnSpMk id="20" creationId="{3B2C9127-4073-45CA-BD09-29CFF92FC375}"/>
          </ac:cxnSpMkLst>
        </pc:cxnChg>
        <pc:cxnChg chg="add del mod">
          <ac:chgData name="翟 锐" userId="fef11181f709266a" providerId="LiveId" clId="{9186E0CD-109D-47DE-8883-49F901FD74B3}" dt="2020-08-12T03:18:40.074" v="1845" actId="478"/>
          <ac:cxnSpMkLst>
            <pc:docMk/>
            <pc:sldMk cId="4057853856" sldId="552"/>
            <ac:cxnSpMk id="29" creationId="{D6BED9F2-4BBB-45DD-8D09-263DF366E178}"/>
          </ac:cxnSpMkLst>
        </pc:cxnChg>
        <pc:cxnChg chg="add del mod">
          <ac:chgData name="翟 锐" userId="fef11181f709266a" providerId="LiveId" clId="{9186E0CD-109D-47DE-8883-49F901FD74B3}" dt="2020-08-12T03:18:40.074" v="1845" actId="478"/>
          <ac:cxnSpMkLst>
            <pc:docMk/>
            <pc:sldMk cId="4057853856" sldId="552"/>
            <ac:cxnSpMk id="30" creationId="{CB7CE003-52D8-430D-AFAA-2C7B7E05F9AB}"/>
          </ac:cxnSpMkLst>
        </pc:cxnChg>
        <pc:cxnChg chg="add del mod">
          <ac:chgData name="翟 锐" userId="fef11181f709266a" providerId="LiveId" clId="{9186E0CD-109D-47DE-8883-49F901FD74B3}" dt="2020-08-12T03:18:40.074" v="1845" actId="478"/>
          <ac:cxnSpMkLst>
            <pc:docMk/>
            <pc:sldMk cId="4057853856" sldId="552"/>
            <ac:cxnSpMk id="31" creationId="{493062AC-A818-4F07-AEA9-6F202A025DBA}"/>
          </ac:cxnSpMkLst>
        </pc:cxnChg>
        <pc:cxnChg chg="mod">
          <ac:chgData name="翟 锐" userId="fef11181f709266a" providerId="LiveId" clId="{9186E0CD-109D-47DE-8883-49F901FD74B3}" dt="2020-08-12T03:21:04.957" v="1982" actId="962"/>
          <ac:cxnSpMkLst>
            <pc:docMk/>
            <pc:sldMk cId="4057853856" sldId="552"/>
            <ac:cxnSpMk id="41" creationId="{74DB90BF-EBCE-49DE-B9E5-DD8200F9549F}"/>
          </ac:cxnSpMkLst>
        </pc:cxnChg>
        <pc:cxnChg chg="mod">
          <ac:chgData name="翟 锐" userId="fef11181f709266a" providerId="LiveId" clId="{9186E0CD-109D-47DE-8883-49F901FD74B3}" dt="2020-08-12T03:20:41.332" v="1979"/>
          <ac:cxnSpMkLst>
            <pc:docMk/>
            <pc:sldMk cId="4057853856" sldId="552"/>
            <ac:cxnSpMk id="42" creationId="{51226A56-457B-47D6-8508-E949657557C0}"/>
          </ac:cxnSpMkLst>
        </pc:cxnChg>
        <pc:cxnChg chg="mod">
          <ac:chgData name="翟 锐" userId="fef11181f709266a" providerId="LiveId" clId="{9186E0CD-109D-47DE-8883-49F901FD74B3}" dt="2020-08-12T03:20:41.332" v="1979"/>
          <ac:cxnSpMkLst>
            <pc:docMk/>
            <pc:sldMk cId="4057853856" sldId="552"/>
            <ac:cxnSpMk id="43" creationId="{C6C4AC16-5BC8-4CDE-9160-E91A486A17FE}"/>
          </ac:cxnSpMkLst>
        </pc:cxnChg>
        <pc:cxnChg chg="mod">
          <ac:chgData name="翟 锐" userId="fef11181f709266a" providerId="LiveId" clId="{9186E0CD-109D-47DE-8883-49F901FD74B3}" dt="2020-08-12T03:22:19.748" v="2000"/>
          <ac:cxnSpMkLst>
            <pc:docMk/>
            <pc:sldMk cId="4057853856" sldId="552"/>
            <ac:cxnSpMk id="56" creationId="{B126196A-9CCF-4736-A596-360D59BAD179}"/>
          </ac:cxnSpMkLst>
        </pc:cxnChg>
        <pc:cxnChg chg="mod">
          <ac:chgData name="翟 锐" userId="fef11181f709266a" providerId="LiveId" clId="{9186E0CD-109D-47DE-8883-49F901FD74B3}" dt="2020-08-12T03:23:41.589" v="2029" actId="14100"/>
          <ac:cxnSpMkLst>
            <pc:docMk/>
            <pc:sldMk cId="4057853856" sldId="552"/>
            <ac:cxnSpMk id="57" creationId="{3422CF53-E067-4827-96AB-82C8362865AF}"/>
          </ac:cxnSpMkLst>
        </pc:cxnChg>
        <pc:cxnChg chg="mod">
          <ac:chgData name="翟 锐" userId="fef11181f709266a" providerId="LiveId" clId="{9186E0CD-109D-47DE-8883-49F901FD74B3}" dt="2020-08-12T03:22:19.748" v="2000"/>
          <ac:cxnSpMkLst>
            <pc:docMk/>
            <pc:sldMk cId="4057853856" sldId="552"/>
            <ac:cxnSpMk id="58" creationId="{D8A52B64-7055-4861-AF64-BAD0924D8BC9}"/>
          </ac:cxnSpMkLst>
        </pc:cxnChg>
      </pc:sldChg>
      <pc:sldChg chg="modSp add mod modAnim">
        <pc:chgData name="翟 锐" userId="fef11181f709266a" providerId="LiveId" clId="{9186E0CD-109D-47DE-8883-49F901FD74B3}" dt="2020-08-12T03:28:35.498" v="2464" actId="20577"/>
        <pc:sldMkLst>
          <pc:docMk/>
          <pc:sldMk cId="75201204" sldId="553"/>
        </pc:sldMkLst>
        <pc:spChg chg="mod">
          <ac:chgData name="翟 锐" userId="fef11181f709266a" providerId="LiveId" clId="{9186E0CD-109D-47DE-8883-49F901FD74B3}" dt="2020-08-12T03:28:06.157" v="2425" actId="20577"/>
          <ac:spMkLst>
            <pc:docMk/>
            <pc:sldMk cId="75201204" sldId="553"/>
            <ac:spMk id="6" creationId="{12D631DF-3ED9-4C6B-9817-6C251BD453CE}"/>
          </ac:spMkLst>
        </pc:spChg>
        <pc:spChg chg="mod">
          <ac:chgData name="翟 锐" userId="fef11181f709266a" providerId="LiveId" clId="{9186E0CD-109D-47DE-8883-49F901FD74B3}" dt="2020-08-12T03:28:18.622" v="2445" actId="20577"/>
          <ac:spMkLst>
            <pc:docMk/>
            <pc:sldMk cId="75201204" sldId="553"/>
            <ac:spMk id="7" creationId="{8C4FE580-18DF-4EB2-B2ED-C00139D1D41F}"/>
          </ac:spMkLst>
        </pc:spChg>
        <pc:spChg chg="mod">
          <ac:chgData name="翟 锐" userId="fef11181f709266a" providerId="LiveId" clId="{9186E0CD-109D-47DE-8883-49F901FD74B3}" dt="2020-08-12T03:28:35.498" v="2464" actId="20577"/>
          <ac:spMkLst>
            <pc:docMk/>
            <pc:sldMk cId="75201204" sldId="553"/>
            <ac:spMk id="35" creationId="{00000000-0000-0000-0000-000000000000}"/>
          </ac:spMkLst>
        </pc:spChg>
      </pc:sldChg>
      <pc:sldChg chg="addSp delSp modSp add del mod addAnim delAnim modAnim">
        <pc:chgData name="翟 锐" userId="fef11181f709266a" providerId="LiveId" clId="{9186E0CD-109D-47DE-8883-49F901FD74B3}" dt="2020-08-12T03:43:20.232" v="2783"/>
        <pc:sldMkLst>
          <pc:docMk/>
          <pc:sldMk cId="2309812882" sldId="554"/>
        </pc:sldMkLst>
        <pc:spChg chg="add">
          <ac:chgData name="翟 锐" userId="fef11181f709266a" providerId="LiveId" clId="{9186E0CD-109D-47DE-8883-49F901FD74B3}" dt="2020-08-12T03:39:23.349" v="2751" actId="22"/>
          <ac:spMkLst>
            <pc:docMk/>
            <pc:sldMk cId="2309812882" sldId="554"/>
            <ac:spMk id="2" creationId="{3703C073-336E-4F59-ACE0-BDA81B438DD0}"/>
          </ac:spMkLst>
        </pc:spChg>
        <pc:spChg chg="add del">
          <ac:chgData name="翟 锐" userId="fef11181f709266a" providerId="LiveId" clId="{9186E0CD-109D-47DE-8883-49F901FD74B3}" dt="2020-08-12T03:38:57.696" v="2746" actId="478"/>
          <ac:spMkLst>
            <pc:docMk/>
            <pc:sldMk cId="2309812882" sldId="554"/>
            <ac:spMk id="6" creationId="{B68C979F-5215-4F49-B08D-00F83E44D1A2}"/>
          </ac:spMkLst>
        </pc:spChg>
        <pc:spChg chg="add del">
          <ac:chgData name="翟 锐" userId="fef11181f709266a" providerId="LiveId" clId="{9186E0CD-109D-47DE-8883-49F901FD74B3}" dt="2020-08-12T03:38:57.696" v="2746" actId="478"/>
          <ac:spMkLst>
            <pc:docMk/>
            <pc:sldMk cId="2309812882" sldId="554"/>
            <ac:spMk id="7" creationId="{1F480A2A-6C0A-476E-AB79-2917C392269E}"/>
          </ac:spMkLst>
        </pc:spChg>
        <pc:spChg chg="add del">
          <ac:chgData name="翟 锐" userId="fef11181f709266a" providerId="LiveId" clId="{9186E0CD-109D-47DE-8883-49F901FD74B3}" dt="2020-08-12T03:38:57.696" v="2746" actId="478"/>
          <ac:spMkLst>
            <pc:docMk/>
            <pc:sldMk cId="2309812882" sldId="554"/>
            <ac:spMk id="8" creationId="{FBEF0283-EE7B-4BBA-B4D2-DC5282CBDC61}"/>
          </ac:spMkLst>
        </pc:spChg>
        <pc:spChg chg="add mod">
          <ac:chgData name="翟 锐" userId="fef11181f709266a" providerId="LiveId" clId="{9186E0CD-109D-47DE-8883-49F901FD74B3}" dt="2020-08-12T03:39:30.100" v="2752" actId="1076"/>
          <ac:spMkLst>
            <pc:docMk/>
            <pc:sldMk cId="2309812882" sldId="554"/>
            <ac:spMk id="9" creationId="{9FC2F258-F34E-443C-A6EA-2729C80D7220}"/>
          </ac:spMkLst>
        </pc:spChg>
        <pc:spChg chg="add mod">
          <ac:chgData name="翟 锐" userId="fef11181f709266a" providerId="LiveId" clId="{9186E0CD-109D-47DE-8883-49F901FD74B3}" dt="2020-08-12T03:39:30.100" v="2752" actId="1076"/>
          <ac:spMkLst>
            <pc:docMk/>
            <pc:sldMk cId="2309812882" sldId="554"/>
            <ac:spMk id="10" creationId="{E00A2AB8-B299-4858-B647-8E93B56D2958}"/>
          </ac:spMkLst>
        </pc:spChg>
        <pc:spChg chg="add mod">
          <ac:chgData name="翟 锐" userId="fef11181f709266a" providerId="LiveId" clId="{9186E0CD-109D-47DE-8883-49F901FD74B3}" dt="2020-08-12T03:39:30.100" v="2752" actId="1076"/>
          <ac:spMkLst>
            <pc:docMk/>
            <pc:sldMk cId="2309812882" sldId="554"/>
            <ac:spMk id="11" creationId="{F3EDE739-6720-4B67-A66F-29710DAB5361}"/>
          </ac:spMkLst>
        </pc:spChg>
        <pc:spChg chg="add mod">
          <ac:chgData name="翟 锐" userId="fef11181f709266a" providerId="LiveId" clId="{9186E0CD-109D-47DE-8883-49F901FD74B3}" dt="2020-08-12T03:39:30.100" v="2752" actId="1076"/>
          <ac:spMkLst>
            <pc:docMk/>
            <pc:sldMk cId="2309812882" sldId="554"/>
            <ac:spMk id="12" creationId="{A2A7F328-320C-46AB-BD92-DEA7C1E33CF8}"/>
          </ac:spMkLst>
        </pc:spChg>
        <pc:spChg chg="add mod">
          <ac:chgData name="翟 锐" userId="fef11181f709266a" providerId="LiveId" clId="{9186E0CD-109D-47DE-8883-49F901FD74B3}" dt="2020-08-12T03:39:30.100" v="2752" actId="1076"/>
          <ac:spMkLst>
            <pc:docMk/>
            <pc:sldMk cId="2309812882" sldId="554"/>
            <ac:spMk id="13" creationId="{69B09C82-F0D9-4782-B12D-0DDF1F59D885}"/>
          </ac:spMkLst>
        </pc:spChg>
        <pc:spChg chg="add mod">
          <ac:chgData name="翟 锐" userId="fef11181f709266a" providerId="LiveId" clId="{9186E0CD-109D-47DE-8883-49F901FD74B3}" dt="2020-08-12T03:39:32.207" v="2753" actId="1076"/>
          <ac:spMkLst>
            <pc:docMk/>
            <pc:sldMk cId="2309812882" sldId="554"/>
            <ac:spMk id="14" creationId="{52849215-1773-4FB8-9999-E596D6C4CC45}"/>
          </ac:spMkLst>
        </pc:spChg>
        <pc:spChg chg="mod">
          <ac:chgData name="翟 锐" userId="fef11181f709266a" providerId="LiveId" clId="{9186E0CD-109D-47DE-8883-49F901FD74B3}" dt="2020-08-12T03:43:20.232" v="2783"/>
          <ac:spMkLst>
            <pc:docMk/>
            <pc:sldMk cId="2309812882" sldId="554"/>
            <ac:spMk id="35" creationId="{00000000-0000-0000-0000-000000000000}"/>
          </ac:spMkLst>
        </pc:spChg>
        <pc:cxnChg chg="add mod">
          <ac:chgData name="翟 锐" userId="fef11181f709266a" providerId="LiveId" clId="{9186E0CD-109D-47DE-8883-49F901FD74B3}" dt="2020-08-12T03:39:30.100" v="2752" actId="1076"/>
          <ac:cxnSpMkLst>
            <pc:docMk/>
            <pc:sldMk cId="2309812882" sldId="554"/>
            <ac:cxnSpMk id="15" creationId="{58E68725-BC5A-45BA-A9CB-C2E5B427F975}"/>
          </ac:cxnSpMkLst>
        </pc:cxnChg>
        <pc:cxnChg chg="add mod">
          <ac:chgData name="翟 锐" userId="fef11181f709266a" providerId="LiveId" clId="{9186E0CD-109D-47DE-8883-49F901FD74B3}" dt="2020-08-12T03:39:30.100" v="2752" actId="1076"/>
          <ac:cxnSpMkLst>
            <pc:docMk/>
            <pc:sldMk cId="2309812882" sldId="554"/>
            <ac:cxnSpMk id="16" creationId="{6A0A6C6D-C62C-42A9-86C4-AF2F26595261}"/>
          </ac:cxnSpMkLst>
        </pc:cxnChg>
        <pc:cxnChg chg="add del">
          <ac:chgData name="翟 锐" userId="fef11181f709266a" providerId="LiveId" clId="{9186E0CD-109D-47DE-8883-49F901FD74B3}" dt="2020-08-12T03:38:55.292" v="2745" actId="478"/>
          <ac:cxnSpMkLst>
            <pc:docMk/>
            <pc:sldMk cId="2309812882" sldId="554"/>
            <ac:cxnSpMk id="33" creationId="{00000000-0000-0000-0000-000000000000}"/>
          </ac:cxnSpMkLst>
        </pc:cxnChg>
      </pc:sldChg>
      <pc:sldChg chg="add del">
        <pc:chgData name="翟 锐" userId="fef11181f709266a" providerId="LiveId" clId="{9186E0CD-109D-47DE-8883-49F901FD74B3}" dt="2020-08-12T03:42:38.830" v="2779"/>
        <pc:sldMkLst>
          <pc:docMk/>
          <pc:sldMk cId="723649130" sldId="555"/>
        </pc:sldMkLst>
      </pc:sldChg>
      <pc:sldChg chg="addSp delSp modSp add del mod modAnim">
        <pc:chgData name="翟 锐" userId="fef11181f709266a" providerId="LiveId" clId="{9186E0CD-109D-47DE-8883-49F901FD74B3}" dt="2020-08-12T03:42:12.377" v="2775" actId="2696"/>
        <pc:sldMkLst>
          <pc:docMk/>
          <pc:sldMk cId="2384802814" sldId="555"/>
        </pc:sldMkLst>
        <pc:spChg chg="del">
          <ac:chgData name="翟 锐" userId="fef11181f709266a" providerId="LiveId" clId="{9186E0CD-109D-47DE-8883-49F901FD74B3}" dt="2020-08-12T03:41:52.769" v="2771" actId="478"/>
          <ac:spMkLst>
            <pc:docMk/>
            <pc:sldMk cId="2384802814" sldId="555"/>
            <ac:spMk id="8" creationId="{B9966E90-DCB1-45A5-AC53-E13C134C1324}"/>
          </ac:spMkLst>
        </pc:spChg>
        <pc:spChg chg="del">
          <ac:chgData name="翟 锐" userId="fef11181f709266a" providerId="LiveId" clId="{9186E0CD-109D-47DE-8883-49F901FD74B3}" dt="2020-08-12T03:41:52.769" v="2771" actId="478"/>
          <ac:spMkLst>
            <pc:docMk/>
            <pc:sldMk cId="2384802814" sldId="555"/>
            <ac:spMk id="9" creationId="{94F80E5C-5EB9-4133-AC17-07AEF773870C}"/>
          </ac:spMkLst>
        </pc:spChg>
        <pc:spChg chg="del">
          <ac:chgData name="翟 锐" userId="fef11181f709266a" providerId="LiveId" clId="{9186E0CD-109D-47DE-8883-49F901FD74B3}" dt="2020-08-12T03:41:52.769" v="2771" actId="478"/>
          <ac:spMkLst>
            <pc:docMk/>
            <pc:sldMk cId="2384802814" sldId="555"/>
            <ac:spMk id="10" creationId="{611A3FE5-2FB1-4CAD-B589-0B8FDCB9304B}"/>
          </ac:spMkLst>
        </pc:spChg>
        <pc:spChg chg="del">
          <ac:chgData name="翟 锐" userId="fef11181f709266a" providerId="LiveId" clId="{9186E0CD-109D-47DE-8883-49F901FD74B3}" dt="2020-08-12T03:41:52.769" v="2771" actId="478"/>
          <ac:spMkLst>
            <pc:docMk/>
            <pc:sldMk cId="2384802814" sldId="555"/>
            <ac:spMk id="11" creationId="{0874FFC6-E1C8-43DC-A9CC-F11F4F3D3CCF}"/>
          </ac:spMkLst>
        </pc:spChg>
        <pc:spChg chg="del">
          <ac:chgData name="翟 锐" userId="fef11181f709266a" providerId="LiveId" clId="{9186E0CD-109D-47DE-8883-49F901FD74B3}" dt="2020-08-12T03:41:52.769" v="2771" actId="478"/>
          <ac:spMkLst>
            <pc:docMk/>
            <pc:sldMk cId="2384802814" sldId="555"/>
            <ac:spMk id="12" creationId="{BCD1AE5C-4EF4-4279-BE21-01A4A1C67C6B}"/>
          </ac:spMkLst>
        </pc:spChg>
        <pc:spChg chg="del">
          <ac:chgData name="翟 锐" userId="fef11181f709266a" providerId="LiveId" clId="{9186E0CD-109D-47DE-8883-49F901FD74B3}" dt="2020-08-12T03:41:52.769" v="2771" actId="478"/>
          <ac:spMkLst>
            <pc:docMk/>
            <pc:sldMk cId="2384802814" sldId="555"/>
            <ac:spMk id="13" creationId="{47EC0052-FB41-4EE7-96FA-F317C98D5BF9}"/>
          </ac:spMkLst>
        </pc:spChg>
        <pc:spChg chg="add mod">
          <ac:chgData name="翟 锐" userId="fef11181f709266a" providerId="LiveId" clId="{9186E0CD-109D-47DE-8883-49F901FD74B3}" dt="2020-08-12T03:41:57.935" v="2773" actId="1076"/>
          <ac:spMkLst>
            <pc:docMk/>
            <pc:sldMk cId="2384802814" sldId="555"/>
            <ac:spMk id="16" creationId="{BFA505CB-70DD-421D-828C-E4D3723AAFCD}"/>
          </ac:spMkLst>
        </pc:spChg>
        <pc:spChg chg="add mod">
          <ac:chgData name="翟 锐" userId="fef11181f709266a" providerId="LiveId" clId="{9186E0CD-109D-47DE-8883-49F901FD74B3}" dt="2020-08-12T03:41:57.935" v="2773" actId="1076"/>
          <ac:spMkLst>
            <pc:docMk/>
            <pc:sldMk cId="2384802814" sldId="555"/>
            <ac:spMk id="17" creationId="{9671B5E4-3973-4590-AD69-17EFB40D1D91}"/>
          </ac:spMkLst>
        </pc:spChg>
        <pc:spChg chg="add mod">
          <ac:chgData name="翟 锐" userId="fef11181f709266a" providerId="LiveId" clId="{9186E0CD-109D-47DE-8883-49F901FD74B3}" dt="2020-08-12T03:41:57.935" v="2773" actId="1076"/>
          <ac:spMkLst>
            <pc:docMk/>
            <pc:sldMk cId="2384802814" sldId="555"/>
            <ac:spMk id="18" creationId="{D411205A-D070-419E-A5D5-5B50FDB68E6B}"/>
          </ac:spMkLst>
        </pc:spChg>
        <pc:spChg chg="add mod">
          <ac:chgData name="翟 锐" userId="fef11181f709266a" providerId="LiveId" clId="{9186E0CD-109D-47DE-8883-49F901FD74B3}" dt="2020-08-12T03:41:57.935" v="2773" actId="1076"/>
          <ac:spMkLst>
            <pc:docMk/>
            <pc:sldMk cId="2384802814" sldId="555"/>
            <ac:spMk id="19" creationId="{F8C49BEB-6863-44DE-8A56-F4F9459DF0F9}"/>
          </ac:spMkLst>
        </pc:spChg>
        <pc:spChg chg="add mod">
          <ac:chgData name="翟 锐" userId="fef11181f709266a" providerId="LiveId" clId="{9186E0CD-109D-47DE-8883-49F901FD74B3}" dt="2020-08-12T03:41:57.935" v="2773" actId="1076"/>
          <ac:spMkLst>
            <pc:docMk/>
            <pc:sldMk cId="2384802814" sldId="555"/>
            <ac:spMk id="20" creationId="{3F405EF0-21DE-4B31-B401-E722495BFC15}"/>
          </ac:spMkLst>
        </pc:spChg>
        <pc:spChg chg="add mod">
          <ac:chgData name="翟 锐" userId="fef11181f709266a" providerId="LiveId" clId="{9186E0CD-109D-47DE-8883-49F901FD74B3}" dt="2020-08-12T03:41:57.935" v="2773" actId="1076"/>
          <ac:spMkLst>
            <pc:docMk/>
            <pc:sldMk cId="2384802814" sldId="555"/>
            <ac:spMk id="23" creationId="{7EF5A79B-1FD3-485C-AF69-82D34C526541}"/>
          </ac:spMkLst>
        </pc:spChg>
        <pc:spChg chg="add mod">
          <ac:chgData name="翟 锐" userId="fef11181f709266a" providerId="LiveId" clId="{9186E0CD-109D-47DE-8883-49F901FD74B3}" dt="2020-08-12T03:41:57.935" v="2773" actId="1076"/>
          <ac:spMkLst>
            <pc:docMk/>
            <pc:sldMk cId="2384802814" sldId="555"/>
            <ac:spMk id="24" creationId="{8EE21EC9-A4B7-4967-9742-F9DC1C4AECAA}"/>
          </ac:spMkLst>
        </pc:spChg>
        <pc:spChg chg="mod">
          <ac:chgData name="翟 锐" userId="fef11181f709266a" providerId="LiveId" clId="{9186E0CD-109D-47DE-8883-49F901FD74B3}" dt="2020-08-12T03:41:13.531" v="2769" actId="20577"/>
          <ac:spMkLst>
            <pc:docMk/>
            <pc:sldMk cId="2384802814" sldId="555"/>
            <ac:spMk id="35" creationId="{00000000-0000-0000-0000-000000000000}"/>
          </ac:spMkLst>
        </pc:spChg>
        <pc:cxnChg chg="del mod">
          <ac:chgData name="翟 锐" userId="fef11181f709266a" providerId="LiveId" clId="{9186E0CD-109D-47DE-8883-49F901FD74B3}" dt="2020-08-12T03:41:52.769" v="2771" actId="478"/>
          <ac:cxnSpMkLst>
            <pc:docMk/>
            <pc:sldMk cId="2384802814" sldId="555"/>
            <ac:cxnSpMk id="14" creationId="{7AD93645-58EE-4513-9EE1-15867E854D2D}"/>
          </ac:cxnSpMkLst>
        </pc:cxnChg>
        <pc:cxnChg chg="del mod">
          <ac:chgData name="翟 锐" userId="fef11181f709266a" providerId="LiveId" clId="{9186E0CD-109D-47DE-8883-49F901FD74B3}" dt="2020-08-12T03:41:52.769" v="2771" actId="478"/>
          <ac:cxnSpMkLst>
            <pc:docMk/>
            <pc:sldMk cId="2384802814" sldId="555"/>
            <ac:cxnSpMk id="15" creationId="{27519793-2C99-46A8-8EA3-9A419AE25087}"/>
          </ac:cxnSpMkLst>
        </pc:cxnChg>
        <pc:cxnChg chg="add mod">
          <ac:chgData name="翟 锐" userId="fef11181f709266a" providerId="LiveId" clId="{9186E0CD-109D-47DE-8883-49F901FD74B3}" dt="2020-08-12T03:41:57.935" v="2773" actId="1076"/>
          <ac:cxnSpMkLst>
            <pc:docMk/>
            <pc:sldMk cId="2384802814" sldId="555"/>
            <ac:cxnSpMk id="21" creationId="{998FF890-5D8E-443D-BD53-59F76C03181C}"/>
          </ac:cxnSpMkLst>
        </pc:cxnChg>
        <pc:cxnChg chg="add mod">
          <ac:chgData name="翟 锐" userId="fef11181f709266a" providerId="LiveId" clId="{9186E0CD-109D-47DE-8883-49F901FD74B3}" dt="2020-08-12T03:41:57.935" v="2773" actId="1076"/>
          <ac:cxnSpMkLst>
            <pc:docMk/>
            <pc:sldMk cId="2384802814" sldId="555"/>
            <ac:cxnSpMk id="22" creationId="{40DFFCCE-40F8-41F5-BBB6-8111C73D069A}"/>
          </ac:cxnSpMkLst>
        </pc:cxnChg>
      </pc:sldChg>
      <pc:sldChg chg="modSp add">
        <pc:chgData name="翟 锐" userId="fef11181f709266a" providerId="LiveId" clId="{9186E0CD-109D-47DE-8883-49F901FD74B3}" dt="2020-08-12T03:44:13.823" v="2808" actId="20577"/>
        <pc:sldMkLst>
          <pc:docMk/>
          <pc:sldMk cId="3563826412" sldId="555"/>
        </pc:sldMkLst>
        <pc:spChg chg="mod">
          <ac:chgData name="翟 锐" userId="fef11181f709266a" providerId="LiveId" clId="{9186E0CD-109D-47DE-8883-49F901FD74B3}" dt="2020-08-12T03:44:13.823" v="2808" actId="20577"/>
          <ac:spMkLst>
            <pc:docMk/>
            <pc:sldMk cId="3563826412" sldId="555"/>
            <ac:spMk id="18" creationId="{D411205A-D070-419E-A5D5-5B50FDB68E6B}"/>
          </ac:spMkLst>
        </pc:spChg>
        <pc:spChg chg="mod">
          <ac:chgData name="翟 锐" userId="fef11181f709266a" providerId="LiveId" clId="{9186E0CD-109D-47DE-8883-49F901FD74B3}" dt="2020-08-12T03:43:40.412" v="2798"/>
          <ac:spMkLst>
            <pc:docMk/>
            <pc:sldMk cId="3563826412" sldId="555"/>
            <ac:spMk id="35" creationId="{00000000-0000-0000-0000-000000000000}"/>
          </ac:spMkLst>
        </pc:spChg>
      </pc:sldChg>
      <pc:sldChg chg="delSp modSp add del mod">
        <pc:chgData name="翟 锐" userId="fef11181f709266a" providerId="LiveId" clId="{9186E0CD-109D-47DE-8883-49F901FD74B3}" dt="2020-08-12T03:48:05.094" v="3104" actId="47"/>
        <pc:sldMkLst>
          <pc:docMk/>
          <pc:sldMk cId="1492243033" sldId="556"/>
        </pc:sldMkLst>
        <pc:spChg chg="del mod">
          <ac:chgData name="翟 锐" userId="fef11181f709266a" providerId="LiveId" clId="{9186E0CD-109D-47DE-8883-49F901FD74B3}" dt="2020-08-12T03:47:38.835" v="3087"/>
          <ac:spMkLst>
            <pc:docMk/>
            <pc:sldMk cId="1492243033" sldId="556"/>
            <ac:spMk id="2" creationId="{3703C073-336E-4F59-ACE0-BDA81B438DD0}"/>
          </ac:spMkLst>
        </pc:spChg>
      </pc:sldChg>
      <pc:sldChg chg="modSp add del mod">
        <pc:chgData name="翟 锐" userId="fef11181f709266a" providerId="LiveId" clId="{9186E0CD-109D-47DE-8883-49F901FD74B3}" dt="2020-08-12T03:47:18.815" v="3083" actId="2696"/>
        <pc:sldMkLst>
          <pc:docMk/>
          <pc:sldMk cId="4256149976" sldId="556"/>
        </pc:sldMkLst>
        <pc:spChg chg="mod">
          <ac:chgData name="翟 锐" userId="fef11181f709266a" providerId="LiveId" clId="{9186E0CD-109D-47DE-8883-49F901FD74B3}" dt="2020-08-12T03:47:04.847" v="3082" actId="20577"/>
          <ac:spMkLst>
            <pc:docMk/>
            <pc:sldMk cId="4256149976" sldId="556"/>
            <ac:spMk id="2" creationId="{3703C073-336E-4F59-ACE0-BDA81B438DD0}"/>
          </ac:spMkLst>
        </pc:spChg>
        <pc:spChg chg="mod">
          <ac:chgData name="翟 锐" userId="fef11181f709266a" providerId="LiveId" clId="{9186E0CD-109D-47DE-8883-49F901FD74B3}" dt="2020-08-12T03:45:26.680" v="2844"/>
          <ac:spMkLst>
            <pc:docMk/>
            <pc:sldMk cId="4256149976" sldId="556"/>
            <ac:spMk id="35" creationId="{00000000-0000-0000-0000-000000000000}"/>
          </ac:spMkLst>
        </pc:spChg>
      </pc:sldChg>
    </pc:docChg>
  </pc:docChgLst>
  <pc:docChgLst>
    <pc:chgData name="翟 锐" userId="fef11181f709266a" providerId="LiveId" clId="{0214D428-B43D-48B8-A415-106375A7F957}"/>
    <pc:docChg chg="undo custSel addSld delSld modSld">
      <pc:chgData name="翟 锐" userId="fef11181f709266a" providerId="LiveId" clId="{0214D428-B43D-48B8-A415-106375A7F957}" dt="2020-09-04T09:26:59.411" v="689" actId="11529"/>
      <pc:docMkLst>
        <pc:docMk/>
      </pc:docMkLst>
      <pc:sldChg chg="add del">
        <pc:chgData name="翟 锐" userId="fef11181f709266a" providerId="LiveId" clId="{0214D428-B43D-48B8-A415-106375A7F957}" dt="2020-09-04T08:50:18.169" v="83"/>
        <pc:sldMkLst>
          <pc:docMk/>
          <pc:sldMk cId="0" sldId="325"/>
        </pc:sldMkLst>
      </pc:sldChg>
      <pc:sldChg chg="add del">
        <pc:chgData name="翟 锐" userId="fef11181f709266a" providerId="LiveId" clId="{0214D428-B43D-48B8-A415-106375A7F957}" dt="2020-09-04T08:58:04.885" v="191" actId="47"/>
        <pc:sldMkLst>
          <pc:docMk/>
          <pc:sldMk cId="0" sldId="347"/>
        </pc:sldMkLst>
      </pc:sldChg>
      <pc:sldChg chg="modSp mod">
        <pc:chgData name="翟 锐" userId="fef11181f709266a" providerId="LiveId" clId="{0214D428-B43D-48B8-A415-106375A7F957}" dt="2020-09-04T09:19:00.894" v="315" actId="14100"/>
        <pc:sldMkLst>
          <pc:docMk/>
          <pc:sldMk cId="2981006032" sldId="556"/>
        </pc:sldMkLst>
        <pc:spChg chg="mod">
          <ac:chgData name="翟 锐" userId="fef11181f709266a" providerId="LiveId" clId="{0214D428-B43D-48B8-A415-106375A7F957}" dt="2020-09-04T09:19:00.894" v="315" actId="14100"/>
          <ac:spMkLst>
            <pc:docMk/>
            <pc:sldMk cId="2981006032" sldId="556"/>
            <ac:spMk id="2" creationId="{1A343DEC-CFF6-41F5-B87C-0DFC08C67B76}"/>
          </ac:spMkLst>
        </pc:spChg>
      </pc:sldChg>
      <pc:sldChg chg="modSp mod">
        <pc:chgData name="翟 锐" userId="fef11181f709266a" providerId="LiveId" clId="{0214D428-B43D-48B8-A415-106375A7F957}" dt="2020-09-04T09:18:21.002" v="309" actId="1076"/>
        <pc:sldMkLst>
          <pc:docMk/>
          <pc:sldMk cId="40839046" sldId="560"/>
        </pc:sldMkLst>
        <pc:spChg chg="mod">
          <ac:chgData name="翟 锐" userId="fef11181f709266a" providerId="LiveId" clId="{0214D428-B43D-48B8-A415-106375A7F957}" dt="2020-09-04T09:18:21.002" v="309" actId="1076"/>
          <ac:spMkLst>
            <pc:docMk/>
            <pc:sldMk cId="40839046" sldId="560"/>
            <ac:spMk id="2" creationId="{1A343DEC-CFF6-41F5-B87C-0DFC08C67B76}"/>
          </ac:spMkLst>
        </pc:spChg>
      </pc:sldChg>
      <pc:sldChg chg="modSp mod">
        <pc:chgData name="翟 锐" userId="fef11181f709266a" providerId="LiveId" clId="{0214D428-B43D-48B8-A415-106375A7F957}" dt="2020-09-04T06:22:37.012" v="21" actId="12"/>
        <pc:sldMkLst>
          <pc:docMk/>
          <pc:sldMk cId="3051887953" sldId="563"/>
        </pc:sldMkLst>
        <pc:spChg chg="mod">
          <ac:chgData name="翟 锐" userId="fef11181f709266a" providerId="LiveId" clId="{0214D428-B43D-48B8-A415-106375A7F957}" dt="2020-09-04T06:22:37.012" v="21" actId="12"/>
          <ac:spMkLst>
            <pc:docMk/>
            <pc:sldMk cId="3051887953" sldId="563"/>
            <ac:spMk id="2" creationId="{1A343DEC-CFF6-41F5-B87C-0DFC08C67B76}"/>
          </ac:spMkLst>
        </pc:spChg>
      </pc:sldChg>
      <pc:sldChg chg="modSp mod">
        <pc:chgData name="翟 锐" userId="fef11181f709266a" providerId="LiveId" clId="{0214D428-B43D-48B8-A415-106375A7F957}" dt="2020-09-04T06:22:58.568" v="25" actId="15"/>
        <pc:sldMkLst>
          <pc:docMk/>
          <pc:sldMk cId="3404202409" sldId="564"/>
        </pc:sldMkLst>
        <pc:spChg chg="mod">
          <ac:chgData name="翟 锐" userId="fef11181f709266a" providerId="LiveId" clId="{0214D428-B43D-48B8-A415-106375A7F957}" dt="2020-09-04T06:22:58.568" v="25" actId="15"/>
          <ac:spMkLst>
            <pc:docMk/>
            <pc:sldMk cId="3404202409" sldId="564"/>
            <ac:spMk id="2" creationId="{1A343DEC-CFF6-41F5-B87C-0DFC08C67B76}"/>
          </ac:spMkLst>
        </pc:spChg>
      </pc:sldChg>
      <pc:sldChg chg="modSp mod">
        <pc:chgData name="翟 锐" userId="fef11181f709266a" providerId="LiveId" clId="{0214D428-B43D-48B8-A415-106375A7F957}" dt="2020-09-04T06:23:27.938" v="34" actId="6549"/>
        <pc:sldMkLst>
          <pc:docMk/>
          <pc:sldMk cId="146979102" sldId="565"/>
        </pc:sldMkLst>
        <pc:spChg chg="mod">
          <ac:chgData name="翟 锐" userId="fef11181f709266a" providerId="LiveId" clId="{0214D428-B43D-48B8-A415-106375A7F957}" dt="2020-09-04T06:23:27.938" v="34" actId="6549"/>
          <ac:spMkLst>
            <pc:docMk/>
            <pc:sldMk cId="146979102" sldId="565"/>
            <ac:spMk id="2" creationId="{1A343DEC-CFF6-41F5-B87C-0DFC08C67B76}"/>
          </ac:spMkLst>
        </pc:spChg>
        <pc:picChg chg="mod">
          <ac:chgData name="翟 锐" userId="fef11181f709266a" providerId="LiveId" clId="{0214D428-B43D-48B8-A415-106375A7F957}" dt="2020-09-04T06:23:12.383" v="26" actId="1076"/>
          <ac:picMkLst>
            <pc:docMk/>
            <pc:sldMk cId="146979102" sldId="565"/>
            <ac:picMk id="6" creationId="{CEC16A83-D065-4F47-95B4-63FF26FFD825}"/>
          </ac:picMkLst>
        </pc:picChg>
      </pc:sldChg>
      <pc:sldChg chg="modSp mod">
        <pc:chgData name="翟 锐" userId="fef11181f709266a" providerId="LiveId" clId="{0214D428-B43D-48B8-A415-106375A7F957}" dt="2020-09-04T09:18:13.031" v="306" actId="12"/>
        <pc:sldMkLst>
          <pc:docMk/>
          <pc:sldMk cId="727514361" sldId="566"/>
        </pc:sldMkLst>
        <pc:spChg chg="mod">
          <ac:chgData name="翟 锐" userId="fef11181f709266a" providerId="LiveId" clId="{0214D428-B43D-48B8-A415-106375A7F957}" dt="2020-09-04T09:18:13.031" v="306" actId="12"/>
          <ac:spMkLst>
            <pc:docMk/>
            <pc:sldMk cId="727514361" sldId="566"/>
            <ac:spMk id="2" creationId="{1A343DEC-CFF6-41F5-B87C-0DFC08C67B76}"/>
          </ac:spMkLst>
        </pc:spChg>
      </pc:sldChg>
      <pc:sldChg chg="modSp mod">
        <pc:chgData name="翟 锐" userId="fef11181f709266a" providerId="LiveId" clId="{0214D428-B43D-48B8-A415-106375A7F957}" dt="2020-09-04T06:21:42.030" v="13" actId="12"/>
        <pc:sldMkLst>
          <pc:docMk/>
          <pc:sldMk cId="1385814803" sldId="568"/>
        </pc:sldMkLst>
        <pc:spChg chg="mod">
          <ac:chgData name="翟 锐" userId="fef11181f709266a" providerId="LiveId" clId="{0214D428-B43D-48B8-A415-106375A7F957}" dt="2020-09-04T06:21:42.030" v="13" actId="12"/>
          <ac:spMkLst>
            <pc:docMk/>
            <pc:sldMk cId="1385814803" sldId="568"/>
            <ac:spMk id="2" creationId="{1A343DEC-CFF6-41F5-B87C-0DFC08C67B76}"/>
          </ac:spMkLst>
        </pc:spChg>
      </pc:sldChg>
      <pc:sldChg chg="modSp mod">
        <pc:chgData name="翟 锐" userId="fef11181f709266a" providerId="LiveId" clId="{0214D428-B43D-48B8-A415-106375A7F957}" dt="2020-09-04T06:23:39.038" v="36" actId="12"/>
        <pc:sldMkLst>
          <pc:docMk/>
          <pc:sldMk cId="1248462053" sldId="570"/>
        </pc:sldMkLst>
        <pc:spChg chg="mod">
          <ac:chgData name="翟 锐" userId="fef11181f709266a" providerId="LiveId" clId="{0214D428-B43D-48B8-A415-106375A7F957}" dt="2020-09-04T06:23:39.038" v="36" actId="12"/>
          <ac:spMkLst>
            <pc:docMk/>
            <pc:sldMk cId="1248462053" sldId="570"/>
            <ac:spMk id="2" creationId="{1A343DEC-CFF6-41F5-B87C-0DFC08C67B76}"/>
          </ac:spMkLst>
        </pc:spChg>
      </pc:sldChg>
      <pc:sldChg chg="modSp del mod">
        <pc:chgData name="翟 锐" userId="fef11181f709266a" providerId="LiveId" clId="{0214D428-B43D-48B8-A415-106375A7F957}" dt="2020-09-04T06:26:09.573" v="56" actId="2696"/>
        <pc:sldMkLst>
          <pc:docMk/>
          <pc:sldMk cId="3203680886" sldId="571"/>
        </pc:sldMkLst>
        <pc:picChg chg="mod">
          <ac:chgData name="翟 锐" userId="fef11181f709266a" providerId="LiveId" clId="{0214D428-B43D-48B8-A415-106375A7F957}" dt="2020-09-04T06:26:05.465" v="55" actId="1076"/>
          <ac:picMkLst>
            <pc:docMk/>
            <pc:sldMk cId="3203680886" sldId="571"/>
            <ac:picMk id="4" creationId="{05F69294-5C7E-47CA-AF72-F2B1779893E8}"/>
          </ac:picMkLst>
        </pc:picChg>
      </pc:sldChg>
      <pc:sldChg chg="add">
        <pc:chgData name="翟 锐" userId="fef11181f709266a" providerId="LiveId" clId="{0214D428-B43D-48B8-A415-106375A7F957}" dt="2020-09-04T06:26:18.700" v="57"/>
        <pc:sldMkLst>
          <pc:docMk/>
          <pc:sldMk cId="4135861373" sldId="571"/>
        </pc:sldMkLst>
      </pc:sldChg>
      <pc:sldChg chg="modSp mod">
        <pc:chgData name="翟 锐" userId="fef11181f709266a" providerId="LiveId" clId="{0214D428-B43D-48B8-A415-106375A7F957}" dt="2020-09-04T06:23:49.658" v="38" actId="12"/>
        <pc:sldMkLst>
          <pc:docMk/>
          <pc:sldMk cId="1120019373" sldId="572"/>
        </pc:sldMkLst>
        <pc:spChg chg="mod">
          <ac:chgData name="翟 锐" userId="fef11181f709266a" providerId="LiveId" clId="{0214D428-B43D-48B8-A415-106375A7F957}" dt="2020-09-04T06:23:49.658" v="38" actId="12"/>
          <ac:spMkLst>
            <pc:docMk/>
            <pc:sldMk cId="1120019373" sldId="572"/>
            <ac:spMk id="2" creationId="{1A343DEC-CFF6-41F5-B87C-0DFC08C67B76}"/>
          </ac:spMkLst>
        </pc:spChg>
      </pc:sldChg>
      <pc:sldChg chg="modSp mod">
        <pc:chgData name="翟 锐" userId="fef11181f709266a" providerId="LiveId" clId="{0214D428-B43D-48B8-A415-106375A7F957}" dt="2020-09-04T06:26:58.141" v="59" actId="12"/>
        <pc:sldMkLst>
          <pc:docMk/>
          <pc:sldMk cId="757202342" sldId="573"/>
        </pc:sldMkLst>
        <pc:spChg chg="mod">
          <ac:chgData name="翟 锐" userId="fef11181f709266a" providerId="LiveId" clId="{0214D428-B43D-48B8-A415-106375A7F957}" dt="2020-09-04T06:26:58.141" v="59" actId="12"/>
          <ac:spMkLst>
            <pc:docMk/>
            <pc:sldMk cId="757202342" sldId="573"/>
            <ac:spMk id="2" creationId="{1A343DEC-CFF6-41F5-B87C-0DFC08C67B76}"/>
          </ac:spMkLst>
        </pc:spChg>
      </pc:sldChg>
      <pc:sldChg chg="modSp mod">
        <pc:chgData name="翟 锐" userId="fef11181f709266a" providerId="LiveId" clId="{0214D428-B43D-48B8-A415-106375A7F957}" dt="2020-09-04T06:27:03.825" v="61" actId="12"/>
        <pc:sldMkLst>
          <pc:docMk/>
          <pc:sldMk cId="3813965798" sldId="574"/>
        </pc:sldMkLst>
        <pc:spChg chg="mod">
          <ac:chgData name="翟 锐" userId="fef11181f709266a" providerId="LiveId" clId="{0214D428-B43D-48B8-A415-106375A7F957}" dt="2020-09-04T06:27:03.825" v="61" actId="12"/>
          <ac:spMkLst>
            <pc:docMk/>
            <pc:sldMk cId="3813965798" sldId="574"/>
            <ac:spMk id="2" creationId="{1A343DEC-CFF6-41F5-B87C-0DFC08C67B76}"/>
          </ac:spMkLst>
        </pc:spChg>
      </pc:sldChg>
      <pc:sldChg chg="modSp mod">
        <pc:chgData name="翟 锐" userId="fef11181f709266a" providerId="LiveId" clId="{0214D428-B43D-48B8-A415-106375A7F957}" dt="2020-09-04T06:26:54.703" v="58" actId="12"/>
        <pc:sldMkLst>
          <pc:docMk/>
          <pc:sldMk cId="779357039" sldId="580"/>
        </pc:sldMkLst>
        <pc:spChg chg="mod">
          <ac:chgData name="翟 锐" userId="fef11181f709266a" providerId="LiveId" clId="{0214D428-B43D-48B8-A415-106375A7F957}" dt="2020-09-04T06:26:54.703" v="58" actId="12"/>
          <ac:spMkLst>
            <pc:docMk/>
            <pc:sldMk cId="779357039" sldId="580"/>
            <ac:spMk id="2" creationId="{1A343DEC-CFF6-41F5-B87C-0DFC08C67B76}"/>
          </ac:spMkLst>
        </pc:spChg>
      </pc:sldChg>
      <pc:sldChg chg="modSp mod">
        <pc:chgData name="翟 锐" userId="fef11181f709266a" providerId="LiveId" clId="{0214D428-B43D-48B8-A415-106375A7F957}" dt="2020-09-04T06:19:01.201" v="12" actId="15"/>
        <pc:sldMkLst>
          <pc:docMk/>
          <pc:sldMk cId="2748688468" sldId="586"/>
        </pc:sldMkLst>
        <pc:spChg chg="mod">
          <ac:chgData name="翟 锐" userId="fef11181f709266a" providerId="LiveId" clId="{0214D428-B43D-48B8-A415-106375A7F957}" dt="2020-09-04T06:19:01.201" v="12" actId="15"/>
          <ac:spMkLst>
            <pc:docMk/>
            <pc:sldMk cId="2748688468" sldId="586"/>
            <ac:spMk id="2" creationId="{1A343DEC-CFF6-41F5-B87C-0DFC08C67B76}"/>
          </ac:spMkLst>
        </pc:spChg>
      </pc:sldChg>
      <pc:sldChg chg="modSp">
        <pc:chgData name="翟 锐" userId="fef11181f709266a" providerId="LiveId" clId="{0214D428-B43D-48B8-A415-106375A7F957}" dt="2020-09-04T08:48:35.732" v="77"/>
        <pc:sldMkLst>
          <pc:docMk/>
          <pc:sldMk cId="4205128277" sldId="587"/>
        </pc:sldMkLst>
        <pc:spChg chg="mod">
          <ac:chgData name="翟 锐" userId="fef11181f709266a" providerId="LiveId" clId="{0214D428-B43D-48B8-A415-106375A7F957}" dt="2020-09-04T08:48:35.732" v="77"/>
          <ac:spMkLst>
            <pc:docMk/>
            <pc:sldMk cId="4205128277" sldId="587"/>
            <ac:spMk id="35" creationId="{00000000-0000-0000-0000-000000000000}"/>
          </ac:spMkLst>
        </pc:spChg>
      </pc:sldChg>
      <pc:sldChg chg="modSp modAnim">
        <pc:chgData name="翟 锐" userId="fef11181f709266a" providerId="LiveId" clId="{0214D428-B43D-48B8-A415-106375A7F957}" dt="2020-09-04T08:49:27.907" v="81"/>
        <pc:sldMkLst>
          <pc:docMk/>
          <pc:sldMk cId="850308225" sldId="588"/>
        </pc:sldMkLst>
        <pc:spChg chg="mod">
          <ac:chgData name="翟 锐" userId="fef11181f709266a" providerId="LiveId" clId="{0214D428-B43D-48B8-A415-106375A7F957}" dt="2020-09-04T08:49:27.907" v="81"/>
          <ac:spMkLst>
            <pc:docMk/>
            <pc:sldMk cId="850308225" sldId="588"/>
            <ac:spMk id="35" creationId="{00000000-0000-0000-0000-000000000000}"/>
          </ac:spMkLst>
        </pc:spChg>
      </pc:sldChg>
      <pc:sldChg chg="modSp mod modAnim">
        <pc:chgData name="翟 锐" userId="fef11181f709266a" providerId="LiveId" clId="{0214D428-B43D-48B8-A415-106375A7F957}" dt="2020-09-04T09:01:11.284" v="283" actId="20577"/>
        <pc:sldMkLst>
          <pc:docMk/>
          <pc:sldMk cId="1817544442" sldId="589"/>
        </pc:sldMkLst>
        <pc:spChg chg="mod">
          <ac:chgData name="翟 锐" userId="fef11181f709266a" providerId="LiveId" clId="{0214D428-B43D-48B8-A415-106375A7F957}" dt="2020-09-04T06:27:56.364" v="62" actId="12"/>
          <ac:spMkLst>
            <pc:docMk/>
            <pc:sldMk cId="1817544442" sldId="589"/>
            <ac:spMk id="2" creationId="{1A343DEC-CFF6-41F5-B87C-0DFC08C67B76}"/>
          </ac:spMkLst>
        </pc:spChg>
        <pc:spChg chg="mod">
          <ac:chgData name="翟 锐" userId="fef11181f709266a" providerId="LiveId" clId="{0214D428-B43D-48B8-A415-106375A7F957}" dt="2020-09-04T09:01:11.284" v="283" actId="20577"/>
          <ac:spMkLst>
            <pc:docMk/>
            <pc:sldMk cId="1817544442" sldId="589"/>
            <ac:spMk id="35" creationId="{00000000-0000-0000-0000-000000000000}"/>
          </ac:spMkLst>
        </pc:spChg>
      </pc:sldChg>
      <pc:sldChg chg="modSp mod">
        <pc:chgData name="翟 锐" userId="fef11181f709266a" providerId="LiveId" clId="{0214D428-B43D-48B8-A415-106375A7F957}" dt="2020-09-04T09:02:45.444" v="305" actId="15"/>
        <pc:sldMkLst>
          <pc:docMk/>
          <pc:sldMk cId="685558447" sldId="590"/>
        </pc:sldMkLst>
        <pc:spChg chg="mod">
          <ac:chgData name="翟 锐" userId="fef11181f709266a" providerId="LiveId" clId="{0214D428-B43D-48B8-A415-106375A7F957}" dt="2020-09-04T09:02:45.444" v="305" actId="15"/>
          <ac:spMkLst>
            <pc:docMk/>
            <pc:sldMk cId="685558447" sldId="590"/>
            <ac:spMk id="2" creationId="{1A343DEC-CFF6-41F5-B87C-0DFC08C67B76}"/>
          </ac:spMkLst>
        </pc:spChg>
      </pc:sldChg>
      <pc:sldChg chg="modSp">
        <pc:chgData name="翟 锐" userId="fef11181f709266a" providerId="LiveId" clId="{0214D428-B43D-48B8-A415-106375A7F957}" dt="2020-09-04T08:48:32.273" v="76"/>
        <pc:sldMkLst>
          <pc:docMk/>
          <pc:sldMk cId="2843123516" sldId="593"/>
        </pc:sldMkLst>
        <pc:spChg chg="mod">
          <ac:chgData name="翟 锐" userId="fef11181f709266a" providerId="LiveId" clId="{0214D428-B43D-48B8-A415-106375A7F957}" dt="2020-09-04T08:48:32.273" v="76"/>
          <ac:spMkLst>
            <pc:docMk/>
            <pc:sldMk cId="2843123516" sldId="593"/>
            <ac:spMk id="35" creationId="{00000000-0000-0000-0000-000000000000}"/>
          </ac:spMkLst>
        </pc:spChg>
      </pc:sldChg>
      <pc:sldChg chg="modSp mod modNotesTx">
        <pc:chgData name="翟 锐" userId="fef11181f709266a" providerId="LiveId" clId="{0214D428-B43D-48B8-A415-106375A7F957}" dt="2020-09-04T08:58:28.292" v="202" actId="20577"/>
        <pc:sldMkLst>
          <pc:docMk/>
          <pc:sldMk cId="363145086" sldId="595"/>
        </pc:sldMkLst>
        <pc:spChg chg="mod">
          <ac:chgData name="翟 锐" userId="fef11181f709266a" providerId="LiveId" clId="{0214D428-B43D-48B8-A415-106375A7F957}" dt="2020-09-04T08:55:02.797" v="133"/>
          <ac:spMkLst>
            <pc:docMk/>
            <pc:sldMk cId="363145086" sldId="595"/>
            <ac:spMk id="2" creationId="{1A343DEC-CFF6-41F5-B87C-0DFC08C67B76}"/>
          </ac:spMkLst>
        </pc:spChg>
      </pc:sldChg>
      <pc:sldChg chg="del">
        <pc:chgData name="翟 锐" userId="fef11181f709266a" providerId="LiveId" clId="{0214D428-B43D-48B8-A415-106375A7F957}" dt="2020-09-04T08:55:18.999" v="134" actId="47"/>
        <pc:sldMkLst>
          <pc:docMk/>
          <pc:sldMk cId="3722139504" sldId="596"/>
        </pc:sldMkLst>
      </pc:sldChg>
      <pc:sldChg chg="modSp mod">
        <pc:chgData name="翟 锐" userId="fef11181f709266a" providerId="LiveId" clId="{0214D428-B43D-48B8-A415-106375A7F957}" dt="2020-09-04T06:25:26.823" v="53" actId="20577"/>
        <pc:sldMkLst>
          <pc:docMk/>
          <pc:sldMk cId="3459061754" sldId="604"/>
        </pc:sldMkLst>
        <pc:spChg chg="mod">
          <ac:chgData name="翟 锐" userId="fef11181f709266a" providerId="LiveId" clId="{0214D428-B43D-48B8-A415-106375A7F957}" dt="2020-09-04T06:25:26.823" v="53" actId="20577"/>
          <ac:spMkLst>
            <pc:docMk/>
            <pc:sldMk cId="3459061754" sldId="604"/>
            <ac:spMk id="2" creationId="{1A343DEC-CFF6-41F5-B87C-0DFC08C67B76}"/>
          </ac:spMkLst>
        </pc:spChg>
      </pc:sldChg>
      <pc:sldChg chg="modSp mod">
        <pc:chgData name="翟 锐" userId="fef11181f709266a" providerId="LiveId" clId="{0214D428-B43D-48B8-A415-106375A7F957}" dt="2020-09-04T09:18:16.730" v="307" actId="12"/>
        <pc:sldMkLst>
          <pc:docMk/>
          <pc:sldMk cId="1397344220" sldId="613"/>
        </pc:sldMkLst>
        <pc:spChg chg="mod">
          <ac:chgData name="翟 锐" userId="fef11181f709266a" providerId="LiveId" clId="{0214D428-B43D-48B8-A415-106375A7F957}" dt="2020-09-04T09:18:16.730" v="307" actId="12"/>
          <ac:spMkLst>
            <pc:docMk/>
            <pc:sldMk cId="1397344220" sldId="613"/>
            <ac:spMk id="2" creationId="{1A343DEC-CFF6-41F5-B87C-0DFC08C67B76}"/>
          </ac:spMkLst>
        </pc:spChg>
      </pc:sldChg>
      <pc:sldChg chg="modSp add mod">
        <pc:chgData name="翟 锐" userId="fef11181f709266a" providerId="LiveId" clId="{0214D428-B43D-48B8-A415-106375A7F957}" dt="2020-09-04T06:18:41.347" v="8"/>
        <pc:sldMkLst>
          <pc:docMk/>
          <pc:sldMk cId="2382010412" sldId="614"/>
        </pc:sldMkLst>
        <pc:spChg chg="mod">
          <ac:chgData name="翟 锐" userId="fef11181f709266a" providerId="LiveId" clId="{0214D428-B43D-48B8-A415-106375A7F957}" dt="2020-09-04T06:18:34.427" v="5" actId="6549"/>
          <ac:spMkLst>
            <pc:docMk/>
            <pc:sldMk cId="2382010412" sldId="614"/>
            <ac:spMk id="2" creationId="{1A343DEC-CFF6-41F5-B87C-0DFC08C67B76}"/>
          </ac:spMkLst>
        </pc:spChg>
        <pc:spChg chg="mod">
          <ac:chgData name="翟 锐" userId="fef11181f709266a" providerId="LiveId" clId="{0214D428-B43D-48B8-A415-106375A7F957}" dt="2020-09-04T06:18:41.347" v="8"/>
          <ac:spMkLst>
            <pc:docMk/>
            <pc:sldMk cId="2382010412" sldId="614"/>
            <ac:spMk id="35" creationId="{00000000-0000-0000-0000-000000000000}"/>
          </ac:spMkLst>
        </pc:spChg>
      </pc:sldChg>
      <pc:sldChg chg="addSp delSp modSp add mod">
        <pc:chgData name="翟 锐" userId="fef11181f709266a" providerId="LiveId" clId="{0214D428-B43D-48B8-A415-106375A7F957}" dt="2020-09-04T06:29:29.305" v="73" actId="1076"/>
        <pc:sldMkLst>
          <pc:docMk/>
          <pc:sldMk cId="2504951130" sldId="615"/>
        </pc:sldMkLst>
        <pc:spChg chg="del mod">
          <ac:chgData name="翟 锐" userId="fef11181f709266a" providerId="LiveId" clId="{0214D428-B43D-48B8-A415-106375A7F957}" dt="2020-09-04T06:29:21.083" v="70"/>
          <ac:spMkLst>
            <pc:docMk/>
            <pc:sldMk cId="2504951130" sldId="615"/>
            <ac:spMk id="2" creationId="{1A343DEC-CFF6-41F5-B87C-0DFC08C67B76}"/>
          </ac:spMkLst>
        </pc:spChg>
        <pc:spChg chg="mod">
          <ac:chgData name="翟 锐" userId="fef11181f709266a" providerId="LiveId" clId="{0214D428-B43D-48B8-A415-106375A7F957}" dt="2020-09-04T06:28:59.856" v="67"/>
          <ac:spMkLst>
            <pc:docMk/>
            <pc:sldMk cId="2504951130" sldId="615"/>
            <ac:spMk id="35" creationId="{00000000-0000-0000-0000-000000000000}"/>
          </ac:spMkLst>
        </pc:spChg>
        <pc:picChg chg="add mod">
          <ac:chgData name="翟 锐" userId="fef11181f709266a" providerId="LiveId" clId="{0214D428-B43D-48B8-A415-106375A7F957}" dt="2020-09-04T06:29:29.305" v="73" actId="1076"/>
          <ac:picMkLst>
            <pc:docMk/>
            <pc:sldMk cId="2504951130" sldId="615"/>
            <ac:picMk id="3" creationId="{4513675E-3A4A-4165-88B5-A971D0D6F4F6}"/>
          </ac:picMkLst>
        </pc:picChg>
      </pc:sldChg>
      <pc:sldChg chg="modSp add del mod">
        <pc:chgData name="翟 锐" userId="fef11181f709266a" providerId="LiveId" clId="{0214D428-B43D-48B8-A415-106375A7F957}" dt="2020-09-04T06:25:58.346" v="54" actId="47"/>
        <pc:sldMkLst>
          <pc:docMk/>
          <pc:sldMk cId="4072450728" sldId="615"/>
        </pc:sldMkLst>
        <pc:spChg chg="mod">
          <ac:chgData name="翟 锐" userId="fef11181f709266a" providerId="LiveId" clId="{0214D428-B43D-48B8-A415-106375A7F957}" dt="2020-09-04T06:24:56.992" v="49" actId="6549"/>
          <ac:spMkLst>
            <pc:docMk/>
            <pc:sldMk cId="4072450728" sldId="615"/>
            <ac:spMk id="2" creationId="{1A343DEC-CFF6-41F5-B87C-0DFC08C67B76}"/>
          </ac:spMkLst>
        </pc:spChg>
      </pc:sldChg>
      <pc:sldChg chg="modSp add mod modNotesTx">
        <pc:chgData name="翟 锐" userId="fef11181f709266a" providerId="LiveId" clId="{0214D428-B43D-48B8-A415-106375A7F957}" dt="2020-09-04T08:59:56.294" v="249" actId="20577"/>
        <pc:sldMkLst>
          <pc:docMk/>
          <pc:sldMk cId="3373164738" sldId="616"/>
        </pc:sldMkLst>
        <pc:spChg chg="mod">
          <ac:chgData name="翟 锐" userId="fef11181f709266a" providerId="LiveId" clId="{0214D428-B43D-48B8-A415-106375A7F957}" dt="2020-09-04T08:59:52.916" v="248" actId="20577"/>
          <ac:spMkLst>
            <pc:docMk/>
            <pc:sldMk cId="3373164738" sldId="616"/>
            <ac:spMk id="2" creationId="{1A343DEC-CFF6-41F5-B87C-0DFC08C67B76}"/>
          </ac:spMkLst>
        </pc:spChg>
        <pc:spChg chg="mod">
          <ac:chgData name="翟 锐" userId="fef11181f709266a" providerId="LiveId" clId="{0214D428-B43D-48B8-A415-106375A7F957}" dt="2020-09-04T08:59:03.918" v="227"/>
          <ac:spMkLst>
            <pc:docMk/>
            <pc:sldMk cId="3373164738" sldId="616"/>
            <ac:spMk id="35" creationId="{00000000-0000-0000-0000-000000000000}"/>
          </ac:spMkLst>
        </pc:spChg>
      </pc:sldChg>
      <pc:sldChg chg="modSp add mod">
        <pc:chgData name="翟 锐" userId="fef11181f709266a" providerId="LiveId" clId="{0214D428-B43D-48B8-A415-106375A7F957}" dt="2020-09-04T09:01:46.075" v="300" actId="6549"/>
        <pc:sldMkLst>
          <pc:docMk/>
          <pc:sldMk cId="689349942" sldId="617"/>
        </pc:sldMkLst>
        <pc:spChg chg="mod">
          <ac:chgData name="翟 锐" userId="fef11181f709266a" providerId="LiveId" clId="{0214D428-B43D-48B8-A415-106375A7F957}" dt="2020-09-04T08:55:46.986" v="146" actId="15"/>
          <ac:spMkLst>
            <pc:docMk/>
            <pc:sldMk cId="689349942" sldId="617"/>
            <ac:spMk id="2" creationId="{1A343DEC-CFF6-41F5-B87C-0DFC08C67B76}"/>
          </ac:spMkLst>
        </pc:spChg>
        <pc:spChg chg="mod">
          <ac:chgData name="翟 锐" userId="fef11181f709266a" providerId="LiveId" clId="{0214D428-B43D-48B8-A415-106375A7F957}" dt="2020-09-04T09:01:46.075" v="300" actId="6549"/>
          <ac:spMkLst>
            <pc:docMk/>
            <pc:sldMk cId="689349942" sldId="617"/>
            <ac:spMk id="35" creationId="{00000000-0000-0000-0000-000000000000}"/>
          </ac:spMkLst>
        </pc:spChg>
      </pc:sldChg>
      <pc:sldChg chg="modSp add del mod">
        <pc:chgData name="翟 锐" userId="fef11181f709266a" providerId="LiveId" clId="{0214D428-B43D-48B8-A415-106375A7F957}" dt="2020-09-04T08:54:52.110" v="130" actId="47"/>
        <pc:sldMkLst>
          <pc:docMk/>
          <pc:sldMk cId="2744765377" sldId="617"/>
        </pc:sldMkLst>
        <pc:spChg chg="mod">
          <ac:chgData name="翟 锐" userId="fef11181f709266a" providerId="LiveId" clId="{0214D428-B43D-48B8-A415-106375A7F957}" dt="2020-09-04T08:54:43.896" v="129" actId="6549"/>
          <ac:spMkLst>
            <pc:docMk/>
            <pc:sldMk cId="2744765377" sldId="617"/>
            <ac:spMk id="2" creationId="{1A343DEC-CFF6-41F5-B87C-0DFC08C67B76}"/>
          </ac:spMkLst>
        </pc:spChg>
      </pc:sldChg>
      <pc:sldChg chg="modSp add mod modAnim">
        <pc:chgData name="翟 锐" userId="fef11181f709266a" providerId="LiveId" clId="{0214D428-B43D-48B8-A415-106375A7F957}" dt="2020-09-04T08:57:02.450" v="154" actId="6549"/>
        <pc:sldMkLst>
          <pc:docMk/>
          <pc:sldMk cId="3671413414" sldId="618"/>
        </pc:sldMkLst>
        <pc:spChg chg="mod">
          <ac:chgData name="翟 锐" userId="fef11181f709266a" providerId="LiveId" clId="{0214D428-B43D-48B8-A415-106375A7F957}" dt="2020-09-04T08:57:02.450" v="154" actId="6549"/>
          <ac:spMkLst>
            <pc:docMk/>
            <pc:sldMk cId="3671413414" sldId="618"/>
            <ac:spMk id="2" creationId="{1A343DEC-CFF6-41F5-B87C-0DFC08C67B76}"/>
          </ac:spMkLst>
        </pc:spChg>
        <pc:spChg chg="mod">
          <ac:chgData name="翟 锐" userId="fef11181f709266a" providerId="LiveId" clId="{0214D428-B43D-48B8-A415-106375A7F957}" dt="2020-09-04T08:56:56.221" v="153"/>
          <ac:spMkLst>
            <pc:docMk/>
            <pc:sldMk cId="3671413414" sldId="618"/>
            <ac:spMk id="35" creationId="{00000000-0000-0000-0000-000000000000}"/>
          </ac:spMkLst>
        </pc:spChg>
      </pc:sldChg>
      <pc:sldChg chg="addSp delSp modSp add mod">
        <pc:chgData name="翟 锐" userId="fef11181f709266a" providerId="LiveId" clId="{0214D428-B43D-48B8-A415-106375A7F957}" dt="2020-09-04T08:57:46.335" v="190" actId="1076"/>
        <pc:sldMkLst>
          <pc:docMk/>
          <pc:sldMk cId="2461395264" sldId="619"/>
        </pc:sldMkLst>
        <pc:spChg chg="del">
          <ac:chgData name="翟 锐" userId="fef11181f709266a" providerId="LiveId" clId="{0214D428-B43D-48B8-A415-106375A7F957}" dt="2020-09-04T08:57:24.764" v="157" actId="478"/>
          <ac:spMkLst>
            <pc:docMk/>
            <pc:sldMk cId="2461395264" sldId="619"/>
            <ac:spMk id="2" creationId="{1A343DEC-CFF6-41F5-B87C-0DFC08C67B76}"/>
          </ac:spMkLst>
        </pc:spChg>
        <pc:spChg chg="mod">
          <ac:chgData name="翟 锐" userId="fef11181f709266a" providerId="LiveId" clId="{0214D428-B43D-48B8-A415-106375A7F957}" dt="2020-09-04T08:57:29.741" v="185"/>
          <ac:spMkLst>
            <pc:docMk/>
            <pc:sldMk cId="2461395264" sldId="619"/>
            <ac:spMk id="35" creationId="{00000000-0000-0000-0000-000000000000}"/>
          </ac:spMkLst>
        </pc:spChg>
        <pc:picChg chg="add mod">
          <ac:chgData name="翟 锐" userId="fef11181f709266a" providerId="LiveId" clId="{0214D428-B43D-48B8-A415-106375A7F957}" dt="2020-09-04T08:57:46.335" v="190" actId="1076"/>
          <ac:picMkLst>
            <pc:docMk/>
            <pc:sldMk cId="2461395264" sldId="619"/>
            <ac:picMk id="3" creationId="{D14B6356-0D00-4DA1-A210-FD75F18A9D58}"/>
          </ac:picMkLst>
        </pc:picChg>
      </pc:sldChg>
      <pc:sldChg chg="modSp add mod">
        <pc:chgData name="翟 锐" userId="fef11181f709266a" providerId="LiveId" clId="{0214D428-B43D-48B8-A415-106375A7F957}" dt="2020-09-04T08:59:23.533" v="244" actId="20577"/>
        <pc:sldMkLst>
          <pc:docMk/>
          <pc:sldMk cId="3575552719" sldId="620"/>
        </pc:sldMkLst>
        <pc:spChg chg="mod">
          <ac:chgData name="翟 锐" userId="fef11181f709266a" providerId="LiveId" clId="{0214D428-B43D-48B8-A415-106375A7F957}" dt="2020-09-04T08:59:18.046" v="231" actId="6549"/>
          <ac:spMkLst>
            <pc:docMk/>
            <pc:sldMk cId="3575552719" sldId="620"/>
            <ac:spMk id="2" creationId="{1A343DEC-CFF6-41F5-B87C-0DFC08C67B76}"/>
          </ac:spMkLst>
        </pc:spChg>
        <pc:spChg chg="mod">
          <ac:chgData name="翟 锐" userId="fef11181f709266a" providerId="LiveId" clId="{0214D428-B43D-48B8-A415-106375A7F957}" dt="2020-09-04T08:59:23.533" v="244" actId="20577"/>
          <ac:spMkLst>
            <pc:docMk/>
            <pc:sldMk cId="3575552719" sldId="620"/>
            <ac:spMk id="35" creationId="{00000000-0000-0000-0000-000000000000}"/>
          </ac:spMkLst>
        </pc:spChg>
      </pc:sldChg>
      <pc:sldChg chg="modSp add mod">
        <pc:chgData name="翟 锐" userId="fef11181f709266a" providerId="LiveId" clId="{0214D428-B43D-48B8-A415-106375A7F957}" dt="2020-09-04T09:02:27.231" v="301" actId="404"/>
        <pc:sldMkLst>
          <pc:docMk/>
          <pc:sldMk cId="3989040699" sldId="621"/>
        </pc:sldMkLst>
        <pc:spChg chg="mod">
          <ac:chgData name="翟 锐" userId="fef11181f709266a" providerId="LiveId" clId="{0214D428-B43D-48B8-A415-106375A7F957}" dt="2020-09-04T09:02:27.231" v="301" actId="404"/>
          <ac:spMkLst>
            <pc:docMk/>
            <pc:sldMk cId="3989040699" sldId="621"/>
            <ac:spMk id="2" creationId="{1A343DEC-CFF6-41F5-B87C-0DFC08C67B76}"/>
          </ac:spMkLst>
        </pc:spChg>
        <pc:spChg chg="mod">
          <ac:chgData name="翟 锐" userId="fef11181f709266a" providerId="LiveId" clId="{0214D428-B43D-48B8-A415-106375A7F957}" dt="2020-09-04T09:00:40.312" v="275"/>
          <ac:spMkLst>
            <pc:docMk/>
            <pc:sldMk cId="3989040699" sldId="621"/>
            <ac:spMk id="35" creationId="{00000000-0000-0000-0000-000000000000}"/>
          </ac:spMkLst>
        </pc:spChg>
      </pc:sldChg>
      <pc:sldChg chg="new del">
        <pc:chgData name="翟 锐" userId="fef11181f709266a" providerId="LiveId" clId="{0214D428-B43D-48B8-A415-106375A7F957}" dt="2020-09-04T09:19:05.311" v="317" actId="680"/>
        <pc:sldMkLst>
          <pc:docMk/>
          <pc:sldMk cId="2615486989" sldId="622"/>
        </pc:sldMkLst>
      </pc:sldChg>
      <pc:sldChg chg="addSp delSp modSp add mod">
        <pc:chgData name="翟 锐" userId="fef11181f709266a" providerId="LiveId" clId="{0214D428-B43D-48B8-A415-106375A7F957}" dt="2020-09-04T09:26:59.411" v="689" actId="11529"/>
        <pc:sldMkLst>
          <pc:docMk/>
          <pc:sldMk cId="2773477050" sldId="622"/>
        </pc:sldMkLst>
        <pc:spChg chg="mod">
          <ac:chgData name="翟 锐" userId="fef11181f709266a" providerId="LiveId" clId="{0214D428-B43D-48B8-A415-106375A7F957}" dt="2020-09-04T09:26:02.334" v="665" actId="6549"/>
          <ac:spMkLst>
            <pc:docMk/>
            <pc:sldMk cId="2773477050" sldId="622"/>
            <ac:spMk id="2" creationId="{1A343DEC-CFF6-41F5-B87C-0DFC08C67B76}"/>
          </ac:spMkLst>
        </pc:spChg>
        <pc:spChg chg="add del mod">
          <ac:chgData name="翟 锐" userId="fef11181f709266a" providerId="LiveId" clId="{0214D428-B43D-48B8-A415-106375A7F957}" dt="2020-09-04T09:23:33.196" v="613" actId="478"/>
          <ac:spMkLst>
            <pc:docMk/>
            <pc:sldMk cId="2773477050" sldId="622"/>
            <ac:spMk id="6" creationId="{E7F2375E-3979-482C-9680-C0B64A074F3E}"/>
          </ac:spMkLst>
        </pc:spChg>
        <pc:spChg chg="add del mod">
          <ac:chgData name="翟 锐" userId="fef11181f709266a" providerId="LiveId" clId="{0214D428-B43D-48B8-A415-106375A7F957}" dt="2020-09-04T09:23:31.267" v="611" actId="478"/>
          <ac:spMkLst>
            <pc:docMk/>
            <pc:sldMk cId="2773477050" sldId="622"/>
            <ac:spMk id="7" creationId="{7AAEEF77-F61A-4E61-8C76-7EA4E74FAE02}"/>
          </ac:spMkLst>
        </pc:spChg>
        <pc:spChg chg="add del mod">
          <ac:chgData name="翟 锐" userId="fef11181f709266a" providerId="LiveId" clId="{0214D428-B43D-48B8-A415-106375A7F957}" dt="2020-09-04T09:25:37.911" v="656" actId="478"/>
          <ac:spMkLst>
            <pc:docMk/>
            <pc:sldMk cId="2773477050" sldId="622"/>
            <ac:spMk id="8" creationId="{95A157F9-ADFB-4E6A-A62C-0757BB9F01E8}"/>
          </ac:spMkLst>
        </pc:spChg>
        <pc:spChg chg="add del mod">
          <ac:chgData name="翟 锐" userId="fef11181f709266a" providerId="LiveId" clId="{0214D428-B43D-48B8-A415-106375A7F957}" dt="2020-09-04T09:25:37.173" v="655" actId="478"/>
          <ac:spMkLst>
            <pc:docMk/>
            <pc:sldMk cId="2773477050" sldId="622"/>
            <ac:spMk id="9" creationId="{64687A18-CEEA-44FF-AF3F-B08A5B23F92E}"/>
          </ac:spMkLst>
        </pc:spChg>
        <pc:spChg chg="add del mod">
          <ac:chgData name="翟 锐" userId="fef11181f709266a" providerId="LiveId" clId="{0214D428-B43D-48B8-A415-106375A7F957}" dt="2020-09-04T09:25:54.804" v="663" actId="478"/>
          <ac:spMkLst>
            <pc:docMk/>
            <pc:sldMk cId="2773477050" sldId="622"/>
            <ac:spMk id="11" creationId="{DD425894-C1FE-4329-BE9F-DB0D24B5052A}"/>
          </ac:spMkLst>
        </pc:spChg>
        <pc:spChg chg="add mod">
          <ac:chgData name="翟 锐" userId="fef11181f709266a" providerId="LiveId" clId="{0214D428-B43D-48B8-A415-106375A7F957}" dt="2020-09-04T09:26:38.098" v="670" actId="1076"/>
          <ac:spMkLst>
            <pc:docMk/>
            <pc:sldMk cId="2773477050" sldId="622"/>
            <ac:spMk id="13" creationId="{E4994335-AA39-4752-8CFD-A96B51899648}"/>
          </ac:spMkLst>
        </pc:spChg>
        <pc:spChg chg="add del mod">
          <ac:chgData name="翟 锐" userId="fef11181f709266a" providerId="LiveId" clId="{0214D428-B43D-48B8-A415-106375A7F957}" dt="2020-09-04T09:25:38.969" v="657" actId="478"/>
          <ac:spMkLst>
            <pc:docMk/>
            <pc:sldMk cId="2773477050" sldId="622"/>
            <ac:spMk id="15" creationId="{224B9B61-7D3D-4792-B50B-F52F74C7639B}"/>
          </ac:spMkLst>
        </pc:spChg>
        <pc:spChg chg="add mod">
          <ac:chgData name="翟 锐" userId="fef11181f709266a" providerId="LiveId" clId="{0214D428-B43D-48B8-A415-106375A7F957}" dt="2020-09-04T09:26:38.098" v="670" actId="1076"/>
          <ac:spMkLst>
            <pc:docMk/>
            <pc:sldMk cId="2773477050" sldId="622"/>
            <ac:spMk id="17" creationId="{819086CB-0C63-4563-95C0-0C55043E3D08}"/>
          </ac:spMkLst>
        </pc:spChg>
        <pc:spChg chg="add mod">
          <ac:chgData name="翟 锐" userId="fef11181f709266a" providerId="LiveId" clId="{0214D428-B43D-48B8-A415-106375A7F957}" dt="2020-09-04T09:26:38.098" v="670" actId="1076"/>
          <ac:spMkLst>
            <pc:docMk/>
            <pc:sldMk cId="2773477050" sldId="622"/>
            <ac:spMk id="19" creationId="{6721E054-506A-4B18-8AA2-4F66D34C8149}"/>
          </ac:spMkLst>
        </pc:spChg>
        <pc:spChg chg="add mod">
          <ac:chgData name="翟 锐" userId="fef11181f709266a" providerId="LiveId" clId="{0214D428-B43D-48B8-A415-106375A7F957}" dt="2020-09-04T09:26:38.098" v="670" actId="1076"/>
          <ac:spMkLst>
            <pc:docMk/>
            <pc:sldMk cId="2773477050" sldId="622"/>
            <ac:spMk id="21" creationId="{27D7FD0A-A32A-46B4-8974-19054E93102A}"/>
          </ac:spMkLst>
        </pc:spChg>
        <pc:spChg chg="add mod">
          <ac:chgData name="翟 锐" userId="fef11181f709266a" providerId="LiveId" clId="{0214D428-B43D-48B8-A415-106375A7F957}" dt="2020-09-04T09:26:38.098" v="670" actId="1076"/>
          <ac:spMkLst>
            <pc:docMk/>
            <pc:sldMk cId="2773477050" sldId="622"/>
            <ac:spMk id="23" creationId="{83F9C811-0015-4A5F-BE5B-EB62C3EC59B4}"/>
          </ac:spMkLst>
        </pc:spChg>
        <pc:spChg chg="add mod">
          <ac:chgData name="翟 锐" userId="fef11181f709266a" providerId="LiveId" clId="{0214D428-B43D-48B8-A415-106375A7F957}" dt="2020-09-04T09:26:51.252" v="688"/>
          <ac:spMkLst>
            <pc:docMk/>
            <pc:sldMk cId="2773477050" sldId="622"/>
            <ac:spMk id="25" creationId="{3CCFFB08-24CF-4719-AA6F-90BDD79775F2}"/>
          </ac:spMkLst>
        </pc:spChg>
        <pc:graphicFrameChg chg="add del mod modGraphic">
          <ac:chgData name="翟 锐" userId="fef11181f709266a" providerId="LiveId" clId="{0214D428-B43D-48B8-A415-106375A7F957}" dt="2020-09-04T09:24:25.647" v="632" actId="478"/>
          <ac:graphicFrameMkLst>
            <pc:docMk/>
            <pc:sldMk cId="2773477050" sldId="622"/>
            <ac:graphicFrameMk id="3" creationId="{6A517BA5-7D54-4413-97DE-490EC0F1A027}"/>
          </ac:graphicFrameMkLst>
        </pc:graphicFrameChg>
        <pc:cxnChg chg="add">
          <ac:chgData name="翟 锐" userId="fef11181f709266a" providerId="LiveId" clId="{0214D428-B43D-48B8-A415-106375A7F957}" dt="2020-09-04T09:26:59.411" v="689" actId="11529"/>
          <ac:cxnSpMkLst>
            <pc:docMk/>
            <pc:sldMk cId="2773477050" sldId="622"/>
            <ac:cxnSpMk id="29" creationId="{30AD0D39-DF4C-4C24-A7A0-BB7DD8745745}"/>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737FD7A-F41B-4FED-8E35-F78DB9F4D037}" type="datetimeFigureOut">
              <a:rPr lang="zh-CN" altLang="en-US" smtClean="0"/>
              <a:t>2023/11/22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8537CBA-0E44-4282-A4F0-C3BCC1A4C2D1}" type="slidenum">
              <a:rPr lang="zh-CN" altLang="en-US" smtClean="0"/>
              <a:t>‹#›</a:t>
            </a:fld>
            <a:endParaRPr lang="zh-CN" altLang="en-US"/>
          </a:p>
        </p:txBody>
      </p:sp>
    </p:spTree>
    <p:extLst>
      <p:ext uri="{BB962C8B-B14F-4D97-AF65-F5344CB8AC3E}">
        <p14:creationId xmlns:p14="http://schemas.microsoft.com/office/powerpoint/2010/main" val="28392932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20DEAE63-D6C4-437F-B8DA-DA689F991AA7}" type="slidenum">
              <a:rPr lang="zh-CN" altLang="en-US" smtClean="0"/>
              <a:t>1</a:t>
            </a:fld>
            <a:endParaRPr lang="en-US" altLang="zh-CN"/>
          </a:p>
        </p:txBody>
      </p:sp>
    </p:spTree>
    <p:extLst>
      <p:ext uri="{BB962C8B-B14F-4D97-AF65-F5344CB8AC3E}">
        <p14:creationId xmlns:p14="http://schemas.microsoft.com/office/powerpoint/2010/main" val="32170371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a:t>
            </a:fld>
            <a:endParaRPr lang="zh-CN" altLang="en-US" sz="1200"/>
          </a:p>
        </p:txBody>
      </p:sp>
    </p:spTree>
    <p:extLst>
      <p:ext uri="{BB962C8B-B14F-4D97-AF65-F5344CB8AC3E}">
        <p14:creationId xmlns:p14="http://schemas.microsoft.com/office/powerpoint/2010/main" val="1976892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a:t>
            </a:fld>
            <a:endParaRPr lang="zh-CN" altLang="en-US" sz="1200"/>
          </a:p>
        </p:txBody>
      </p:sp>
    </p:spTree>
    <p:extLst>
      <p:ext uri="{BB962C8B-B14F-4D97-AF65-F5344CB8AC3E}">
        <p14:creationId xmlns:p14="http://schemas.microsoft.com/office/powerpoint/2010/main" val="21328140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a:t>
            </a:fld>
            <a:endParaRPr lang="zh-CN" altLang="en-US" sz="1200"/>
          </a:p>
        </p:txBody>
      </p:sp>
    </p:spTree>
    <p:extLst>
      <p:ext uri="{BB962C8B-B14F-4D97-AF65-F5344CB8AC3E}">
        <p14:creationId xmlns:p14="http://schemas.microsoft.com/office/powerpoint/2010/main" val="25604336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a:t>
            </a:fld>
            <a:endParaRPr lang="zh-CN" altLang="en-US" sz="1200"/>
          </a:p>
        </p:txBody>
      </p:sp>
    </p:spTree>
    <p:extLst>
      <p:ext uri="{BB962C8B-B14F-4D97-AF65-F5344CB8AC3E}">
        <p14:creationId xmlns:p14="http://schemas.microsoft.com/office/powerpoint/2010/main" val="39447897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a:t>
            </a:fld>
            <a:endParaRPr lang="zh-CN" altLang="en-US" sz="1200"/>
          </a:p>
        </p:txBody>
      </p:sp>
    </p:spTree>
    <p:extLst>
      <p:ext uri="{BB962C8B-B14F-4D97-AF65-F5344CB8AC3E}">
        <p14:creationId xmlns:p14="http://schemas.microsoft.com/office/powerpoint/2010/main" val="1840766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7</a:t>
            </a:fld>
            <a:endParaRPr lang="zh-CN" altLang="en-US" sz="1200"/>
          </a:p>
        </p:txBody>
      </p:sp>
    </p:spTree>
    <p:extLst>
      <p:ext uri="{BB962C8B-B14F-4D97-AF65-F5344CB8AC3E}">
        <p14:creationId xmlns:p14="http://schemas.microsoft.com/office/powerpoint/2010/main" val="37093496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8</a:t>
            </a:fld>
            <a:endParaRPr lang="zh-CN" altLang="en-US" sz="1200"/>
          </a:p>
        </p:txBody>
      </p:sp>
    </p:spTree>
    <p:extLst>
      <p:ext uri="{BB962C8B-B14F-4D97-AF65-F5344CB8AC3E}">
        <p14:creationId xmlns:p14="http://schemas.microsoft.com/office/powerpoint/2010/main" val="378322687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9</a:t>
            </a:fld>
            <a:endParaRPr lang="zh-CN" altLang="en-US" sz="1200"/>
          </a:p>
        </p:txBody>
      </p:sp>
    </p:spTree>
    <p:extLst>
      <p:ext uri="{BB962C8B-B14F-4D97-AF65-F5344CB8AC3E}">
        <p14:creationId xmlns:p14="http://schemas.microsoft.com/office/powerpoint/2010/main" val="24544782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10</a:t>
            </a:fld>
            <a:endParaRPr lang="zh-CN" altLang="en-US" sz="1200"/>
          </a:p>
        </p:txBody>
      </p:sp>
    </p:spTree>
    <p:extLst>
      <p:ext uri="{BB962C8B-B14F-4D97-AF65-F5344CB8AC3E}">
        <p14:creationId xmlns:p14="http://schemas.microsoft.com/office/powerpoint/2010/main" val="37985034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11</a:t>
            </a:fld>
            <a:endParaRPr lang="zh-CN" altLang="en-US" sz="1200"/>
          </a:p>
        </p:txBody>
      </p:sp>
    </p:spTree>
    <p:extLst>
      <p:ext uri="{BB962C8B-B14F-4D97-AF65-F5344CB8AC3E}">
        <p14:creationId xmlns:p14="http://schemas.microsoft.com/office/powerpoint/2010/main" val="292711982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12</a:t>
            </a:fld>
            <a:endParaRPr lang="zh-CN" altLang="en-US" sz="1200"/>
          </a:p>
        </p:txBody>
      </p:sp>
    </p:spTree>
    <p:extLst>
      <p:ext uri="{BB962C8B-B14F-4D97-AF65-F5344CB8AC3E}">
        <p14:creationId xmlns:p14="http://schemas.microsoft.com/office/powerpoint/2010/main" val="33018785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13</a:t>
            </a:fld>
            <a:endParaRPr lang="zh-CN" altLang="en-US" sz="1200"/>
          </a:p>
        </p:txBody>
      </p:sp>
    </p:spTree>
    <p:extLst>
      <p:ext uri="{BB962C8B-B14F-4D97-AF65-F5344CB8AC3E}">
        <p14:creationId xmlns:p14="http://schemas.microsoft.com/office/powerpoint/2010/main" val="151388354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14</a:t>
            </a:fld>
            <a:endParaRPr lang="zh-CN" altLang="en-US" sz="1200"/>
          </a:p>
        </p:txBody>
      </p:sp>
    </p:spTree>
    <p:extLst>
      <p:ext uri="{BB962C8B-B14F-4D97-AF65-F5344CB8AC3E}">
        <p14:creationId xmlns:p14="http://schemas.microsoft.com/office/powerpoint/2010/main" val="29470644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15</a:t>
            </a:fld>
            <a:endParaRPr lang="zh-CN" altLang="en-US" sz="1200"/>
          </a:p>
        </p:txBody>
      </p:sp>
    </p:spTree>
    <p:extLst>
      <p:ext uri="{BB962C8B-B14F-4D97-AF65-F5344CB8AC3E}">
        <p14:creationId xmlns:p14="http://schemas.microsoft.com/office/powerpoint/2010/main" val="7537401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16</a:t>
            </a:fld>
            <a:endParaRPr lang="zh-CN" altLang="en-US" sz="1200"/>
          </a:p>
        </p:txBody>
      </p:sp>
    </p:spTree>
    <p:extLst>
      <p:ext uri="{BB962C8B-B14F-4D97-AF65-F5344CB8AC3E}">
        <p14:creationId xmlns:p14="http://schemas.microsoft.com/office/powerpoint/2010/main" val="305944011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17</a:t>
            </a:fld>
            <a:endParaRPr lang="zh-CN" altLang="en-US" sz="1200"/>
          </a:p>
        </p:txBody>
      </p:sp>
    </p:spTree>
    <p:extLst>
      <p:ext uri="{BB962C8B-B14F-4D97-AF65-F5344CB8AC3E}">
        <p14:creationId xmlns:p14="http://schemas.microsoft.com/office/powerpoint/2010/main" val="190861051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18</a:t>
            </a:fld>
            <a:endParaRPr lang="zh-CN" altLang="en-US" sz="1200"/>
          </a:p>
        </p:txBody>
      </p:sp>
    </p:spTree>
    <p:extLst>
      <p:ext uri="{BB962C8B-B14F-4D97-AF65-F5344CB8AC3E}">
        <p14:creationId xmlns:p14="http://schemas.microsoft.com/office/powerpoint/2010/main" val="13168444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19</a:t>
            </a:fld>
            <a:endParaRPr lang="zh-CN" altLang="en-US" sz="1200"/>
          </a:p>
        </p:txBody>
      </p:sp>
    </p:spTree>
    <p:extLst>
      <p:ext uri="{BB962C8B-B14F-4D97-AF65-F5344CB8AC3E}">
        <p14:creationId xmlns:p14="http://schemas.microsoft.com/office/powerpoint/2010/main" val="175364415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20</a:t>
            </a:fld>
            <a:endParaRPr lang="zh-CN" altLang="en-US" sz="1200"/>
          </a:p>
        </p:txBody>
      </p:sp>
    </p:spTree>
    <p:extLst>
      <p:ext uri="{BB962C8B-B14F-4D97-AF65-F5344CB8AC3E}">
        <p14:creationId xmlns:p14="http://schemas.microsoft.com/office/powerpoint/2010/main" val="26361586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21</a:t>
            </a:fld>
            <a:endParaRPr lang="zh-CN" altLang="en-US" sz="1200"/>
          </a:p>
        </p:txBody>
      </p:sp>
    </p:spTree>
    <p:extLst>
      <p:ext uri="{BB962C8B-B14F-4D97-AF65-F5344CB8AC3E}">
        <p14:creationId xmlns:p14="http://schemas.microsoft.com/office/powerpoint/2010/main" val="14359513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22</a:t>
            </a:fld>
            <a:endParaRPr lang="zh-CN" altLang="en-US" sz="1200"/>
          </a:p>
        </p:txBody>
      </p:sp>
    </p:spTree>
    <p:extLst>
      <p:ext uri="{BB962C8B-B14F-4D97-AF65-F5344CB8AC3E}">
        <p14:creationId xmlns:p14="http://schemas.microsoft.com/office/powerpoint/2010/main" val="157463123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23</a:t>
            </a:fld>
            <a:endParaRPr lang="zh-CN" altLang="en-US" sz="1200"/>
          </a:p>
        </p:txBody>
      </p:sp>
    </p:spTree>
    <p:extLst>
      <p:ext uri="{BB962C8B-B14F-4D97-AF65-F5344CB8AC3E}">
        <p14:creationId xmlns:p14="http://schemas.microsoft.com/office/powerpoint/2010/main" val="373821068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24</a:t>
            </a:fld>
            <a:endParaRPr lang="zh-CN" altLang="en-US" sz="1200"/>
          </a:p>
        </p:txBody>
      </p:sp>
    </p:spTree>
    <p:extLst>
      <p:ext uri="{BB962C8B-B14F-4D97-AF65-F5344CB8AC3E}">
        <p14:creationId xmlns:p14="http://schemas.microsoft.com/office/powerpoint/2010/main" val="368132186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25</a:t>
            </a:fld>
            <a:endParaRPr lang="zh-CN" altLang="en-US" sz="1200"/>
          </a:p>
        </p:txBody>
      </p:sp>
    </p:spTree>
    <p:extLst>
      <p:ext uri="{BB962C8B-B14F-4D97-AF65-F5344CB8AC3E}">
        <p14:creationId xmlns:p14="http://schemas.microsoft.com/office/powerpoint/2010/main" val="41123874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26</a:t>
            </a:fld>
            <a:endParaRPr lang="zh-CN" altLang="en-US" sz="1200"/>
          </a:p>
        </p:txBody>
      </p:sp>
    </p:spTree>
    <p:extLst>
      <p:ext uri="{BB962C8B-B14F-4D97-AF65-F5344CB8AC3E}">
        <p14:creationId xmlns:p14="http://schemas.microsoft.com/office/powerpoint/2010/main" val="119297663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27</a:t>
            </a:fld>
            <a:endParaRPr lang="zh-CN" altLang="en-US" sz="1200"/>
          </a:p>
        </p:txBody>
      </p:sp>
    </p:spTree>
    <p:extLst>
      <p:ext uri="{BB962C8B-B14F-4D97-AF65-F5344CB8AC3E}">
        <p14:creationId xmlns:p14="http://schemas.microsoft.com/office/powerpoint/2010/main" val="121869310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28</a:t>
            </a:fld>
            <a:endParaRPr lang="zh-CN" altLang="en-US" sz="1200"/>
          </a:p>
        </p:txBody>
      </p:sp>
    </p:spTree>
    <p:extLst>
      <p:ext uri="{BB962C8B-B14F-4D97-AF65-F5344CB8AC3E}">
        <p14:creationId xmlns:p14="http://schemas.microsoft.com/office/powerpoint/2010/main" val="32929882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2023/11/22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99690198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859D290-D985-411D-9682-F67D75E8F91D}" type="datetime1">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2023/11/22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
        <p:nvSpPr>
          <p:cNvPr id="5" name="灯片编号占位符 4"/>
          <p:cNvSpPr>
            <a:spLocks noGrp="1"/>
          </p:cNvSpPr>
          <p:nvPr>
            <p:ph type="sldNum" sz="quarter" idx="11"/>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F86BACA0-EB3D-4B88-810F-2A2ECB2CFB3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5111755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31</a:t>
            </a:fld>
            <a:endParaRPr lang="zh-CN" altLang="en-US" sz="1200"/>
          </a:p>
        </p:txBody>
      </p:sp>
    </p:spTree>
    <p:extLst>
      <p:ext uri="{BB962C8B-B14F-4D97-AF65-F5344CB8AC3E}">
        <p14:creationId xmlns:p14="http://schemas.microsoft.com/office/powerpoint/2010/main" val="34365894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32</a:t>
            </a:fld>
            <a:endParaRPr lang="zh-CN" altLang="en-US" sz="1200"/>
          </a:p>
        </p:txBody>
      </p:sp>
    </p:spTree>
    <p:extLst>
      <p:ext uri="{BB962C8B-B14F-4D97-AF65-F5344CB8AC3E}">
        <p14:creationId xmlns:p14="http://schemas.microsoft.com/office/powerpoint/2010/main" val="319181997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33</a:t>
            </a:fld>
            <a:endParaRPr lang="zh-CN" altLang="en-US" sz="1200"/>
          </a:p>
        </p:txBody>
      </p:sp>
    </p:spTree>
    <p:extLst>
      <p:ext uri="{BB962C8B-B14F-4D97-AF65-F5344CB8AC3E}">
        <p14:creationId xmlns:p14="http://schemas.microsoft.com/office/powerpoint/2010/main" val="164971674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34</a:t>
            </a:fld>
            <a:endParaRPr lang="zh-CN" altLang="en-US" sz="1200"/>
          </a:p>
        </p:txBody>
      </p:sp>
    </p:spTree>
    <p:extLst>
      <p:ext uri="{BB962C8B-B14F-4D97-AF65-F5344CB8AC3E}">
        <p14:creationId xmlns:p14="http://schemas.microsoft.com/office/powerpoint/2010/main" val="9851605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35</a:t>
            </a:fld>
            <a:endParaRPr lang="zh-CN" altLang="en-US" sz="1200"/>
          </a:p>
        </p:txBody>
      </p:sp>
    </p:spTree>
    <p:extLst>
      <p:ext uri="{BB962C8B-B14F-4D97-AF65-F5344CB8AC3E}">
        <p14:creationId xmlns:p14="http://schemas.microsoft.com/office/powerpoint/2010/main" val="136698468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36</a:t>
            </a:fld>
            <a:endParaRPr lang="zh-CN" altLang="en-US" sz="1200"/>
          </a:p>
        </p:txBody>
      </p:sp>
    </p:spTree>
    <p:extLst>
      <p:ext uri="{BB962C8B-B14F-4D97-AF65-F5344CB8AC3E}">
        <p14:creationId xmlns:p14="http://schemas.microsoft.com/office/powerpoint/2010/main" val="392590616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37</a:t>
            </a:fld>
            <a:endParaRPr lang="zh-CN" altLang="en-US" sz="1200"/>
          </a:p>
        </p:txBody>
      </p:sp>
    </p:spTree>
    <p:extLst>
      <p:ext uri="{BB962C8B-B14F-4D97-AF65-F5344CB8AC3E}">
        <p14:creationId xmlns:p14="http://schemas.microsoft.com/office/powerpoint/2010/main" val="163258423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38</a:t>
            </a:fld>
            <a:endParaRPr lang="zh-CN" altLang="en-US" sz="1200"/>
          </a:p>
        </p:txBody>
      </p:sp>
    </p:spTree>
    <p:extLst>
      <p:ext uri="{BB962C8B-B14F-4D97-AF65-F5344CB8AC3E}">
        <p14:creationId xmlns:p14="http://schemas.microsoft.com/office/powerpoint/2010/main" val="216478761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39</a:t>
            </a:fld>
            <a:endParaRPr lang="zh-CN" altLang="en-US" sz="1200"/>
          </a:p>
        </p:txBody>
      </p:sp>
    </p:spTree>
    <p:extLst>
      <p:ext uri="{BB962C8B-B14F-4D97-AF65-F5344CB8AC3E}">
        <p14:creationId xmlns:p14="http://schemas.microsoft.com/office/powerpoint/2010/main" val="125997103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40</a:t>
            </a:fld>
            <a:endParaRPr lang="zh-CN" altLang="en-US" sz="1200"/>
          </a:p>
        </p:txBody>
      </p:sp>
    </p:spTree>
    <p:extLst>
      <p:ext uri="{BB962C8B-B14F-4D97-AF65-F5344CB8AC3E}">
        <p14:creationId xmlns:p14="http://schemas.microsoft.com/office/powerpoint/2010/main" val="1721939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41</a:t>
            </a:fld>
            <a:endParaRPr lang="zh-CN" altLang="en-US" sz="1200"/>
          </a:p>
        </p:txBody>
      </p:sp>
    </p:spTree>
    <p:extLst>
      <p:ext uri="{BB962C8B-B14F-4D97-AF65-F5344CB8AC3E}">
        <p14:creationId xmlns:p14="http://schemas.microsoft.com/office/powerpoint/2010/main" val="742064763"/>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42</a:t>
            </a:fld>
            <a:endParaRPr lang="zh-CN" altLang="en-US" sz="1200"/>
          </a:p>
        </p:txBody>
      </p:sp>
    </p:spTree>
    <p:extLst>
      <p:ext uri="{BB962C8B-B14F-4D97-AF65-F5344CB8AC3E}">
        <p14:creationId xmlns:p14="http://schemas.microsoft.com/office/powerpoint/2010/main" val="4155623496"/>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43</a:t>
            </a:fld>
            <a:endParaRPr lang="zh-CN" altLang="en-US" sz="1200"/>
          </a:p>
        </p:txBody>
      </p:sp>
    </p:spTree>
    <p:extLst>
      <p:ext uri="{BB962C8B-B14F-4D97-AF65-F5344CB8AC3E}">
        <p14:creationId xmlns:p14="http://schemas.microsoft.com/office/powerpoint/2010/main" val="38578917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44</a:t>
            </a:fld>
            <a:endParaRPr lang="zh-CN" altLang="en-US" sz="1200"/>
          </a:p>
        </p:txBody>
      </p:sp>
    </p:spTree>
    <p:extLst>
      <p:ext uri="{BB962C8B-B14F-4D97-AF65-F5344CB8AC3E}">
        <p14:creationId xmlns:p14="http://schemas.microsoft.com/office/powerpoint/2010/main" val="358977083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45</a:t>
            </a:fld>
            <a:endParaRPr lang="zh-CN" altLang="en-US" sz="1200"/>
          </a:p>
        </p:txBody>
      </p:sp>
    </p:spTree>
    <p:extLst>
      <p:ext uri="{BB962C8B-B14F-4D97-AF65-F5344CB8AC3E}">
        <p14:creationId xmlns:p14="http://schemas.microsoft.com/office/powerpoint/2010/main" val="56499961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46</a:t>
            </a:fld>
            <a:endParaRPr lang="zh-CN" altLang="en-US" sz="1200"/>
          </a:p>
        </p:txBody>
      </p:sp>
    </p:spTree>
    <p:extLst>
      <p:ext uri="{BB962C8B-B14F-4D97-AF65-F5344CB8AC3E}">
        <p14:creationId xmlns:p14="http://schemas.microsoft.com/office/powerpoint/2010/main" val="3420153244"/>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47</a:t>
            </a:fld>
            <a:endParaRPr lang="zh-CN" altLang="en-US" sz="1200"/>
          </a:p>
        </p:txBody>
      </p:sp>
    </p:spTree>
    <p:extLst>
      <p:ext uri="{BB962C8B-B14F-4D97-AF65-F5344CB8AC3E}">
        <p14:creationId xmlns:p14="http://schemas.microsoft.com/office/powerpoint/2010/main" val="34863553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48</a:t>
            </a:fld>
            <a:endParaRPr lang="zh-CN" altLang="en-US" sz="1200"/>
          </a:p>
        </p:txBody>
      </p:sp>
    </p:spTree>
    <p:extLst>
      <p:ext uri="{BB962C8B-B14F-4D97-AF65-F5344CB8AC3E}">
        <p14:creationId xmlns:p14="http://schemas.microsoft.com/office/powerpoint/2010/main" val="120992521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49</a:t>
            </a:fld>
            <a:endParaRPr lang="zh-CN" altLang="en-US" sz="1200"/>
          </a:p>
        </p:txBody>
      </p:sp>
    </p:spTree>
    <p:extLst>
      <p:ext uri="{BB962C8B-B14F-4D97-AF65-F5344CB8AC3E}">
        <p14:creationId xmlns:p14="http://schemas.microsoft.com/office/powerpoint/2010/main" val="262879993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50</a:t>
            </a:fld>
            <a:endParaRPr lang="zh-CN" altLang="en-US" sz="1200"/>
          </a:p>
        </p:txBody>
      </p:sp>
    </p:spTree>
    <p:extLst>
      <p:ext uri="{BB962C8B-B14F-4D97-AF65-F5344CB8AC3E}">
        <p14:creationId xmlns:p14="http://schemas.microsoft.com/office/powerpoint/2010/main" val="50820407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51</a:t>
            </a:fld>
            <a:endParaRPr lang="zh-CN" altLang="en-US" sz="1200"/>
          </a:p>
        </p:txBody>
      </p:sp>
    </p:spTree>
    <p:extLst>
      <p:ext uri="{BB962C8B-B14F-4D97-AF65-F5344CB8AC3E}">
        <p14:creationId xmlns:p14="http://schemas.microsoft.com/office/powerpoint/2010/main" val="30508970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52</a:t>
            </a:fld>
            <a:endParaRPr lang="zh-CN" altLang="en-US" sz="1200"/>
          </a:p>
        </p:txBody>
      </p:sp>
    </p:spTree>
    <p:extLst>
      <p:ext uri="{BB962C8B-B14F-4D97-AF65-F5344CB8AC3E}">
        <p14:creationId xmlns:p14="http://schemas.microsoft.com/office/powerpoint/2010/main" val="39112848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53</a:t>
            </a:fld>
            <a:endParaRPr lang="zh-CN" altLang="en-US" sz="1200"/>
          </a:p>
        </p:txBody>
      </p:sp>
    </p:spTree>
    <p:extLst>
      <p:ext uri="{BB962C8B-B14F-4D97-AF65-F5344CB8AC3E}">
        <p14:creationId xmlns:p14="http://schemas.microsoft.com/office/powerpoint/2010/main" val="313491316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54</a:t>
            </a:fld>
            <a:endParaRPr lang="zh-CN" altLang="en-US" sz="1200"/>
          </a:p>
        </p:txBody>
      </p:sp>
    </p:spTree>
    <p:extLst>
      <p:ext uri="{BB962C8B-B14F-4D97-AF65-F5344CB8AC3E}">
        <p14:creationId xmlns:p14="http://schemas.microsoft.com/office/powerpoint/2010/main" val="2079209166"/>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55</a:t>
            </a:fld>
            <a:endParaRPr lang="zh-CN" altLang="en-US" sz="1200"/>
          </a:p>
        </p:txBody>
      </p:sp>
    </p:spTree>
    <p:extLst>
      <p:ext uri="{BB962C8B-B14F-4D97-AF65-F5344CB8AC3E}">
        <p14:creationId xmlns:p14="http://schemas.microsoft.com/office/powerpoint/2010/main" val="3295927722"/>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56</a:t>
            </a:fld>
            <a:endParaRPr lang="zh-CN" altLang="en-US" sz="1200"/>
          </a:p>
        </p:txBody>
      </p:sp>
    </p:spTree>
    <p:extLst>
      <p:ext uri="{BB962C8B-B14F-4D97-AF65-F5344CB8AC3E}">
        <p14:creationId xmlns:p14="http://schemas.microsoft.com/office/powerpoint/2010/main" val="28026402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57</a:t>
            </a:fld>
            <a:endParaRPr lang="zh-CN" altLang="en-US" sz="1200"/>
          </a:p>
        </p:txBody>
      </p:sp>
    </p:spTree>
    <p:extLst>
      <p:ext uri="{BB962C8B-B14F-4D97-AF65-F5344CB8AC3E}">
        <p14:creationId xmlns:p14="http://schemas.microsoft.com/office/powerpoint/2010/main" val="3216267687"/>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58</a:t>
            </a:fld>
            <a:endParaRPr lang="zh-CN" altLang="en-US" sz="1200"/>
          </a:p>
        </p:txBody>
      </p:sp>
    </p:spTree>
    <p:extLst>
      <p:ext uri="{BB962C8B-B14F-4D97-AF65-F5344CB8AC3E}">
        <p14:creationId xmlns:p14="http://schemas.microsoft.com/office/powerpoint/2010/main" val="372489586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59</a:t>
            </a:fld>
            <a:endParaRPr lang="zh-CN" altLang="en-US" sz="1200"/>
          </a:p>
        </p:txBody>
      </p:sp>
    </p:spTree>
    <p:extLst>
      <p:ext uri="{BB962C8B-B14F-4D97-AF65-F5344CB8AC3E}">
        <p14:creationId xmlns:p14="http://schemas.microsoft.com/office/powerpoint/2010/main" val="3324891063"/>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日期占位符 3"/>
          <p:cNvSpPr>
            <a:spLocks noGrp="1"/>
          </p:cNvSpPr>
          <p:nvPr>
            <p:ph type="dt" idx="10"/>
          </p:nvPr>
        </p:nvSpPr>
        <p:spPr/>
        <p:txBody>
          <a:bodyPr/>
          <a:lstStyle/>
          <a:p>
            <a:fld id="{B859D290-D985-411D-9682-F67D75E8F91D}" type="datetime1">
              <a:rPr lang="zh-CN" altLang="en-US" smtClean="0"/>
              <a:t>2023/11/22</a:t>
            </a:fld>
            <a:endParaRPr lang="zh-CN" altLang="en-US" sz="1200"/>
          </a:p>
        </p:txBody>
      </p:sp>
      <p:sp>
        <p:nvSpPr>
          <p:cNvPr id="5" name="灯片编号占位符 4"/>
          <p:cNvSpPr>
            <a:spLocks noGrp="1"/>
          </p:cNvSpPr>
          <p:nvPr>
            <p:ph type="sldNum" sz="quarter" idx="11"/>
          </p:nvPr>
        </p:nvSpPr>
        <p:spPr/>
        <p:txBody>
          <a:bodyPr/>
          <a:lstStyle/>
          <a:p>
            <a:fld id="{F86BACA0-EB3D-4B88-810F-2A2ECB2CFB33}" type="slidenum">
              <a:rPr lang="zh-CN" altLang="en-US" smtClean="0"/>
              <a:t>60</a:t>
            </a:fld>
            <a:endParaRPr lang="zh-CN" altLang="en-US" sz="1200"/>
          </a:p>
        </p:txBody>
      </p:sp>
    </p:spTree>
    <p:extLst>
      <p:ext uri="{BB962C8B-B14F-4D97-AF65-F5344CB8AC3E}">
        <p14:creationId xmlns:p14="http://schemas.microsoft.com/office/powerpoint/2010/main" val="23317281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97819"/>
            <a:ext cx="7772400" cy="1102519"/>
          </a:xfrm>
        </p:spPr>
        <p:txBody>
          <a:bodyPr/>
          <a:lstStyle/>
          <a:p>
            <a:r>
              <a:rPr lang="zh-CN" altLang="en-US"/>
              <a:t>单击此处编辑母版标题样式</a:t>
            </a:r>
          </a:p>
        </p:txBody>
      </p:sp>
      <p:sp>
        <p:nvSpPr>
          <p:cNvPr id="3" name="副标题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305176"/>
            <a:ext cx="7772400" cy="1021556"/>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978"/>
            <a:ext cx="8229600" cy="85725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04787"/>
            <a:ext cx="3008313" cy="871538"/>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54781"/>
            <a:ext cx="2057400" cy="329088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54781"/>
            <a:ext cx="6019800" cy="329088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1BEBC7A-FD02-486B-81B5-A845787C689C}" type="slidenum">
              <a:rPr lang="zh-CN" altLang="en-US" smtClean="0"/>
              <a:t>‹#›</a:t>
            </a:fld>
            <a:endParaRPr lang="zh-CN" altLang="en-US"/>
          </a:p>
        </p:txBody>
      </p:sp>
    </p:spTree>
  </p:cSld>
  <p:clrMapOvr>
    <a:masterClrMapping/>
  </p:clrMapOvr>
  <p:transition spd="slow">
    <p:pull/>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cxnSp>
        <p:nvCxnSpPr>
          <p:cNvPr id="3" name="直接连接符 2"/>
          <p:cNvCxnSpPr/>
          <p:nvPr userDrawn="1"/>
        </p:nvCxnSpPr>
        <p:spPr>
          <a:xfrm>
            <a:off x="515257" y="624114"/>
            <a:ext cx="3192647" cy="5237"/>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userDrawn="1"/>
        </p:nvCxnSpPr>
        <p:spPr>
          <a:xfrm>
            <a:off x="5436096" y="629351"/>
            <a:ext cx="3264655"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cSld>
  <p:clrMapOvr>
    <a:masterClrMapping/>
  </p:clrMapOvr>
  <p:transition spd="slow">
    <p:pull/>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标题幻灯片">
    <p:spTree>
      <p:nvGrpSpPr>
        <p:cNvPr id="1" name=""/>
        <p:cNvGrpSpPr/>
        <p:nvPr/>
      </p:nvGrpSpPr>
      <p:grpSpPr>
        <a:xfrm>
          <a:off x="0" y="0"/>
          <a:ext cx="0" cy="0"/>
          <a:chOff x="0" y="0"/>
          <a:chExt cx="0" cy="0"/>
        </a:xfrm>
      </p:grpSpPr>
      <p:sp>
        <p:nvSpPr>
          <p:cNvPr id="7" name="矩形 6"/>
          <p:cNvSpPr/>
          <p:nvPr userDrawn="1"/>
        </p:nvSpPr>
        <p:spPr>
          <a:xfrm>
            <a:off x="0" y="1"/>
            <a:ext cx="9144000" cy="699542"/>
          </a:xfrm>
          <a:prstGeom prst="rect">
            <a:avLst/>
          </a:prstGeom>
          <a:solidFill>
            <a:srgbClr val="568D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8" name="图片 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79513" y="-20538"/>
            <a:ext cx="1704311" cy="720080"/>
          </a:xfrm>
          <a:prstGeom prst="rect">
            <a:avLst/>
          </a:prstGeom>
        </p:spPr>
      </p:pic>
    </p:spTree>
  </p:cSld>
  <p:clrMapOvr>
    <a:masterClrMapping/>
  </p:clrMapOvr>
  <p:transition spd="slow">
    <p:pull/>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a:xfrm>
            <a:off x="457200" y="205740"/>
            <a:ext cx="8229600" cy="857250"/>
          </a:xfrm>
          <a:prstGeom prst="rect">
            <a:avLst/>
          </a:prstGeom>
        </p:spPr>
        <p:txBody>
          <a:bodyPr/>
          <a:lstStyle/>
          <a:p>
            <a:r>
              <a:rPr lang="zh-CN" altLang="en-US"/>
              <a:t>单击此处编辑母版标题样式</a:t>
            </a:r>
          </a:p>
        </p:txBody>
      </p:sp>
    </p:spTree>
  </p:cSld>
  <p:clrMapOvr>
    <a:masterClrMapping/>
  </p:clrMapOvr>
  <p:transition spd="slow">
    <p:pull/>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itle">
  <p:cSld name="1_标题幻灯片">
    <p:bg>
      <p:bgPr>
        <a:pattFill prst="ltUpDiag">
          <a:fgClr>
            <a:schemeClr val="accent6">
              <a:lumMod val="85000"/>
            </a:schemeClr>
          </a:fgClr>
          <a:bgClr>
            <a:schemeClr val="bg1"/>
          </a:bgClr>
        </a:pattFill>
        <a:effectLst/>
      </p:bgPr>
    </p:bg>
    <p:spTree>
      <p:nvGrpSpPr>
        <p:cNvPr id="1" name=""/>
        <p:cNvGrpSpPr/>
        <p:nvPr/>
      </p:nvGrpSpPr>
      <p:grpSpPr>
        <a:xfrm>
          <a:off x="0" y="0"/>
          <a:ext cx="0" cy="0"/>
          <a:chOff x="0" y="0"/>
          <a:chExt cx="0" cy="0"/>
        </a:xfrm>
      </p:grpSpPr>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05978"/>
            <a:ext cx="8229600" cy="857250"/>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421E9E4D-0BE1-4AAA-A57B-DA425863F4AF}" type="datetimeFigureOut">
              <a:rPr lang="zh-CN" altLang="en-US" smtClean="0"/>
              <a:t>2023/11/22</a:t>
            </a:fld>
            <a:endParaRPr lang="zh-CN" altLang="en-US"/>
          </a:p>
        </p:txBody>
      </p:sp>
      <p:sp>
        <p:nvSpPr>
          <p:cNvPr id="5" name="页脚占位符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E1BEBC7A-FD02-486B-81B5-A845787C689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 id="2147483669" r:id="rId15"/>
  </p:sldLayoutIdLst>
  <p:transition spd="slow">
    <p:pull/>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4.emf"/></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8" Type="http://schemas.openxmlformats.org/officeDocument/2006/relationships/image" Target="../media/image7.e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6.emf"/><Relationship Id="rId11" Type="http://schemas.openxmlformats.org/officeDocument/2006/relationships/image" Target="../media/image9.png"/><Relationship Id="rId5" Type="http://schemas.openxmlformats.org/officeDocument/2006/relationships/oleObject" Target="../embeddings/oleObject3.bin"/><Relationship Id="rId10" Type="http://schemas.openxmlformats.org/officeDocument/2006/relationships/image" Target="../media/image8.emf"/><Relationship Id="rId4" Type="http://schemas.openxmlformats.org/officeDocument/2006/relationships/image" Target="../media/image5.emf"/><Relationship Id="rId9" Type="http://schemas.openxmlformats.org/officeDocument/2006/relationships/oleObject" Target="../embeddings/oleObject5.bin"/></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13.emf"/><Relationship Id="rId5" Type="http://schemas.openxmlformats.org/officeDocument/2006/relationships/oleObject" Target="../embeddings/oleObject7.bin"/><Relationship Id="rId4" Type="http://schemas.openxmlformats.org/officeDocument/2006/relationships/image" Target="../media/image12.emf"/></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8" Type="http://schemas.openxmlformats.org/officeDocument/2006/relationships/image" Target="../media/image17.emf"/><Relationship Id="rId3" Type="http://schemas.openxmlformats.org/officeDocument/2006/relationships/oleObject" Target="../embeddings/oleObject9.bin"/><Relationship Id="rId7" Type="http://schemas.openxmlformats.org/officeDocument/2006/relationships/oleObject" Target="../embeddings/oleObject11.bin"/><Relationship Id="rId2" Type="http://schemas.openxmlformats.org/officeDocument/2006/relationships/notesSlide" Target="../notesSlides/notesSlide16.xml"/><Relationship Id="rId1" Type="http://schemas.openxmlformats.org/officeDocument/2006/relationships/slideLayout" Target="../slideLayouts/slideLayout7.xml"/><Relationship Id="rId6" Type="http://schemas.openxmlformats.org/officeDocument/2006/relationships/image" Target="../media/image16.emf"/><Relationship Id="rId5" Type="http://schemas.openxmlformats.org/officeDocument/2006/relationships/oleObject" Target="../embeddings/oleObject10.bin"/><Relationship Id="rId4" Type="http://schemas.openxmlformats.org/officeDocument/2006/relationships/image" Target="../media/image15.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2.emf"/></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hyperlink" Target="https://my.fsf.org/projects-of-social-benefit-award-nomination" TargetMode="External"/><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 Id="rId6" Type="http://schemas.openxmlformats.org/officeDocument/2006/relationships/image" Target="../media/image24.wmf"/><Relationship Id="rId5" Type="http://schemas.openxmlformats.org/officeDocument/2006/relationships/oleObject" Target="../embeddings/oleObject12.bin"/><Relationship Id="rId4" Type="http://schemas.openxmlformats.org/officeDocument/2006/relationships/image" Target="../media/image21.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5.xml"/><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文本框 28"/>
          <p:cNvSpPr txBox="1"/>
          <p:nvPr/>
        </p:nvSpPr>
        <p:spPr>
          <a:xfrm>
            <a:off x="3676932" y="1177303"/>
            <a:ext cx="1699504" cy="577081"/>
          </a:xfrm>
          <a:prstGeom prst="rect">
            <a:avLst/>
          </a:prstGeom>
          <a:noFill/>
        </p:spPr>
        <p:txBody>
          <a:bodyPr wrap="none" rtlCol="0">
            <a:spAutoFit/>
          </a:bodyPr>
          <a:lstStyle/>
          <a:p>
            <a:pPr algn="ctr"/>
            <a:r>
              <a:rPr lang="zh-CN" altLang="en-US" b="1" dirty="0">
                <a:solidFill>
                  <a:srgbClr val="414455"/>
                </a:solidFill>
                <a:latin typeface="微软雅黑" panose="020B0503020204020204" pitchFamily="34" charset="-122"/>
                <a:ea typeface="微软雅黑" panose="020B0503020204020204" pitchFamily="34" charset="-122"/>
              </a:rPr>
              <a:t>河南大学</a:t>
            </a:r>
            <a:endParaRPr lang="en-US" altLang="zh-CN" b="1" dirty="0">
              <a:solidFill>
                <a:srgbClr val="414455"/>
              </a:solidFill>
              <a:latin typeface="微软雅黑" panose="020B0503020204020204" pitchFamily="34" charset="-122"/>
              <a:ea typeface="微软雅黑" panose="020B0503020204020204" pitchFamily="34" charset="-122"/>
            </a:endParaRPr>
          </a:p>
          <a:p>
            <a:pPr algn="ctr"/>
            <a:r>
              <a:rPr lang="zh-CN" altLang="en-US" sz="1350" b="1" dirty="0">
                <a:solidFill>
                  <a:srgbClr val="414455"/>
                </a:solidFill>
                <a:latin typeface="微软雅黑" panose="020B0503020204020204" pitchFamily="34" charset="-122"/>
                <a:ea typeface="微软雅黑" panose="020B0503020204020204" pitchFamily="34" charset="-122"/>
              </a:rPr>
              <a:t>软件学院  软件工程</a:t>
            </a:r>
            <a:endParaRPr lang="en-US" altLang="zh-CN" sz="1350" b="1" dirty="0">
              <a:solidFill>
                <a:srgbClr val="414455"/>
              </a:solidFill>
              <a:latin typeface="微软雅黑" panose="020B0503020204020204" pitchFamily="34" charset="-122"/>
              <a:ea typeface="微软雅黑" panose="020B0503020204020204" pitchFamily="34" charset="-122"/>
            </a:endParaRPr>
          </a:p>
        </p:txBody>
      </p:sp>
      <p:sp>
        <p:nvSpPr>
          <p:cNvPr id="9" name="矩形 8"/>
          <p:cNvSpPr/>
          <p:nvPr/>
        </p:nvSpPr>
        <p:spPr>
          <a:xfrm>
            <a:off x="-7620" y="2194560"/>
            <a:ext cx="9157335" cy="2948940"/>
          </a:xfrm>
          <a:prstGeom prst="rect">
            <a:avLst/>
          </a:prstGeom>
          <a:solidFill>
            <a:srgbClr val="1A3F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TextBox 7"/>
          <p:cNvSpPr>
            <a:spLocks noChangeArrowheads="1"/>
          </p:cNvSpPr>
          <p:nvPr/>
        </p:nvSpPr>
        <p:spPr bwMode="auto">
          <a:xfrm>
            <a:off x="2304338" y="2421006"/>
            <a:ext cx="4467937"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工程经济学 第四章</a:t>
            </a:r>
          </a:p>
        </p:txBody>
      </p:sp>
      <p:cxnSp>
        <p:nvCxnSpPr>
          <p:cNvPr id="11" name="直接连接符 10"/>
          <p:cNvCxnSpPr/>
          <p:nvPr/>
        </p:nvCxnSpPr>
        <p:spPr>
          <a:xfrm>
            <a:off x="2682282" y="2973656"/>
            <a:ext cx="3731256" cy="0"/>
          </a:xfrm>
          <a:prstGeom prst="line">
            <a:avLst/>
          </a:prstGeom>
          <a:ln w="19050">
            <a:solidFill>
              <a:schemeClr val="bg1"/>
            </a:solidFill>
            <a:prstDash val="sysDash"/>
          </a:ln>
        </p:spPr>
        <p:style>
          <a:lnRef idx="1">
            <a:schemeClr val="accent1"/>
          </a:lnRef>
          <a:fillRef idx="0">
            <a:schemeClr val="accent1"/>
          </a:fillRef>
          <a:effectRef idx="0">
            <a:schemeClr val="accent1"/>
          </a:effectRef>
          <a:fontRef idx="minor">
            <a:schemeClr val="tx1"/>
          </a:fontRef>
        </p:style>
      </p:cxnSp>
      <p:grpSp>
        <p:nvGrpSpPr>
          <p:cNvPr id="15" name="组合 14"/>
          <p:cNvGrpSpPr/>
          <p:nvPr/>
        </p:nvGrpSpPr>
        <p:grpSpPr>
          <a:xfrm>
            <a:off x="3006233" y="3428961"/>
            <a:ext cx="502789" cy="453321"/>
            <a:chOff x="5424755" y="1340768"/>
            <a:chExt cx="670560" cy="604586"/>
          </a:xfrm>
        </p:grpSpPr>
        <p:grpSp>
          <p:nvGrpSpPr>
            <p:cNvPr id="16" name="组合 15"/>
            <p:cNvGrpSpPr/>
            <p:nvPr/>
          </p:nvGrpSpPr>
          <p:grpSpPr>
            <a:xfrm>
              <a:off x="5424755" y="1340768"/>
              <a:ext cx="670560" cy="604586"/>
              <a:chOff x="3720691" y="2824413"/>
              <a:chExt cx="1341120" cy="1209172"/>
            </a:xfrm>
          </p:grpSpPr>
          <p:sp>
            <p:nvSpPr>
              <p:cNvPr id="1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1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1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20" name="Freeform 126"/>
          <p:cNvSpPr>
            <a:spLocks noChangeAspect="1" noEditPoints="1"/>
          </p:cNvSpPr>
          <p:nvPr/>
        </p:nvSpPr>
        <p:spPr bwMode="auto">
          <a:xfrm>
            <a:off x="3156085" y="3534947"/>
            <a:ext cx="200874" cy="251355"/>
          </a:xfrm>
          <a:custGeom>
            <a:avLst/>
            <a:gdLst>
              <a:gd name="T0" fmla="*/ 48 w 81"/>
              <a:gd name="T1" fmla="*/ 27 h 101"/>
              <a:gd name="T2" fmla="*/ 4 w 81"/>
              <a:gd name="T3" fmla="*/ 48 h 101"/>
              <a:gd name="T4" fmla="*/ 0 w 81"/>
              <a:gd name="T5" fmla="*/ 31 h 101"/>
              <a:gd name="T6" fmla="*/ 58 w 81"/>
              <a:gd name="T7" fmla="*/ 90 h 101"/>
              <a:gd name="T8" fmla="*/ 81 w 81"/>
              <a:gd name="T9" fmla="*/ 98 h 101"/>
              <a:gd name="T10" fmla="*/ 58 w 81"/>
              <a:gd name="T11" fmla="*/ 90 h 101"/>
              <a:gd name="T12" fmla="*/ 53 w 81"/>
              <a:gd name="T13" fmla="*/ 101 h 101"/>
              <a:gd name="T14" fmla="*/ 29 w 81"/>
              <a:gd name="T15" fmla="*/ 98 h 101"/>
              <a:gd name="T16" fmla="*/ 0 w 81"/>
              <a:gd name="T17" fmla="*/ 90 h 101"/>
              <a:gd name="T18" fmla="*/ 29 w 81"/>
              <a:gd name="T19" fmla="*/ 87 h 101"/>
              <a:gd name="T20" fmla="*/ 38 w 81"/>
              <a:gd name="T21" fmla="*/ 76 h 101"/>
              <a:gd name="T22" fmla="*/ 0 w 81"/>
              <a:gd name="T23" fmla="*/ 72 h 101"/>
              <a:gd name="T24" fmla="*/ 4 w 81"/>
              <a:gd name="T25" fmla="*/ 54 h 101"/>
              <a:gd name="T26" fmla="*/ 48 w 81"/>
              <a:gd name="T27" fmla="*/ 76 h 101"/>
              <a:gd name="T28" fmla="*/ 44 w 81"/>
              <a:gd name="T29" fmla="*/ 87 h 101"/>
              <a:gd name="T30" fmla="*/ 53 w 81"/>
              <a:gd name="T31" fmla="*/ 90 h 101"/>
              <a:gd name="T32" fmla="*/ 4 w 81"/>
              <a:gd name="T33" fmla="*/ 0 h 101"/>
              <a:gd name="T34" fmla="*/ 48 w 81"/>
              <a:gd name="T35" fmla="*/ 21 h 101"/>
              <a:gd name="T36" fmla="*/ 0 w 81"/>
              <a:gd name="T37" fmla="*/ 17 h 101"/>
              <a:gd name="T38" fmla="*/ 4 w 81"/>
              <a:gd name="T39" fmla="*/ 0 h 101"/>
              <a:gd name="T40" fmla="*/ 53 w 81"/>
              <a:gd name="T41" fmla="*/ 76 h 101"/>
              <a:gd name="T42" fmla="*/ 81 w 81"/>
              <a:gd name="T43" fmla="*/ 72 h 101"/>
              <a:gd name="T44" fmla="*/ 77 w 81"/>
              <a:gd name="T45" fmla="*/ 54 h 101"/>
              <a:gd name="T46" fmla="*/ 59 w 81"/>
              <a:gd name="T47" fmla="*/ 8 h 101"/>
              <a:gd name="T48" fmla="*/ 69 w 81"/>
              <a:gd name="T49" fmla="*/ 13 h 101"/>
              <a:gd name="T50" fmla="*/ 59 w 81"/>
              <a:gd name="T51" fmla="*/ 8 h 101"/>
              <a:gd name="T52" fmla="*/ 69 w 81"/>
              <a:gd name="T53" fmla="*/ 63 h 101"/>
              <a:gd name="T54" fmla="*/ 59 w 81"/>
              <a:gd name="T55" fmla="*/ 67 h 101"/>
              <a:gd name="T56" fmla="*/ 59 w 81"/>
              <a:gd name="T57" fmla="*/ 35 h 101"/>
              <a:gd name="T58" fmla="*/ 69 w 81"/>
              <a:gd name="T59" fmla="*/ 40 h 101"/>
              <a:gd name="T60" fmla="*/ 59 w 81"/>
              <a:gd name="T61" fmla="*/ 35 h 101"/>
              <a:gd name="T62" fmla="*/ 53 w 81"/>
              <a:gd name="T63" fmla="*/ 21 h 101"/>
              <a:gd name="T64" fmla="*/ 81 w 81"/>
              <a:gd name="T65" fmla="*/ 17 h 101"/>
              <a:gd name="T66" fmla="*/ 77 w 81"/>
              <a:gd name="T67" fmla="*/ 0 h 101"/>
              <a:gd name="T68" fmla="*/ 53 w 81"/>
              <a:gd name="T69" fmla="*/ 27 h 101"/>
              <a:gd name="T70" fmla="*/ 77 w 81"/>
              <a:gd name="T71" fmla="*/ 48 h 101"/>
              <a:gd name="T72" fmla="*/ 81 w 81"/>
              <a:gd name="T73" fmla="*/ 31 h 101"/>
              <a:gd name="T74" fmla="*/ 53 w 81"/>
              <a:gd name="T75" fmla="*/ 27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81" h="101">
                <a:moveTo>
                  <a:pt x="4" y="27"/>
                </a:moveTo>
                <a:cubicBezTo>
                  <a:pt x="48" y="27"/>
                  <a:pt x="48" y="27"/>
                  <a:pt x="48" y="27"/>
                </a:cubicBezTo>
                <a:cubicBezTo>
                  <a:pt x="48" y="48"/>
                  <a:pt x="48" y="48"/>
                  <a:pt x="48" y="48"/>
                </a:cubicBezTo>
                <a:cubicBezTo>
                  <a:pt x="4" y="48"/>
                  <a:pt x="4" y="48"/>
                  <a:pt x="4" y="48"/>
                </a:cubicBezTo>
                <a:cubicBezTo>
                  <a:pt x="2" y="48"/>
                  <a:pt x="0" y="46"/>
                  <a:pt x="0" y="44"/>
                </a:cubicBezTo>
                <a:cubicBezTo>
                  <a:pt x="0" y="31"/>
                  <a:pt x="0" y="31"/>
                  <a:pt x="0" y="31"/>
                </a:cubicBezTo>
                <a:cubicBezTo>
                  <a:pt x="0" y="29"/>
                  <a:pt x="2" y="27"/>
                  <a:pt x="4" y="27"/>
                </a:cubicBezTo>
                <a:close/>
                <a:moveTo>
                  <a:pt x="58" y="90"/>
                </a:moveTo>
                <a:cubicBezTo>
                  <a:pt x="81" y="90"/>
                  <a:pt x="81" y="90"/>
                  <a:pt x="81" y="90"/>
                </a:cubicBezTo>
                <a:cubicBezTo>
                  <a:pt x="81" y="98"/>
                  <a:pt x="81" y="98"/>
                  <a:pt x="81" y="98"/>
                </a:cubicBezTo>
                <a:cubicBezTo>
                  <a:pt x="58" y="98"/>
                  <a:pt x="58" y="98"/>
                  <a:pt x="58" y="98"/>
                </a:cubicBezTo>
                <a:cubicBezTo>
                  <a:pt x="58" y="90"/>
                  <a:pt x="58" y="90"/>
                  <a:pt x="58" y="90"/>
                </a:cubicBezTo>
                <a:close/>
                <a:moveTo>
                  <a:pt x="53" y="98"/>
                </a:moveTo>
                <a:cubicBezTo>
                  <a:pt x="53" y="101"/>
                  <a:pt x="53" y="101"/>
                  <a:pt x="53" y="101"/>
                </a:cubicBezTo>
                <a:cubicBezTo>
                  <a:pt x="29" y="101"/>
                  <a:pt x="29" y="101"/>
                  <a:pt x="29" y="101"/>
                </a:cubicBezTo>
                <a:cubicBezTo>
                  <a:pt x="29" y="98"/>
                  <a:pt x="29" y="98"/>
                  <a:pt x="29" y="98"/>
                </a:cubicBezTo>
                <a:cubicBezTo>
                  <a:pt x="0" y="98"/>
                  <a:pt x="0" y="98"/>
                  <a:pt x="0" y="98"/>
                </a:cubicBezTo>
                <a:cubicBezTo>
                  <a:pt x="0" y="90"/>
                  <a:pt x="0" y="90"/>
                  <a:pt x="0" y="90"/>
                </a:cubicBezTo>
                <a:cubicBezTo>
                  <a:pt x="29" y="90"/>
                  <a:pt x="29" y="90"/>
                  <a:pt x="29" y="90"/>
                </a:cubicBezTo>
                <a:cubicBezTo>
                  <a:pt x="29" y="87"/>
                  <a:pt x="29" y="87"/>
                  <a:pt x="29" y="87"/>
                </a:cubicBezTo>
                <a:cubicBezTo>
                  <a:pt x="38" y="87"/>
                  <a:pt x="38" y="87"/>
                  <a:pt x="38" y="87"/>
                </a:cubicBezTo>
                <a:cubicBezTo>
                  <a:pt x="38" y="76"/>
                  <a:pt x="38" y="76"/>
                  <a:pt x="38" y="76"/>
                </a:cubicBezTo>
                <a:cubicBezTo>
                  <a:pt x="4" y="76"/>
                  <a:pt x="4" y="76"/>
                  <a:pt x="4" y="76"/>
                </a:cubicBezTo>
                <a:cubicBezTo>
                  <a:pt x="2" y="76"/>
                  <a:pt x="0" y="74"/>
                  <a:pt x="0" y="72"/>
                </a:cubicBezTo>
                <a:cubicBezTo>
                  <a:pt x="0" y="58"/>
                  <a:pt x="0" y="58"/>
                  <a:pt x="0" y="58"/>
                </a:cubicBezTo>
                <a:cubicBezTo>
                  <a:pt x="0" y="56"/>
                  <a:pt x="2" y="54"/>
                  <a:pt x="4" y="54"/>
                </a:cubicBezTo>
                <a:cubicBezTo>
                  <a:pt x="48" y="54"/>
                  <a:pt x="48" y="54"/>
                  <a:pt x="48" y="54"/>
                </a:cubicBezTo>
                <a:cubicBezTo>
                  <a:pt x="48" y="76"/>
                  <a:pt x="48" y="76"/>
                  <a:pt x="48" y="76"/>
                </a:cubicBezTo>
                <a:cubicBezTo>
                  <a:pt x="44" y="76"/>
                  <a:pt x="44" y="76"/>
                  <a:pt x="44" y="76"/>
                </a:cubicBezTo>
                <a:cubicBezTo>
                  <a:pt x="44" y="87"/>
                  <a:pt x="44" y="87"/>
                  <a:pt x="44" y="87"/>
                </a:cubicBezTo>
                <a:cubicBezTo>
                  <a:pt x="53" y="87"/>
                  <a:pt x="53" y="87"/>
                  <a:pt x="53" y="87"/>
                </a:cubicBezTo>
                <a:cubicBezTo>
                  <a:pt x="53" y="90"/>
                  <a:pt x="53" y="90"/>
                  <a:pt x="53" y="90"/>
                </a:cubicBezTo>
                <a:cubicBezTo>
                  <a:pt x="53" y="98"/>
                  <a:pt x="53" y="98"/>
                  <a:pt x="53" y="98"/>
                </a:cubicBezTo>
                <a:close/>
                <a:moveTo>
                  <a:pt x="4" y="0"/>
                </a:moveTo>
                <a:cubicBezTo>
                  <a:pt x="48" y="0"/>
                  <a:pt x="48" y="0"/>
                  <a:pt x="48" y="0"/>
                </a:cubicBezTo>
                <a:cubicBezTo>
                  <a:pt x="48" y="21"/>
                  <a:pt x="48" y="21"/>
                  <a:pt x="48" y="21"/>
                </a:cubicBezTo>
                <a:cubicBezTo>
                  <a:pt x="4" y="21"/>
                  <a:pt x="4" y="21"/>
                  <a:pt x="4" y="21"/>
                </a:cubicBezTo>
                <a:cubicBezTo>
                  <a:pt x="2" y="21"/>
                  <a:pt x="0" y="19"/>
                  <a:pt x="0" y="17"/>
                </a:cubicBezTo>
                <a:cubicBezTo>
                  <a:pt x="0" y="4"/>
                  <a:pt x="0" y="4"/>
                  <a:pt x="0" y="4"/>
                </a:cubicBezTo>
                <a:cubicBezTo>
                  <a:pt x="0" y="2"/>
                  <a:pt x="2" y="0"/>
                  <a:pt x="4" y="0"/>
                </a:cubicBezTo>
                <a:close/>
                <a:moveTo>
                  <a:pt x="53" y="54"/>
                </a:moveTo>
                <a:cubicBezTo>
                  <a:pt x="53" y="76"/>
                  <a:pt x="53" y="76"/>
                  <a:pt x="53" y="76"/>
                </a:cubicBezTo>
                <a:cubicBezTo>
                  <a:pt x="77" y="76"/>
                  <a:pt x="77" y="76"/>
                  <a:pt x="77" y="76"/>
                </a:cubicBezTo>
                <a:cubicBezTo>
                  <a:pt x="79" y="76"/>
                  <a:pt x="81" y="74"/>
                  <a:pt x="81" y="72"/>
                </a:cubicBezTo>
                <a:cubicBezTo>
                  <a:pt x="81" y="58"/>
                  <a:pt x="81" y="58"/>
                  <a:pt x="81" y="58"/>
                </a:cubicBezTo>
                <a:cubicBezTo>
                  <a:pt x="81" y="56"/>
                  <a:pt x="79" y="54"/>
                  <a:pt x="77" y="54"/>
                </a:cubicBezTo>
                <a:cubicBezTo>
                  <a:pt x="53" y="54"/>
                  <a:pt x="53" y="54"/>
                  <a:pt x="53" y="54"/>
                </a:cubicBezTo>
                <a:close/>
                <a:moveTo>
                  <a:pt x="59" y="8"/>
                </a:moveTo>
                <a:cubicBezTo>
                  <a:pt x="69" y="8"/>
                  <a:pt x="69" y="8"/>
                  <a:pt x="69" y="8"/>
                </a:cubicBezTo>
                <a:cubicBezTo>
                  <a:pt x="69" y="13"/>
                  <a:pt x="69" y="13"/>
                  <a:pt x="69" y="13"/>
                </a:cubicBezTo>
                <a:cubicBezTo>
                  <a:pt x="59" y="13"/>
                  <a:pt x="59" y="13"/>
                  <a:pt x="59" y="13"/>
                </a:cubicBezTo>
                <a:cubicBezTo>
                  <a:pt x="59" y="8"/>
                  <a:pt x="59" y="8"/>
                  <a:pt x="59" y="8"/>
                </a:cubicBezTo>
                <a:close/>
                <a:moveTo>
                  <a:pt x="59" y="63"/>
                </a:moveTo>
                <a:cubicBezTo>
                  <a:pt x="69" y="63"/>
                  <a:pt x="69" y="63"/>
                  <a:pt x="69" y="63"/>
                </a:cubicBezTo>
                <a:cubicBezTo>
                  <a:pt x="69" y="67"/>
                  <a:pt x="69" y="67"/>
                  <a:pt x="69" y="67"/>
                </a:cubicBezTo>
                <a:cubicBezTo>
                  <a:pt x="59" y="67"/>
                  <a:pt x="59" y="67"/>
                  <a:pt x="59" y="67"/>
                </a:cubicBezTo>
                <a:cubicBezTo>
                  <a:pt x="59" y="63"/>
                  <a:pt x="59" y="63"/>
                  <a:pt x="59" y="63"/>
                </a:cubicBezTo>
                <a:close/>
                <a:moveTo>
                  <a:pt x="59" y="35"/>
                </a:moveTo>
                <a:cubicBezTo>
                  <a:pt x="69" y="35"/>
                  <a:pt x="69" y="35"/>
                  <a:pt x="69" y="35"/>
                </a:cubicBezTo>
                <a:cubicBezTo>
                  <a:pt x="69" y="40"/>
                  <a:pt x="69" y="40"/>
                  <a:pt x="69" y="40"/>
                </a:cubicBezTo>
                <a:cubicBezTo>
                  <a:pt x="59" y="40"/>
                  <a:pt x="59" y="40"/>
                  <a:pt x="59" y="40"/>
                </a:cubicBezTo>
                <a:cubicBezTo>
                  <a:pt x="59" y="35"/>
                  <a:pt x="59" y="35"/>
                  <a:pt x="59" y="35"/>
                </a:cubicBezTo>
                <a:close/>
                <a:moveTo>
                  <a:pt x="53" y="0"/>
                </a:moveTo>
                <a:cubicBezTo>
                  <a:pt x="53" y="21"/>
                  <a:pt x="53" y="21"/>
                  <a:pt x="53" y="21"/>
                </a:cubicBezTo>
                <a:cubicBezTo>
                  <a:pt x="77" y="21"/>
                  <a:pt x="77" y="21"/>
                  <a:pt x="77" y="21"/>
                </a:cubicBezTo>
                <a:cubicBezTo>
                  <a:pt x="79" y="21"/>
                  <a:pt x="81" y="19"/>
                  <a:pt x="81" y="17"/>
                </a:cubicBezTo>
                <a:cubicBezTo>
                  <a:pt x="81" y="4"/>
                  <a:pt x="81" y="4"/>
                  <a:pt x="81" y="4"/>
                </a:cubicBezTo>
                <a:cubicBezTo>
                  <a:pt x="81" y="2"/>
                  <a:pt x="79" y="0"/>
                  <a:pt x="77" y="0"/>
                </a:cubicBezTo>
                <a:cubicBezTo>
                  <a:pt x="53" y="0"/>
                  <a:pt x="53" y="0"/>
                  <a:pt x="53" y="0"/>
                </a:cubicBezTo>
                <a:close/>
                <a:moveTo>
                  <a:pt x="53" y="27"/>
                </a:moveTo>
                <a:cubicBezTo>
                  <a:pt x="53" y="48"/>
                  <a:pt x="53" y="48"/>
                  <a:pt x="53" y="48"/>
                </a:cubicBezTo>
                <a:cubicBezTo>
                  <a:pt x="77" y="48"/>
                  <a:pt x="77" y="48"/>
                  <a:pt x="77" y="48"/>
                </a:cubicBezTo>
                <a:cubicBezTo>
                  <a:pt x="79" y="48"/>
                  <a:pt x="81" y="46"/>
                  <a:pt x="81" y="44"/>
                </a:cubicBezTo>
                <a:cubicBezTo>
                  <a:pt x="81" y="31"/>
                  <a:pt x="81" y="31"/>
                  <a:pt x="81" y="31"/>
                </a:cubicBezTo>
                <a:cubicBezTo>
                  <a:pt x="81" y="29"/>
                  <a:pt x="79" y="27"/>
                  <a:pt x="77" y="27"/>
                </a:cubicBezTo>
                <a:lnTo>
                  <a:pt x="53" y="27"/>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21" name="组合 20"/>
          <p:cNvGrpSpPr/>
          <p:nvPr/>
        </p:nvGrpSpPr>
        <p:grpSpPr>
          <a:xfrm>
            <a:off x="3663929" y="3416377"/>
            <a:ext cx="502789" cy="453321"/>
            <a:chOff x="5424755" y="1340768"/>
            <a:chExt cx="670560" cy="604586"/>
          </a:xfrm>
        </p:grpSpPr>
        <p:grpSp>
          <p:nvGrpSpPr>
            <p:cNvPr id="22" name="组合 21"/>
            <p:cNvGrpSpPr/>
            <p:nvPr/>
          </p:nvGrpSpPr>
          <p:grpSpPr>
            <a:xfrm>
              <a:off x="5424755" y="1340768"/>
              <a:ext cx="670560" cy="604586"/>
              <a:chOff x="3720691" y="2824413"/>
              <a:chExt cx="1341120" cy="1209172"/>
            </a:xfrm>
          </p:grpSpPr>
          <p:sp>
            <p:nvSpPr>
              <p:cNvPr id="36"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37"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8"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39" name="Freeform 261"/>
          <p:cNvSpPr/>
          <p:nvPr/>
        </p:nvSpPr>
        <p:spPr bwMode="auto">
          <a:xfrm>
            <a:off x="3792046" y="3545061"/>
            <a:ext cx="244343" cy="244343"/>
          </a:xfrm>
          <a:custGeom>
            <a:avLst/>
            <a:gdLst>
              <a:gd name="T0" fmla="*/ 84 w 86"/>
              <a:gd name="T1" fmla="*/ 13 h 86"/>
              <a:gd name="T2" fmla="*/ 74 w 86"/>
              <a:gd name="T3" fmla="*/ 1 h 86"/>
              <a:gd name="T4" fmla="*/ 72 w 86"/>
              <a:gd name="T5" fmla="*/ 1 h 86"/>
              <a:gd name="T6" fmla="*/ 71 w 86"/>
              <a:gd name="T7" fmla="*/ 1 h 86"/>
              <a:gd name="T8" fmla="*/ 69 w 86"/>
              <a:gd name="T9" fmla="*/ 4 h 86"/>
              <a:gd name="T10" fmla="*/ 69 w 86"/>
              <a:gd name="T11" fmla="*/ 10 h 86"/>
              <a:gd name="T12" fmla="*/ 59 w 86"/>
              <a:gd name="T13" fmla="*/ 10 h 86"/>
              <a:gd name="T14" fmla="*/ 59 w 86"/>
              <a:gd name="T15" fmla="*/ 1 h 86"/>
              <a:gd name="T16" fmla="*/ 58 w 86"/>
              <a:gd name="T17" fmla="*/ 0 h 86"/>
              <a:gd name="T18" fmla="*/ 46 w 86"/>
              <a:gd name="T19" fmla="*/ 0 h 86"/>
              <a:gd name="T20" fmla="*/ 45 w 86"/>
              <a:gd name="T21" fmla="*/ 1 h 86"/>
              <a:gd name="T22" fmla="*/ 45 w 86"/>
              <a:gd name="T23" fmla="*/ 10 h 86"/>
              <a:gd name="T24" fmla="*/ 44 w 86"/>
              <a:gd name="T25" fmla="*/ 13 h 86"/>
              <a:gd name="T26" fmla="*/ 44 w 86"/>
              <a:gd name="T27" fmla="*/ 21 h 86"/>
              <a:gd name="T28" fmla="*/ 45 w 86"/>
              <a:gd name="T29" fmla="*/ 24 h 86"/>
              <a:gd name="T30" fmla="*/ 45 w 86"/>
              <a:gd name="T31" fmla="*/ 27 h 86"/>
              <a:gd name="T32" fmla="*/ 37 w 86"/>
              <a:gd name="T33" fmla="*/ 27 h 86"/>
              <a:gd name="T34" fmla="*/ 37 w 86"/>
              <a:gd name="T35" fmla="*/ 21 h 86"/>
              <a:gd name="T36" fmla="*/ 34 w 86"/>
              <a:gd name="T37" fmla="*/ 18 h 86"/>
              <a:gd name="T38" fmla="*/ 32 w 86"/>
              <a:gd name="T39" fmla="*/ 18 h 86"/>
              <a:gd name="T40" fmla="*/ 29 w 86"/>
              <a:gd name="T41" fmla="*/ 18 h 86"/>
              <a:gd name="T42" fmla="*/ 3 w 86"/>
              <a:gd name="T43" fmla="*/ 30 h 86"/>
              <a:gd name="T44" fmla="*/ 0 w 86"/>
              <a:gd name="T45" fmla="*/ 34 h 86"/>
              <a:gd name="T46" fmla="*/ 3 w 86"/>
              <a:gd name="T47" fmla="*/ 38 h 86"/>
              <a:gd name="T48" fmla="*/ 29 w 86"/>
              <a:gd name="T49" fmla="*/ 50 h 86"/>
              <a:gd name="T50" fmla="*/ 31 w 86"/>
              <a:gd name="T51" fmla="*/ 51 h 86"/>
              <a:gd name="T52" fmla="*/ 34 w 86"/>
              <a:gd name="T53" fmla="*/ 50 h 86"/>
              <a:gd name="T54" fmla="*/ 37 w 86"/>
              <a:gd name="T55" fmla="*/ 47 h 86"/>
              <a:gd name="T56" fmla="*/ 37 w 86"/>
              <a:gd name="T57" fmla="*/ 42 h 86"/>
              <a:gd name="T58" fmla="*/ 45 w 86"/>
              <a:gd name="T59" fmla="*/ 42 h 86"/>
              <a:gd name="T60" fmla="*/ 45 w 86"/>
              <a:gd name="T61" fmla="*/ 85 h 86"/>
              <a:gd name="T62" fmla="*/ 46 w 86"/>
              <a:gd name="T63" fmla="*/ 86 h 86"/>
              <a:gd name="T64" fmla="*/ 58 w 86"/>
              <a:gd name="T65" fmla="*/ 86 h 86"/>
              <a:gd name="T66" fmla="*/ 59 w 86"/>
              <a:gd name="T67" fmla="*/ 85 h 86"/>
              <a:gd name="T68" fmla="*/ 59 w 86"/>
              <a:gd name="T69" fmla="*/ 41 h 86"/>
              <a:gd name="T70" fmla="*/ 62 w 86"/>
              <a:gd name="T71" fmla="*/ 38 h 86"/>
              <a:gd name="T72" fmla="*/ 62 w 86"/>
              <a:gd name="T73" fmla="*/ 30 h 86"/>
              <a:gd name="T74" fmla="*/ 59 w 86"/>
              <a:gd name="T75" fmla="*/ 27 h 86"/>
              <a:gd name="T76" fmla="*/ 59 w 86"/>
              <a:gd name="T77" fmla="*/ 25 h 86"/>
              <a:gd name="T78" fmla="*/ 69 w 86"/>
              <a:gd name="T79" fmla="*/ 25 h 86"/>
              <a:gd name="T80" fmla="*/ 69 w 86"/>
              <a:gd name="T81" fmla="*/ 30 h 86"/>
              <a:gd name="T82" fmla="*/ 71 w 86"/>
              <a:gd name="T83" fmla="*/ 33 h 86"/>
              <a:gd name="T84" fmla="*/ 73 w 86"/>
              <a:gd name="T85" fmla="*/ 34 h 86"/>
              <a:gd name="T86" fmla="*/ 74 w 86"/>
              <a:gd name="T87" fmla="*/ 33 h 86"/>
              <a:gd name="T88" fmla="*/ 84 w 86"/>
              <a:gd name="T89" fmla="*/ 21 h 86"/>
              <a:gd name="T90" fmla="*/ 86 w 86"/>
              <a:gd name="T91" fmla="*/ 17 h 86"/>
              <a:gd name="T92" fmla="*/ 84 w 86"/>
              <a:gd name="T93" fmla="*/ 13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86" h="86">
                <a:moveTo>
                  <a:pt x="84" y="13"/>
                </a:moveTo>
                <a:cubicBezTo>
                  <a:pt x="74" y="1"/>
                  <a:pt x="74" y="1"/>
                  <a:pt x="74" y="1"/>
                </a:cubicBezTo>
                <a:cubicBezTo>
                  <a:pt x="73" y="1"/>
                  <a:pt x="73" y="1"/>
                  <a:pt x="72" y="1"/>
                </a:cubicBezTo>
                <a:cubicBezTo>
                  <a:pt x="72" y="1"/>
                  <a:pt x="71" y="1"/>
                  <a:pt x="71" y="1"/>
                </a:cubicBezTo>
                <a:cubicBezTo>
                  <a:pt x="70" y="2"/>
                  <a:pt x="69" y="3"/>
                  <a:pt x="69" y="4"/>
                </a:cubicBezTo>
                <a:cubicBezTo>
                  <a:pt x="69" y="10"/>
                  <a:pt x="69" y="10"/>
                  <a:pt x="69" y="10"/>
                </a:cubicBezTo>
                <a:cubicBezTo>
                  <a:pt x="59" y="10"/>
                  <a:pt x="59" y="10"/>
                  <a:pt x="59" y="10"/>
                </a:cubicBezTo>
                <a:cubicBezTo>
                  <a:pt x="59" y="1"/>
                  <a:pt x="59" y="1"/>
                  <a:pt x="59" y="1"/>
                </a:cubicBezTo>
                <a:cubicBezTo>
                  <a:pt x="59" y="1"/>
                  <a:pt x="59" y="0"/>
                  <a:pt x="58" y="0"/>
                </a:cubicBezTo>
                <a:cubicBezTo>
                  <a:pt x="46" y="0"/>
                  <a:pt x="46" y="0"/>
                  <a:pt x="46" y="0"/>
                </a:cubicBezTo>
                <a:cubicBezTo>
                  <a:pt x="45" y="0"/>
                  <a:pt x="45" y="1"/>
                  <a:pt x="45" y="1"/>
                </a:cubicBezTo>
                <a:cubicBezTo>
                  <a:pt x="45" y="10"/>
                  <a:pt x="45" y="10"/>
                  <a:pt x="45" y="10"/>
                </a:cubicBezTo>
                <a:cubicBezTo>
                  <a:pt x="44" y="11"/>
                  <a:pt x="44" y="12"/>
                  <a:pt x="44" y="13"/>
                </a:cubicBezTo>
                <a:cubicBezTo>
                  <a:pt x="44" y="21"/>
                  <a:pt x="44" y="21"/>
                  <a:pt x="44" y="21"/>
                </a:cubicBezTo>
                <a:cubicBezTo>
                  <a:pt x="44" y="22"/>
                  <a:pt x="44" y="23"/>
                  <a:pt x="45" y="24"/>
                </a:cubicBezTo>
                <a:cubicBezTo>
                  <a:pt x="45" y="27"/>
                  <a:pt x="45" y="27"/>
                  <a:pt x="45" y="27"/>
                </a:cubicBezTo>
                <a:cubicBezTo>
                  <a:pt x="37" y="27"/>
                  <a:pt x="37" y="27"/>
                  <a:pt x="37" y="27"/>
                </a:cubicBezTo>
                <a:cubicBezTo>
                  <a:pt x="37" y="21"/>
                  <a:pt x="37" y="21"/>
                  <a:pt x="37" y="21"/>
                </a:cubicBezTo>
                <a:cubicBezTo>
                  <a:pt x="37" y="20"/>
                  <a:pt x="36" y="19"/>
                  <a:pt x="34" y="18"/>
                </a:cubicBezTo>
                <a:cubicBezTo>
                  <a:pt x="34" y="18"/>
                  <a:pt x="33" y="18"/>
                  <a:pt x="32" y="18"/>
                </a:cubicBezTo>
                <a:cubicBezTo>
                  <a:pt x="31" y="18"/>
                  <a:pt x="30" y="18"/>
                  <a:pt x="29" y="18"/>
                </a:cubicBezTo>
                <a:cubicBezTo>
                  <a:pt x="3" y="30"/>
                  <a:pt x="3" y="30"/>
                  <a:pt x="3" y="30"/>
                </a:cubicBezTo>
                <a:cubicBezTo>
                  <a:pt x="1" y="31"/>
                  <a:pt x="0" y="33"/>
                  <a:pt x="0" y="34"/>
                </a:cubicBezTo>
                <a:cubicBezTo>
                  <a:pt x="0" y="36"/>
                  <a:pt x="1" y="38"/>
                  <a:pt x="3" y="38"/>
                </a:cubicBezTo>
                <a:cubicBezTo>
                  <a:pt x="29" y="50"/>
                  <a:pt x="29" y="50"/>
                  <a:pt x="29" y="50"/>
                </a:cubicBezTo>
                <a:cubicBezTo>
                  <a:pt x="29" y="51"/>
                  <a:pt x="30" y="51"/>
                  <a:pt x="31" y="51"/>
                </a:cubicBezTo>
                <a:cubicBezTo>
                  <a:pt x="32" y="51"/>
                  <a:pt x="33" y="51"/>
                  <a:pt x="34" y="50"/>
                </a:cubicBezTo>
                <a:cubicBezTo>
                  <a:pt x="36" y="50"/>
                  <a:pt x="37" y="48"/>
                  <a:pt x="37" y="47"/>
                </a:cubicBezTo>
                <a:cubicBezTo>
                  <a:pt x="37" y="42"/>
                  <a:pt x="37" y="42"/>
                  <a:pt x="37" y="42"/>
                </a:cubicBezTo>
                <a:cubicBezTo>
                  <a:pt x="45" y="42"/>
                  <a:pt x="45" y="42"/>
                  <a:pt x="45" y="42"/>
                </a:cubicBezTo>
                <a:cubicBezTo>
                  <a:pt x="45" y="85"/>
                  <a:pt x="45" y="85"/>
                  <a:pt x="45" y="85"/>
                </a:cubicBezTo>
                <a:cubicBezTo>
                  <a:pt x="45" y="86"/>
                  <a:pt x="45" y="86"/>
                  <a:pt x="46" y="86"/>
                </a:cubicBezTo>
                <a:cubicBezTo>
                  <a:pt x="58" y="86"/>
                  <a:pt x="58" y="86"/>
                  <a:pt x="58" y="86"/>
                </a:cubicBezTo>
                <a:cubicBezTo>
                  <a:pt x="59" y="86"/>
                  <a:pt x="59" y="86"/>
                  <a:pt x="59" y="85"/>
                </a:cubicBezTo>
                <a:cubicBezTo>
                  <a:pt x="59" y="41"/>
                  <a:pt x="59" y="41"/>
                  <a:pt x="59" y="41"/>
                </a:cubicBezTo>
                <a:cubicBezTo>
                  <a:pt x="61" y="41"/>
                  <a:pt x="62" y="40"/>
                  <a:pt x="62" y="38"/>
                </a:cubicBezTo>
                <a:cubicBezTo>
                  <a:pt x="62" y="30"/>
                  <a:pt x="62" y="30"/>
                  <a:pt x="62" y="30"/>
                </a:cubicBezTo>
                <a:cubicBezTo>
                  <a:pt x="62" y="29"/>
                  <a:pt x="61" y="28"/>
                  <a:pt x="59" y="27"/>
                </a:cubicBezTo>
                <a:cubicBezTo>
                  <a:pt x="59" y="25"/>
                  <a:pt x="59" y="25"/>
                  <a:pt x="59" y="25"/>
                </a:cubicBezTo>
                <a:cubicBezTo>
                  <a:pt x="69" y="25"/>
                  <a:pt x="69" y="25"/>
                  <a:pt x="69" y="25"/>
                </a:cubicBezTo>
                <a:cubicBezTo>
                  <a:pt x="69" y="30"/>
                  <a:pt x="69" y="30"/>
                  <a:pt x="69" y="30"/>
                </a:cubicBezTo>
                <a:cubicBezTo>
                  <a:pt x="69" y="31"/>
                  <a:pt x="70" y="33"/>
                  <a:pt x="71" y="33"/>
                </a:cubicBezTo>
                <a:cubicBezTo>
                  <a:pt x="71" y="34"/>
                  <a:pt x="72" y="34"/>
                  <a:pt x="73" y="34"/>
                </a:cubicBezTo>
                <a:cubicBezTo>
                  <a:pt x="73" y="34"/>
                  <a:pt x="74" y="34"/>
                  <a:pt x="74" y="33"/>
                </a:cubicBezTo>
                <a:cubicBezTo>
                  <a:pt x="84" y="21"/>
                  <a:pt x="84" y="21"/>
                  <a:pt x="84" y="21"/>
                </a:cubicBezTo>
                <a:cubicBezTo>
                  <a:pt x="85" y="21"/>
                  <a:pt x="86" y="19"/>
                  <a:pt x="86" y="17"/>
                </a:cubicBezTo>
                <a:cubicBezTo>
                  <a:pt x="86" y="16"/>
                  <a:pt x="85" y="14"/>
                  <a:pt x="84" y="13"/>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grpSp>
        <p:nvGrpSpPr>
          <p:cNvPr id="40" name="组合 39"/>
          <p:cNvGrpSpPr/>
          <p:nvPr/>
        </p:nvGrpSpPr>
        <p:grpSpPr>
          <a:xfrm>
            <a:off x="4346239" y="3416377"/>
            <a:ext cx="502789" cy="453321"/>
            <a:chOff x="5424755" y="1340768"/>
            <a:chExt cx="670560" cy="604586"/>
          </a:xfrm>
        </p:grpSpPr>
        <p:grpSp>
          <p:nvGrpSpPr>
            <p:cNvPr id="41" name="组合 40"/>
            <p:cNvGrpSpPr/>
            <p:nvPr/>
          </p:nvGrpSpPr>
          <p:grpSpPr>
            <a:xfrm>
              <a:off x="5424755" y="1340768"/>
              <a:ext cx="670560" cy="604586"/>
              <a:chOff x="3720691" y="2824413"/>
              <a:chExt cx="1341120" cy="1209172"/>
            </a:xfrm>
          </p:grpSpPr>
          <p:sp>
            <p:nvSpPr>
              <p:cNvPr id="42"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4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4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45" name="组合 44"/>
          <p:cNvGrpSpPr/>
          <p:nvPr/>
        </p:nvGrpSpPr>
        <p:grpSpPr>
          <a:xfrm>
            <a:off x="5011004" y="3437763"/>
            <a:ext cx="502789" cy="453321"/>
            <a:chOff x="5424755" y="1340768"/>
            <a:chExt cx="670560" cy="604586"/>
          </a:xfrm>
        </p:grpSpPr>
        <p:grpSp>
          <p:nvGrpSpPr>
            <p:cNvPr id="46" name="组合 45"/>
            <p:cNvGrpSpPr/>
            <p:nvPr/>
          </p:nvGrpSpPr>
          <p:grpSpPr>
            <a:xfrm>
              <a:off x="5424755" y="1340768"/>
              <a:ext cx="670560" cy="604586"/>
              <a:chOff x="3720691" y="2824413"/>
              <a:chExt cx="1341120" cy="1209172"/>
            </a:xfrm>
          </p:grpSpPr>
          <p:sp>
            <p:nvSpPr>
              <p:cNvPr id="4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3"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4"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55" name="组合 54"/>
          <p:cNvGrpSpPr/>
          <p:nvPr/>
        </p:nvGrpSpPr>
        <p:grpSpPr>
          <a:xfrm>
            <a:off x="5696038" y="3416377"/>
            <a:ext cx="502789" cy="453321"/>
            <a:chOff x="5424755" y="1340768"/>
            <a:chExt cx="670560" cy="604586"/>
          </a:xfrm>
        </p:grpSpPr>
        <p:grpSp>
          <p:nvGrpSpPr>
            <p:cNvPr id="56" name="组合 55"/>
            <p:cNvGrpSpPr/>
            <p:nvPr/>
          </p:nvGrpSpPr>
          <p:grpSpPr>
            <a:xfrm>
              <a:off x="5424755" y="1340768"/>
              <a:ext cx="670560" cy="604586"/>
              <a:chOff x="3720691" y="2824413"/>
              <a:chExt cx="1341120" cy="1209172"/>
            </a:xfrm>
          </p:grpSpPr>
          <p:sp>
            <p:nvSpPr>
              <p:cNvPr id="5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sp>
            <p:nvSpPr>
              <p:cNvPr id="5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solidFill>
                    <a:schemeClr val="bg1"/>
                  </a:solidFill>
                </a:endParaRPr>
              </a:p>
            </p:txBody>
          </p:sp>
        </p:grpSp>
        <p:sp>
          <p:nvSpPr>
            <p:cNvPr id="59" name="Freeform 5"/>
            <p:cNvSpPr/>
            <p:nvPr/>
          </p:nvSpPr>
          <p:spPr bwMode="auto">
            <a:xfrm rot="1855731">
              <a:off x="5470180" y="1383052"/>
              <a:ext cx="576760" cy="520015"/>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solidFill>
                  <a:schemeClr val="bg1"/>
                </a:solidFill>
              </a:endParaRPr>
            </a:p>
          </p:txBody>
        </p:sp>
      </p:grpSp>
      <p:grpSp>
        <p:nvGrpSpPr>
          <p:cNvPr id="60" name="组合 59"/>
          <p:cNvGrpSpPr>
            <a:grpSpLocks noChangeAspect="1"/>
          </p:cNvGrpSpPr>
          <p:nvPr/>
        </p:nvGrpSpPr>
        <p:grpSpPr>
          <a:xfrm>
            <a:off x="4466925" y="3536186"/>
            <a:ext cx="265649" cy="227877"/>
            <a:chOff x="5084763" y="971548"/>
            <a:chExt cx="323865" cy="277813"/>
          </a:xfrm>
          <a:solidFill>
            <a:srgbClr val="414455"/>
          </a:solidFill>
        </p:grpSpPr>
        <p:sp>
          <p:nvSpPr>
            <p:cNvPr id="61" name="Freeform 301"/>
            <p:cNvSpPr>
              <a:spLocks noEditPoints="1"/>
            </p:cNvSpPr>
            <p:nvPr/>
          </p:nvSpPr>
          <p:spPr bwMode="auto">
            <a:xfrm>
              <a:off x="5191140" y="1031873"/>
              <a:ext cx="217488" cy="217488"/>
            </a:xfrm>
            <a:custGeom>
              <a:avLst/>
              <a:gdLst>
                <a:gd name="T0" fmla="*/ 6 w 58"/>
                <a:gd name="T1" fmla="*/ 14 h 58"/>
                <a:gd name="T2" fmla="*/ 7 w 58"/>
                <a:gd name="T3" fmla="*/ 19 h 58"/>
                <a:gd name="T4" fmla="*/ 4 w 58"/>
                <a:gd name="T5" fmla="*/ 20 h 58"/>
                <a:gd name="T6" fmla="*/ 0 w 58"/>
                <a:gd name="T7" fmla="*/ 23 h 58"/>
                <a:gd name="T8" fmla="*/ 2 w 58"/>
                <a:gd name="T9" fmla="*/ 27 h 58"/>
                <a:gd name="T10" fmla="*/ 5 w 58"/>
                <a:gd name="T11" fmla="*/ 31 h 58"/>
                <a:gd name="T12" fmla="*/ 2 w 58"/>
                <a:gd name="T13" fmla="*/ 34 h 58"/>
                <a:gd name="T14" fmla="*/ 1 w 58"/>
                <a:gd name="T15" fmla="*/ 38 h 58"/>
                <a:gd name="T16" fmla="*/ 5 w 58"/>
                <a:gd name="T17" fmla="*/ 41 h 58"/>
                <a:gd name="T18" fmla="*/ 8 w 58"/>
                <a:gd name="T19" fmla="*/ 42 h 58"/>
                <a:gd name="T20" fmla="*/ 8 w 58"/>
                <a:gd name="T21" fmla="*/ 46 h 58"/>
                <a:gd name="T22" fmla="*/ 9 w 58"/>
                <a:gd name="T23" fmla="*/ 51 h 58"/>
                <a:gd name="T24" fmla="*/ 14 w 58"/>
                <a:gd name="T25" fmla="*/ 51 h 58"/>
                <a:gd name="T26" fmla="*/ 18 w 58"/>
                <a:gd name="T27" fmla="*/ 51 h 58"/>
                <a:gd name="T28" fmla="*/ 19 w 58"/>
                <a:gd name="T29" fmla="*/ 54 h 58"/>
                <a:gd name="T30" fmla="*/ 22 w 58"/>
                <a:gd name="T31" fmla="*/ 58 h 58"/>
                <a:gd name="T32" fmla="*/ 27 w 58"/>
                <a:gd name="T33" fmla="*/ 56 h 58"/>
                <a:gd name="T34" fmla="*/ 31 w 58"/>
                <a:gd name="T35" fmla="*/ 53 h 58"/>
                <a:gd name="T36" fmla="*/ 33 w 58"/>
                <a:gd name="T37" fmla="*/ 56 h 58"/>
                <a:gd name="T38" fmla="*/ 38 w 58"/>
                <a:gd name="T39" fmla="*/ 57 h 58"/>
                <a:gd name="T40" fmla="*/ 40 w 58"/>
                <a:gd name="T41" fmla="*/ 53 h 58"/>
                <a:gd name="T42" fmla="*/ 42 w 58"/>
                <a:gd name="T43" fmla="*/ 49 h 58"/>
                <a:gd name="T44" fmla="*/ 46 w 58"/>
                <a:gd name="T45" fmla="*/ 50 h 58"/>
                <a:gd name="T46" fmla="*/ 50 w 58"/>
                <a:gd name="T47" fmla="*/ 49 h 58"/>
                <a:gd name="T48" fmla="*/ 51 w 58"/>
                <a:gd name="T49" fmla="*/ 44 h 58"/>
                <a:gd name="T50" fmla="*/ 50 w 58"/>
                <a:gd name="T51" fmla="*/ 40 h 58"/>
                <a:gd name="T52" fmla="*/ 54 w 58"/>
                <a:gd name="T53" fmla="*/ 39 h 58"/>
                <a:gd name="T54" fmla="*/ 57 w 58"/>
                <a:gd name="T55" fmla="*/ 35 h 58"/>
                <a:gd name="T56" fmla="*/ 55 w 58"/>
                <a:gd name="T57" fmla="*/ 31 h 58"/>
                <a:gd name="T58" fmla="*/ 52 w 58"/>
                <a:gd name="T59" fmla="*/ 27 h 58"/>
                <a:gd name="T60" fmla="*/ 55 w 58"/>
                <a:gd name="T61" fmla="*/ 25 h 58"/>
                <a:gd name="T62" fmla="*/ 56 w 58"/>
                <a:gd name="T63" fmla="*/ 20 h 58"/>
                <a:gd name="T64" fmla="*/ 53 w 58"/>
                <a:gd name="T65" fmla="*/ 18 h 58"/>
                <a:gd name="T66" fmla="*/ 48 w 58"/>
                <a:gd name="T67" fmla="*/ 16 h 58"/>
                <a:gd name="T68" fmla="*/ 49 w 58"/>
                <a:gd name="T69" fmla="*/ 12 h 58"/>
                <a:gd name="T70" fmla="*/ 48 w 58"/>
                <a:gd name="T71" fmla="*/ 8 h 58"/>
                <a:gd name="T72" fmla="*/ 44 w 58"/>
                <a:gd name="T73" fmla="*/ 7 h 58"/>
                <a:gd name="T74" fmla="*/ 39 w 58"/>
                <a:gd name="T75" fmla="*/ 8 h 58"/>
                <a:gd name="T76" fmla="*/ 38 w 58"/>
                <a:gd name="T77" fmla="*/ 4 h 58"/>
                <a:gd name="T78" fmla="*/ 35 w 58"/>
                <a:gd name="T79" fmla="*/ 1 h 58"/>
                <a:gd name="T80" fmla="*/ 30 w 58"/>
                <a:gd name="T81" fmla="*/ 3 h 58"/>
                <a:gd name="T82" fmla="*/ 27 w 58"/>
                <a:gd name="T83" fmla="*/ 5 h 58"/>
                <a:gd name="T84" fmla="*/ 24 w 58"/>
                <a:gd name="T85" fmla="*/ 3 h 58"/>
                <a:gd name="T86" fmla="*/ 20 w 58"/>
                <a:gd name="T87" fmla="*/ 1 h 58"/>
                <a:gd name="T88" fmla="*/ 17 w 58"/>
                <a:gd name="T89" fmla="*/ 5 h 58"/>
                <a:gd name="T90" fmla="*/ 15 w 58"/>
                <a:gd name="T91" fmla="*/ 10 h 58"/>
                <a:gd name="T92" fmla="*/ 12 w 58"/>
                <a:gd name="T93" fmla="*/ 9 h 58"/>
                <a:gd name="T94" fmla="*/ 7 w 58"/>
                <a:gd name="T95" fmla="*/ 10 h 58"/>
                <a:gd name="T96" fmla="*/ 6 w 58"/>
                <a:gd name="T97" fmla="*/ 14 h 58"/>
                <a:gd name="T98" fmla="*/ 23 w 58"/>
                <a:gd name="T99" fmla="*/ 13 h 58"/>
                <a:gd name="T100" fmla="*/ 45 w 58"/>
                <a:gd name="T101" fmla="*/ 24 h 58"/>
                <a:gd name="T102" fmla="*/ 34 w 58"/>
                <a:gd name="T103" fmla="*/ 45 h 58"/>
                <a:gd name="T104" fmla="*/ 13 w 58"/>
                <a:gd name="T105" fmla="*/ 34 h 58"/>
                <a:gd name="T106" fmla="*/ 23 w 58"/>
                <a:gd name="T107" fmla="*/ 13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58" h="58">
                  <a:moveTo>
                    <a:pt x="6" y="14"/>
                  </a:moveTo>
                  <a:cubicBezTo>
                    <a:pt x="8" y="15"/>
                    <a:pt x="7" y="18"/>
                    <a:pt x="7" y="19"/>
                  </a:cubicBezTo>
                  <a:cubicBezTo>
                    <a:pt x="7" y="20"/>
                    <a:pt x="5" y="20"/>
                    <a:pt x="4" y="20"/>
                  </a:cubicBezTo>
                  <a:cubicBezTo>
                    <a:pt x="2" y="20"/>
                    <a:pt x="0" y="21"/>
                    <a:pt x="0" y="23"/>
                  </a:cubicBezTo>
                  <a:cubicBezTo>
                    <a:pt x="0" y="25"/>
                    <a:pt x="0" y="27"/>
                    <a:pt x="2" y="27"/>
                  </a:cubicBezTo>
                  <a:cubicBezTo>
                    <a:pt x="3" y="28"/>
                    <a:pt x="5" y="30"/>
                    <a:pt x="5" y="31"/>
                  </a:cubicBezTo>
                  <a:cubicBezTo>
                    <a:pt x="5" y="32"/>
                    <a:pt x="4" y="33"/>
                    <a:pt x="2" y="34"/>
                  </a:cubicBezTo>
                  <a:cubicBezTo>
                    <a:pt x="1" y="34"/>
                    <a:pt x="0" y="36"/>
                    <a:pt x="1" y="38"/>
                  </a:cubicBezTo>
                  <a:cubicBezTo>
                    <a:pt x="1" y="40"/>
                    <a:pt x="3" y="42"/>
                    <a:pt x="5" y="41"/>
                  </a:cubicBezTo>
                  <a:cubicBezTo>
                    <a:pt x="6" y="41"/>
                    <a:pt x="8" y="41"/>
                    <a:pt x="8" y="42"/>
                  </a:cubicBezTo>
                  <a:cubicBezTo>
                    <a:pt x="9" y="42"/>
                    <a:pt x="9" y="45"/>
                    <a:pt x="8" y="46"/>
                  </a:cubicBezTo>
                  <a:cubicBezTo>
                    <a:pt x="7" y="47"/>
                    <a:pt x="7" y="50"/>
                    <a:pt x="9" y="51"/>
                  </a:cubicBezTo>
                  <a:cubicBezTo>
                    <a:pt x="11" y="52"/>
                    <a:pt x="13" y="53"/>
                    <a:pt x="14" y="51"/>
                  </a:cubicBezTo>
                  <a:cubicBezTo>
                    <a:pt x="15" y="50"/>
                    <a:pt x="18" y="51"/>
                    <a:pt x="18" y="51"/>
                  </a:cubicBezTo>
                  <a:cubicBezTo>
                    <a:pt x="19" y="51"/>
                    <a:pt x="20" y="53"/>
                    <a:pt x="19" y="54"/>
                  </a:cubicBezTo>
                  <a:cubicBezTo>
                    <a:pt x="19" y="56"/>
                    <a:pt x="20" y="57"/>
                    <a:pt x="22" y="58"/>
                  </a:cubicBezTo>
                  <a:cubicBezTo>
                    <a:pt x="25" y="58"/>
                    <a:pt x="26" y="57"/>
                    <a:pt x="27" y="56"/>
                  </a:cubicBezTo>
                  <a:cubicBezTo>
                    <a:pt x="27" y="54"/>
                    <a:pt x="30" y="53"/>
                    <a:pt x="31" y="53"/>
                  </a:cubicBezTo>
                  <a:cubicBezTo>
                    <a:pt x="31" y="53"/>
                    <a:pt x="33" y="54"/>
                    <a:pt x="33" y="56"/>
                  </a:cubicBezTo>
                  <a:cubicBezTo>
                    <a:pt x="34" y="57"/>
                    <a:pt x="36" y="58"/>
                    <a:pt x="38" y="57"/>
                  </a:cubicBezTo>
                  <a:cubicBezTo>
                    <a:pt x="40" y="57"/>
                    <a:pt x="41" y="55"/>
                    <a:pt x="40" y="53"/>
                  </a:cubicBezTo>
                  <a:cubicBezTo>
                    <a:pt x="40" y="52"/>
                    <a:pt x="42" y="49"/>
                    <a:pt x="42" y="49"/>
                  </a:cubicBezTo>
                  <a:cubicBezTo>
                    <a:pt x="43" y="48"/>
                    <a:pt x="44" y="49"/>
                    <a:pt x="46" y="50"/>
                  </a:cubicBezTo>
                  <a:cubicBezTo>
                    <a:pt x="47" y="51"/>
                    <a:pt x="49" y="51"/>
                    <a:pt x="50" y="49"/>
                  </a:cubicBezTo>
                  <a:cubicBezTo>
                    <a:pt x="52" y="47"/>
                    <a:pt x="52" y="45"/>
                    <a:pt x="51" y="44"/>
                  </a:cubicBezTo>
                  <a:cubicBezTo>
                    <a:pt x="50" y="43"/>
                    <a:pt x="50" y="40"/>
                    <a:pt x="50" y="40"/>
                  </a:cubicBezTo>
                  <a:cubicBezTo>
                    <a:pt x="51" y="39"/>
                    <a:pt x="52" y="38"/>
                    <a:pt x="54" y="39"/>
                  </a:cubicBezTo>
                  <a:cubicBezTo>
                    <a:pt x="55" y="39"/>
                    <a:pt x="57" y="38"/>
                    <a:pt x="57" y="35"/>
                  </a:cubicBezTo>
                  <a:cubicBezTo>
                    <a:pt x="58" y="33"/>
                    <a:pt x="57" y="31"/>
                    <a:pt x="55" y="31"/>
                  </a:cubicBezTo>
                  <a:cubicBezTo>
                    <a:pt x="54" y="31"/>
                    <a:pt x="53" y="28"/>
                    <a:pt x="52" y="27"/>
                  </a:cubicBezTo>
                  <a:cubicBezTo>
                    <a:pt x="52" y="26"/>
                    <a:pt x="54" y="25"/>
                    <a:pt x="55" y="25"/>
                  </a:cubicBezTo>
                  <a:cubicBezTo>
                    <a:pt x="56" y="24"/>
                    <a:pt x="57" y="22"/>
                    <a:pt x="56" y="20"/>
                  </a:cubicBezTo>
                  <a:cubicBezTo>
                    <a:pt x="56" y="18"/>
                    <a:pt x="54" y="17"/>
                    <a:pt x="53" y="18"/>
                  </a:cubicBezTo>
                  <a:cubicBezTo>
                    <a:pt x="51" y="18"/>
                    <a:pt x="49" y="16"/>
                    <a:pt x="48" y="16"/>
                  </a:cubicBezTo>
                  <a:cubicBezTo>
                    <a:pt x="48" y="15"/>
                    <a:pt x="48" y="13"/>
                    <a:pt x="49" y="12"/>
                  </a:cubicBezTo>
                  <a:cubicBezTo>
                    <a:pt x="50" y="11"/>
                    <a:pt x="50" y="9"/>
                    <a:pt x="48" y="8"/>
                  </a:cubicBezTo>
                  <a:cubicBezTo>
                    <a:pt x="47" y="6"/>
                    <a:pt x="45" y="6"/>
                    <a:pt x="44" y="7"/>
                  </a:cubicBezTo>
                  <a:cubicBezTo>
                    <a:pt x="42" y="8"/>
                    <a:pt x="40" y="8"/>
                    <a:pt x="39" y="8"/>
                  </a:cubicBezTo>
                  <a:cubicBezTo>
                    <a:pt x="38" y="7"/>
                    <a:pt x="38" y="6"/>
                    <a:pt x="38" y="4"/>
                  </a:cubicBezTo>
                  <a:cubicBezTo>
                    <a:pt x="38" y="3"/>
                    <a:pt x="37" y="1"/>
                    <a:pt x="35" y="1"/>
                  </a:cubicBezTo>
                  <a:cubicBezTo>
                    <a:pt x="33" y="0"/>
                    <a:pt x="31" y="1"/>
                    <a:pt x="30" y="3"/>
                  </a:cubicBezTo>
                  <a:cubicBezTo>
                    <a:pt x="30" y="4"/>
                    <a:pt x="28" y="5"/>
                    <a:pt x="27" y="5"/>
                  </a:cubicBezTo>
                  <a:cubicBezTo>
                    <a:pt x="26" y="6"/>
                    <a:pt x="25" y="4"/>
                    <a:pt x="24" y="3"/>
                  </a:cubicBezTo>
                  <a:cubicBezTo>
                    <a:pt x="24" y="1"/>
                    <a:pt x="22" y="1"/>
                    <a:pt x="20" y="1"/>
                  </a:cubicBezTo>
                  <a:cubicBezTo>
                    <a:pt x="18" y="2"/>
                    <a:pt x="16" y="4"/>
                    <a:pt x="17" y="5"/>
                  </a:cubicBezTo>
                  <a:cubicBezTo>
                    <a:pt x="17" y="7"/>
                    <a:pt x="16" y="9"/>
                    <a:pt x="15" y="10"/>
                  </a:cubicBezTo>
                  <a:cubicBezTo>
                    <a:pt x="14" y="10"/>
                    <a:pt x="13" y="10"/>
                    <a:pt x="12" y="9"/>
                  </a:cubicBezTo>
                  <a:cubicBezTo>
                    <a:pt x="10" y="8"/>
                    <a:pt x="8" y="8"/>
                    <a:pt x="7" y="10"/>
                  </a:cubicBezTo>
                  <a:cubicBezTo>
                    <a:pt x="6" y="11"/>
                    <a:pt x="5" y="13"/>
                    <a:pt x="6" y="14"/>
                  </a:cubicBezTo>
                  <a:close/>
                  <a:moveTo>
                    <a:pt x="23" y="13"/>
                  </a:moveTo>
                  <a:cubicBezTo>
                    <a:pt x="32" y="10"/>
                    <a:pt x="42" y="15"/>
                    <a:pt x="45" y="24"/>
                  </a:cubicBezTo>
                  <a:cubicBezTo>
                    <a:pt x="47" y="33"/>
                    <a:pt x="43" y="42"/>
                    <a:pt x="34" y="45"/>
                  </a:cubicBezTo>
                  <a:cubicBezTo>
                    <a:pt x="25" y="48"/>
                    <a:pt x="15" y="43"/>
                    <a:pt x="13" y="34"/>
                  </a:cubicBezTo>
                  <a:cubicBezTo>
                    <a:pt x="10" y="26"/>
                    <a:pt x="15" y="16"/>
                    <a:pt x="23" y="1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2" name="Freeform 302"/>
            <p:cNvSpPr>
              <a:spLocks noEditPoints="1"/>
            </p:cNvSpPr>
            <p:nvPr/>
          </p:nvSpPr>
          <p:spPr bwMode="auto">
            <a:xfrm>
              <a:off x="5084781" y="971548"/>
              <a:ext cx="139701" cy="139700"/>
            </a:xfrm>
            <a:custGeom>
              <a:avLst/>
              <a:gdLst>
                <a:gd name="T0" fmla="*/ 4 w 37"/>
                <a:gd name="T1" fmla="*/ 9 h 37"/>
                <a:gd name="T2" fmla="*/ 5 w 37"/>
                <a:gd name="T3" fmla="*/ 12 h 37"/>
                <a:gd name="T4" fmla="*/ 2 w 37"/>
                <a:gd name="T5" fmla="*/ 12 h 37"/>
                <a:gd name="T6" fmla="*/ 0 w 37"/>
                <a:gd name="T7" fmla="*/ 14 h 37"/>
                <a:gd name="T8" fmla="*/ 1 w 37"/>
                <a:gd name="T9" fmla="*/ 17 h 37"/>
                <a:gd name="T10" fmla="*/ 3 w 37"/>
                <a:gd name="T11" fmla="*/ 20 h 37"/>
                <a:gd name="T12" fmla="*/ 2 w 37"/>
                <a:gd name="T13" fmla="*/ 21 h 37"/>
                <a:gd name="T14" fmla="*/ 1 w 37"/>
                <a:gd name="T15" fmla="*/ 24 h 37"/>
                <a:gd name="T16" fmla="*/ 3 w 37"/>
                <a:gd name="T17" fmla="*/ 26 h 37"/>
                <a:gd name="T18" fmla="*/ 5 w 37"/>
                <a:gd name="T19" fmla="*/ 26 h 37"/>
                <a:gd name="T20" fmla="*/ 5 w 37"/>
                <a:gd name="T21" fmla="*/ 29 h 37"/>
                <a:gd name="T22" fmla="*/ 6 w 37"/>
                <a:gd name="T23" fmla="*/ 32 h 37"/>
                <a:gd name="T24" fmla="*/ 9 w 37"/>
                <a:gd name="T25" fmla="*/ 33 h 37"/>
                <a:gd name="T26" fmla="*/ 12 w 37"/>
                <a:gd name="T27" fmla="*/ 32 h 37"/>
                <a:gd name="T28" fmla="*/ 12 w 37"/>
                <a:gd name="T29" fmla="*/ 34 h 37"/>
                <a:gd name="T30" fmla="*/ 15 w 37"/>
                <a:gd name="T31" fmla="*/ 37 h 37"/>
                <a:gd name="T32" fmla="*/ 17 w 37"/>
                <a:gd name="T33" fmla="*/ 35 h 37"/>
                <a:gd name="T34" fmla="*/ 20 w 37"/>
                <a:gd name="T35" fmla="*/ 34 h 37"/>
                <a:gd name="T36" fmla="*/ 21 w 37"/>
                <a:gd name="T37" fmla="*/ 35 h 37"/>
                <a:gd name="T38" fmla="*/ 24 w 37"/>
                <a:gd name="T39" fmla="*/ 36 h 37"/>
                <a:gd name="T40" fmla="*/ 26 w 37"/>
                <a:gd name="T41" fmla="*/ 34 h 37"/>
                <a:gd name="T42" fmla="*/ 27 w 37"/>
                <a:gd name="T43" fmla="*/ 31 h 37"/>
                <a:gd name="T44" fmla="*/ 29 w 37"/>
                <a:gd name="T45" fmla="*/ 32 h 37"/>
                <a:gd name="T46" fmla="*/ 32 w 37"/>
                <a:gd name="T47" fmla="*/ 31 h 37"/>
                <a:gd name="T48" fmla="*/ 33 w 37"/>
                <a:gd name="T49" fmla="*/ 28 h 37"/>
                <a:gd name="T50" fmla="*/ 32 w 37"/>
                <a:gd name="T51" fmla="*/ 25 h 37"/>
                <a:gd name="T52" fmla="*/ 35 w 37"/>
                <a:gd name="T53" fmla="*/ 24 h 37"/>
                <a:gd name="T54" fmla="*/ 37 w 37"/>
                <a:gd name="T55" fmla="*/ 22 h 37"/>
                <a:gd name="T56" fmla="*/ 36 w 37"/>
                <a:gd name="T57" fmla="*/ 19 h 37"/>
                <a:gd name="T58" fmla="*/ 34 w 37"/>
                <a:gd name="T59" fmla="*/ 17 h 37"/>
                <a:gd name="T60" fmla="*/ 35 w 37"/>
                <a:gd name="T61" fmla="*/ 15 h 37"/>
                <a:gd name="T62" fmla="*/ 36 w 37"/>
                <a:gd name="T63" fmla="*/ 12 h 37"/>
                <a:gd name="T64" fmla="*/ 34 w 37"/>
                <a:gd name="T65" fmla="*/ 11 h 37"/>
                <a:gd name="T66" fmla="*/ 31 w 37"/>
                <a:gd name="T67" fmla="*/ 9 h 37"/>
                <a:gd name="T68" fmla="*/ 32 w 37"/>
                <a:gd name="T69" fmla="*/ 7 h 37"/>
                <a:gd name="T70" fmla="*/ 31 w 37"/>
                <a:gd name="T71" fmla="*/ 4 h 37"/>
                <a:gd name="T72" fmla="*/ 28 w 37"/>
                <a:gd name="T73" fmla="*/ 4 h 37"/>
                <a:gd name="T74" fmla="*/ 25 w 37"/>
                <a:gd name="T75" fmla="*/ 4 h 37"/>
                <a:gd name="T76" fmla="*/ 25 w 37"/>
                <a:gd name="T77" fmla="*/ 2 h 37"/>
                <a:gd name="T78" fmla="*/ 22 w 37"/>
                <a:gd name="T79" fmla="*/ 0 h 37"/>
                <a:gd name="T80" fmla="*/ 20 w 37"/>
                <a:gd name="T81" fmla="*/ 1 h 37"/>
                <a:gd name="T82" fmla="*/ 17 w 37"/>
                <a:gd name="T83" fmla="*/ 3 h 37"/>
                <a:gd name="T84" fmla="*/ 16 w 37"/>
                <a:gd name="T85" fmla="*/ 1 h 37"/>
                <a:gd name="T86" fmla="*/ 13 w 37"/>
                <a:gd name="T87" fmla="*/ 0 h 37"/>
                <a:gd name="T88" fmla="*/ 11 w 37"/>
                <a:gd name="T89" fmla="*/ 3 h 37"/>
                <a:gd name="T90" fmla="*/ 10 w 37"/>
                <a:gd name="T91" fmla="*/ 6 h 37"/>
                <a:gd name="T92" fmla="*/ 8 w 37"/>
                <a:gd name="T93" fmla="*/ 5 h 37"/>
                <a:gd name="T94" fmla="*/ 5 w 37"/>
                <a:gd name="T95" fmla="*/ 6 h 37"/>
                <a:gd name="T96" fmla="*/ 4 w 37"/>
                <a:gd name="T97" fmla="*/ 9 h 37"/>
                <a:gd name="T98" fmla="*/ 15 w 37"/>
                <a:gd name="T99" fmla="*/ 8 h 37"/>
                <a:gd name="T100" fmla="*/ 29 w 37"/>
                <a:gd name="T101" fmla="*/ 15 h 37"/>
                <a:gd name="T102" fmla="*/ 22 w 37"/>
                <a:gd name="T103" fmla="*/ 29 h 37"/>
                <a:gd name="T104" fmla="*/ 8 w 37"/>
                <a:gd name="T105" fmla="*/ 22 h 37"/>
                <a:gd name="T106" fmla="*/ 15 w 37"/>
                <a:gd name="T107" fmla="*/ 8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7" h="37">
                  <a:moveTo>
                    <a:pt x="4" y="9"/>
                  </a:moveTo>
                  <a:cubicBezTo>
                    <a:pt x="5" y="9"/>
                    <a:pt x="5" y="11"/>
                    <a:pt x="5" y="12"/>
                  </a:cubicBezTo>
                  <a:cubicBezTo>
                    <a:pt x="4" y="12"/>
                    <a:pt x="3" y="12"/>
                    <a:pt x="2" y="12"/>
                  </a:cubicBezTo>
                  <a:cubicBezTo>
                    <a:pt x="1" y="12"/>
                    <a:pt x="0" y="13"/>
                    <a:pt x="0" y="14"/>
                  </a:cubicBezTo>
                  <a:cubicBezTo>
                    <a:pt x="0" y="16"/>
                    <a:pt x="0" y="17"/>
                    <a:pt x="1" y="17"/>
                  </a:cubicBezTo>
                  <a:cubicBezTo>
                    <a:pt x="2" y="17"/>
                    <a:pt x="3" y="19"/>
                    <a:pt x="3" y="20"/>
                  </a:cubicBezTo>
                  <a:cubicBezTo>
                    <a:pt x="3" y="20"/>
                    <a:pt x="2" y="21"/>
                    <a:pt x="2" y="21"/>
                  </a:cubicBezTo>
                  <a:cubicBezTo>
                    <a:pt x="1" y="21"/>
                    <a:pt x="0" y="23"/>
                    <a:pt x="1" y="24"/>
                  </a:cubicBezTo>
                  <a:cubicBezTo>
                    <a:pt x="1" y="25"/>
                    <a:pt x="2" y="26"/>
                    <a:pt x="3" y="26"/>
                  </a:cubicBezTo>
                  <a:cubicBezTo>
                    <a:pt x="4" y="26"/>
                    <a:pt x="5" y="26"/>
                    <a:pt x="5" y="26"/>
                  </a:cubicBezTo>
                  <a:cubicBezTo>
                    <a:pt x="6" y="27"/>
                    <a:pt x="6" y="28"/>
                    <a:pt x="5" y="29"/>
                  </a:cubicBezTo>
                  <a:cubicBezTo>
                    <a:pt x="5" y="30"/>
                    <a:pt x="5" y="31"/>
                    <a:pt x="6" y="32"/>
                  </a:cubicBezTo>
                  <a:cubicBezTo>
                    <a:pt x="7" y="33"/>
                    <a:pt x="8" y="33"/>
                    <a:pt x="9" y="33"/>
                  </a:cubicBezTo>
                  <a:cubicBezTo>
                    <a:pt x="10" y="32"/>
                    <a:pt x="11" y="32"/>
                    <a:pt x="12" y="32"/>
                  </a:cubicBezTo>
                  <a:cubicBezTo>
                    <a:pt x="12" y="32"/>
                    <a:pt x="13" y="33"/>
                    <a:pt x="12" y="34"/>
                  </a:cubicBezTo>
                  <a:cubicBezTo>
                    <a:pt x="12" y="35"/>
                    <a:pt x="13" y="36"/>
                    <a:pt x="15" y="37"/>
                  </a:cubicBezTo>
                  <a:cubicBezTo>
                    <a:pt x="16" y="37"/>
                    <a:pt x="17" y="36"/>
                    <a:pt x="17" y="35"/>
                  </a:cubicBezTo>
                  <a:cubicBezTo>
                    <a:pt x="18" y="34"/>
                    <a:pt x="19" y="34"/>
                    <a:pt x="20" y="34"/>
                  </a:cubicBezTo>
                  <a:cubicBezTo>
                    <a:pt x="20" y="34"/>
                    <a:pt x="21" y="34"/>
                    <a:pt x="21" y="35"/>
                  </a:cubicBezTo>
                  <a:cubicBezTo>
                    <a:pt x="22" y="36"/>
                    <a:pt x="23" y="37"/>
                    <a:pt x="24" y="36"/>
                  </a:cubicBezTo>
                  <a:cubicBezTo>
                    <a:pt x="26" y="36"/>
                    <a:pt x="26" y="35"/>
                    <a:pt x="26" y="34"/>
                  </a:cubicBezTo>
                  <a:cubicBezTo>
                    <a:pt x="26" y="33"/>
                    <a:pt x="27" y="31"/>
                    <a:pt x="27" y="31"/>
                  </a:cubicBezTo>
                  <a:cubicBezTo>
                    <a:pt x="28" y="31"/>
                    <a:pt x="29" y="31"/>
                    <a:pt x="29" y="32"/>
                  </a:cubicBezTo>
                  <a:cubicBezTo>
                    <a:pt x="30" y="32"/>
                    <a:pt x="32" y="32"/>
                    <a:pt x="32" y="31"/>
                  </a:cubicBezTo>
                  <a:cubicBezTo>
                    <a:pt x="33" y="30"/>
                    <a:pt x="34" y="28"/>
                    <a:pt x="33" y="28"/>
                  </a:cubicBezTo>
                  <a:cubicBezTo>
                    <a:pt x="32" y="27"/>
                    <a:pt x="32" y="25"/>
                    <a:pt x="32" y="25"/>
                  </a:cubicBezTo>
                  <a:cubicBezTo>
                    <a:pt x="33" y="24"/>
                    <a:pt x="34" y="24"/>
                    <a:pt x="35" y="24"/>
                  </a:cubicBezTo>
                  <a:cubicBezTo>
                    <a:pt x="36" y="24"/>
                    <a:pt x="37" y="24"/>
                    <a:pt x="37" y="22"/>
                  </a:cubicBezTo>
                  <a:cubicBezTo>
                    <a:pt x="37" y="21"/>
                    <a:pt x="37" y="20"/>
                    <a:pt x="36" y="19"/>
                  </a:cubicBezTo>
                  <a:cubicBezTo>
                    <a:pt x="35" y="19"/>
                    <a:pt x="34" y="18"/>
                    <a:pt x="34" y="17"/>
                  </a:cubicBezTo>
                  <a:cubicBezTo>
                    <a:pt x="34" y="16"/>
                    <a:pt x="35" y="16"/>
                    <a:pt x="35" y="15"/>
                  </a:cubicBezTo>
                  <a:cubicBezTo>
                    <a:pt x="36" y="15"/>
                    <a:pt x="37" y="14"/>
                    <a:pt x="36" y="12"/>
                  </a:cubicBezTo>
                  <a:cubicBezTo>
                    <a:pt x="36" y="11"/>
                    <a:pt x="35" y="10"/>
                    <a:pt x="34" y="11"/>
                  </a:cubicBezTo>
                  <a:cubicBezTo>
                    <a:pt x="33" y="11"/>
                    <a:pt x="31" y="10"/>
                    <a:pt x="31" y="9"/>
                  </a:cubicBezTo>
                  <a:cubicBezTo>
                    <a:pt x="31" y="9"/>
                    <a:pt x="31" y="8"/>
                    <a:pt x="32" y="7"/>
                  </a:cubicBezTo>
                  <a:cubicBezTo>
                    <a:pt x="32" y="7"/>
                    <a:pt x="32" y="5"/>
                    <a:pt x="31" y="4"/>
                  </a:cubicBezTo>
                  <a:cubicBezTo>
                    <a:pt x="30" y="3"/>
                    <a:pt x="29" y="3"/>
                    <a:pt x="28" y="4"/>
                  </a:cubicBezTo>
                  <a:cubicBezTo>
                    <a:pt x="27" y="5"/>
                    <a:pt x="26" y="5"/>
                    <a:pt x="25" y="4"/>
                  </a:cubicBezTo>
                  <a:cubicBezTo>
                    <a:pt x="25" y="4"/>
                    <a:pt x="24" y="3"/>
                    <a:pt x="25" y="2"/>
                  </a:cubicBezTo>
                  <a:cubicBezTo>
                    <a:pt x="25" y="1"/>
                    <a:pt x="24" y="0"/>
                    <a:pt x="22" y="0"/>
                  </a:cubicBezTo>
                  <a:cubicBezTo>
                    <a:pt x="21" y="0"/>
                    <a:pt x="20" y="0"/>
                    <a:pt x="20" y="1"/>
                  </a:cubicBezTo>
                  <a:cubicBezTo>
                    <a:pt x="19" y="2"/>
                    <a:pt x="18" y="3"/>
                    <a:pt x="17" y="3"/>
                  </a:cubicBezTo>
                  <a:cubicBezTo>
                    <a:pt x="17" y="3"/>
                    <a:pt x="16" y="2"/>
                    <a:pt x="16" y="1"/>
                  </a:cubicBezTo>
                  <a:cubicBezTo>
                    <a:pt x="15" y="0"/>
                    <a:pt x="14" y="0"/>
                    <a:pt x="13" y="0"/>
                  </a:cubicBezTo>
                  <a:cubicBezTo>
                    <a:pt x="11" y="1"/>
                    <a:pt x="11" y="2"/>
                    <a:pt x="11" y="3"/>
                  </a:cubicBezTo>
                  <a:cubicBezTo>
                    <a:pt x="11" y="4"/>
                    <a:pt x="10" y="5"/>
                    <a:pt x="10" y="6"/>
                  </a:cubicBezTo>
                  <a:cubicBezTo>
                    <a:pt x="9" y="6"/>
                    <a:pt x="8" y="6"/>
                    <a:pt x="8" y="5"/>
                  </a:cubicBezTo>
                  <a:cubicBezTo>
                    <a:pt x="7" y="4"/>
                    <a:pt x="5" y="5"/>
                    <a:pt x="5" y="6"/>
                  </a:cubicBezTo>
                  <a:cubicBezTo>
                    <a:pt x="4" y="7"/>
                    <a:pt x="3" y="8"/>
                    <a:pt x="4" y="9"/>
                  </a:cubicBezTo>
                  <a:close/>
                  <a:moveTo>
                    <a:pt x="15" y="8"/>
                  </a:moveTo>
                  <a:cubicBezTo>
                    <a:pt x="21" y="6"/>
                    <a:pt x="27" y="9"/>
                    <a:pt x="29" y="15"/>
                  </a:cubicBezTo>
                  <a:cubicBezTo>
                    <a:pt x="31" y="21"/>
                    <a:pt x="27" y="27"/>
                    <a:pt x="22" y="29"/>
                  </a:cubicBezTo>
                  <a:cubicBezTo>
                    <a:pt x="16" y="30"/>
                    <a:pt x="10" y="27"/>
                    <a:pt x="8" y="22"/>
                  </a:cubicBezTo>
                  <a:cubicBezTo>
                    <a:pt x="6" y="16"/>
                    <a:pt x="10" y="10"/>
                    <a:pt x="15" y="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sp>
          <p:nvSpPr>
            <p:cNvPr id="63" name="Freeform 303"/>
            <p:cNvSpPr>
              <a:spLocks noEditPoints="1"/>
            </p:cNvSpPr>
            <p:nvPr/>
          </p:nvSpPr>
          <p:spPr bwMode="auto">
            <a:xfrm>
              <a:off x="5084763" y="1111250"/>
              <a:ext cx="109538" cy="104775"/>
            </a:xfrm>
            <a:custGeom>
              <a:avLst/>
              <a:gdLst>
                <a:gd name="T0" fmla="*/ 3 w 29"/>
                <a:gd name="T1" fmla="*/ 7 h 28"/>
                <a:gd name="T2" fmla="*/ 4 w 29"/>
                <a:gd name="T3" fmla="*/ 9 h 28"/>
                <a:gd name="T4" fmla="*/ 2 w 29"/>
                <a:gd name="T5" fmla="*/ 9 h 28"/>
                <a:gd name="T6" fmla="*/ 0 w 29"/>
                <a:gd name="T7" fmla="*/ 11 h 28"/>
                <a:gd name="T8" fmla="*/ 1 w 29"/>
                <a:gd name="T9" fmla="*/ 13 h 28"/>
                <a:gd name="T10" fmla="*/ 3 w 29"/>
                <a:gd name="T11" fmla="*/ 15 h 28"/>
                <a:gd name="T12" fmla="*/ 1 w 29"/>
                <a:gd name="T13" fmla="*/ 16 h 28"/>
                <a:gd name="T14" fmla="*/ 1 w 29"/>
                <a:gd name="T15" fmla="*/ 19 h 28"/>
                <a:gd name="T16" fmla="*/ 3 w 29"/>
                <a:gd name="T17" fmla="*/ 20 h 28"/>
                <a:gd name="T18" fmla="*/ 4 w 29"/>
                <a:gd name="T19" fmla="*/ 20 h 28"/>
                <a:gd name="T20" fmla="*/ 4 w 29"/>
                <a:gd name="T21" fmla="*/ 23 h 28"/>
                <a:gd name="T22" fmla="*/ 5 w 29"/>
                <a:gd name="T23" fmla="*/ 25 h 28"/>
                <a:gd name="T24" fmla="*/ 7 w 29"/>
                <a:gd name="T25" fmla="*/ 25 h 28"/>
                <a:gd name="T26" fmla="*/ 9 w 29"/>
                <a:gd name="T27" fmla="*/ 25 h 28"/>
                <a:gd name="T28" fmla="*/ 10 w 29"/>
                <a:gd name="T29" fmla="*/ 27 h 28"/>
                <a:gd name="T30" fmla="*/ 11 w 29"/>
                <a:gd name="T31" fmla="*/ 28 h 28"/>
                <a:gd name="T32" fmla="*/ 13 w 29"/>
                <a:gd name="T33" fmla="*/ 27 h 28"/>
                <a:gd name="T34" fmla="*/ 15 w 29"/>
                <a:gd name="T35" fmla="*/ 26 h 28"/>
                <a:gd name="T36" fmla="*/ 17 w 29"/>
                <a:gd name="T37" fmla="*/ 27 h 28"/>
                <a:gd name="T38" fmla="*/ 19 w 29"/>
                <a:gd name="T39" fmla="*/ 28 h 28"/>
                <a:gd name="T40" fmla="*/ 20 w 29"/>
                <a:gd name="T41" fmla="*/ 26 h 28"/>
                <a:gd name="T42" fmla="*/ 21 w 29"/>
                <a:gd name="T43" fmla="*/ 24 h 28"/>
                <a:gd name="T44" fmla="*/ 23 w 29"/>
                <a:gd name="T45" fmla="*/ 24 h 28"/>
                <a:gd name="T46" fmla="*/ 25 w 29"/>
                <a:gd name="T47" fmla="*/ 24 h 28"/>
                <a:gd name="T48" fmla="*/ 25 w 29"/>
                <a:gd name="T49" fmla="*/ 21 h 28"/>
                <a:gd name="T50" fmla="*/ 25 w 29"/>
                <a:gd name="T51" fmla="*/ 19 h 28"/>
                <a:gd name="T52" fmla="*/ 27 w 29"/>
                <a:gd name="T53" fmla="*/ 19 h 28"/>
                <a:gd name="T54" fmla="*/ 29 w 29"/>
                <a:gd name="T55" fmla="*/ 17 h 28"/>
                <a:gd name="T56" fmla="*/ 28 w 29"/>
                <a:gd name="T57" fmla="*/ 15 h 28"/>
                <a:gd name="T58" fmla="*/ 26 w 29"/>
                <a:gd name="T59" fmla="*/ 13 h 28"/>
                <a:gd name="T60" fmla="*/ 27 w 29"/>
                <a:gd name="T61" fmla="*/ 12 h 28"/>
                <a:gd name="T62" fmla="*/ 28 w 29"/>
                <a:gd name="T63" fmla="*/ 10 h 28"/>
                <a:gd name="T64" fmla="*/ 26 w 29"/>
                <a:gd name="T65" fmla="*/ 8 h 28"/>
                <a:gd name="T66" fmla="*/ 24 w 29"/>
                <a:gd name="T67" fmla="*/ 7 h 28"/>
                <a:gd name="T68" fmla="*/ 25 w 29"/>
                <a:gd name="T69" fmla="*/ 6 h 28"/>
                <a:gd name="T70" fmla="*/ 24 w 29"/>
                <a:gd name="T71" fmla="*/ 3 h 28"/>
                <a:gd name="T72" fmla="*/ 22 w 29"/>
                <a:gd name="T73" fmla="*/ 3 h 28"/>
                <a:gd name="T74" fmla="*/ 19 w 29"/>
                <a:gd name="T75" fmla="*/ 3 h 28"/>
                <a:gd name="T76" fmla="*/ 19 w 29"/>
                <a:gd name="T77" fmla="*/ 2 h 28"/>
                <a:gd name="T78" fmla="*/ 17 w 29"/>
                <a:gd name="T79" fmla="*/ 0 h 28"/>
                <a:gd name="T80" fmla="*/ 15 w 29"/>
                <a:gd name="T81" fmla="*/ 1 h 28"/>
                <a:gd name="T82" fmla="*/ 13 w 29"/>
                <a:gd name="T83" fmla="*/ 2 h 28"/>
                <a:gd name="T84" fmla="*/ 12 w 29"/>
                <a:gd name="T85" fmla="*/ 1 h 28"/>
                <a:gd name="T86" fmla="*/ 10 w 29"/>
                <a:gd name="T87" fmla="*/ 0 h 28"/>
                <a:gd name="T88" fmla="*/ 9 w 29"/>
                <a:gd name="T89" fmla="*/ 2 h 28"/>
                <a:gd name="T90" fmla="*/ 8 w 29"/>
                <a:gd name="T91" fmla="*/ 4 h 28"/>
                <a:gd name="T92" fmla="*/ 6 w 29"/>
                <a:gd name="T93" fmla="*/ 4 h 28"/>
                <a:gd name="T94" fmla="*/ 4 w 29"/>
                <a:gd name="T95" fmla="*/ 4 h 28"/>
                <a:gd name="T96" fmla="*/ 3 w 29"/>
                <a:gd name="T97" fmla="*/ 7 h 28"/>
                <a:gd name="T98" fmla="*/ 12 w 29"/>
                <a:gd name="T99" fmla="*/ 6 h 28"/>
                <a:gd name="T100" fmla="*/ 22 w 29"/>
                <a:gd name="T101" fmla="*/ 12 h 28"/>
                <a:gd name="T102" fmla="*/ 17 w 29"/>
                <a:gd name="T103" fmla="*/ 22 h 28"/>
                <a:gd name="T104" fmla="*/ 6 w 29"/>
                <a:gd name="T105" fmla="*/ 17 h 28"/>
                <a:gd name="T106" fmla="*/ 12 w 29"/>
                <a:gd name="T107" fmla="*/ 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9" h="28">
                  <a:moveTo>
                    <a:pt x="3" y="7"/>
                  </a:moveTo>
                  <a:cubicBezTo>
                    <a:pt x="4" y="7"/>
                    <a:pt x="4" y="9"/>
                    <a:pt x="4" y="9"/>
                  </a:cubicBezTo>
                  <a:cubicBezTo>
                    <a:pt x="4" y="9"/>
                    <a:pt x="3" y="10"/>
                    <a:pt x="2" y="9"/>
                  </a:cubicBezTo>
                  <a:cubicBezTo>
                    <a:pt x="1" y="9"/>
                    <a:pt x="0" y="10"/>
                    <a:pt x="0" y="11"/>
                  </a:cubicBezTo>
                  <a:cubicBezTo>
                    <a:pt x="0" y="12"/>
                    <a:pt x="0" y="13"/>
                    <a:pt x="1" y="13"/>
                  </a:cubicBezTo>
                  <a:cubicBezTo>
                    <a:pt x="2" y="13"/>
                    <a:pt x="3" y="15"/>
                    <a:pt x="3" y="15"/>
                  </a:cubicBezTo>
                  <a:cubicBezTo>
                    <a:pt x="3" y="16"/>
                    <a:pt x="2" y="16"/>
                    <a:pt x="1" y="16"/>
                  </a:cubicBezTo>
                  <a:cubicBezTo>
                    <a:pt x="1" y="17"/>
                    <a:pt x="0" y="18"/>
                    <a:pt x="1" y="19"/>
                  </a:cubicBezTo>
                  <a:cubicBezTo>
                    <a:pt x="1" y="20"/>
                    <a:pt x="2" y="20"/>
                    <a:pt x="3" y="20"/>
                  </a:cubicBezTo>
                  <a:cubicBezTo>
                    <a:pt x="3" y="20"/>
                    <a:pt x="4" y="20"/>
                    <a:pt x="4" y="20"/>
                  </a:cubicBezTo>
                  <a:cubicBezTo>
                    <a:pt x="4" y="21"/>
                    <a:pt x="5" y="22"/>
                    <a:pt x="4" y="23"/>
                  </a:cubicBezTo>
                  <a:cubicBezTo>
                    <a:pt x="4" y="23"/>
                    <a:pt x="4" y="24"/>
                    <a:pt x="5" y="25"/>
                  </a:cubicBezTo>
                  <a:cubicBezTo>
                    <a:pt x="5" y="26"/>
                    <a:pt x="7" y="26"/>
                    <a:pt x="7" y="25"/>
                  </a:cubicBezTo>
                  <a:cubicBezTo>
                    <a:pt x="8" y="25"/>
                    <a:pt x="9" y="25"/>
                    <a:pt x="9" y="25"/>
                  </a:cubicBezTo>
                  <a:cubicBezTo>
                    <a:pt x="10" y="25"/>
                    <a:pt x="10" y="26"/>
                    <a:pt x="10" y="27"/>
                  </a:cubicBezTo>
                  <a:cubicBezTo>
                    <a:pt x="10" y="27"/>
                    <a:pt x="10" y="28"/>
                    <a:pt x="11" y="28"/>
                  </a:cubicBezTo>
                  <a:cubicBezTo>
                    <a:pt x="12" y="28"/>
                    <a:pt x="13" y="28"/>
                    <a:pt x="13" y="27"/>
                  </a:cubicBezTo>
                  <a:cubicBezTo>
                    <a:pt x="14" y="27"/>
                    <a:pt x="15" y="26"/>
                    <a:pt x="15" y="26"/>
                  </a:cubicBezTo>
                  <a:cubicBezTo>
                    <a:pt x="16" y="26"/>
                    <a:pt x="16" y="26"/>
                    <a:pt x="17" y="27"/>
                  </a:cubicBezTo>
                  <a:cubicBezTo>
                    <a:pt x="17" y="28"/>
                    <a:pt x="18" y="28"/>
                    <a:pt x="19" y="28"/>
                  </a:cubicBezTo>
                  <a:cubicBezTo>
                    <a:pt x="20" y="28"/>
                    <a:pt x="20" y="27"/>
                    <a:pt x="20" y="26"/>
                  </a:cubicBezTo>
                  <a:cubicBezTo>
                    <a:pt x="20" y="25"/>
                    <a:pt x="21" y="24"/>
                    <a:pt x="21" y="24"/>
                  </a:cubicBezTo>
                  <a:cubicBezTo>
                    <a:pt x="21" y="24"/>
                    <a:pt x="22" y="24"/>
                    <a:pt x="23" y="24"/>
                  </a:cubicBezTo>
                  <a:cubicBezTo>
                    <a:pt x="23" y="25"/>
                    <a:pt x="24" y="25"/>
                    <a:pt x="25" y="24"/>
                  </a:cubicBezTo>
                  <a:cubicBezTo>
                    <a:pt x="26" y="23"/>
                    <a:pt x="26" y="22"/>
                    <a:pt x="25" y="21"/>
                  </a:cubicBezTo>
                  <a:cubicBezTo>
                    <a:pt x="25" y="21"/>
                    <a:pt x="25" y="20"/>
                    <a:pt x="25" y="19"/>
                  </a:cubicBezTo>
                  <a:cubicBezTo>
                    <a:pt x="25" y="19"/>
                    <a:pt x="26" y="19"/>
                    <a:pt x="27" y="19"/>
                  </a:cubicBezTo>
                  <a:cubicBezTo>
                    <a:pt x="28" y="19"/>
                    <a:pt x="28" y="18"/>
                    <a:pt x="29" y="17"/>
                  </a:cubicBezTo>
                  <a:cubicBezTo>
                    <a:pt x="29" y="16"/>
                    <a:pt x="28" y="15"/>
                    <a:pt x="28" y="15"/>
                  </a:cubicBezTo>
                  <a:cubicBezTo>
                    <a:pt x="27" y="15"/>
                    <a:pt x="26" y="14"/>
                    <a:pt x="26" y="13"/>
                  </a:cubicBezTo>
                  <a:cubicBezTo>
                    <a:pt x="26" y="13"/>
                    <a:pt x="27" y="12"/>
                    <a:pt x="27" y="12"/>
                  </a:cubicBezTo>
                  <a:cubicBezTo>
                    <a:pt x="28" y="12"/>
                    <a:pt x="28" y="11"/>
                    <a:pt x="28" y="10"/>
                  </a:cubicBezTo>
                  <a:cubicBezTo>
                    <a:pt x="28" y="9"/>
                    <a:pt x="27" y="8"/>
                    <a:pt x="26" y="8"/>
                  </a:cubicBezTo>
                  <a:cubicBezTo>
                    <a:pt x="26" y="9"/>
                    <a:pt x="24" y="8"/>
                    <a:pt x="24" y="7"/>
                  </a:cubicBezTo>
                  <a:cubicBezTo>
                    <a:pt x="24" y="7"/>
                    <a:pt x="24" y="6"/>
                    <a:pt x="25" y="6"/>
                  </a:cubicBezTo>
                  <a:cubicBezTo>
                    <a:pt x="25" y="5"/>
                    <a:pt x="25" y="4"/>
                    <a:pt x="24" y="3"/>
                  </a:cubicBezTo>
                  <a:cubicBezTo>
                    <a:pt x="23" y="3"/>
                    <a:pt x="22" y="3"/>
                    <a:pt x="22" y="3"/>
                  </a:cubicBezTo>
                  <a:cubicBezTo>
                    <a:pt x="21" y="4"/>
                    <a:pt x="20" y="4"/>
                    <a:pt x="19" y="3"/>
                  </a:cubicBezTo>
                  <a:cubicBezTo>
                    <a:pt x="19" y="3"/>
                    <a:pt x="19" y="2"/>
                    <a:pt x="19" y="2"/>
                  </a:cubicBezTo>
                  <a:cubicBezTo>
                    <a:pt x="19" y="1"/>
                    <a:pt x="18" y="0"/>
                    <a:pt x="17" y="0"/>
                  </a:cubicBezTo>
                  <a:cubicBezTo>
                    <a:pt x="16" y="0"/>
                    <a:pt x="15" y="0"/>
                    <a:pt x="15" y="1"/>
                  </a:cubicBezTo>
                  <a:cubicBezTo>
                    <a:pt x="15" y="2"/>
                    <a:pt x="14" y="2"/>
                    <a:pt x="13" y="2"/>
                  </a:cubicBezTo>
                  <a:cubicBezTo>
                    <a:pt x="13" y="2"/>
                    <a:pt x="12" y="2"/>
                    <a:pt x="12" y="1"/>
                  </a:cubicBezTo>
                  <a:cubicBezTo>
                    <a:pt x="12" y="0"/>
                    <a:pt x="11" y="0"/>
                    <a:pt x="10" y="0"/>
                  </a:cubicBezTo>
                  <a:cubicBezTo>
                    <a:pt x="9" y="1"/>
                    <a:pt x="8" y="2"/>
                    <a:pt x="9" y="2"/>
                  </a:cubicBezTo>
                  <a:cubicBezTo>
                    <a:pt x="9" y="3"/>
                    <a:pt x="8" y="4"/>
                    <a:pt x="8" y="4"/>
                  </a:cubicBezTo>
                  <a:cubicBezTo>
                    <a:pt x="7" y="5"/>
                    <a:pt x="7" y="4"/>
                    <a:pt x="6" y="4"/>
                  </a:cubicBezTo>
                  <a:cubicBezTo>
                    <a:pt x="5" y="3"/>
                    <a:pt x="4" y="4"/>
                    <a:pt x="4" y="4"/>
                  </a:cubicBezTo>
                  <a:cubicBezTo>
                    <a:pt x="3" y="5"/>
                    <a:pt x="3" y="6"/>
                    <a:pt x="3" y="7"/>
                  </a:cubicBezTo>
                  <a:close/>
                  <a:moveTo>
                    <a:pt x="12" y="6"/>
                  </a:moveTo>
                  <a:cubicBezTo>
                    <a:pt x="16" y="5"/>
                    <a:pt x="21" y="7"/>
                    <a:pt x="22" y="12"/>
                  </a:cubicBezTo>
                  <a:cubicBezTo>
                    <a:pt x="24" y="16"/>
                    <a:pt x="21" y="21"/>
                    <a:pt x="17" y="22"/>
                  </a:cubicBezTo>
                  <a:cubicBezTo>
                    <a:pt x="13" y="23"/>
                    <a:pt x="8" y="21"/>
                    <a:pt x="6" y="17"/>
                  </a:cubicBezTo>
                  <a:cubicBezTo>
                    <a:pt x="5" y="12"/>
                    <a:pt x="7" y="8"/>
                    <a:pt x="12" y="6"/>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solidFill>
                  <a:schemeClr val="bg1"/>
                </a:solidFill>
              </a:endParaRPr>
            </a:p>
          </p:txBody>
        </p:sp>
      </p:grpSp>
      <p:sp>
        <p:nvSpPr>
          <p:cNvPr id="64" name="Freeform 9"/>
          <p:cNvSpPr>
            <a:spLocks noEditPoints="1"/>
          </p:cNvSpPr>
          <p:nvPr/>
        </p:nvSpPr>
        <p:spPr bwMode="auto">
          <a:xfrm rot="19469485">
            <a:off x="5116446" y="3513271"/>
            <a:ext cx="283701" cy="302301"/>
          </a:xfrm>
          <a:custGeom>
            <a:avLst/>
            <a:gdLst>
              <a:gd name="T0" fmla="*/ 147 w 243"/>
              <a:gd name="T1" fmla="*/ 240 h 269"/>
              <a:gd name="T2" fmla="*/ 90 w 243"/>
              <a:gd name="T3" fmla="*/ 234 h 269"/>
              <a:gd name="T4" fmla="*/ 147 w 243"/>
              <a:gd name="T5" fmla="*/ 227 h 269"/>
              <a:gd name="T6" fmla="*/ 147 w 243"/>
              <a:gd name="T7" fmla="*/ 243 h 269"/>
              <a:gd name="T8" fmla="*/ 90 w 243"/>
              <a:gd name="T9" fmla="*/ 252 h 269"/>
              <a:gd name="T10" fmla="*/ 96 w 243"/>
              <a:gd name="T11" fmla="*/ 256 h 269"/>
              <a:gd name="T12" fmla="*/ 105 w 243"/>
              <a:gd name="T13" fmla="*/ 262 h 269"/>
              <a:gd name="T14" fmla="*/ 126 w 243"/>
              <a:gd name="T15" fmla="*/ 269 h 269"/>
              <a:gd name="T16" fmla="*/ 138 w 243"/>
              <a:gd name="T17" fmla="*/ 261 h 269"/>
              <a:gd name="T18" fmla="*/ 147 w 243"/>
              <a:gd name="T19" fmla="*/ 256 h 269"/>
              <a:gd name="T20" fmla="*/ 147 w 243"/>
              <a:gd name="T21" fmla="*/ 243 h 269"/>
              <a:gd name="T22" fmla="*/ 128 w 243"/>
              <a:gd name="T23" fmla="*/ 32 h 269"/>
              <a:gd name="T24" fmla="*/ 122 w 243"/>
              <a:gd name="T25" fmla="*/ 0 h 269"/>
              <a:gd name="T26" fmla="*/ 115 w 243"/>
              <a:gd name="T27" fmla="*/ 32 h 269"/>
              <a:gd name="T28" fmla="*/ 54 w 243"/>
              <a:gd name="T29" fmla="*/ 63 h 269"/>
              <a:gd name="T30" fmla="*/ 63 w 243"/>
              <a:gd name="T31" fmla="*/ 63 h 269"/>
              <a:gd name="T32" fmla="*/ 45 w 243"/>
              <a:gd name="T33" fmla="*/ 36 h 269"/>
              <a:gd name="T34" fmla="*/ 36 w 243"/>
              <a:gd name="T35" fmla="*/ 45 h 269"/>
              <a:gd name="T36" fmla="*/ 38 w 243"/>
              <a:gd name="T37" fmla="*/ 122 h 269"/>
              <a:gd name="T38" fmla="*/ 6 w 243"/>
              <a:gd name="T39" fmla="*/ 115 h 269"/>
              <a:gd name="T40" fmla="*/ 6 w 243"/>
              <a:gd name="T41" fmla="*/ 128 h 269"/>
              <a:gd name="T42" fmla="*/ 38 w 243"/>
              <a:gd name="T43" fmla="*/ 122 h 269"/>
              <a:gd name="T44" fmla="*/ 36 w 243"/>
              <a:gd name="T45" fmla="*/ 199 h 269"/>
              <a:gd name="T46" fmla="*/ 40 w 243"/>
              <a:gd name="T47" fmla="*/ 209 h 269"/>
              <a:gd name="T48" fmla="*/ 63 w 243"/>
              <a:gd name="T49" fmla="*/ 189 h 269"/>
              <a:gd name="T50" fmla="*/ 54 w 243"/>
              <a:gd name="T51" fmla="*/ 180 h 269"/>
              <a:gd name="T52" fmla="*/ 180 w 243"/>
              <a:gd name="T53" fmla="*/ 180 h 269"/>
              <a:gd name="T54" fmla="*/ 199 w 243"/>
              <a:gd name="T55" fmla="*/ 208 h 269"/>
              <a:gd name="T56" fmla="*/ 208 w 243"/>
              <a:gd name="T57" fmla="*/ 208 h 269"/>
              <a:gd name="T58" fmla="*/ 189 w 243"/>
              <a:gd name="T59" fmla="*/ 180 h 269"/>
              <a:gd name="T60" fmla="*/ 211 w 243"/>
              <a:gd name="T61" fmla="*/ 115 h 269"/>
              <a:gd name="T62" fmla="*/ 211 w 243"/>
              <a:gd name="T63" fmla="*/ 128 h 269"/>
              <a:gd name="T64" fmla="*/ 243 w 243"/>
              <a:gd name="T65" fmla="*/ 122 h 269"/>
              <a:gd name="T66" fmla="*/ 185 w 243"/>
              <a:gd name="T67" fmla="*/ 65 h 269"/>
              <a:gd name="T68" fmla="*/ 208 w 243"/>
              <a:gd name="T69" fmla="*/ 45 h 269"/>
              <a:gd name="T70" fmla="*/ 199 w 243"/>
              <a:gd name="T71" fmla="*/ 36 h 269"/>
              <a:gd name="T72" fmla="*/ 180 w 243"/>
              <a:gd name="T73" fmla="*/ 63 h 269"/>
              <a:gd name="T74" fmla="*/ 154 w 243"/>
              <a:gd name="T75" fmla="*/ 218 h 269"/>
              <a:gd name="T76" fmla="*/ 96 w 243"/>
              <a:gd name="T77" fmla="*/ 224 h 269"/>
              <a:gd name="T78" fmla="*/ 96 w 243"/>
              <a:gd name="T79" fmla="*/ 211 h 269"/>
              <a:gd name="T80" fmla="*/ 122 w 243"/>
              <a:gd name="T81" fmla="*/ 58 h 269"/>
              <a:gd name="T82" fmla="*/ 148 w 243"/>
              <a:gd name="T83" fmla="*/ 211 h 269"/>
              <a:gd name="T84" fmla="*/ 107 w 243"/>
              <a:gd name="T85" fmla="*/ 76 h 269"/>
              <a:gd name="T86" fmla="*/ 67 w 243"/>
              <a:gd name="T87" fmla="*/ 111 h 269"/>
              <a:gd name="T88" fmla="*/ 72 w 243"/>
              <a:gd name="T89" fmla="*/ 117 h 269"/>
              <a:gd name="T90" fmla="*/ 104 w 243"/>
              <a:gd name="T91" fmla="*/ 82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43" h="269">
                <a:moveTo>
                  <a:pt x="154" y="234"/>
                </a:moveTo>
                <a:cubicBezTo>
                  <a:pt x="154" y="237"/>
                  <a:pt x="151" y="240"/>
                  <a:pt x="147" y="240"/>
                </a:cubicBezTo>
                <a:cubicBezTo>
                  <a:pt x="96" y="240"/>
                  <a:pt x="96" y="240"/>
                  <a:pt x="96" y="240"/>
                </a:cubicBezTo>
                <a:cubicBezTo>
                  <a:pt x="92" y="240"/>
                  <a:pt x="90" y="237"/>
                  <a:pt x="90" y="234"/>
                </a:cubicBezTo>
                <a:cubicBezTo>
                  <a:pt x="90" y="230"/>
                  <a:pt x="92" y="227"/>
                  <a:pt x="96" y="227"/>
                </a:cubicBezTo>
                <a:cubicBezTo>
                  <a:pt x="147" y="227"/>
                  <a:pt x="147" y="227"/>
                  <a:pt x="147" y="227"/>
                </a:cubicBezTo>
                <a:cubicBezTo>
                  <a:pt x="151" y="227"/>
                  <a:pt x="154" y="230"/>
                  <a:pt x="154" y="234"/>
                </a:cubicBezTo>
                <a:close/>
                <a:moveTo>
                  <a:pt x="147" y="243"/>
                </a:moveTo>
                <a:cubicBezTo>
                  <a:pt x="96" y="243"/>
                  <a:pt x="96" y="243"/>
                  <a:pt x="96" y="243"/>
                </a:cubicBezTo>
                <a:cubicBezTo>
                  <a:pt x="92" y="243"/>
                  <a:pt x="89" y="247"/>
                  <a:pt x="90" y="252"/>
                </a:cubicBezTo>
                <a:cubicBezTo>
                  <a:pt x="91" y="254"/>
                  <a:pt x="93" y="256"/>
                  <a:pt x="96" y="256"/>
                </a:cubicBezTo>
                <a:cubicBezTo>
                  <a:pt x="96" y="256"/>
                  <a:pt x="96" y="256"/>
                  <a:pt x="96" y="256"/>
                </a:cubicBezTo>
                <a:cubicBezTo>
                  <a:pt x="100" y="256"/>
                  <a:pt x="103" y="258"/>
                  <a:pt x="105" y="261"/>
                </a:cubicBezTo>
                <a:cubicBezTo>
                  <a:pt x="105" y="262"/>
                  <a:pt x="105" y="262"/>
                  <a:pt x="105" y="262"/>
                </a:cubicBezTo>
                <a:cubicBezTo>
                  <a:pt x="107" y="266"/>
                  <a:pt x="112" y="269"/>
                  <a:pt x="117" y="269"/>
                </a:cubicBezTo>
                <a:cubicBezTo>
                  <a:pt x="126" y="269"/>
                  <a:pt x="126" y="269"/>
                  <a:pt x="126" y="269"/>
                </a:cubicBezTo>
                <a:cubicBezTo>
                  <a:pt x="131" y="269"/>
                  <a:pt x="136" y="266"/>
                  <a:pt x="138" y="262"/>
                </a:cubicBezTo>
                <a:cubicBezTo>
                  <a:pt x="138" y="261"/>
                  <a:pt x="138" y="261"/>
                  <a:pt x="138" y="261"/>
                </a:cubicBezTo>
                <a:cubicBezTo>
                  <a:pt x="140" y="258"/>
                  <a:pt x="143" y="256"/>
                  <a:pt x="147" y="256"/>
                </a:cubicBezTo>
                <a:cubicBezTo>
                  <a:pt x="147" y="256"/>
                  <a:pt x="147" y="256"/>
                  <a:pt x="147" y="256"/>
                </a:cubicBezTo>
                <a:cubicBezTo>
                  <a:pt x="150" y="256"/>
                  <a:pt x="152" y="254"/>
                  <a:pt x="153" y="252"/>
                </a:cubicBezTo>
                <a:cubicBezTo>
                  <a:pt x="155" y="247"/>
                  <a:pt x="151" y="243"/>
                  <a:pt x="147" y="243"/>
                </a:cubicBezTo>
                <a:close/>
                <a:moveTo>
                  <a:pt x="122" y="38"/>
                </a:moveTo>
                <a:cubicBezTo>
                  <a:pt x="125" y="38"/>
                  <a:pt x="128" y="36"/>
                  <a:pt x="128" y="32"/>
                </a:cubicBezTo>
                <a:cubicBezTo>
                  <a:pt x="128" y="6"/>
                  <a:pt x="128" y="6"/>
                  <a:pt x="128" y="6"/>
                </a:cubicBezTo>
                <a:cubicBezTo>
                  <a:pt x="128" y="3"/>
                  <a:pt x="125" y="0"/>
                  <a:pt x="122" y="0"/>
                </a:cubicBezTo>
                <a:cubicBezTo>
                  <a:pt x="118" y="0"/>
                  <a:pt x="115" y="3"/>
                  <a:pt x="115" y="6"/>
                </a:cubicBezTo>
                <a:cubicBezTo>
                  <a:pt x="115" y="32"/>
                  <a:pt x="115" y="32"/>
                  <a:pt x="115" y="32"/>
                </a:cubicBezTo>
                <a:cubicBezTo>
                  <a:pt x="115" y="36"/>
                  <a:pt x="118" y="38"/>
                  <a:pt x="122" y="38"/>
                </a:cubicBezTo>
                <a:close/>
                <a:moveTo>
                  <a:pt x="54" y="63"/>
                </a:moveTo>
                <a:cubicBezTo>
                  <a:pt x="55" y="64"/>
                  <a:pt x="57" y="65"/>
                  <a:pt x="58" y="65"/>
                </a:cubicBezTo>
                <a:cubicBezTo>
                  <a:pt x="60" y="65"/>
                  <a:pt x="62" y="64"/>
                  <a:pt x="63" y="63"/>
                </a:cubicBezTo>
                <a:cubicBezTo>
                  <a:pt x="65" y="60"/>
                  <a:pt x="65" y="56"/>
                  <a:pt x="63" y="54"/>
                </a:cubicBezTo>
                <a:cubicBezTo>
                  <a:pt x="45" y="36"/>
                  <a:pt x="45" y="36"/>
                  <a:pt x="45" y="36"/>
                </a:cubicBezTo>
                <a:cubicBezTo>
                  <a:pt x="42" y="33"/>
                  <a:pt x="38" y="33"/>
                  <a:pt x="36" y="36"/>
                </a:cubicBezTo>
                <a:cubicBezTo>
                  <a:pt x="33" y="38"/>
                  <a:pt x="33" y="42"/>
                  <a:pt x="36" y="45"/>
                </a:cubicBezTo>
                <a:lnTo>
                  <a:pt x="54" y="63"/>
                </a:lnTo>
                <a:close/>
                <a:moveTo>
                  <a:pt x="38" y="122"/>
                </a:moveTo>
                <a:cubicBezTo>
                  <a:pt x="38" y="118"/>
                  <a:pt x="36" y="115"/>
                  <a:pt x="32" y="115"/>
                </a:cubicBezTo>
                <a:cubicBezTo>
                  <a:pt x="6" y="115"/>
                  <a:pt x="6" y="115"/>
                  <a:pt x="6" y="115"/>
                </a:cubicBezTo>
                <a:cubicBezTo>
                  <a:pt x="3" y="115"/>
                  <a:pt x="0" y="118"/>
                  <a:pt x="0" y="122"/>
                </a:cubicBezTo>
                <a:cubicBezTo>
                  <a:pt x="0" y="125"/>
                  <a:pt x="3" y="128"/>
                  <a:pt x="6" y="128"/>
                </a:cubicBezTo>
                <a:cubicBezTo>
                  <a:pt x="32" y="128"/>
                  <a:pt x="32" y="128"/>
                  <a:pt x="32" y="128"/>
                </a:cubicBezTo>
                <a:cubicBezTo>
                  <a:pt x="36" y="128"/>
                  <a:pt x="38" y="125"/>
                  <a:pt x="38" y="122"/>
                </a:cubicBezTo>
                <a:close/>
                <a:moveTo>
                  <a:pt x="54" y="180"/>
                </a:moveTo>
                <a:cubicBezTo>
                  <a:pt x="36" y="199"/>
                  <a:pt x="36" y="199"/>
                  <a:pt x="36" y="199"/>
                </a:cubicBezTo>
                <a:cubicBezTo>
                  <a:pt x="33" y="201"/>
                  <a:pt x="33" y="205"/>
                  <a:pt x="36" y="208"/>
                </a:cubicBezTo>
                <a:cubicBezTo>
                  <a:pt x="37" y="209"/>
                  <a:pt x="39" y="209"/>
                  <a:pt x="40" y="209"/>
                </a:cubicBezTo>
                <a:cubicBezTo>
                  <a:pt x="42" y="209"/>
                  <a:pt x="43" y="209"/>
                  <a:pt x="45" y="208"/>
                </a:cubicBezTo>
                <a:cubicBezTo>
                  <a:pt x="63" y="189"/>
                  <a:pt x="63" y="189"/>
                  <a:pt x="63" y="189"/>
                </a:cubicBezTo>
                <a:cubicBezTo>
                  <a:pt x="65" y="187"/>
                  <a:pt x="65" y="183"/>
                  <a:pt x="63" y="180"/>
                </a:cubicBezTo>
                <a:cubicBezTo>
                  <a:pt x="60" y="178"/>
                  <a:pt x="56" y="178"/>
                  <a:pt x="54" y="180"/>
                </a:cubicBezTo>
                <a:close/>
                <a:moveTo>
                  <a:pt x="189" y="180"/>
                </a:moveTo>
                <a:cubicBezTo>
                  <a:pt x="187" y="178"/>
                  <a:pt x="183" y="178"/>
                  <a:pt x="180" y="180"/>
                </a:cubicBezTo>
                <a:cubicBezTo>
                  <a:pt x="178" y="183"/>
                  <a:pt x="178" y="187"/>
                  <a:pt x="180" y="189"/>
                </a:cubicBezTo>
                <a:cubicBezTo>
                  <a:pt x="199" y="208"/>
                  <a:pt x="199" y="208"/>
                  <a:pt x="199" y="208"/>
                </a:cubicBezTo>
                <a:cubicBezTo>
                  <a:pt x="200" y="209"/>
                  <a:pt x="201" y="209"/>
                  <a:pt x="203" y="209"/>
                </a:cubicBezTo>
                <a:cubicBezTo>
                  <a:pt x="205" y="209"/>
                  <a:pt x="206" y="209"/>
                  <a:pt x="208" y="208"/>
                </a:cubicBezTo>
                <a:cubicBezTo>
                  <a:pt x="210" y="205"/>
                  <a:pt x="210" y="201"/>
                  <a:pt x="208" y="199"/>
                </a:cubicBezTo>
                <a:lnTo>
                  <a:pt x="189" y="180"/>
                </a:lnTo>
                <a:close/>
                <a:moveTo>
                  <a:pt x="237" y="115"/>
                </a:moveTo>
                <a:cubicBezTo>
                  <a:pt x="211" y="115"/>
                  <a:pt x="211" y="115"/>
                  <a:pt x="211" y="115"/>
                </a:cubicBezTo>
                <a:cubicBezTo>
                  <a:pt x="208" y="115"/>
                  <a:pt x="205" y="118"/>
                  <a:pt x="205" y="122"/>
                </a:cubicBezTo>
                <a:cubicBezTo>
                  <a:pt x="205" y="125"/>
                  <a:pt x="208" y="128"/>
                  <a:pt x="211" y="128"/>
                </a:cubicBezTo>
                <a:cubicBezTo>
                  <a:pt x="237" y="128"/>
                  <a:pt x="237" y="128"/>
                  <a:pt x="237" y="128"/>
                </a:cubicBezTo>
                <a:cubicBezTo>
                  <a:pt x="240" y="128"/>
                  <a:pt x="243" y="125"/>
                  <a:pt x="243" y="122"/>
                </a:cubicBezTo>
                <a:cubicBezTo>
                  <a:pt x="243" y="118"/>
                  <a:pt x="240" y="115"/>
                  <a:pt x="237" y="115"/>
                </a:cubicBezTo>
                <a:close/>
                <a:moveTo>
                  <a:pt x="185" y="65"/>
                </a:moveTo>
                <a:cubicBezTo>
                  <a:pt x="187" y="65"/>
                  <a:pt x="188" y="64"/>
                  <a:pt x="189" y="63"/>
                </a:cubicBezTo>
                <a:cubicBezTo>
                  <a:pt x="208" y="45"/>
                  <a:pt x="208" y="45"/>
                  <a:pt x="208" y="45"/>
                </a:cubicBezTo>
                <a:cubicBezTo>
                  <a:pt x="210" y="42"/>
                  <a:pt x="210" y="38"/>
                  <a:pt x="208" y="36"/>
                </a:cubicBezTo>
                <a:cubicBezTo>
                  <a:pt x="205" y="33"/>
                  <a:pt x="201" y="33"/>
                  <a:pt x="199" y="36"/>
                </a:cubicBezTo>
                <a:cubicBezTo>
                  <a:pt x="180" y="54"/>
                  <a:pt x="180" y="54"/>
                  <a:pt x="180" y="54"/>
                </a:cubicBezTo>
                <a:cubicBezTo>
                  <a:pt x="178" y="56"/>
                  <a:pt x="178" y="60"/>
                  <a:pt x="180" y="63"/>
                </a:cubicBezTo>
                <a:cubicBezTo>
                  <a:pt x="182" y="64"/>
                  <a:pt x="183" y="65"/>
                  <a:pt x="185" y="65"/>
                </a:cubicBezTo>
                <a:close/>
                <a:moveTo>
                  <a:pt x="154" y="218"/>
                </a:moveTo>
                <a:cubicBezTo>
                  <a:pt x="154" y="221"/>
                  <a:pt x="151" y="224"/>
                  <a:pt x="147" y="224"/>
                </a:cubicBezTo>
                <a:cubicBezTo>
                  <a:pt x="96" y="224"/>
                  <a:pt x="96" y="224"/>
                  <a:pt x="96" y="224"/>
                </a:cubicBezTo>
                <a:cubicBezTo>
                  <a:pt x="92" y="224"/>
                  <a:pt x="90" y="221"/>
                  <a:pt x="90" y="218"/>
                </a:cubicBezTo>
                <a:cubicBezTo>
                  <a:pt x="90" y="214"/>
                  <a:pt x="92" y="211"/>
                  <a:pt x="96" y="211"/>
                </a:cubicBezTo>
                <a:cubicBezTo>
                  <a:pt x="92" y="175"/>
                  <a:pt x="54" y="167"/>
                  <a:pt x="54" y="125"/>
                </a:cubicBezTo>
                <a:cubicBezTo>
                  <a:pt x="54" y="88"/>
                  <a:pt x="84" y="58"/>
                  <a:pt x="122" y="58"/>
                </a:cubicBezTo>
                <a:cubicBezTo>
                  <a:pt x="159" y="58"/>
                  <a:pt x="189" y="88"/>
                  <a:pt x="189" y="125"/>
                </a:cubicBezTo>
                <a:cubicBezTo>
                  <a:pt x="189" y="167"/>
                  <a:pt x="152" y="175"/>
                  <a:pt x="148" y="211"/>
                </a:cubicBezTo>
                <a:cubicBezTo>
                  <a:pt x="151" y="211"/>
                  <a:pt x="154" y="214"/>
                  <a:pt x="154" y="218"/>
                </a:cubicBezTo>
                <a:close/>
                <a:moveTo>
                  <a:pt x="107" y="76"/>
                </a:moveTo>
                <a:cubicBezTo>
                  <a:pt x="106" y="73"/>
                  <a:pt x="103" y="72"/>
                  <a:pt x="101" y="73"/>
                </a:cubicBezTo>
                <a:cubicBezTo>
                  <a:pt x="84" y="80"/>
                  <a:pt x="72" y="94"/>
                  <a:pt x="67" y="111"/>
                </a:cubicBezTo>
                <a:cubicBezTo>
                  <a:pt x="67" y="113"/>
                  <a:pt x="68" y="116"/>
                  <a:pt x="71" y="117"/>
                </a:cubicBezTo>
                <a:cubicBezTo>
                  <a:pt x="71" y="117"/>
                  <a:pt x="72" y="117"/>
                  <a:pt x="72" y="117"/>
                </a:cubicBezTo>
                <a:cubicBezTo>
                  <a:pt x="74" y="117"/>
                  <a:pt x="76" y="115"/>
                  <a:pt x="77" y="113"/>
                </a:cubicBezTo>
                <a:cubicBezTo>
                  <a:pt x="80" y="99"/>
                  <a:pt x="91" y="87"/>
                  <a:pt x="104" y="82"/>
                </a:cubicBezTo>
                <a:cubicBezTo>
                  <a:pt x="107" y="81"/>
                  <a:pt x="108" y="78"/>
                  <a:pt x="107" y="76"/>
                </a:cubicBez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endParaRPr>
          </a:p>
        </p:txBody>
      </p:sp>
      <p:sp>
        <p:nvSpPr>
          <p:cNvPr id="65" name="Freeform 206"/>
          <p:cNvSpPr>
            <a:spLocks noChangeAspect="1" noEditPoints="1"/>
          </p:cNvSpPr>
          <p:nvPr/>
        </p:nvSpPr>
        <p:spPr bwMode="auto">
          <a:xfrm>
            <a:off x="5835345" y="3507513"/>
            <a:ext cx="228407" cy="276096"/>
          </a:xfrm>
          <a:custGeom>
            <a:avLst/>
            <a:gdLst>
              <a:gd name="T0" fmla="*/ 0 w 77"/>
              <a:gd name="T1" fmla="*/ 85 h 93"/>
              <a:gd name="T2" fmla="*/ 30 w 77"/>
              <a:gd name="T3" fmla="*/ 20 h 93"/>
              <a:gd name="T4" fmla="*/ 38 w 77"/>
              <a:gd name="T5" fmla="*/ 26 h 93"/>
              <a:gd name="T6" fmla="*/ 39 w 77"/>
              <a:gd name="T7" fmla="*/ 27 h 93"/>
              <a:gd name="T8" fmla="*/ 39 w 77"/>
              <a:gd name="T9" fmla="*/ 27 h 93"/>
              <a:gd name="T10" fmla="*/ 40 w 77"/>
              <a:gd name="T11" fmla="*/ 27 h 93"/>
              <a:gd name="T12" fmla="*/ 40 w 77"/>
              <a:gd name="T13" fmla="*/ 28 h 93"/>
              <a:gd name="T14" fmla="*/ 40 w 77"/>
              <a:gd name="T15" fmla="*/ 28 h 93"/>
              <a:gd name="T16" fmla="*/ 41 w 77"/>
              <a:gd name="T17" fmla="*/ 28 h 93"/>
              <a:gd name="T18" fmla="*/ 41 w 77"/>
              <a:gd name="T19" fmla="*/ 29 h 93"/>
              <a:gd name="T20" fmla="*/ 42 w 77"/>
              <a:gd name="T21" fmla="*/ 29 h 93"/>
              <a:gd name="T22" fmla="*/ 42 w 77"/>
              <a:gd name="T23" fmla="*/ 29 h 93"/>
              <a:gd name="T24" fmla="*/ 43 w 77"/>
              <a:gd name="T25" fmla="*/ 29 h 93"/>
              <a:gd name="T26" fmla="*/ 43 w 77"/>
              <a:gd name="T27" fmla="*/ 30 h 93"/>
              <a:gd name="T28" fmla="*/ 43 w 77"/>
              <a:gd name="T29" fmla="*/ 30 h 93"/>
              <a:gd name="T30" fmla="*/ 48 w 77"/>
              <a:gd name="T31" fmla="*/ 33 h 93"/>
              <a:gd name="T32" fmla="*/ 48 w 77"/>
              <a:gd name="T33" fmla="*/ 33 h 93"/>
              <a:gd name="T34" fmla="*/ 49 w 77"/>
              <a:gd name="T35" fmla="*/ 34 h 93"/>
              <a:gd name="T36" fmla="*/ 49 w 77"/>
              <a:gd name="T37" fmla="*/ 34 h 93"/>
              <a:gd name="T38" fmla="*/ 50 w 77"/>
              <a:gd name="T39" fmla="*/ 34 h 93"/>
              <a:gd name="T40" fmla="*/ 50 w 77"/>
              <a:gd name="T41" fmla="*/ 35 h 93"/>
              <a:gd name="T42" fmla="*/ 50 w 77"/>
              <a:gd name="T43" fmla="*/ 35 h 93"/>
              <a:gd name="T44" fmla="*/ 51 w 77"/>
              <a:gd name="T45" fmla="*/ 35 h 93"/>
              <a:gd name="T46" fmla="*/ 51 w 77"/>
              <a:gd name="T47" fmla="*/ 36 h 93"/>
              <a:gd name="T48" fmla="*/ 52 w 77"/>
              <a:gd name="T49" fmla="*/ 36 h 93"/>
              <a:gd name="T50" fmla="*/ 52 w 77"/>
              <a:gd name="T51" fmla="*/ 36 h 93"/>
              <a:gd name="T52" fmla="*/ 53 w 77"/>
              <a:gd name="T53" fmla="*/ 37 h 93"/>
              <a:gd name="T54" fmla="*/ 53 w 77"/>
              <a:gd name="T55" fmla="*/ 37 h 93"/>
              <a:gd name="T56" fmla="*/ 48 w 77"/>
              <a:gd name="T57" fmla="*/ 79 h 93"/>
              <a:gd name="T58" fmla="*/ 7 w 77"/>
              <a:gd name="T59" fmla="*/ 91 h 93"/>
              <a:gd name="T60" fmla="*/ 35 w 77"/>
              <a:gd name="T61" fmla="*/ 64 h 93"/>
              <a:gd name="T62" fmla="*/ 19 w 77"/>
              <a:gd name="T63" fmla="*/ 53 h 93"/>
              <a:gd name="T64" fmla="*/ 3 w 77"/>
              <a:gd name="T65" fmla="*/ 88 h 93"/>
              <a:gd name="T66" fmla="*/ 73 w 77"/>
              <a:gd name="T67" fmla="*/ 93 h 93"/>
              <a:gd name="T68" fmla="*/ 54 w 77"/>
              <a:gd name="T69" fmla="*/ 83 h 93"/>
              <a:gd name="T70" fmla="*/ 69 w 77"/>
              <a:gd name="T71" fmla="*/ 42 h 93"/>
              <a:gd name="T72" fmla="*/ 34 w 77"/>
              <a:gd name="T73" fmla="*/ 0 h 93"/>
              <a:gd name="T74" fmla="*/ 69 w 77"/>
              <a:gd name="T75" fmla="*/ 4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7" h="93">
                <a:moveTo>
                  <a:pt x="3" y="88"/>
                </a:moveTo>
                <a:cubicBezTo>
                  <a:pt x="2" y="87"/>
                  <a:pt x="1" y="86"/>
                  <a:pt x="0" y="85"/>
                </a:cubicBezTo>
                <a:cubicBezTo>
                  <a:pt x="0" y="72"/>
                  <a:pt x="0" y="58"/>
                  <a:pt x="0" y="45"/>
                </a:cubicBezTo>
                <a:cubicBezTo>
                  <a:pt x="12" y="40"/>
                  <a:pt x="21" y="32"/>
                  <a:pt x="30" y="20"/>
                </a:cubicBezTo>
                <a:cubicBezTo>
                  <a:pt x="38" y="26"/>
                  <a:pt x="38" y="26"/>
                  <a:pt x="38" y="26"/>
                </a:cubicBezTo>
                <a:cubicBezTo>
                  <a:pt x="38" y="26"/>
                  <a:pt x="38" y="26"/>
                  <a:pt x="38" y="26"/>
                </a:cubicBezTo>
                <a:cubicBezTo>
                  <a:pt x="38" y="27"/>
                  <a:pt x="38" y="27"/>
                  <a:pt x="38" y="27"/>
                </a:cubicBezTo>
                <a:cubicBezTo>
                  <a:pt x="39" y="27"/>
                  <a:pt x="39" y="27"/>
                  <a:pt x="39" y="27"/>
                </a:cubicBezTo>
                <a:cubicBezTo>
                  <a:pt x="39" y="27"/>
                  <a:pt x="39" y="27"/>
                  <a:pt x="39" y="27"/>
                </a:cubicBezTo>
                <a:cubicBezTo>
                  <a:pt x="39" y="27"/>
                  <a:pt x="39" y="27"/>
                  <a:pt x="39" y="27"/>
                </a:cubicBezTo>
                <a:cubicBezTo>
                  <a:pt x="39" y="27"/>
                  <a:pt x="39" y="27"/>
                  <a:pt x="39" y="27"/>
                </a:cubicBezTo>
                <a:cubicBezTo>
                  <a:pt x="40" y="27"/>
                  <a:pt x="40" y="27"/>
                  <a:pt x="40" y="27"/>
                </a:cubicBezTo>
                <a:cubicBezTo>
                  <a:pt x="40" y="27"/>
                  <a:pt x="40" y="27"/>
                  <a:pt x="40" y="27"/>
                </a:cubicBezTo>
                <a:cubicBezTo>
                  <a:pt x="40" y="28"/>
                  <a:pt x="40" y="28"/>
                  <a:pt x="40" y="28"/>
                </a:cubicBezTo>
                <a:cubicBezTo>
                  <a:pt x="40" y="28"/>
                  <a:pt x="40" y="28"/>
                  <a:pt x="40" y="28"/>
                </a:cubicBezTo>
                <a:cubicBezTo>
                  <a:pt x="40" y="28"/>
                  <a:pt x="40" y="28"/>
                  <a:pt x="40" y="28"/>
                </a:cubicBezTo>
                <a:cubicBezTo>
                  <a:pt x="41" y="28"/>
                  <a:pt x="41" y="28"/>
                  <a:pt x="41" y="28"/>
                </a:cubicBezTo>
                <a:cubicBezTo>
                  <a:pt x="41" y="28"/>
                  <a:pt x="41" y="28"/>
                  <a:pt x="41" y="28"/>
                </a:cubicBezTo>
                <a:cubicBezTo>
                  <a:pt x="41" y="28"/>
                  <a:pt x="41" y="28"/>
                  <a:pt x="41" y="28"/>
                </a:cubicBezTo>
                <a:cubicBezTo>
                  <a:pt x="41" y="29"/>
                  <a:pt x="41" y="29"/>
                  <a:pt x="41" y="29"/>
                </a:cubicBezTo>
                <a:cubicBezTo>
                  <a:pt x="42" y="29"/>
                  <a:pt x="42" y="29"/>
                  <a:pt x="42" y="29"/>
                </a:cubicBezTo>
                <a:cubicBezTo>
                  <a:pt x="42" y="29"/>
                  <a:pt x="42" y="29"/>
                  <a:pt x="42" y="29"/>
                </a:cubicBezTo>
                <a:cubicBezTo>
                  <a:pt x="42" y="29"/>
                  <a:pt x="42" y="29"/>
                  <a:pt x="42" y="29"/>
                </a:cubicBezTo>
                <a:cubicBezTo>
                  <a:pt x="42" y="29"/>
                  <a:pt x="42" y="29"/>
                  <a:pt x="42" y="29"/>
                </a:cubicBezTo>
                <a:cubicBezTo>
                  <a:pt x="42" y="29"/>
                  <a:pt x="42" y="29"/>
                  <a:pt x="42" y="29"/>
                </a:cubicBezTo>
                <a:cubicBezTo>
                  <a:pt x="43" y="29"/>
                  <a:pt x="43" y="29"/>
                  <a:pt x="43" y="29"/>
                </a:cubicBezTo>
                <a:cubicBezTo>
                  <a:pt x="43" y="30"/>
                  <a:pt x="43" y="30"/>
                  <a:pt x="43" y="30"/>
                </a:cubicBezTo>
                <a:cubicBezTo>
                  <a:pt x="43" y="30"/>
                  <a:pt x="43" y="30"/>
                  <a:pt x="43" y="30"/>
                </a:cubicBezTo>
                <a:cubicBezTo>
                  <a:pt x="43" y="30"/>
                  <a:pt x="43" y="30"/>
                  <a:pt x="43" y="30"/>
                </a:cubicBezTo>
                <a:cubicBezTo>
                  <a:pt x="43" y="30"/>
                  <a:pt x="43" y="30"/>
                  <a:pt x="43" y="30"/>
                </a:cubicBezTo>
                <a:cubicBezTo>
                  <a:pt x="44" y="30"/>
                  <a:pt x="44" y="30"/>
                  <a:pt x="44" y="30"/>
                </a:cubicBezTo>
                <a:cubicBezTo>
                  <a:pt x="48" y="33"/>
                  <a:pt x="48" y="33"/>
                  <a:pt x="48" y="33"/>
                </a:cubicBezTo>
                <a:cubicBezTo>
                  <a:pt x="48" y="33"/>
                  <a:pt x="48" y="33"/>
                  <a:pt x="48" y="33"/>
                </a:cubicBezTo>
                <a:cubicBezTo>
                  <a:pt x="48" y="33"/>
                  <a:pt x="48" y="33"/>
                  <a:pt x="48" y="33"/>
                </a:cubicBezTo>
                <a:cubicBezTo>
                  <a:pt x="48" y="34"/>
                  <a:pt x="48" y="34"/>
                  <a:pt x="48" y="34"/>
                </a:cubicBezTo>
                <a:cubicBezTo>
                  <a:pt x="49" y="34"/>
                  <a:pt x="49" y="34"/>
                  <a:pt x="49" y="34"/>
                </a:cubicBezTo>
                <a:cubicBezTo>
                  <a:pt x="49" y="34"/>
                  <a:pt x="49" y="34"/>
                  <a:pt x="49" y="34"/>
                </a:cubicBezTo>
                <a:cubicBezTo>
                  <a:pt x="49" y="34"/>
                  <a:pt x="49" y="34"/>
                  <a:pt x="49" y="34"/>
                </a:cubicBezTo>
                <a:cubicBezTo>
                  <a:pt x="49" y="34"/>
                  <a:pt x="49" y="34"/>
                  <a:pt x="49" y="34"/>
                </a:cubicBezTo>
                <a:cubicBezTo>
                  <a:pt x="50" y="34"/>
                  <a:pt x="50" y="34"/>
                  <a:pt x="50" y="34"/>
                </a:cubicBezTo>
                <a:cubicBezTo>
                  <a:pt x="50" y="35"/>
                  <a:pt x="50" y="35"/>
                  <a:pt x="50" y="35"/>
                </a:cubicBezTo>
                <a:cubicBezTo>
                  <a:pt x="50" y="35"/>
                  <a:pt x="50" y="35"/>
                  <a:pt x="50" y="35"/>
                </a:cubicBezTo>
                <a:cubicBezTo>
                  <a:pt x="50" y="35"/>
                  <a:pt x="50" y="35"/>
                  <a:pt x="50" y="35"/>
                </a:cubicBezTo>
                <a:cubicBezTo>
                  <a:pt x="50" y="35"/>
                  <a:pt x="50" y="35"/>
                  <a:pt x="50" y="35"/>
                </a:cubicBezTo>
                <a:cubicBezTo>
                  <a:pt x="51" y="35"/>
                  <a:pt x="51" y="35"/>
                  <a:pt x="51" y="35"/>
                </a:cubicBezTo>
                <a:cubicBezTo>
                  <a:pt x="51" y="35"/>
                  <a:pt x="51" y="35"/>
                  <a:pt x="51" y="35"/>
                </a:cubicBezTo>
                <a:cubicBezTo>
                  <a:pt x="51" y="35"/>
                  <a:pt x="51" y="35"/>
                  <a:pt x="51" y="35"/>
                </a:cubicBezTo>
                <a:cubicBezTo>
                  <a:pt x="51" y="36"/>
                  <a:pt x="51" y="36"/>
                  <a:pt x="51" y="36"/>
                </a:cubicBezTo>
                <a:cubicBezTo>
                  <a:pt x="52" y="36"/>
                  <a:pt x="52" y="36"/>
                  <a:pt x="52" y="36"/>
                </a:cubicBezTo>
                <a:cubicBezTo>
                  <a:pt x="52" y="36"/>
                  <a:pt x="52" y="36"/>
                  <a:pt x="52" y="36"/>
                </a:cubicBezTo>
                <a:cubicBezTo>
                  <a:pt x="52" y="36"/>
                  <a:pt x="52" y="36"/>
                  <a:pt x="52" y="36"/>
                </a:cubicBezTo>
                <a:cubicBezTo>
                  <a:pt x="52" y="36"/>
                  <a:pt x="52" y="36"/>
                  <a:pt x="52" y="36"/>
                </a:cubicBezTo>
                <a:cubicBezTo>
                  <a:pt x="52" y="36"/>
                  <a:pt x="52" y="36"/>
                  <a:pt x="52" y="36"/>
                </a:cubicBezTo>
                <a:cubicBezTo>
                  <a:pt x="53" y="37"/>
                  <a:pt x="53" y="37"/>
                  <a:pt x="53" y="37"/>
                </a:cubicBezTo>
                <a:cubicBezTo>
                  <a:pt x="53" y="37"/>
                  <a:pt x="53" y="37"/>
                  <a:pt x="53" y="37"/>
                </a:cubicBezTo>
                <a:cubicBezTo>
                  <a:pt x="53" y="37"/>
                  <a:pt x="53" y="37"/>
                  <a:pt x="53" y="37"/>
                </a:cubicBezTo>
                <a:cubicBezTo>
                  <a:pt x="62" y="43"/>
                  <a:pt x="62" y="43"/>
                  <a:pt x="62" y="43"/>
                </a:cubicBezTo>
                <a:cubicBezTo>
                  <a:pt x="53" y="55"/>
                  <a:pt x="49" y="67"/>
                  <a:pt x="48" y="79"/>
                </a:cubicBezTo>
                <a:cubicBezTo>
                  <a:pt x="36" y="84"/>
                  <a:pt x="23" y="88"/>
                  <a:pt x="11" y="93"/>
                </a:cubicBezTo>
                <a:cubicBezTo>
                  <a:pt x="9" y="92"/>
                  <a:pt x="8" y="91"/>
                  <a:pt x="7" y="91"/>
                </a:cubicBezTo>
                <a:cubicBezTo>
                  <a:pt x="23" y="68"/>
                  <a:pt x="23" y="68"/>
                  <a:pt x="23" y="68"/>
                </a:cubicBezTo>
                <a:cubicBezTo>
                  <a:pt x="27" y="69"/>
                  <a:pt x="32" y="68"/>
                  <a:pt x="35" y="64"/>
                </a:cubicBezTo>
                <a:cubicBezTo>
                  <a:pt x="38" y="60"/>
                  <a:pt x="37" y="54"/>
                  <a:pt x="32" y="51"/>
                </a:cubicBezTo>
                <a:cubicBezTo>
                  <a:pt x="28" y="47"/>
                  <a:pt x="22" y="49"/>
                  <a:pt x="19" y="53"/>
                </a:cubicBezTo>
                <a:cubicBezTo>
                  <a:pt x="16" y="57"/>
                  <a:pt x="16" y="62"/>
                  <a:pt x="19" y="65"/>
                </a:cubicBezTo>
                <a:cubicBezTo>
                  <a:pt x="3" y="88"/>
                  <a:pt x="3" y="88"/>
                  <a:pt x="3" y="88"/>
                </a:cubicBezTo>
                <a:close/>
                <a:moveTo>
                  <a:pt x="27" y="93"/>
                </a:moveTo>
                <a:cubicBezTo>
                  <a:pt x="73" y="93"/>
                  <a:pt x="73" y="93"/>
                  <a:pt x="73" y="93"/>
                </a:cubicBezTo>
                <a:cubicBezTo>
                  <a:pt x="73" y="83"/>
                  <a:pt x="73" y="83"/>
                  <a:pt x="73" y="83"/>
                </a:cubicBezTo>
                <a:cubicBezTo>
                  <a:pt x="54" y="83"/>
                  <a:pt x="54" y="83"/>
                  <a:pt x="54" y="83"/>
                </a:cubicBezTo>
                <a:cubicBezTo>
                  <a:pt x="27" y="93"/>
                  <a:pt x="27" y="93"/>
                  <a:pt x="27" y="93"/>
                </a:cubicBezTo>
                <a:close/>
                <a:moveTo>
                  <a:pt x="69" y="42"/>
                </a:moveTo>
                <a:cubicBezTo>
                  <a:pt x="77" y="31"/>
                  <a:pt x="77" y="31"/>
                  <a:pt x="77" y="31"/>
                </a:cubicBezTo>
                <a:cubicBezTo>
                  <a:pt x="34" y="0"/>
                  <a:pt x="34" y="0"/>
                  <a:pt x="34" y="0"/>
                </a:cubicBezTo>
                <a:cubicBezTo>
                  <a:pt x="26" y="12"/>
                  <a:pt x="26" y="12"/>
                  <a:pt x="26" y="12"/>
                </a:cubicBezTo>
                <a:lnTo>
                  <a:pt x="69" y="42"/>
                </a:lnTo>
                <a:close/>
              </a:path>
            </a:pathLst>
          </a:custGeom>
          <a:solidFill>
            <a:srgbClr val="414455"/>
          </a:solidFill>
          <a:ln>
            <a:noFill/>
          </a:ln>
        </p:spPr>
        <p:txBody>
          <a:bodyPr vert="horz" wrap="square" lIns="68562" tIns="34281" rIns="68562" bIns="34281" numCol="1" anchor="t" anchorCtr="0" compatLnSpc="1"/>
          <a:lstStyle/>
          <a:p>
            <a:endParaRPr lang="zh-CN" altLang="en-US" sz="1350">
              <a:solidFill>
                <a:schemeClr val="bg1"/>
              </a:solidFill>
              <a:latin typeface="Arial" panose="020B0604020202020204" pitchFamily="34" charset="0"/>
              <a:cs typeface="Arial" panose="020B0604020202020204" pitchFamily="34" charset="0"/>
            </a:endParaRPr>
          </a:p>
        </p:txBody>
      </p:sp>
      <p:grpSp>
        <p:nvGrpSpPr>
          <p:cNvPr id="66" name="组合 65"/>
          <p:cNvGrpSpPr/>
          <p:nvPr/>
        </p:nvGrpSpPr>
        <p:grpSpPr>
          <a:xfrm>
            <a:off x="4131357" y="198391"/>
            <a:ext cx="896855" cy="808616"/>
            <a:chOff x="3720691" y="2824413"/>
            <a:chExt cx="1341120" cy="1209172"/>
          </a:xfrm>
        </p:grpSpPr>
        <p:sp>
          <p:nvSpPr>
            <p:cNvPr id="67" name="Freeform 5"/>
            <p:cNvSpPr/>
            <p:nvPr/>
          </p:nvSpPr>
          <p:spPr bwMode="auto">
            <a:xfrm rot="1855731">
              <a:off x="3720691" y="2824413"/>
              <a:ext cx="1341120" cy="120917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16200000" scaled="0"/>
            </a:gradFill>
            <a:ln w="12700" cap="flat">
              <a:noFill/>
              <a:prstDash val="solid"/>
              <a:miter lim="800000"/>
            </a:ln>
            <a:effectLst>
              <a:outerShdw blurRad="190500" dist="1143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sp>
          <p:nvSpPr>
            <p:cNvPr id="68" name="Freeform 5"/>
            <p:cNvSpPr/>
            <p:nvPr/>
          </p:nvSpPr>
          <p:spPr bwMode="auto">
            <a:xfrm rot="1855731">
              <a:off x="3764581" y="2863367"/>
              <a:ext cx="1264630" cy="1140208"/>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gradFill>
              <a:gsLst>
                <a:gs pos="0">
                  <a:srgbClr val="D3D3D3"/>
                </a:gs>
                <a:gs pos="100000">
                  <a:srgbClr val="F9F9F9"/>
                </a:gs>
              </a:gsLst>
              <a:lin ang="21594000" scaled="0"/>
            </a:gradFill>
            <a:ln w="12700" cap="flat">
              <a:noFill/>
              <a:prstDash val="solid"/>
              <a:miter lim="800000"/>
            </a:ln>
            <a:effectLst>
              <a:outerShdw blurRad="50800" dist="38100" dir="2700000" algn="tl" rotWithShape="0">
                <a:prstClr val="black">
                  <a:alpha val="40000"/>
                </a:prstClr>
              </a:outerShdw>
            </a:effectLst>
          </p:spPr>
          <p:txBody>
            <a:bodyPr vert="horz" wrap="square" lIns="68562" tIns="34281" rIns="68562" bIns="34281" numCol="1" anchor="t" anchorCtr="0" compatLnSpc="1"/>
            <a:lstStyle/>
            <a:p>
              <a:endParaRPr lang="zh-CN" altLang="en-US" sz="1350"/>
            </a:p>
          </p:txBody>
        </p:sp>
      </p:grpSp>
      <p:sp>
        <p:nvSpPr>
          <p:cNvPr id="69" name="Freeform 89"/>
          <p:cNvSpPr>
            <a:spLocks noEditPoints="1"/>
          </p:cNvSpPr>
          <p:nvPr/>
        </p:nvSpPr>
        <p:spPr bwMode="auto">
          <a:xfrm>
            <a:off x="4461193" y="411693"/>
            <a:ext cx="237184" cy="382013"/>
          </a:xfrm>
          <a:custGeom>
            <a:avLst/>
            <a:gdLst>
              <a:gd name="T0" fmla="*/ 70 w 124"/>
              <a:gd name="T1" fmla="*/ 160 h 200"/>
              <a:gd name="T2" fmla="*/ 70 w 124"/>
              <a:gd name="T3" fmla="*/ 184 h 200"/>
              <a:gd name="T4" fmla="*/ 97 w 124"/>
              <a:gd name="T5" fmla="*/ 184 h 200"/>
              <a:gd name="T6" fmla="*/ 97 w 124"/>
              <a:gd name="T7" fmla="*/ 200 h 200"/>
              <a:gd name="T8" fmla="*/ 25 w 124"/>
              <a:gd name="T9" fmla="*/ 200 h 200"/>
              <a:gd name="T10" fmla="*/ 25 w 124"/>
              <a:gd name="T11" fmla="*/ 184 h 200"/>
              <a:gd name="T12" fmla="*/ 53 w 124"/>
              <a:gd name="T13" fmla="*/ 184 h 200"/>
              <a:gd name="T14" fmla="*/ 53 w 124"/>
              <a:gd name="T15" fmla="*/ 160 h 200"/>
              <a:gd name="T16" fmla="*/ 0 w 124"/>
              <a:gd name="T17" fmla="*/ 98 h 200"/>
              <a:gd name="T18" fmla="*/ 0 w 124"/>
              <a:gd name="T19" fmla="*/ 76 h 200"/>
              <a:gd name="T20" fmla="*/ 17 w 124"/>
              <a:gd name="T21" fmla="*/ 76 h 200"/>
              <a:gd name="T22" fmla="*/ 17 w 124"/>
              <a:gd name="T23" fmla="*/ 98 h 200"/>
              <a:gd name="T24" fmla="*/ 30 w 124"/>
              <a:gd name="T25" fmla="*/ 130 h 200"/>
              <a:gd name="T26" fmla="*/ 62 w 124"/>
              <a:gd name="T27" fmla="*/ 144 h 200"/>
              <a:gd name="T28" fmla="*/ 94 w 124"/>
              <a:gd name="T29" fmla="*/ 130 h 200"/>
              <a:gd name="T30" fmla="*/ 105 w 124"/>
              <a:gd name="T31" fmla="*/ 98 h 200"/>
              <a:gd name="T32" fmla="*/ 105 w 124"/>
              <a:gd name="T33" fmla="*/ 76 h 200"/>
              <a:gd name="T34" fmla="*/ 124 w 124"/>
              <a:gd name="T35" fmla="*/ 76 h 200"/>
              <a:gd name="T36" fmla="*/ 124 w 124"/>
              <a:gd name="T37" fmla="*/ 98 h 200"/>
              <a:gd name="T38" fmla="*/ 70 w 124"/>
              <a:gd name="T39" fmla="*/ 160 h 200"/>
              <a:gd name="T40" fmla="*/ 63 w 124"/>
              <a:gd name="T41" fmla="*/ 132 h 200"/>
              <a:gd name="T42" fmla="*/ 29 w 124"/>
              <a:gd name="T43" fmla="*/ 97 h 200"/>
              <a:gd name="T44" fmla="*/ 29 w 124"/>
              <a:gd name="T45" fmla="*/ 88 h 200"/>
              <a:gd name="T46" fmla="*/ 77 w 124"/>
              <a:gd name="T47" fmla="*/ 88 h 200"/>
              <a:gd name="T48" fmla="*/ 77 w 124"/>
              <a:gd name="T49" fmla="*/ 80 h 200"/>
              <a:gd name="T50" fmla="*/ 29 w 124"/>
              <a:gd name="T51" fmla="*/ 80 h 200"/>
              <a:gd name="T52" fmla="*/ 29 w 124"/>
              <a:gd name="T53" fmla="*/ 64 h 200"/>
              <a:gd name="T54" fmla="*/ 77 w 124"/>
              <a:gd name="T55" fmla="*/ 64 h 200"/>
              <a:gd name="T56" fmla="*/ 77 w 124"/>
              <a:gd name="T57" fmla="*/ 56 h 200"/>
              <a:gd name="T58" fmla="*/ 29 w 124"/>
              <a:gd name="T59" fmla="*/ 56 h 200"/>
              <a:gd name="T60" fmla="*/ 29 w 124"/>
              <a:gd name="T61" fmla="*/ 44 h 200"/>
              <a:gd name="T62" fmla="*/ 77 w 124"/>
              <a:gd name="T63" fmla="*/ 44 h 200"/>
              <a:gd name="T64" fmla="*/ 77 w 124"/>
              <a:gd name="T65" fmla="*/ 36 h 200"/>
              <a:gd name="T66" fmla="*/ 29 w 124"/>
              <a:gd name="T67" fmla="*/ 36 h 200"/>
              <a:gd name="T68" fmla="*/ 63 w 124"/>
              <a:gd name="T69" fmla="*/ 0 h 200"/>
              <a:gd name="T70" fmla="*/ 97 w 124"/>
              <a:gd name="T71" fmla="*/ 36 h 200"/>
              <a:gd name="T72" fmla="*/ 97 w 124"/>
              <a:gd name="T73" fmla="*/ 97 h 200"/>
              <a:gd name="T74" fmla="*/ 63 w 124"/>
              <a:gd name="T75" fmla="*/ 132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24" h="200">
                <a:moveTo>
                  <a:pt x="70" y="160"/>
                </a:moveTo>
                <a:cubicBezTo>
                  <a:pt x="70" y="184"/>
                  <a:pt x="70" y="184"/>
                  <a:pt x="70" y="184"/>
                </a:cubicBezTo>
                <a:cubicBezTo>
                  <a:pt x="97" y="184"/>
                  <a:pt x="97" y="184"/>
                  <a:pt x="97" y="184"/>
                </a:cubicBezTo>
                <a:cubicBezTo>
                  <a:pt x="97" y="200"/>
                  <a:pt x="97" y="200"/>
                  <a:pt x="97" y="200"/>
                </a:cubicBezTo>
                <a:cubicBezTo>
                  <a:pt x="25" y="200"/>
                  <a:pt x="25" y="200"/>
                  <a:pt x="25" y="200"/>
                </a:cubicBezTo>
                <a:cubicBezTo>
                  <a:pt x="25" y="184"/>
                  <a:pt x="25" y="184"/>
                  <a:pt x="25" y="184"/>
                </a:cubicBezTo>
                <a:cubicBezTo>
                  <a:pt x="53" y="184"/>
                  <a:pt x="53" y="184"/>
                  <a:pt x="53" y="184"/>
                </a:cubicBezTo>
                <a:cubicBezTo>
                  <a:pt x="53" y="160"/>
                  <a:pt x="53" y="160"/>
                  <a:pt x="53" y="160"/>
                </a:cubicBezTo>
                <a:cubicBezTo>
                  <a:pt x="23" y="156"/>
                  <a:pt x="0" y="130"/>
                  <a:pt x="0" y="98"/>
                </a:cubicBezTo>
                <a:cubicBezTo>
                  <a:pt x="0" y="76"/>
                  <a:pt x="0" y="76"/>
                  <a:pt x="0" y="76"/>
                </a:cubicBezTo>
                <a:cubicBezTo>
                  <a:pt x="17" y="76"/>
                  <a:pt x="17" y="76"/>
                  <a:pt x="17" y="76"/>
                </a:cubicBezTo>
                <a:cubicBezTo>
                  <a:pt x="17" y="98"/>
                  <a:pt x="17" y="98"/>
                  <a:pt x="17" y="98"/>
                </a:cubicBezTo>
                <a:cubicBezTo>
                  <a:pt x="17" y="111"/>
                  <a:pt x="22" y="122"/>
                  <a:pt x="30" y="130"/>
                </a:cubicBezTo>
                <a:cubicBezTo>
                  <a:pt x="38" y="139"/>
                  <a:pt x="49" y="144"/>
                  <a:pt x="62" y="144"/>
                </a:cubicBezTo>
                <a:cubicBezTo>
                  <a:pt x="75" y="144"/>
                  <a:pt x="86" y="139"/>
                  <a:pt x="94" y="130"/>
                </a:cubicBezTo>
                <a:cubicBezTo>
                  <a:pt x="102" y="122"/>
                  <a:pt x="105" y="111"/>
                  <a:pt x="105" y="98"/>
                </a:cubicBezTo>
                <a:cubicBezTo>
                  <a:pt x="105" y="76"/>
                  <a:pt x="105" y="76"/>
                  <a:pt x="105" y="76"/>
                </a:cubicBezTo>
                <a:cubicBezTo>
                  <a:pt x="124" y="76"/>
                  <a:pt x="124" y="76"/>
                  <a:pt x="124" y="76"/>
                </a:cubicBezTo>
                <a:cubicBezTo>
                  <a:pt x="124" y="98"/>
                  <a:pt x="124" y="98"/>
                  <a:pt x="124" y="98"/>
                </a:cubicBezTo>
                <a:cubicBezTo>
                  <a:pt x="124" y="130"/>
                  <a:pt x="100" y="156"/>
                  <a:pt x="70" y="160"/>
                </a:cubicBezTo>
                <a:close/>
                <a:moveTo>
                  <a:pt x="63" y="132"/>
                </a:moveTo>
                <a:cubicBezTo>
                  <a:pt x="45" y="132"/>
                  <a:pt x="29" y="116"/>
                  <a:pt x="29" y="97"/>
                </a:cubicBezTo>
                <a:cubicBezTo>
                  <a:pt x="29" y="88"/>
                  <a:pt x="29" y="88"/>
                  <a:pt x="29" y="88"/>
                </a:cubicBezTo>
                <a:cubicBezTo>
                  <a:pt x="77" y="88"/>
                  <a:pt x="77" y="88"/>
                  <a:pt x="77" y="88"/>
                </a:cubicBezTo>
                <a:cubicBezTo>
                  <a:pt x="77" y="80"/>
                  <a:pt x="77" y="80"/>
                  <a:pt x="77" y="80"/>
                </a:cubicBezTo>
                <a:cubicBezTo>
                  <a:pt x="29" y="80"/>
                  <a:pt x="29" y="80"/>
                  <a:pt x="29" y="80"/>
                </a:cubicBezTo>
                <a:cubicBezTo>
                  <a:pt x="29" y="64"/>
                  <a:pt x="29" y="64"/>
                  <a:pt x="29" y="64"/>
                </a:cubicBezTo>
                <a:cubicBezTo>
                  <a:pt x="77" y="64"/>
                  <a:pt x="77" y="64"/>
                  <a:pt x="77" y="64"/>
                </a:cubicBezTo>
                <a:cubicBezTo>
                  <a:pt x="77" y="56"/>
                  <a:pt x="77" y="56"/>
                  <a:pt x="77" y="56"/>
                </a:cubicBezTo>
                <a:cubicBezTo>
                  <a:pt x="29" y="56"/>
                  <a:pt x="29" y="56"/>
                  <a:pt x="29" y="56"/>
                </a:cubicBezTo>
                <a:cubicBezTo>
                  <a:pt x="29" y="44"/>
                  <a:pt x="29" y="44"/>
                  <a:pt x="29" y="44"/>
                </a:cubicBezTo>
                <a:cubicBezTo>
                  <a:pt x="77" y="44"/>
                  <a:pt x="77" y="44"/>
                  <a:pt x="77" y="44"/>
                </a:cubicBezTo>
                <a:cubicBezTo>
                  <a:pt x="77" y="36"/>
                  <a:pt x="77" y="36"/>
                  <a:pt x="77" y="36"/>
                </a:cubicBezTo>
                <a:cubicBezTo>
                  <a:pt x="29" y="36"/>
                  <a:pt x="29" y="36"/>
                  <a:pt x="29" y="36"/>
                </a:cubicBezTo>
                <a:cubicBezTo>
                  <a:pt x="30" y="17"/>
                  <a:pt x="46" y="0"/>
                  <a:pt x="63" y="0"/>
                </a:cubicBezTo>
                <a:cubicBezTo>
                  <a:pt x="82" y="0"/>
                  <a:pt x="97" y="16"/>
                  <a:pt x="97" y="36"/>
                </a:cubicBezTo>
                <a:cubicBezTo>
                  <a:pt x="97" y="97"/>
                  <a:pt x="97" y="97"/>
                  <a:pt x="97" y="97"/>
                </a:cubicBezTo>
                <a:cubicBezTo>
                  <a:pt x="97" y="116"/>
                  <a:pt x="82" y="132"/>
                  <a:pt x="63" y="132"/>
                </a:cubicBezTo>
                <a:close/>
              </a:path>
            </a:pathLst>
          </a:custGeom>
          <a:solidFill>
            <a:srgbClr val="414455"/>
          </a:solidFill>
          <a:ln>
            <a:noFill/>
          </a:ln>
        </p:spPr>
        <p:txBody>
          <a:bodyPr vert="horz" wrap="square" lIns="68562" tIns="34281" rIns="68562" bIns="34281" numCol="1" anchor="t" anchorCtr="0" compatLnSpc="1"/>
          <a:lstStyle/>
          <a:p>
            <a:endParaRPr lang="zh-CN" altLang="en-US" sz="1350"/>
          </a:p>
        </p:txBody>
      </p:sp>
      <p:sp>
        <p:nvSpPr>
          <p:cNvPr id="70" name="Freeform 5"/>
          <p:cNvSpPr/>
          <p:nvPr/>
        </p:nvSpPr>
        <p:spPr bwMode="auto">
          <a:xfrm rot="1855731">
            <a:off x="4217889" y="276408"/>
            <a:ext cx="723793" cy="652582"/>
          </a:xfrm>
          <a:custGeom>
            <a:avLst/>
            <a:gdLst>
              <a:gd name="T0" fmla="*/ 2151 w 2740"/>
              <a:gd name="T1" fmla="*/ 2315 h 2446"/>
              <a:gd name="T2" fmla="*/ 2055 w 2740"/>
              <a:gd name="T3" fmla="*/ 2410 h 2446"/>
              <a:gd name="T4" fmla="*/ 1918 w 2740"/>
              <a:gd name="T5" fmla="*/ 2445 h 2446"/>
              <a:gd name="T6" fmla="*/ 816 w 2740"/>
              <a:gd name="T7" fmla="*/ 2445 h 2446"/>
              <a:gd name="T8" fmla="*/ 685 w 2740"/>
              <a:gd name="T9" fmla="*/ 2410 h 2446"/>
              <a:gd name="T10" fmla="*/ 589 w 2740"/>
              <a:gd name="T11" fmla="*/ 2314 h 2446"/>
              <a:gd name="T12" fmla="*/ 36 w 2740"/>
              <a:gd name="T13" fmla="*/ 1356 h 2446"/>
              <a:gd name="T14" fmla="*/ 0 w 2740"/>
              <a:gd name="T15" fmla="*/ 1223 h 2446"/>
              <a:gd name="T16" fmla="*/ 36 w 2740"/>
              <a:gd name="T17" fmla="*/ 1089 h 2446"/>
              <a:gd name="T18" fmla="*/ 587 w 2740"/>
              <a:gd name="T19" fmla="*/ 135 h 2446"/>
              <a:gd name="T20" fmla="*/ 685 w 2740"/>
              <a:gd name="T21" fmla="*/ 37 h 2446"/>
              <a:gd name="T22" fmla="*/ 810 w 2740"/>
              <a:gd name="T23" fmla="*/ 1 h 2446"/>
              <a:gd name="T24" fmla="*/ 1916 w 2740"/>
              <a:gd name="T25" fmla="*/ 1 h 2446"/>
              <a:gd name="T26" fmla="*/ 2055 w 2740"/>
              <a:gd name="T27" fmla="*/ 37 h 2446"/>
              <a:gd name="T28" fmla="*/ 2151 w 2740"/>
              <a:gd name="T29" fmla="*/ 132 h 2446"/>
              <a:gd name="T30" fmla="*/ 2702 w 2740"/>
              <a:gd name="T31" fmla="*/ 1086 h 2446"/>
              <a:gd name="T32" fmla="*/ 2740 w 2740"/>
              <a:gd name="T33" fmla="*/ 1223 h 2446"/>
              <a:gd name="T34" fmla="*/ 2701 w 2740"/>
              <a:gd name="T35" fmla="*/ 1361 h 2446"/>
              <a:gd name="T36" fmla="*/ 2151 w 2740"/>
              <a:gd name="T37" fmla="*/ 2315 h 24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740" h="2446">
                <a:moveTo>
                  <a:pt x="2151" y="2315"/>
                </a:moveTo>
                <a:cubicBezTo>
                  <a:pt x="2128" y="2353"/>
                  <a:pt x="2096" y="2386"/>
                  <a:pt x="2055" y="2410"/>
                </a:cubicBezTo>
                <a:cubicBezTo>
                  <a:pt x="2012" y="2435"/>
                  <a:pt x="1965" y="2446"/>
                  <a:pt x="1918" y="2445"/>
                </a:cubicBezTo>
                <a:lnTo>
                  <a:pt x="816" y="2445"/>
                </a:lnTo>
                <a:cubicBezTo>
                  <a:pt x="772" y="2445"/>
                  <a:pt x="726" y="2434"/>
                  <a:pt x="685" y="2410"/>
                </a:cubicBezTo>
                <a:cubicBezTo>
                  <a:pt x="644" y="2386"/>
                  <a:pt x="611" y="2353"/>
                  <a:pt x="589" y="2314"/>
                </a:cubicBezTo>
                <a:lnTo>
                  <a:pt x="36" y="1356"/>
                </a:lnTo>
                <a:cubicBezTo>
                  <a:pt x="13" y="1317"/>
                  <a:pt x="0" y="1272"/>
                  <a:pt x="0" y="1223"/>
                </a:cubicBezTo>
                <a:cubicBezTo>
                  <a:pt x="0" y="1174"/>
                  <a:pt x="13" y="1129"/>
                  <a:pt x="36" y="1089"/>
                </a:cubicBezTo>
                <a:lnTo>
                  <a:pt x="587" y="135"/>
                </a:lnTo>
                <a:cubicBezTo>
                  <a:pt x="610" y="96"/>
                  <a:pt x="643" y="61"/>
                  <a:pt x="685" y="37"/>
                </a:cubicBezTo>
                <a:cubicBezTo>
                  <a:pt x="724" y="14"/>
                  <a:pt x="767" y="2"/>
                  <a:pt x="810" y="1"/>
                </a:cubicBezTo>
                <a:lnTo>
                  <a:pt x="1916" y="1"/>
                </a:lnTo>
                <a:cubicBezTo>
                  <a:pt x="1963" y="0"/>
                  <a:pt x="2011" y="11"/>
                  <a:pt x="2055" y="37"/>
                </a:cubicBezTo>
                <a:cubicBezTo>
                  <a:pt x="2096" y="60"/>
                  <a:pt x="2129" y="93"/>
                  <a:pt x="2151" y="132"/>
                </a:cubicBezTo>
                <a:lnTo>
                  <a:pt x="2702" y="1086"/>
                </a:lnTo>
                <a:cubicBezTo>
                  <a:pt x="2726" y="1126"/>
                  <a:pt x="2740" y="1173"/>
                  <a:pt x="2740" y="1223"/>
                </a:cubicBezTo>
                <a:cubicBezTo>
                  <a:pt x="2740" y="1274"/>
                  <a:pt x="2726" y="1321"/>
                  <a:pt x="2701" y="1361"/>
                </a:cubicBezTo>
                <a:lnTo>
                  <a:pt x="2151" y="2315"/>
                </a:lnTo>
                <a:close/>
              </a:path>
            </a:pathLst>
          </a:custGeom>
          <a:noFill/>
          <a:ln w="9525" cap="flat">
            <a:solidFill>
              <a:srgbClr val="414455"/>
            </a:solidFill>
            <a:prstDash val="sysDash"/>
            <a:miter lim="800000"/>
          </a:ln>
          <a:effectLst/>
        </p:spPr>
        <p:txBody>
          <a:bodyPr vert="horz" wrap="square" lIns="68562" tIns="34281" rIns="68562" bIns="34281" numCol="1" anchor="t" anchorCtr="0" compatLnSpc="1"/>
          <a:lstStyle/>
          <a:p>
            <a:endParaRPr lang="zh-CN" altLang="en-US" sz="1350"/>
          </a:p>
        </p:txBody>
      </p:sp>
      <p:sp>
        <p:nvSpPr>
          <p:cNvPr id="48" name="TextBox 7">
            <a:extLst>
              <a:ext uri="{FF2B5EF4-FFF2-40B4-BE49-F238E27FC236}">
                <a16:creationId xmlns:a16="http://schemas.microsoft.com/office/drawing/2014/main" id="{C51B9A65-FA32-4A4F-83DC-821574E50DE1}"/>
              </a:ext>
            </a:extLst>
          </p:cNvPr>
          <p:cNvSpPr>
            <a:spLocks noChangeArrowheads="1"/>
          </p:cNvSpPr>
          <p:nvPr/>
        </p:nvSpPr>
        <p:spPr bwMode="auto">
          <a:xfrm>
            <a:off x="610662" y="4215862"/>
            <a:ext cx="7938243" cy="553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6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经济效益、社会效益与风险效益分析</a:t>
            </a:r>
          </a:p>
        </p:txBody>
      </p:sp>
    </p:spTree>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66"/>
                                        </p:tgtEl>
                                        <p:attrNameLst>
                                          <p:attrName>style.visibility</p:attrName>
                                        </p:attrNameLst>
                                      </p:cBhvr>
                                      <p:to>
                                        <p:strVal val="visible"/>
                                      </p:to>
                                    </p:set>
                                    <p:anim calcmode="lin" valueType="num">
                                      <p:cBhvr>
                                        <p:cTn id="7" dur="500" fill="hold"/>
                                        <p:tgtEl>
                                          <p:spTgt spid="66"/>
                                        </p:tgtEl>
                                        <p:attrNameLst>
                                          <p:attrName>ppt_w</p:attrName>
                                        </p:attrNameLst>
                                      </p:cBhvr>
                                      <p:tavLst>
                                        <p:tav tm="0">
                                          <p:val>
                                            <p:fltVal val="0"/>
                                          </p:val>
                                        </p:tav>
                                        <p:tav tm="100000">
                                          <p:val>
                                            <p:strVal val="#ppt_w"/>
                                          </p:val>
                                        </p:tav>
                                      </p:tavLst>
                                    </p:anim>
                                    <p:anim calcmode="lin" valueType="num">
                                      <p:cBhvr>
                                        <p:cTn id="8" dur="500" fill="hold"/>
                                        <p:tgtEl>
                                          <p:spTgt spid="66"/>
                                        </p:tgtEl>
                                        <p:attrNameLst>
                                          <p:attrName>ppt_h</p:attrName>
                                        </p:attrNameLst>
                                      </p:cBhvr>
                                      <p:tavLst>
                                        <p:tav tm="0">
                                          <p:val>
                                            <p:fltVal val="0"/>
                                          </p:val>
                                        </p:tav>
                                        <p:tav tm="100000">
                                          <p:val>
                                            <p:strVal val="#ppt_h"/>
                                          </p:val>
                                        </p:tav>
                                      </p:tavLst>
                                    </p:anim>
                                    <p:animEffect transition="in" filter="fade">
                                      <p:cBhvr>
                                        <p:cTn id="9" dur="500"/>
                                        <p:tgtEl>
                                          <p:spTgt spid="66"/>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70"/>
                                        </p:tgtEl>
                                        <p:attrNameLst>
                                          <p:attrName>style.visibility</p:attrName>
                                        </p:attrNameLst>
                                      </p:cBhvr>
                                      <p:to>
                                        <p:strVal val="visible"/>
                                      </p:to>
                                    </p:set>
                                    <p:anim calcmode="lin" valueType="num">
                                      <p:cBhvr>
                                        <p:cTn id="12" dur="500" fill="hold"/>
                                        <p:tgtEl>
                                          <p:spTgt spid="70"/>
                                        </p:tgtEl>
                                        <p:attrNameLst>
                                          <p:attrName>ppt_w</p:attrName>
                                        </p:attrNameLst>
                                      </p:cBhvr>
                                      <p:tavLst>
                                        <p:tav tm="0">
                                          <p:val>
                                            <p:fltVal val="0"/>
                                          </p:val>
                                        </p:tav>
                                        <p:tav tm="100000">
                                          <p:val>
                                            <p:strVal val="#ppt_w"/>
                                          </p:val>
                                        </p:tav>
                                      </p:tavLst>
                                    </p:anim>
                                    <p:anim calcmode="lin" valueType="num">
                                      <p:cBhvr>
                                        <p:cTn id="13" dur="500" fill="hold"/>
                                        <p:tgtEl>
                                          <p:spTgt spid="70"/>
                                        </p:tgtEl>
                                        <p:attrNameLst>
                                          <p:attrName>ppt_h</p:attrName>
                                        </p:attrNameLst>
                                      </p:cBhvr>
                                      <p:tavLst>
                                        <p:tav tm="0">
                                          <p:val>
                                            <p:fltVal val="0"/>
                                          </p:val>
                                        </p:tav>
                                        <p:tav tm="100000">
                                          <p:val>
                                            <p:strVal val="#ppt_h"/>
                                          </p:val>
                                        </p:tav>
                                      </p:tavLst>
                                    </p:anim>
                                    <p:animEffect transition="in" filter="fade">
                                      <p:cBhvr>
                                        <p:cTn id="14" dur="500"/>
                                        <p:tgtEl>
                                          <p:spTgt spid="70"/>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69"/>
                                        </p:tgtEl>
                                        <p:attrNameLst>
                                          <p:attrName>style.visibility</p:attrName>
                                        </p:attrNameLst>
                                      </p:cBhvr>
                                      <p:to>
                                        <p:strVal val="visible"/>
                                      </p:to>
                                    </p:set>
                                    <p:anim calcmode="lin" valueType="num">
                                      <p:cBhvr>
                                        <p:cTn id="17" dur="500" fill="hold"/>
                                        <p:tgtEl>
                                          <p:spTgt spid="69"/>
                                        </p:tgtEl>
                                        <p:attrNameLst>
                                          <p:attrName>ppt_w</p:attrName>
                                        </p:attrNameLst>
                                      </p:cBhvr>
                                      <p:tavLst>
                                        <p:tav tm="0">
                                          <p:val>
                                            <p:fltVal val="0"/>
                                          </p:val>
                                        </p:tav>
                                        <p:tav tm="100000">
                                          <p:val>
                                            <p:strVal val="#ppt_w"/>
                                          </p:val>
                                        </p:tav>
                                      </p:tavLst>
                                    </p:anim>
                                    <p:anim calcmode="lin" valueType="num">
                                      <p:cBhvr>
                                        <p:cTn id="18" dur="500" fill="hold"/>
                                        <p:tgtEl>
                                          <p:spTgt spid="69"/>
                                        </p:tgtEl>
                                        <p:attrNameLst>
                                          <p:attrName>ppt_h</p:attrName>
                                        </p:attrNameLst>
                                      </p:cBhvr>
                                      <p:tavLst>
                                        <p:tav tm="0">
                                          <p:val>
                                            <p:fltVal val="0"/>
                                          </p:val>
                                        </p:tav>
                                        <p:tav tm="100000">
                                          <p:val>
                                            <p:strVal val="#ppt_h"/>
                                          </p:val>
                                        </p:tav>
                                      </p:tavLst>
                                    </p:anim>
                                    <p:animEffect transition="in" filter="fade">
                                      <p:cBhvr>
                                        <p:cTn id="19" dur="500"/>
                                        <p:tgtEl>
                                          <p:spTgt spid="69"/>
                                        </p:tgtEl>
                                      </p:cBhvr>
                                    </p:animEffect>
                                  </p:childTnLst>
                                </p:cTn>
                              </p:par>
                            </p:childTnLst>
                          </p:cTn>
                        </p:par>
                        <p:par>
                          <p:cTn id="20" fill="hold">
                            <p:stCondLst>
                              <p:cond delay="500"/>
                            </p:stCondLst>
                            <p:childTnLst>
                              <p:par>
                                <p:cTn id="21" presetID="16" presetClass="entr" presetSubtype="37" fill="hold" grpId="0" nodeType="after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arn(outVertical)">
                                      <p:cBhvr>
                                        <p:cTn id="23" dur="500"/>
                                        <p:tgtEl>
                                          <p:spTgt spid="8"/>
                                        </p:tgtEl>
                                      </p:cBhvr>
                                    </p:animEffect>
                                  </p:childTnLst>
                                </p:cTn>
                              </p:par>
                            </p:childTnLst>
                          </p:cTn>
                        </p:par>
                        <p:par>
                          <p:cTn id="24" fill="hold">
                            <p:stCondLst>
                              <p:cond delay="1000"/>
                            </p:stCondLst>
                            <p:childTnLst>
                              <p:par>
                                <p:cTn id="25" presetID="2" presetClass="entr" presetSubtype="4" fill="hold" grpId="0" nodeType="afterEffect">
                                  <p:stCondLst>
                                    <p:cond delay="0"/>
                                  </p:stCondLst>
                                  <p:childTnLst>
                                    <p:set>
                                      <p:cBhvr>
                                        <p:cTn id="26" dur="1" fill="hold">
                                          <p:stCondLst>
                                            <p:cond delay="0"/>
                                          </p:stCondLst>
                                        </p:cTn>
                                        <p:tgtEl>
                                          <p:spTgt spid="9"/>
                                        </p:tgtEl>
                                        <p:attrNameLst>
                                          <p:attrName>style.visibility</p:attrName>
                                        </p:attrNameLst>
                                      </p:cBhvr>
                                      <p:to>
                                        <p:strVal val="visible"/>
                                      </p:to>
                                    </p:set>
                                    <p:anim calcmode="lin" valueType="num">
                                      <p:cBhvr additive="base">
                                        <p:cTn id="27" dur="500" fill="hold"/>
                                        <p:tgtEl>
                                          <p:spTgt spid="9"/>
                                        </p:tgtEl>
                                        <p:attrNameLst>
                                          <p:attrName>ppt_x</p:attrName>
                                        </p:attrNameLst>
                                      </p:cBhvr>
                                      <p:tavLst>
                                        <p:tav tm="0">
                                          <p:val>
                                            <p:strVal val="#ppt_x"/>
                                          </p:val>
                                        </p:tav>
                                        <p:tav tm="100000">
                                          <p:val>
                                            <p:strVal val="#ppt_x"/>
                                          </p:val>
                                        </p:tav>
                                      </p:tavLst>
                                    </p:anim>
                                    <p:anim calcmode="lin" valueType="num">
                                      <p:cBhvr additive="base">
                                        <p:cTn id="28" dur="500" fill="hold"/>
                                        <p:tgtEl>
                                          <p:spTgt spid="9"/>
                                        </p:tgtEl>
                                        <p:attrNameLst>
                                          <p:attrName>ppt_y</p:attrName>
                                        </p:attrNameLst>
                                      </p:cBhvr>
                                      <p:tavLst>
                                        <p:tav tm="0">
                                          <p:val>
                                            <p:strVal val="1+#ppt_h/2"/>
                                          </p:val>
                                        </p:tav>
                                        <p:tav tm="100000">
                                          <p:val>
                                            <p:strVal val="#ppt_y"/>
                                          </p:val>
                                        </p:tav>
                                      </p:tavLst>
                                    </p:anim>
                                  </p:childTnLst>
                                </p:cTn>
                              </p:par>
                              <p:par>
                                <p:cTn id="29" presetID="52" presetClass="entr" presetSubtype="0" fill="hold" grpId="0" nodeType="withEffect">
                                  <p:stCondLst>
                                    <p:cond delay="500"/>
                                  </p:stCondLst>
                                  <p:iterate type="lt">
                                    <p:tmPct val="10000"/>
                                  </p:iterate>
                                  <p:childTnLst>
                                    <p:set>
                                      <p:cBhvr>
                                        <p:cTn id="30" dur="1" fill="hold">
                                          <p:stCondLst>
                                            <p:cond delay="0"/>
                                          </p:stCondLst>
                                        </p:cTn>
                                        <p:tgtEl>
                                          <p:spTgt spid="10"/>
                                        </p:tgtEl>
                                        <p:attrNameLst>
                                          <p:attrName>style.visibility</p:attrName>
                                        </p:attrNameLst>
                                      </p:cBhvr>
                                      <p:to>
                                        <p:strVal val="visible"/>
                                      </p:to>
                                    </p:set>
                                    <p:animScale>
                                      <p:cBhvr>
                                        <p:cTn id="31" dur="1000" decel="50000" fill="hold">
                                          <p:stCondLst>
                                            <p:cond delay="0"/>
                                          </p:stCondLst>
                                        </p:cTn>
                                        <p:tgtEl>
                                          <p:spTgt spid="10"/>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2" dur="1000" decel="50000" fill="hold">
                                          <p:stCondLst>
                                            <p:cond delay="0"/>
                                          </p:stCondLst>
                                        </p:cTn>
                                        <p:tgtEl>
                                          <p:spTgt spid="10"/>
                                        </p:tgtEl>
                                        <p:attrNameLst>
                                          <p:attrName>ppt_x</p:attrName>
                                          <p:attrName>ppt_y</p:attrName>
                                        </p:attrNameLst>
                                      </p:cBhvr>
                                    </p:animMotion>
                                    <p:animEffect transition="in" filter="fade">
                                      <p:cBhvr>
                                        <p:cTn id="33" dur="1000"/>
                                        <p:tgtEl>
                                          <p:spTgt spid="10"/>
                                        </p:tgtEl>
                                      </p:cBhvr>
                                    </p:animEffect>
                                  </p:childTnLst>
                                </p:cTn>
                              </p:par>
                              <p:par>
                                <p:cTn id="34" presetID="22" presetClass="entr" presetSubtype="8" fill="hold" nodeType="withEffect">
                                  <p:stCondLst>
                                    <p:cond delay="1000"/>
                                  </p:stCondLst>
                                  <p:childTnLst>
                                    <p:set>
                                      <p:cBhvr>
                                        <p:cTn id="35" dur="1" fill="hold">
                                          <p:stCondLst>
                                            <p:cond delay="0"/>
                                          </p:stCondLst>
                                        </p:cTn>
                                        <p:tgtEl>
                                          <p:spTgt spid="11"/>
                                        </p:tgtEl>
                                        <p:attrNameLst>
                                          <p:attrName>style.visibility</p:attrName>
                                        </p:attrNameLst>
                                      </p:cBhvr>
                                      <p:to>
                                        <p:strVal val="visible"/>
                                      </p:to>
                                    </p:set>
                                    <p:animEffect transition="in" filter="wipe(left)">
                                      <p:cBhvr>
                                        <p:cTn id="36" dur="500"/>
                                        <p:tgtEl>
                                          <p:spTgt spid="11"/>
                                        </p:tgtEl>
                                      </p:cBhvr>
                                    </p:animEffect>
                                  </p:childTnLst>
                                </p:cTn>
                              </p:par>
                              <p:par>
                                <p:cTn id="37" presetID="2" presetClass="entr" presetSubtype="12" fill="hold" nodeType="withEffect">
                                  <p:stCondLst>
                                    <p:cond delay="500"/>
                                  </p:stCondLst>
                                  <p:childTnLst>
                                    <p:set>
                                      <p:cBhvr>
                                        <p:cTn id="38" dur="1" fill="hold">
                                          <p:stCondLst>
                                            <p:cond delay="0"/>
                                          </p:stCondLst>
                                        </p:cTn>
                                        <p:tgtEl>
                                          <p:spTgt spid="15"/>
                                        </p:tgtEl>
                                        <p:attrNameLst>
                                          <p:attrName>style.visibility</p:attrName>
                                        </p:attrNameLst>
                                      </p:cBhvr>
                                      <p:to>
                                        <p:strVal val="visible"/>
                                      </p:to>
                                    </p:set>
                                    <p:anim calcmode="lin" valueType="num">
                                      <p:cBhvr additive="base">
                                        <p:cTn id="39" dur="500" fill="hold"/>
                                        <p:tgtEl>
                                          <p:spTgt spid="15"/>
                                        </p:tgtEl>
                                        <p:attrNameLst>
                                          <p:attrName>ppt_x</p:attrName>
                                        </p:attrNameLst>
                                      </p:cBhvr>
                                      <p:tavLst>
                                        <p:tav tm="0">
                                          <p:val>
                                            <p:strVal val="0-#ppt_w/2"/>
                                          </p:val>
                                        </p:tav>
                                        <p:tav tm="100000">
                                          <p:val>
                                            <p:strVal val="#ppt_x"/>
                                          </p:val>
                                        </p:tav>
                                      </p:tavLst>
                                    </p:anim>
                                    <p:anim calcmode="lin" valueType="num">
                                      <p:cBhvr additive="base">
                                        <p:cTn id="40" dur="500" fill="hold"/>
                                        <p:tgtEl>
                                          <p:spTgt spid="15"/>
                                        </p:tgtEl>
                                        <p:attrNameLst>
                                          <p:attrName>ppt_y</p:attrName>
                                        </p:attrNameLst>
                                      </p:cBhvr>
                                      <p:tavLst>
                                        <p:tav tm="0">
                                          <p:val>
                                            <p:strVal val="1+#ppt_h/2"/>
                                          </p:val>
                                        </p:tav>
                                        <p:tav tm="100000">
                                          <p:val>
                                            <p:strVal val="#ppt_y"/>
                                          </p:val>
                                        </p:tav>
                                      </p:tavLst>
                                    </p:anim>
                                  </p:childTnLst>
                                </p:cTn>
                              </p:par>
                              <p:par>
                                <p:cTn id="41" presetID="45" presetClass="entr" presetSubtype="0" fill="hold" grpId="0" nodeType="withEffect">
                                  <p:stCondLst>
                                    <p:cond delay="100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2000"/>
                                        <p:tgtEl>
                                          <p:spTgt spid="20"/>
                                        </p:tgtEl>
                                      </p:cBhvr>
                                    </p:animEffect>
                                    <p:anim calcmode="lin" valueType="num">
                                      <p:cBhvr>
                                        <p:cTn id="44" dur="2000" fill="hold"/>
                                        <p:tgtEl>
                                          <p:spTgt spid="20"/>
                                        </p:tgtEl>
                                        <p:attrNameLst>
                                          <p:attrName>ppt_w</p:attrName>
                                        </p:attrNameLst>
                                      </p:cBhvr>
                                      <p:tavLst>
                                        <p:tav tm="0" fmla="#ppt_w*sin(2.5*pi*$)">
                                          <p:val>
                                            <p:fltVal val="0"/>
                                          </p:val>
                                        </p:tav>
                                        <p:tav tm="100000">
                                          <p:val>
                                            <p:fltVal val="1"/>
                                          </p:val>
                                        </p:tav>
                                      </p:tavLst>
                                    </p:anim>
                                    <p:anim calcmode="lin" valueType="num">
                                      <p:cBhvr>
                                        <p:cTn id="45" dur="2000" fill="hold"/>
                                        <p:tgtEl>
                                          <p:spTgt spid="20"/>
                                        </p:tgtEl>
                                        <p:attrNameLst>
                                          <p:attrName>ppt_h</p:attrName>
                                        </p:attrNameLst>
                                      </p:cBhvr>
                                      <p:tavLst>
                                        <p:tav tm="0">
                                          <p:val>
                                            <p:strVal val="#ppt_h"/>
                                          </p:val>
                                        </p:tav>
                                        <p:tav tm="100000">
                                          <p:val>
                                            <p:strVal val="#ppt_h"/>
                                          </p:val>
                                        </p:tav>
                                      </p:tavLst>
                                    </p:anim>
                                  </p:childTnLst>
                                </p:cTn>
                              </p:par>
                              <p:par>
                                <p:cTn id="46" presetID="2" presetClass="entr" presetSubtype="12" fill="hold" nodeType="withEffect">
                                  <p:stCondLst>
                                    <p:cond delay="500"/>
                                  </p:stCondLst>
                                  <p:childTnLst>
                                    <p:set>
                                      <p:cBhvr>
                                        <p:cTn id="47" dur="1" fill="hold">
                                          <p:stCondLst>
                                            <p:cond delay="0"/>
                                          </p:stCondLst>
                                        </p:cTn>
                                        <p:tgtEl>
                                          <p:spTgt spid="21"/>
                                        </p:tgtEl>
                                        <p:attrNameLst>
                                          <p:attrName>style.visibility</p:attrName>
                                        </p:attrNameLst>
                                      </p:cBhvr>
                                      <p:to>
                                        <p:strVal val="visible"/>
                                      </p:to>
                                    </p:set>
                                    <p:anim calcmode="lin" valueType="num">
                                      <p:cBhvr additive="base">
                                        <p:cTn id="48" dur="500" fill="hold"/>
                                        <p:tgtEl>
                                          <p:spTgt spid="21"/>
                                        </p:tgtEl>
                                        <p:attrNameLst>
                                          <p:attrName>ppt_x</p:attrName>
                                        </p:attrNameLst>
                                      </p:cBhvr>
                                      <p:tavLst>
                                        <p:tav tm="0">
                                          <p:val>
                                            <p:strVal val="0-#ppt_w/2"/>
                                          </p:val>
                                        </p:tav>
                                        <p:tav tm="100000">
                                          <p:val>
                                            <p:strVal val="#ppt_x"/>
                                          </p:val>
                                        </p:tav>
                                      </p:tavLst>
                                    </p:anim>
                                    <p:anim calcmode="lin" valueType="num">
                                      <p:cBhvr additive="base">
                                        <p:cTn id="49" dur="500" fill="hold"/>
                                        <p:tgtEl>
                                          <p:spTgt spid="21"/>
                                        </p:tgtEl>
                                        <p:attrNameLst>
                                          <p:attrName>ppt_y</p:attrName>
                                        </p:attrNameLst>
                                      </p:cBhvr>
                                      <p:tavLst>
                                        <p:tav tm="0">
                                          <p:val>
                                            <p:strVal val="1+#ppt_h/2"/>
                                          </p:val>
                                        </p:tav>
                                        <p:tav tm="100000">
                                          <p:val>
                                            <p:strVal val="#ppt_y"/>
                                          </p:val>
                                        </p:tav>
                                      </p:tavLst>
                                    </p:anim>
                                  </p:childTnLst>
                                </p:cTn>
                              </p:par>
                              <p:par>
                                <p:cTn id="50" presetID="45" presetClass="entr" presetSubtype="0" fill="hold" grpId="0" nodeType="withEffect">
                                  <p:stCondLst>
                                    <p:cond delay="1000"/>
                                  </p:stCondLst>
                                  <p:childTnLst>
                                    <p:set>
                                      <p:cBhvr>
                                        <p:cTn id="51" dur="1" fill="hold">
                                          <p:stCondLst>
                                            <p:cond delay="0"/>
                                          </p:stCondLst>
                                        </p:cTn>
                                        <p:tgtEl>
                                          <p:spTgt spid="39"/>
                                        </p:tgtEl>
                                        <p:attrNameLst>
                                          <p:attrName>style.visibility</p:attrName>
                                        </p:attrNameLst>
                                      </p:cBhvr>
                                      <p:to>
                                        <p:strVal val="visible"/>
                                      </p:to>
                                    </p:set>
                                    <p:animEffect transition="in" filter="fade">
                                      <p:cBhvr>
                                        <p:cTn id="52" dur="2000"/>
                                        <p:tgtEl>
                                          <p:spTgt spid="39"/>
                                        </p:tgtEl>
                                      </p:cBhvr>
                                    </p:animEffect>
                                    <p:anim calcmode="lin" valueType="num">
                                      <p:cBhvr>
                                        <p:cTn id="53" dur="2000" fill="hold"/>
                                        <p:tgtEl>
                                          <p:spTgt spid="39"/>
                                        </p:tgtEl>
                                        <p:attrNameLst>
                                          <p:attrName>ppt_w</p:attrName>
                                        </p:attrNameLst>
                                      </p:cBhvr>
                                      <p:tavLst>
                                        <p:tav tm="0" fmla="#ppt_w*sin(2.5*pi*$)">
                                          <p:val>
                                            <p:fltVal val="0"/>
                                          </p:val>
                                        </p:tav>
                                        <p:tav tm="100000">
                                          <p:val>
                                            <p:fltVal val="1"/>
                                          </p:val>
                                        </p:tav>
                                      </p:tavLst>
                                    </p:anim>
                                    <p:anim calcmode="lin" valueType="num">
                                      <p:cBhvr>
                                        <p:cTn id="54" dur="2000" fill="hold"/>
                                        <p:tgtEl>
                                          <p:spTgt spid="39"/>
                                        </p:tgtEl>
                                        <p:attrNameLst>
                                          <p:attrName>ppt_h</p:attrName>
                                        </p:attrNameLst>
                                      </p:cBhvr>
                                      <p:tavLst>
                                        <p:tav tm="0">
                                          <p:val>
                                            <p:strVal val="#ppt_h"/>
                                          </p:val>
                                        </p:tav>
                                        <p:tav tm="100000">
                                          <p:val>
                                            <p:strVal val="#ppt_h"/>
                                          </p:val>
                                        </p:tav>
                                      </p:tavLst>
                                    </p:anim>
                                  </p:childTnLst>
                                </p:cTn>
                              </p:par>
                              <p:par>
                                <p:cTn id="55" presetID="2" presetClass="entr" presetSubtype="12" fill="hold" nodeType="withEffect">
                                  <p:stCondLst>
                                    <p:cond delay="500"/>
                                  </p:stCondLst>
                                  <p:childTnLst>
                                    <p:set>
                                      <p:cBhvr>
                                        <p:cTn id="56" dur="1" fill="hold">
                                          <p:stCondLst>
                                            <p:cond delay="0"/>
                                          </p:stCondLst>
                                        </p:cTn>
                                        <p:tgtEl>
                                          <p:spTgt spid="40"/>
                                        </p:tgtEl>
                                        <p:attrNameLst>
                                          <p:attrName>style.visibility</p:attrName>
                                        </p:attrNameLst>
                                      </p:cBhvr>
                                      <p:to>
                                        <p:strVal val="visible"/>
                                      </p:to>
                                    </p:set>
                                    <p:anim calcmode="lin" valueType="num">
                                      <p:cBhvr additive="base">
                                        <p:cTn id="57" dur="500" fill="hold"/>
                                        <p:tgtEl>
                                          <p:spTgt spid="40"/>
                                        </p:tgtEl>
                                        <p:attrNameLst>
                                          <p:attrName>ppt_x</p:attrName>
                                        </p:attrNameLst>
                                      </p:cBhvr>
                                      <p:tavLst>
                                        <p:tav tm="0">
                                          <p:val>
                                            <p:strVal val="0-#ppt_w/2"/>
                                          </p:val>
                                        </p:tav>
                                        <p:tav tm="100000">
                                          <p:val>
                                            <p:strVal val="#ppt_x"/>
                                          </p:val>
                                        </p:tav>
                                      </p:tavLst>
                                    </p:anim>
                                    <p:anim calcmode="lin" valueType="num">
                                      <p:cBhvr additive="base">
                                        <p:cTn id="58" dur="500" fill="hold"/>
                                        <p:tgtEl>
                                          <p:spTgt spid="40"/>
                                        </p:tgtEl>
                                        <p:attrNameLst>
                                          <p:attrName>ppt_y</p:attrName>
                                        </p:attrNameLst>
                                      </p:cBhvr>
                                      <p:tavLst>
                                        <p:tav tm="0">
                                          <p:val>
                                            <p:strVal val="1+#ppt_h/2"/>
                                          </p:val>
                                        </p:tav>
                                        <p:tav tm="100000">
                                          <p:val>
                                            <p:strVal val="#ppt_y"/>
                                          </p:val>
                                        </p:tav>
                                      </p:tavLst>
                                    </p:anim>
                                  </p:childTnLst>
                                </p:cTn>
                              </p:par>
                              <p:par>
                                <p:cTn id="59" presetID="2" presetClass="entr" presetSubtype="12" fill="hold" nodeType="withEffect">
                                  <p:stCondLst>
                                    <p:cond delay="500"/>
                                  </p:stCondLst>
                                  <p:childTnLst>
                                    <p:set>
                                      <p:cBhvr>
                                        <p:cTn id="60" dur="1" fill="hold">
                                          <p:stCondLst>
                                            <p:cond delay="0"/>
                                          </p:stCondLst>
                                        </p:cTn>
                                        <p:tgtEl>
                                          <p:spTgt spid="45"/>
                                        </p:tgtEl>
                                        <p:attrNameLst>
                                          <p:attrName>style.visibility</p:attrName>
                                        </p:attrNameLst>
                                      </p:cBhvr>
                                      <p:to>
                                        <p:strVal val="visible"/>
                                      </p:to>
                                    </p:set>
                                    <p:anim calcmode="lin" valueType="num">
                                      <p:cBhvr additive="base">
                                        <p:cTn id="61" dur="500" fill="hold"/>
                                        <p:tgtEl>
                                          <p:spTgt spid="45"/>
                                        </p:tgtEl>
                                        <p:attrNameLst>
                                          <p:attrName>ppt_x</p:attrName>
                                        </p:attrNameLst>
                                      </p:cBhvr>
                                      <p:tavLst>
                                        <p:tav tm="0">
                                          <p:val>
                                            <p:strVal val="0-#ppt_w/2"/>
                                          </p:val>
                                        </p:tav>
                                        <p:tav tm="100000">
                                          <p:val>
                                            <p:strVal val="#ppt_x"/>
                                          </p:val>
                                        </p:tav>
                                      </p:tavLst>
                                    </p:anim>
                                    <p:anim calcmode="lin" valueType="num">
                                      <p:cBhvr additive="base">
                                        <p:cTn id="62" dur="500" fill="hold"/>
                                        <p:tgtEl>
                                          <p:spTgt spid="45"/>
                                        </p:tgtEl>
                                        <p:attrNameLst>
                                          <p:attrName>ppt_y</p:attrName>
                                        </p:attrNameLst>
                                      </p:cBhvr>
                                      <p:tavLst>
                                        <p:tav tm="0">
                                          <p:val>
                                            <p:strVal val="1+#ppt_h/2"/>
                                          </p:val>
                                        </p:tav>
                                        <p:tav tm="100000">
                                          <p:val>
                                            <p:strVal val="#ppt_y"/>
                                          </p:val>
                                        </p:tav>
                                      </p:tavLst>
                                    </p:anim>
                                  </p:childTnLst>
                                </p:cTn>
                              </p:par>
                              <p:par>
                                <p:cTn id="63" presetID="2" presetClass="entr" presetSubtype="12" fill="hold" nodeType="withEffect">
                                  <p:stCondLst>
                                    <p:cond delay="500"/>
                                  </p:stCondLst>
                                  <p:childTnLst>
                                    <p:set>
                                      <p:cBhvr>
                                        <p:cTn id="64" dur="1" fill="hold">
                                          <p:stCondLst>
                                            <p:cond delay="0"/>
                                          </p:stCondLst>
                                        </p:cTn>
                                        <p:tgtEl>
                                          <p:spTgt spid="55"/>
                                        </p:tgtEl>
                                        <p:attrNameLst>
                                          <p:attrName>style.visibility</p:attrName>
                                        </p:attrNameLst>
                                      </p:cBhvr>
                                      <p:to>
                                        <p:strVal val="visible"/>
                                      </p:to>
                                    </p:set>
                                    <p:anim calcmode="lin" valueType="num">
                                      <p:cBhvr additive="base">
                                        <p:cTn id="65" dur="500" fill="hold"/>
                                        <p:tgtEl>
                                          <p:spTgt spid="55"/>
                                        </p:tgtEl>
                                        <p:attrNameLst>
                                          <p:attrName>ppt_x</p:attrName>
                                        </p:attrNameLst>
                                      </p:cBhvr>
                                      <p:tavLst>
                                        <p:tav tm="0">
                                          <p:val>
                                            <p:strVal val="0-#ppt_w/2"/>
                                          </p:val>
                                        </p:tav>
                                        <p:tav tm="100000">
                                          <p:val>
                                            <p:strVal val="#ppt_x"/>
                                          </p:val>
                                        </p:tav>
                                      </p:tavLst>
                                    </p:anim>
                                    <p:anim calcmode="lin" valueType="num">
                                      <p:cBhvr additive="base">
                                        <p:cTn id="66" dur="500" fill="hold"/>
                                        <p:tgtEl>
                                          <p:spTgt spid="55"/>
                                        </p:tgtEl>
                                        <p:attrNameLst>
                                          <p:attrName>ppt_y</p:attrName>
                                        </p:attrNameLst>
                                      </p:cBhvr>
                                      <p:tavLst>
                                        <p:tav tm="0">
                                          <p:val>
                                            <p:strVal val="1+#ppt_h/2"/>
                                          </p:val>
                                        </p:tav>
                                        <p:tav tm="100000">
                                          <p:val>
                                            <p:strVal val="#ppt_y"/>
                                          </p:val>
                                        </p:tav>
                                      </p:tavLst>
                                    </p:anim>
                                  </p:childTnLst>
                                </p:cTn>
                              </p:par>
                              <p:par>
                                <p:cTn id="67" presetID="45" presetClass="entr" presetSubtype="0" fill="hold" nodeType="withEffect">
                                  <p:stCondLst>
                                    <p:cond delay="1000"/>
                                  </p:stCondLst>
                                  <p:childTnLst>
                                    <p:set>
                                      <p:cBhvr>
                                        <p:cTn id="68" dur="1" fill="hold">
                                          <p:stCondLst>
                                            <p:cond delay="0"/>
                                          </p:stCondLst>
                                        </p:cTn>
                                        <p:tgtEl>
                                          <p:spTgt spid="60"/>
                                        </p:tgtEl>
                                        <p:attrNameLst>
                                          <p:attrName>style.visibility</p:attrName>
                                        </p:attrNameLst>
                                      </p:cBhvr>
                                      <p:to>
                                        <p:strVal val="visible"/>
                                      </p:to>
                                    </p:set>
                                    <p:animEffect transition="in" filter="fade">
                                      <p:cBhvr>
                                        <p:cTn id="69" dur="2000"/>
                                        <p:tgtEl>
                                          <p:spTgt spid="60"/>
                                        </p:tgtEl>
                                      </p:cBhvr>
                                    </p:animEffect>
                                    <p:anim calcmode="lin" valueType="num">
                                      <p:cBhvr>
                                        <p:cTn id="70" dur="2000" fill="hold"/>
                                        <p:tgtEl>
                                          <p:spTgt spid="60"/>
                                        </p:tgtEl>
                                        <p:attrNameLst>
                                          <p:attrName>ppt_w</p:attrName>
                                        </p:attrNameLst>
                                      </p:cBhvr>
                                      <p:tavLst>
                                        <p:tav tm="0" fmla="#ppt_w*sin(2.5*pi*$)">
                                          <p:val>
                                            <p:fltVal val="0"/>
                                          </p:val>
                                        </p:tav>
                                        <p:tav tm="100000">
                                          <p:val>
                                            <p:fltVal val="1"/>
                                          </p:val>
                                        </p:tav>
                                      </p:tavLst>
                                    </p:anim>
                                    <p:anim calcmode="lin" valueType="num">
                                      <p:cBhvr>
                                        <p:cTn id="71" dur="2000" fill="hold"/>
                                        <p:tgtEl>
                                          <p:spTgt spid="60"/>
                                        </p:tgtEl>
                                        <p:attrNameLst>
                                          <p:attrName>ppt_h</p:attrName>
                                        </p:attrNameLst>
                                      </p:cBhvr>
                                      <p:tavLst>
                                        <p:tav tm="0">
                                          <p:val>
                                            <p:strVal val="#ppt_h"/>
                                          </p:val>
                                        </p:tav>
                                        <p:tav tm="100000">
                                          <p:val>
                                            <p:strVal val="#ppt_h"/>
                                          </p:val>
                                        </p:tav>
                                      </p:tavLst>
                                    </p:anim>
                                  </p:childTnLst>
                                </p:cTn>
                              </p:par>
                              <p:par>
                                <p:cTn id="72" presetID="45" presetClass="entr" presetSubtype="0" fill="hold" grpId="0" nodeType="withEffect">
                                  <p:stCondLst>
                                    <p:cond delay="1000"/>
                                  </p:stCondLst>
                                  <p:childTnLst>
                                    <p:set>
                                      <p:cBhvr>
                                        <p:cTn id="73" dur="1" fill="hold">
                                          <p:stCondLst>
                                            <p:cond delay="0"/>
                                          </p:stCondLst>
                                        </p:cTn>
                                        <p:tgtEl>
                                          <p:spTgt spid="64"/>
                                        </p:tgtEl>
                                        <p:attrNameLst>
                                          <p:attrName>style.visibility</p:attrName>
                                        </p:attrNameLst>
                                      </p:cBhvr>
                                      <p:to>
                                        <p:strVal val="visible"/>
                                      </p:to>
                                    </p:set>
                                    <p:animEffect transition="in" filter="fade">
                                      <p:cBhvr>
                                        <p:cTn id="74" dur="2000"/>
                                        <p:tgtEl>
                                          <p:spTgt spid="64"/>
                                        </p:tgtEl>
                                      </p:cBhvr>
                                    </p:animEffect>
                                    <p:anim calcmode="lin" valueType="num">
                                      <p:cBhvr>
                                        <p:cTn id="75" dur="2000" fill="hold"/>
                                        <p:tgtEl>
                                          <p:spTgt spid="64"/>
                                        </p:tgtEl>
                                        <p:attrNameLst>
                                          <p:attrName>ppt_w</p:attrName>
                                        </p:attrNameLst>
                                      </p:cBhvr>
                                      <p:tavLst>
                                        <p:tav tm="0" fmla="#ppt_w*sin(2.5*pi*$)">
                                          <p:val>
                                            <p:fltVal val="0"/>
                                          </p:val>
                                        </p:tav>
                                        <p:tav tm="100000">
                                          <p:val>
                                            <p:fltVal val="1"/>
                                          </p:val>
                                        </p:tav>
                                      </p:tavLst>
                                    </p:anim>
                                    <p:anim calcmode="lin" valueType="num">
                                      <p:cBhvr>
                                        <p:cTn id="76" dur="2000" fill="hold"/>
                                        <p:tgtEl>
                                          <p:spTgt spid="64"/>
                                        </p:tgtEl>
                                        <p:attrNameLst>
                                          <p:attrName>ppt_h</p:attrName>
                                        </p:attrNameLst>
                                      </p:cBhvr>
                                      <p:tavLst>
                                        <p:tav tm="0">
                                          <p:val>
                                            <p:strVal val="#ppt_h"/>
                                          </p:val>
                                        </p:tav>
                                        <p:tav tm="100000">
                                          <p:val>
                                            <p:strVal val="#ppt_h"/>
                                          </p:val>
                                        </p:tav>
                                      </p:tavLst>
                                    </p:anim>
                                  </p:childTnLst>
                                </p:cTn>
                              </p:par>
                              <p:par>
                                <p:cTn id="77" presetID="45" presetClass="entr" presetSubtype="0" fill="hold" grpId="0" nodeType="withEffect">
                                  <p:stCondLst>
                                    <p:cond delay="1000"/>
                                  </p:stCondLst>
                                  <p:childTnLst>
                                    <p:set>
                                      <p:cBhvr>
                                        <p:cTn id="78" dur="1" fill="hold">
                                          <p:stCondLst>
                                            <p:cond delay="0"/>
                                          </p:stCondLst>
                                        </p:cTn>
                                        <p:tgtEl>
                                          <p:spTgt spid="65"/>
                                        </p:tgtEl>
                                        <p:attrNameLst>
                                          <p:attrName>style.visibility</p:attrName>
                                        </p:attrNameLst>
                                      </p:cBhvr>
                                      <p:to>
                                        <p:strVal val="visible"/>
                                      </p:to>
                                    </p:set>
                                    <p:animEffect transition="in" filter="fade">
                                      <p:cBhvr>
                                        <p:cTn id="79" dur="2000"/>
                                        <p:tgtEl>
                                          <p:spTgt spid="65"/>
                                        </p:tgtEl>
                                      </p:cBhvr>
                                    </p:animEffect>
                                    <p:anim calcmode="lin" valueType="num">
                                      <p:cBhvr>
                                        <p:cTn id="80" dur="2000" fill="hold"/>
                                        <p:tgtEl>
                                          <p:spTgt spid="65"/>
                                        </p:tgtEl>
                                        <p:attrNameLst>
                                          <p:attrName>ppt_w</p:attrName>
                                        </p:attrNameLst>
                                      </p:cBhvr>
                                      <p:tavLst>
                                        <p:tav tm="0" fmla="#ppt_w*sin(2.5*pi*$)">
                                          <p:val>
                                            <p:fltVal val="0"/>
                                          </p:val>
                                        </p:tav>
                                        <p:tav tm="100000">
                                          <p:val>
                                            <p:fltVal val="1"/>
                                          </p:val>
                                        </p:tav>
                                      </p:tavLst>
                                    </p:anim>
                                    <p:anim calcmode="lin" valueType="num">
                                      <p:cBhvr>
                                        <p:cTn id="81" dur="2000" fill="hold"/>
                                        <p:tgtEl>
                                          <p:spTgt spid="65"/>
                                        </p:tgtEl>
                                        <p:attrNameLst>
                                          <p:attrName>ppt_h</p:attrName>
                                        </p:attrNameLst>
                                      </p:cBhvr>
                                      <p:tavLst>
                                        <p:tav tm="0">
                                          <p:val>
                                            <p:strVal val="#ppt_h"/>
                                          </p:val>
                                        </p:tav>
                                        <p:tav tm="100000">
                                          <p:val>
                                            <p:strVal val="#ppt_h"/>
                                          </p:val>
                                        </p:tav>
                                      </p:tavLst>
                                    </p:anim>
                                  </p:childTnLst>
                                </p:cTn>
                              </p:par>
                              <p:par>
                                <p:cTn id="82" presetID="52" presetClass="entr" presetSubtype="0" fill="hold" grpId="0" nodeType="withEffect">
                                  <p:stCondLst>
                                    <p:cond delay="500"/>
                                  </p:stCondLst>
                                  <p:iterate type="lt">
                                    <p:tmPct val="10000"/>
                                  </p:iterate>
                                  <p:childTnLst>
                                    <p:set>
                                      <p:cBhvr>
                                        <p:cTn id="83" dur="1" fill="hold">
                                          <p:stCondLst>
                                            <p:cond delay="0"/>
                                          </p:stCondLst>
                                        </p:cTn>
                                        <p:tgtEl>
                                          <p:spTgt spid="48"/>
                                        </p:tgtEl>
                                        <p:attrNameLst>
                                          <p:attrName>style.visibility</p:attrName>
                                        </p:attrNameLst>
                                      </p:cBhvr>
                                      <p:to>
                                        <p:strVal val="visible"/>
                                      </p:to>
                                    </p:set>
                                    <p:animScale>
                                      <p:cBhvr>
                                        <p:cTn id="84" dur="1000" decel="50000" fill="hold">
                                          <p:stCondLst>
                                            <p:cond delay="0"/>
                                          </p:stCondLst>
                                        </p:cTn>
                                        <p:tgtEl>
                                          <p:spTgt spid="4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85" dur="1000" decel="50000" fill="hold">
                                          <p:stCondLst>
                                            <p:cond delay="0"/>
                                          </p:stCondLst>
                                        </p:cTn>
                                        <p:tgtEl>
                                          <p:spTgt spid="48"/>
                                        </p:tgtEl>
                                        <p:attrNameLst>
                                          <p:attrName>ppt_x</p:attrName>
                                          <p:attrName>ppt_y</p:attrName>
                                        </p:attrNameLst>
                                      </p:cBhvr>
                                    </p:animMotion>
                                    <p:animEffect transition="in" filter="fade">
                                      <p:cBhvr>
                                        <p:cTn id="86" dur="10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bldLvl="0" animBg="1"/>
      <p:bldP spid="10" grpId="0"/>
      <p:bldP spid="20" grpId="0" bldLvl="0" animBg="1"/>
      <p:bldP spid="39" grpId="0" bldLvl="0" animBg="1"/>
      <p:bldP spid="64" grpId="0" bldLvl="0" animBg="1"/>
      <p:bldP spid="65" grpId="0" bldLvl="0" animBg="1"/>
      <p:bldP spid="69" grpId="0" bldLvl="0" animBg="1"/>
      <p:bldP spid="70" grpId="0" bldLvl="0" animBg="1"/>
      <p:bldP spid="48"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20073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软件项目的经济效益、社会效益与风险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软件项目的经济效果评价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软件项目的经济与社会效益分析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软件项目的风险分析与控制 </a:t>
            </a:r>
          </a:p>
        </p:txBody>
      </p:sp>
    </p:spTree>
    <p:extLst>
      <p:ext uri="{BB962C8B-B14F-4D97-AF65-F5344CB8AC3E}">
        <p14:creationId xmlns:p14="http://schemas.microsoft.com/office/powerpoint/2010/main" val="22829404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20073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软件项目的经济效益、社会效益与风险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4.1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软件项目的经济效果评价 </a:t>
            </a:r>
            <a:endPar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软件项目的经济与社会效益分析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软件项目的风险分析与控制 </a:t>
            </a:r>
          </a:p>
        </p:txBody>
      </p:sp>
    </p:spTree>
    <p:extLst>
      <p:ext uri="{BB962C8B-B14F-4D97-AF65-F5344CB8AC3E}">
        <p14:creationId xmlns:p14="http://schemas.microsoft.com/office/powerpoint/2010/main" val="180837369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0452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 </a:t>
            </a:r>
            <a:r>
              <a:rPr lang="zh-CN" altLang="en-US" sz="2400" spc="300" dirty="0">
                <a:latin typeface="微软雅黑" panose="020B0503020204020204" pitchFamily="34" charset="-122"/>
                <a:ea typeface="微软雅黑" panose="020B0503020204020204" pitchFamily="34" charset="-122"/>
              </a:rPr>
              <a:t>软件项目的经济效果评价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5447"/>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4.1.1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软件项目的现金流量及其特征</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项目按投资主体分：依据项目投资方和承建方的关系来区分</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定制型</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市场投放型</a:t>
            </a:r>
          </a:p>
          <a:p>
            <a:pPr marL="800100" lvl="1"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合作型</a:t>
            </a: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例如：现金流量主体为投资方的定制型软件项目</a:t>
            </a:r>
          </a:p>
          <a:p>
            <a:pPr marL="342900" indent="-342900" algn="just">
              <a:lnSpc>
                <a:spcPct val="150000"/>
              </a:lnSpc>
              <a:buFont typeface="Arial" panose="020B0604020202020204" pitchFamily="34" charset="0"/>
              <a:buChar char="•"/>
            </a:pP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注意：画现金流量图首先要确定现金流量主体</a:t>
            </a:r>
          </a:p>
        </p:txBody>
      </p:sp>
      <p:pic>
        <p:nvPicPr>
          <p:cNvPr id="3" name="图片 2">
            <a:extLst>
              <a:ext uri="{FF2B5EF4-FFF2-40B4-BE49-F238E27FC236}">
                <a16:creationId xmlns:a16="http://schemas.microsoft.com/office/drawing/2014/main" id="{1B7AD5E6-D3B3-415A-938A-B680A126A0B6}"/>
              </a:ext>
            </a:extLst>
          </p:cNvPr>
          <p:cNvPicPr>
            <a:picLocks noChangeAspect="1"/>
          </p:cNvPicPr>
          <p:nvPr/>
        </p:nvPicPr>
        <p:blipFill>
          <a:blip r:embed="rId3"/>
          <a:stretch>
            <a:fillRect/>
          </a:stretch>
        </p:blipFill>
        <p:spPr>
          <a:xfrm>
            <a:off x="2164861" y="3435803"/>
            <a:ext cx="4814277" cy="1020577"/>
          </a:xfrm>
          <a:prstGeom prst="rect">
            <a:avLst/>
          </a:prstGeom>
        </p:spPr>
      </p:pic>
    </p:spTree>
    <p:extLst>
      <p:ext uri="{BB962C8B-B14F-4D97-AF65-F5344CB8AC3E}">
        <p14:creationId xmlns:p14="http://schemas.microsoft.com/office/powerpoint/2010/main" val="319609212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80452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 </a:t>
            </a:r>
            <a:r>
              <a:rPr lang="zh-CN" altLang="en-US" sz="2400" spc="300" dirty="0">
                <a:latin typeface="微软雅黑" panose="020B0503020204020204" pitchFamily="34" charset="-122"/>
                <a:ea typeface="微软雅黑" panose="020B0503020204020204" pitchFamily="34" charset="-122"/>
              </a:rPr>
              <a:t>软件项目的经济效果评价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659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latin typeface="华文楷体" panose="02010600040101010101" pitchFamily="2" charset="-122"/>
                <a:ea typeface="华文楷体" panose="02010600040101010101" pitchFamily="2" charset="-122"/>
              </a:rPr>
              <a:t>现金流量法</a:t>
            </a:r>
            <a:endParaRPr lang="en-US" altLang="zh-CN" sz="1700" dirty="0">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单方案评价</a:t>
            </a:r>
            <a:endParaRPr lang="en-US" altLang="zh-CN" dirty="0">
              <a:latin typeface="华文楷体" panose="02010600040101010101" pitchFamily="2" charset="-122"/>
              <a:ea typeface="华文楷体" panose="02010600040101010101" pitchFamily="2" charset="-122"/>
              <a:cs typeface="Times New Roman" panose="02020603050405020304" pitchFamily="18" charset="0"/>
            </a:endParaRPr>
          </a:p>
          <a:p>
            <a:pPr marL="742950" lvl="1" indent="-285750" algn="just">
              <a:lnSpc>
                <a:spcPct val="150000"/>
              </a:lnSpc>
              <a:buFont typeface="Arial" panose="020B0604020202020204" pitchFamily="34" charset="0"/>
              <a:buChar char="•"/>
            </a:pPr>
            <a:r>
              <a:rPr lang="zh-CN" altLang="en-US" dirty="0">
                <a:latin typeface="华文楷体" panose="02010600040101010101" pitchFamily="2" charset="-122"/>
                <a:ea typeface="华文楷体" panose="02010600040101010101" pitchFamily="2" charset="-122"/>
                <a:cs typeface="Times New Roman" panose="02020603050405020304" pitchFamily="18" charset="0"/>
              </a:rPr>
              <a:t>多方案评价</a:t>
            </a: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154786116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4.1.1 </a:t>
            </a:r>
            <a:r>
              <a:rPr lang="zh-CN" altLang="en-US" sz="2400" spc="300" dirty="0">
                <a:latin typeface="微软雅黑" panose="020B0503020204020204" pitchFamily="34" charset="-122"/>
                <a:ea typeface="微软雅黑" panose="020B0503020204020204" pitchFamily="34" charset="-122"/>
              </a:rPr>
              <a:t>单方案项目评价</a:t>
            </a:r>
          </a:p>
        </p:txBody>
      </p:sp>
      <p:sp>
        <p:nvSpPr>
          <p:cNvPr id="2" name="矩形 1">
            <a:extLst>
              <a:ext uri="{FF2B5EF4-FFF2-40B4-BE49-F238E27FC236}">
                <a16:creationId xmlns:a16="http://schemas.microsoft.com/office/drawing/2014/main" id="{1A343DEC-CFF6-41F5-B87C-0DFC08C67B76}"/>
              </a:ext>
            </a:extLst>
          </p:cNvPr>
          <p:cNvSpPr/>
          <p:nvPr/>
        </p:nvSpPr>
        <p:spPr>
          <a:xfrm>
            <a:off x="611638" y="1740753"/>
            <a:ext cx="7920338" cy="830997"/>
          </a:xfrm>
          <a:prstGeom prst="rect">
            <a:avLst/>
          </a:prstGeom>
        </p:spPr>
        <p:txBody>
          <a:bodyPr wrap="square">
            <a:spAutoFit/>
          </a:bodyPr>
          <a:lstStyle/>
          <a:p>
            <a:pPr marL="0" marR="0" indent="0" algn="ctr" rtl="0" eaLnBrk="1" fontAlgn="base" latinLnBrk="0" hangingPunct="1">
              <a:spcBef>
                <a:spcPts val="0"/>
              </a:spcBef>
              <a:spcAft>
                <a:spcPts val="0"/>
              </a:spcAft>
            </a:pPr>
            <a:r>
              <a:rPr kumimoji="1" lang="zh-CN" altLang="zh-CN" sz="1600" b="1" i="0" u="none" strike="noStrike" kern="1200" baseline="0" dirty="0">
                <a:ln>
                  <a:noFill/>
                </a:ln>
                <a:solidFill>
                  <a:srgbClr val="000000"/>
                </a:solidFill>
                <a:effectLst/>
                <a:latin typeface="黑体" panose="02010609060101010101" pitchFamily="49" charset="-122"/>
                <a:ea typeface="黑体" panose="02010609060101010101" pitchFamily="49" charset="-122"/>
              </a:rPr>
              <a:t>净现值法</a:t>
            </a:r>
            <a:endParaRPr lang="zh-CN" altLang="zh-CN" sz="16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altLang="zh-CN" sz="1600" b="1" i="0" u="none" strike="noStrike" kern="1200" baseline="0" dirty="0">
                <a:ln>
                  <a:noFill/>
                </a:ln>
                <a:solidFill>
                  <a:srgbClr val="000000"/>
                </a:solidFill>
                <a:effectLst/>
                <a:latin typeface="黑体" panose="02010609060101010101" pitchFamily="49" charset="-122"/>
                <a:ea typeface="黑体" panose="02010609060101010101" pitchFamily="49" charset="-122"/>
              </a:rPr>
              <a:t>投资收益率法</a:t>
            </a:r>
            <a:endParaRPr lang="zh-CN" altLang="zh-CN" sz="1600" b="0" i="0" u="none" strike="noStrike" dirty="0">
              <a:effectLst/>
              <a:latin typeface="Arial" panose="020B0604020202020204" pitchFamily="34" charset="0"/>
            </a:endParaRPr>
          </a:p>
          <a:p>
            <a:pPr marL="0" marR="0" indent="0" algn="ctr" rtl="0" eaLnBrk="1" fontAlgn="base" latinLnBrk="0" hangingPunct="1">
              <a:spcBef>
                <a:spcPts val="0"/>
              </a:spcBef>
              <a:spcAft>
                <a:spcPts val="0"/>
              </a:spcAft>
            </a:pPr>
            <a:r>
              <a:rPr kumimoji="1" lang="zh-CN" altLang="zh-CN" sz="1600" b="1" i="0" u="none" strike="noStrike" kern="1200" baseline="0" dirty="0">
                <a:ln>
                  <a:noFill/>
                </a:ln>
                <a:solidFill>
                  <a:srgbClr val="000000"/>
                </a:solidFill>
                <a:effectLst/>
                <a:latin typeface="黑体" panose="02010609060101010101" pitchFamily="49" charset="-122"/>
                <a:ea typeface="黑体" panose="02010609060101010101" pitchFamily="49" charset="-122"/>
              </a:rPr>
              <a:t>投资回收期法</a:t>
            </a:r>
            <a:endParaRPr lang="zh-CN" altLang="zh-CN" sz="1600" b="0" i="0" u="none" strike="noStrike" dirty="0">
              <a:effectLst/>
              <a:latin typeface="Arial" panose="020B0604020202020204" pitchFamily="34" charset="0"/>
            </a:endParaRPr>
          </a:p>
        </p:txBody>
      </p:sp>
    </p:spTree>
    <p:extLst>
      <p:ext uri="{BB962C8B-B14F-4D97-AF65-F5344CB8AC3E}">
        <p14:creationId xmlns:p14="http://schemas.microsoft.com/office/powerpoint/2010/main" val="39947694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4.1.1 </a:t>
            </a:r>
            <a:r>
              <a:rPr lang="zh-CN" altLang="en-US" sz="2400" spc="300" dirty="0">
                <a:latin typeface="微软雅黑" panose="020B0503020204020204" pitchFamily="34" charset="-122"/>
                <a:ea typeface="微软雅黑" panose="020B0503020204020204" pitchFamily="34" charset="-122"/>
              </a:rPr>
              <a:t>单方案项目评价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4345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b="1" dirty="0">
                <a:solidFill>
                  <a:srgbClr val="FF0000"/>
                </a:solidFill>
                <a:latin typeface="华文楷体" panose="02010600040101010101" pitchFamily="2" charset="-122"/>
                <a:ea typeface="华文楷体" panose="02010600040101010101" pitchFamily="2" charset="-122"/>
              </a:rPr>
              <a:t>1.</a:t>
            </a:r>
            <a:r>
              <a:rPr lang="zh-CN" altLang="en-US" sz="1700" b="1" dirty="0">
                <a:solidFill>
                  <a:srgbClr val="FF0000"/>
                </a:solidFill>
                <a:latin typeface="华文楷体" panose="02010600040101010101" pitchFamily="2" charset="-122"/>
                <a:ea typeface="华文楷体" panose="02010600040101010101" pitchFamily="2" charset="-122"/>
              </a:rPr>
              <a:t>净现值法</a:t>
            </a:r>
          </a:p>
          <a:p>
            <a:pPr marL="742950" lvl="1" indent="-285750" algn="just">
              <a:lnSpc>
                <a:spcPct val="150000"/>
              </a:lnSpc>
              <a:buFont typeface="Arial" panose="020B0604020202020204" pitchFamily="34" charset="0"/>
              <a:buChar char="•"/>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将软件项目不同时期的投资（支出）和收益（收入）的现金流量根据资金的时间价值将其转换到参考点</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t=0</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（即</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贴现</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），并将这一系列贴现值累加起来并定义其称为该项目现金流的净现值</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 (Net Present Value, NPV)</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，然后根据</a:t>
            </a: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NPV</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的数值是否大于零来作为该项目从经济效益角度出发来看是否值得投资的依据。</a:t>
            </a:r>
          </a:p>
        </p:txBody>
      </p:sp>
    </p:spTree>
    <p:extLst>
      <p:ext uri="{BB962C8B-B14F-4D97-AF65-F5344CB8AC3E}">
        <p14:creationId xmlns:p14="http://schemas.microsoft.com/office/powerpoint/2010/main" val="4083904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569660"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净现值法</a:t>
            </a:r>
          </a:p>
        </p:txBody>
      </p:sp>
      <p:graphicFrame>
        <p:nvGraphicFramePr>
          <p:cNvPr id="6" name="Object 4">
            <a:extLst>
              <a:ext uri="{FF2B5EF4-FFF2-40B4-BE49-F238E27FC236}">
                <a16:creationId xmlns:a16="http://schemas.microsoft.com/office/drawing/2014/main" id="{E71B3707-D3FC-4B48-A5C4-1711069F03F3}"/>
              </a:ext>
            </a:extLst>
          </p:cNvPr>
          <p:cNvGraphicFramePr>
            <a:graphicFrameLocks noChangeAspect="1"/>
          </p:cNvGraphicFramePr>
          <p:nvPr>
            <p:extLst>
              <p:ext uri="{D42A27DB-BD31-4B8C-83A1-F6EECF244321}">
                <p14:modId xmlns:p14="http://schemas.microsoft.com/office/powerpoint/2010/main" val="1733848833"/>
              </p:ext>
            </p:extLst>
          </p:nvPr>
        </p:nvGraphicFramePr>
        <p:xfrm>
          <a:off x="2519963" y="874470"/>
          <a:ext cx="4095873" cy="831760"/>
        </p:xfrm>
        <a:graphic>
          <a:graphicData uri="http://schemas.openxmlformats.org/presentationml/2006/ole">
            <mc:AlternateContent xmlns:mc="http://schemas.openxmlformats.org/markup-compatibility/2006">
              <mc:Choice xmlns:v="urn:schemas-microsoft-com:vml" Requires="v">
                <p:oleObj name="公式" r:id="rId3" imgW="2108200" imgH="444500" progId="Equation.3">
                  <p:embed/>
                </p:oleObj>
              </mc:Choice>
              <mc:Fallback>
                <p:oleObj name="公式" r:id="rId3" imgW="2108200" imgH="444500" progId="Equation.3">
                  <p:embed/>
                  <p:pic>
                    <p:nvPicPr>
                      <p:cNvPr id="6" name="Object 4">
                        <a:extLst>
                          <a:ext uri="{FF2B5EF4-FFF2-40B4-BE49-F238E27FC236}">
                            <a16:creationId xmlns:a16="http://schemas.microsoft.com/office/drawing/2014/main" id="{E71B3707-D3FC-4B48-A5C4-1711069F03F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19963" y="874470"/>
                        <a:ext cx="4095873" cy="831760"/>
                      </a:xfrm>
                      <a:prstGeom prst="rect">
                        <a:avLst/>
                      </a:prstGeom>
                      <a:noFill/>
                      <a:ln>
                        <a:noFill/>
                      </a:ln>
                      <a:effectLst/>
                    </p:spPr>
                  </p:pic>
                </p:oleObj>
              </mc:Fallback>
            </mc:AlternateContent>
          </a:graphicData>
        </a:graphic>
      </p:graphicFrame>
      <p:graphicFrame>
        <p:nvGraphicFramePr>
          <p:cNvPr id="7" name="Group 42">
            <a:extLst>
              <a:ext uri="{FF2B5EF4-FFF2-40B4-BE49-F238E27FC236}">
                <a16:creationId xmlns:a16="http://schemas.microsoft.com/office/drawing/2014/main" id="{B56A5A36-FA16-49AC-98B7-9DD81496B8D2}"/>
              </a:ext>
            </a:extLst>
          </p:cNvPr>
          <p:cNvGraphicFramePr>
            <a:graphicFrameLocks/>
          </p:cNvGraphicFramePr>
          <p:nvPr>
            <p:extLst>
              <p:ext uri="{D42A27DB-BD31-4B8C-83A1-F6EECF244321}">
                <p14:modId xmlns:p14="http://schemas.microsoft.com/office/powerpoint/2010/main" val="2139860924"/>
              </p:ext>
            </p:extLst>
          </p:nvPr>
        </p:nvGraphicFramePr>
        <p:xfrm>
          <a:off x="2318910" y="1843942"/>
          <a:ext cx="4506179" cy="2887370"/>
        </p:xfrm>
        <a:graphic>
          <a:graphicData uri="http://schemas.openxmlformats.org/drawingml/2006/table">
            <a:tbl>
              <a:tblPr/>
              <a:tblGrid>
                <a:gridCol w="648667">
                  <a:extLst>
                    <a:ext uri="{9D8B030D-6E8A-4147-A177-3AD203B41FA5}">
                      <a16:colId xmlns:a16="http://schemas.microsoft.com/office/drawing/2014/main" val="1814928951"/>
                    </a:ext>
                  </a:extLst>
                </a:gridCol>
                <a:gridCol w="3857512">
                  <a:extLst>
                    <a:ext uri="{9D8B030D-6E8A-4147-A177-3AD203B41FA5}">
                      <a16:colId xmlns:a16="http://schemas.microsoft.com/office/drawing/2014/main" val="4153008451"/>
                    </a:ext>
                  </a:extLst>
                </a:gridCol>
              </a:tblGrid>
              <a:tr h="320437">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符号</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对应内涵</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38512963"/>
                  </a:ext>
                </a:extLst>
              </a:tr>
              <a:tr h="320437">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NPV</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NIS</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项目的净现值</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661121459"/>
                  </a:ext>
                </a:extLst>
              </a:tr>
              <a:tr h="320437">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B</a:t>
                      </a:r>
                      <a:r>
                        <a:rPr kumimoji="0" lang="en-US" altLang="zh-CN" sz="1600" b="1" i="1"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NIS</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项目在寿命期内</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期的收益</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319850108"/>
                  </a:ext>
                </a:extLst>
              </a:tr>
              <a:tr h="320437">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en-US" altLang="zh-CN" sz="1600" b="1" i="1"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NIS</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项目在寿命期内</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期的支出（成本）</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85183337"/>
                  </a:ext>
                </a:extLst>
              </a:tr>
              <a:tr h="381209">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D</a:t>
                      </a:r>
                      <a:r>
                        <a:rPr kumimoji="0" lang="en-US" altLang="zh-CN" sz="1600" b="1" i="1"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NIS</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项目在寿命期内</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期的残值</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518144221"/>
                  </a:ext>
                </a:extLst>
              </a:tr>
              <a:tr h="320437">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K</a:t>
                      </a:r>
                      <a:r>
                        <a:rPr kumimoji="0" lang="en-US" altLang="zh-CN" sz="1600" b="1" i="1" u="none" strike="noStrike" cap="none" normalizeH="0" baseline="-25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NIS</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项目在寿命期内</a:t>
                      </a:r>
                      <a:r>
                        <a:rPr kumimoji="1" lang="en-US" altLang="zh-CN" sz="1600" b="1" i="1"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期的投资额</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437062496"/>
                  </a:ext>
                </a:extLst>
              </a:tr>
              <a:tr h="382411">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NIS</a:t>
                      </a: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项目使用年限</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629573423"/>
                  </a:ext>
                </a:extLst>
              </a:tr>
              <a:tr h="447350">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1"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i</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基准贴现率</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66459646"/>
                  </a:ext>
                </a:extLst>
              </a:tr>
            </a:tbl>
          </a:graphicData>
        </a:graphic>
      </p:graphicFrame>
    </p:spTree>
    <p:extLst>
      <p:ext uri="{BB962C8B-B14F-4D97-AF65-F5344CB8AC3E}">
        <p14:creationId xmlns:p14="http://schemas.microsoft.com/office/powerpoint/2010/main" val="139734422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例题：</a:t>
            </a:r>
          </a:p>
        </p:txBody>
      </p:sp>
      <p:sp>
        <p:nvSpPr>
          <p:cNvPr id="2" name="矩形 1">
            <a:extLst>
              <a:ext uri="{FF2B5EF4-FFF2-40B4-BE49-F238E27FC236}">
                <a16:creationId xmlns:a16="http://schemas.microsoft.com/office/drawing/2014/main" id="{1A343DEC-CFF6-41F5-B87C-0DFC08C67B76}"/>
              </a:ext>
            </a:extLst>
          </p:cNvPr>
          <p:cNvSpPr/>
          <p:nvPr/>
        </p:nvSpPr>
        <p:spPr>
          <a:xfrm>
            <a:off x="351587" y="2741802"/>
            <a:ext cx="5492907" cy="2271071"/>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解：</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NPV=-100-100*PVIFA10%,3</a:t>
            </a:r>
          </a:p>
          <a:p>
            <a:pPr marL="285750" indent="-285750" algn="just">
              <a:lnSpc>
                <a:spcPct val="150000"/>
              </a:lnSpc>
              <a:buFont typeface="Arial" panose="020B0604020202020204" pitchFamily="34" charset="0"/>
              <a:buChar char="•"/>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+80*PVIF10%,4+120*PVIF10%,5</a:t>
            </a:r>
          </a:p>
          <a:p>
            <a:pPr marL="285750" indent="-285750" algn="just">
              <a:lnSpc>
                <a:spcPct val="150000"/>
              </a:lnSpc>
              <a:buFont typeface="Arial" panose="020B0604020202020204" pitchFamily="34" charset="0"/>
              <a:buChar char="•"/>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+160(PVIF10%,6+PVIF10%,7+PVIF10%,8)</a:t>
            </a: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注：</a:t>
            </a:r>
            <a:endParaRPr lang="en-US" altLang="zh-CN" sz="1600" dirty="0">
              <a:latin typeface="Times New Roman" panose="02020603050405020304" pitchFamily="18" charset="0"/>
              <a:ea typeface="华文楷体" panose="02010600040101010101" pitchFamily="2" charset="-122"/>
              <a:cs typeface="Times New Roman" panose="02020603050405020304" pitchFamily="18" charset="0"/>
            </a:endParaRPr>
          </a:p>
          <a:p>
            <a:pPr marL="285750" indent="-285750" algn="just">
              <a:lnSpc>
                <a:spcPct val="150000"/>
              </a:lnSpc>
              <a:buFont typeface="Arial" panose="020B0604020202020204" pitchFamily="34" charset="0"/>
              <a:buChar char="•"/>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1</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的选取（行业指标、基准贴现率）</a:t>
            </a:r>
          </a:p>
          <a:p>
            <a:pPr marL="285750" indent="-285750" algn="just">
              <a:lnSpc>
                <a:spcPct val="150000"/>
              </a:lnSpc>
              <a:buFont typeface="Arial" panose="020B0604020202020204" pitchFamily="34" charset="0"/>
              <a:buChar char="•"/>
            </a:pP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80,120,160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为净收益</a:t>
            </a:r>
          </a:p>
        </p:txBody>
      </p:sp>
      <p:grpSp>
        <p:nvGrpSpPr>
          <p:cNvPr id="6" name="组合 5">
            <a:extLst>
              <a:ext uri="{FF2B5EF4-FFF2-40B4-BE49-F238E27FC236}">
                <a16:creationId xmlns:a16="http://schemas.microsoft.com/office/drawing/2014/main" id="{8DF3F230-9007-4B17-95E1-CA9E2E30513A}"/>
              </a:ext>
            </a:extLst>
          </p:cNvPr>
          <p:cNvGrpSpPr/>
          <p:nvPr/>
        </p:nvGrpSpPr>
        <p:grpSpPr>
          <a:xfrm>
            <a:off x="515257" y="803868"/>
            <a:ext cx="5445125" cy="1849437"/>
            <a:chOff x="611188" y="2084388"/>
            <a:chExt cx="5445125" cy="1849437"/>
          </a:xfrm>
        </p:grpSpPr>
        <p:sp>
          <p:nvSpPr>
            <p:cNvPr id="7" name="Line 31">
              <a:extLst>
                <a:ext uri="{FF2B5EF4-FFF2-40B4-BE49-F238E27FC236}">
                  <a16:creationId xmlns:a16="http://schemas.microsoft.com/office/drawing/2014/main" id="{3D00BE44-5728-4832-84F2-9871AFD9C605}"/>
                </a:ext>
              </a:extLst>
            </p:cNvPr>
            <p:cNvSpPr>
              <a:spLocks noChangeShapeType="1"/>
            </p:cNvSpPr>
            <p:nvPr/>
          </p:nvSpPr>
          <p:spPr bwMode="auto">
            <a:xfrm>
              <a:off x="755650" y="3357563"/>
              <a:ext cx="518477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8" name="Text Box 32">
              <a:extLst>
                <a:ext uri="{FF2B5EF4-FFF2-40B4-BE49-F238E27FC236}">
                  <a16:creationId xmlns:a16="http://schemas.microsoft.com/office/drawing/2014/main" id="{CA348757-D1EA-4CFF-A391-6AA422B6858B}"/>
                </a:ext>
              </a:extLst>
            </p:cNvPr>
            <p:cNvSpPr txBox="1">
              <a:spLocks noChangeArrowheads="1"/>
            </p:cNvSpPr>
            <p:nvPr/>
          </p:nvSpPr>
          <p:spPr bwMode="auto">
            <a:xfrm>
              <a:off x="611188"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0</a:t>
              </a:r>
            </a:p>
          </p:txBody>
        </p:sp>
        <p:sp>
          <p:nvSpPr>
            <p:cNvPr id="9" name="Text Box 36">
              <a:extLst>
                <a:ext uri="{FF2B5EF4-FFF2-40B4-BE49-F238E27FC236}">
                  <a16:creationId xmlns:a16="http://schemas.microsoft.com/office/drawing/2014/main" id="{087D8D99-84D7-4A25-A5C6-28D4FE85036B}"/>
                </a:ext>
              </a:extLst>
            </p:cNvPr>
            <p:cNvSpPr txBox="1">
              <a:spLocks noChangeArrowheads="1"/>
            </p:cNvSpPr>
            <p:nvPr/>
          </p:nvSpPr>
          <p:spPr bwMode="auto">
            <a:xfrm>
              <a:off x="5795963" y="3500438"/>
              <a:ext cx="260350" cy="366712"/>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b="1">
                  <a:solidFill>
                    <a:schemeClr val="accent2"/>
                  </a:solidFill>
                </a:rPr>
                <a:t>t</a:t>
              </a:r>
            </a:p>
          </p:txBody>
        </p:sp>
        <p:sp>
          <p:nvSpPr>
            <p:cNvPr id="10" name="Line 37">
              <a:extLst>
                <a:ext uri="{FF2B5EF4-FFF2-40B4-BE49-F238E27FC236}">
                  <a16:creationId xmlns:a16="http://schemas.microsoft.com/office/drawing/2014/main" id="{756C86CF-87EC-4163-9C4E-353B1DF7C370}"/>
                </a:ext>
              </a:extLst>
            </p:cNvPr>
            <p:cNvSpPr>
              <a:spLocks noChangeShapeType="1"/>
            </p:cNvSpPr>
            <p:nvPr/>
          </p:nvSpPr>
          <p:spPr bwMode="auto">
            <a:xfrm>
              <a:off x="755650" y="3357563"/>
              <a:ext cx="0" cy="50323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Line 38">
              <a:extLst>
                <a:ext uri="{FF2B5EF4-FFF2-40B4-BE49-F238E27FC236}">
                  <a16:creationId xmlns:a16="http://schemas.microsoft.com/office/drawing/2014/main" id="{FC5F23A6-D045-4DFB-9016-5D50DF4892FF}"/>
                </a:ext>
              </a:extLst>
            </p:cNvPr>
            <p:cNvSpPr>
              <a:spLocks noChangeShapeType="1"/>
            </p:cNvSpPr>
            <p:nvPr/>
          </p:nvSpPr>
          <p:spPr bwMode="auto">
            <a:xfrm>
              <a:off x="1258888" y="3357563"/>
              <a:ext cx="0" cy="50323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2" name="Line 39">
              <a:extLst>
                <a:ext uri="{FF2B5EF4-FFF2-40B4-BE49-F238E27FC236}">
                  <a16:creationId xmlns:a16="http://schemas.microsoft.com/office/drawing/2014/main" id="{B1013DAD-4214-4C3F-8144-DCD2AD5A9961}"/>
                </a:ext>
              </a:extLst>
            </p:cNvPr>
            <p:cNvSpPr>
              <a:spLocks noChangeShapeType="1"/>
            </p:cNvSpPr>
            <p:nvPr/>
          </p:nvSpPr>
          <p:spPr bwMode="auto">
            <a:xfrm>
              <a:off x="1692275" y="3357563"/>
              <a:ext cx="0" cy="50323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3" name="Line 40">
              <a:extLst>
                <a:ext uri="{FF2B5EF4-FFF2-40B4-BE49-F238E27FC236}">
                  <a16:creationId xmlns:a16="http://schemas.microsoft.com/office/drawing/2014/main" id="{D356B96F-F62D-4818-9397-4730B3C969FA}"/>
                </a:ext>
              </a:extLst>
            </p:cNvPr>
            <p:cNvSpPr>
              <a:spLocks noChangeShapeType="1"/>
            </p:cNvSpPr>
            <p:nvPr/>
          </p:nvSpPr>
          <p:spPr bwMode="auto">
            <a:xfrm>
              <a:off x="2124075" y="3357563"/>
              <a:ext cx="0" cy="503237"/>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4" name="Line 41">
              <a:extLst>
                <a:ext uri="{FF2B5EF4-FFF2-40B4-BE49-F238E27FC236}">
                  <a16:creationId xmlns:a16="http://schemas.microsoft.com/office/drawing/2014/main" id="{F44F895A-91A8-4D66-9458-36FF98BF17B8}"/>
                </a:ext>
              </a:extLst>
            </p:cNvPr>
            <p:cNvSpPr>
              <a:spLocks noChangeShapeType="1"/>
            </p:cNvSpPr>
            <p:nvPr/>
          </p:nvSpPr>
          <p:spPr bwMode="auto">
            <a:xfrm>
              <a:off x="2555875" y="3357563"/>
              <a:ext cx="0" cy="2159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5" name="Line 42">
              <a:extLst>
                <a:ext uri="{FF2B5EF4-FFF2-40B4-BE49-F238E27FC236}">
                  <a16:creationId xmlns:a16="http://schemas.microsoft.com/office/drawing/2014/main" id="{9D860EED-6501-4E56-9BC8-B806BA89B766}"/>
                </a:ext>
              </a:extLst>
            </p:cNvPr>
            <p:cNvSpPr>
              <a:spLocks noChangeShapeType="1"/>
            </p:cNvSpPr>
            <p:nvPr/>
          </p:nvSpPr>
          <p:spPr bwMode="auto">
            <a:xfrm>
              <a:off x="2987675" y="3357563"/>
              <a:ext cx="0" cy="2159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6" name="Line 43">
              <a:extLst>
                <a:ext uri="{FF2B5EF4-FFF2-40B4-BE49-F238E27FC236}">
                  <a16:creationId xmlns:a16="http://schemas.microsoft.com/office/drawing/2014/main" id="{C1EECF6C-9547-490A-9736-CEE75EEDBE7A}"/>
                </a:ext>
              </a:extLst>
            </p:cNvPr>
            <p:cNvSpPr>
              <a:spLocks noChangeShapeType="1"/>
            </p:cNvSpPr>
            <p:nvPr/>
          </p:nvSpPr>
          <p:spPr bwMode="auto">
            <a:xfrm>
              <a:off x="3419475" y="3357563"/>
              <a:ext cx="0" cy="2159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7" name="Line 44">
              <a:extLst>
                <a:ext uri="{FF2B5EF4-FFF2-40B4-BE49-F238E27FC236}">
                  <a16:creationId xmlns:a16="http://schemas.microsoft.com/office/drawing/2014/main" id="{740B7BF6-8238-4707-9F68-B394DE536333}"/>
                </a:ext>
              </a:extLst>
            </p:cNvPr>
            <p:cNvSpPr>
              <a:spLocks noChangeShapeType="1"/>
            </p:cNvSpPr>
            <p:nvPr/>
          </p:nvSpPr>
          <p:spPr bwMode="auto">
            <a:xfrm>
              <a:off x="3851275" y="3357563"/>
              <a:ext cx="0" cy="2159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Line 45">
              <a:extLst>
                <a:ext uri="{FF2B5EF4-FFF2-40B4-BE49-F238E27FC236}">
                  <a16:creationId xmlns:a16="http://schemas.microsoft.com/office/drawing/2014/main" id="{808589E2-D0DC-4809-B1E8-C92A55BBF9CB}"/>
                </a:ext>
              </a:extLst>
            </p:cNvPr>
            <p:cNvSpPr>
              <a:spLocks noChangeShapeType="1"/>
            </p:cNvSpPr>
            <p:nvPr/>
          </p:nvSpPr>
          <p:spPr bwMode="auto">
            <a:xfrm>
              <a:off x="4284663" y="3357563"/>
              <a:ext cx="0" cy="215900"/>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9" name="Line 46">
              <a:extLst>
                <a:ext uri="{FF2B5EF4-FFF2-40B4-BE49-F238E27FC236}">
                  <a16:creationId xmlns:a16="http://schemas.microsoft.com/office/drawing/2014/main" id="{7466172C-FC12-4141-86CD-3D9A45BD6913}"/>
                </a:ext>
              </a:extLst>
            </p:cNvPr>
            <p:cNvSpPr>
              <a:spLocks noChangeShapeType="1"/>
            </p:cNvSpPr>
            <p:nvPr/>
          </p:nvSpPr>
          <p:spPr bwMode="auto">
            <a:xfrm flipV="1">
              <a:off x="2555875" y="2997200"/>
              <a:ext cx="0" cy="36036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0" name="Line 47">
              <a:extLst>
                <a:ext uri="{FF2B5EF4-FFF2-40B4-BE49-F238E27FC236}">
                  <a16:creationId xmlns:a16="http://schemas.microsoft.com/office/drawing/2014/main" id="{EA964CBC-AE71-4957-AE14-19CFCC62B7CB}"/>
                </a:ext>
              </a:extLst>
            </p:cNvPr>
            <p:cNvSpPr>
              <a:spLocks noChangeShapeType="1"/>
            </p:cNvSpPr>
            <p:nvPr/>
          </p:nvSpPr>
          <p:spPr bwMode="auto">
            <a:xfrm flipV="1">
              <a:off x="2987675" y="2781300"/>
              <a:ext cx="0" cy="576263"/>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1" name="Line 48">
              <a:extLst>
                <a:ext uri="{FF2B5EF4-FFF2-40B4-BE49-F238E27FC236}">
                  <a16:creationId xmlns:a16="http://schemas.microsoft.com/office/drawing/2014/main" id="{F6657047-E2C7-4AD0-BB2F-22BF78645AD6}"/>
                </a:ext>
              </a:extLst>
            </p:cNvPr>
            <p:cNvSpPr>
              <a:spLocks noChangeShapeType="1"/>
            </p:cNvSpPr>
            <p:nvPr/>
          </p:nvSpPr>
          <p:spPr bwMode="auto">
            <a:xfrm flipV="1">
              <a:off x="3419475" y="2420938"/>
              <a:ext cx="0" cy="93662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Line 49">
              <a:extLst>
                <a:ext uri="{FF2B5EF4-FFF2-40B4-BE49-F238E27FC236}">
                  <a16:creationId xmlns:a16="http://schemas.microsoft.com/office/drawing/2014/main" id="{ADCE7B4B-FA9C-4A7B-BF9A-255889A3B9B8}"/>
                </a:ext>
              </a:extLst>
            </p:cNvPr>
            <p:cNvSpPr>
              <a:spLocks noChangeShapeType="1"/>
            </p:cNvSpPr>
            <p:nvPr/>
          </p:nvSpPr>
          <p:spPr bwMode="auto">
            <a:xfrm flipV="1">
              <a:off x="3851275" y="2420938"/>
              <a:ext cx="0" cy="93662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3" name="Line 50">
              <a:extLst>
                <a:ext uri="{FF2B5EF4-FFF2-40B4-BE49-F238E27FC236}">
                  <a16:creationId xmlns:a16="http://schemas.microsoft.com/office/drawing/2014/main" id="{7AB2FA9F-F6FA-45D3-BA8D-2C3BF1BA113F}"/>
                </a:ext>
              </a:extLst>
            </p:cNvPr>
            <p:cNvSpPr>
              <a:spLocks noChangeShapeType="1"/>
            </p:cNvSpPr>
            <p:nvPr/>
          </p:nvSpPr>
          <p:spPr bwMode="auto">
            <a:xfrm flipV="1">
              <a:off x="4284663" y="2420938"/>
              <a:ext cx="0" cy="936625"/>
            </a:xfrm>
            <a:prstGeom prst="line">
              <a:avLst/>
            </a:prstGeom>
            <a:noFill/>
            <a:ln w="1905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4" name="Text Box 52">
              <a:extLst>
                <a:ext uri="{FF2B5EF4-FFF2-40B4-BE49-F238E27FC236}">
                  <a16:creationId xmlns:a16="http://schemas.microsoft.com/office/drawing/2014/main" id="{7B82B8CD-C16D-402E-9990-F7277D9F56D2}"/>
                </a:ext>
              </a:extLst>
            </p:cNvPr>
            <p:cNvSpPr txBox="1">
              <a:spLocks noChangeArrowheads="1"/>
            </p:cNvSpPr>
            <p:nvPr/>
          </p:nvSpPr>
          <p:spPr bwMode="auto">
            <a:xfrm>
              <a:off x="2268538" y="2660650"/>
              <a:ext cx="466725"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90 </a:t>
              </a:r>
            </a:p>
          </p:txBody>
        </p:sp>
        <p:sp>
          <p:nvSpPr>
            <p:cNvPr id="25" name="Text Box 53">
              <a:extLst>
                <a:ext uri="{FF2B5EF4-FFF2-40B4-BE49-F238E27FC236}">
                  <a16:creationId xmlns:a16="http://schemas.microsoft.com/office/drawing/2014/main" id="{30D16A3E-86C0-4D6F-ACF8-F5AD58BF5353}"/>
                </a:ext>
              </a:extLst>
            </p:cNvPr>
            <p:cNvSpPr txBox="1">
              <a:spLocks noChangeArrowheads="1"/>
            </p:cNvSpPr>
            <p:nvPr/>
          </p:nvSpPr>
          <p:spPr bwMode="auto">
            <a:xfrm>
              <a:off x="2339975" y="3597275"/>
              <a:ext cx="466725"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10 </a:t>
              </a:r>
            </a:p>
          </p:txBody>
        </p:sp>
        <p:sp>
          <p:nvSpPr>
            <p:cNvPr id="26" name="Text Box 54">
              <a:extLst>
                <a:ext uri="{FF2B5EF4-FFF2-40B4-BE49-F238E27FC236}">
                  <a16:creationId xmlns:a16="http://schemas.microsoft.com/office/drawing/2014/main" id="{86070E5A-7793-4FC7-BD27-46B648C897B7}"/>
                </a:ext>
              </a:extLst>
            </p:cNvPr>
            <p:cNvSpPr txBox="1">
              <a:spLocks noChangeArrowheads="1"/>
            </p:cNvSpPr>
            <p:nvPr/>
          </p:nvSpPr>
          <p:spPr bwMode="auto">
            <a:xfrm>
              <a:off x="2700338" y="2444750"/>
              <a:ext cx="579437"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130 </a:t>
              </a:r>
            </a:p>
          </p:txBody>
        </p:sp>
        <p:sp>
          <p:nvSpPr>
            <p:cNvPr id="27" name="Text Box 55">
              <a:extLst>
                <a:ext uri="{FF2B5EF4-FFF2-40B4-BE49-F238E27FC236}">
                  <a16:creationId xmlns:a16="http://schemas.microsoft.com/office/drawing/2014/main" id="{45DC2F71-EDEB-4414-9C1E-E90F7BB740A0}"/>
                </a:ext>
              </a:extLst>
            </p:cNvPr>
            <p:cNvSpPr txBox="1">
              <a:spLocks noChangeArrowheads="1"/>
            </p:cNvSpPr>
            <p:nvPr/>
          </p:nvSpPr>
          <p:spPr bwMode="auto">
            <a:xfrm>
              <a:off x="3132138" y="2084388"/>
              <a:ext cx="579437"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170 </a:t>
              </a:r>
            </a:p>
          </p:txBody>
        </p:sp>
        <p:sp>
          <p:nvSpPr>
            <p:cNvPr id="28" name="Text Box 62">
              <a:extLst>
                <a:ext uri="{FF2B5EF4-FFF2-40B4-BE49-F238E27FC236}">
                  <a16:creationId xmlns:a16="http://schemas.microsoft.com/office/drawing/2014/main" id="{E2ED334A-A4E2-4B27-A7C7-8D2DE008976B}"/>
                </a:ext>
              </a:extLst>
            </p:cNvPr>
            <p:cNvSpPr txBox="1">
              <a:spLocks noChangeArrowheads="1"/>
            </p:cNvSpPr>
            <p:nvPr/>
          </p:nvSpPr>
          <p:spPr bwMode="auto">
            <a:xfrm>
              <a:off x="2771775" y="3573463"/>
              <a:ext cx="466725"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10 </a:t>
              </a:r>
            </a:p>
          </p:txBody>
        </p:sp>
        <p:sp>
          <p:nvSpPr>
            <p:cNvPr id="29" name="Text Box 63">
              <a:extLst>
                <a:ext uri="{FF2B5EF4-FFF2-40B4-BE49-F238E27FC236}">
                  <a16:creationId xmlns:a16="http://schemas.microsoft.com/office/drawing/2014/main" id="{74302C62-C6DC-414A-827B-87DC7F31DB2E}"/>
                </a:ext>
              </a:extLst>
            </p:cNvPr>
            <p:cNvSpPr txBox="1">
              <a:spLocks noChangeArrowheads="1"/>
            </p:cNvSpPr>
            <p:nvPr/>
          </p:nvSpPr>
          <p:spPr bwMode="auto">
            <a:xfrm>
              <a:off x="3635375" y="3573463"/>
              <a:ext cx="466725"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10 </a:t>
              </a:r>
            </a:p>
          </p:txBody>
        </p:sp>
        <p:sp>
          <p:nvSpPr>
            <p:cNvPr id="30" name="Text Box 64">
              <a:extLst>
                <a:ext uri="{FF2B5EF4-FFF2-40B4-BE49-F238E27FC236}">
                  <a16:creationId xmlns:a16="http://schemas.microsoft.com/office/drawing/2014/main" id="{91E2911F-86EF-401A-A065-0D1817E30646}"/>
                </a:ext>
              </a:extLst>
            </p:cNvPr>
            <p:cNvSpPr txBox="1">
              <a:spLocks noChangeArrowheads="1"/>
            </p:cNvSpPr>
            <p:nvPr/>
          </p:nvSpPr>
          <p:spPr bwMode="auto">
            <a:xfrm>
              <a:off x="3203575" y="3573463"/>
              <a:ext cx="466725"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10 </a:t>
              </a:r>
            </a:p>
          </p:txBody>
        </p:sp>
        <p:sp>
          <p:nvSpPr>
            <p:cNvPr id="31" name="Text Box 65">
              <a:extLst>
                <a:ext uri="{FF2B5EF4-FFF2-40B4-BE49-F238E27FC236}">
                  <a16:creationId xmlns:a16="http://schemas.microsoft.com/office/drawing/2014/main" id="{B4056603-EA5E-44DD-9C87-5F2F7B279D8D}"/>
                </a:ext>
              </a:extLst>
            </p:cNvPr>
            <p:cNvSpPr txBox="1">
              <a:spLocks noChangeArrowheads="1"/>
            </p:cNvSpPr>
            <p:nvPr/>
          </p:nvSpPr>
          <p:spPr bwMode="auto">
            <a:xfrm>
              <a:off x="4067175" y="3573463"/>
              <a:ext cx="466725"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10 </a:t>
              </a:r>
            </a:p>
          </p:txBody>
        </p:sp>
        <p:sp>
          <p:nvSpPr>
            <p:cNvPr id="32" name="Text Box 66">
              <a:extLst>
                <a:ext uri="{FF2B5EF4-FFF2-40B4-BE49-F238E27FC236}">
                  <a16:creationId xmlns:a16="http://schemas.microsoft.com/office/drawing/2014/main" id="{DC01447A-FD86-4FB5-BE03-E5EA057E2324}"/>
                </a:ext>
              </a:extLst>
            </p:cNvPr>
            <p:cNvSpPr txBox="1">
              <a:spLocks noChangeArrowheads="1"/>
            </p:cNvSpPr>
            <p:nvPr/>
          </p:nvSpPr>
          <p:spPr bwMode="auto">
            <a:xfrm>
              <a:off x="3563938" y="2133600"/>
              <a:ext cx="579437"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170 </a:t>
              </a:r>
            </a:p>
          </p:txBody>
        </p:sp>
        <p:sp>
          <p:nvSpPr>
            <p:cNvPr id="36" name="Text Box 67">
              <a:extLst>
                <a:ext uri="{FF2B5EF4-FFF2-40B4-BE49-F238E27FC236}">
                  <a16:creationId xmlns:a16="http://schemas.microsoft.com/office/drawing/2014/main" id="{7158D6DA-B99B-435C-88FA-C1D76F0D3E0C}"/>
                </a:ext>
              </a:extLst>
            </p:cNvPr>
            <p:cNvSpPr txBox="1">
              <a:spLocks noChangeArrowheads="1"/>
            </p:cNvSpPr>
            <p:nvPr/>
          </p:nvSpPr>
          <p:spPr bwMode="auto">
            <a:xfrm>
              <a:off x="3995738" y="2133600"/>
              <a:ext cx="579437"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chemeClr val="accent2"/>
                  </a:solidFill>
                </a:rPr>
                <a:t>170 </a:t>
              </a:r>
            </a:p>
          </p:txBody>
        </p:sp>
        <p:sp>
          <p:nvSpPr>
            <p:cNvPr id="37" name="Text Box 69">
              <a:extLst>
                <a:ext uri="{FF2B5EF4-FFF2-40B4-BE49-F238E27FC236}">
                  <a16:creationId xmlns:a16="http://schemas.microsoft.com/office/drawing/2014/main" id="{BA126EA5-2E8F-4BB6-8899-C6FAA16A04BD}"/>
                </a:ext>
              </a:extLst>
            </p:cNvPr>
            <p:cNvSpPr txBox="1">
              <a:spLocks noChangeArrowheads="1"/>
            </p:cNvSpPr>
            <p:nvPr/>
          </p:nvSpPr>
          <p:spPr bwMode="auto">
            <a:xfrm>
              <a:off x="1116013"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1</a:t>
              </a:r>
            </a:p>
          </p:txBody>
        </p:sp>
        <p:sp>
          <p:nvSpPr>
            <p:cNvPr id="38" name="Text Box 70">
              <a:extLst>
                <a:ext uri="{FF2B5EF4-FFF2-40B4-BE49-F238E27FC236}">
                  <a16:creationId xmlns:a16="http://schemas.microsoft.com/office/drawing/2014/main" id="{A0E7DCA1-81F3-4F06-A0AE-439590E81B75}"/>
                </a:ext>
              </a:extLst>
            </p:cNvPr>
            <p:cNvSpPr txBox="1">
              <a:spLocks noChangeArrowheads="1"/>
            </p:cNvSpPr>
            <p:nvPr/>
          </p:nvSpPr>
          <p:spPr bwMode="auto">
            <a:xfrm>
              <a:off x="1547813"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2</a:t>
              </a:r>
            </a:p>
          </p:txBody>
        </p:sp>
        <p:sp>
          <p:nvSpPr>
            <p:cNvPr id="39" name="Text Box 71">
              <a:extLst>
                <a:ext uri="{FF2B5EF4-FFF2-40B4-BE49-F238E27FC236}">
                  <a16:creationId xmlns:a16="http://schemas.microsoft.com/office/drawing/2014/main" id="{0BF68685-02BA-4AD3-8FF8-DC427E672047}"/>
                </a:ext>
              </a:extLst>
            </p:cNvPr>
            <p:cNvSpPr txBox="1">
              <a:spLocks noChangeArrowheads="1"/>
            </p:cNvSpPr>
            <p:nvPr/>
          </p:nvSpPr>
          <p:spPr bwMode="auto">
            <a:xfrm>
              <a:off x="2484438"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4</a:t>
              </a:r>
            </a:p>
          </p:txBody>
        </p:sp>
        <p:sp>
          <p:nvSpPr>
            <p:cNvPr id="40" name="Text Box 72">
              <a:extLst>
                <a:ext uri="{FF2B5EF4-FFF2-40B4-BE49-F238E27FC236}">
                  <a16:creationId xmlns:a16="http://schemas.microsoft.com/office/drawing/2014/main" id="{B59098E9-C4FC-4609-9664-A16C5A1BD38F}"/>
                </a:ext>
              </a:extLst>
            </p:cNvPr>
            <p:cNvSpPr txBox="1">
              <a:spLocks noChangeArrowheads="1"/>
            </p:cNvSpPr>
            <p:nvPr/>
          </p:nvSpPr>
          <p:spPr bwMode="auto">
            <a:xfrm>
              <a:off x="1979613"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3</a:t>
              </a:r>
            </a:p>
          </p:txBody>
        </p:sp>
        <p:sp>
          <p:nvSpPr>
            <p:cNvPr id="41" name="Text Box 73">
              <a:extLst>
                <a:ext uri="{FF2B5EF4-FFF2-40B4-BE49-F238E27FC236}">
                  <a16:creationId xmlns:a16="http://schemas.microsoft.com/office/drawing/2014/main" id="{C8DE6F83-B547-4581-981B-7E6122878352}"/>
                </a:ext>
              </a:extLst>
            </p:cNvPr>
            <p:cNvSpPr txBox="1">
              <a:spLocks noChangeArrowheads="1"/>
            </p:cNvSpPr>
            <p:nvPr/>
          </p:nvSpPr>
          <p:spPr bwMode="auto">
            <a:xfrm>
              <a:off x="2987675" y="3068638"/>
              <a:ext cx="296863"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5</a:t>
              </a:r>
            </a:p>
          </p:txBody>
        </p:sp>
        <p:sp>
          <p:nvSpPr>
            <p:cNvPr id="42" name="Text Box 74">
              <a:extLst>
                <a:ext uri="{FF2B5EF4-FFF2-40B4-BE49-F238E27FC236}">
                  <a16:creationId xmlns:a16="http://schemas.microsoft.com/office/drawing/2014/main" id="{567EB7DF-0329-4ECA-91D2-B97370C910C0}"/>
                </a:ext>
              </a:extLst>
            </p:cNvPr>
            <p:cNvSpPr txBox="1">
              <a:spLocks noChangeArrowheads="1"/>
            </p:cNvSpPr>
            <p:nvPr/>
          </p:nvSpPr>
          <p:spPr bwMode="auto">
            <a:xfrm>
              <a:off x="3348038"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6</a:t>
              </a:r>
            </a:p>
          </p:txBody>
        </p:sp>
        <p:sp>
          <p:nvSpPr>
            <p:cNvPr id="43" name="Text Box 75">
              <a:extLst>
                <a:ext uri="{FF2B5EF4-FFF2-40B4-BE49-F238E27FC236}">
                  <a16:creationId xmlns:a16="http://schemas.microsoft.com/office/drawing/2014/main" id="{4567ED2E-041A-43F4-9E0E-6C29C0493109}"/>
                </a:ext>
              </a:extLst>
            </p:cNvPr>
            <p:cNvSpPr txBox="1">
              <a:spLocks noChangeArrowheads="1"/>
            </p:cNvSpPr>
            <p:nvPr/>
          </p:nvSpPr>
          <p:spPr bwMode="auto">
            <a:xfrm>
              <a:off x="3779838"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7</a:t>
              </a:r>
            </a:p>
          </p:txBody>
        </p:sp>
        <p:sp>
          <p:nvSpPr>
            <p:cNvPr id="44" name="Text Box 76">
              <a:extLst>
                <a:ext uri="{FF2B5EF4-FFF2-40B4-BE49-F238E27FC236}">
                  <a16:creationId xmlns:a16="http://schemas.microsoft.com/office/drawing/2014/main" id="{F2D1E291-E122-4BA6-8C72-E50FCC54D6B0}"/>
                </a:ext>
              </a:extLst>
            </p:cNvPr>
            <p:cNvSpPr txBox="1">
              <a:spLocks noChangeArrowheads="1"/>
            </p:cNvSpPr>
            <p:nvPr/>
          </p:nvSpPr>
          <p:spPr bwMode="auto">
            <a:xfrm>
              <a:off x="4284663" y="3068638"/>
              <a:ext cx="296862" cy="336550"/>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sz="1600" b="1">
                  <a:solidFill>
                    <a:srgbClr val="03610E"/>
                  </a:solidFill>
                </a:rPr>
                <a:t>8</a:t>
              </a:r>
            </a:p>
          </p:txBody>
        </p:sp>
      </p:grpSp>
      <p:sp>
        <p:nvSpPr>
          <p:cNvPr id="45" name="文本框 44">
            <a:extLst>
              <a:ext uri="{FF2B5EF4-FFF2-40B4-BE49-F238E27FC236}">
                <a16:creationId xmlns:a16="http://schemas.microsoft.com/office/drawing/2014/main" id="{8C854F3B-778C-4536-8E45-2CC14FB7F2F9}"/>
              </a:ext>
            </a:extLst>
          </p:cNvPr>
          <p:cNvSpPr txBox="1"/>
          <p:nvPr/>
        </p:nvSpPr>
        <p:spPr>
          <a:xfrm>
            <a:off x="5476575" y="726838"/>
            <a:ext cx="3426244" cy="369332"/>
          </a:xfrm>
          <a:prstGeom prst="rect">
            <a:avLst/>
          </a:prstGeom>
          <a:noFill/>
        </p:spPr>
        <p:txBody>
          <a:bodyPr wrap="square">
            <a:spAutoFit/>
          </a:bodyPr>
          <a:lstStyle/>
          <a:p>
            <a:pPr algn="r"/>
            <a:r>
              <a:rPr lang="en-US" altLang="zh-CN" b="1" dirty="0">
                <a:solidFill>
                  <a:srgbClr val="03610E"/>
                </a:solidFill>
                <a:latin typeface="Times New Roman" panose="02020603050405020304" pitchFamily="18" charset="0"/>
                <a:cs typeface="Times New Roman" panose="02020603050405020304" pitchFamily="18" charset="0"/>
              </a:rPr>
              <a:t>ERP</a:t>
            </a:r>
            <a:r>
              <a:rPr lang="zh-CN" altLang="en-US" b="1" dirty="0">
                <a:solidFill>
                  <a:srgbClr val="03610E"/>
                </a:solidFill>
                <a:latin typeface="Times New Roman" panose="02020603050405020304" pitchFamily="18" charset="0"/>
                <a:cs typeface="Times New Roman" panose="02020603050405020304" pitchFamily="18" charset="0"/>
              </a:rPr>
              <a:t>项目现金流量表单位：万元</a:t>
            </a:r>
          </a:p>
        </p:txBody>
      </p:sp>
      <p:graphicFrame>
        <p:nvGraphicFramePr>
          <p:cNvPr id="46" name="Group 35">
            <a:extLst>
              <a:ext uri="{FF2B5EF4-FFF2-40B4-BE49-F238E27FC236}">
                <a16:creationId xmlns:a16="http://schemas.microsoft.com/office/drawing/2014/main" id="{DE06D97A-D45E-4745-95B6-CAD12CD8F95E}"/>
              </a:ext>
            </a:extLst>
          </p:cNvPr>
          <p:cNvGraphicFramePr>
            <a:graphicFrameLocks/>
          </p:cNvGraphicFramePr>
          <p:nvPr>
            <p:extLst>
              <p:ext uri="{D42A27DB-BD31-4B8C-83A1-F6EECF244321}">
                <p14:modId xmlns:p14="http://schemas.microsoft.com/office/powerpoint/2010/main" val="1069571449"/>
              </p:ext>
            </p:extLst>
          </p:nvPr>
        </p:nvGraphicFramePr>
        <p:xfrm>
          <a:off x="6291382" y="1140418"/>
          <a:ext cx="2611437" cy="3801470"/>
        </p:xfrm>
        <a:graphic>
          <a:graphicData uri="http://schemas.openxmlformats.org/drawingml/2006/table">
            <a:tbl>
              <a:tblPr/>
              <a:tblGrid>
                <a:gridCol w="503237">
                  <a:extLst>
                    <a:ext uri="{9D8B030D-6E8A-4147-A177-3AD203B41FA5}">
                      <a16:colId xmlns:a16="http://schemas.microsoft.com/office/drawing/2014/main" val="1255908022"/>
                    </a:ext>
                  </a:extLst>
                </a:gridCol>
                <a:gridCol w="720725">
                  <a:extLst>
                    <a:ext uri="{9D8B030D-6E8A-4147-A177-3AD203B41FA5}">
                      <a16:colId xmlns:a16="http://schemas.microsoft.com/office/drawing/2014/main" val="4062267568"/>
                    </a:ext>
                  </a:extLst>
                </a:gridCol>
                <a:gridCol w="790575">
                  <a:extLst>
                    <a:ext uri="{9D8B030D-6E8A-4147-A177-3AD203B41FA5}">
                      <a16:colId xmlns:a16="http://schemas.microsoft.com/office/drawing/2014/main" val="1469147449"/>
                    </a:ext>
                  </a:extLst>
                </a:gridCol>
                <a:gridCol w="596900">
                  <a:extLst>
                    <a:ext uri="{9D8B030D-6E8A-4147-A177-3AD203B41FA5}">
                      <a16:colId xmlns:a16="http://schemas.microsoft.com/office/drawing/2014/main" val="2382453241"/>
                    </a:ext>
                  </a:extLst>
                </a:gridCol>
              </a:tblGrid>
              <a:tr h="474663">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黑体" panose="02010609060101010101" pitchFamily="49" charset="-122"/>
                          <a:ea typeface="宋体" panose="02010600030101010101" pitchFamily="2" charset="-122"/>
                        </a:rPr>
                        <a:t>t</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黑体" panose="02010609060101010101" pitchFamily="49" charset="-122"/>
                          <a:ea typeface="宋体" panose="02010600030101010101" pitchFamily="2" charset="-122"/>
                        </a:rPr>
                        <a:t>K</a:t>
                      </a:r>
                      <a:r>
                        <a:rPr kumimoji="0" lang="en-US" altLang="zh-CN" sz="1800" b="1" i="1" u="none" strike="noStrike" cap="none" normalizeH="0" baseline="-25000">
                          <a:ln>
                            <a:noFill/>
                          </a:ln>
                          <a:solidFill>
                            <a:schemeClr val="tx1"/>
                          </a:solidFill>
                          <a:effectLst/>
                          <a:latin typeface="黑体" panose="02010609060101010101" pitchFamily="49" charset="-122"/>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黑体" panose="02010609060101010101" pitchFamily="49" charset="-122"/>
                          <a:ea typeface="宋体" panose="02010600030101010101" pitchFamily="2" charset="-122"/>
                        </a:rPr>
                        <a:t>B</a:t>
                      </a:r>
                      <a:r>
                        <a:rPr kumimoji="0" lang="en-US" altLang="zh-CN" sz="1800" b="1" i="1" u="none" strike="noStrike" cap="none" normalizeH="0" baseline="-25000">
                          <a:ln>
                            <a:noFill/>
                          </a:ln>
                          <a:solidFill>
                            <a:schemeClr val="tx1"/>
                          </a:solidFill>
                          <a:effectLst/>
                          <a:latin typeface="黑体" panose="02010609060101010101" pitchFamily="49" charset="-122"/>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黑体" panose="02010609060101010101" pitchFamily="49" charset="-122"/>
                          <a:ea typeface="宋体" panose="02010600030101010101" pitchFamily="2" charset="-122"/>
                        </a:rPr>
                        <a:t>C</a:t>
                      </a:r>
                      <a:r>
                        <a:rPr kumimoji="0" lang="en-US" altLang="zh-CN" sz="1800" b="1" i="1" u="none" strike="noStrike" cap="none" normalizeH="0" baseline="-25000">
                          <a:ln>
                            <a:noFill/>
                          </a:ln>
                          <a:solidFill>
                            <a:schemeClr val="tx1"/>
                          </a:solidFill>
                          <a:effectLst/>
                          <a:latin typeface="黑体" panose="02010609060101010101" pitchFamily="49" charset="-122"/>
                          <a:ea typeface="宋体" panose="02010600030101010101" pitchFamily="2" charset="-122"/>
                        </a:rPr>
                        <a:t>t</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959478807"/>
                  </a:ext>
                </a:extLst>
              </a:tr>
              <a:tr h="1229719">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0</a:t>
                      </a:r>
                      <a:endPar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1</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2</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3</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100</a:t>
                      </a:r>
                      <a:endPar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100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100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100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12079401"/>
                  </a:ext>
                </a:extLst>
              </a:tr>
              <a:tr h="2097088">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4</a:t>
                      </a:r>
                      <a:endPar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5</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6</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7</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rPr>
                        <a:t>8</a:t>
                      </a:r>
                    </a:p>
                  </a:txBody>
                  <a:tcP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800" b="1" i="0" u="none" strike="noStrike" cap="none" normalizeH="0" baseline="0">
                        <a:ln>
                          <a:noFill/>
                        </a:ln>
                        <a:solidFill>
                          <a:schemeClr val="tx1"/>
                        </a:solidFill>
                        <a:effectLst/>
                        <a:latin typeface="黑体" panose="02010609060101010101" pitchFamily="49"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90</a:t>
                      </a:r>
                      <a:endPar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130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170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170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170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10</a:t>
                      </a:r>
                      <a:endPar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10</a:t>
                      </a: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800" b="1" i="0" u="none" strike="noStrike" cap="none" normalizeH="0" baseline="0" dirty="0">
                          <a:ln>
                            <a:noFill/>
                          </a:ln>
                          <a:solidFill>
                            <a:schemeClr val="tx1"/>
                          </a:solidFill>
                          <a:effectLst/>
                          <a:latin typeface="黑体" panose="02010609060101010101" pitchFamily="49" charset="-122"/>
                          <a:ea typeface="宋体" panose="02010600030101010101" pitchFamily="2" charset="-122"/>
                        </a:rPr>
                        <a:t>10</a:t>
                      </a:r>
                    </a:p>
                  </a:txBody>
                  <a:tcP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19497432"/>
                  </a:ext>
                </a:extLst>
              </a:tr>
            </a:tbl>
          </a:graphicData>
        </a:graphic>
      </p:graphicFrame>
    </p:spTree>
    <p:extLst>
      <p:ext uri="{BB962C8B-B14F-4D97-AF65-F5344CB8AC3E}">
        <p14:creationId xmlns:p14="http://schemas.microsoft.com/office/powerpoint/2010/main" val="123492743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4.1.1 </a:t>
            </a:r>
            <a:r>
              <a:rPr lang="zh-CN" altLang="en-US" sz="2400" spc="300" dirty="0">
                <a:latin typeface="微软雅黑" panose="020B0503020204020204" pitchFamily="34" charset="-122"/>
                <a:ea typeface="微软雅黑" panose="020B0503020204020204" pitchFamily="34" charset="-122"/>
              </a:rPr>
              <a:t>单方案项目评价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762508"/>
            <a:ext cx="7920338" cy="300973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 </a:t>
            </a:r>
            <a:r>
              <a:rPr lang="en-US" altLang="zh-CN" sz="16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2.</a:t>
            </a:r>
            <a:r>
              <a:rPr lang="zh-CN" altLang="en-US" sz="1700" b="1" dirty="0">
                <a:solidFill>
                  <a:srgbClr val="FF0000"/>
                </a:solidFill>
                <a:latin typeface="华文楷体" panose="02010600040101010101" pitchFamily="2" charset="-122"/>
                <a:ea typeface="华文楷体" panose="02010600040101010101" pitchFamily="2" charset="-122"/>
              </a:rPr>
              <a:t>内部收益率法</a:t>
            </a: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基本思想：内部收益率法是一种通过求解使工程项目方案达到</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收支平衡时</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的对应临界</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贴现率</a:t>
            </a:r>
            <a:r>
              <a:rPr lang="en-US" altLang="zh-CN"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1" baseline="-25000"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，并将</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与</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基准贴现率</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或</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最低期望盈利率</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（由投资者确定）</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i</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相比较来决定工程项目是否值得投资的一种评价方法。</a:t>
            </a: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将该项目盈亏临界点</a:t>
            </a:r>
            <a:r>
              <a:rPr lang="en-US" altLang="zh-CN" sz="1600" dirty="0" err="1">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 = i</a:t>
            </a:r>
            <a:r>
              <a:rPr lang="en-US" altLang="zh-CN" sz="1600"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称为该工程项目的</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内部收益率</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，常记</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i</a:t>
            </a:r>
            <a:r>
              <a:rPr lang="en-US" altLang="zh-CN" sz="1600" baseline="-25000" dirty="0">
                <a:latin typeface="Times New Roman" panose="02020603050405020304" pitchFamily="18" charset="0"/>
                <a:ea typeface="华文楷体" panose="02010600040101010101" pitchFamily="2" charset="-122"/>
                <a:cs typeface="Times New Roman" panose="02020603050405020304" pitchFamily="18" charset="0"/>
              </a:rPr>
              <a:t>0</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为</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IRR</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r>
              <a:rPr lang="en-US" altLang="zh-CN" sz="1600" dirty="0">
                <a:latin typeface="Times New Roman" panose="02020603050405020304" pitchFamily="18" charset="0"/>
                <a:ea typeface="华文楷体" panose="02010600040101010101" pitchFamily="2" charset="-122"/>
                <a:cs typeface="Times New Roman" panose="02020603050405020304" pitchFamily="18" charset="0"/>
              </a:rPr>
              <a:t>Internal Rate of Return</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a:t>
            </a:r>
          </a:p>
          <a:p>
            <a:pPr marL="285750" indent="-285750" algn="just">
              <a:lnSpc>
                <a:spcPct val="150000"/>
              </a:lnSpc>
              <a:buFont typeface="Arial" panose="020B0604020202020204" pitchFamily="34" charset="0"/>
              <a:buChar char="•"/>
            </a:pP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内部收益率可以理解为对工程项目与占用资金的一种</a:t>
            </a:r>
            <a:r>
              <a:rPr lang="zh-CN" altLang="en-US" sz="1600"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恢复能力</a:t>
            </a:r>
            <a:r>
              <a:rPr lang="zh-CN" altLang="en-US" sz="1600" dirty="0">
                <a:latin typeface="Times New Roman" panose="02020603050405020304" pitchFamily="18" charset="0"/>
                <a:ea typeface="华文楷体" panose="02010600040101010101" pitchFamily="2" charset="-122"/>
                <a:cs typeface="Times New Roman" panose="02020603050405020304" pitchFamily="18" charset="0"/>
              </a:rPr>
              <a:t>，其值越高，说明项目方案的经济性越好。</a:t>
            </a:r>
          </a:p>
        </p:txBody>
      </p:sp>
    </p:spTree>
    <p:extLst>
      <p:ext uri="{BB962C8B-B14F-4D97-AF65-F5344CB8AC3E}">
        <p14:creationId xmlns:p14="http://schemas.microsoft.com/office/powerpoint/2010/main" val="3578240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4.1.1 </a:t>
            </a:r>
            <a:r>
              <a:rPr lang="zh-CN" altLang="en-US" sz="2400" spc="300" dirty="0">
                <a:latin typeface="微软雅黑" panose="020B0503020204020204" pitchFamily="34" charset="-122"/>
                <a:ea typeface="微软雅黑" panose="020B0503020204020204" pitchFamily="34" charset="-122"/>
              </a:rPr>
              <a:t>单方案项目评价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58532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 项目投资方案是否可行的判别准则如下：</a:t>
            </a:r>
          </a:p>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若                 ，则有                                                ，从而由净现值法判别准则得知该工程项目方案在</a:t>
            </a:r>
            <a:r>
              <a:rPr lang="en-US" altLang="zh-CN" sz="1800" b="0" i="0" u="none" strike="noStrike" baseline="0" dirty="0" err="1">
                <a:solidFill>
                  <a:srgbClr val="000000"/>
                </a:solidFill>
                <a:latin typeface="华文楷体" panose="02010600040101010101" pitchFamily="2" charset="-122"/>
                <a:ea typeface="华文楷体" panose="02010600040101010101" pitchFamily="2" charset="-122"/>
              </a:rPr>
              <a:t>ic</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水平下不可行</a:t>
            </a:r>
          </a:p>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若                 ，则有                                               ，从而由净现值法判别准则得知该工程项目方案在</a:t>
            </a:r>
            <a:r>
              <a:rPr lang="en-US" altLang="zh-CN" sz="1800" b="0" i="0" u="none" strike="noStrike" baseline="0" dirty="0" err="1">
                <a:solidFill>
                  <a:srgbClr val="000000"/>
                </a:solidFill>
                <a:latin typeface="华文楷体" panose="02010600040101010101" pitchFamily="2" charset="-122"/>
                <a:ea typeface="华文楷体" panose="02010600040101010101" pitchFamily="2" charset="-122"/>
              </a:rPr>
              <a:t>i</a:t>
            </a:r>
            <a:r>
              <a:rPr lang="en-US" altLang="zh-CN" sz="1800" b="0" i="0" u="none" strike="noStrike" baseline="-25000" dirty="0" err="1">
                <a:solidFill>
                  <a:srgbClr val="000000"/>
                </a:solidFill>
                <a:latin typeface="华文楷体" panose="02010600040101010101" pitchFamily="2" charset="-122"/>
                <a:ea typeface="华文楷体" panose="02010600040101010101" pitchFamily="2" charset="-122"/>
              </a:rPr>
              <a:t>c</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水平下可行</a:t>
            </a:r>
          </a:p>
          <a:p>
            <a:pPr marL="285750" indent="-285750" algn="just">
              <a:lnSpc>
                <a:spcPct val="150000"/>
              </a:lnSpc>
              <a:buFont typeface="Arial" panose="020B0604020202020204" pitchFamily="34" charset="0"/>
              <a:buChar char="•"/>
            </a:pP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注：净现值一般为</a:t>
            </a:r>
            <a:r>
              <a:rPr lang="en-US" altLang="zh-CN" sz="1800" b="0" i="0" u="none" strike="noStrike" baseline="0" dirty="0" err="1">
                <a:solidFill>
                  <a:srgbClr val="000000"/>
                </a:solidFill>
                <a:latin typeface="华文楷体" panose="02010600040101010101" pitchFamily="2" charset="-122"/>
                <a:ea typeface="华文楷体" panose="02010600040101010101" pitchFamily="2" charset="-122"/>
              </a:rPr>
              <a:t>i</a:t>
            </a:r>
            <a:r>
              <a:rPr lang="zh-CN" altLang="en-US" sz="1800" b="0" i="0" u="none" strike="noStrike" baseline="0" dirty="0">
                <a:solidFill>
                  <a:srgbClr val="000000"/>
                </a:solidFill>
                <a:latin typeface="华文楷体" panose="02010600040101010101" pitchFamily="2" charset="-122"/>
                <a:ea typeface="华文楷体" panose="02010600040101010101" pitchFamily="2" charset="-122"/>
              </a:rPr>
              <a:t>的单调降函数</a:t>
            </a:r>
          </a:p>
        </p:txBody>
      </p:sp>
      <p:graphicFrame>
        <p:nvGraphicFramePr>
          <p:cNvPr id="7" name="Object 4">
            <a:extLst>
              <a:ext uri="{FF2B5EF4-FFF2-40B4-BE49-F238E27FC236}">
                <a16:creationId xmlns:a16="http://schemas.microsoft.com/office/drawing/2014/main" id="{304035AD-6459-4B6F-9518-B619C25BC134}"/>
              </a:ext>
            </a:extLst>
          </p:cNvPr>
          <p:cNvGraphicFramePr>
            <a:graphicFrameLocks noChangeAspect="1"/>
          </p:cNvGraphicFramePr>
          <p:nvPr>
            <p:extLst>
              <p:ext uri="{D42A27DB-BD31-4B8C-83A1-F6EECF244321}">
                <p14:modId xmlns:p14="http://schemas.microsoft.com/office/powerpoint/2010/main" val="1180534317"/>
              </p:ext>
            </p:extLst>
          </p:nvPr>
        </p:nvGraphicFramePr>
        <p:xfrm>
          <a:off x="1212850" y="1376438"/>
          <a:ext cx="1008063" cy="360363"/>
        </p:xfrm>
        <a:graphic>
          <a:graphicData uri="http://schemas.openxmlformats.org/presentationml/2006/ole">
            <mc:AlternateContent xmlns:mc="http://schemas.openxmlformats.org/markup-compatibility/2006">
              <mc:Choice xmlns:v="urn:schemas-microsoft-com:vml" Requires="v">
                <p:oleObj name="公式" r:id="rId3" imgW="533169" imgH="228501" progId="Equation.3">
                  <p:embed/>
                </p:oleObj>
              </mc:Choice>
              <mc:Fallback>
                <p:oleObj name="公式" r:id="rId3" imgW="533169" imgH="228501" progId="Equation.3">
                  <p:embed/>
                  <p:pic>
                    <p:nvPicPr>
                      <p:cNvPr id="7" name="Object 4">
                        <a:extLst>
                          <a:ext uri="{FF2B5EF4-FFF2-40B4-BE49-F238E27FC236}">
                            <a16:creationId xmlns:a16="http://schemas.microsoft.com/office/drawing/2014/main" id="{304035AD-6459-4B6F-9518-B619C25BC1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2850" y="1376438"/>
                        <a:ext cx="1008063" cy="360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7">
            <a:extLst>
              <a:ext uri="{FF2B5EF4-FFF2-40B4-BE49-F238E27FC236}">
                <a16:creationId xmlns:a16="http://schemas.microsoft.com/office/drawing/2014/main" id="{D5A76287-BC67-4A87-9614-EFD6E5980FEE}"/>
              </a:ext>
            </a:extLst>
          </p:cNvPr>
          <p:cNvGraphicFramePr>
            <a:graphicFrameLocks noChangeAspect="1"/>
          </p:cNvGraphicFramePr>
          <p:nvPr>
            <p:extLst>
              <p:ext uri="{D42A27DB-BD31-4B8C-83A1-F6EECF244321}">
                <p14:modId xmlns:p14="http://schemas.microsoft.com/office/powerpoint/2010/main" val="989961707"/>
              </p:ext>
            </p:extLst>
          </p:nvPr>
        </p:nvGraphicFramePr>
        <p:xfrm>
          <a:off x="2876550" y="1358900"/>
          <a:ext cx="2674938" cy="360363"/>
        </p:xfrm>
        <a:graphic>
          <a:graphicData uri="http://schemas.openxmlformats.org/presentationml/2006/ole">
            <mc:AlternateContent xmlns:mc="http://schemas.openxmlformats.org/markup-compatibility/2006">
              <mc:Choice xmlns:v="urn:schemas-microsoft-com:vml" Requires="v">
                <p:oleObj name="公式" r:id="rId5" imgW="1497950" imgH="203112" progId="Equation.3">
                  <p:embed/>
                </p:oleObj>
              </mc:Choice>
              <mc:Fallback>
                <p:oleObj name="公式" r:id="rId5" imgW="1497950" imgH="203112" progId="Equation.3">
                  <p:embed/>
                  <p:pic>
                    <p:nvPicPr>
                      <p:cNvPr id="8" name="Object 7">
                        <a:extLst>
                          <a:ext uri="{FF2B5EF4-FFF2-40B4-BE49-F238E27FC236}">
                            <a16:creationId xmlns:a16="http://schemas.microsoft.com/office/drawing/2014/main" id="{D5A76287-BC67-4A87-9614-EFD6E5980FE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76550" y="1358900"/>
                        <a:ext cx="2674938" cy="360363"/>
                      </a:xfrm>
                      <a:prstGeom prst="rect">
                        <a:avLst/>
                      </a:prstGeom>
                      <a:noFill/>
                      <a:ln>
                        <a:noFill/>
                      </a:ln>
                      <a:effectLst/>
                    </p:spPr>
                  </p:pic>
                </p:oleObj>
              </mc:Fallback>
            </mc:AlternateContent>
          </a:graphicData>
        </a:graphic>
      </p:graphicFrame>
      <p:graphicFrame>
        <p:nvGraphicFramePr>
          <p:cNvPr id="3" name="Object 10">
            <a:extLst>
              <a:ext uri="{FF2B5EF4-FFF2-40B4-BE49-F238E27FC236}">
                <a16:creationId xmlns:a16="http://schemas.microsoft.com/office/drawing/2014/main" id="{9F10F676-0447-439B-B5EA-E2191DB0EAF5}"/>
              </a:ext>
            </a:extLst>
          </p:cNvPr>
          <p:cNvGraphicFramePr>
            <a:graphicFrameLocks noChangeAspect="1"/>
          </p:cNvGraphicFramePr>
          <p:nvPr>
            <p:extLst>
              <p:ext uri="{D42A27DB-BD31-4B8C-83A1-F6EECF244321}">
                <p14:modId xmlns:p14="http://schemas.microsoft.com/office/powerpoint/2010/main" val="812303212"/>
              </p:ext>
            </p:extLst>
          </p:nvPr>
        </p:nvGraphicFramePr>
        <p:xfrm>
          <a:off x="1212850" y="2211386"/>
          <a:ext cx="1008063" cy="360364"/>
        </p:xfrm>
        <a:graphic>
          <a:graphicData uri="http://schemas.openxmlformats.org/presentationml/2006/ole">
            <mc:AlternateContent xmlns:mc="http://schemas.openxmlformats.org/markup-compatibility/2006">
              <mc:Choice xmlns:v="urn:schemas-microsoft-com:vml" Requires="v">
                <p:oleObj name="公式" r:id="rId7" imgW="533169" imgH="228501" progId="Equation.3">
                  <p:embed/>
                </p:oleObj>
              </mc:Choice>
              <mc:Fallback>
                <p:oleObj name="公式" r:id="rId7" imgW="533169" imgH="228501" progId="Equation.3">
                  <p:embed/>
                  <p:pic>
                    <p:nvPicPr>
                      <p:cNvPr id="3" name="Object 10">
                        <a:extLst>
                          <a:ext uri="{FF2B5EF4-FFF2-40B4-BE49-F238E27FC236}">
                            <a16:creationId xmlns:a16="http://schemas.microsoft.com/office/drawing/2014/main" id="{9F10F676-0447-439B-B5EA-E2191DB0EAF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212850" y="2211386"/>
                        <a:ext cx="1008063" cy="360364"/>
                      </a:xfrm>
                      <a:prstGeom prst="rect">
                        <a:avLst/>
                      </a:prstGeom>
                      <a:noFill/>
                    </p:spPr>
                  </p:pic>
                </p:oleObj>
              </mc:Fallback>
            </mc:AlternateContent>
          </a:graphicData>
        </a:graphic>
      </p:graphicFrame>
      <p:graphicFrame>
        <p:nvGraphicFramePr>
          <p:cNvPr id="4" name="Object 11">
            <a:extLst>
              <a:ext uri="{FF2B5EF4-FFF2-40B4-BE49-F238E27FC236}">
                <a16:creationId xmlns:a16="http://schemas.microsoft.com/office/drawing/2014/main" id="{E78402C4-7EDE-4774-8225-80150AC7729E}"/>
              </a:ext>
            </a:extLst>
          </p:cNvPr>
          <p:cNvGraphicFramePr>
            <a:graphicFrameLocks noChangeAspect="1"/>
          </p:cNvGraphicFramePr>
          <p:nvPr>
            <p:extLst>
              <p:ext uri="{D42A27DB-BD31-4B8C-83A1-F6EECF244321}">
                <p14:modId xmlns:p14="http://schemas.microsoft.com/office/powerpoint/2010/main" val="689269150"/>
              </p:ext>
            </p:extLst>
          </p:nvPr>
        </p:nvGraphicFramePr>
        <p:xfrm>
          <a:off x="2876550" y="2211388"/>
          <a:ext cx="2674938" cy="312737"/>
        </p:xfrm>
        <a:graphic>
          <a:graphicData uri="http://schemas.openxmlformats.org/presentationml/2006/ole">
            <mc:AlternateContent xmlns:mc="http://schemas.openxmlformats.org/markup-compatibility/2006">
              <mc:Choice xmlns:v="urn:schemas-microsoft-com:vml" Requires="v">
                <p:oleObj name="公式" r:id="rId9" imgW="1497950" imgH="203112" progId="Equation.3">
                  <p:embed/>
                </p:oleObj>
              </mc:Choice>
              <mc:Fallback>
                <p:oleObj name="公式" r:id="rId9" imgW="1497950" imgH="203112" progId="Equation.3">
                  <p:embed/>
                  <p:pic>
                    <p:nvPicPr>
                      <p:cNvPr id="4" name="Object 11">
                        <a:extLst>
                          <a:ext uri="{FF2B5EF4-FFF2-40B4-BE49-F238E27FC236}">
                            <a16:creationId xmlns:a16="http://schemas.microsoft.com/office/drawing/2014/main" id="{E78402C4-7EDE-4774-8225-80150AC7729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6550" y="2211388"/>
                        <a:ext cx="2674938" cy="312737"/>
                      </a:xfrm>
                      <a:prstGeom prst="rect">
                        <a:avLst/>
                      </a:prstGeom>
                      <a:noFill/>
                    </p:spPr>
                  </p:pic>
                </p:oleObj>
              </mc:Fallback>
            </mc:AlternateContent>
          </a:graphicData>
        </a:graphic>
      </p:graphicFrame>
      <p:pic>
        <p:nvPicPr>
          <p:cNvPr id="5" name="图片 4">
            <a:extLst>
              <a:ext uri="{FF2B5EF4-FFF2-40B4-BE49-F238E27FC236}">
                <a16:creationId xmlns:a16="http://schemas.microsoft.com/office/drawing/2014/main" id="{E4B759AA-686E-4CA5-8E26-93A43D0EC2E4}"/>
              </a:ext>
            </a:extLst>
          </p:cNvPr>
          <p:cNvPicPr>
            <a:picLocks noChangeAspect="1"/>
          </p:cNvPicPr>
          <p:nvPr/>
        </p:nvPicPr>
        <p:blipFill>
          <a:blip r:embed="rId11"/>
          <a:stretch>
            <a:fillRect/>
          </a:stretch>
        </p:blipFill>
        <p:spPr>
          <a:xfrm>
            <a:off x="5274408" y="3056931"/>
            <a:ext cx="3009900" cy="1695450"/>
          </a:xfrm>
          <a:prstGeom prst="rect">
            <a:avLst/>
          </a:prstGeom>
        </p:spPr>
      </p:pic>
    </p:spTree>
    <p:extLst>
      <p:ext uri="{BB962C8B-B14F-4D97-AF65-F5344CB8AC3E}">
        <p14:creationId xmlns:p14="http://schemas.microsoft.com/office/powerpoint/2010/main" val="7275143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0" name="图片 149">
            <a:extLst>
              <a:ext uri="{FF2B5EF4-FFF2-40B4-BE49-F238E27FC236}">
                <a16:creationId xmlns:a16="http://schemas.microsoft.com/office/drawing/2014/main" id="{C2B3DAE2-DDFD-4768-AF5F-03CAFD457446}"/>
              </a:ext>
            </a:extLst>
          </p:cNvPr>
          <p:cNvPicPr>
            <a:picLocks noChangeAspect="1"/>
          </p:cNvPicPr>
          <p:nvPr/>
        </p:nvPicPr>
        <p:blipFill>
          <a:blip r:embed="rId3"/>
          <a:stretch>
            <a:fillRect/>
          </a:stretch>
        </p:blipFill>
        <p:spPr>
          <a:xfrm>
            <a:off x="3322907" y="187569"/>
            <a:ext cx="2498185" cy="4768362"/>
          </a:xfrm>
          <a:prstGeom prst="rect">
            <a:avLst/>
          </a:prstGeom>
        </p:spPr>
      </p:pic>
      <p:sp>
        <p:nvSpPr>
          <p:cNvPr id="152" name="文本框 151">
            <a:extLst>
              <a:ext uri="{FF2B5EF4-FFF2-40B4-BE49-F238E27FC236}">
                <a16:creationId xmlns:a16="http://schemas.microsoft.com/office/drawing/2014/main" id="{0DCE6016-D408-4934-8609-F2F0AD871118}"/>
              </a:ext>
            </a:extLst>
          </p:cNvPr>
          <p:cNvSpPr txBox="1"/>
          <p:nvPr/>
        </p:nvSpPr>
        <p:spPr>
          <a:xfrm>
            <a:off x="6006122" y="4586599"/>
            <a:ext cx="2778370" cy="369332"/>
          </a:xfrm>
          <a:prstGeom prst="rect">
            <a:avLst/>
          </a:prstGeom>
          <a:noFill/>
        </p:spPr>
        <p:txBody>
          <a:bodyPr wrap="square">
            <a:spAutoFit/>
          </a:bodyPr>
          <a:lstStyle/>
          <a:p>
            <a:pPr algn="ctr">
              <a:buClrTx/>
              <a:buFontTx/>
              <a:buNone/>
            </a:pPr>
            <a:r>
              <a:rPr kumimoji="1" lang="zh-CN" altLang="en-US" sz="1800" b="1" dirty="0">
                <a:solidFill>
                  <a:schemeClr val="tx1"/>
                </a:solidFill>
                <a:latin typeface="Times New Roman" panose="02020603050405020304" pitchFamily="18" charset="0"/>
              </a:rPr>
              <a:t>图</a:t>
            </a:r>
            <a:r>
              <a:rPr kumimoji="1" lang="en-US" altLang="zh-CN" sz="1800" b="1" dirty="0">
                <a:solidFill>
                  <a:schemeClr val="tx1"/>
                </a:solidFill>
                <a:latin typeface="Times New Roman" panose="02020603050405020304" pitchFamily="18" charset="0"/>
              </a:rPr>
              <a:t>4.2  </a:t>
            </a:r>
            <a:r>
              <a:rPr kumimoji="1" lang="zh-CN" altLang="en-US" sz="1800" b="1" dirty="0">
                <a:solidFill>
                  <a:schemeClr val="tx1"/>
                </a:solidFill>
                <a:latin typeface="Times New Roman" panose="02020603050405020304" pitchFamily="18" charset="0"/>
              </a:rPr>
              <a:t>对分法求解流程图</a:t>
            </a:r>
          </a:p>
        </p:txBody>
      </p:sp>
    </p:spTree>
    <p:extLst>
      <p:ext uri="{BB962C8B-B14F-4D97-AF65-F5344CB8AC3E}">
        <p14:creationId xmlns:p14="http://schemas.microsoft.com/office/powerpoint/2010/main" val="1594480700"/>
      </p:ext>
    </p:extLst>
  </p:cSld>
  <p:clrMapOvr>
    <a:masterClrMapping/>
  </p:clrMapOvr>
  <p:transition spd="slow">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223412"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例题：</a:t>
            </a:r>
          </a:p>
        </p:txBody>
      </p:sp>
      <p:pic>
        <p:nvPicPr>
          <p:cNvPr id="3" name="图片 2">
            <a:extLst>
              <a:ext uri="{FF2B5EF4-FFF2-40B4-BE49-F238E27FC236}">
                <a16:creationId xmlns:a16="http://schemas.microsoft.com/office/drawing/2014/main" id="{F8865E27-F6FE-43D3-954A-BDF9A0B5609B}"/>
              </a:ext>
            </a:extLst>
          </p:cNvPr>
          <p:cNvPicPr>
            <a:picLocks noChangeAspect="1"/>
          </p:cNvPicPr>
          <p:nvPr/>
        </p:nvPicPr>
        <p:blipFill>
          <a:blip r:embed="rId3"/>
          <a:stretch>
            <a:fillRect/>
          </a:stretch>
        </p:blipFill>
        <p:spPr>
          <a:xfrm>
            <a:off x="920720" y="704792"/>
            <a:ext cx="7302559" cy="4125110"/>
          </a:xfrm>
          <a:prstGeom prst="rect">
            <a:avLst/>
          </a:prstGeom>
        </p:spPr>
      </p:pic>
    </p:spTree>
    <p:extLst>
      <p:ext uri="{BB962C8B-B14F-4D97-AF65-F5344CB8AC3E}">
        <p14:creationId xmlns:p14="http://schemas.microsoft.com/office/powerpoint/2010/main" val="71586782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1915909"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回归分析法</a:t>
            </a:r>
          </a:p>
        </p:txBody>
      </p:sp>
      <p:sp>
        <p:nvSpPr>
          <p:cNvPr id="2" name="矩形 1">
            <a:extLst>
              <a:ext uri="{FF2B5EF4-FFF2-40B4-BE49-F238E27FC236}">
                <a16:creationId xmlns:a16="http://schemas.microsoft.com/office/drawing/2014/main" id="{1A343DEC-CFF6-41F5-B87C-0DFC08C67B76}"/>
              </a:ext>
            </a:extLst>
          </p:cNvPr>
          <p:cNvSpPr/>
          <p:nvPr/>
        </p:nvSpPr>
        <p:spPr>
          <a:xfrm>
            <a:off x="515258" y="1450382"/>
            <a:ext cx="8260492" cy="337675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查复利现值系数表知：</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NPV(</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=12%)</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       =-10+2*(0.8929+0.7118)+3*0.7972+4*(0.6355+0.5674) =0.4126</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NPV(</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=13%)</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       =-10+2*(0.8850+0.6931)+3*0.7831+4*(0.6133+0.5428) =0.1299</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NPV(</a:t>
            </a:r>
            <a:r>
              <a:rPr lang="en-US" altLang="zh-CN" dirty="0" err="1">
                <a:solidFill>
                  <a:srgbClr val="000000"/>
                </a:solidFill>
                <a:latin typeface="华文楷体" panose="02010600040101010101" pitchFamily="2" charset="-122"/>
                <a:ea typeface="华文楷体" panose="02010600040101010101" pitchFamily="2" charset="-122"/>
              </a:rPr>
              <a:t>i</a:t>
            </a:r>
            <a:r>
              <a:rPr lang="en-US" altLang="zh-CN" dirty="0">
                <a:solidFill>
                  <a:srgbClr val="000000"/>
                </a:solidFill>
                <a:latin typeface="华文楷体" panose="02010600040101010101" pitchFamily="2" charset="-122"/>
                <a:ea typeface="华文楷体" panose="02010600040101010101" pitchFamily="2" charset="-122"/>
              </a:rPr>
              <a:t>=14%)</a:t>
            </a:r>
          </a:p>
          <a:p>
            <a:pPr marL="285750" indent="-285750" algn="just">
              <a:lnSpc>
                <a:spcPct val="150000"/>
              </a:lnSpc>
              <a:buFont typeface="Arial" panose="020B0604020202020204" pitchFamily="34" charset="0"/>
              <a:buChar char="•"/>
            </a:pPr>
            <a:r>
              <a:rPr lang="en-US" altLang="zh-CN" dirty="0">
                <a:solidFill>
                  <a:srgbClr val="000000"/>
                </a:solidFill>
                <a:latin typeface="华文楷体" panose="02010600040101010101" pitchFamily="2" charset="-122"/>
                <a:ea typeface="华文楷体" panose="02010600040101010101" pitchFamily="2" charset="-122"/>
              </a:rPr>
              <a:t>       =-10+2*(0.8772+0.6750)+3*0.7695+4*(0.5921+0.5194) =-0.1411</a:t>
            </a:r>
          </a:p>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得</a:t>
            </a:r>
            <a:r>
              <a:rPr lang="en-US" altLang="zh-CN" dirty="0">
                <a:solidFill>
                  <a:srgbClr val="000000"/>
                </a:solidFill>
                <a:latin typeface="华文楷体" panose="02010600040101010101" pitchFamily="2" charset="-122"/>
                <a:ea typeface="华文楷体" panose="02010600040101010101" pitchFamily="2" charset="-122"/>
              </a:rPr>
              <a:t>IRR=(13%+14%)/2=13.5%</a:t>
            </a:r>
          </a:p>
        </p:txBody>
      </p:sp>
      <p:graphicFrame>
        <p:nvGraphicFramePr>
          <p:cNvPr id="8" name="Object 4">
            <a:extLst>
              <a:ext uri="{FF2B5EF4-FFF2-40B4-BE49-F238E27FC236}">
                <a16:creationId xmlns:a16="http://schemas.microsoft.com/office/drawing/2014/main" id="{DE327706-FE7D-4158-A973-0F77FC3E21BE}"/>
              </a:ext>
            </a:extLst>
          </p:cNvPr>
          <p:cNvGraphicFramePr>
            <a:graphicFrameLocks noChangeAspect="1"/>
          </p:cNvGraphicFramePr>
          <p:nvPr>
            <p:extLst>
              <p:ext uri="{D42A27DB-BD31-4B8C-83A1-F6EECF244321}">
                <p14:modId xmlns:p14="http://schemas.microsoft.com/office/powerpoint/2010/main" val="1120348333"/>
              </p:ext>
            </p:extLst>
          </p:nvPr>
        </p:nvGraphicFramePr>
        <p:xfrm>
          <a:off x="873979" y="704792"/>
          <a:ext cx="3102708" cy="627973"/>
        </p:xfrm>
        <a:graphic>
          <a:graphicData uri="http://schemas.openxmlformats.org/presentationml/2006/ole">
            <mc:AlternateContent xmlns:mc="http://schemas.openxmlformats.org/markup-compatibility/2006">
              <mc:Choice xmlns:v="urn:schemas-microsoft-com:vml" Requires="v">
                <p:oleObj name="公式" r:id="rId3" imgW="2146300" imgH="431800" progId="Equation.3">
                  <p:embed/>
                </p:oleObj>
              </mc:Choice>
              <mc:Fallback>
                <p:oleObj name="公式" r:id="rId3" imgW="2146300" imgH="431800" progId="Equation.3">
                  <p:embed/>
                  <p:pic>
                    <p:nvPicPr>
                      <p:cNvPr id="8" name="Object 4">
                        <a:extLst>
                          <a:ext uri="{FF2B5EF4-FFF2-40B4-BE49-F238E27FC236}">
                            <a16:creationId xmlns:a16="http://schemas.microsoft.com/office/drawing/2014/main" id="{DE327706-FE7D-4158-A973-0F77FC3E21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3979" y="704792"/>
                        <a:ext cx="3102708" cy="627973"/>
                      </a:xfrm>
                      <a:prstGeom prst="rect">
                        <a:avLst/>
                      </a:prstGeom>
                      <a:noFill/>
                    </p:spPr>
                  </p:pic>
                </p:oleObj>
              </mc:Fallback>
            </mc:AlternateContent>
          </a:graphicData>
        </a:graphic>
      </p:graphicFrame>
      <p:graphicFrame>
        <p:nvGraphicFramePr>
          <p:cNvPr id="10" name="Object 5">
            <a:extLst>
              <a:ext uri="{FF2B5EF4-FFF2-40B4-BE49-F238E27FC236}">
                <a16:creationId xmlns:a16="http://schemas.microsoft.com/office/drawing/2014/main" id="{765517E6-9320-4895-9086-7C3C57DF5037}"/>
              </a:ext>
            </a:extLst>
          </p:cNvPr>
          <p:cNvGraphicFramePr>
            <a:graphicFrameLocks noChangeAspect="1"/>
          </p:cNvGraphicFramePr>
          <p:nvPr>
            <p:extLst>
              <p:ext uri="{D42A27DB-BD31-4B8C-83A1-F6EECF244321}">
                <p14:modId xmlns:p14="http://schemas.microsoft.com/office/powerpoint/2010/main" val="3941531583"/>
              </p:ext>
            </p:extLst>
          </p:nvPr>
        </p:nvGraphicFramePr>
        <p:xfrm>
          <a:off x="3976687" y="754229"/>
          <a:ext cx="4542082" cy="624913"/>
        </p:xfrm>
        <a:graphic>
          <a:graphicData uri="http://schemas.openxmlformats.org/presentationml/2006/ole">
            <mc:AlternateContent xmlns:mc="http://schemas.openxmlformats.org/markup-compatibility/2006">
              <mc:Choice xmlns:v="urn:schemas-microsoft-com:vml" Requires="v">
                <p:oleObj name="公式" r:id="rId5" imgW="3162300" imgH="431800" progId="Equation.3">
                  <p:embed/>
                </p:oleObj>
              </mc:Choice>
              <mc:Fallback>
                <p:oleObj name="公式" r:id="rId5" imgW="3162300" imgH="431800" progId="Equation.3">
                  <p:embed/>
                  <p:pic>
                    <p:nvPicPr>
                      <p:cNvPr id="10" name="Object 5">
                        <a:extLst>
                          <a:ext uri="{FF2B5EF4-FFF2-40B4-BE49-F238E27FC236}">
                            <a16:creationId xmlns:a16="http://schemas.microsoft.com/office/drawing/2014/main" id="{765517E6-9320-4895-9086-7C3C57DF503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76687" y="754229"/>
                        <a:ext cx="4542082" cy="624913"/>
                      </a:xfrm>
                      <a:prstGeom prst="rect">
                        <a:avLst/>
                      </a:prstGeom>
                      <a:noFill/>
                    </p:spPr>
                  </p:pic>
                </p:oleObj>
              </mc:Fallback>
            </mc:AlternateContent>
          </a:graphicData>
        </a:graphic>
      </p:graphicFrame>
    </p:spTree>
    <p:extLst>
      <p:ext uri="{BB962C8B-B14F-4D97-AF65-F5344CB8AC3E}">
        <p14:creationId xmlns:p14="http://schemas.microsoft.com/office/powerpoint/2010/main" val="41926141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4.1.1 </a:t>
            </a:r>
            <a:r>
              <a:rPr lang="zh-CN" altLang="en-US" sz="2400" spc="300" dirty="0">
                <a:latin typeface="微软雅黑" panose="020B0503020204020204" pitchFamily="34" charset="-122"/>
                <a:ea typeface="微软雅黑" panose="020B0503020204020204" pitchFamily="34" charset="-122"/>
              </a:rPr>
              <a:t>单方案项目评价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83923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b="1" dirty="0">
                <a:solidFill>
                  <a:srgbClr val="FF0000"/>
                </a:solidFill>
                <a:latin typeface="华文楷体" panose="02010600040101010101" pitchFamily="2" charset="-122"/>
                <a:ea typeface="华文楷体" panose="02010600040101010101" pitchFamily="2" charset="-122"/>
              </a:rPr>
              <a:t>3.</a:t>
            </a:r>
            <a:r>
              <a:rPr lang="zh-CN" altLang="en-US" sz="1700" b="1" dirty="0">
                <a:solidFill>
                  <a:srgbClr val="FF0000"/>
                </a:solidFill>
                <a:latin typeface="华文楷体" panose="02010600040101010101" pitchFamily="2" charset="-122"/>
                <a:ea typeface="华文楷体" panose="02010600040101010101" pitchFamily="2" charset="-122"/>
              </a:rPr>
              <a:t>投资回收期法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所谓工程项目的投资回收期</a:t>
            </a:r>
            <a:r>
              <a:rPr lang="en-US" altLang="zh-CN" sz="1700" dirty="0" err="1">
                <a:solidFill>
                  <a:srgbClr val="000000"/>
                </a:solidFill>
                <a:latin typeface="华文楷体" panose="02010600040101010101" pitchFamily="2" charset="-122"/>
                <a:ea typeface="华文楷体" panose="02010600040101010101" pitchFamily="2" charset="-122"/>
              </a:rPr>
              <a:t>n</a:t>
            </a:r>
            <a:r>
              <a:rPr lang="en-US" altLang="zh-CN" sz="1700" baseline="-25000" dirty="0" err="1">
                <a:solidFill>
                  <a:srgbClr val="000000"/>
                </a:solidFill>
                <a:latin typeface="华文楷体" panose="02010600040101010101" pitchFamily="2" charset="-122"/>
                <a:ea typeface="华文楷体" panose="02010600040101010101" pitchFamily="2" charset="-122"/>
              </a:rPr>
              <a:t>d</a:t>
            </a:r>
            <a:r>
              <a:rPr lang="zh-CN" altLang="en-US" sz="1700" dirty="0">
                <a:solidFill>
                  <a:srgbClr val="000000"/>
                </a:solidFill>
                <a:latin typeface="华文楷体" panose="02010600040101010101" pitchFamily="2" charset="-122"/>
                <a:ea typeface="华文楷体" panose="02010600040101010101" pitchFamily="2" charset="-122"/>
              </a:rPr>
              <a:t>是指将该工程项目的投资以</a:t>
            </a:r>
            <a:r>
              <a:rPr lang="zh-CN" altLang="en-US" sz="1700" b="1" dirty="0">
                <a:solidFill>
                  <a:srgbClr val="FF0000"/>
                </a:solidFill>
                <a:latin typeface="华文楷体" panose="02010600040101010101" pitchFamily="2" charset="-122"/>
                <a:ea typeface="华文楷体" panose="02010600040101010101" pitchFamily="2" charset="-122"/>
              </a:rPr>
              <a:t>净收益</a:t>
            </a:r>
            <a:r>
              <a:rPr lang="zh-CN" altLang="en-US" sz="1700" dirty="0">
                <a:solidFill>
                  <a:srgbClr val="000000"/>
                </a:solidFill>
                <a:latin typeface="华文楷体" panose="02010600040101010101" pitchFamily="2" charset="-122"/>
                <a:ea typeface="华文楷体" panose="02010600040101010101" pitchFamily="2" charset="-122"/>
              </a:rPr>
              <a:t>的形式</a:t>
            </a:r>
            <a:r>
              <a:rPr lang="zh-CN" altLang="en-US" sz="1700" b="1" dirty="0">
                <a:solidFill>
                  <a:srgbClr val="FF0000"/>
                </a:solidFill>
                <a:latin typeface="华文楷体" panose="02010600040101010101" pitchFamily="2" charset="-122"/>
                <a:ea typeface="华文楷体" panose="02010600040101010101" pitchFamily="2" charset="-122"/>
              </a:rPr>
              <a:t>全部收回</a:t>
            </a:r>
            <a:r>
              <a:rPr lang="zh-CN" altLang="en-US" sz="1700" dirty="0">
                <a:solidFill>
                  <a:srgbClr val="000000"/>
                </a:solidFill>
                <a:latin typeface="华文楷体" panose="02010600040101010101" pitchFamily="2" charset="-122"/>
                <a:ea typeface="华文楷体" panose="02010600040101010101" pitchFamily="2" charset="-122"/>
              </a:rPr>
              <a:t>的</a:t>
            </a:r>
            <a:r>
              <a:rPr lang="zh-CN" altLang="en-US" sz="1700" b="1" dirty="0">
                <a:solidFill>
                  <a:srgbClr val="FF0000"/>
                </a:solidFill>
                <a:latin typeface="华文楷体" panose="02010600040101010101" pitchFamily="2" charset="-122"/>
                <a:ea typeface="华文楷体" panose="02010600040101010101" pitchFamily="2" charset="-122"/>
              </a:rPr>
              <a:t>时间</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投资回收期反映了能将项目投资得到补偿（回报）的速度（单位为年）。</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投资回收期法是通过给定工程项目的投资回收期的求解，并将其与行业基准投资回收期作比较来判决该投资项目的可行性的一种评价方法。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根据投资回收期</a:t>
            </a:r>
            <a:r>
              <a:rPr lang="en-US" altLang="zh-CN" sz="1700" dirty="0" err="1">
                <a:solidFill>
                  <a:srgbClr val="000000"/>
                </a:solidFill>
                <a:latin typeface="华文楷体" panose="02010600040101010101" pitchFamily="2" charset="-122"/>
                <a:ea typeface="华文楷体" panose="02010600040101010101" pitchFamily="2" charset="-122"/>
              </a:rPr>
              <a:t>n</a:t>
            </a:r>
            <a:r>
              <a:rPr lang="en-US" altLang="zh-CN" sz="1700" baseline="-25000" dirty="0" err="1">
                <a:solidFill>
                  <a:srgbClr val="000000"/>
                </a:solidFill>
                <a:latin typeface="华文楷体" panose="02010600040101010101" pitchFamily="2" charset="-122"/>
                <a:ea typeface="华文楷体" panose="02010600040101010101" pitchFamily="2" charset="-122"/>
              </a:rPr>
              <a:t>d</a:t>
            </a:r>
            <a:r>
              <a:rPr lang="zh-CN" altLang="en-US" sz="1700" dirty="0">
                <a:solidFill>
                  <a:srgbClr val="000000"/>
                </a:solidFill>
                <a:latin typeface="华文楷体" panose="02010600040101010101" pitchFamily="2" charset="-122"/>
                <a:ea typeface="华文楷体" panose="02010600040101010101" pitchFamily="2" charset="-122"/>
              </a:rPr>
              <a:t>的上述经济含义，显然有</a:t>
            </a:r>
          </a:p>
        </p:txBody>
      </p:sp>
      <p:graphicFrame>
        <p:nvGraphicFramePr>
          <p:cNvPr id="6" name="Object 4">
            <a:extLst>
              <a:ext uri="{FF2B5EF4-FFF2-40B4-BE49-F238E27FC236}">
                <a16:creationId xmlns:a16="http://schemas.microsoft.com/office/drawing/2014/main" id="{7E29143A-2CD6-45F4-B899-8D09B21B6EC5}"/>
              </a:ext>
            </a:extLst>
          </p:cNvPr>
          <p:cNvGraphicFramePr>
            <a:graphicFrameLocks noChangeAspect="1"/>
          </p:cNvGraphicFramePr>
          <p:nvPr>
            <p:extLst>
              <p:ext uri="{D42A27DB-BD31-4B8C-83A1-F6EECF244321}">
                <p14:modId xmlns:p14="http://schemas.microsoft.com/office/powerpoint/2010/main" val="1506102929"/>
              </p:ext>
            </p:extLst>
          </p:nvPr>
        </p:nvGraphicFramePr>
        <p:xfrm>
          <a:off x="2677766" y="3645285"/>
          <a:ext cx="3788081" cy="803940"/>
        </p:xfrm>
        <a:graphic>
          <a:graphicData uri="http://schemas.openxmlformats.org/presentationml/2006/ole">
            <mc:AlternateContent xmlns:mc="http://schemas.openxmlformats.org/markup-compatibility/2006">
              <mc:Choice xmlns:v="urn:schemas-microsoft-com:vml" Requires="v">
                <p:oleObj r:id="rId3" imgW="2094591" imgH="444307" progId="Equation.3">
                  <p:embed/>
                </p:oleObj>
              </mc:Choice>
              <mc:Fallback>
                <p:oleObj r:id="rId3" imgW="2094591" imgH="444307" progId="Equation.3">
                  <p:embed/>
                  <p:pic>
                    <p:nvPicPr>
                      <p:cNvPr id="6" name="Object 4">
                        <a:extLst>
                          <a:ext uri="{FF2B5EF4-FFF2-40B4-BE49-F238E27FC236}">
                            <a16:creationId xmlns:a16="http://schemas.microsoft.com/office/drawing/2014/main" id="{7E29143A-2CD6-45F4-B899-8D09B21B6E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77766" y="3645285"/>
                        <a:ext cx="3788081" cy="803940"/>
                      </a:xfrm>
                      <a:prstGeom prst="rect">
                        <a:avLst/>
                      </a:prstGeom>
                      <a:noFill/>
                      <a:ln>
                        <a:noFill/>
                      </a:ln>
                      <a:effectLst/>
                    </p:spPr>
                  </p:pic>
                </p:oleObj>
              </mc:Fallback>
            </mc:AlternateContent>
          </a:graphicData>
        </a:graphic>
      </p:graphicFrame>
    </p:spTree>
    <p:extLst>
      <p:ext uri="{BB962C8B-B14F-4D97-AF65-F5344CB8AC3E}">
        <p14:creationId xmlns:p14="http://schemas.microsoft.com/office/powerpoint/2010/main" val="118043631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2929007"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投资回收期的求解</a:t>
            </a:r>
          </a:p>
        </p:txBody>
      </p:sp>
      <p:sp>
        <p:nvSpPr>
          <p:cNvPr id="2" name="矩形 1">
            <a:extLst>
              <a:ext uri="{FF2B5EF4-FFF2-40B4-BE49-F238E27FC236}">
                <a16:creationId xmlns:a16="http://schemas.microsoft.com/office/drawing/2014/main" id="{1A343DEC-CFF6-41F5-B87C-0DFC08C67B76}"/>
              </a:ext>
            </a:extLst>
          </p:cNvPr>
          <p:cNvSpPr/>
          <p:nvPr/>
        </p:nvSpPr>
        <p:spPr>
          <a:xfrm>
            <a:off x="646880" y="1466473"/>
            <a:ext cx="7920338" cy="244682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求解上式有两种如下思路：</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当工程项目的现金流量采用简化分析时，可将所有时间点上的投资合并视作一次性初始投资</a:t>
            </a:r>
            <a:r>
              <a:rPr lang="en-US" altLang="zh-CN" sz="1700" dirty="0">
                <a:solidFill>
                  <a:srgbClr val="000000"/>
                </a:solidFill>
                <a:latin typeface="华文楷体" panose="02010600040101010101" pitchFamily="2" charset="-122"/>
                <a:ea typeface="华文楷体" panose="02010600040101010101" pitchFamily="2" charset="-122"/>
              </a:rPr>
              <a:t>K0</a:t>
            </a:r>
            <a:r>
              <a:rPr lang="zh-CN" altLang="en-US" sz="1700" dirty="0">
                <a:solidFill>
                  <a:srgbClr val="000000"/>
                </a:solidFill>
                <a:latin typeface="华文楷体" panose="02010600040101010101" pitchFamily="2" charset="-122"/>
                <a:ea typeface="华文楷体" panose="02010600040101010101" pitchFamily="2" charset="-122"/>
              </a:rPr>
              <a:t>，而系统运行后的净收益视作各年均等值为</a:t>
            </a:r>
            <a:r>
              <a:rPr lang="en-US" altLang="zh-CN" sz="1700" dirty="0">
                <a:solidFill>
                  <a:srgbClr val="000000"/>
                </a:solidFill>
                <a:latin typeface="华文楷体" panose="02010600040101010101" pitchFamily="2" charset="-122"/>
                <a:ea typeface="华文楷体" panose="02010600040101010101" pitchFamily="2" charset="-122"/>
              </a:rPr>
              <a:t>A</a:t>
            </a:r>
            <a:r>
              <a:rPr lang="zh-CN" altLang="en-US" sz="1700" dirty="0">
                <a:solidFill>
                  <a:srgbClr val="000000"/>
                </a:solidFill>
                <a:latin typeface="华文楷体" panose="02010600040101010101" pitchFamily="2" charset="-122"/>
                <a:ea typeface="华文楷体" panose="02010600040101010101" pitchFamily="2" charset="-122"/>
              </a:rPr>
              <a:t>且不考虑残值时，则上式可简化为</a:t>
            </a:r>
            <a:r>
              <a:rPr lang="en-US" altLang="zh-CN" sz="1700" dirty="0">
                <a:solidFill>
                  <a:srgbClr val="000000"/>
                </a:solidFill>
                <a:latin typeface="华文楷体" panose="02010600040101010101" pitchFamily="2" charset="-122"/>
                <a:ea typeface="华文楷体" panose="02010600040101010101" pitchFamily="2" charset="-122"/>
              </a:rPr>
              <a:t>:</a:t>
            </a:r>
          </a:p>
          <a:p>
            <a:pPr marL="285750" indent="-285750" algn="just">
              <a:lnSpc>
                <a:spcPct val="150000"/>
              </a:lnSpc>
              <a:buFont typeface="Arial" panose="020B0604020202020204" pitchFamily="34" charset="0"/>
              <a:buChar char="•"/>
            </a:pP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对上式经求和移项和取对数容易求得投资回收期的计算公式有</a:t>
            </a:r>
          </a:p>
        </p:txBody>
      </p:sp>
      <p:graphicFrame>
        <p:nvGraphicFramePr>
          <p:cNvPr id="7" name="Object 4">
            <a:extLst>
              <a:ext uri="{FF2B5EF4-FFF2-40B4-BE49-F238E27FC236}">
                <a16:creationId xmlns:a16="http://schemas.microsoft.com/office/drawing/2014/main" id="{2622C7DA-80D4-49A1-A5A4-4AB4D6F05287}"/>
              </a:ext>
            </a:extLst>
          </p:cNvPr>
          <p:cNvGraphicFramePr>
            <a:graphicFrameLocks noChangeAspect="1"/>
          </p:cNvGraphicFramePr>
          <p:nvPr>
            <p:extLst>
              <p:ext uri="{D42A27DB-BD31-4B8C-83A1-F6EECF244321}">
                <p14:modId xmlns:p14="http://schemas.microsoft.com/office/powerpoint/2010/main" val="2788077587"/>
              </p:ext>
            </p:extLst>
          </p:nvPr>
        </p:nvGraphicFramePr>
        <p:xfrm>
          <a:off x="2736056" y="731260"/>
          <a:ext cx="3671888" cy="779462"/>
        </p:xfrm>
        <a:graphic>
          <a:graphicData uri="http://schemas.openxmlformats.org/presentationml/2006/ole">
            <mc:AlternateContent xmlns:mc="http://schemas.openxmlformats.org/markup-compatibility/2006">
              <mc:Choice xmlns:v="urn:schemas-microsoft-com:vml" Requires="v">
                <p:oleObj r:id="rId3" imgW="2094591" imgH="444307" progId="Equation.3">
                  <p:embed/>
                </p:oleObj>
              </mc:Choice>
              <mc:Fallback>
                <p:oleObj r:id="rId3" imgW="2094591" imgH="444307" progId="Equation.3">
                  <p:embed/>
                  <p:pic>
                    <p:nvPicPr>
                      <p:cNvPr id="7" name="Object 4">
                        <a:extLst>
                          <a:ext uri="{FF2B5EF4-FFF2-40B4-BE49-F238E27FC236}">
                            <a16:creationId xmlns:a16="http://schemas.microsoft.com/office/drawing/2014/main" id="{2622C7DA-80D4-49A1-A5A4-4AB4D6F0528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36056" y="731260"/>
                        <a:ext cx="3671888" cy="779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8" name="Group 14">
            <a:extLst>
              <a:ext uri="{FF2B5EF4-FFF2-40B4-BE49-F238E27FC236}">
                <a16:creationId xmlns:a16="http://schemas.microsoft.com/office/drawing/2014/main" id="{C4881B62-8EC0-42B0-8E22-A4C2B1F97298}"/>
              </a:ext>
            </a:extLst>
          </p:cNvPr>
          <p:cNvGrpSpPr>
            <a:grpSpLocks/>
          </p:cNvGrpSpPr>
          <p:nvPr/>
        </p:nvGrpSpPr>
        <p:grpSpPr bwMode="auto">
          <a:xfrm>
            <a:off x="2012950" y="702817"/>
            <a:ext cx="2016125" cy="431800"/>
            <a:chOff x="884" y="1026"/>
            <a:chExt cx="1270" cy="272"/>
          </a:xfrm>
        </p:grpSpPr>
        <p:sp>
          <p:nvSpPr>
            <p:cNvPr id="9" name="Oval 11">
              <a:extLst>
                <a:ext uri="{FF2B5EF4-FFF2-40B4-BE49-F238E27FC236}">
                  <a16:creationId xmlns:a16="http://schemas.microsoft.com/office/drawing/2014/main" id="{27867394-C26D-4409-838B-D2C5C2430FFA}"/>
                </a:ext>
              </a:extLst>
            </p:cNvPr>
            <p:cNvSpPr>
              <a:spLocks noChangeArrowheads="1"/>
            </p:cNvSpPr>
            <p:nvPr/>
          </p:nvSpPr>
          <p:spPr bwMode="auto">
            <a:xfrm>
              <a:off x="1519" y="1071"/>
              <a:ext cx="635" cy="227"/>
            </a:xfrm>
            <a:prstGeom prst="ellipse">
              <a:avLst/>
            </a:prstGeom>
            <a:noFill/>
            <a:ln w="19050" algn="ctr">
              <a:solidFill>
                <a:srgbClr val="03610E"/>
              </a:solidFill>
              <a:prstDash val="dash"/>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0" name="Line 12">
              <a:extLst>
                <a:ext uri="{FF2B5EF4-FFF2-40B4-BE49-F238E27FC236}">
                  <a16:creationId xmlns:a16="http://schemas.microsoft.com/office/drawing/2014/main" id="{2AD007AD-ADC8-41D3-938D-C6CC1A9DEDF3}"/>
                </a:ext>
              </a:extLst>
            </p:cNvPr>
            <p:cNvSpPr>
              <a:spLocks noChangeShapeType="1"/>
            </p:cNvSpPr>
            <p:nvPr/>
          </p:nvSpPr>
          <p:spPr bwMode="auto">
            <a:xfrm flipH="1">
              <a:off x="1066" y="1117"/>
              <a:ext cx="499" cy="0"/>
            </a:xfrm>
            <a:prstGeom prst="line">
              <a:avLst/>
            </a:prstGeom>
            <a:noFill/>
            <a:ln w="28575">
              <a:solidFill>
                <a:srgbClr val="03610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1" name="Text Box 13">
              <a:extLst>
                <a:ext uri="{FF2B5EF4-FFF2-40B4-BE49-F238E27FC236}">
                  <a16:creationId xmlns:a16="http://schemas.microsoft.com/office/drawing/2014/main" id="{224B20E4-E163-4EA0-9C82-04F890DE9968}"/>
                </a:ext>
              </a:extLst>
            </p:cNvPr>
            <p:cNvSpPr txBox="1">
              <a:spLocks noChangeArrowheads="1"/>
            </p:cNvSpPr>
            <p:nvPr/>
          </p:nvSpPr>
          <p:spPr bwMode="auto">
            <a:xfrm>
              <a:off x="884" y="1026"/>
              <a:ext cx="212"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03610E"/>
                  </a:solidFill>
                </a:rPr>
                <a:t>A</a:t>
              </a:r>
            </a:p>
          </p:txBody>
        </p:sp>
      </p:grpSp>
      <p:sp>
        <p:nvSpPr>
          <p:cNvPr id="12" name="Text Box 17">
            <a:extLst>
              <a:ext uri="{FF2B5EF4-FFF2-40B4-BE49-F238E27FC236}">
                <a16:creationId xmlns:a16="http://schemas.microsoft.com/office/drawing/2014/main" id="{FE5D5E23-69DC-466B-B663-CC65AA1C8CD4}"/>
              </a:ext>
            </a:extLst>
          </p:cNvPr>
          <p:cNvSpPr txBox="1">
            <a:spLocks noChangeArrowheads="1"/>
          </p:cNvSpPr>
          <p:nvPr/>
        </p:nvSpPr>
        <p:spPr bwMode="auto">
          <a:xfrm>
            <a:off x="4472477" y="1689369"/>
            <a:ext cx="874712" cy="366713"/>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solidFill>
                  <a:srgbClr val="03610E"/>
                </a:solidFill>
              </a:rPr>
              <a:t>不考虑</a:t>
            </a:r>
          </a:p>
        </p:txBody>
      </p:sp>
      <p:sp>
        <p:nvSpPr>
          <p:cNvPr id="13" name="Oval 15">
            <a:extLst>
              <a:ext uri="{FF2B5EF4-FFF2-40B4-BE49-F238E27FC236}">
                <a16:creationId xmlns:a16="http://schemas.microsoft.com/office/drawing/2014/main" id="{BFEEFFC6-8771-4D25-90CA-8928AC43335F}"/>
              </a:ext>
            </a:extLst>
          </p:cNvPr>
          <p:cNvSpPr>
            <a:spLocks noChangeArrowheads="1"/>
          </p:cNvSpPr>
          <p:nvPr/>
        </p:nvSpPr>
        <p:spPr bwMode="auto">
          <a:xfrm>
            <a:off x="4076395" y="702817"/>
            <a:ext cx="792163" cy="936625"/>
          </a:xfrm>
          <a:prstGeom prst="ellipse">
            <a:avLst/>
          </a:prstGeom>
          <a:noFill/>
          <a:ln w="19050" algn="ctr">
            <a:solidFill>
              <a:srgbClr val="03610E"/>
            </a:solidFill>
            <a:prstDash val="dash"/>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4" name="Line 16">
            <a:extLst>
              <a:ext uri="{FF2B5EF4-FFF2-40B4-BE49-F238E27FC236}">
                <a16:creationId xmlns:a16="http://schemas.microsoft.com/office/drawing/2014/main" id="{8644F879-D1B0-43C9-BCE6-08DE79CD2415}"/>
              </a:ext>
            </a:extLst>
          </p:cNvPr>
          <p:cNvSpPr>
            <a:spLocks noChangeShapeType="1"/>
          </p:cNvSpPr>
          <p:nvPr/>
        </p:nvSpPr>
        <p:spPr bwMode="auto">
          <a:xfrm>
            <a:off x="4713045" y="1564817"/>
            <a:ext cx="144462" cy="21590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grpSp>
        <p:nvGrpSpPr>
          <p:cNvPr id="15" name="Group 10">
            <a:extLst>
              <a:ext uri="{FF2B5EF4-FFF2-40B4-BE49-F238E27FC236}">
                <a16:creationId xmlns:a16="http://schemas.microsoft.com/office/drawing/2014/main" id="{10DB81D3-6C7A-478B-BE4C-58662D8431F8}"/>
              </a:ext>
            </a:extLst>
          </p:cNvPr>
          <p:cNvGrpSpPr>
            <a:grpSpLocks/>
          </p:cNvGrpSpPr>
          <p:nvPr/>
        </p:nvGrpSpPr>
        <p:grpSpPr bwMode="auto">
          <a:xfrm>
            <a:off x="5124085" y="702351"/>
            <a:ext cx="2292350" cy="1008063"/>
            <a:chOff x="2835" y="1026"/>
            <a:chExt cx="1444" cy="635"/>
          </a:xfrm>
        </p:grpSpPr>
        <p:sp>
          <p:nvSpPr>
            <p:cNvPr id="16" name="Oval 7">
              <a:extLst>
                <a:ext uri="{FF2B5EF4-FFF2-40B4-BE49-F238E27FC236}">
                  <a16:creationId xmlns:a16="http://schemas.microsoft.com/office/drawing/2014/main" id="{53D4FD6E-5C6B-42D6-9FA6-70B1BCAC363A}"/>
                </a:ext>
              </a:extLst>
            </p:cNvPr>
            <p:cNvSpPr>
              <a:spLocks noChangeArrowheads="1"/>
            </p:cNvSpPr>
            <p:nvPr/>
          </p:nvSpPr>
          <p:spPr bwMode="auto">
            <a:xfrm>
              <a:off x="2835" y="1026"/>
              <a:ext cx="817" cy="635"/>
            </a:xfrm>
            <a:prstGeom prst="ellipse">
              <a:avLst/>
            </a:prstGeom>
            <a:noFill/>
            <a:ln w="28575" algn="ctr">
              <a:solidFill>
                <a:srgbClr val="03610E"/>
              </a:solidFill>
              <a:prstDash val="dash"/>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7" name="Line 8">
              <a:extLst>
                <a:ext uri="{FF2B5EF4-FFF2-40B4-BE49-F238E27FC236}">
                  <a16:creationId xmlns:a16="http://schemas.microsoft.com/office/drawing/2014/main" id="{66DE31C5-8B09-471B-8A7D-D214250FB389}"/>
                </a:ext>
              </a:extLst>
            </p:cNvPr>
            <p:cNvSpPr>
              <a:spLocks noChangeShapeType="1"/>
            </p:cNvSpPr>
            <p:nvPr/>
          </p:nvSpPr>
          <p:spPr bwMode="auto">
            <a:xfrm>
              <a:off x="3651" y="1253"/>
              <a:ext cx="364" cy="0"/>
            </a:xfrm>
            <a:prstGeom prst="line">
              <a:avLst/>
            </a:prstGeom>
            <a:noFill/>
            <a:ln w="28575">
              <a:solidFill>
                <a:srgbClr val="03610E"/>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18" name="Text Box 9">
              <a:extLst>
                <a:ext uri="{FF2B5EF4-FFF2-40B4-BE49-F238E27FC236}">
                  <a16:creationId xmlns:a16="http://schemas.microsoft.com/office/drawing/2014/main" id="{3EB9962A-AC06-40BE-AA36-ABD36666E7B6}"/>
                </a:ext>
              </a:extLst>
            </p:cNvPr>
            <p:cNvSpPr txBox="1">
              <a:spLocks noChangeArrowheads="1"/>
            </p:cNvSpPr>
            <p:nvPr/>
          </p:nvSpPr>
          <p:spPr bwMode="auto">
            <a:xfrm>
              <a:off x="4014" y="1117"/>
              <a:ext cx="265" cy="231"/>
            </a:xfrm>
            <a:prstGeom prst="rect">
              <a:avLst/>
            </a:prstGeom>
            <a:noFill/>
            <a:ln>
              <a:noFill/>
            </a:ln>
            <a:effectLst/>
            <a:extLst>
              <a:ext uri="{909E8E84-426E-40DD-AFC4-6F175D3DCCD1}">
                <a14:hiddenFill xmlns:a14="http://schemas.microsoft.com/office/drawing/2010/main">
                  <a:solidFill>
                    <a:srgbClr val="FFFF66"/>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en-US" altLang="zh-CN">
                  <a:solidFill>
                    <a:srgbClr val="03610E"/>
                  </a:solidFill>
                </a:rPr>
                <a:t>K</a:t>
              </a:r>
              <a:r>
                <a:rPr lang="en-US" altLang="zh-CN" baseline="-25000">
                  <a:solidFill>
                    <a:srgbClr val="03610E"/>
                  </a:solidFill>
                </a:rPr>
                <a:t>0</a:t>
              </a:r>
            </a:p>
          </p:txBody>
        </p:sp>
      </p:grpSp>
      <p:graphicFrame>
        <p:nvGraphicFramePr>
          <p:cNvPr id="19" name="Object 22">
            <a:extLst>
              <a:ext uri="{FF2B5EF4-FFF2-40B4-BE49-F238E27FC236}">
                <a16:creationId xmlns:a16="http://schemas.microsoft.com/office/drawing/2014/main" id="{E8B04955-9B23-4F36-AFC4-2B79C7D63690}"/>
              </a:ext>
            </a:extLst>
          </p:cNvPr>
          <p:cNvGraphicFramePr>
            <a:graphicFrameLocks noChangeAspect="1"/>
          </p:cNvGraphicFramePr>
          <p:nvPr>
            <p:extLst>
              <p:ext uri="{D42A27DB-BD31-4B8C-83A1-F6EECF244321}">
                <p14:modId xmlns:p14="http://schemas.microsoft.com/office/powerpoint/2010/main" val="624220574"/>
              </p:ext>
            </p:extLst>
          </p:nvPr>
        </p:nvGraphicFramePr>
        <p:xfrm>
          <a:off x="3063875" y="2908300"/>
          <a:ext cx="3086100" cy="650875"/>
        </p:xfrm>
        <a:graphic>
          <a:graphicData uri="http://schemas.openxmlformats.org/presentationml/2006/ole">
            <mc:AlternateContent xmlns:mc="http://schemas.openxmlformats.org/markup-compatibility/2006">
              <mc:Choice xmlns:v="urn:schemas-microsoft-com:vml" Requires="v">
                <p:oleObj r:id="rId5" imgW="2044700" imgH="444500" progId="Equation.3">
                  <p:embed/>
                </p:oleObj>
              </mc:Choice>
              <mc:Fallback>
                <p:oleObj r:id="rId5" imgW="2044700" imgH="444500" progId="Equation.3">
                  <p:embed/>
                  <p:pic>
                    <p:nvPicPr>
                      <p:cNvPr id="19" name="Object 22">
                        <a:extLst>
                          <a:ext uri="{FF2B5EF4-FFF2-40B4-BE49-F238E27FC236}">
                            <a16:creationId xmlns:a16="http://schemas.microsoft.com/office/drawing/2014/main" id="{E8B04955-9B23-4F36-AFC4-2B79C7D6369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63875" y="2908300"/>
                        <a:ext cx="3086100" cy="650875"/>
                      </a:xfrm>
                      <a:prstGeom prst="rect">
                        <a:avLst/>
                      </a:prstGeom>
                      <a:noFill/>
                    </p:spPr>
                  </p:pic>
                </p:oleObj>
              </mc:Fallback>
            </mc:AlternateContent>
          </a:graphicData>
        </a:graphic>
      </p:graphicFrame>
      <p:graphicFrame>
        <p:nvGraphicFramePr>
          <p:cNvPr id="20" name="Object 23">
            <a:extLst>
              <a:ext uri="{FF2B5EF4-FFF2-40B4-BE49-F238E27FC236}">
                <a16:creationId xmlns:a16="http://schemas.microsoft.com/office/drawing/2014/main" id="{25D2C14C-7FE6-4B75-B719-B2AF623EF993}"/>
              </a:ext>
            </a:extLst>
          </p:cNvPr>
          <p:cNvGraphicFramePr>
            <a:graphicFrameLocks noChangeAspect="1"/>
          </p:cNvGraphicFramePr>
          <p:nvPr>
            <p:extLst>
              <p:ext uri="{D42A27DB-BD31-4B8C-83A1-F6EECF244321}">
                <p14:modId xmlns:p14="http://schemas.microsoft.com/office/powerpoint/2010/main" val="3115581549"/>
              </p:ext>
            </p:extLst>
          </p:nvPr>
        </p:nvGraphicFramePr>
        <p:xfrm>
          <a:off x="3796566" y="3881539"/>
          <a:ext cx="1550623" cy="782637"/>
        </p:xfrm>
        <a:graphic>
          <a:graphicData uri="http://schemas.openxmlformats.org/presentationml/2006/ole">
            <mc:AlternateContent xmlns:mc="http://schemas.openxmlformats.org/markup-compatibility/2006">
              <mc:Choice xmlns:v="urn:schemas-microsoft-com:vml" Requires="v">
                <p:oleObj r:id="rId7" imgW="1117115" imgH="583947" progId="Equation.3">
                  <p:embed/>
                </p:oleObj>
              </mc:Choice>
              <mc:Fallback>
                <p:oleObj r:id="rId7" imgW="1117115" imgH="583947" progId="Equation.3">
                  <p:embed/>
                  <p:pic>
                    <p:nvPicPr>
                      <p:cNvPr id="20" name="Object 23">
                        <a:extLst>
                          <a:ext uri="{FF2B5EF4-FFF2-40B4-BE49-F238E27FC236}">
                            <a16:creationId xmlns:a16="http://schemas.microsoft.com/office/drawing/2014/main" id="{25D2C14C-7FE6-4B75-B719-B2AF623EF99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96566" y="3881539"/>
                        <a:ext cx="1550623" cy="782637"/>
                      </a:xfrm>
                      <a:prstGeom prst="rect">
                        <a:avLst/>
                      </a:prstGeom>
                      <a:noFill/>
                    </p:spPr>
                  </p:pic>
                </p:oleObj>
              </mc:Fallback>
            </mc:AlternateContent>
          </a:graphicData>
        </a:graphic>
      </p:graphicFrame>
    </p:spTree>
    <p:extLst>
      <p:ext uri="{BB962C8B-B14F-4D97-AF65-F5344CB8AC3E}">
        <p14:creationId xmlns:p14="http://schemas.microsoft.com/office/powerpoint/2010/main" val="37767279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3"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blinds(horizontal)">
                                      <p:cBhvr>
                                        <p:cTn id="24" dur="500"/>
                                        <p:tgtEl>
                                          <p:spTgt spid="12"/>
                                        </p:tgtEl>
                                      </p:cBhvr>
                                    </p:animEffect>
                                  </p:childTnLst>
                                </p:cTn>
                              </p:par>
                              <p:par>
                                <p:cTn id="25" presetID="3" presetClass="entr" presetSubtype="10" fill="hold"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blinds(horizontal)">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blinds(horizontal)">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blinds(horizontal)">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19"/>
                                        </p:tgtEl>
                                        <p:attrNameLst>
                                          <p:attrName>style.visibility</p:attrName>
                                        </p:attrNameLst>
                                      </p:cBhvr>
                                      <p:to>
                                        <p:strVal val="visible"/>
                                      </p:to>
                                    </p:set>
                                    <p:animEffect transition="in" filter="blinds(horizontal)">
                                      <p:cBhvr>
                                        <p:cTn id="42" dur="500"/>
                                        <p:tgtEl>
                                          <p:spTgt spid="19"/>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animEffect transition="in" filter="blinds(horizontal)">
                                      <p:cBhvr>
                                        <p:cTn id="47"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4.1.1 </a:t>
            </a:r>
            <a:r>
              <a:rPr lang="zh-CN" altLang="en-US" sz="2400" spc="300" dirty="0">
                <a:latin typeface="微软雅黑" panose="020B0503020204020204" pitchFamily="34" charset="-122"/>
                <a:ea typeface="微软雅黑" panose="020B0503020204020204" pitchFamily="34" charset="-122"/>
              </a:rPr>
              <a:t>单方案项目评价</a:t>
            </a:r>
          </a:p>
        </p:txBody>
      </p:sp>
      <p:graphicFrame>
        <p:nvGraphicFramePr>
          <p:cNvPr id="14" name="Group 30">
            <a:extLst>
              <a:ext uri="{FF2B5EF4-FFF2-40B4-BE49-F238E27FC236}">
                <a16:creationId xmlns:a16="http://schemas.microsoft.com/office/drawing/2014/main" id="{092BED16-02E2-4A40-A09D-07C666868DAC}"/>
              </a:ext>
            </a:extLst>
          </p:cNvPr>
          <p:cNvGraphicFramePr>
            <a:graphicFrameLocks/>
          </p:cNvGraphicFramePr>
          <p:nvPr>
            <p:extLst>
              <p:ext uri="{D42A27DB-BD31-4B8C-83A1-F6EECF244321}">
                <p14:modId xmlns:p14="http://schemas.microsoft.com/office/powerpoint/2010/main" val="712948041"/>
              </p:ext>
            </p:extLst>
          </p:nvPr>
        </p:nvGraphicFramePr>
        <p:xfrm>
          <a:off x="632211" y="739291"/>
          <a:ext cx="7879191" cy="4049189"/>
        </p:xfrm>
        <a:graphic>
          <a:graphicData uri="http://schemas.openxmlformats.org/drawingml/2006/table">
            <a:tbl>
              <a:tblPr/>
              <a:tblGrid>
                <a:gridCol w="1098534">
                  <a:extLst>
                    <a:ext uri="{9D8B030D-6E8A-4147-A177-3AD203B41FA5}">
                      <a16:colId xmlns:a16="http://schemas.microsoft.com/office/drawing/2014/main" val="1267445772"/>
                    </a:ext>
                  </a:extLst>
                </a:gridCol>
                <a:gridCol w="1909767">
                  <a:extLst>
                    <a:ext uri="{9D8B030D-6E8A-4147-A177-3AD203B41FA5}">
                      <a16:colId xmlns:a16="http://schemas.microsoft.com/office/drawing/2014/main" val="3850732034"/>
                    </a:ext>
                  </a:extLst>
                </a:gridCol>
                <a:gridCol w="2290663">
                  <a:extLst>
                    <a:ext uri="{9D8B030D-6E8A-4147-A177-3AD203B41FA5}">
                      <a16:colId xmlns:a16="http://schemas.microsoft.com/office/drawing/2014/main" val="1076971335"/>
                    </a:ext>
                  </a:extLst>
                </a:gridCol>
                <a:gridCol w="2580227">
                  <a:extLst>
                    <a:ext uri="{9D8B030D-6E8A-4147-A177-3AD203B41FA5}">
                      <a16:colId xmlns:a16="http://schemas.microsoft.com/office/drawing/2014/main" val="29849367"/>
                    </a:ext>
                  </a:extLst>
                </a:gridCol>
              </a:tblGrid>
              <a:tr h="969952">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1" lang="en-US" altLang="zh-CN"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    </a:t>
                      </a:r>
                      <a:r>
                        <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方法</a:t>
                      </a: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属性 </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9050" cap="flat" cmpd="sng" algn="ctr">
                      <a:solidFill>
                        <a:schemeClr val="tx1"/>
                      </a:solidFill>
                      <a:prstDash val="solid"/>
                      <a:round/>
                      <a:headEnd type="none" w="med" len="med"/>
                      <a:tailEnd type="none" w="med" len="med"/>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净现值法</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投资收益率法</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投资回收期法</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2405493"/>
                  </a:ext>
                </a:extLst>
              </a:tr>
              <a:tr h="1275605">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优点</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能反映项目占用资金的盈利能力。</a:t>
                      </a: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a:ln>
                            <a:noFill/>
                          </a:ln>
                          <a:solidFill>
                            <a:schemeClr val="tx1"/>
                          </a:solidFill>
                          <a:effectLst/>
                          <a:latin typeface="宋体" panose="02010600030101010101" pitchFamily="2" charset="-122"/>
                          <a:ea typeface="黑体" panose="02010609060101010101" pitchFamily="49" charset="-122"/>
                        </a:rPr>
                        <a:t>可在其基础上作项目投资不确定性分析</a:t>
                      </a: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黑体" panose="02010609060101010101" pitchFamily="49" charset="-122"/>
                          <a:cs typeface="Times New Roman" panose="02020603050405020304" pitchFamily="18" charset="0"/>
                        </a:rPr>
                        <a:t>能反映项目占用资金的盈利能力</a:t>
                      </a:r>
                      <a:endParaRPr kumimoji="1" lang="en-US" altLang="zh-CN"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采用百分率，与传统的利息形式一致，较为直观形象</a:t>
                      </a:r>
                      <a:endParaRPr kumimoji="1" lang="zh-CN" altLang="en-US"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rPr>
                        <a:t>能准确描述项目投资得到等值回收的速度（偿还能力）</a:t>
                      </a: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787856791"/>
                  </a:ext>
                </a:extLst>
              </a:tr>
              <a:tr h="1700688">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zh-CN" altLang="en-US" sz="1800" b="1" i="0" u="none" strike="noStrike" cap="none" normalizeH="0" baseline="0">
                          <a:ln>
                            <a:noFill/>
                          </a:ln>
                          <a:solidFill>
                            <a:schemeClr val="tx1"/>
                          </a:solidFill>
                          <a:effectLst/>
                          <a:latin typeface="黑体" panose="02010609060101010101" pitchFamily="49" charset="-122"/>
                          <a:ea typeface="黑体" panose="02010609060101010101" pitchFamily="49" charset="-122"/>
                        </a:rPr>
                        <a:t>缺点</a:t>
                      </a:r>
                    </a:p>
                  </a:txBody>
                  <a:tcPr anchor="ctr" horzOverflow="overflow">
                    <a:lnL w="190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a:ln>
                            <a:noFill/>
                          </a:ln>
                          <a:solidFill>
                            <a:schemeClr val="tx1"/>
                          </a:solidFill>
                          <a:effectLst/>
                          <a:latin typeface="宋体" panose="02010600030101010101" pitchFamily="2" charset="-122"/>
                          <a:ea typeface="黑体" panose="02010609060101010101" pitchFamily="49" charset="-122"/>
                        </a:rPr>
                        <a:t>不能反映项目投资的偿还能力</a:t>
                      </a: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zh-CN" altLang="en-US" sz="1400" b="1" i="0" u="none" strike="noStrike" cap="none" normalizeH="0" baseline="0">
                          <a:ln>
                            <a:noFill/>
                          </a:ln>
                          <a:solidFill>
                            <a:schemeClr val="tx1"/>
                          </a:solidFill>
                          <a:effectLst/>
                          <a:latin typeface="宋体" panose="02010600030101010101" pitchFamily="2" charset="-122"/>
                          <a:ea typeface="黑体" panose="02010609060101010101" pitchFamily="49" charset="-122"/>
                        </a:rPr>
                        <a:t>为一非线性代数方程，有可能出现无解或多个解的情形</a:t>
                      </a: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a:ln>
                            <a:noFill/>
                          </a:ln>
                          <a:solidFill>
                            <a:schemeClr val="tx1"/>
                          </a:solidFill>
                          <a:effectLst/>
                          <a:latin typeface="宋体" panose="02010600030101010101" pitchFamily="2" charset="-122"/>
                          <a:ea typeface="黑体" panose="02010609060101010101" pitchFamily="49" charset="-122"/>
                        </a:rPr>
                        <a:t>求解较为麻烦</a:t>
                      </a:r>
                      <a:endParaRPr kumimoji="1" lang="zh-CN" altLang="en-US" sz="1400" b="1" i="0" u="none" strike="noStrike" cap="none" normalizeH="0" baseline="0">
                        <a:ln>
                          <a:noFill/>
                        </a:ln>
                        <a:solidFill>
                          <a:schemeClr val="tx1"/>
                        </a:solidFill>
                        <a:effectLst/>
                        <a:latin typeface="黑体" panose="02010609060101010101" pitchFamily="49" charset="-122"/>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1" lang="en-US" altLang="zh-CN" sz="1400" b="1" i="0" u="none" strike="noStrike" cap="none" normalizeH="0" baseline="0" dirty="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没有考虑投资项目的使用年限。</a:t>
                      </a:r>
                      <a:endParaRPr kumimoji="1" lang="zh-CN" altLang="en-US"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dirty="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不能反映项目投资的可盈利性。</a:t>
                      </a:r>
                      <a:endParaRPr kumimoji="1" lang="zh-CN" altLang="en-US"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1" lang="en-US" altLang="zh-CN" sz="1400" b="1" i="0" u="none" strike="noStrike" cap="none" normalizeH="0" baseline="0" dirty="0">
                          <a:ln>
                            <a:noFill/>
                          </a:ln>
                          <a:solidFill>
                            <a:srgbClr val="FFCCFF"/>
                          </a:solidFill>
                          <a:effectLst/>
                          <a:latin typeface="Arial" panose="020B0604020202020204" pitchFamily="34" charset="0"/>
                          <a:ea typeface="黑体" panose="02010609060101010101" pitchFamily="49" charset="-122"/>
                        </a:rPr>
                        <a:t>·</a:t>
                      </a:r>
                      <a:r>
                        <a:rPr kumimoji="1" lang="zh-CN" altLang="en-US" sz="1400" b="1" i="0" u="none" strike="noStrike" cap="none" normalizeH="0" baseline="0" dirty="0">
                          <a:ln>
                            <a:noFill/>
                          </a:ln>
                          <a:solidFill>
                            <a:schemeClr val="tx1"/>
                          </a:solidFill>
                          <a:effectLst/>
                          <a:latin typeface="宋体" panose="02010600030101010101" pitchFamily="2" charset="-122"/>
                          <a:ea typeface="黑体" panose="02010609060101010101" pitchFamily="49" charset="-122"/>
                        </a:rPr>
                        <a:t>没有考虑投资回收期以后的收益</a:t>
                      </a:r>
                      <a:endParaRPr kumimoji="1" lang="zh-CN" altLang="en-US" sz="1400" b="1"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anchor="ctr" horzOverflow="overflow">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24291340"/>
                  </a:ext>
                </a:extLst>
              </a:tr>
            </a:tbl>
          </a:graphicData>
        </a:graphic>
      </p:graphicFrame>
    </p:spTree>
    <p:extLst>
      <p:ext uri="{BB962C8B-B14F-4D97-AF65-F5344CB8AC3E}">
        <p14:creationId xmlns:p14="http://schemas.microsoft.com/office/powerpoint/2010/main" val="75555746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4.1.2 </a:t>
            </a:r>
            <a:r>
              <a:rPr lang="zh-CN" altLang="en-US" sz="2400" spc="300" dirty="0">
                <a:latin typeface="微软雅黑" panose="020B0503020204020204" pitchFamily="34" charset="-122"/>
                <a:ea typeface="微软雅黑" panose="020B0503020204020204" pitchFamily="34" charset="-122"/>
              </a:rPr>
              <a:t>多方案项目评价</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1001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净现值法</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、说出使用净现值法进行多方案排序的步骤？</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、在什么情况下需要引入</a:t>
                </a:r>
                <a:r>
                  <a:rPr lang="zh-CN" altLang="en-US" sz="1700" dirty="0">
                    <a:solidFill>
                      <a:srgbClr val="FF0000"/>
                    </a:solidFill>
                    <a:latin typeface="华文楷体" panose="02010600040101010101" pitchFamily="2" charset="-122"/>
                    <a:ea typeface="华文楷体" panose="02010600040101010101" pitchFamily="2" charset="-122"/>
                  </a:rPr>
                  <a:t>现值指数</a:t>
                </a:r>
                <a:r>
                  <a:rPr lang="zh-CN" altLang="en-US" sz="1700" dirty="0">
                    <a:solidFill>
                      <a:srgbClr val="000000"/>
                    </a:solidFill>
                    <a:latin typeface="华文楷体" panose="02010600040101010101" pitchFamily="2" charset="-122"/>
                    <a:ea typeface="华文楷体" panose="02010600040101010101" pitchFamily="2" charset="-122"/>
                  </a:rPr>
                  <a:t>（净现值率）</a:t>
                </a:r>
                <a:r>
                  <a:rPr lang="en-US" altLang="zh-CN" sz="1700" dirty="0">
                    <a:solidFill>
                      <a:srgbClr val="000000"/>
                    </a:solidFill>
                    <a:latin typeface="华文楷体" panose="02010600040101010101" pitchFamily="2" charset="-122"/>
                    <a:ea typeface="华文楷体" panose="02010600040101010101" pitchFamily="2" charset="-122"/>
                  </a:rPr>
                  <a:t>?</a:t>
                </a:r>
              </a:p>
              <a:p>
                <a:pPr marL="285750" indent="-285750" algn="ctr">
                  <a:lnSpc>
                    <a:spcPct val="150000"/>
                  </a:lnSpc>
                  <a:buFont typeface="Arial" panose="020B0604020202020204" pitchFamily="34" charset="0"/>
                  <a:buChar char="•"/>
                </a:pPr>
                <a14:m>
                  <m:oMath xmlns:m="http://schemas.openxmlformats.org/officeDocument/2006/math">
                    <m:r>
                      <a:rPr lang="en-US" altLang="zh-CN" sz="1700" b="0" i="1" smtClean="0">
                        <a:solidFill>
                          <a:srgbClr val="000000"/>
                        </a:solidFill>
                        <a:latin typeface="Cambria Math" panose="02040503050406030204" pitchFamily="18" charset="0"/>
                        <a:ea typeface="华文楷体" panose="02010600040101010101" pitchFamily="2" charset="-122"/>
                      </a:rPr>
                      <m:t>𝑁𝑃𝑉𝑅</m:t>
                    </m:r>
                    <m:r>
                      <a:rPr lang="en-US" altLang="zh-CN" sz="1700" b="0" i="1" smtClean="0">
                        <a:solidFill>
                          <a:srgbClr val="000000"/>
                        </a:solidFill>
                        <a:latin typeface="Cambria Math" panose="02040503050406030204" pitchFamily="18" charset="0"/>
                        <a:ea typeface="华文楷体" panose="02010600040101010101" pitchFamily="2" charset="-122"/>
                      </a:rPr>
                      <m:t>=</m:t>
                    </m:r>
                    <m:f>
                      <m:fPr>
                        <m:ctrlPr>
                          <a:rPr lang="en-US" altLang="zh-CN" sz="1700" b="0" i="1" smtClean="0">
                            <a:solidFill>
                              <a:srgbClr val="000000"/>
                            </a:solidFill>
                            <a:latin typeface="Cambria Math" panose="02040503050406030204" pitchFamily="18" charset="0"/>
                            <a:ea typeface="华文楷体" panose="02010600040101010101" pitchFamily="2" charset="-122"/>
                          </a:rPr>
                        </m:ctrlPr>
                      </m:fPr>
                      <m:num>
                        <m:r>
                          <a:rPr lang="en-US" altLang="zh-CN" sz="1700" b="0" i="1" smtClean="0">
                            <a:solidFill>
                              <a:srgbClr val="000000"/>
                            </a:solidFill>
                            <a:latin typeface="Cambria Math" panose="02040503050406030204" pitchFamily="18" charset="0"/>
                            <a:ea typeface="华文楷体" panose="02010600040101010101" pitchFamily="2" charset="-122"/>
                          </a:rPr>
                          <m:t>𝑁𝑃𝑉</m:t>
                        </m:r>
                      </m:num>
                      <m:den>
                        <m:nary>
                          <m:naryPr>
                            <m:chr m:val="∑"/>
                            <m:ctrlPr>
                              <a:rPr lang="en-US" altLang="zh-CN" sz="1700" b="0" i="1" smtClean="0">
                                <a:solidFill>
                                  <a:srgbClr val="000000"/>
                                </a:solidFill>
                                <a:latin typeface="Cambria Math" panose="02040503050406030204" pitchFamily="18" charset="0"/>
                                <a:ea typeface="华文楷体" panose="02010600040101010101" pitchFamily="2" charset="-122"/>
                              </a:rPr>
                            </m:ctrlPr>
                          </m:naryPr>
                          <m:sub>
                            <m:r>
                              <m:rPr>
                                <m:brk m:alnAt="23"/>
                              </m:rPr>
                              <a:rPr lang="en-US" altLang="zh-CN" sz="1700" b="0" i="1" smtClean="0">
                                <a:solidFill>
                                  <a:srgbClr val="000000"/>
                                </a:solidFill>
                                <a:latin typeface="Cambria Math" panose="02040503050406030204" pitchFamily="18" charset="0"/>
                                <a:ea typeface="华文楷体" panose="02010600040101010101" pitchFamily="2" charset="-122"/>
                              </a:rPr>
                              <m:t>𝑡</m:t>
                            </m:r>
                            <m:r>
                              <a:rPr lang="en-US" altLang="zh-CN" sz="1700" b="0" i="1" smtClean="0">
                                <a:solidFill>
                                  <a:srgbClr val="000000"/>
                                </a:solidFill>
                                <a:latin typeface="Cambria Math" panose="02040503050406030204" pitchFamily="18" charset="0"/>
                                <a:ea typeface="华文楷体" panose="02010600040101010101" pitchFamily="2" charset="-122"/>
                              </a:rPr>
                              <m:t>=0</m:t>
                            </m:r>
                          </m:sub>
                          <m:sup>
                            <m:r>
                              <a:rPr lang="en-US" altLang="zh-CN" sz="1700" b="0" i="1" smtClean="0">
                                <a:solidFill>
                                  <a:srgbClr val="000000"/>
                                </a:solidFill>
                                <a:latin typeface="Cambria Math" panose="02040503050406030204" pitchFamily="18" charset="0"/>
                                <a:ea typeface="华文楷体" panose="02010600040101010101" pitchFamily="2" charset="-122"/>
                              </a:rPr>
                              <m:t>𝑁</m:t>
                            </m:r>
                          </m:sup>
                          <m:e>
                            <m:f>
                              <m:fPr>
                                <m:ctrlPr>
                                  <a:rPr lang="en-US" altLang="zh-CN" sz="1700" b="0" i="1" smtClean="0">
                                    <a:solidFill>
                                      <a:srgbClr val="000000"/>
                                    </a:solidFill>
                                    <a:latin typeface="Cambria Math" panose="02040503050406030204" pitchFamily="18" charset="0"/>
                                    <a:ea typeface="华文楷体" panose="02010600040101010101" pitchFamily="2" charset="-122"/>
                                  </a:rPr>
                                </m:ctrlPr>
                              </m:fPr>
                              <m:num>
                                <m:sSub>
                                  <m:sSubPr>
                                    <m:ctrlPr>
                                      <a:rPr lang="en-US" altLang="zh-CN" sz="1700" b="0" i="1" smtClean="0">
                                        <a:solidFill>
                                          <a:srgbClr val="000000"/>
                                        </a:solidFill>
                                        <a:latin typeface="Cambria Math" panose="02040503050406030204" pitchFamily="18" charset="0"/>
                                        <a:ea typeface="华文楷体" panose="02010600040101010101" pitchFamily="2" charset="-122"/>
                                      </a:rPr>
                                    </m:ctrlPr>
                                  </m:sSubPr>
                                  <m:e>
                                    <m:r>
                                      <a:rPr lang="en-US" altLang="zh-CN" sz="1700" b="0" i="1" smtClean="0">
                                        <a:solidFill>
                                          <a:srgbClr val="000000"/>
                                        </a:solidFill>
                                        <a:latin typeface="Cambria Math" panose="02040503050406030204" pitchFamily="18" charset="0"/>
                                        <a:ea typeface="华文楷体" panose="02010600040101010101" pitchFamily="2" charset="-122"/>
                                      </a:rPr>
                                      <m:t>𝐾</m:t>
                                    </m:r>
                                  </m:e>
                                  <m:sub>
                                    <m:r>
                                      <a:rPr lang="en-US" altLang="zh-CN" sz="1700" b="0" i="1" smtClean="0">
                                        <a:solidFill>
                                          <a:srgbClr val="000000"/>
                                        </a:solidFill>
                                        <a:latin typeface="Cambria Math" panose="02040503050406030204" pitchFamily="18" charset="0"/>
                                        <a:ea typeface="华文楷体" panose="02010600040101010101" pitchFamily="2" charset="-122"/>
                                      </a:rPr>
                                      <m:t>𝑡</m:t>
                                    </m:r>
                                  </m:sub>
                                </m:sSub>
                              </m:num>
                              <m:den>
                                <m:sSup>
                                  <m:sSupPr>
                                    <m:ctrlPr>
                                      <a:rPr lang="en-US" altLang="zh-CN" sz="1700" b="0" i="1" smtClean="0">
                                        <a:solidFill>
                                          <a:srgbClr val="000000"/>
                                        </a:solidFill>
                                        <a:latin typeface="Cambria Math" panose="02040503050406030204" pitchFamily="18" charset="0"/>
                                        <a:ea typeface="华文楷体" panose="02010600040101010101" pitchFamily="2" charset="-122"/>
                                      </a:rPr>
                                    </m:ctrlPr>
                                  </m:sSupPr>
                                  <m:e>
                                    <m:r>
                                      <a:rPr lang="en-US" altLang="zh-CN" sz="1700" b="0" i="1" smtClean="0">
                                        <a:solidFill>
                                          <a:srgbClr val="000000"/>
                                        </a:solidFill>
                                        <a:latin typeface="Cambria Math" panose="02040503050406030204" pitchFamily="18" charset="0"/>
                                        <a:ea typeface="华文楷体" panose="02010600040101010101" pitchFamily="2" charset="-122"/>
                                      </a:rPr>
                                      <m:t>(1+</m:t>
                                    </m:r>
                                    <m:r>
                                      <a:rPr lang="en-US" altLang="zh-CN" sz="1700" b="0" i="1" smtClean="0">
                                        <a:solidFill>
                                          <a:srgbClr val="000000"/>
                                        </a:solidFill>
                                        <a:latin typeface="Cambria Math" panose="02040503050406030204" pitchFamily="18" charset="0"/>
                                        <a:ea typeface="华文楷体" panose="02010600040101010101" pitchFamily="2" charset="-122"/>
                                      </a:rPr>
                                      <m:t>𝑖</m:t>
                                    </m:r>
                                    <m:r>
                                      <a:rPr lang="en-US" altLang="zh-CN" sz="1700" b="0" i="1" smtClean="0">
                                        <a:solidFill>
                                          <a:srgbClr val="000000"/>
                                        </a:solidFill>
                                        <a:latin typeface="Cambria Math" panose="02040503050406030204" pitchFamily="18" charset="0"/>
                                        <a:ea typeface="华文楷体" panose="02010600040101010101" pitchFamily="2" charset="-122"/>
                                      </a:rPr>
                                      <m:t>)</m:t>
                                    </m:r>
                                  </m:e>
                                  <m:sup>
                                    <m:r>
                                      <a:rPr lang="en-US" altLang="zh-CN" sz="1700" b="0" i="1" smtClean="0">
                                        <a:solidFill>
                                          <a:srgbClr val="000000"/>
                                        </a:solidFill>
                                        <a:latin typeface="Cambria Math" panose="02040503050406030204" pitchFamily="18" charset="0"/>
                                        <a:ea typeface="华文楷体" panose="02010600040101010101" pitchFamily="2" charset="-122"/>
                                      </a:rPr>
                                      <m:t>𝑡</m:t>
                                    </m:r>
                                  </m:sup>
                                </m:sSup>
                              </m:den>
                            </m:f>
                          </m:e>
                        </m:nary>
                      </m:den>
                    </m:f>
                  </m:oMath>
                </a14:m>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现值指数的含义是什么？</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843428"/>
                <a:ext cx="7920338" cy="2410019"/>
              </a:xfrm>
              <a:prstGeom prst="rect">
                <a:avLst/>
              </a:prstGeom>
              <a:blipFill>
                <a:blip r:embed="rId3"/>
                <a:stretch>
                  <a:fillRect l="-385" b="-252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1297458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4.1.2 </a:t>
            </a:r>
            <a:r>
              <a:rPr lang="zh-CN" altLang="en-US" sz="2400" spc="300" dirty="0">
                <a:latin typeface="微软雅黑" panose="020B0503020204020204" pitchFamily="34" charset="-122"/>
                <a:ea typeface="微软雅黑" panose="020B0503020204020204" pitchFamily="34" charset="-122"/>
              </a:rPr>
              <a:t>多方案项目排序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净年值法</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、使用净年值法进行多方案排序的适用条件是什么？</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项目寿命期相同</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、说出使用净年值法进行多方案排序的基本思路？</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FF0000"/>
                </a:solidFill>
                <a:latin typeface="华文楷体" panose="02010600040101010101" pitchFamily="2" charset="-122"/>
                <a:ea typeface="华文楷体" panose="02010600040101010101" pitchFamily="2" charset="-122"/>
              </a:rPr>
              <a:t>相对比较法（年均效益）</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、净年值法的关键是计算“净年值（</a:t>
            </a:r>
            <a:r>
              <a:rPr lang="en-US" altLang="zh-CN" sz="1700" dirty="0">
                <a:solidFill>
                  <a:srgbClr val="000000"/>
                </a:solidFill>
                <a:latin typeface="华文楷体" panose="02010600040101010101" pitchFamily="2" charset="-122"/>
                <a:ea typeface="华文楷体" panose="02010600040101010101" pitchFamily="2" charset="-122"/>
              </a:rPr>
              <a:t>NAV</a:t>
            </a:r>
            <a:r>
              <a:rPr lang="zh-CN" altLang="en-US" sz="1700" dirty="0">
                <a:solidFill>
                  <a:srgbClr val="000000"/>
                </a:solidFill>
                <a:latin typeface="华文楷体" panose="02010600040101010101" pitchFamily="2" charset="-122"/>
                <a:ea typeface="华文楷体" panose="02010600040101010101" pitchFamily="2" charset="-122"/>
              </a:rPr>
              <a:t>）”，如何计算净年值？</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 </a:t>
            </a:r>
            <a:r>
              <a:rPr lang="zh-CN" altLang="en-US" sz="1700" dirty="0">
                <a:solidFill>
                  <a:srgbClr val="000000"/>
                </a:solidFill>
                <a:latin typeface="华文楷体" panose="02010600040101010101" pitchFamily="2" charset="-122"/>
                <a:ea typeface="华文楷体" panose="02010600040101010101" pitchFamily="2" charset="-122"/>
              </a:rPr>
              <a:t>计算净现值</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 </a:t>
            </a:r>
            <a:r>
              <a:rPr lang="zh-CN" altLang="en-US" sz="1700" dirty="0">
                <a:solidFill>
                  <a:srgbClr val="000000"/>
                </a:solidFill>
                <a:latin typeface="华文楷体" panose="02010600040101010101" pitchFamily="2" charset="-122"/>
                <a:ea typeface="华文楷体" panose="02010600040101010101" pitchFamily="2" charset="-122"/>
              </a:rPr>
              <a:t>等额分摊到寿命周期内</a:t>
            </a:r>
          </a:p>
        </p:txBody>
      </p:sp>
    </p:spTree>
    <p:extLst>
      <p:ext uri="{BB962C8B-B14F-4D97-AF65-F5344CB8AC3E}">
        <p14:creationId xmlns:p14="http://schemas.microsoft.com/office/powerpoint/2010/main" val="87159121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4.1.2 </a:t>
            </a:r>
            <a:r>
              <a:rPr lang="zh-CN" altLang="en-US" sz="2400" spc="300" dirty="0">
                <a:latin typeface="微软雅黑" panose="020B0503020204020204" pitchFamily="34" charset="-122"/>
                <a:ea typeface="微软雅黑" panose="020B0503020204020204" pitchFamily="34" charset="-122"/>
              </a:rPr>
              <a:t>多方案项目排序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研究期法</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、采用研究期法进行多方案排序的基本思想是什么？</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、为什么在净年值法能解决问题的情况下又引入研究期法？</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时间越长，不确定性越多。</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、研究期法中的关键问题：</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一是研究期如何确定？</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二是寿命期长的方案在研究期末的残值如何确定？</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67876798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3621504"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4.1.2 </a:t>
            </a:r>
            <a:r>
              <a:rPr lang="zh-CN" altLang="en-US" sz="2400" spc="300" dirty="0">
                <a:latin typeface="微软雅黑" panose="020B0503020204020204" pitchFamily="34" charset="-122"/>
                <a:ea typeface="微软雅黑" panose="020B0503020204020204" pitchFamily="34" charset="-122"/>
              </a:rPr>
              <a:t>多方案项目排序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多方案组合排序法</a:t>
            </a:r>
            <a:endParaRPr lang="en-US" altLang="zh-CN" sz="17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、说出多方案组合排序的适用条件是什么？</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、理解关键概念：独立项目</a:t>
            </a:r>
          </a:p>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、结合例题，掌握多方案组合排序的步骤？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独立项目是指不受其他项目影响而进行选择的项目。</a:t>
            </a:r>
          </a:p>
        </p:txBody>
      </p:sp>
    </p:spTree>
    <p:extLst>
      <p:ext uri="{BB962C8B-B14F-4D97-AF65-F5344CB8AC3E}">
        <p14:creationId xmlns:p14="http://schemas.microsoft.com/office/powerpoint/2010/main" val="2516324998"/>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6025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4.1.3 </a:t>
            </a:r>
            <a:r>
              <a:rPr lang="zh-CN" altLang="en-US" sz="2400" spc="300" dirty="0">
                <a:latin typeface="微软雅黑" panose="020B0503020204020204" pitchFamily="34" charset="-122"/>
                <a:ea typeface="微软雅黑" panose="020B0503020204020204" pitchFamily="34" charset="-122"/>
              </a:rPr>
              <a:t>特殊项目的多方案排序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FF0000"/>
                </a:solidFill>
                <a:latin typeface="华文楷体" panose="02010600040101010101" pitchFamily="2" charset="-122"/>
                <a:ea typeface="华文楷体" panose="02010600040101010101" pitchFamily="2" charset="-122"/>
              </a:rPr>
              <a:t>短期项目</a:t>
            </a:r>
            <a:r>
              <a:rPr lang="zh-CN" altLang="en-US" sz="1700" dirty="0">
                <a:solidFill>
                  <a:srgbClr val="000000"/>
                </a:solidFill>
                <a:latin typeface="华文楷体" panose="02010600040101010101" pitchFamily="2" charset="-122"/>
                <a:ea typeface="华文楷体" panose="02010600040101010101" pitchFamily="2" charset="-122"/>
              </a:rPr>
              <a:t>的多方案排序</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寿命为一年或一年以内的项目投资方案</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直接将各方案的</a:t>
            </a:r>
            <a:r>
              <a:rPr lang="zh-CN" altLang="en-US" sz="1700" dirty="0">
                <a:solidFill>
                  <a:srgbClr val="FF0000"/>
                </a:solidFill>
                <a:latin typeface="华文楷体" panose="02010600040101010101" pitchFamily="2" charset="-122"/>
                <a:ea typeface="华文楷体" panose="02010600040101010101" pitchFamily="2" charset="-122"/>
              </a:rPr>
              <a:t>投资收益率</a:t>
            </a:r>
            <a:r>
              <a:rPr lang="zh-CN" altLang="en-US" sz="1700" dirty="0">
                <a:solidFill>
                  <a:srgbClr val="000000"/>
                </a:solidFill>
                <a:latin typeface="华文楷体" panose="02010600040101010101" pitchFamily="2" charset="-122"/>
                <a:ea typeface="华文楷体" panose="02010600040101010101" pitchFamily="2" charset="-122"/>
              </a:rPr>
              <a:t>（单位投资的净收益）做比较，同时综合考虑各因素（企业的财务状况、人力状况等）。</a:t>
            </a:r>
          </a:p>
        </p:txBody>
      </p:sp>
    </p:spTree>
    <p:extLst>
      <p:ext uri="{BB962C8B-B14F-4D97-AF65-F5344CB8AC3E}">
        <p14:creationId xmlns:p14="http://schemas.microsoft.com/office/powerpoint/2010/main" val="412088581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660250"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4.1.3 </a:t>
            </a:r>
            <a:r>
              <a:rPr lang="zh-CN" altLang="en-US" sz="2400" spc="300" dirty="0">
                <a:latin typeface="微软雅黑" panose="020B0503020204020204" pitchFamily="34" charset="-122"/>
                <a:ea typeface="微软雅黑" panose="020B0503020204020204" pitchFamily="34" charset="-122"/>
              </a:rPr>
              <a:t>特殊项目的多方案排序</a:t>
            </a:r>
          </a:p>
        </p:txBody>
      </p:sp>
      <p:sp>
        <p:nvSpPr>
          <p:cNvPr id="2" name="矩形 1">
            <a:extLst>
              <a:ext uri="{FF2B5EF4-FFF2-40B4-BE49-F238E27FC236}">
                <a16:creationId xmlns:a16="http://schemas.microsoft.com/office/drawing/2014/main" id="{1A343DEC-CFF6-41F5-B87C-0DFC08C67B76}"/>
              </a:ext>
            </a:extLst>
          </p:cNvPr>
          <p:cNvSpPr/>
          <p:nvPr/>
        </p:nvSpPr>
        <p:spPr>
          <a:xfrm>
            <a:off x="611831" y="687114"/>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收益相同但未确知的多方案排序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对于服务于社会的软件系统，因为其经济效益往往难以估计且一般不考虑，而主要考虑社会效益。</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当对于多个能满足系统目标功能和性能的开发方案，我们可以认为他们具有相同的社会效益，此时常用的开发方案决策方法有两种：</a:t>
            </a:r>
          </a:p>
          <a:p>
            <a:pPr marL="742950" lvl="1" indent="-285750" algn="just">
              <a:lnSpc>
                <a:spcPct val="150000"/>
              </a:lnSpc>
              <a:buFont typeface="Arial" panose="020B0604020202020204" pitchFamily="34" charset="0"/>
              <a:buChar char="•"/>
            </a:pPr>
            <a:r>
              <a:rPr lang="zh-CN" altLang="en-US" sz="1700" dirty="0">
                <a:solidFill>
                  <a:srgbClr val="FF0000"/>
                </a:solidFill>
                <a:latin typeface="华文楷体" panose="02010600040101010101" pitchFamily="2" charset="-122"/>
                <a:ea typeface="华文楷体" panose="02010600040101010101" pitchFamily="2" charset="-122"/>
              </a:rPr>
              <a:t>费用现值法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选取最小费用现值的方案作为最佳方案</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年费用法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注意：年费用是考虑了资金的时间价值意义下的动态平衡</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选取最小年费用对应的方案作为最佳方案</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例题的解法有什么局限性？</a:t>
            </a:r>
          </a:p>
        </p:txBody>
      </p:sp>
    </p:spTree>
    <p:extLst>
      <p:ext uri="{BB962C8B-B14F-4D97-AF65-F5344CB8AC3E}">
        <p14:creationId xmlns:p14="http://schemas.microsoft.com/office/powerpoint/2010/main" val="213481489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20073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软件项目的经济效益、社会效益与风险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软件项目的经济效果评价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4.2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软件项目的经济与社会效益分析</a:t>
            </a: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4.3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软件项目的风险分析与控制 </a:t>
            </a:r>
          </a:p>
        </p:txBody>
      </p:sp>
    </p:spTree>
    <p:extLst>
      <p:ext uri="{BB962C8B-B14F-4D97-AF65-F5344CB8AC3E}">
        <p14:creationId xmlns:p14="http://schemas.microsoft.com/office/powerpoint/2010/main" val="279118412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0649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4.2.1 </a:t>
            </a:r>
            <a:r>
              <a:rPr lang="zh-CN" altLang="en-US" sz="2400" spc="300" dirty="0">
                <a:latin typeface="微软雅黑" panose="020B0503020204020204" pitchFamily="34" charset="-122"/>
                <a:ea typeface="微软雅黑" panose="020B0503020204020204" pitchFamily="34" charset="-122"/>
              </a:rPr>
              <a:t>效益的含义、特点与分类</a:t>
            </a:r>
          </a:p>
        </p:txBody>
      </p:sp>
      <p:sp>
        <p:nvSpPr>
          <p:cNvPr id="2" name="矩形 1">
            <a:extLst>
              <a:ext uri="{FF2B5EF4-FFF2-40B4-BE49-F238E27FC236}">
                <a16:creationId xmlns:a16="http://schemas.microsoft.com/office/drawing/2014/main" id="{1A343DEC-CFF6-41F5-B87C-0DFC08C67B76}"/>
              </a:ext>
            </a:extLst>
          </p:cNvPr>
          <p:cNvSpPr/>
          <p:nvPr/>
        </p:nvSpPr>
        <p:spPr>
          <a:xfrm>
            <a:off x="611831" y="71838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效益的含义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是指当该项目实现后对项目主体（国家、部门、地区或企业等）基本目标的实现所产生的贡献或效果。</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效益的特点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效益将依赖于项目主体及其追求的基本目标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效益将依赖于基本目标提出的时代</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软件项目的效益根据其贡献形式，常有如下四类 ：</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成本与支出费用的节省</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社会财富的增加</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服务水平的提高</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管理水平的提高</a:t>
            </a:r>
          </a:p>
        </p:txBody>
      </p:sp>
    </p:spTree>
    <p:extLst>
      <p:ext uri="{BB962C8B-B14F-4D97-AF65-F5344CB8AC3E}">
        <p14:creationId xmlns:p14="http://schemas.microsoft.com/office/powerpoint/2010/main" val="14801931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4.2.2 </a:t>
            </a:r>
            <a:r>
              <a:rPr lang="zh-CN" altLang="en-US" sz="2400" spc="300" dirty="0">
                <a:latin typeface="微软雅黑" panose="020B0503020204020204" pitchFamily="34" charset="-122"/>
                <a:ea typeface="微软雅黑" panose="020B0503020204020204" pitchFamily="34" charset="-122"/>
              </a:rPr>
              <a:t>软件项目的经济效益的计算</a:t>
            </a:r>
          </a:p>
        </p:txBody>
      </p:sp>
      <p:pic>
        <p:nvPicPr>
          <p:cNvPr id="3" name="图片 2">
            <a:extLst>
              <a:ext uri="{FF2B5EF4-FFF2-40B4-BE49-F238E27FC236}">
                <a16:creationId xmlns:a16="http://schemas.microsoft.com/office/drawing/2014/main" id="{90D3CCDC-90CA-4674-9F91-B62BECA4E430}"/>
              </a:ext>
            </a:extLst>
          </p:cNvPr>
          <p:cNvPicPr>
            <a:picLocks noChangeAspect="1"/>
          </p:cNvPicPr>
          <p:nvPr/>
        </p:nvPicPr>
        <p:blipFill>
          <a:blip r:embed="rId3"/>
          <a:stretch>
            <a:fillRect/>
          </a:stretch>
        </p:blipFill>
        <p:spPr>
          <a:xfrm>
            <a:off x="880906" y="704792"/>
            <a:ext cx="7382187" cy="4023443"/>
          </a:xfrm>
          <a:prstGeom prst="rect">
            <a:avLst/>
          </a:prstGeom>
        </p:spPr>
      </p:pic>
    </p:spTree>
    <p:extLst>
      <p:ext uri="{BB962C8B-B14F-4D97-AF65-F5344CB8AC3E}">
        <p14:creationId xmlns:p14="http://schemas.microsoft.com/office/powerpoint/2010/main" val="103912568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4.2.2 </a:t>
            </a:r>
            <a:r>
              <a:rPr lang="zh-CN" altLang="en-US" sz="2400" spc="300" dirty="0">
                <a:latin typeface="微软雅黑" panose="020B0503020204020204" pitchFamily="34" charset="-122"/>
                <a:ea typeface="微软雅黑" panose="020B0503020204020204" pitchFamily="34" charset="-122"/>
              </a:rPr>
              <a:t>软件项目的经济效益的计算</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a:t>
            </a:r>
            <a:r>
              <a:rPr lang="zh-CN" altLang="en-US" sz="1700" b="1" dirty="0">
                <a:solidFill>
                  <a:srgbClr val="FF0000"/>
                </a:solidFill>
                <a:latin typeface="华文楷体" panose="02010600040101010101" pitchFamily="2" charset="-122"/>
                <a:ea typeface="华文楷体" panose="02010600040101010101" pitchFamily="2" charset="-122"/>
              </a:rPr>
              <a:t>实际效益与预测效益</a:t>
            </a:r>
            <a:r>
              <a:rPr lang="zh-CN" altLang="en-US" sz="1700" dirty="0">
                <a:solidFill>
                  <a:srgbClr val="000000"/>
                </a:solidFill>
                <a:latin typeface="华文楷体" panose="02010600040101010101" pitchFamily="2" charset="-122"/>
                <a:ea typeface="华文楷体" panose="02010600040101010101" pitchFamily="2" charset="-122"/>
              </a:rPr>
              <a:t>的计算常采用的方法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经验参数估计法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是利用项目在实施前后，其各经济效益的相对变化的经验数值来估计各项直接经济效益的方法。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适合于系统规划阶段所作的效益预测。</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系统运行的前后对比法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是通过项目实施前后的两个不同时期有关特征量的变化来确定项目直接经济效益的一种方法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适用于软件项目实施后评价或项目实际效益的估算</a:t>
            </a:r>
          </a:p>
        </p:txBody>
      </p:sp>
    </p:spTree>
    <p:extLst>
      <p:ext uri="{BB962C8B-B14F-4D97-AF65-F5344CB8AC3E}">
        <p14:creationId xmlns:p14="http://schemas.microsoft.com/office/powerpoint/2010/main" val="2650993462"/>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4.2.2 </a:t>
            </a:r>
            <a:r>
              <a:rPr lang="zh-CN" altLang="en-US" sz="2400" spc="300" dirty="0">
                <a:latin typeface="微软雅黑" panose="020B0503020204020204" pitchFamily="34" charset="-122"/>
                <a:ea typeface="微软雅黑" panose="020B0503020204020204" pitchFamily="34" charset="-122"/>
              </a:rPr>
              <a:t>软件项目的经济效益的计算</a:t>
            </a:r>
          </a:p>
        </p:txBody>
      </p:sp>
      <p:sp>
        <p:nvSpPr>
          <p:cNvPr id="2" name="矩形 1">
            <a:extLst>
              <a:ext uri="{FF2B5EF4-FFF2-40B4-BE49-F238E27FC236}">
                <a16:creationId xmlns:a16="http://schemas.microsoft.com/office/drawing/2014/main" id="{1A343DEC-CFF6-41F5-B87C-0DFC08C67B76}"/>
              </a:ext>
            </a:extLst>
          </p:cNvPr>
          <p:cNvSpPr/>
          <p:nvPr/>
        </p:nvSpPr>
        <p:spPr>
          <a:xfrm>
            <a:off x="6520262" y="176747"/>
            <a:ext cx="2756600" cy="44736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例：</a:t>
            </a:r>
            <a:r>
              <a:rPr lang="en-US" altLang="zh-CN" sz="1700" dirty="0">
                <a:solidFill>
                  <a:srgbClr val="000000"/>
                </a:solidFill>
                <a:latin typeface="华文楷体" panose="02010600040101010101" pitchFamily="2" charset="-122"/>
                <a:ea typeface="华文楷体" panose="02010600040101010101" pitchFamily="2" charset="-122"/>
              </a:rPr>
              <a:t>J1=(C1-C2) 2·T0</a:t>
            </a:r>
          </a:p>
        </p:txBody>
      </p:sp>
      <p:graphicFrame>
        <p:nvGraphicFramePr>
          <p:cNvPr id="6" name="Group 180">
            <a:extLst>
              <a:ext uri="{FF2B5EF4-FFF2-40B4-BE49-F238E27FC236}">
                <a16:creationId xmlns:a16="http://schemas.microsoft.com/office/drawing/2014/main" id="{10D1F724-52D4-42E6-BDFE-9860E5B30BE7}"/>
              </a:ext>
            </a:extLst>
          </p:cNvPr>
          <p:cNvGraphicFramePr>
            <a:graphicFrameLocks/>
          </p:cNvGraphicFramePr>
          <p:nvPr>
            <p:extLst>
              <p:ext uri="{D42A27DB-BD31-4B8C-83A1-F6EECF244321}">
                <p14:modId xmlns:p14="http://schemas.microsoft.com/office/powerpoint/2010/main" val="3468181925"/>
              </p:ext>
            </p:extLst>
          </p:nvPr>
        </p:nvGraphicFramePr>
        <p:xfrm>
          <a:off x="197643" y="778927"/>
          <a:ext cx="8748713" cy="4064375"/>
        </p:xfrm>
        <a:graphic>
          <a:graphicData uri="http://schemas.openxmlformats.org/drawingml/2006/table">
            <a:tbl>
              <a:tblPr/>
              <a:tblGrid>
                <a:gridCol w="1849438">
                  <a:extLst>
                    <a:ext uri="{9D8B030D-6E8A-4147-A177-3AD203B41FA5}">
                      <a16:colId xmlns:a16="http://schemas.microsoft.com/office/drawing/2014/main" val="387834289"/>
                    </a:ext>
                  </a:extLst>
                </a:gridCol>
                <a:gridCol w="2736850">
                  <a:extLst>
                    <a:ext uri="{9D8B030D-6E8A-4147-A177-3AD203B41FA5}">
                      <a16:colId xmlns:a16="http://schemas.microsoft.com/office/drawing/2014/main" val="2659903063"/>
                    </a:ext>
                  </a:extLst>
                </a:gridCol>
                <a:gridCol w="812800">
                  <a:extLst>
                    <a:ext uri="{9D8B030D-6E8A-4147-A177-3AD203B41FA5}">
                      <a16:colId xmlns:a16="http://schemas.microsoft.com/office/drawing/2014/main" val="3241132566"/>
                    </a:ext>
                  </a:extLst>
                </a:gridCol>
                <a:gridCol w="739775">
                  <a:extLst>
                    <a:ext uri="{9D8B030D-6E8A-4147-A177-3AD203B41FA5}">
                      <a16:colId xmlns:a16="http://schemas.microsoft.com/office/drawing/2014/main" val="1899843471"/>
                    </a:ext>
                  </a:extLst>
                </a:gridCol>
                <a:gridCol w="1109662">
                  <a:extLst>
                    <a:ext uri="{9D8B030D-6E8A-4147-A177-3AD203B41FA5}">
                      <a16:colId xmlns:a16="http://schemas.microsoft.com/office/drawing/2014/main" val="1440068420"/>
                    </a:ext>
                  </a:extLst>
                </a:gridCol>
                <a:gridCol w="592138">
                  <a:extLst>
                    <a:ext uri="{9D8B030D-6E8A-4147-A177-3AD203B41FA5}">
                      <a16:colId xmlns:a16="http://schemas.microsoft.com/office/drawing/2014/main" val="1376983667"/>
                    </a:ext>
                  </a:extLst>
                </a:gridCol>
                <a:gridCol w="908050">
                  <a:extLst>
                    <a:ext uri="{9D8B030D-6E8A-4147-A177-3AD203B41FA5}">
                      <a16:colId xmlns:a16="http://schemas.microsoft.com/office/drawing/2014/main" val="1056908412"/>
                    </a:ext>
                  </a:extLst>
                </a:gridCol>
              </a:tblGrid>
              <a:tr h="0">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效益内涵</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度量指标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实施前</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实施后</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效益变化率</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效益</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rgbClr val="03610E"/>
                          </a:solidFill>
                          <a:effectLst/>
                          <a:latin typeface="黑体" panose="02010609060101010101" pitchFamily="49" charset="-122"/>
                          <a:ea typeface="黑体" panose="02010609060101010101" pitchFamily="49" charset="-122"/>
                        </a:rPr>
                        <a:t>对应权重</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675120919"/>
                  </a:ext>
                </a:extLst>
              </a:tr>
              <a:tr h="282575">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总效益</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总效益 </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万元</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194590344"/>
                  </a:ext>
                </a:extLst>
              </a:tr>
              <a:tr h="280988">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产品成本降低</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单位成本</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万元</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件</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C</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C</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U</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C</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W</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997387238"/>
                  </a:ext>
                </a:extLst>
              </a:tr>
              <a:tr h="282575">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劳动生产率提高</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劳动生产率</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万元</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人年</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U</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W</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48579329"/>
                  </a:ext>
                </a:extLst>
              </a:tr>
              <a:tr h="371849">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流动资金周转加快</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平均流动资金占用额</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万元</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年</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F</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U</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3</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W</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79606252"/>
                  </a:ext>
                </a:extLst>
              </a:tr>
              <a:tr h="280988">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产品质量提高</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平均使用寿命</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年</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Tm</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Tm</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U</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Tm</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W</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4</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19011474"/>
                  </a:ext>
                </a:extLst>
              </a:tr>
              <a:tr h="292100">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库存周转加快</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库存周转天数</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天</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件</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I</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I</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U</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5</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W</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87304456"/>
                  </a:ext>
                </a:extLst>
              </a:tr>
              <a:tr h="315913">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资源利用率提高</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能耗支出</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万元</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年</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O</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O</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U</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O</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J</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6</a:t>
                      </a:r>
                      <a:endPar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W</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6</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94617971"/>
                  </a:ext>
                </a:extLst>
              </a:tr>
              <a:tr h="282575">
                <a:tc rowSpan="5">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中间变量或参数</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企业职工人数 </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人</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L</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L</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rowSpan="5" gridSpan="3">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rowSpan="5" hMerge="1">
                  <a:txBody>
                    <a:bodyPr/>
                    <a:lstStyle/>
                    <a:p>
                      <a:endParaRPr lang="zh-CN" altLang="en-US"/>
                    </a:p>
                  </a:txBody>
                  <a:tcPr/>
                </a:tc>
                <a:tc rowSpan="5" hMerge="1">
                  <a:txBody>
                    <a:bodyPr/>
                    <a:lstStyle/>
                    <a:p>
                      <a:endParaRPr lang="zh-CN" altLang="en-US"/>
                    </a:p>
                  </a:txBody>
                  <a:tcPr/>
                </a:tc>
                <a:extLst>
                  <a:ext uri="{0D108BD9-81ED-4DB2-BD59-A6C34878D82A}">
                    <a16:rowId xmlns:a16="http://schemas.microsoft.com/office/drawing/2014/main" val="184641822"/>
                  </a:ext>
                </a:extLst>
              </a:tr>
              <a:tr h="280988">
                <a:tc vMerge="1">
                  <a:txBody>
                    <a:bodyPr/>
                    <a:lstStyle/>
                    <a:p>
                      <a:endParaRPr lang="zh-CN" altLang="en-US"/>
                    </a:p>
                  </a:txBody>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产品产量</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件</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年</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  </a:t>
                      </a:r>
                      <a:r>
                        <a:rPr kumimoji="0" lang="en-US" altLang="zh-CN" sz="1400" b="1" i="0" u="none" strike="noStrike" cap="none" normalizeH="0" baseline="-25000" dirty="0">
                          <a:ln>
                            <a:noFill/>
                          </a:ln>
                          <a:solidFill>
                            <a:schemeClr val="tx1"/>
                          </a:solidFill>
                          <a:effectLst/>
                          <a:latin typeface="宋体" panose="02010600030101010101" pitchFamily="2" charset="-122"/>
                          <a:ea typeface="宋体" panose="02010600030101010101" pitchFamily="2" charset="-122"/>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  </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331835618"/>
                  </a:ext>
                </a:extLst>
              </a:tr>
              <a:tr h="328613">
                <a:tc vMerge="1">
                  <a:txBody>
                    <a:bodyPr/>
                    <a:lstStyle/>
                    <a:p>
                      <a:endParaRPr lang="zh-CN" altLang="en-US"/>
                    </a:p>
                  </a:txBody>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银行贷款利率</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942604303"/>
                  </a:ext>
                </a:extLst>
              </a:tr>
              <a:tr h="280988">
                <a:tc vMerge="1">
                  <a:txBody>
                    <a:bodyPr/>
                    <a:lstStyle/>
                    <a:p>
                      <a:endParaRPr lang="zh-CN" altLang="en-US"/>
                    </a:p>
                  </a:txBody>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软件项目使用年限</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年</a:t>
                      </a: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400" b="1" i="0" u="none" strike="noStrike" cap="none" normalizeH="0" baseline="0">
                          <a:ln>
                            <a:noFill/>
                          </a:ln>
                          <a:solidFill>
                            <a:schemeClr val="tx1"/>
                          </a:solidFill>
                          <a:effectLst/>
                          <a:latin typeface="宋体" panose="02010600030101010101" pitchFamily="2" charset="-122"/>
                          <a:ea typeface="宋体" panose="02010600030101010101" pitchFamily="2" charset="-122"/>
                        </a:rPr>
                        <a:t>T</a:t>
                      </a:r>
                      <a:r>
                        <a:rPr kumimoji="0" lang="en-US" altLang="zh-CN" sz="1400" b="1" i="0" u="none" strike="noStrike" cap="none" normalizeH="0" baseline="-25000">
                          <a:ln>
                            <a:noFill/>
                          </a:ln>
                          <a:solidFill>
                            <a:schemeClr val="tx1"/>
                          </a:solidFill>
                          <a:effectLst/>
                          <a:latin typeface="宋体" panose="02010600030101010101" pitchFamily="2" charset="-122"/>
                          <a:ea typeface="宋体" panose="02010600030101010101" pitchFamily="2" charset="-122"/>
                        </a:rPr>
                        <a:t>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3232734584"/>
                  </a:ext>
                </a:extLst>
              </a:tr>
              <a:tr h="282575">
                <a:tc vMerge="1">
                  <a:txBody>
                    <a:bodyPr/>
                    <a:lstStyle/>
                    <a:p>
                      <a:endParaRPr lang="zh-CN" altLang="en-US"/>
                    </a:p>
                  </a:txBody>
                  <a:tcPr/>
                </a:tc>
                <a:tc>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l"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单位产品库存费用</a:t>
                      </a:r>
                      <a:r>
                        <a:rPr kumimoji="0" lang="en-US" altLang="zh-CN"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万元</a:t>
                      </a:r>
                      <a:r>
                        <a:rPr kumimoji="0" lang="en-US" altLang="zh-CN"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r>
                        <a:rPr kumimoji="0" lang="zh-CN" altLang="en-US"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天</a:t>
                      </a:r>
                      <a:r>
                        <a:rPr kumimoji="0" lang="en-US" altLang="zh-CN"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rPr>
                        <a: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gridSpan="2">
                  <a:txBody>
                    <a:bodyPr/>
                    <a:lstStyle>
                      <a:lvl1pPr>
                        <a:spcBef>
                          <a:spcPct val="20000"/>
                        </a:spcBef>
                        <a:defRPr sz="2400" b="1">
                          <a:solidFill>
                            <a:schemeClr val="tx1"/>
                          </a:solidFill>
                          <a:latin typeface="黑体" panose="02010609060101010101" pitchFamily="49" charset="-122"/>
                          <a:ea typeface="黑体" panose="02010609060101010101" pitchFamily="49" charset="-122"/>
                        </a:defRPr>
                      </a:lvl1pPr>
                      <a:lvl2pPr>
                        <a:spcBef>
                          <a:spcPct val="20000"/>
                        </a:spcBef>
                        <a:buClr>
                          <a:schemeClr val="accent1"/>
                        </a:buClr>
                        <a:defRPr sz="2000" b="1">
                          <a:solidFill>
                            <a:schemeClr val="tx1"/>
                          </a:solidFill>
                          <a:latin typeface="黑体" panose="02010609060101010101" pitchFamily="49" charset="-122"/>
                          <a:ea typeface="黑体" panose="02010609060101010101" pitchFamily="49" charset="-122"/>
                        </a:defRPr>
                      </a:lvl2pPr>
                      <a:lvl3pPr>
                        <a:spcBef>
                          <a:spcPct val="20000"/>
                        </a:spcBef>
                        <a:buClr>
                          <a:schemeClr val="tx1"/>
                        </a:buClr>
                        <a:defRPr b="1">
                          <a:solidFill>
                            <a:schemeClr val="tx1"/>
                          </a:solidFill>
                          <a:latin typeface="Arial" panose="020B0604020202020204" pitchFamily="34" charset="0"/>
                          <a:ea typeface="黑体" panose="02010609060101010101" pitchFamily="49" charset="-122"/>
                        </a:defRPr>
                      </a:lvl3pPr>
                      <a:lvl4pPr>
                        <a:spcBef>
                          <a:spcPct val="20000"/>
                        </a:spcBef>
                        <a:defRPr sz="1600" b="1">
                          <a:solidFill>
                            <a:schemeClr val="tx1"/>
                          </a:solidFill>
                          <a:latin typeface="Arial" panose="020B0604020202020204" pitchFamily="34" charset="0"/>
                          <a:ea typeface="黑体" panose="02010609060101010101" pitchFamily="49" charset="-122"/>
                        </a:defRPr>
                      </a:lvl4pPr>
                      <a:lvl5pPr>
                        <a:spcBef>
                          <a:spcPct val="20000"/>
                        </a:spcBef>
                        <a:defRPr sz="1400" b="1">
                          <a:solidFill>
                            <a:schemeClr val="tx1"/>
                          </a:solidFill>
                          <a:latin typeface="Arial" panose="020B0604020202020204" pitchFamily="34" charset="0"/>
                          <a:ea typeface="黑体" panose="02010609060101010101" pitchFamily="49" charset="-122"/>
                        </a:defRPr>
                      </a:lvl5pPr>
                      <a:lvl6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6pPr>
                      <a:lvl7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7pPr>
                      <a:lvl8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8pPr>
                      <a:lvl9pPr fontAlgn="base">
                        <a:spcBef>
                          <a:spcPct val="20000"/>
                        </a:spcBef>
                        <a:spcAft>
                          <a:spcPct val="0"/>
                        </a:spcAft>
                        <a:defRPr sz="1400" b="1">
                          <a:solidFill>
                            <a:schemeClr val="tx1"/>
                          </a:solidFill>
                          <a:latin typeface="Arial" panose="020B060402020202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400" b="1" i="0" u="none" strike="noStrike" cap="none" normalizeH="0" baseline="0" dirty="0">
                        <a:ln>
                          <a:noFill/>
                        </a:ln>
                        <a:solidFill>
                          <a:schemeClr val="tx1"/>
                        </a:solidFill>
                        <a:effectLst/>
                        <a:latin typeface="宋体" panose="02010600030101010101" pitchFamily="2" charset="-122"/>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tc gridSpan="3" vMerge="1">
                  <a:txBody>
                    <a:bodyPr/>
                    <a:lstStyle/>
                    <a:p>
                      <a:endParaRPr lang="zh-CN" altLang="en-US"/>
                    </a:p>
                  </a:txBody>
                  <a:tcPr/>
                </a:tc>
                <a:tc hMerge="1" vMerge="1">
                  <a:txBody>
                    <a:bodyPr/>
                    <a:lstStyle/>
                    <a:p>
                      <a:endParaRPr lang="zh-CN" altLang="en-US"/>
                    </a:p>
                  </a:txBody>
                  <a:tcPr/>
                </a:tc>
                <a:tc hMerge="1" vMerge="1">
                  <a:txBody>
                    <a:bodyPr/>
                    <a:lstStyle/>
                    <a:p>
                      <a:endParaRPr lang="zh-CN" altLang="en-US"/>
                    </a:p>
                  </a:txBody>
                  <a:tcPr/>
                </a:tc>
                <a:extLst>
                  <a:ext uri="{0D108BD9-81ED-4DB2-BD59-A6C34878D82A}">
                    <a16:rowId xmlns:a16="http://schemas.microsoft.com/office/drawing/2014/main" val="2945807160"/>
                  </a:ext>
                </a:extLst>
              </a:tr>
            </a:tbl>
          </a:graphicData>
        </a:graphic>
      </p:graphicFrame>
    </p:spTree>
    <p:extLst>
      <p:ext uri="{BB962C8B-B14F-4D97-AF65-F5344CB8AC3E}">
        <p14:creationId xmlns:p14="http://schemas.microsoft.com/office/powerpoint/2010/main" val="182345771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535274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4.2.2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软件项目的经济效益的计算</a:t>
            </a:r>
          </a:p>
        </p:txBody>
      </p:sp>
      <p:pic>
        <p:nvPicPr>
          <p:cNvPr id="3" name="图片 2">
            <a:extLst>
              <a:ext uri="{FF2B5EF4-FFF2-40B4-BE49-F238E27FC236}">
                <a16:creationId xmlns:a16="http://schemas.microsoft.com/office/drawing/2014/main" id="{292169B2-5D05-7D6A-8FA5-319C075A829B}"/>
              </a:ext>
            </a:extLst>
          </p:cNvPr>
          <p:cNvPicPr>
            <a:picLocks noChangeAspect="1"/>
          </p:cNvPicPr>
          <p:nvPr/>
        </p:nvPicPr>
        <p:blipFill>
          <a:blip r:embed="rId3"/>
          <a:stretch>
            <a:fillRect/>
          </a:stretch>
        </p:blipFill>
        <p:spPr>
          <a:xfrm>
            <a:off x="1190299" y="1359171"/>
            <a:ext cx="6320430" cy="3160215"/>
          </a:xfrm>
          <a:prstGeom prst="rect">
            <a:avLst/>
          </a:prstGeom>
        </p:spPr>
      </p:pic>
      <p:sp>
        <p:nvSpPr>
          <p:cNvPr id="5" name="文本框 4">
            <a:extLst>
              <a:ext uri="{FF2B5EF4-FFF2-40B4-BE49-F238E27FC236}">
                <a16:creationId xmlns:a16="http://schemas.microsoft.com/office/drawing/2014/main" id="{C579AA53-1D11-0109-8A86-1EA33FC11F95}"/>
              </a:ext>
            </a:extLst>
          </p:cNvPr>
          <p:cNvSpPr txBox="1"/>
          <p:nvPr/>
        </p:nvSpPr>
        <p:spPr>
          <a:xfrm>
            <a:off x="784268" y="806977"/>
            <a:ext cx="4572000" cy="369332"/>
          </a:xfrm>
          <a:prstGeom prst="rect">
            <a:avLst/>
          </a:prstGeom>
          <a:noFill/>
        </p:spPr>
        <p:txBody>
          <a:bodyPr wrap="square">
            <a:spAutoFit/>
          </a:bodyPr>
          <a:lstStyle/>
          <a:p>
            <a:pPr marL="285750" indent="-285750">
              <a:buFont typeface="Arial" panose="020B0604020202020204" pitchFamily="34" charset="0"/>
              <a:buChar char="•"/>
            </a:pPr>
            <a:r>
              <a:rPr lang="zh-CN" altLang="en-US" dirty="0"/>
              <a:t>系统运行的前后对比法</a:t>
            </a:r>
          </a:p>
        </p:txBody>
      </p:sp>
    </p:spTree>
    <p:extLst>
      <p:ext uri="{BB962C8B-B14F-4D97-AF65-F5344CB8AC3E}">
        <p14:creationId xmlns:p14="http://schemas.microsoft.com/office/powerpoint/2010/main" val="343875410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黑体" panose="02010600030101010101" charset="-122"/>
              <a:ea typeface="黑体" panose="02010600030101010101" charset="-122"/>
              <a:cs typeface="+mn-cs"/>
            </a:endParaRPr>
          </a:p>
        </p:txBody>
      </p:sp>
      <p:sp>
        <p:nvSpPr>
          <p:cNvPr id="35" name="TextBox 34"/>
          <p:cNvSpPr txBox="1"/>
          <p:nvPr/>
        </p:nvSpPr>
        <p:spPr>
          <a:xfrm>
            <a:off x="950303" y="135982"/>
            <a:ext cx="5352747"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4.2.2 </a:t>
            </a:r>
            <a:r>
              <a:rPr kumimoji="0" lang="zh-CN" altLang="en-US" sz="2400" b="0" i="0" u="none" strike="noStrike" kern="1200" cap="none" spc="30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软件项目的经济效益的计算</a:t>
            </a:r>
          </a:p>
        </p:txBody>
      </p:sp>
      <p:sp>
        <p:nvSpPr>
          <p:cNvPr id="5" name="文本框 4">
            <a:extLst>
              <a:ext uri="{FF2B5EF4-FFF2-40B4-BE49-F238E27FC236}">
                <a16:creationId xmlns:a16="http://schemas.microsoft.com/office/drawing/2014/main" id="{C579AA53-1D11-0109-8A86-1EA33FC11F95}"/>
              </a:ext>
            </a:extLst>
          </p:cNvPr>
          <p:cNvSpPr txBox="1"/>
          <p:nvPr/>
        </p:nvSpPr>
        <p:spPr>
          <a:xfrm>
            <a:off x="784268" y="806977"/>
            <a:ext cx="4572000"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baseline="0" noProof="0" dirty="0">
                <a:ln>
                  <a:noFill/>
                </a:ln>
                <a:solidFill>
                  <a:prstClr val="black"/>
                </a:solidFill>
                <a:effectLst/>
                <a:uLnTx/>
                <a:uFillTx/>
                <a:latin typeface="Calibri"/>
                <a:ea typeface="宋体" panose="02010600030101010101" pitchFamily="2" charset="-122"/>
                <a:cs typeface="+mn-cs"/>
              </a:rPr>
              <a:t>经验参数估计法</a:t>
            </a:r>
          </a:p>
        </p:txBody>
      </p:sp>
      <p:pic>
        <p:nvPicPr>
          <p:cNvPr id="4" name="图片 3">
            <a:extLst>
              <a:ext uri="{FF2B5EF4-FFF2-40B4-BE49-F238E27FC236}">
                <a16:creationId xmlns:a16="http://schemas.microsoft.com/office/drawing/2014/main" id="{07319C2B-FA27-A2E9-BFA7-917423BC595C}"/>
              </a:ext>
            </a:extLst>
          </p:cNvPr>
          <p:cNvPicPr>
            <a:picLocks noChangeAspect="1"/>
          </p:cNvPicPr>
          <p:nvPr/>
        </p:nvPicPr>
        <p:blipFill>
          <a:blip r:embed="rId3"/>
          <a:stretch>
            <a:fillRect/>
          </a:stretch>
        </p:blipFill>
        <p:spPr>
          <a:xfrm>
            <a:off x="1172020" y="1562261"/>
            <a:ext cx="3796496" cy="2145102"/>
          </a:xfrm>
          <a:prstGeom prst="rect">
            <a:avLst/>
          </a:prstGeom>
        </p:spPr>
      </p:pic>
      <p:pic>
        <p:nvPicPr>
          <p:cNvPr id="7" name="图片 6">
            <a:extLst>
              <a:ext uri="{FF2B5EF4-FFF2-40B4-BE49-F238E27FC236}">
                <a16:creationId xmlns:a16="http://schemas.microsoft.com/office/drawing/2014/main" id="{F51F05E7-430F-6490-0053-92F5EEE3CDC5}"/>
              </a:ext>
            </a:extLst>
          </p:cNvPr>
          <p:cNvPicPr>
            <a:picLocks noChangeAspect="1"/>
          </p:cNvPicPr>
          <p:nvPr/>
        </p:nvPicPr>
        <p:blipFill>
          <a:blip r:embed="rId4"/>
          <a:stretch>
            <a:fillRect/>
          </a:stretch>
        </p:blipFill>
        <p:spPr>
          <a:xfrm>
            <a:off x="1172020" y="4017345"/>
            <a:ext cx="4606724" cy="638355"/>
          </a:xfrm>
          <a:prstGeom prst="rect">
            <a:avLst/>
          </a:prstGeom>
        </p:spPr>
      </p:pic>
    </p:spTree>
    <p:extLst>
      <p:ext uri="{BB962C8B-B14F-4D97-AF65-F5344CB8AC3E}">
        <p14:creationId xmlns:p14="http://schemas.microsoft.com/office/powerpoint/2010/main" val="412252147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0649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4.2.3 </a:t>
            </a:r>
            <a:r>
              <a:rPr lang="zh-CN" altLang="en-US" sz="2400" spc="300" dirty="0">
                <a:latin typeface="微软雅黑" panose="020B0503020204020204" pitchFamily="34" charset="-122"/>
                <a:ea typeface="微软雅黑" panose="020B0503020204020204" pitchFamily="34" charset="-122"/>
              </a:rPr>
              <a:t>软件项目的社会效益评价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13026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按系统目标来看，软件项目大致可分成三类：</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以系统经济性为主要目标的软件项目</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该类系统评价应侧重于对该项目投资的经济效果评价，亦即重点研究由于项目的构建与运行给投资方或承建方所带来的直接经济效果；</a:t>
            </a:r>
          </a:p>
        </p:txBody>
      </p:sp>
    </p:spTree>
    <p:extLst>
      <p:ext uri="{BB962C8B-B14F-4D97-AF65-F5344CB8AC3E}">
        <p14:creationId xmlns:p14="http://schemas.microsoft.com/office/powerpoint/2010/main" val="269760634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0649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4.2.3 </a:t>
            </a:r>
            <a:r>
              <a:rPr lang="zh-CN" altLang="en-US" sz="2400" spc="300" dirty="0">
                <a:latin typeface="微软雅黑" panose="020B0503020204020204" pitchFamily="34" charset="-122"/>
                <a:ea typeface="微软雅黑" panose="020B0503020204020204" pitchFamily="34" charset="-122"/>
              </a:rPr>
              <a:t>软件项目的社会效益评价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7762"/>
            <a:ext cx="7920338" cy="2961260"/>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按系统目标来看，软件项目大致可分成三类：</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以系统社会性为主要目标的软件项目</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系统评价则应从国家和社会的利益出发来重点研究由于该软件项目的构建对社会所带来的影响与贡献；</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以社会性为主要目标的软件项目，例如城市交通控制系统，环境保护信息系统，国家灾害应急处理系统，网络信息净化系统，社区智能监控系统等。</a:t>
            </a:r>
          </a:p>
        </p:txBody>
      </p:sp>
    </p:spTree>
    <p:extLst>
      <p:ext uri="{BB962C8B-B14F-4D97-AF65-F5344CB8AC3E}">
        <p14:creationId xmlns:p14="http://schemas.microsoft.com/office/powerpoint/2010/main" val="229133249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0649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4.2.3 </a:t>
            </a:r>
            <a:r>
              <a:rPr lang="zh-CN" altLang="en-US" sz="2400" spc="300" dirty="0">
                <a:latin typeface="微软雅黑" panose="020B0503020204020204" pitchFamily="34" charset="-122"/>
                <a:ea typeface="微软雅黑" panose="020B0503020204020204" pitchFamily="34" charset="-122"/>
              </a:rPr>
              <a:t>软件项目的社会效益评价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4207755"/>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按系统目标来看，软件项目大致可分成三类：</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以系统社会性为主要目标的软件项目</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系统评价则应从国家和社会的利益出发来重点研究由于该软件项目的构建对社会所带来的影响与贡献；</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以社会性为主要目标的软件项目，例如城市交通控制系统，环境保护信息系统，国家灾害应急处理系统，网络信息净化系统，社区智能监控系统等。</a:t>
            </a:r>
          </a:p>
          <a:p>
            <a:pPr marL="742950" lvl="1"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以系统的军事作战性为主要目标的软件项目</a:t>
            </a:r>
          </a:p>
          <a:p>
            <a:pPr marL="1200150" lvl="2" indent="-285750" algn="just">
              <a:lnSpc>
                <a:spcPct val="150000"/>
              </a:lnSpc>
              <a:buFont typeface="Arial" panose="020B0604020202020204" pitchFamily="34" charset="0"/>
              <a:buChar char="•"/>
            </a:pPr>
            <a:r>
              <a:rPr lang="zh-CN" altLang="en-US" dirty="0">
                <a:solidFill>
                  <a:srgbClr val="000000"/>
                </a:solidFill>
                <a:latin typeface="华文楷体" panose="02010600040101010101" pitchFamily="2" charset="-122"/>
                <a:ea typeface="华文楷体" panose="02010600040101010101" pitchFamily="2" charset="-122"/>
              </a:rPr>
              <a:t>系统评价则应侧重于该软件项目的运行对提高系统作战效能和提高我军装备现代化水平所作的影响与贡献。</a:t>
            </a:r>
          </a:p>
        </p:txBody>
      </p:sp>
    </p:spTree>
    <p:extLst>
      <p:ext uri="{BB962C8B-B14F-4D97-AF65-F5344CB8AC3E}">
        <p14:creationId xmlns:p14="http://schemas.microsoft.com/office/powerpoint/2010/main" val="74598945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0649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4.2.3 </a:t>
            </a:r>
            <a:r>
              <a:rPr lang="zh-CN" altLang="en-US" sz="2400" spc="300" dirty="0">
                <a:latin typeface="微软雅黑" panose="020B0503020204020204" pitchFamily="34" charset="-122"/>
                <a:ea typeface="微软雅黑" panose="020B0503020204020204" pitchFamily="34" charset="-122"/>
              </a:rPr>
              <a:t>软件项目的社会效益评价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2" y="843428"/>
            <a:ext cx="7730784" cy="338041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世界银行</a:t>
            </a:r>
            <a:r>
              <a:rPr lang="en-US" altLang="zh-CN" sz="1600" dirty="0">
                <a:solidFill>
                  <a:srgbClr val="000000"/>
                </a:solidFill>
                <a:latin typeface="华文楷体" panose="02010600040101010101" pitchFamily="2" charset="-122"/>
                <a:ea typeface="华文楷体" panose="02010600040101010101" pitchFamily="2" charset="-122"/>
              </a:rPr>
              <a:t>1984</a:t>
            </a:r>
            <a:r>
              <a:rPr lang="zh-CN" altLang="en-US" sz="1600" dirty="0">
                <a:solidFill>
                  <a:srgbClr val="000000"/>
                </a:solidFill>
                <a:latin typeface="华文楷体" panose="02010600040101010101" pitchFamily="2" charset="-122"/>
                <a:ea typeface="华文楷体" panose="02010600040101010101" pitchFamily="2" charset="-122"/>
              </a:rPr>
              <a:t>年开始将社会效益评价作为项目投资的重要组成部分。</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2022</a:t>
            </a:r>
            <a:r>
              <a:rPr lang="zh-CN" altLang="en-US" sz="1600" dirty="0">
                <a:solidFill>
                  <a:srgbClr val="000000"/>
                </a:solidFill>
                <a:latin typeface="华文楷体" panose="02010600040101010101" pitchFamily="2" charset="-122"/>
                <a:ea typeface="华文楷体" panose="02010600040101010101" pitchFamily="2" charset="-122"/>
              </a:rPr>
              <a:t> </a:t>
            </a:r>
            <a:r>
              <a:rPr lang="en-US" altLang="zh-CN" sz="1600" dirty="0">
                <a:solidFill>
                  <a:srgbClr val="000000"/>
                </a:solidFill>
                <a:latin typeface="华文楷体" panose="02010600040101010101" pitchFamily="2" charset="-122"/>
                <a:ea typeface="华文楷体" panose="02010600040101010101" pitchFamily="2" charset="-122"/>
              </a:rPr>
              <a:t>Free Software Awards </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截止日期：</a:t>
            </a:r>
            <a:r>
              <a:rPr lang="en-US" altLang="zh-CN" sz="1600" dirty="0">
                <a:solidFill>
                  <a:srgbClr val="000000"/>
                </a:solidFill>
                <a:latin typeface="华文楷体" panose="02010600040101010101" pitchFamily="2" charset="-122"/>
                <a:ea typeface="华文楷体" panose="02010600040101010101" pitchFamily="2" charset="-122"/>
              </a:rPr>
              <a:t>11.30</a:t>
            </a:r>
          </a:p>
          <a:p>
            <a:pPr marL="742950" lvl="1" indent="-285750" algn="just">
              <a:lnSpc>
                <a:spcPct val="150000"/>
              </a:lnSpc>
              <a:buFont typeface="Arial" panose="020B0604020202020204" pitchFamily="34" charset="0"/>
              <a:buChar char="•"/>
            </a:pPr>
            <a:r>
              <a:rPr lang="zh-CN" altLang="en-US" sz="1600" dirty="0">
                <a:solidFill>
                  <a:srgbClr val="000000"/>
                </a:solidFill>
                <a:latin typeface="华文楷体" panose="02010600040101010101" pitchFamily="2" charset="-122"/>
                <a:ea typeface="华文楷体" panose="02010600040101010101" pitchFamily="2" charset="-122"/>
              </a:rPr>
              <a:t>社会效益工程奖</a:t>
            </a:r>
          </a:p>
          <a:p>
            <a:pPr marL="742950" lvl="1"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FSF </a:t>
            </a:r>
            <a:r>
              <a:rPr lang="zh-CN" altLang="en-US" sz="1600" dirty="0">
                <a:solidFill>
                  <a:srgbClr val="000000"/>
                </a:solidFill>
                <a:latin typeface="华文楷体" panose="02010600040101010101" pitchFamily="2" charset="-122"/>
                <a:ea typeface="华文楷体" panose="02010600040101010101" pitchFamily="2" charset="-122"/>
              </a:rPr>
              <a:t>社会效益项目奖颁发给那些 “负责将自由软件运动的原则应用于在生活的其他方面，其自由软件 </a:t>
            </a:r>
            <a:r>
              <a:rPr lang="en-US" altLang="zh-CN" sz="1600" dirty="0">
                <a:solidFill>
                  <a:srgbClr val="000000"/>
                </a:solidFill>
                <a:latin typeface="华文楷体" panose="02010600040101010101" pitchFamily="2" charset="-122"/>
                <a:ea typeface="华文楷体" panose="02010600040101010101" pitchFamily="2" charset="-122"/>
              </a:rPr>
              <a:t>/ </a:t>
            </a:r>
            <a:r>
              <a:rPr lang="zh-CN" altLang="en-US" sz="1600" dirty="0">
                <a:solidFill>
                  <a:srgbClr val="000000"/>
                </a:solidFill>
                <a:latin typeface="华文楷体" panose="02010600040101010101" pitchFamily="2" charset="-122"/>
                <a:ea typeface="华文楷体" panose="02010600040101010101" pitchFamily="2" charset="-122"/>
              </a:rPr>
              <a:t>开源项目有意和显著地造福社会的组织或团队。</a:t>
            </a:r>
          </a:p>
          <a:p>
            <a:pPr marL="742950" lvl="1" indent="-285750" algn="just">
              <a:lnSpc>
                <a:spcPct val="150000"/>
              </a:lnSpc>
              <a:buFont typeface="Arial" panose="020B0604020202020204" pitchFamily="34" charset="0"/>
              <a:buChar char="•"/>
            </a:pPr>
            <a:r>
              <a:rPr lang="en-US" altLang="zh-CN" sz="1600" dirty="0">
                <a:solidFill>
                  <a:srgbClr val="000000"/>
                </a:solidFill>
                <a:latin typeface="华文楷体" panose="02010600040101010101" pitchFamily="2" charset="-122"/>
                <a:ea typeface="华文楷体" panose="02010600040101010101" pitchFamily="2" charset="-122"/>
              </a:rPr>
              <a:t>FSF </a:t>
            </a:r>
            <a:r>
              <a:rPr lang="zh-CN" altLang="en-US" sz="1600" dirty="0">
                <a:solidFill>
                  <a:srgbClr val="000000"/>
                </a:solidFill>
                <a:latin typeface="华文楷体" panose="02010600040101010101" pitchFamily="2" charset="-122"/>
                <a:ea typeface="华文楷体" panose="02010600040101010101" pitchFamily="2" charset="-122"/>
              </a:rPr>
              <a:t>网站上列出了该奖项的往期获奖者。</a:t>
            </a:r>
            <a:endParaRPr lang="en-US" altLang="zh-CN" sz="1600" dirty="0">
              <a:solidFill>
                <a:srgbClr val="000000"/>
              </a:solidFill>
              <a:latin typeface="华文楷体" panose="02010600040101010101" pitchFamily="2" charset="-122"/>
              <a:ea typeface="华文楷体" panose="02010600040101010101" pitchFamily="2" charset="-122"/>
            </a:endParaRPr>
          </a:p>
          <a:p>
            <a:pPr marL="285750" indent="-285750" algn="just">
              <a:lnSpc>
                <a:spcPct val="150000"/>
              </a:lnSpc>
              <a:buFont typeface="Arial" panose="020B0604020202020204" pitchFamily="34" charset="0"/>
              <a:buChar char="•"/>
            </a:pPr>
            <a:r>
              <a:rPr lang="en-US" altLang="zh-CN" sz="1600" dirty="0">
                <a:hlinkClick r:id="rId3"/>
              </a:rPr>
              <a:t>Nominations for the Award for Projects of Social Benefit | Free Software Foundation (fsf.org)</a:t>
            </a:r>
            <a:endParaRPr lang="zh-CN" altLang="en-US" sz="1600" dirty="0">
              <a:solidFill>
                <a:srgbClr val="000000"/>
              </a:solidFill>
              <a:latin typeface="华文楷体" panose="02010600040101010101" pitchFamily="2" charset="-122"/>
              <a:ea typeface="华文楷体" panose="02010600040101010101" pitchFamily="2" charset="-122"/>
            </a:endParaRPr>
          </a:p>
        </p:txBody>
      </p:sp>
      <p:pic>
        <p:nvPicPr>
          <p:cNvPr id="1026" name="Picture 2">
            <a:extLst>
              <a:ext uri="{FF2B5EF4-FFF2-40B4-BE49-F238E27FC236}">
                <a16:creationId xmlns:a16="http://schemas.microsoft.com/office/drawing/2014/main" id="{3F4DBC4D-4194-41E3-4B63-02FB62D6C6B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01230" y="3140519"/>
            <a:ext cx="3241386" cy="19456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498293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4.2.3 </a:t>
            </a:r>
            <a:r>
              <a:rPr lang="zh-CN" altLang="en-US" sz="2400" spc="300" dirty="0">
                <a:latin typeface="微软雅黑" panose="020B0503020204020204" pitchFamily="34" charset="-122"/>
                <a:ea typeface="微软雅黑" panose="020B0503020204020204" pitchFamily="34" charset="-122"/>
              </a:rPr>
              <a:t>软件项目的社会效益的评价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a:t>
            </a:r>
            <a:r>
              <a:rPr lang="zh-CN" altLang="en-US" sz="1700" dirty="0">
                <a:solidFill>
                  <a:srgbClr val="FF0000"/>
                </a:solidFill>
                <a:latin typeface="华文楷体" panose="02010600040101010101" pitchFamily="2" charset="-122"/>
                <a:ea typeface="华文楷体" panose="02010600040101010101" pitchFamily="2" charset="-122"/>
              </a:rPr>
              <a:t>社会效益</a:t>
            </a:r>
            <a:r>
              <a:rPr lang="zh-CN" altLang="en-US" sz="1700" dirty="0">
                <a:solidFill>
                  <a:srgbClr val="000000"/>
                </a:solidFill>
                <a:latin typeface="华文楷体" panose="02010600040101010101" pitchFamily="2" charset="-122"/>
                <a:ea typeface="华文楷体" panose="02010600040101010101" pitchFamily="2" charset="-122"/>
              </a:rPr>
              <a:t>评价的主要特征</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系统评价以定性分析为主</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社会效益评价无通用方法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对社会的贡献以间接效益、无形效果和外部效果为主</a:t>
            </a:r>
            <a:endParaRPr lang="en-US" altLang="zh-CN" sz="1700" dirty="0">
              <a:solidFill>
                <a:srgbClr val="000000"/>
              </a:solidFill>
              <a:latin typeface="华文楷体" panose="02010600040101010101" pitchFamily="2" charset="-122"/>
              <a:ea typeface="华文楷体" panose="02010600040101010101" pitchFamily="2" charset="-122"/>
            </a:endParaRP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无形效果 </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泛指由于项目的实施而带来的难以用货币来进行度量的那些效果。</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如生命的安全，城市或社区的治安，环境的保护，国民的精神文明等，是无法用货币来度量的系统属性。</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度量方法：类比法或公众调查法等。</a:t>
            </a:r>
          </a:p>
        </p:txBody>
      </p:sp>
    </p:spTree>
    <p:extLst>
      <p:ext uri="{BB962C8B-B14F-4D97-AF65-F5344CB8AC3E}">
        <p14:creationId xmlns:p14="http://schemas.microsoft.com/office/powerpoint/2010/main" val="87736052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52747"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4.2.3 </a:t>
            </a:r>
            <a:r>
              <a:rPr lang="zh-CN" altLang="en-US" sz="2400" spc="300" dirty="0">
                <a:latin typeface="微软雅黑" panose="020B0503020204020204" pitchFamily="34" charset="-122"/>
                <a:ea typeface="微软雅黑" panose="020B0503020204020204" pitchFamily="34" charset="-122"/>
              </a:rPr>
              <a:t>软件项目的社会效益的评价</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外部效果</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对项目投资方（或承制方）以外的其他部门（企业）产生的影响或项目预期以外的效果，人们常称为外部效果或溢出效果，这种项目的外部效果一般无法在项目的收益或支出中反映出来。</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外部效果一般来自于如下几个方面：</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项目对相邻部门的影响，通常只需用一个累计效益的下限表示即可</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项目的技术性外部效果，通常只能进行定性描述</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项目的环境连锁效应，通常只能进行定性描述</a:t>
            </a:r>
          </a:p>
        </p:txBody>
      </p:sp>
    </p:spTree>
    <p:extLst>
      <p:ext uri="{BB962C8B-B14F-4D97-AF65-F5344CB8AC3E}">
        <p14:creationId xmlns:p14="http://schemas.microsoft.com/office/powerpoint/2010/main" val="294464810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4.2.4 </a:t>
            </a:r>
            <a:r>
              <a:rPr lang="zh-CN" altLang="en-US" sz="2400" spc="300" dirty="0">
                <a:latin typeface="微软雅黑" panose="020B0503020204020204" pitchFamily="34" charset="-122"/>
                <a:ea typeface="微软雅黑" panose="020B0503020204020204" pitchFamily="34" charset="-122"/>
              </a:rPr>
              <a:t>软件的费用</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效益分析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323165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适用项目类型</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① 必须做经济费用效益分析项目：经济学角度</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具有垄断特征的项目</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电力</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通讯</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有线电视等</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产出具有公共产品特征的项目（道路交通</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供水等）；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外部效果明显的项目（污水处理厂</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铁路等）；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资源开发项目（森林旅游等）；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涉及国家经济安全的项目（原油</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煤炭</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采矿</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电力等）；</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受过度行政干预的项目。</a:t>
            </a:r>
          </a:p>
        </p:txBody>
      </p:sp>
    </p:spTree>
    <p:extLst>
      <p:ext uri="{BB962C8B-B14F-4D97-AF65-F5344CB8AC3E}">
        <p14:creationId xmlns:p14="http://schemas.microsoft.com/office/powerpoint/2010/main" val="424917266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4.2.4 </a:t>
            </a:r>
            <a:r>
              <a:rPr lang="zh-CN" altLang="en-US" sz="2400" spc="300" dirty="0">
                <a:latin typeface="微软雅黑" panose="020B0503020204020204" pitchFamily="34" charset="-122"/>
                <a:ea typeface="微软雅黑" panose="020B0503020204020204" pitchFamily="34" charset="-122"/>
              </a:rPr>
              <a:t>软件的费用</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效益分析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741833"/>
            <a:ext cx="7920338" cy="283923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②必须做经济费用效益分析项目：管理角度</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政府投资项目；</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政府各类专项建设基金</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利用国际金融组织和外国政府贷款，需要政府担保的项目；</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非政府投资建设的涉及国家经济安全、影响环境资源、公共利益、可能出现垄断、涉及整体布局等公共性问题，需要政府核准的项目。</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注：</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建设项目经济评价方法与参数</a:t>
            </a:r>
            <a:r>
              <a:rPr lang="en-US" altLang="zh-CN" sz="1700" dirty="0">
                <a:solidFill>
                  <a:srgbClr val="000000"/>
                </a:solidFill>
                <a:latin typeface="华文楷体" panose="02010600040101010101" pitchFamily="2" charset="-122"/>
                <a:ea typeface="华文楷体" panose="02010600040101010101" pitchFamily="2" charset="-122"/>
              </a:rPr>
              <a:t>》</a:t>
            </a:r>
          </a:p>
        </p:txBody>
      </p:sp>
    </p:spTree>
    <p:extLst>
      <p:ext uri="{BB962C8B-B14F-4D97-AF65-F5344CB8AC3E}">
        <p14:creationId xmlns:p14="http://schemas.microsoft.com/office/powerpoint/2010/main" val="78429779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378395"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建设项目经济评价方法与参数</a:t>
            </a:r>
            <a:r>
              <a:rPr lang="en-US" altLang="zh-CN" sz="2400" spc="300" dirty="0">
                <a:latin typeface="微软雅黑" panose="020B0503020204020204" pitchFamily="34" charset="-122"/>
                <a:ea typeface="微软雅黑" panose="020B0503020204020204" pitchFamily="34" charset="-122"/>
              </a:rPr>
              <a:t>》</a:t>
            </a:r>
            <a:endParaRPr lang="zh-CN" altLang="en-US" sz="2400" spc="300" dirty="0">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建设项目经济评价方法与参数</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包括</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关于建设项目经济评价工作的若干规定</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建设项目经济评价方法</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和</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建设项目经济评价参数</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三个文件。它已由国家发改委和建设部于</a:t>
            </a:r>
            <a:r>
              <a:rPr lang="en-US" altLang="zh-CN" sz="1700" dirty="0">
                <a:solidFill>
                  <a:srgbClr val="000000"/>
                </a:solidFill>
                <a:latin typeface="华文楷体" panose="02010600040101010101" pitchFamily="2" charset="-122"/>
                <a:ea typeface="华文楷体" panose="02010600040101010101" pitchFamily="2" charset="-122"/>
              </a:rPr>
              <a:t>2006</a:t>
            </a:r>
            <a:r>
              <a:rPr lang="zh-CN" altLang="en-US" sz="1700" dirty="0">
                <a:solidFill>
                  <a:srgbClr val="000000"/>
                </a:solidFill>
                <a:latin typeface="华文楷体" panose="02010600040101010101" pitchFamily="2" charset="-122"/>
                <a:ea typeface="华文楷体" panose="02010600040101010101" pitchFamily="2" charset="-122"/>
              </a:rPr>
              <a:t>年</a:t>
            </a:r>
            <a:r>
              <a:rPr lang="en-US" altLang="zh-CN" sz="1700" dirty="0">
                <a:solidFill>
                  <a:srgbClr val="000000"/>
                </a:solidFill>
                <a:latin typeface="华文楷体" panose="02010600040101010101" pitchFamily="2" charset="-122"/>
                <a:ea typeface="华文楷体" panose="02010600040101010101" pitchFamily="2" charset="-122"/>
              </a:rPr>
              <a:t>7</a:t>
            </a:r>
            <a:r>
              <a:rPr lang="zh-CN" altLang="en-US" sz="1700" dirty="0">
                <a:solidFill>
                  <a:srgbClr val="000000"/>
                </a:solidFill>
                <a:latin typeface="华文楷体" panose="02010600040101010101" pitchFamily="2" charset="-122"/>
                <a:ea typeface="华文楷体" panose="02010600040101010101" pitchFamily="2" charset="-122"/>
              </a:rPr>
              <a:t>月</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日以发改投资 </a:t>
            </a:r>
            <a:r>
              <a:rPr lang="en-US" altLang="zh-CN" sz="1700" dirty="0">
                <a:solidFill>
                  <a:srgbClr val="000000"/>
                </a:solidFill>
                <a:latin typeface="华文楷体" panose="02010600040101010101" pitchFamily="2" charset="-122"/>
                <a:ea typeface="华文楷体" panose="02010600040101010101" pitchFamily="2" charset="-122"/>
              </a:rPr>
              <a:t>[2006]1325</a:t>
            </a:r>
            <a:r>
              <a:rPr lang="zh-CN" altLang="en-US" sz="1700" dirty="0">
                <a:solidFill>
                  <a:srgbClr val="000000"/>
                </a:solidFill>
                <a:latin typeface="华文楷体" panose="02010600040101010101" pitchFamily="2" charset="-122"/>
                <a:ea typeface="华文楷体" panose="02010600040101010101" pitchFamily="2" charset="-122"/>
              </a:rPr>
              <a:t>号文批准发布，要求在开展投资建设项目经济评价工作中使用。</a:t>
            </a:r>
          </a:p>
        </p:txBody>
      </p:sp>
    </p:spTree>
    <p:extLst>
      <p:ext uri="{BB962C8B-B14F-4D97-AF65-F5344CB8AC3E}">
        <p14:creationId xmlns:p14="http://schemas.microsoft.com/office/powerpoint/2010/main" val="37801185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4.2.4 </a:t>
            </a:r>
            <a:r>
              <a:rPr lang="zh-CN" altLang="en-US" sz="2400" spc="300" dirty="0">
                <a:latin typeface="微软雅黑" panose="020B0503020204020204" pitchFamily="34" charset="-122"/>
                <a:ea typeface="微软雅黑" panose="020B0503020204020204" pitchFamily="34" charset="-122"/>
              </a:rPr>
              <a:t>软件的费用</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效益分析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62406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费用</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基本原理</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err="1">
                <a:solidFill>
                  <a:srgbClr val="000000"/>
                </a:solidFill>
                <a:latin typeface="华文楷体" panose="02010600040101010101" pitchFamily="2" charset="-122"/>
                <a:ea typeface="华文楷体" panose="02010600040101010101" pitchFamily="2" charset="-122"/>
              </a:rPr>
              <a:t>B</a:t>
            </a:r>
            <a:r>
              <a:rPr lang="en-US" altLang="zh-CN" sz="1700" baseline="-25000" dirty="0" err="1">
                <a:solidFill>
                  <a:srgbClr val="000000"/>
                </a:solidFill>
                <a:latin typeface="华文楷体" panose="02010600040101010101" pitchFamily="2" charset="-122"/>
                <a:ea typeface="华文楷体" panose="02010600040101010101" pitchFamily="2" charset="-122"/>
              </a:rPr>
              <a:t>t</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公用事业（软件项目）第</a:t>
            </a:r>
            <a:r>
              <a:rPr lang="en-US" altLang="zh-CN" sz="1700" dirty="0">
                <a:solidFill>
                  <a:srgbClr val="000000"/>
                </a:solidFill>
                <a:latin typeface="华文楷体" panose="02010600040101010101" pitchFamily="2" charset="-122"/>
                <a:ea typeface="华文楷体" panose="02010600040101010101" pitchFamily="2" charset="-122"/>
              </a:rPr>
              <a:t>t</a:t>
            </a:r>
            <a:r>
              <a:rPr lang="zh-CN" altLang="en-US" sz="1700" dirty="0">
                <a:solidFill>
                  <a:srgbClr val="000000"/>
                </a:solidFill>
                <a:latin typeface="华文楷体" panose="02010600040101010101" pitchFamily="2" charset="-122"/>
                <a:ea typeface="华文楷体" panose="02010600040101010101" pitchFamily="2" charset="-122"/>
              </a:rPr>
              <a:t>年的净收益</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C</a:t>
            </a:r>
            <a:r>
              <a:rPr lang="en-US" altLang="zh-CN" sz="1700" baseline="-25000" dirty="0">
                <a:solidFill>
                  <a:srgbClr val="000000"/>
                </a:solidFill>
                <a:latin typeface="华文楷体" panose="02010600040101010101" pitchFamily="2" charset="-122"/>
                <a:ea typeface="华文楷体" panose="02010600040101010101" pitchFamily="2" charset="-122"/>
              </a:rPr>
              <a:t>t</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公用事业（软件项目） 第</a:t>
            </a:r>
            <a:r>
              <a:rPr lang="en-US" altLang="zh-CN" sz="1700" dirty="0">
                <a:solidFill>
                  <a:srgbClr val="000000"/>
                </a:solidFill>
                <a:latin typeface="华文楷体" panose="02010600040101010101" pitchFamily="2" charset="-122"/>
                <a:ea typeface="华文楷体" panose="02010600040101010101" pitchFamily="2" charset="-122"/>
              </a:rPr>
              <a:t>t</a:t>
            </a:r>
            <a:r>
              <a:rPr lang="zh-CN" altLang="en-US" sz="1700" dirty="0">
                <a:solidFill>
                  <a:srgbClr val="000000"/>
                </a:solidFill>
                <a:latin typeface="华文楷体" panose="02010600040101010101" pitchFamily="2" charset="-122"/>
                <a:ea typeface="华文楷体" panose="02010600040101010101" pitchFamily="2" charset="-122"/>
              </a:rPr>
              <a:t>年的净支出</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T  </a:t>
            </a:r>
            <a:r>
              <a:rPr lang="zh-CN" altLang="en-US" sz="1700" dirty="0">
                <a:solidFill>
                  <a:srgbClr val="000000"/>
                </a:solidFill>
                <a:latin typeface="华文楷体" panose="02010600040101010101" pitchFamily="2" charset="-122"/>
                <a:ea typeface="华文楷体" panose="02010600040101010101" pitchFamily="2" charset="-122"/>
              </a:rPr>
              <a:t>项目的寿命</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err="1">
                <a:solidFill>
                  <a:srgbClr val="000000"/>
                </a:solidFill>
                <a:latin typeface="华文楷体" panose="02010600040101010101" pitchFamily="2" charset="-122"/>
                <a:ea typeface="华文楷体" panose="02010600040101010101" pitchFamily="2" charset="-122"/>
              </a:rPr>
              <a:t>i</a:t>
            </a:r>
            <a:r>
              <a:rPr lang="en-US" altLang="zh-CN" sz="1700" dirty="0">
                <a:solidFill>
                  <a:srgbClr val="000000"/>
                </a:solidFill>
                <a:latin typeface="华文楷体" panose="02010600040101010101" pitchFamily="2" charset="-122"/>
                <a:ea typeface="华文楷体" panose="02010600040101010101" pitchFamily="2" charset="-122"/>
              </a:rPr>
              <a:t>  </a:t>
            </a:r>
            <a:r>
              <a:rPr lang="zh-CN" altLang="en-US" sz="1700" dirty="0">
                <a:solidFill>
                  <a:srgbClr val="000000"/>
                </a:solidFill>
                <a:latin typeface="华文楷体" panose="02010600040101010101" pitchFamily="2" charset="-122"/>
                <a:ea typeface="华文楷体" panose="02010600040101010101" pitchFamily="2" charset="-122"/>
              </a:rPr>
              <a:t>平均贴现率</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B  </a:t>
            </a:r>
            <a:r>
              <a:rPr lang="zh-CN" altLang="en-US" sz="1700" dirty="0">
                <a:solidFill>
                  <a:srgbClr val="000000"/>
                </a:solidFill>
                <a:latin typeface="华文楷体" panose="02010600040101010101" pitchFamily="2" charset="-122"/>
                <a:ea typeface="华文楷体" panose="02010600040101010101" pitchFamily="2" charset="-122"/>
              </a:rPr>
              <a:t>公用事业项目的总收益</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C  </a:t>
            </a:r>
            <a:r>
              <a:rPr lang="zh-CN" altLang="en-US" sz="1700" dirty="0">
                <a:solidFill>
                  <a:srgbClr val="000000"/>
                </a:solidFill>
                <a:latin typeface="华文楷体" panose="02010600040101010101" pitchFamily="2" charset="-122"/>
                <a:ea typeface="华文楷体" panose="02010600040101010101" pitchFamily="2" charset="-122"/>
              </a:rPr>
              <a:t>公用事业项目的总支出</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则可用相对效果系数  来作为公用事业项目可行性的度量指标</a:t>
            </a:r>
          </a:p>
        </p:txBody>
      </p:sp>
    </p:spTree>
    <p:extLst>
      <p:ext uri="{BB962C8B-B14F-4D97-AF65-F5344CB8AC3E}">
        <p14:creationId xmlns:p14="http://schemas.microsoft.com/office/powerpoint/2010/main" val="21938536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485523"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4.2.4 </a:t>
            </a:r>
            <a:r>
              <a:rPr lang="zh-CN" altLang="en-US" sz="2400" spc="300" dirty="0">
                <a:latin typeface="微软雅黑" panose="020B0503020204020204" pitchFamily="34" charset="-122"/>
                <a:ea typeface="微软雅黑" panose="020B0503020204020204" pitchFamily="34" charset="-122"/>
              </a:rPr>
              <a:t>软件的费用</a:t>
            </a:r>
            <a:r>
              <a:rPr lang="en-US" altLang="zh-CN" sz="2400" spc="300" dirty="0">
                <a:latin typeface="微软雅黑" panose="020B0503020204020204" pitchFamily="34" charset="-122"/>
                <a:ea typeface="微软雅黑" panose="020B0503020204020204" pitchFamily="34" charset="-122"/>
              </a:rPr>
              <a:t>-</a:t>
            </a:r>
            <a:r>
              <a:rPr lang="zh-CN" altLang="en-US" sz="2400" spc="300" dirty="0">
                <a:latin typeface="微软雅黑" panose="020B0503020204020204" pitchFamily="34" charset="-122"/>
                <a:ea typeface="微软雅黑" panose="020B0503020204020204" pitchFamily="34" charset="-122"/>
              </a:rPr>
              <a:t>效益分析</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1A343DEC-CFF6-41F5-B87C-0DFC08C67B76}"/>
                  </a:ext>
                </a:extLst>
              </p:cNvPr>
              <p:cNvSpPr/>
              <p:nvPr/>
            </p:nvSpPr>
            <p:spPr>
              <a:xfrm>
                <a:off x="611831" y="2887487"/>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显然：当</a:t>
                </a:r>
                <a14:m>
                  <m:oMath xmlns:m="http://schemas.openxmlformats.org/officeDocument/2006/math">
                    <m:r>
                      <a:rPr lang="zh-CN" altLang="en-US" sz="1600" i="1" smtClean="0">
                        <a:solidFill>
                          <a:srgbClr val="000000"/>
                        </a:solidFill>
                        <a:latin typeface="Cambria Math" panose="02040503050406030204" pitchFamily="18" charset="0"/>
                      </a:rPr>
                      <m:t>𝜂</m:t>
                    </m:r>
                    <m:r>
                      <a:rPr lang="zh-CN" altLang="en-US" sz="1600" i="1" smtClean="0">
                        <a:solidFill>
                          <a:srgbClr val="000000"/>
                        </a:solidFill>
                        <a:latin typeface="Cambria Math" panose="02040503050406030204" pitchFamily="18" charset="0"/>
                      </a:rPr>
                      <m:t>&gt;1</m:t>
                    </m:r>
                  </m:oMath>
                </a14:m>
                <a:r>
                  <a:rPr lang="zh-CN" altLang="en-US" sz="1700" dirty="0">
                    <a:solidFill>
                      <a:srgbClr val="000000"/>
                    </a:solidFill>
                    <a:latin typeface="华文楷体" panose="02010600040101010101" pitchFamily="2" charset="-122"/>
                    <a:ea typeface="华文楷体" panose="02010600040101010101" pitchFamily="2" charset="-122"/>
                  </a:rPr>
                  <a:t>时，表示</a:t>
                </a:r>
                <a14:m>
                  <m:oMath xmlns:m="http://schemas.openxmlformats.org/officeDocument/2006/math">
                    <m:r>
                      <a:rPr lang="zh-CN" altLang="en-US" sz="1600" i="1">
                        <a:solidFill>
                          <a:srgbClr val="000000"/>
                        </a:solidFill>
                        <a:latin typeface="Cambria Math" panose="02040503050406030204" pitchFamily="18" charset="0"/>
                      </a:rPr>
                      <m:t>𝐵</m:t>
                    </m:r>
                    <m:r>
                      <a:rPr lang="zh-CN" altLang="en-US" sz="1600" i="1">
                        <a:solidFill>
                          <a:srgbClr val="000000"/>
                        </a:solidFill>
                        <a:latin typeface="Cambria Math" panose="02040503050406030204" pitchFamily="18" charset="0"/>
                      </a:rPr>
                      <m:t>&gt;</m:t>
                    </m:r>
                    <m:r>
                      <a:rPr lang="zh-CN" altLang="en-US" sz="1600" i="1">
                        <a:solidFill>
                          <a:srgbClr val="000000"/>
                        </a:solidFill>
                        <a:latin typeface="Cambria Math" panose="02040503050406030204" pitchFamily="18" charset="0"/>
                      </a:rPr>
                      <m:t>𝐶</m:t>
                    </m:r>
                  </m:oMath>
                </a14:m>
                <a:r>
                  <a:rPr lang="zh-CN" altLang="en-US" sz="1700" dirty="0">
                    <a:solidFill>
                      <a:srgbClr val="000000"/>
                    </a:solidFill>
                    <a:latin typeface="华文楷体" panose="02010600040101010101" pitchFamily="2" charset="-122"/>
                    <a:ea typeface="华文楷体" panose="02010600040101010101" pitchFamily="2" charset="-122"/>
                  </a:rPr>
                  <a:t>，此时可认为公用事业项目社会效益大于其费用支出，从而可认为该项目是可投资开发的。</a:t>
                </a:r>
              </a:p>
            </p:txBody>
          </p:sp>
        </mc:Choice>
        <mc:Fallback xmlns="">
          <p:sp>
            <p:nvSpPr>
              <p:cNvPr id="2" name="矩形 1">
                <a:extLst>
                  <a:ext uri="{FF2B5EF4-FFF2-40B4-BE49-F238E27FC236}">
                    <a16:creationId xmlns:a16="http://schemas.microsoft.com/office/drawing/2014/main" id="{1A343DEC-CFF6-41F5-B87C-0DFC08C67B76}"/>
                  </a:ext>
                </a:extLst>
              </p:cNvPr>
              <p:cNvSpPr>
                <a:spLocks noRot="1" noChangeAspect="1" noMove="1" noResize="1" noEditPoints="1" noAdjustHandles="1" noChangeArrowheads="1" noChangeShapeType="1" noTextEdit="1"/>
              </p:cNvSpPr>
              <p:nvPr/>
            </p:nvSpPr>
            <p:spPr>
              <a:xfrm>
                <a:off x="611831" y="2887487"/>
                <a:ext cx="7920338" cy="839782"/>
              </a:xfrm>
              <a:prstGeom prst="rect">
                <a:avLst/>
              </a:prstGeom>
              <a:blipFill>
                <a:blip r:embed="rId4"/>
                <a:stretch>
                  <a:fillRect l="-385" r="-462" b="-10219"/>
                </a:stretch>
              </a:blipFill>
            </p:spPr>
            <p:txBody>
              <a:bodyPr/>
              <a:lstStyle/>
              <a:p>
                <a:r>
                  <a:rPr lang="zh-CN" altLang="en-US">
                    <a:noFill/>
                  </a:rPr>
                  <a:t> </a:t>
                </a:r>
              </a:p>
            </p:txBody>
          </p:sp>
        </mc:Fallback>
      </mc:AlternateContent>
      <p:sp>
        <p:nvSpPr>
          <p:cNvPr id="3" name="Object 17">
            <a:extLst>
              <a:ext uri="{FF2B5EF4-FFF2-40B4-BE49-F238E27FC236}">
                <a16:creationId xmlns:a16="http://schemas.microsoft.com/office/drawing/2014/main" id="{99DCA630-B324-41E7-8E1C-DE0A14073096}"/>
              </a:ext>
            </a:extLst>
          </p:cNvPr>
          <p:cNvSpPr txBox="1"/>
          <p:nvPr/>
        </p:nvSpPr>
        <p:spPr bwMode="auto">
          <a:xfrm>
            <a:off x="6156325" y="5084763"/>
            <a:ext cx="576263" cy="287337"/>
          </a:xfrm>
          <a:prstGeom prst="rect">
            <a:avLst/>
          </a:prstGeom>
          <a:noFill/>
        </p:spPr>
        <p:txBody>
          <a:bodyPr>
            <a:normAutofit fontScale="85000" lnSpcReduction="20000"/>
          </a:bodyPr>
          <a:lstStyle/>
          <a:p>
            <a:endParaRPr lang="zh-CN" altLang="en-US" dirty="0"/>
          </a:p>
        </p:txBody>
      </p:sp>
      <p:graphicFrame>
        <p:nvGraphicFramePr>
          <p:cNvPr id="11" name="Object 6">
            <a:extLst>
              <a:ext uri="{FF2B5EF4-FFF2-40B4-BE49-F238E27FC236}">
                <a16:creationId xmlns:a16="http://schemas.microsoft.com/office/drawing/2014/main" id="{B5814969-FC8A-4653-A4B1-EFC438831FA7}"/>
              </a:ext>
            </a:extLst>
          </p:cNvPr>
          <p:cNvGraphicFramePr>
            <a:graphicFrameLocks noChangeAspect="1"/>
          </p:cNvGraphicFramePr>
          <p:nvPr>
            <p:extLst>
              <p:ext uri="{D42A27DB-BD31-4B8C-83A1-F6EECF244321}">
                <p14:modId xmlns:p14="http://schemas.microsoft.com/office/powerpoint/2010/main" val="2249520614"/>
              </p:ext>
            </p:extLst>
          </p:nvPr>
        </p:nvGraphicFramePr>
        <p:xfrm>
          <a:off x="2987675" y="1024118"/>
          <a:ext cx="3168650" cy="749300"/>
        </p:xfrm>
        <a:graphic>
          <a:graphicData uri="http://schemas.openxmlformats.org/presentationml/2006/ole">
            <mc:AlternateContent xmlns:mc="http://schemas.openxmlformats.org/markup-compatibility/2006">
              <mc:Choice xmlns:v="urn:schemas-microsoft-com:vml" Requires="v">
                <p:oleObj name="公式" r:id="rId5" imgW="1892300" imgH="444500" progId="Equation.3">
                  <p:embed/>
                </p:oleObj>
              </mc:Choice>
              <mc:Fallback>
                <p:oleObj name="公式" r:id="rId5" imgW="1892300" imgH="444500" progId="Equation.3">
                  <p:embed/>
                  <p:pic>
                    <p:nvPicPr>
                      <p:cNvPr id="11" name="Object 6">
                        <a:extLst>
                          <a:ext uri="{FF2B5EF4-FFF2-40B4-BE49-F238E27FC236}">
                            <a16:creationId xmlns:a16="http://schemas.microsoft.com/office/drawing/2014/main" id="{B5814969-FC8A-4653-A4B1-EFC438831FA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87675" y="1024118"/>
                        <a:ext cx="3168650" cy="749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 name="Group 15">
            <a:extLst>
              <a:ext uri="{FF2B5EF4-FFF2-40B4-BE49-F238E27FC236}">
                <a16:creationId xmlns:a16="http://schemas.microsoft.com/office/drawing/2014/main" id="{86904D3F-7B0A-4B61-B451-484D89F0488A}"/>
              </a:ext>
            </a:extLst>
          </p:cNvPr>
          <p:cNvGrpSpPr>
            <a:grpSpLocks/>
          </p:cNvGrpSpPr>
          <p:nvPr/>
        </p:nvGrpSpPr>
        <p:grpSpPr bwMode="auto">
          <a:xfrm>
            <a:off x="3860800" y="933635"/>
            <a:ext cx="2376488" cy="1731962"/>
            <a:chOff x="1338" y="3067"/>
            <a:chExt cx="1497" cy="1091"/>
          </a:xfrm>
        </p:grpSpPr>
        <p:sp>
          <p:nvSpPr>
            <p:cNvPr id="21" name="Line 10">
              <a:extLst>
                <a:ext uri="{FF2B5EF4-FFF2-40B4-BE49-F238E27FC236}">
                  <a16:creationId xmlns:a16="http://schemas.microsoft.com/office/drawing/2014/main" id="{0999587E-7351-4C2A-9DF0-164A105B1528}"/>
                </a:ext>
              </a:extLst>
            </p:cNvPr>
            <p:cNvSpPr>
              <a:spLocks noChangeShapeType="1"/>
            </p:cNvSpPr>
            <p:nvPr/>
          </p:nvSpPr>
          <p:spPr bwMode="auto">
            <a:xfrm>
              <a:off x="2154" y="3566"/>
              <a:ext cx="0" cy="18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2" name="Text Box 11">
              <a:extLst>
                <a:ext uri="{FF2B5EF4-FFF2-40B4-BE49-F238E27FC236}">
                  <a16:creationId xmlns:a16="http://schemas.microsoft.com/office/drawing/2014/main" id="{FD7B277C-B4A3-43ED-9ED6-53B529FE1015}"/>
                </a:ext>
              </a:extLst>
            </p:cNvPr>
            <p:cNvSpPr txBox="1">
              <a:spLocks noChangeArrowheads="1"/>
            </p:cNvSpPr>
            <p:nvPr/>
          </p:nvSpPr>
          <p:spPr bwMode="auto">
            <a:xfrm>
              <a:off x="1927" y="3748"/>
              <a:ext cx="412" cy="410"/>
            </a:xfrm>
            <a:prstGeom prst="rect">
              <a:avLst/>
            </a:prstGeom>
            <a:noFill/>
            <a:ln w="9525" algn="ctr">
              <a:solidFill>
                <a:srgbClr val="03610E"/>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a:t>动态</a:t>
              </a:r>
            </a:p>
            <a:p>
              <a:r>
                <a:rPr lang="zh-CN" altLang="en-US" b="1"/>
                <a:t>指标</a:t>
              </a:r>
            </a:p>
          </p:txBody>
        </p:sp>
        <p:sp>
          <p:nvSpPr>
            <p:cNvPr id="23" name="Oval 12">
              <a:extLst>
                <a:ext uri="{FF2B5EF4-FFF2-40B4-BE49-F238E27FC236}">
                  <a16:creationId xmlns:a16="http://schemas.microsoft.com/office/drawing/2014/main" id="{2A20E5FA-2E8E-4895-99B2-F8EACCF4E054}"/>
                </a:ext>
              </a:extLst>
            </p:cNvPr>
            <p:cNvSpPr>
              <a:spLocks noChangeArrowheads="1"/>
            </p:cNvSpPr>
            <p:nvPr/>
          </p:nvSpPr>
          <p:spPr bwMode="auto">
            <a:xfrm>
              <a:off x="1338" y="3067"/>
              <a:ext cx="1497" cy="635"/>
            </a:xfrm>
            <a:prstGeom prst="ellipse">
              <a:avLst/>
            </a:prstGeom>
            <a:noFill/>
            <a:ln w="19050" algn="ctr">
              <a:solidFill>
                <a:srgbClr val="03610E"/>
              </a:solidFill>
              <a:prstDash val="dash"/>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grpSp>
        <p:nvGrpSpPr>
          <p:cNvPr id="24" name="Group 14">
            <a:extLst>
              <a:ext uri="{FF2B5EF4-FFF2-40B4-BE49-F238E27FC236}">
                <a16:creationId xmlns:a16="http://schemas.microsoft.com/office/drawing/2014/main" id="{A6E48DC6-C425-4310-A0C8-5D39145B7F91}"/>
              </a:ext>
            </a:extLst>
          </p:cNvPr>
          <p:cNvGrpSpPr>
            <a:grpSpLocks/>
          </p:cNvGrpSpPr>
          <p:nvPr/>
        </p:nvGrpSpPr>
        <p:grpSpPr bwMode="auto">
          <a:xfrm>
            <a:off x="3190508" y="996953"/>
            <a:ext cx="654050" cy="1658937"/>
            <a:chOff x="975" y="3113"/>
            <a:chExt cx="412" cy="1045"/>
          </a:xfrm>
        </p:grpSpPr>
        <p:sp>
          <p:nvSpPr>
            <p:cNvPr id="25" name="Line 8">
              <a:extLst>
                <a:ext uri="{FF2B5EF4-FFF2-40B4-BE49-F238E27FC236}">
                  <a16:creationId xmlns:a16="http://schemas.microsoft.com/office/drawing/2014/main" id="{AECB8001-D96B-4BE3-B2A0-B286BF755B2C}"/>
                </a:ext>
              </a:extLst>
            </p:cNvPr>
            <p:cNvSpPr>
              <a:spLocks noChangeShapeType="1"/>
            </p:cNvSpPr>
            <p:nvPr/>
          </p:nvSpPr>
          <p:spPr bwMode="auto">
            <a:xfrm>
              <a:off x="1202" y="3566"/>
              <a:ext cx="0" cy="182"/>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a:p>
          </p:txBody>
        </p:sp>
        <p:sp>
          <p:nvSpPr>
            <p:cNvPr id="26" name="Text Box 9">
              <a:extLst>
                <a:ext uri="{FF2B5EF4-FFF2-40B4-BE49-F238E27FC236}">
                  <a16:creationId xmlns:a16="http://schemas.microsoft.com/office/drawing/2014/main" id="{1D15A183-87E4-468D-9A12-0D099C2669CC}"/>
                </a:ext>
              </a:extLst>
            </p:cNvPr>
            <p:cNvSpPr txBox="1">
              <a:spLocks noChangeArrowheads="1"/>
            </p:cNvSpPr>
            <p:nvPr/>
          </p:nvSpPr>
          <p:spPr bwMode="auto">
            <a:xfrm>
              <a:off x="975" y="3748"/>
              <a:ext cx="412" cy="410"/>
            </a:xfrm>
            <a:prstGeom prst="rect">
              <a:avLst/>
            </a:prstGeom>
            <a:noFill/>
            <a:ln w="9525" algn="ctr">
              <a:solidFill>
                <a:srgbClr val="03610E"/>
              </a:solidFill>
              <a:miter lim="800000"/>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b="1" dirty="0"/>
                <a:t>静态</a:t>
              </a:r>
            </a:p>
            <a:p>
              <a:r>
                <a:rPr lang="zh-CN" altLang="en-US" b="1" dirty="0"/>
                <a:t>指标</a:t>
              </a:r>
            </a:p>
          </p:txBody>
        </p:sp>
        <p:sp>
          <p:nvSpPr>
            <p:cNvPr id="27" name="Oval 13">
              <a:extLst>
                <a:ext uri="{FF2B5EF4-FFF2-40B4-BE49-F238E27FC236}">
                  <a16:creationId xmlns:a16="http://schemas.microsoft.com/office/drawing/2014/main" id="{F4E030CB-A691-413B-98A0-83CAB15E3A67}"/>
                </a:ext>
              </a:extLst>
            </p:cNvPr>
            <p:cNvSpPr>
              <a:spLocks noChangeArrowheads="1"/>
            </p:cNvSpPr>
            <p:nvPr/>
          </p:nvSpPr>
          <p:spPr bwMode="auto">
            <a:xfrm>
              <a:off x="1111" y="3113"/>
              <a:ext cx="181" cy="544"/>
            </a:xfrm>
            <a:prstGeom prst="ellipse">
              <a:avLst/>
            </a:prstGeom>
            <a:noFill/>
            <a:ln w="19050" algn="ctr">
              <a:solidFill>
                <a:srgbClr val="03610E"/>
              </a:solidFill>
              <a:prstDash val="dash"/>
              <a:round/>
              <a:headEnd/>
              <a:tailEnd/>
            </a:ln>
            <a:effectLst/>
            <a:extLst>
              <a:ext uri="{909E8E84-426E-40DD-AFC4-6F175D3DCCD1}">
                <a14:hiddenFill xmlns:a14="http://schemas.microsoft.com/office/drawing/2010/main">
                  <a:solidFill>
                    <a:srgbClr val="FFFF66"/>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pSp>
    </p:spTree>
    <p:extLst>
      <p:ext uri="{BB962C8B-B14F-4D97-AF65-F5344CB8AC3E}">
        <p14:creationId xmlns:p14="http://schemas.microsoft.com/office/powerpoint/2010/main" val="371469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par>
                    <p:cTn id="17" fill="hold">
                      <p:stCondLst>
                        <p:cond delay="indefinite"/>
                      </p:stCondLst>
                      <p:childTnLst>
                        <p:par>
                          <p:cTn id="18" fill="hold">
                            <p:stCondLst>
                              <p:cond delay="0"/>
                            </p:stCondLst>
                            <p:childTnLst>
                              <p:par>
                                <p:cTn id="19" presetID="4" presetClass="entr" presetSubtype="16" fill="hold" nodeType="clickEffect">
                                  <p:stCondLst>
                                    <p:cond delay="0"/>
                                  </p:stCondLst>
                                  <p:childTnLst>
                                    <p:set>
                                      <p:cBhvr>
                                        <p:cTn id="20" dur="1" fill="hold">
                                          <p:stCondLst>
                                            <p:cond delay="0"/>
                                          </p:stCondLst>
                                        </p:cTn>
                                        <p:tgtEl>
                                          <p:spTgt spid="20"/>
                                        </p:tgtEl>
                                        <p:attrNameLst>
                                          <p:attrName>style.visibility</p:attrName>
                                        </p:attrNameLst>
                                      </p:cBhvr>
                                      <p:to>
                                        <p:strVal val="visible"/>
                                      </p:to>
                                    </p:set>
                                    <p:animEffect transition="in" filter="box(in)">
                                      <p:cBhvr>
                                        <p:cTn id="21" dur="500"/>
                                        <p:tgtEl>
                                          <p:spTgt spid="20"/>
                                        </p:tgtEl>
                                      </p:cBhvr>
                                    </p:animEffect>
                                  </p:childTnLst>
                                </p:cTn>
                              </p:par>
                            </p:childTnLst>
                          </p:cTn>
                        </p:par>
                      </p:childTnLst>
                    </p:cTn>
                  </p:par>
                  <p:par>
                    <p:cTn id="22" fill="hold">
                      <p:stCondLst>
                        <p:cond delay="indefinite"/>
                      </p:stCondLst>
                      <p:childTnLst>
                        <p:par>
                          <p:cTn id="23" fill="hold">
                            <p:stCondLst>
                              <p:cond delay="0"/>
                            </p:stCondLst>
                            <p:childTnLst>
                              <p:par>
                                <p:cTn id="24" presetID="2" presetClass="exit" presetSubtype="4" fill="hold" nodeType="clickEffect">
                                  <p:stCondLst>
                                    <p:cond delay="0"/>
                                  </p:stCondLst>
                                  <p:childTnLst>
                                    <p:anim calcmode="lin" valueType="num">
                                      <p:cBhvr additive="base">
                                        <p:cTn id="25" dur="500"/>
                                        <p:tgtEl>
                                          <p:spTgt spid="20"/>
                                        </p:tgtEl>
                                        <p:attrNameLst>
                                          <p:attrName>ppt_x</p:attrName>
                                        </p:attrNameLst>
                                      </p:cBhvr>
                                      <p:tavLst>
                                        <p:tav tm="0">
                                          <p:val>
                                            <p:strVal val="ppt_x"/>
                                          </p:val>
                                        </p:tav>
                                        <p:tav tm="100000">
                                          <p:val>
                                            <p:strVal val="ppt_x"/>
                                          </p:val>
                                        </p:tav>
                                      </p:tavLst>
                                    </p:anim>
                                    <p:anim calcmode="lin" valueType="num">
                                      <p:cBhvr additive="base">
                                        <p:cTn id="26" dur="500"/>
                                        <p:tgtEl>
                                          <p:spTgt spid="20"/>
                                        </p:tgtEl>
                                        <p:attrNameLst>
                                          <p:attrName>ppt_y</p:attrName>
                                        </p:attrNameLst>
                                      </p:cBhvr>
                                      <p:tavLst>
                                        <p:tav tm="0">
                                          <p:val>
                                            <p:strVal val="ppt_y"/>
                                          </p:val>
                                        </p:tav>
                                        <p:tav tm="100000">
                                          <p:val>
                                            <p:strVal val="1+ppt_h/2"/>
                                          </p:val>
                                        </p:tav>
                                      </p:tavLst>
                                    </p:anim>
                                    <p:set>
                                      <p:cBhvr>
                                        <p:cTn id="27" dur="1" fill="hold">
                                          <p:stCondLst>
                                            <p:cond delay="499"/>
                                          </p:stCondLst>
                                        </p:cTn>
                                        <p:tgtEl>
                                          <p:spTgt spid="20"/>
                                        </p:tgtEl>
                                        <p:attrNameLst>
                                          <p:attrName>style.visibility</p:attrName>
                                        </p:attrNameLst>
                                      </p:cBhvr>
                                      <p:to>
                                        <p:strVal val="hidden"/>
                                      </p:to>
                                    </p:set>
                                  </p:childTnLst>
                                </p:cTn>
                              </p:par>
                            </p:childTnLst>
                          </p:cTn>
                        </p:par>
                      </p:childTnLst>
                    </p:cTn>
                  </p:par>
                  <p:par>
                    <p:cTn id="28" fill="hold">
                      <p:stCondLst>
                        <p:cond delay="indefinite"/>
                      </p:stCondLst>
                      <p:childTnLst>
                        <p:par>
                          <p:cTn id="29" fill="hold">
                            <p:stCondLst>
                              <p:cond delay="0"/>
                            </p:stCondLst>
                            <p:childTnLst>
                              <p:par>
                                <p:cTn id="30" presetID="4" presetClass="entr" presetSubtype="16" fill="hold" nodeType="clickEffect">
                                  <p:stCondLst>
                                    <p:cond delay="0"/>
                                  </p:stCondLst>
                                  <p:childTnLst>
                                    <p:set>
                                      <p:cBhvr>
                                        <p:cTn id="31" dur="1" fill="hold">
                                          <p:stCondLst>
                                            <p:cond delay="0"/>
                                          </p:stCondLst>
                                        </p:cTn>
                                        <p:tgtEl>
                                          <p:spTgt spid="24"/>
                                        </p:tgtEl>
                                        <p:attrNameLst>
                                          <p:attrName>style.visibility</p:attrName>
                                        </p:attrNameLst>
                                      </p:cBhvr>
                                      <p:to>
                                        <p:strVal val="visible"/>
                                      </p:to>
                                    </p:set>
                                    <p:animEffect transition="in" filter="box(in)">
                                      <p:cBhvr>
                                        <p:cTn id="32" dur="500"/>
                                        <p:tgtEl>
                                          <p:spTgt spid="24"/>
                                        </p:tgtEl>
                                      </p:cBhvr>
                                    </p:animEffect>
                                  </p:childTnLst>
                                </p:cTn>
                              </p:par>
                            </p:childTnLst>
                          </p:cTn>
                        </p:par>
                      </p:childTnLst>
                    </p:cTn>
                  </p:par>
                  <p:par>
                    <p:cTn id="33" fill="hold">
                      <p:stCondLst>
                        <p:cond delay="indefinite"/>
                      </p:stCondLst>
                      <p:childTnLst>
                        <p:par>
                          <p:cTn id="34" fill="hold">
                            <p:stCondLst>
                              <p:cond delay="0"/>
                            </p:stCondLst>
                            <p:childTnLst>
                              <p:par>
                                <p:cTn id="35" presetID="2" presetClass="exit" presetSubtype="4" fill="hold" nodeType="clickEffect">
                                  <p:stCondLst>
                                    <p:cond delay="0"/>
                                  </p:stCondLst>
                                  <p:childTnLst>
                                    <p:anim calcmode="lin" valueType="num">
                                      <p:cBhvr additive="base">
                                        <p:cTn id="36" dur="500"/>
                                        <p:tgtEl>
                                          <p:spTgt spid="24"/>
                                        </p:tgtEl>
                                        <p:attrNameLst>
                                          <p:attrName>ppt_x</p:attrName>
                                        </p:attrNameLst>
                                      </p:cBhvr>
                                      <p:tavLst>
                                        <p:tav tm="0">
                                          <p:val>
                                            <p:strVal val="ppt_x"/>
                                          </p:val>
                                        </p:tav>
                                        <p:tav tm="100000">
                                          <p:val>
                                            <p:strVal val="ppt_x"/>
                                          </p:val>
                                        </p:tav>
                                      </p:tavLst>
                                    </p:anim>
                                    <p:anim calcmode="lin" valueType="num">
                                      <p:cBhvr additive="base">
                                        <p:cTn id="37" dur="500"/>
                                        <p:tgtEl>
                                          <p:spTgt spid="24"/>
                                        </p:tgtEl>
                                        <p:attrNameLst>
                                          <p:attrName>ppt_y</p:attrName>
                                        </p:attrNameLst>
                                      </p:cBhvr>
                                      <p:tavLst>
                                        <p:tav tm="0">
                                          <p:val>
                                            <p:strVal val="ppt_y"/>
                                          </p:val>
                                        </p:tav>
                                        <p:tav tm="100000">
                                          <p:val>
                                            <p:strVal val="1+ppt_h/2"/>
                                          </p:val>
                                        </p:tav>
                                      </p:tavLst>
                                    </p:anim>
                                    <p:set>
                                      <p:cBhvr>
                                        <p:cTn id="38" dur="1" fill="hold">
                                          <p:stCondLst>
                                            <p:cond delay="499"/>
                                          </p:stCondLst>
                                        </p:cTn>
                                        <p:tgtEl>
                                          <p:spTgt spid="2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6200736"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软件项目的经济效益、社会效益与风险 </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296958"/>
          </a:xfrm>
          <a:prstGeom prst="rect">
            <a:avLst/>
          </a:prstGeom>
        </p:spPr>
        <p:txBody>
          <a:bodyPr wrap="square">
            <a:spAutoFit/>
          </a:bodyPr>
          <a:lstStyle/>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4.1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软件项目的经济效果评价 </a:t>
            </a:r>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marL="342900" indent="-342900" algn="just">
              <a:lnSpc>
                <a:spcPct val="150000"/>
              </a:lnSpc>
              <a:buFont typeface="Arial" panose="020B0604020202020204" pitchFamily="34" charset="0"/>
              <a:buChar char="•"/>
            </a:pPr>
            <a:r>
              <a:rPr lang="en-US" altLang="zh-CN" dirty="0">
                <a:latin typeface="Times New Roman" panose="02020603050405020304" pitchFamily="18" charset="0"/>
                <a:ea typeface="华文楷体" panose="02010600040101010101" pitchFamily="2" charset="-122"/>
                <a:cs typeface="Times New Roman" panose="02020603050405020304" pitchFamily="18" charset="0"/>
              </a:rPr>
              <a:t>4.2 </a:t>
            </a: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软件项目的经济与社会效益分析</a:t>
            </a:r>
          </a:p>
          <a:p>
            <a:pPr marL="342900" indent="-342900" algn="just">
              <a:lnSpc>
                <a:spcPct val="150000"/>
              </a:lnSpc>
              <a:buFont typeface="Arial" panose="020B0604020202020204" pitchFamily="34" charset="0"/>
              <a:buChar char="•"/>
            </a:pPr>
            <a:r>
              <a:rPr lang="en-US" altLang="zh-CN"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4.3 </a:t>
            </a:r>
            <a:r>
              <a:rPr lang="zh-CN" altLang="en-US" b="1" dirty="0">
                <a:solidFill>
                  <a:srgbClr val="FF0000"/>
                </a:solidFill>
                <a:latin typeface="Times New Roman" panose="02020603050405020304" pitchFamily="18" charset="0"/>
                <a:ea typeface="华文楷体" panose="02010600040101010101" pitchFamily="2" charset="-122"/>
                <a:cs typeface="Times New Roman" panose="02020603050405020304" pitchFamily="18" charset="0"/>
              </a:rPr>
              <a:t>软件项目的风险分析与控制 </a:t>
            </a:r>
          </a:p>
        </p:txBody>
      </p:sp>
    </p:spTree>
    <p:extLst>
      <p:ext uri="{BB962C8B-B14F-4D97-AF65-F5344CB8AC3E}">
        <p14:creationId xmlns:p14="http://schemas.microsoft.com/office/powerpoint/2010/main" val="979880133"/>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01702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未来可能发生的  </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不确定性</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损失、危害      </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相对于项目要实现的目标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客观存在        </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没有风险的项目是不存在的</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相对某一经济主体</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不同经济主体其面临的风险是不同的</a:t>
            </a:r>
          </a:p>
        </p:txBody>
      </p:sp>
    </p:spTree>
    <p:extLst>
      <p:ext uri="{BB962C8B-B14F-4D97-AF65-F5344CB8AC3E}">
        <p14:creationId xmlns:p14="http://schemas.microsoft.com/office/powerpoint/2010/main" val="222640856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5020926"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 </a:t>
            </a:r>
            <a:r>
              <a:rPr lang="zh-CN" altLang="en-US" sz="2400" spc="300" dirty="0">
                <a:latin typeface="微软雅黑" panose="020B0503020204020204" pitchFamily="34" charset="-122"/>
                <a:ea typeface="微软雅黑" panose="020B0503020204020204" pitchFamily="34" charset="-122"/>
              </a:rPr>
              <a:t>软件项目的风险分析与控制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731260"/>
            <a:ext cx="7920338" cy="2801857"/>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软件项目风险管理</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第一步：风险识别</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辨别在什么情况下，发生什么风险？</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第二步：风险分析</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分析每一个风险，确定其可能发生概率，以及发生时带来的危害。</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第三步：风险控制</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确定风险应对策略，制定风险应对行动计划，进行风险跟踪与评价。</a:t>
            </a:r>
          </a:p>
        </p:txBody>
      </p:sp>
    </p:spTree>
    <p:extLst>
      <p:ext uri="{BB962C8B-B14F-4D97-AF65-F5344CB8AC3E}">
        <p14:creationId xmlns:p14="http://schemas.microsoft.com/office/powerpoint/2010/main" val="401756272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a:t>
            </a:r>
            <a:r>
              <a:rPr lang="zh-CN" altLang="en-US" sz="2400" spc="300" dirty="0">
                <a:latin typeface="微软雅黑" panose="020B0503020204020204" pitchFamily="34" charset="-122"/>
                <a:ea typeface="微软雅黑" panose="020B0503020204020204" pitchFamily="34" charset="-122"/>
              </a:rPr>
              <a:t>软件项目的风险识别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86278"/>
            <a:ext cx="7920338" cy="362406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风险识别 </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风险识别试图系统化地指出对项目计划（估算、进度、资源分配等）的威胁。</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常用的风险识别的方法有</a:t>
            </a:r>
            <a:r>
              <a:rPr lang="zh-CN" altLang="en-US" sz="1700" b="1" dirty="0">
                <a:solidFill>
                  <a:srgbClr val="FF0000"/>
                </a:solidFill>
                <a:latin typeface="华文楷体" panose="02010600040101010101" pitchFamily="2" charset="-122"/>
                <a:ea typeface="华文楷体" panose="02010600040101010101" pitchFamily="2" charset="-122"/>
              </a:rPr>
              <a:t>风险树分析法</a:t>
            </a:r>
            <a:r>
              <a:rPr lang="zh-CN" altLang="en-US" sz="1700" dirty="0">
                <a:solidFill>
                  <a:srgbClr val="000000"/>
                </a:solidFill>
                <a:latin typeface="华文楷体" panose="02010600040101010101" pitchFamily="2" charset="-122"/>
                <a:ea typeface="华文楷体" panose="02010600040101010101" pitchFamily="2" charset="-122"/>
              </a:rPr>
              <a:t>，</a:t>
            </a:r>
            <a:r>
              <a:rPr lang="zh-CN" altLang="en-US" sz="1700" b="1" dirty="0">
                <a:solidFill>
                  <a:srgbClr val="FF0000"/>
                </a:solidFill>
                <a:latin typeface="华文楷体" panose="02010600040101010101" pitchFamily="2" charset="-122"/>
                <a:ea typeface="华文楷体" panose="02010600040101010101" pitchFamily="2" charset="-122"/>
              </a:rPr>
              <a:t>幕景分析</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Sceneries Analysis</a:t>
            </a:r>
            <a:r>
              <a:rPr lang="zh-CN" altLang="en-US" sz="1700" dirty="0">
                <a:solidFill>
                  <a:srgbClr val="000000"/>
                </a:solidFill>
                <a:latin typeface="华文楷体" panose="02010600040101010101" pitchFamily="2" charset="-122"/>
                <a:ea typeface="华文楷体" panose="02010600040101010101" pitchFamily="2" charset="-122"/>
              </a:rPr>
              <a:t>）法，</a:t>
            </a:r>
            <a:r>
              <a:rPr lang="zh-CN" altLang="en-US" sz="1700" b="1" dirty="0">
                <a:solidFill>
                  <a:srgbClr val="FF0000"/>
                </a:solidFill>
                <a:latin typeface="华文楷体" panose="02010600040101010101" pitchFamily="2" charset="-122"/>
                <a:ea typeface="华文楷体" panose="02010600040101010101" pitchFamily="2" charset="-122"/>
              </a:rPr>
              <a:t>头脑风暴</a:t>
            </a: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Brainstorming</a:t>
            </a:r>
            <a:r>
              <a:rPr lang="zh-CN" altLang="en-US" sz="1700" dirty="0">
                <a:solidFill>
                  <a:srgbClr val="000000"/>
                </a:solidFill>
                <a:latin typeface="华文楷体" panose="02010600040101010101" pitchFamily="2" charset="-122"/>
                <a:ea typeface="华文楷体" panose="02010600040101010101" pitchFamily="2" charset="-122"/>
              </a:rPr>
              <a:t>）法，</a:t>
            </a:r>
            <a:r>
              <a:rPr lang="en-US" altLang="zh-CN" sz="1700" b="1" dirty="0">
                <a:solidFill>
                  <a:srgbClr val="FF0000"/>
                </a:solidFill>
                <a:latin typeface="华文楷体" panose="02010600040101010101" pitchFamily="2" charset="-122"/>
                <a:ea typeface="华文楷体" panose="02010600040101010101" pitchFamily="2" charset="-122"/>
              </a:rPr>
              <a:t>Delphi</a:t>
            </a:r>
            <a:r>
              <a:rPr lang="zh-CN" altLang="en-US" sz="1700" dirty="0">
                <a:solidFill>
                  <a:srgbClr val="000000"/>
                </a:solidFill>
                <a:latin typeface="华文楷体" panose="02010600040101010101" pitchFamily="2" charset="-122"/>
                <a:ea typeface="华文楷体" panose="02010600040101010101" pitchFamily="2" charset="-122"/>
              </a:rPr>
              <a:t>法等。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风险树分析法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所谓风险树其实质是将构成项目风险的各类影响因素分门别类地构成一个自上而下的递阶层次结构，在这种递阶层次结构中每一个下层风险因素受其相邻的上层风险因素的支配，或每一个上层风险因素可分解成若干个下层风险因素。由于这种递阶层次结构类似于一棵倒立的树，故又称风险树。</a:t>
            </a:r>
          </a:p>
        </p:txBody>
      </p:sp>
    </p:spTree>
    <p:extLst>
      <p:ext uri="{BB962C8B-B14F-4D97-AF65-F5344CB8AC3E}">
        <p14:creationId xmlns:p14="http://schemas.microsoft.com/office/powerpoint/2010/main" val="61365628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602C3D16-FF30-49F1-A34B-42189667B1FF}"/>
              </a:ext>
            </a:extLst>
          </p:cNvPr>
          <p:cNvPicPr>
            <a:picLocks noChangeAspect="1"/>
          </p:cNvPicPr>
          <p:nvPr/>
        </p:nvPicPr>
        <p:blipFill>
          <a:blip r:embed="rId3"/>
          <a:stretch>
            <a:fillRect/>
          </a:stretch>
        </p:blipFill>
        <p:spPr>
          <a:xfrm>
            <a:off x="1418470" y="229323"/>
            <a:ext cx="6307059" cy="4684854"/>
          </a:xfrm>
          <a:prstGeom prst="rect">
            <a:avLst/>
          </a:prstGeom>
        </p:spPr>
      </p:pic>
    </p:spTree>
    <p:extLst>
      <p:ext uri="{BB962C8B-B14F-4D97-AF65-F5344CB8AC3E}">
        <p14:creationId xmlns:p14="http://schemas.microsoft.com/office/powerpoint/2010/main" val="366418643"/>
      </p:ext>
    </p:extLst>
  </p:cSld>
  <p:clrMapOvr>
    <a:masterClrMapping/>
  </p:clrMapOvr>
  <p:transition spd="slow">
    <p:pull/>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7A1AAE83-81C5-4AAA-8ACF-D131482ACF72}"/>
              </a:ext>
            </a:extLst>
          </p:cNvPr>
          <p:cNvPicPr>
            <a:picLocks noChangeAspect="1"/>
          </p:cNvPicPr>
          <p:nvPr/>
        </p:nvPicPr>
        <p:blipFill>
          <a:blip r:embed="rId3"/>
          <a:stretch>
            <a:fillRect/>
          </a:stretch>
        </p:blipFill>
        <p:spPr>
          <a:xfrm>
            <a:off x="1192576" y="164123"/>
            <a:ext cx="6758848" cy="4815254"/>
          </a:xfrm>
          <a:prstGeom prst="rect">
            <a:avLst/>
          </a:prstGeom>
        </p:spPr>
      </p:pic>
    </p:spTree>
    <p:extLst>
      <p:ext uri="{BB962C8B-B14F-4D97-AF65-F5344CB8AC3E}">
        <p14:creationId xmlns:p14="http://schemas.microsoft.com/office/powerpoint/2010/main" val="2455366728"/>
      </p:ext>
    </p:extLst>
  </p:cSld>
  <p:clrMapOvr>
    <a:masterClrMapping/>
  </p:clrMapOvr>
  <p:transition spd="slow">
    <p:pull/>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4.3.1</a:t>
            </a:r>
            <a:r>
              <a:rPr lang="zh-CN" altLang="en-US" sz="2400" spc="300" dirty="0">
                <a:latin typeface="微软雅黑" panose="020B0503020204020204" pitchFamily="34" charset="-122"/>
                <a:ea typeface="微软雅黑" panose="020B0503020204020204" pitchFamily="34" charset="-122"/>
              </a:rPr>
              <a:t>软件项目的风险识别</a:t>
            </a:r>
          </a:p>
        </p:txBody>
      </p:sp>
      <p:sp>
        <p:nvSpPr>
          <p:cNvPr id="2" name="矩形 1">
            <a:extLst>
              <a:ext uri="{FF2B5EF4-FFF2-40B4-BE49-F238E27FC236}">
                <a16:creationId xmlns:a16="http://schemas.microsoft.com/office/drawing/2014/main" id="{1A343DEC-CFF6-41F5-B87C-0DFC08C67B76}"/>
              </a:ext>
            </a:extLst>
          </p:cNvPr>
          <p:cNvSpPr/>
          <p:nvPr/>
        </p:nvSpPr>
        <p:spPr>
          <a:xfrm>
            <a:off x="611831" y="703728"/>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是指那些由于全局性因素（通常是指国家政治、经济、国防等因素）所引起的风险；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由于这些因素来自承制方或投资方的企业外部，是企业（或部门）无法控制和回避的，因此称为系统风险。</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非系统风险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则是指那些只对项目承制方或投资方企业（或部门）及其相关部门产生影响的风险，（局部范围内的风险）；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且这样的风险的影响因素往往来自于项目承制方或项目投资方内部，因而可以通过它们内部采取的有关措施与对策来降低甚至消除这些风险；</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因此，非系统风险又可认为是有可能控制或回避的风险。</a:t>
            </a:r>
          </a:p>
        </p:txBody>
      </p:sp>
    </p:spTree>
    <p:extLst>
      <p:ext uri="{BB962C8B-B14F-4D97-AF65-F5344CB8AC3E}">
        <p14:creationId xmlns:p14="http://schemas.microsoft.com/office/powerpoint/2010/main" val="49236474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46824"/>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风险分析主要包括如下内容：</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1</a:t>
            </a:r>
            <a:r>
              <a:rPr lang="zh-CN" altLang="en-US" sz="1700" dirty="0">
                <a:solidFill>
                  <a:srgbClr val="000000"/>
                </a:solidFill>
                <a:latin typeface="华文楷体" panose="02010600040101010101" pitchFamily="2" charset="-122"/>
                <a:ea typeface="华文楷体" panose="02010600040101010101" pitchFamily="2" charset="-122"/>
              </a:rPr>
              <a:t>）进行软件项目风险评估，识别主要风险因子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将所识别的各风险因子的各种属性加以比较，确定哪些风险因子是主要风险因子，哪些风险因子需要采取应对措施以化解风险或降低风险。</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2</a:t>
            </a:r>
            <a:r>
              <a:rPr lang="zh-CN" altLang="en-US" sz="1700" dirty="0">
                <a:solidFill>
                  <a:srgbClr val="000000"/>
                </a:solidFill>
                <a:latin typeface="华文楷体" panose="02010600040101010101" pitchFamily="2" charset="-122"/>
                <a:ea typeface="华文楷体" panose="02010600040101010101" pitchFamily="2" charset="-122"/>
              </a:rPr>
              <a:t>）研究各风险因素的关联</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3</a:t>
            </a:r>
            <a:r>
              <a:rPr lang="zh-CN" altLang="en-US" sz="1700" dirty="0">
                <a:solidFill>
                  <a:srgbClr val="000000"/>
                </a:solidFill>
                <a:latin typeface="华文楷体" panose="02010600040101010101" pitchFamily="2" charset="-122"/>
                <a:ea typeface="华文楷体" panose="02010600040101010101" pitchFamily="2" charset="-122"/>
              </a:rPr>
              <a:t>）确定风险来源</a:t>
            </a:r>
          </a:p>
        </p:txBody>
      </p:sp>
    </p:spTree>
    <p:extLst>
      <p:ext uri="{BB962C8B-B14F-4D97-AF65-F5344CB8AC3E}">
        <p14:creationId xmlns:p14="http://schemas.microsoft.com/office/powerpoint/2010/main" val="375866442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624069"/>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4</a:t>
            </a:r>
            <a:r>
              <a:rPr lang="zh-CN" altLang="en-US" sz="1700" dirty="0">
                <a:solidFill>
                  <a:srgbClr val="000000"/>
                </a:solidFill>
                <a:latin typeface="华文楷体" panose="02010600040101010101" pitchFamily="2" charset="-122"/>
                <a:ea typeface="华文楷体" panose="02010600040101010101" pitchFamily="2" charset="-122"/>
              </a:rPr>
              <a:t>）研究降低风险的成本</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一般而言，为降低风险。通常需要采用某些措施与对策，而由此就必需付出一些成本代价，然而对于这样的成本付出（或代价）又能够带来多少效益，这就是为降低风险而作的成本</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效益分析的基本内容。</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a:t>
            </a:r>
            <a:r>
              <a:rPr lang="en-US" altLang="zh-CN" sz="1700" dirty="0">
                <a:solidFill>
                  <a:srgbClr val="000000"/>
                </a:solidFill>
                <a:latin typeface="华文楷体" panose="02010600040101010101" pitchFamily="2" charset="-122"/>
                <a:ea typeface="华文楷体" panose="02010600040101010101" pitchFamily="2" charset="-122"/>
              </a:rPr>
              <a:t>5</a:t>
            </a:r>
            <a:r>
              <a:rPr lang="zh-CN" altLang="en-US" sz="1700" dirty="0">
                <a:solidFill>
                  <a:srgbClr val="000000"/>
                </a:solidFill>
                <a:latin typeface="华文楷体" panose="02010600040101010101" pitchFamily="2" charset="-122"/>
                <a:ea typeface="华文楷体" panose="02010600040101010101" pitchFamily="2" charset="-122"/>
              </a:rPr>
              <a:t>）研究承担风险的风险</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无论是投资方或承建方，如果愿意承担风险，那么他就可能得到较高的效益，然而这种承担风险的程度与对应所获得效益究竟有什么样的关联关系？这就是风险</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效益分析研究的主要内容。</a:t>
            </a:r>
          </a:p>
          <a:p>
            <a:pPr marL="285750" indent="-285750" algn="just">
              <a:lnSpc>
                <a:spcPct val="150000"/>
              </a:lnSpc>
              <a:buFont typeface="Arial" panose="020B0604020202020204" pitchFamily="34" charset="0"/>
              <a:buChar char="•"/>
            </a:pPr>
            <a:endParaRPr lang="zh-CN" altLang="en-US" sz="1700" dirty="0">
              <a:solidFill>
                <a:srgbClr val="00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352683905"/>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风险评估要考虑风险因子的属性，即</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风险发生的概率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风险发生后的损失</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该风险因子与其他风险的关联程度</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解决该风险的时间紧迫度等</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风险评估的方法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三点估计法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主观概率法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a:t>
            </a:r>
            <a:r>
              <a:rPr lang="en-US" altLang="zh-CN" sz="1700" dirty="0">
                <a:solidFill>
                  <a:srgbClr val="000000"/>
                </a:solidFill>
                <a:latin typeface="华文楷体" panose="02010600040101010101" pitchFamily="2" charset="-122"/>
                <a:ea typeface="华文楷体" panose="02010600040101010101" pitchFamily="2" charset="-122"/>
              </a:rPr>
              <a:t>Delphi</a:t>
            </a:r>
            <a:r>
              <a:rPr lang="zh-CN" altLang="en-US" sz="1700" dirty="0">
                <a:solidFill>
                  <a:srgbClr val="000000"/>
                </a:solidFill>
                <a:latin typeface="华文楷体" panose="02010600040101010101" pitchFamily="2" charset="-122"/>
                <a:ea typeface="华文楷体" panose="02010600040101010101" pitchFamily="2" charset="-122"/>
              </a:rPr>
              <a:t>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模糊综合评价法</a:t>
            </a:r>
          </a:p>
        </p:txBody>
      </p:sp>
    </p:spTree>
    <p:extLst>
      <p:ext uri="{BB962C8B-B14F-4D97-AF65-F5344CB8AC3E}">
        <p14:creationId xmlns:p14="http://schemas.microsoft.com/office/powerpoint/2010/main" val="282086732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4.3.2</a:t>
            </a:r>
            <a:r>
              <a:rPr lang="zh-CN" altLang="en-US" sz="2400" spc="300" dirty="0">
                <a:latin typeface="微软雅黑" panose="020B0503020204020204" pitchFamily="34" charset="-122"/>
                <a:ea typeface="微软雅黑" panose="020B0503020204020204" pitchFamily="34" charset="-122"/>
              </a:rPr>
              <a:t>软件项目的风险分析</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83978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风险来源分析</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方法：因果分析法</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鱼骨图法）</a:t>
            </a:r>
          </a:p>
        </p:txBody>
      </p:sp>
      <p:pic>
        <p:nvPicPr>
          <p:cNvPr id="3" name="图片 2">
            <a:extLst>
              <a:ext uri="{FF2B5EF4-FFF2-40B4-BE49-F238E27FC236}">
                <a16:creationId xmlns:a16="http://schemas.microsoft.com/office/drawing/2014/main" id="{F8C5E712-544D-406D-8DEE-B062262BD22C}"/>
              </a:ext>
            </a:extLst>
          </p:cNvPr>
          <p:cNvPicPr>
            <a:picLocks noChangeAspect="1"/>
          </p:cNvPicPr>
          <p:nvPr/>
        </p:nvPicPr>
        <p:blipFill>
          <a:blip r:embed="rId3"/>
          <a:stretch>
            <a:fillRect/>
          </a:stretch>
        </p:blipFill>
        <p:spPr>
          <a:xfrm>
            <a:off x="777630" y="1683210"/>
            <a:ext cx="7588739" cy="2836963"/>
          </a:xfrm>
          <a:prstGeom prst="rect">
            <a:avLst/>
          </a:prstGeom>
        </p:spPr>
      </p:pic>
    </p:spTree>
    <p:extLst>
      <p:ext uri="{BB962C8B-B14F-4D97-AF65-F5344CB8AC3E}">
        <p14:creationId xmlns:p14="http://schemas.microsoft.com/office/powerpoint/2010/main" val="4228119817"/>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风险控制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是指通过对软件系统的组织、计划与调节来降低或避免风险以使软件项目的开发与运行能沿着目标轨道前进的过程。</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按照风险本身的特性、风险发生的概率、产生后果以及化解风险的成本与效益，项目管理者通常采取下列风险应对策略的一种或多种组合方案：</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风险回避策略</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风险转移策略</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风险分散策略</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风险承担策略</a:t>
            </a:r>
          </a:p>
        </p:txBody>
      </p:sp>
    </p:spTree>
    <p:extLst>
      <p:ext uri="{BB962C8B-B14F-4D97-AF65-F5344CB8AC3E}">
        <p14:creationId xmlns:p14="http://schemas.microsoft.com/office/powerpoint/2010/main" val="1507183214"/>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4184159" cy="461665"/>
          </a:xfrm>
          <a:prstGeom prst="rect">
            <a:avLst/>
          </a:prstGeom>
          <a:noFill/>
        </p:spPr>
        <p:txBody>
          <a:bodyPr wrap="none" rtlCol="0">
            <a:spAutoFit/>
          </a:bodyPr>
          <a:lstStyle/>
          <a:p>
            <a:r>
              <a:rPr lang="en-US" altLang="zh-CN" sz="2400" spc="300" dirty="0">
                <a:latin typeface="微软雅黑" panose="020B0503020204020204" pitchFamily="34" charset="-122"/>
                <a:ea typeface="微软雅黑" panose="020B0503020204020204" pitchFamily="34" charset="-122"/>
              </a:rPr>
              <a:t>4.3.3</a:t>
            </a:r>
            <a:r>
              <a:rPr lang="zh-CN" altLang="en-US" sz="2400" spc="300" dirty="0">
                <a:latin typeface="微软雅黑" panose="020B0503020204020204" pitchFamily="34" charset="-122"/>
                <a:ea typeface="微软雅黑" panose="020B0503020204020204" pitchFamily="34" charset="-122"/>
              </a:rPr>
              <a:t>软件项目的风险控制</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162461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风险应对行动计划</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组织、计划和协调是指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建立风险监控体系、建立基准的风险应对计划，实施风险应对行动及其跟踪与评估，研究纠偏措施等一系列活动。</a:t>
            </a:r>
          </a:p>
        </p:txBody>
      </p:sp>
    </p:spTree>
    <p:extLst>
      <p:ext uri="{BB962C8B-B14F-4D97-AF65-F5344CB8AC3E}">
        <p14:creationId xmlns:p14="http://schemas.microsoft.com/office/powerpoint/2010/main" val="4784094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47452DFD-FC27-4F2A-8356-8A5CD482DFDF}"/>
              </a:ext>
            </a:extLst>
          </p:cNvPr>
          <p:cNvPicPr>
            <a:picLocks noChangeAspect="1"/>
          </p:cNvPicPr>
          <p:nvPr/>
        </p:nvPicPr>
        <p:blipFill>
          <a:blip r:embed="rId3"/>
          <a:stretch>
            <a:fillRect/>
          </a:stretch>
        </p:blipFill>
        <p:spPr>
          <a:xfrm>
            <a:off x="1049003" y="112118"/>
            <a:ext cx="7045994" cy="4919263"/>
          </a:xfrm>
          <a:prstGeom prst="rect">
            <a:avLst/>
          </a:prstGeom>
        </p:spPr>
      </p:pic>
    </p:spTree>
    <p:extLst>
      <p:ext uri="{BB962C8B-B14F-4D97-AF65-F5344CB8AC3E}">
        <p14:creationId xmlns:p14="http://schemas.microsoft.com/office/powerpoint/2010/main" val="2011965924"/>
      </p:ext>
    </p:extLst>
  </p:cSld>
  <p:clrMapOvr>
    <a:masterClrMapping/>
  </p:clrMapOvr>
  <p:transition spd="slow">
    <p:pull/>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671486"/>
            <a:ext cx="7920338" cy="437151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4.1 </a:t>
            </a:r>
            <a:r>
              <a:rPr lang="zh-CN" altLang="en-US" sz="1700" dirty="0">
                <a:solidFill>
                  <a:srgbClr val="000000"/>
                </a:solidFill>
                <a:latin typeface="华文楷体" panose="02010600040101010101" pitchFamily="2" charset="-122"/>
                <a:ea typeface="华文楷体" panose="02010600040101010101" pitchFamily="2" charset="-122"/>
              </a:rPr>
              <a:t>软件项目的经济效果评价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单方案项目评价</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内部收益率法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投资回收期法</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多方案项目排序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净现值率法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净年值法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研究期法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多方案组合排序法</a:t>
            </a:r>
          </a:p>
        </p:txBody>
      </p:sp>
    </p:spTree>
    <p:extLst>
      <p:ext uri="{BB962C8B-B14F-4D97-AF65-F5344CB8AC3E}">
        <p14:creationId xmlns:p14="http://schemas.microsoft.com/office/powerpoint/2010/main" val="3284000370"/>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240944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4.1 </a:t>
            </a:r>
            <a:r>
              <a:rPr lang="zh-CN" altLang="en-US" sz="1700" dirty="0">
                <a:solidFill>
                  <a:srgbClr val="000000"/>
                </a:solidFill>
                <a:latin typeface="华文楷体" panose="02010600040101010101" pitchFamily="2" charset="-122"/>
                <a:ea typeface="华文楷体" panose="02010600040101010101" pitchFamily="2" charset="-122"/>
              </a:rPr>
              <a:t>软件项目的经济效果评价</a:t>
            </a:r>
          </a:p>
          <a:p>
            <a:pPr marL="285750"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特殊项目的多方案排序</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短期项目多方案排序：投资收益率</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收益相同但未确知的多方案排序</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费用现值法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年费用法</a:t>
            </a:r>
          </a:p>
        </p:txBody>
      </p:sp>
    </p:spTree>
    <p:extLst>
      <p:ext uri="{BB962C8B-B14F-4D97-AF65-F5344CB8AC3E}">
        <p14:creationId xmlns:p14="http://schemas.microsoft.com/office/powerpoint/2010/main" val="363618415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586688"/>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4.2 </a:t>
            </a:r>
            <a:r>
              <a:rPr lang="zh-CN" altLang="en-US" sz="1700" dirty="0">
                <a:solidFill>
                  <a:srgbClr val="000000"/>
                </a:solidFill>
                <a:latin typeface="华文楷体" panose="02010600040101010101" pitchFamily="2" charset="-122"/>
                <a:ea typeface="华文楷体" panose="02010600040101010101" pitchFamily="2" charset="-122"/>
              </a:rPr>
              <a:t>软件项目的经济与社会效益分析</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效益的含义、特点和分类</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经济效益的计算</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系统运行的前后对比法</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经验参数估计法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 社会效益评价</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社会效益的特征和主要内容（无形效果和外部效益）</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社会效益分析</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费用</a:t>
            </a:r>
            <a:r>
              <a:rPr lang="en-US" altLang="zh-CN" sz="1700" dirty="0">
                <a:solidFill>
                  <a:srgbClr val="000000"/>
                </a:solidFill>
                <a:latin typeface="华文楷体" panose="02010600040101010101" pitchFamily="2" charset="-122"/>
                <a:ea typeface="华文楷体" panose="02010600040101010101" pitchFamily="2" charset="-122"/>
              </a:rPr>
              <a:t>-</a:t>
            </a:r>
            <a:r>
              <a:rPr lang="zh-CN" altLang="en-US" sz="1700" dirty="0">
                <a:solidFill>
                  <a:srgbClr val="000000"/>
                </a:solidFill>
                <a:latin typeface="华文楷体" panose="02010600040101010101" pitchFamily="2" charset="-122"/>
                <a:ea typeface="华文楷体" panose="02010600040101010101" pitchFamily="2" charset="-122"/>
              </a:rPr>
              <a:t>效益分析法</a:t>
            </a:r>
          </a:p>
        </p:txBody>
      </p:sp>
    </p:spTree>
    <p:extLst>
      <p:ext uri="{BB962C8B-B14F-4D97-AF65-F5344CB8AC3E}">
        <p14:creationId xmlns:p14="http://schemas.microsoft.com/office/powerpoint/2010/main" val="4027401879"/>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979103"/>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4.3 </a:t>
            </a:r>
            <a:r>
              <a:rPr lang="zh-CN" altLang="en-US" sz="1700" dirty="0">
                <a:solidFill>
                  <a:srgbClr val="000000"/>
                </a:solidFill>
                <a:latin typeface="华文楷体" panose="02010600040101010101" pitchFamily="2" charset="-122"/>
                <a:ea typeface="华文楷体" panose="02010600040101010101" pitchFamily="2" charset="-122"/>
              </a:rPr>
              <a:t>软件项目的风险分析与控制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风险的含义及特点</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软件项目的风险识别</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风险树</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软件项目的风险分析</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风险评估和主要风险因子识别</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三点估计法</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主观概率法</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专家群体法</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模糊综合评判法</a:t>
            </a:r>
          </a:p>
        </p:txBody>
      </p:sp>
    </p:spTree>
    <p:extLst>
      <p:ext uri="{BB962C8B-B14F-4D97-AF65-F5344CB8AC3E}">
        <p14:creationId xmlns:p14="http://schemas.microsoft.com/office/powerpoint/2010/main" val="2541876061"/>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nvCxnSpPr>
        <p:spPr>
          <a:xfrm>
            <a:off x="515257" y="624114"/>
            <a:ext cx="8113486" cy="0"/>
          </a:xfrm>
          <a:prstGeom prst="line">
            <a:avLst/>
          </a:prstGeom>
          <a:ln w="12700">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46880" y="242192"/>
            <a:ext cx="274777" cy="274777"/>
          </a:xfrm>
          <a:prstGeom prst="ellipse">
            <a:avLst/>
          </a:prstGeom>
          <a:solidFill>
            <a:srgbClr val="1A3F6C"/>
          </a:solidFill>
          <a:ln>
            <a:noFill/>
          </a:ln>
          <a:effectLst>
            <a:outerShdw blurRad="254000" dist="127000" dir="8100000" algn="tr" rotWithShape="0">
              <a:prstClr val="black">
                <a:alpha val="6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黑体" panose="02010600030101010101" charset="-122"/>
              <a:ea typeface="黑体" panose="02010600030101010101" charset="-122"/>
            </a:endParaRPr>
          </a:p>
        </p:txBody>
      </p:sp>
      <p:sp>
        <p:nvSpPr>
          <p:cNvPr id="35" name="TextBox 34"/>
          <p:cNvSpPr txBox="1"/>
          <p:nvPr/>
        </p:nvSpPr>
        <p:spPr>
          <a:xfrm>
            <a:off x="950303" y="135982"/>
            <a:ext cx="877163" cy="461665"/>
          </a:xfrm>
          <a:prstGeom prst="rect">
            <a:avLst/>
          </a:prstGeom>
          <a:noFill/>
        </p:spPr>
        <p:txBody>
          <a:bodyPr wrap="none" rtlCol="0">
            <a:spAutoFit/>
          </a:bodyPr>
          <a:lstStyle/>
          <a:p>
            <a:r>
              <a:rPr lang="zh-CN" altLang="en-US" sz="2400" spc="300" dirty="0">
                <a:latin typeface="微软雅黑" panose="020B0503020204020204" pitchFamily="34" charset="-122"/>
                <a:ea typeface="微软雅黑" panose="020B0503020204020204" pitchFamily="34" charset="-122"/>
              </a:rPr>
              <a:t>小结</a:t>
            </a:r>
          </a:p>
        </p:txBody>
      </p:sp>
      <p:sp>
        <p:nvSpPr>
          <p:cNvPr id="2" name="矩形 1">
            <a:extLst>
              <a:ext uri="{FF2B5EF4-FFF2-40B4-BE49-F238E27FC236}">
                <a16:creationId xmlns:a16="http://schemas.microsoft.com/office/drawing/2014/main" id="{1A343DEC-CFF6-41F5-B87C-0DFC08C67B76}"/>
              </a:ext>
            </a:extLst>
          </p:cNvPr>
          <p:cNvSpPr/>
          <p:nvPr/>
        </p:nvSpPr>
        <p:spPr>
          <a:xfrm>
            <a:off x="611831" y="843428"/>
            <a:ext cx="7920338" cy="3194272"/>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altLang="zh-CN" sz="1700" dirty="0">
                <a:solidFill>
                  <a:srgbClr val="000000"/>
                </a:solidFill>
                <a:latin typeface="华文楷体" panose="02010600040101010101" pitchFamily="2" charset="-122"/>
                <a:ea typeface="华文楷体" panose="02010600040101010101" pitchFamily="2" charset="-122"/>
              </a:rPr>
              <a:t>4.3 </a:t>
            </a:r>
            <a:r>
              <a:rPr lang="zh-CN" altLang="en-US" sz="1700" dirty="0">
                <a:solidFill>
                  <a:srgbClr val="000000"/>
                </a:solidFill>
                <a:latin typeface="华文楷体" panose="02010600040101010101" pitchFamily="2" charset="-122"/>
                <a:ea typeface="华文楷体" panose="02010600040101010101" pitchFamily="2" charset="-122"/>
              </a:rPr>
              <a:t>软件项目的风险分析与控制</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软件项目的风险分析</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风险来源分析</a:t>
            </a:r>
          </a:p>
          <a:p>
            <a:pPr marL="1657350" lvl="3"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因果分析法</a:t>
            </a:r>
          </a:p>
          <a:p>
            <a:pPr marL="742950" lvl="1"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软件项目的风险控制</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风险策略</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风险应对计划</a:t>
            </a:r>
          </a:p>
          <a:p>
            <a:pPr marL="1200150" lvl="2" indent="-285750" algn="just">
              <a:lnSpc>
                <a:spcPct val="150000"/>
              </a:lnSpc>
              <a:buFont typeface="Arial" panose="020B0604020202020204" pitchFamily="34" charset="0"/>
              <a:buChar char="•"/>
            </a:pPr>
            <a:r>
              <a:rPr lang="zh-CN" altLang="en-US" sz="1700" dirty="0">
                <a:solidFill>
                  <a:srgbClr val="000000"/>
                </a:solidFill>
                <a:latin typeface="华文楷体" panose="02010600040101010101" pitchFamily="2" charset="-122"/>
                <a:ea typeface="华文楷体" panose="02010600040101010101" pitchFamily="2" charset="-122"/>
              </a:rPr>
              <a:t>风险控制流程</a:t>
            </a:r>
          </a:p>
        </p:txBody>
      </p:sp>
    </p:spTree>
    <p:extLst>
      <p:ext uri="{BB962C8B-B14F-4D97-AF65-F5344CB8AC3E}">
        <p14:creationId xmlns:p14="http://schemas.microsoft.com/office/powerpoint/2010/main" val="810977986"/>
      </p:ext>
    </p:extLst>
  </p:cSld>
  <p:clrMapOvr>
    <a:masterClrMapping/>
  </p:clrMapOvr>
  <p:transition spd="slow">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wipe(left)">
                                      <p:cBhvr>
                                        <p:cTn id="7" dur="300"/>
                                        <p:tgtEl>
                                          <p:spTgt spid="3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4"/>
                                        </p:tgtEl>
                                        <p:attrNameLst>
                                          <p:attrName>style.visibility</p:attrName>
                                        </p:attrNameLst>
                                      </p:cBhvr>
                                      <p:to>
                                        <p:strVal val="visible"/>
                                      </p:to>
                                    </p:set>
                                    <p:animEffect transition="in" filter="wipe(down)">
                                      <p:cBhvr>
                                        <p:cTn id="11" dur="300"/>
                                        <p:tgtEl>
                                          <p:spTgt spid="34"/>
                                        </p:tgtEl>
                                      </p:cBhvr>
                                    </p:animEffect>
                                  </p:childTnLst>
                                </p:cTn>
                              </p:par>
                            </p:childTnLst>
                          </p:cTn>
                        </p:par>
                        <p:par>
                          <p:cTn id="12" fill="hold">
                            <p:stCondLst>
                              <p:cond delay="800"/>
                            </p:stCondLst>
                            <p:childTnLst>
                              <p:par>
                                <p:cTn id="13" presetID="12" presetClass="entr" presetSubtype="8" fill="hold" grpId="0" nodeType="afterEffect">
                                  <p:stCondLst>
                                    <p:cond delay="0"/>
                                  </p:stCondLst>
                                  <p:childTnLst>
                                    <p:set>
                                      <p:cBhvr>
                                        <p:cTn id="14" dur="1" fill="hold">
                                          <p:stCondLst>
                                            <p:cond delay="0"/>
                                          </p:stCondLst>
                                        </p:cTn>
                                        <p:tgtEl>
                                          <p:spTgt spid="35"/>
                                        </p:tgtEl>
                                        <p:attrNameLst>
                                          <p:attrName>style.visibility</p:attrName>
                                        </p:attrNameLst>
                                      </p:cBhvr>
                                      <p:to>
                                        <p:strVal val="visible"/>
                                      </p:to>
                                    </p:set>
                                    <p:anim calcmode="lin" valueType="num">
                                      <p:cBhvr additive="base">
                                        <p:cTn id="15" dur="500"/>
                                        <p:tgtEl>
                                          <p:spTgt spid="35"/>
                                        </p:tgtEl>
                                        <p:attrNameLst>
                                          <p:attrName>ppt_x</p:attrName>
                                        </p:attrNameLst>
                                      </p:cBhvr>
                                      <p:tavLst>
                                        <p:tav tm="0">
                                          <p:val>
                                            <p:strVal val="#ppt_x-#ppt_w*1.125000"/>
                                          </p:val>
                                        </p:tav>
                                        <p:tav tm="100000">
                                          <p:val>
                                            <p:strVal val="#ppt_x"/>
                                          </p:val>
                                        </p:tav>
                                      </p:tavLst>
                                    </p:anim>
                                    <p:animEffect transition="in" filter="wipe(right)">
                                      <p:cBhvr>
                                        <p:cTn id="16"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nimBg="1"/>
      <p:bldP spid="35" grpId="0"/>
    </p:bldLst>
  </p:timing>
</p:sld>
</file>

<file path=ppt/theme/theme1.xml><?xml version="1.0" encoding="utf-8"?>
<a:theme xmlns:a="http://schemas.openxmlformats.org/drawingml/2006/main" name="清风素材 https://12sc.taobao.com/">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7229</TotalTime>
  <Words>4004</Words>
  <Application>Microsoft Office PowerPoint</Application>
  <PresentationFormat>全屏显示(16:9)</PresentationFormat>
  <Paragraphs>614</Paragraphs>
  <Slides>60</Slides>
  <Notes>60</Notes>
  <HiddenSlides>0</HiddenSlides>
  <MMClips>0</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2</vt:i4>
      </vt:variant>
      <vt:variant>
        <vt:lpstr>幻灯片标题</vt:lpstr>
      </vt:variant>
      <vt:variant>
        <vt:i4>60</vt:i4>
      </vt:variant>
    </vt:vector>
  </HeadingPairs>
  <TitlesOfParts>
    <vt:vector size="72" baseType="lpstr">
      <vt:lpstr>黑体</vt:lpstr>
      <vt:lpstr>华文楷体</vt:lpstr>
      <vt:lpstr>宋体</vt:lpstr>
      <vt:lpstr>微软雅黑</vt:lpstr>
      <vt:lpstr>Arial</vt:lpstr>
      <vt:lpstr>Calibri</vt:lpstr>
      <vt:lpstr>Cambria Math</vt:lpstr>
      <vt:lpstr>Times New Roman</vt:lpstr>
      <vt:lpstr>Wingdings</vt:lpstr>
      <vt:lpstr>清风素材 https://12sc.taobao.com/</vt:lpstr>
      <vt:lpstr>公式</vt:lpstr>
      <vt:lpstr>Equation.3</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www.microsoft.com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1111111111</dc:title>
  <dc:subject>12sc.taobao.com</dc:subject>
  <dc:creator>清风素材;User</dc:creator>
  <cp:keywords>12sc.taobao.com</cp:keywords>
  <dc:description>12sc.taobao.com</dc:description>
  <cp:lastModifiedBy>jingtao guo</cp:lastModifiedBy>
  <cp:revision>185</cp:revision>
  <dcterms:created xsi:type="dcterms:W3CDTF">2015-01-23T04:02:00Z</dcterms:created>
  <dcterms:modified xsi:type="dcterms:W3CDTF">2023-11-22T15:02:22Z</dcterms:modified>
  <cp:category>12sc.taobao.com</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2052-10.1.0.6028</vt:lpwstr>
  </property>
</Properties>
</file>
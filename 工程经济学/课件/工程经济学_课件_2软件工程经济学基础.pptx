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205"/>
  </p:notesMasterIdLst>
  <p:sldIdLst>
    <p:sldId id="301" r:id="rId3"/>
    <p:sldId id="656" r:id="rId4"/>
    <p:sldId id="657" r:id="rId5"/>
    <p:sldId id="658" r:id="rId6"/>
    <p:sldId id="829" r:id="rId7"/>
    <p:sldId id="830" r:id="rId8"/>
    <p:sldId id="831" r:id="rId9"/>
    <p:sldId id="659" r:id="rId10"/>
    <p:sldId id="593" r:id="rId11"/>
    <p:sldId id="588" r:id="rId12"/>
    <p:sldId id="616" r:id="rId13"/>
    <p:sldId id="794" r:id="rId14"/>
    <p:sldId id="620" r:id="rId15"/>
    <p:sldId id="660" r:id="rId16"/>
    <p:sldId id="793" r:id="rId17"/>
    <p:sldId id="832" r:id="rId18"/>
    <p:sldId id="833" r:id="rId19"/>
    <p:sldId id="834" r:id="rId20"/>
    <p:sldId id="589" r:id="rId21"/>
    <p:sldId id="802" r:id="rId22"/>
    <p:sldId id="801" r:id="rId23"/>
    <p:sldId id="661" r:id="rId24"/>
    <p:sldId id="796" r:id="rId25"/>
    <p:sldId id="795" r:id="rId26"/>
    <p:sldId id="590" r:id="rId27"/>
    <p:sldId id="663" r:id="rId28"/>
    <p:sldId id="662" r:id="rId29"/>
    <p:sldId id="797" r:id="rId30"/>
    <p:sldId id="798" r:id="rId31"/>
    <p:sldId id="800" r:id="rId32"/>
    <p:sldId id="799" r:id="rId33"/>
    <p:sldId id="805" r:id="rId34"/>
    <p:sldId id="808" r:id="rId35"/>
    <p:sldId id="803" r:id="rId36"/>
    <p:sldId id="809" r:id="rId37"/>
    <p:sldId id="810" r:id="rId38"/>
    <p:sldId id="813" r:id="rId39"/>
    <p:sldId id="817" r:id="rId40"/>
    <p:sldId id="815" r:id="rId41"/>
    <p:sldId id="816" r:id="rId42"/>
    <p:sldId id="668" r:id="rId43"/>
    <p:sldId id="669" r:id="rId44"/>
    <p:sldId id="670" r:id="rId45"/>
    <p:sldId id="672" r:id="rId46"/>
    <p:sldId id="673" r:id="rId47"/>
    <p:sldId id="675" r:id="rId48"/>
    <p:sldId id="674" r:id="rId49"/>
    <p:sldId id="676" r:id="rId50"/>
    <p:sldId id="677" r:id="rId51"/>
    <p:sldId id="678" r:id="rId52"/>
    <p:sldId id="679" r:id="rId53"/>
    <p:sldId id="680" r:id="rId54"/>
    <p:sldId id="594" r:id="rId55"/>
    <p:sldId id="664" r:id="rId56"/>
    <p:sldId id="665" r:id="rId57"/>
    <p:sldId id="666" r:id="rId58"/>
    <p:sldId id="667" r:id="rId59"/>
    <p:sldId id="671" r:id="rId60"/>
    <p:sldId id="819" r:id="rId61"/>
    <p:sldId id="818" r:id="rId62"/>
    <p:sldId id="681" r:id="rId63"/>
    <p:sldId id="683" r:id="rId64"/>
    <p:sldId id="1391" r:id="rId65"/>
    <p:sldId id="684" r:id="rId66"/>
    <p:sldId id="1389" r:id="rId67"/>
    <p:sldId id="1390" r:id="rId68"/>
    <p:sldId id="1392" r:id="rId69"/>
    <p:sldId id="1393" r:id="rId70"/>
    <p:sldId id="1395" r:id="rId71"/>
    <p:sldId id="1394" r:id="rId72"/>
    <p:sldId id="1396" r:id="rId73"/>
    <p:sldId id="1397" r:id="rId74"/>
    <p:sldId id="1398" r:id="rId75"/>
    <p:sldId id="1399" r:id="rId76"/>
    <p:sldId id="1401" r:id="rId77"/>
    <p:sldId id="1400" r:id="rId78"/>
    <p:sldId id="1402" r:id="rId79"/>
    <p:sldId id="686" r:id="rId80"/>
    <p:sldId id="824" r:id="rId81"/>
    <p:sldId id="825" r:id="rId82"/>
    <p:sldId id="826" r:id="rId83"/>
    <p:sldId id="739" r:id="rId84"/>
    <p:sldId id="687" r:id="rId85"/>
    <p:sldId id="737" r:id="rId86"/>
    <p:sldId id="740" r:id="rId87"/>
    <p:sldId id="738" r:id="rId88"/>
    <p:sldId id="1403" r:id="rId89"/>
    <p:sldId id="688" r:id="rId90"/>
    <p:sldId id="1404" r:id="rId91"/>
    <p:sldId id="1405" r:id="rId92"/>
    <p:sldId id="1406" r:id="rId93"/>
    <p:sldId id="1407" r:id="rId94"/>
    <p:sldId id="775" r:id="rId95"/>
    <p:sldId id="1408" r:id="rId96"/>
    <p:sldId id="1409" r:id="rId97"/>
    <p:sldId id="1410" r:id="rId98"/>
    <p:sldId id="1411" r:id="rId99"/>
    <p:sldId id="1412" r:id="rId100"/>
    <p:sldId id="1413" r:id="rId101"/>
    <p:sldId id="1414" r:id="rId102"/>
    <p:sldId id="1415" r:id="rId103"/>
    <p:sldId id="1416" r:id="rId104"/>
    <p:sldId id="1418" r:id="rId105"/>
    <p:sldId id="1417" r:id="rId106"/>
    <p:sldId id="1419" r:id="rId107"/>
    <p:sldId id="1420" r:id="rId108"/>
    <p:sldId id="1421" r:id="rId109"/>
    <p:sldId id="820" r:id="rId110"/>
    <p:sldId id="696" r:id="rId111"/>
    <p:sldId id="695" r:id="rId112"/>
    <p:sldId id="697" r:id="rId113"/>
    <p:sldId id="776" r:id="rId114"/>
    <p:sldId id="698" r:id="rId115"/>
    <p:sldId id="699" r:id="rId116"/>
    <p:sldId id="700" r:id="rId117"/>
    <p:sldId id="748" r:id="rId118"/>
    <p:sldId id="749" r:id="rId119"/>
    <p:sldId id="750" r:id="rId120"/>
    <p:sldId id="753" r:id="rId121"/>
    <p:sldId id="755" r:id="rId122"/>
    <p:sldId id="701" r:id="rId123"/>
    <p:sldId id="756" r:id="rId124"/>
    <p:sldId id="751" r:id="rId125"/>
    <p:sldId id="702" r:id="rId126"/>
    <p:sldId id="777" r:id="rId127"/>
    <p:sldId id="822" r:id="rId128"/>
    <p:sldId id="835" r:id="rId129"/>
    <p:sldId id="1358" r:id="rId130"/>
    <p:sldId id="1360" r:id="rId131"/>
    <p:sldId id="1361" r:id="rId132"/>
    <p:sldId id="703" r:id="rId133"/>
    <p:sldId id="1349" r:id="rId134"/>
    <p:sldId id="1350" r:id="rId135"/>
    <p:sldId id="1351" r:id="rId136"/>
    <p:sldId id="1352" r:id="rId137"/>
    <p:sldId id="1353" r:id="rId138"/>
    <p:sldId id="1354" r:id="rId139"/>
    <p:sldId id="1355" r:id="rId140"/>
    <p:sldId id="1356" r:id="rId141"/>
    <p:sldId id="1387" r:id="rId142"/>
    <p:sldId id="708" r:id="rId143"/>
    <p:sldId id="1357" r:id="rId144"/>
    <p:sldId id="1383" r:id="rId145"/>
    <p:sldId id="1384" r:id="rId146"/>
    <p:sldId id="1386" r:id="rId147"/>
    <p:sldId id="1365" r:id="rId148"/>
    <p:sldId id="1388" r:id="rId149"/>
    <p:sldId id="1366" r:id="rId150"/>
    <p:sldId id="1367" r:id="rId151"/>
    <p:sldId id="1380" r:id="rId152"/>
    <p:sldId id="1381" r:id="rId153"/>
    <p:sldId id="1382" r:id="rId154"/>
    <p:sldId id="1372" r:id="rId155"/>
    <p:sldId id="1373" r:id="rId156"/>
    <p:sldId id="1374" r:id="rId157"/>
    <p:sldId id="1375" r:id="rId158"/>
    <p:sldId id="1376" r:id="rId159"/>
    <p:sldId id="778" r:id="rId160"/>
    <p:sldId id="704" r:id="rId161"/>
    <p:sldId id="705" r:id="rId162"/>
    <p:sldId id="779" r:id="rId163"/>
    <p:sldId id="780" r:id="rId164"/>
    <p:sldId id="781" r:id="rId165"/>
    <p:sldId id="782" r:id="rId166"/>
    <p:sldId id="709" r:id="rId167"/>
    <p:sldId id="752" r:id="rId168"/>
    <p:sldId id="711" r:id="rId169"/>
    <p:sldId id="712" r:id="rId170"/>
    <p:sldId id="713" r:id="rId171"/>
    <p:sldId id="785" r:id="rId172"/>
    <p:sldId id="786" r:id="rId173"/>
    <p:sldId id="787" r:id="rId174"/>
    <p:sldId id="784" r:id="rId175"/>
    <p:sldId id="714" r:id="rId176"/>
    <p:sldId id="717" r:id="rId177"/>
    <p:sldId id="716" r:id="rId178"/>
    <p:sldId id="718" r:id="rId179"/>
    <p:sldId id="719" r:id="rId180"/>
    <p:sldId id="789" r:id="rId181"/>
    <p:sldId id="790" r:id="rId182"/>
    <p:sldId id="791" r:id="rId183"/>
    <p:sldId id="721" r:id="rId184"/>
    <p:sldId id="720" r:id="rId185"/>
    <p:sldId id="722" r:id="rId186"/>
    <p:sldId id="792" r:id="rId187"/>
    <p:sldId id="759" r:id="rId188"/>
    <p:sldId id="760" r:id="rId189"/>
    <p:sldId id="761" r:id="rId190"/>
    <p:sldId id="762" r:id="rId191"/>
    <p:sldId id="763" r:id="rId192"/>
    <p:sldId id="764" r:id="rId193"/>
    <p:sldId id="765" r:id="rId194"/>
    <p:sldId id="766" r:id="rId195"/>
    <p:sldId id="767" r:id="rId196"/>
    <p:sldId id="768" r:id="rId197"/>
    <p:sldId id="769" r:id="rId198"/>
    <p:sldId id="770" r:id="rId199"/>
    <p:sldId id="771" r:id="rId200"/>
    <p:sldId id="772" r:id="rId201"/>
    <p:sldId id="773" r:id="rId202"/>
    <p:sldId id="774" r:id="rId203"/>
    <p:sldId id="814" r:id="rId204"/>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8">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C5A3E-BF1A-4FBD-B665-4833071C8525}" v="1" dt="2022-10-17T00:28:47.503"/>
    <p1510:client id="{B187D1B3-2639-4192-8D2F-C59601043C41}" v="163" dt="2022-10-16T12:23:19.84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70" autoAdjust="0"/>
    <p:restoredTop sz="90977" autoAdjust="0"/>
  </p:normalViewPr>
  <p:slideViewPr>
    <p:cSldViewPr snapToGrid="0">
      <p:cViewPr varScale="1">
        <p:scale>
          <a:sx n="88" d="100"/>
          <a:sy n="88" d="100"/>
        </p:scale>
        <p:origin x="604" y="60"/>
      </p:cViewPr>
      <p:guideLst>
        <p:guide orient="horz" pos="1678"/>
        <p:guide pos="2918"/>
      </p:guideLst>
    </p:cSldViewPr>
  </p:slideViewPr>
  <p:notesTextViewPr>
    <p:cViewPr>
      <p:scale>
        <a:sx n="1" d="1"/>
        <a:sy n="1" d="1"/>
      </p:scale>
      <p:origin x="0" y="0"/>
    </p:cViewPr>
  </p:notesTextViewPr>
  <p:sorterViewPr>
    <p:cViewPr>
      <p:scale>
        <a:sx n="150" d="100"/>
        <a:sy n="150" d="100"/>
      </p:scale>
      <p:origin x="0" y="-2200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notesMaster" Target="notesMasters/notesMaster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slide" Target="slides/slide163.xml"/><Relationship Id="rId181" Type="http://schemas.openxmlformats.org/officeDocument/2006/relationships/slide" Target="slides/slide179.xml"/><Relationship Id="rId186" Type="http://schemas.openxmlformats.org/officeDocument/2006/relationships/slide" Target="slides/slide184.xml"/><Relationship Id="rId211" Type="http://schemas.microsoft.com/office/2015/10/relationships/revisionInfo" Target="revisionInfo.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slide" Target="slides/slide190.xml"/><Relationship Id="rId197" Type="http://schemas.openxmlformats.org/officeDocument/2006/relationships/slide" Target="slides/slide195.xml"/><Relationship Id="rId206" Type="http://schemas.openxmlformats.org/officeDocument/2006/relationships/presProps" Target="presProps.xml"/><Relationship Id="rId201" Type="http://schemas.openxmlformats.org/officeDocument/2006/relationships/slide" Target="slides/slide199.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viewProps" Target="view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tableStyles" Target="tableStyles.xml"/><Relationship Id="rId190" Type="http://schemas.openxmlformats.org/officeDocument/2006/relationships/slide" Target="slides/slide188.xml"/><Relationship Id="rId204" Type="http://schemas.openxmlformats.org/officeDocument/2006/relationships/slide" Target="slides/slide202.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microsoft.com/office/2016/11/relationships/changesInfo" Target="changesInfos/changesInfo1.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翟 锐" userId="fef11181f709266a" providerId="LiveId" clId="{D83094F1-CC33-40B8-96A5-A2F3B668ACCE}"/>
    <pc:docChg chg="undo redo custSel addSld delSld modSld sldOrd">
      <pc:chgData name="翟 锐" userId="fef11181f709266a" providerId="LiveId" clId="{D83094F1-CC33-40B8-96A5-A2F3B668ACCE}" dt="2021-10-12T15:16:08.819" v="1560" actId="20577"/>
      <pc:docMkLst>
        <pc:docMk/>
      </pc:docMkLst>
      <pc:sldChg chg="addSp delSp mod ord">
        <pc:chgData name="翟 锐" userId="fef11181f709266a" providerId="LiveId" clId="{D83094F1-CC33-40B8-96A5-A2F3B668ACCE}" dt="2021-10-08T05:12:15.740" v="735"/>
        <pc:sldMkLst>
          <pc:docMk/>
          <pc:sldMk cId="1817544442" sldId="589"/>
        </pc:sldMkLst>
        <pc:picChg chg="add del">
          <ac:chgData name="翟 锐" userId="fef11181f709266a" providerId="LiveId" clId="{D83094F1-CC33-40B8-96A5-A2F3B668ACCE}" dt="2021-10-08T05:09:48.667" v="716" actId="478"/>
          <ac:picMkLst>
            <pc:docMk/>
            <pc:sldMk cId="1817544442" sldId="589"/>
            <ac:picMk id="4" creationId="{5E522DAD-EFE0-40DB-BA43-D6A01973A28A}"/>
          </ac:picMkLst>
        </pc:picChg>
      </pc:sldChg>
      <pc:sldChg chg="modSp add modAnim">
        <pc:chgData name="翟 锐" userId="fef11181f709266a" providerId="LiveId" clId="{D83094F1-CC33-40B8-96A5-A2F3B668ACCE}" dt="2021-10-08T06:06:56.091" v="1218" actId="20577"/>
        <pc:sldMkLst>
          <pc:docMk/>
          <pc:sldMk cId="1124803448" sldId="594"/>
        </pc:sldMkLst>
        <pc:spChg chg="mod">
          <ac:chgData name="翟 锐" userId="fef11181f709266a" providerId="LiveId" clId="{D83094F1-CC33-40B8-96A5-A2F3B668ACCE}" dt="2021-10-08T06:06:56.091" v="1218" actId="20577"/>
          <ac:spMkLst>
            <pc:docMk/>
            <pc:sldMk cId="1124803448" sldId="594"/>
            <ac:spMk id="35" creationId="{00000000-0000-0000-0000-000000000000}"/>
          </ac:spMkLst>
        </pc:spChg>
      </pc:sldChg>
      <pc:sldChg chg="del">
        <pc:chgData name="翟 锐" userId="fef11181f709266a" providerId="LiveId" clId="{D83094F1-CC33-40B8-96A5-A2F3B668ACCE}" dt="2021-10-07T03:24:22.070" v="395" actId="2696"/>
        <pc:sldMkLst>
          <pc:docMk/>
          <pc:sldMk cId="3055817303" sldId="594"/>
        </pc:sldMkLst>
      </pc:sldChg>
      <pc:sldChg chg="add del">
        <pc:chgData name="翟 锐" userId="fef11181f709266a" providerId="LiveId" clId="{D83094F1-CC33-40B8-96A5-A2F3B668ACCE}" dt="2021-10-08T06:06:15.752" v="1175" actId="2696"/>
        <pc:sldMkLst>
          <pc:docMk/>
          <pc:sldMk cId="3831764411" sldId="594"/>
        </pc:sldMkLst>
      </pc:sldChg>
      <pc:sldChg chg="modSp mod">
        <pc:chgData name="翟 锐" userId="fef11181f709266a" providerId="LiveId" clId="{D83094F1-CC33-40B8-96A5-A2F3B668ACCE}" dt="2021-10-02T16:29:11.201" v="132" actId="20577"/>
        <pc:sldMkLst>
          <pc:docMk/>
          <pc:sldMk cId="3373164738" sldId="616"/>
        </pc:sldMkLst>
        <pc:spChg chg="mod">
          <ac:chgData name="翟 锐" userId="fef11181f709266a" providerId="LiveId" clId="{D83094F1-CC33-40B8-96A5-A2F3B668ACCE}" dt="2021-10-02T16:29:11.201" v="132" actId="20577"/>
          <ac:spMkLst>
            <pc:docMk/>
            <pc:sldMk cId="3373164738" sldId="616"/>
            <ac:spMk id="2" creationId="{1A343DEC-CFF6-41F5-B87C-0DFC08C67B76}"/>
          </ac:spMkLst>
        </pc:spChg>
      </pc:sldChg>
      <pc:sldChg chg="addSp delSp modSp mod modNotesTx">
        <pc:chgData name="翟 锐" userId="fef11181f709266a" providerId="LiveId" clId="{D83094F1-CC33-40B8-96A5-A2F3B668ACCE}" dt="2021-10-02T16:46:05.348" v="237"/>
        <pc:sldMkLst>
          <pc:docMk/>
          <pc:sldMk cId="3575552719" sldId="620"/>
        </pc:sldMkLst>
        <pc:spChg chg="mod">
          <ac:chgData name="翟 锐" userId="fef11181f709266a" providerId="LiveId" clId="{D83094F1-CC33-40B8-96A5-A2F3B668ACCE}" dt="2021-10-02T16:46:05.348" v="237"/>
          <ac:spMkLst>
            <pc:docMk/>
            <pc:sldMk cId="3575552719" sldId="620"/>
            <ac:spMk id="2" creationId="{1A343DEC-CFF6-41F5-B87C-0DFC08C67B76}"/>
          </ac:spMkLst>
        </pc:spChg>
        <pc:spChg chg="add del">
          <ac:chgData name="翟 锐" userId="fef11181f709266a" providerId="LiveId" clId="{D83094F1-CC33-40B8-96A5-A2F3B668ACCE}" dt="2021-10-02T16:44:19.282" v="216" actId="22"/>
          <ac:spMkLst>
            <pc:docMk/>
            <pc:sldMk cId="3575552719" sldId="620"/>
            <ac:spMk id="7" creationId="{5EEF6883-8979-4567-8BCD-F192D2737176}"/>
          </ac:spMkLst>
        </pc:spChg>
      </pc:sldChg>
      <pc:sldChg chg="modSp mod modNotesTx">
        <pc:chgData name="翟 锐" userId="fef11181f709266a" providerId="LiveId" clId="{D83094F1-CC33-40B8-96A5-A2F3B668ACCE}" dt="2021-10-02T16:46:28.862" v="238" actId="20577"/>
        <pc:sldMkLst>
          <pc:docMk/>
          <pc:sldMk cId="2439110806" sldId="660"/>
        </pc:sldMkLst>
        <pc:spChg chg="mod">
          <ac:chgData name="翟 锐" userId="fef11181f709266a" providerId="LiveId" clId="{D83094F1-CC33-40B8-96A5-A2F3B668ACCE}" dt="2021-10-02T16:06:47.717" v="88" actId="20577"/>
          <ac:spMkLst>
            <pc:docMk/>
            <pc:sldMk cId="2439110806" sldId="660"/>
            <ac:spMk id="2" creationId="{1A343DEC-CFF6-41F5-B87C-0DFC08C67B76}"/>
          </ac:spMkLst>
        </pc:spChg>
      </pc:sldChg>
      <pc:sldChg chg="modSp mod">
        <pc:chgData name="翟 锐" userId="fef11181f709266a" providerId="LiveId" clId="{D83094F1-CC33-40B8-96A5-A2F3B668ACCE}" dt="2021-10-08T05:42:56.244" v="942" actId="113"/>
        <pc:sldMkLst>
          <pc:docMk/>
          <pc:sldMk cId="2957799081" sldId="661"/>
        </pc:sldMkLst>
        <pc:spChg chg="mod">
          <ac:chgData name="翟 锐" userId="fef11181f709266a" providerId="LiveId" clId="{D83094F1-CC33-40B8-96A5-A2F3B668ACCE}" dt="2021-10-08T05:42:56.244" v="942" actId="113"/>
          <ac:spMkLst>
            <pc:docMk/>
            <pc:sldMk cId="2957799081" sldId="661"/>
            <ac:spMk id="2" creationId="{1A343DEC-CFF6-41F5-B87C-0DFC08C67B76}"/>
          </ac:spMkLst>
        </pc:spChg>
      </pc:sldChg>
      <pc:sldChg chg="modSp del mod">
        <pc:chgData name="翟 锐" userId="fef11181f709266a" providerId="LiveId" clId="{D83094F1-CC33-40B8-96A5-A2F3B668ACCE}" dt="2021-10-08T05:54:34.198" v="991" actId="2696"/>
        <pc:sldMkLst>
          <pc:docMk/>
          <pc:sldMk cId="684686739" sldId="662"/>
        </pc:sldMkLst>
        <pc:spChg chg="mod">
          <ac:chgData name="翟 锐" userId="fef11181f709266a" providerId="LiveId" clId="{D83094F1-CC33-40B8-96A5-A2F3B668ACCE}" dt="2021-10-02T16:53:06.253" v="288"/>
          <ac:spMkLst>
            <pc:docMk/>
            <pc:sldMk cId="684686739" sldId="662"/>
            <ac:spMk id="2" creationId="{1A343DEC-CFF6-41F5-B87C-0DFC08C67B76}"/>
          </ac:spMkLst>
        </pc:spChg>
      </pc:sldChg>
      <pc:sldChg chg="add">
        <pc:chgData name="翟 锐" userId="fef11181f709266a" providerId="LiveId" clId="{D83094F1-CC33-40B8-96A5-A2F3B668ACCE}" dt="2021-10-08T05:54:37.680" v="992"/>
        <pc:sldMkLst>
          <pc:docMk/>
          <pc:sldMk cId="2944057813" sldId="662"/>
        </pc:sldMkLst>
      </pc:sldChg>
      <pc:sldChg chg="addSp delSp del mod">
        <pc:chgData name="翟 锐" userId="fef11181f709266a" providerId="LiveId" clId="{D83094F1-CC33-40B8-96A5-A2F3B668ACCE}" dt="2021-10-08T05:54:34.198" v="991" actId="2696"/>
        <pc:sldMkLst>
          <pc:docMk/>
          <pc:sldMk cId="3516529133" sldId="663"/>
        </pc:sldMkLst>
        <pc:spChg chg="add del">
          <ac:chgData name="翟 锐" userId="fef11181f709266a" providerId="LiveId" clId="{D83094F1-CC33-40B8-96A5-A2F3B668ACCE}" dt="2021-10-07T03:34:10.415" v="398" actId="22"/>
          <ac:spMkLst>
            <pc:docMk/>
            <pc:sldMk cId="3516529133" sldId="663"/>
            <ac:spMk id="7" creationId="{7633FBCF-14BF-4384-8492-A4E6AEBE4AD9}"/>
          </ac:spMkLst>
        </pc:spChg>
      </pc:sldChg>
      <pc:sldChg chg="add">
        <pc:chgData name="翟 锐" userId="fef11181f709266a" providerId="LiveId" clId="{D83094F1-CC33-40B8-96A5-A2F3B668ACCE}" dt="2021-10-08T05:54:37.680" v="992"/>
        <pc:sldMkLst>
          <pc:docMk/>
          <pc:sldMk cId="3574429959" sldId="663"/>
        </pc:sldMkLst>
      </pc:sldChg>
      <pc:sldChg chg="modSp add">
        <pc:chgData name="翟 锐" userId="fef11181f709266a" providerId="LiveId" clId="{D83094F1-CC33-40B8-96A5-A2F3B668ACCE}" dt="2021-10-08T06:07:07.020" v="1223"/>
        <pc:sldMkLst>
          <pc:docMk/>
          <pc:sldMk cId="1851703605" sldId="664"/>
        </pc:sldMkLst>
        <pc:spChg chg="mod">
          <ac:chgData name="翟 锐" userId="fef11181f709266a" providerId="LiveId" clId="{D83094F1-CC33-40B8-96A5-A2F3B668ACCE}" dt="2021-10-08T06:07:07.020" v="1223"/>
          <ac:spMkLst>
            <pc:docMk/>
            <pc:sldMk cId="1851703605" sldId="664"/>
            <ac:spMk id="35" creationId="{00000000-0000-0000-0000-000000000000}"/>
          </ac:spMkLst>
        </pc:spChg>
      </pc:sldChg>
      <pc:sldChg chg="add del">
        <pc:chgData name="翟 锐" userId="fef11181f709266a" providerId="LiveId" clId="{D83094F1-CC33-40B8-96A5-A2F3B668ACCE}" dt="2021-10-08T06:06:15.752" v="1175" actId="2696"/>
        <pc:sldMkLst>
          <pc:docMk/>
          <pc:sldMk cId="2061534736" sldId="664"/>
        </pc:sldMkLst>
      </pc:sldChg>
      <pc:sldChg chg="del">
        <pc:chgData name="翟 锐" userId="fef11181f709266a" providerId="LiveId" clId="{D83094F1-CC33-40B8-96A5-A2F3B668ACCE}" dt="2021-10-07T03:24:22.070" v="395" actId="2696"/>
        <pc:sldMkLst>
          <pc:docMk/>
          <pc:sldMk cId="2809120211" sldId="664"/>
        </pc:sldMkLst>
      </pc:sldChg>
      <pc:sldChg chg="add del">
        <pc:chgData name="翟 锐" userId="fef11181f709266a" providerId="LiveId" clId="{D83094F1-CC33-40B8-96A5-A2F3B668ACCE}" dt="2021-10-08T06:06:15.752" v="1175" actId="2696"/>
        <pc:sldMkLst>
          <pc:docMk/>
          <pc:sldMk cId="965467167" sldId="665"/>
        </pc:sldMkLst>
      </pc:sldChg>
      <pc:sldChg chg="modSp add">
        <pc:chgData name="翟 锐" userId="fef11181f709266a" providerId="LiveId" clId="{D83094F1-CC33-40B8-96A5-A2F3B668ACCE}" dt="2021-10-08T06:07:08.215" v="1224"/>
        <pc:sldMkLst>
          <pc:docMk/>
          <pc:sldMk cId="1524063295" sldId="665"/>
        </pc:sldMkLst>
        <pc:spChg chg="mod">
          <ac:chgData name="翟 锐" userId="fef11181f709266a" providerId="LiveId" clId="{D83094F1-CC33-40B8-96A5-A2F3B668ACCE}" dt="2021-10-08T06:07:08.215" v="1224"/>
          <ac:spMkLst>
            <pc:docMk/>
            <pc:sldMk cId="1524063295" sldId="665"/>
            <ac:spMk id="35" creationId="{00000000-0000-0000-0000-000000000000}"/>
          </ac:spMkLst>
        </pc:spChg>
      </pc:sldChg>
      <pc:sldChg chg="del">
        <pc:chgData name="翟 锐" userId="fef11181f709266a" providerId="LiveId" clId="{D83094F1-CC33-40B8-96A5-A2F3B668ACCE}" dt="2021-10-07T03:24:22.070" v="395" actId="2696"/>
        <pc:sldMkLst>
          <pc:docMk/>
          <pc:sldMk cId="1776023874" sldId="665"/>
        </pc:sldMkLst>
      </pc:sldChg>
      <pc:sldChg chg="del">
        <pc:chgData name="翟 锐" userId="fef11181f709266a" providerId="LiveId" clId="{D83094F1-CC33-40B8-96A5-A2F3B668ACCE}" dt="2021-10-07T03:24:22.070" v="395" actId="2696"/>
        <pc:sldMkLst>
          <pc:docMk/>
          <pc:sldMk cId="578295110" sldId="666"/>
        </pc:sldMkLst>
      </pc:sldChg>
      <pc:sldChg chg="modSp add">
        <pc:chgData name="翟 锐" userId="fef11181f709266a" providerId="LiveId" clId="{D83094F1-CC33-40B8-96A5-A2F3B668ACCE}" dt="2021-10-08T06:07:09.416" v="1225"/>
        <pc:sldMkLst>
          <pc:docMk/>
          <pc:sldMk cId="1505928820" sldId="666"/>
        </pc:sldMkLst>
        <pc:spChg chg="mod">
          <ac:chgData name="翟 锐" userId="fef11181f709266a" providerId="LiveId" clId="{D83094F1-CC33-40B8-96A5-A2F3B668ACCE}" dt="2021-10-08T06:07:09.416" v="1225"/>
          <ac:spMkLst>
            <pc:docMk/>
            <pc:sldMk cId="1505928820" sldId="666"/>
            <ac:spMk id="35" creationId="{00000000-0000-0000-0000-000000000000}"/>
          </ac:spMkLst>
        </pc:spChg>
      </pc:sldChg>
      <pc:sldChg chg="add del">
        <pc:chgData name="翟 锐" userId="fef11181f709266a" providerId="LiveId" clId="{D83094F1-CC33-40B8-96A5-A2F3B668ACCE}" dt="2021-10-08T06:06:15.752" v="1175" actId="2696"/>
        <pc:sldMkLst>
          <pc:docMk/>
          <pc:sldMk cId="1741717869" sldId="666"/>
        </pc:sldMkLst>
      </pc:sldChg>
      <pc:sldChg chg="add del">
        <pc:chgData name="翟 锐" userId="fef11181f709266a" providerId="LiveId" clId="{D83094F1-CC33-40B8-96A5-A2F3B668ACCE}" dt="2021-10-08T06:06:15.752" v="1175" actId="2696"/>
        <pc:sldMkLst>
          <pc:docMk/>
          <pc:sldMk cId="392013277" sldId="667"/>
        </pc:sldMkLst>
      </pc:sldChg>
      <pc:sldChg chg="modSp add">
        <pc:chgData name="翟 锐" userId="fef11181f709266a" providerId="LiveId" clId="{D83094F1-CC33-40B8-96A5-A2F3B668ACCE}" dt="2021-10-08T06:07:10.552" v="1226"/>
        <pc:sldMkLst>
          <pc:docMk/>
          <pc:sldMk cId="675864448" sldId="667"/>
        </pc:sldMkLst>
        <pc:spChg chg="mod">
          <ac:chgData name="翟 锐" userId="fef11181f709266a" providerId="LiveId" clId="{D83094F1-CC33-40B8-96A5-A2F3B668ACCE}" dt="2021-10-08T06:07:10.552" v="1226"/>
          <ac:spMkLst>
            <pc:docMk/>
            <pc:sldMk cId="675864448" sldId="667"/>
            <ac:spMk id="35" creationId="{00000000-0000-0000-0000-000000000000}"/>
          </ac:spMkLst>
        </pc:spChg>
      </pc:sldChg>
      <pc:sldChg chg="del">
        <pc:chgData name="翟 锐" userId="fef11181f709266a" providerId="LiveId" clId="{D83094F1-CC33-40B8-96A5-A2F3B668ACCE}" dt="2021-10-07T03:24:22.070" v="395" actId="2696"/>
        <pc:sldMkLst>
          <pc:docMk/>
          <pc:sldMk cId="1366982604" sldId="667"/>
        </pc:sldMkLst>
      </pc:sldChg>
      <pc:sldChg chg="add">
        <pc:chgData name="翟 锐" userId="fef11181f709266a" providerId="LiveId" clId="{D83094F1-CC33-40B8-96A5-A2F3B668ACCE}" dt="2021-10-08T05:29:53.304" v="934"/>
        <pc:sldMkLst>
          <pc:docMk/>
          <pc:sldMk cId="3026832470" sldId="668"/>
        </pc:sldMkLst>
      </pc:sldChg>
      <pc:sldChg chg="del">
        <pc:chgData name="翟 锐" userId="fef11181f709266a" providerId="LiveId" clId="{D83094F1-CC33-40B8-96A5-A2F3B668ACCE}" dt="2021-10-08T05:29:48.452" v="933" actId="2696"/>
        <pc:sldMkLst>
          <pc:docMk/>
          <pc:sldMk cId="3691873956" sldId="668"/>
        </pc:sldMkLst>
      </pc:sldChg>
      <pc:sldChg chg="del">
        <pc:chgData name="翟 锐" userId="fef11181f709266a" providerId="LiveId" clId="{D83094F1-CC33-40B8-96A5-A2F3B668ACCE}" dt="2021-10-07T03:24:22.070" v="395" actId="2696"/>
        <pc:sldMkLst>
          <pc:docMk/>
          <pc:sldMk cId="51648328" sldId="671"/>
        </pc:sldMkLst>
      </pc:sldChg>
      <pc:sldChg chg="modSp add">
        <pc:chgData name="翟 锐" userId="fef11181f709266a" providerId="LiveId" clId="{D83094F1-CC33-40B8-96A5-A2F3B668ACCE}" dt="2021-10-08T06:07:11.678" v="1227"/>
        <pc:sldMkLst>
          <pc:docMk/>
          <pc:sldMk cId="2424377113" sldId="671"/>
        </pc:sldMkLst>
        <pc:spChg chg="mod">
          <ac:chgData name="翟 锐" userId="fef11181f709266a" providerId="LiveId" clId="{D83094F1-CC33-40B8-96A5-A2F3B668ACCE}" dt="2021-10-08T06:07:11.678" v="1227"/>
          <ac:spMkLst>
            <pc:docMk/>
            <pc:sldMk cId="2424377113" sldId="671"/>
            <ac:spMk id="35" creationId="{00000000-0000-0000-0000-000000000000}"/>
          </ac:spMkLst>
        </pc:spChg>
      </pc:sldChg>
      <pc:sldChg chg="add del">
        <pc:chgData name="翟 锐" userId="fef11181f709266a" providerId="LiveId" clId="{D83094F1-CC33-40B8-96A5-A2F3B668ACCE}" dt="2021-10-08T06:06:15.752" v="1175" actId="2696"/>
        <pc:sldMkLst>
          <pc:docMk/>
          <pc:sldMk cId="3981605572" sldId="671"/>
        </pc:sldMkLst>
      </pc:sldChg>
      <pc:sldChg chg="modSp mod">
        <pc:chgData name="翟 锐" userId="fef11181f709266a" providerId="LiveId" clId="{D83094F1-CC33-40B8-96A5-A2F3B668ACCE}" dt="2021-10-08T06:04:25.086" v="1174"/>
        <pc:sldMkLst>
          <pc:docMk/>
          <pc:sldMk cId="4003823915" sldId="673"/>
        </pc:sldMkLst>
        <pc:spChg chg="mod">
          <ac:chgData name="翟 锐" userId="fef11181f709266a" providerId="LiveId" clId="{D83094F1-CC33-40B8-96A5-A2F3B668ACCE}" dt="2021-10-08T06:04:25.086" v="1174"/>
          <ac:spMkLst>
            <pc:docMk/>
            <pc:sldMk cId="4003823915" sldId="673"/>
            <ac:spMk id="2" creationId="{1A343DEC-CFF6-41F5-B87C-0DFC08C67B76}"/>
          </ac:spMkLst>
        </pc:spChg>
      </pc:sldChg>
      <pc:sldChg chg="del">
        <pc:chgData name="翟 锐" userId="fef11181f709266a" providerId="LiveId" clId="{D83094F1-CC33-40B8-96A5-A2F3B668ACCE}" dt="2021-10-12T15:12:54.248" v="1516" actId="47"/>
        <pc:sldMkLst>
          <pc:docMk/>
          <pc:sldMk cId="4078170947" sldId="682"/>
        </pc:sldMkLst>
      </pc:sldChg>
      <pc:sldChg chg="modSp mod">
        <pc:chgData name="翟 锐" userId="fef11181f709266a" providerId="LiveId" clId="{D83094F1-CC33-40B8-96A5-A2F3B668ACCE}" dt="2021-10-12T15:14:49.107" v="1549" actId="20577"/>
        <pc:sldMkLst>
          <pc:docMk/>
          <pc:sldMk cId="2636408221" sldId="696"/>
        </pc:sldMkLst>
        <pc:spChg chg="mod">
          <ac:chgData name="翟 锐" userId="fef11181f709266a" providerId="LiveId" clId="{D83094F1-CC33-40B8-96A5-A2F3B668ACCE}" dt="2021-10-12T15:14:49.107" v="1549" actId="20577"/>
          <ac:spMkLst>
            <pc:docMk/>
            <pc:sldMk cId="2636408221" sldId="696"/>
            <ac:spMk id="2" creationId="{1A343DEC-CFF6-41F5-B87C-0DFC08C67B76}"/>
          </ac:spMkLst>
        </pc:spChg>
      </pc:sldChg>
      <pc:sldChg chg="add del">
        <pc:chgData name="翟 锐" userId="fef11181f709266a" providerId="LiveId" clId="{D83094F1-CC33-40B8-96A5-A2F3B668ACCE}" dt="2021-10-08T06:12:18.478" v="1230" actId="2696"/>
        <pc:sldMkLst>
          <pc:docMk/>
          <pc:sldMk cId="2164716784" sldId="742"/>
        </pc:sldMkLst>
      </pc:sldChg>
      <pc:sldChg chg="modSp add mod">
        <pc:chgData name="翟 锐" userId="fef11181f709266a" providerId="LiveId" clId="{D83094F1-CC33-40B8-96A5-A2F3B668ACCE}" dt="2021-10-02T16:50:04.574" v="286" actId="20577"/>
        <pc:sldMkLst>
          <pc:docMk/>
          <pc:sldMk cId="540306715" sldId="793"/>
        </pc:sldMkLst>
        <pc:spChg chg="mod">
          <ac:chgData name="翟 锐" userId="fef11181f709266a" providerId="LiveId" clId="{D83094F1-CC33-40B8-96A5-A2F3B668ACCE}" dt="2021-10-02T16:49:55.673" v="275" actId="403"/>
          <ac:spMkLst>
            <pc:docMk/>
            <pc:sldMk cId="540306715" sldId="793"/>
            <ac:spMk id="2" creationId="{1A343DEC-CFF6-41F5-B87C-0DFC08C67B76}"/>
          </ac:spMkLst>
        </pc:spChg>
        <pc:spChg chg="mod">
          <ac:chgData name="翟 锐" userId="fef11181f709266a" providerId="LiveId" clId="{D83094F1-CC33-40B8-96A5-A2F3B668ACCE}" dt="2021-10-02T16:50:04.574" v="286" actId="20577"/>
          <ac:spMkLst>
            <pc:docMk/>
            <pc:sldMk cId="540306715" sldId="793"/>
            <ac:spMk id="35" creationId="{00000000-0000-0000-0000-000000000000}"/>
          </ac:spMkLst>
        </pc:spChg>
      </pc:sldChg>
      <pc:sldChg chg="modSp add mod ord">
        <pc:chgData name="翟 锐" userId="fef11181f709266a" providerId="LiveId" clId="{D83094F1-CC33-40B8-96A5-A2F3B668ACCE}" dt="2021-10-02T16:45:39.395" v="233"/>
        <pc:sldMkLst>
          <pc:docMk/>
          <pc:sldMk cId="1392475488" sldId="794"/>
        </pc:sldMkLst>
        <pc:spChg chg="mod">
          <ac:chgData name="翟 锐" userId="fef11181f709266a" providerId="LiveId" clId="{D83094F1-CC33-40B8-96A5-A2F3B668ACCE}" dt="2021-10-02T16:45:23.705" v="231"/>
          <ac:spMkLst>
            <pc:docMk/>
            <pc:sldMk cId="1392475488" sldId="794"/>
            <ac:spMk id="2" creationId="{1A343DEC-CFF6-41F5-B87C-0DFC08C67B76}"/>
          </ac:spMkLst>
        </pc:spChg>
      </pc:sldChg>
      <pc:sldChg chg="modSp add mod ord">
        <pc:chgData name="翟 锐" userId="fef11181f709266a" providerId="LiveId" clId="{D83094F1-CC33-40B8-96A5-A2F3B668ACCE}" dt="2021-10-08T05:52:50.510" v="980"/>
        <pc:sldMkLst>
          <pc:docMk/>
          <pc:sldMk cId="2513211959" sldId="795"/>
        </pc:sldMkLst>
        <pc:spChg chg="mod">
          <ac:chgData name="翟 锐" userId="fef11181f709266a" providerId="LiveId" clId="{D83094F1-CC33-40B8-96A5-A2F3B668ACCE}" dt="2021-10-08T05:50:34.675" v="976" actId="15"/>
          <ac:spMkLst>
            <pc:docMk/>
            <pc:sldMk cId="2513211959" sldId="795"/>
            <ac:spMk id="2" creationId="{1A343DEC-CFF6-41F5-B87C-0DFC08C67B76}"/>
          </ac:spMkLst>
        </pc:spChg>
        <pc:spChg chg="mod">
          <ac:chgData name="翟 锐" userId="fef11181f709266a" providerId="LiveId" clId="{D83094F1-CC33-40B8-96A5-A2F3B668ACCE}" dt="2021-10-08T05:52:50.510" v="980"/>
          <ac:spMkLst>
            <pc:docMk/>
            <pc:sldMk cId="2513211959" sldId="795"/>
            <ac:spMk id="35" creationId="{00000000-0000-0000-0000-000000000000}"/>
          </ac:spMkLst>
        </pc:spChg>
      </pc:sldChg>
      <pc:sldChg chg="modSp add mod">
        <pc:chgData name="翟 锐" userId="fef11181f709266a" providerId="LiveId" clId="{D83094F1-CC33-40B8-96A5-A2F3B668ACCE}" dt="2021-10-08T05:52:49.315" v="979"/>
        <pc:sldMkLst>
          <pc:docMk/>
          <pc:sldMk cId="2050344950" sldId="796"/>
        </pc:sldMkLst>
        <pc:spChg chg="mod">
          <ac:chgData name="翟 锐" userId="fef11181f709266a" providerId="LiveId" clId="{D83094F1-CC33-40B8-96A5-A2F3B668ACCE}" dt="2021-10-08T05:51:00.189" v="978" actId="20577"/>
          <ac:spMkLst>
            <pc:docMk/>
            <pc:sldMk cId="2050344950" sldId="796"/>
            <ac:spMk id="2" creationId="{1A343DEC-CFF6-41F5-B87C-0DFC08C67B76}"/>
          </ac:spMkLst>
        </pc:spChg>
        <pc:spChg chg="mod">
          <ac:chgData name="翟 锐" userId="fef11181f709266a" providerId="LiveId" clId="{D83094F1-CC33-40B8-96A5-A2F3B668ACCE}" dt="2021-10-08T05:52:49.315" v="979"/>
          <ac:spMkLst>
            <pc:docMk/>
            <pc:sldMk cId="2050344950" sldId="796"/>
            <ac:spMk id="35" creationId="{00000000-0000-0000-0000-000000000000}"/>
          </ac:spMkLst>
        </pc:spChg>
      </pc:sldChg>
      <pc:sldChg chg="addSp delSp modSp add mod modAnim">
        <pc:chgData name="翟 锐" userId="fef11181f709266a" providerId="LiveId" clId="{D83094F1-CC33-40B8-96A5-A2F3B668ACCE}" dt="2021-10-08T05:53:28.626" v="989" actId="20577"/>
        <pc:sldMkLst>
          <pc:docMk/>
          <pc:sldMk cId="611480198" sldId="797"/>
        </pc:sldMkLst>
        <pc:spChg chg="mod">
          <ac:chgData name="翟 锐" userId="fef11181f709266a" providerId="LiveId" clId="{D83094F1-CC33-40B8-96A5-A2F3B668ACCE}" dt="2021-10-07T03:40:18.334" v="439"/>
          <ac:spMkLst>
            <pc:docMk/>
            <pc:sldMk cId="611480198" sldId="797"/>
            <ac:spMk id="2" creationId="{1A343DEC-CFF6-41F5-B87C-0DFC08C67B76}"/>
          </ac:spMkLst>
        </pc:spChg>
        <pc:spChg chg="mod">
          <ac:chgData name="翟 锐" userId="fef11181f709266a" providerId="LiveId" clId="{D83094F1-CC33-40B8-96A5-A2F3B668ACCE}" dt="2021-10-08T05:53:28.626" v="989" actId="20577"/>
          <ac:spMkLst>
            <pc:docMk/>
            <pc:sldMk cId="611480198" sldId="797"/>
            <ac:spMk id="35" creationId="{00000000-0000-0000-0000-000000000000}"/>
          </ac:spMkLst>
        </pc:spChg>
        <pc:picChg chg="add del mod">
          <ac:chgData name="翟 锐" userId="fef11181f709266a" providerId="LiveId" clId="{D83094F1-CC33-40B8-96A5-A2F3B668ACCE}" dt="2021-10-07T03:35:54.044" v="412" actId="478"/>
          <ac:picMkLst>
            <pc:docMk/>
            <pc:sldMk cId="611480198" sldId="797"/>
            <ac:picMk id="4" creationId="{DFF3B54B-0701-4C1C-8C88-8A7AB21C57BB}"/>
          </ac:picMkLst>
        </pc:picChg>
        <pc:picChg chg="add mod">
          <ac:chgData name="翟 锐" userId="fef11181f709266a" providerId="LiveId" clId="{D83094F1-CC33-40B8-96A5-A2F3B668ACCE}" dt="2021-10-07T03:37:00.472" v="423" actId="1076"/>
          <ac:picMkLst>
            <pc:docMk/>
            <pc:sldMk cId="611480198" sldId="797"/>
            <ac:picMk id="6" creationId="{B556ACC2-1189-4632-A8A8-49D4C1DFDB34}"/>
          </ac:picMkLst>
        </pc:picChg>
      </pc:sldChg>
      <pc:sldChg chg="addSp modSp add mod ord modAnim">
        <pc:chgData name="翟 锐" userId="fef11181f709266a" providerId="LiveId" clId="{D83094F1-CC33-40B8-96A5-A2F3B668ACCE}" dt="2021-10-07T03:46:34.841" v="451"/>
        <pc:sldMkLst>
          <pc:docMk/>
          <pc:sldMk cId="3794346562" sldId="798"/>
        </pc:sldMkLst>
        <pc:spChg chg="mod">
          <ac:chgData name="翟 锐" userId="fef11181f709266a" providerId="LiveId" clId="{D83094F1-CC33-40B8-96A5-A2F3B668ACCE}" dt="2021-10-07T03:37:51.418" v="428"/>
          <ac:spMkLst>
            <pc:docMk/>
            <pc:sldMk cId="3794346562" sldId="798"/>
            <ac:spMk id="2" creationId="{1A343DEC-CFF6-41F5-B87C-0DFC08C67B76}"/>
          </ac:spMkLst>
        </pc:spChg>
        <pc:picChg chg="add mod">
          <ac:chgData name="翟 锐" userId="fef11181f709266a" providerId="LiveId" clId="{D83094F1-CC33-40B8-96A5-A2F3B668ACCE}" dt="2021-10-07T03:38:35.437" v="434" actId="1076"/>
          <ac:picMkLst>
            <pc:docMk/>
            <pc:sldMk cId="3794346562" sldId="798"/>
            <ac:picMk id="4" creationId="{EC19DFCE-1E99-499C-8172-60B5CA82A050}"/>
          </ac:picMkLst>
        </pc:picChg>
      </pc:sldChg>
      <pc:sldChg chg="addSp delSp modSp add mod delAnim">
        <pc:chgData name="翟 锐" userId="fef11181f709266a" providerId="LiveId" clId="{D83094F1-CC33-40B8-96A5-A2F3B668ACCE}" dt="2021-10-08T04:24:46.023" v="528" actId="20577"/>
        <pc:sldMkLst>
          <pc:docMk/>
          <pc:sldMk cId="2164876141" sldId="799"/>
        </pc:sldMkLst>
        <pc:spChg chg="del">
          <ac:chgData name="翟 锐" userId="fef11181f709266a" providerId="LiveId" clId="{D83094F1-CC33-40B8-96A5-A2F3B668ACCE}" dt="2021-10-07T03:44:04.625" v="442" actId="478"/>
          <ac:spMkLst>
            <pc:docMk/>
            <pc:sldMk cId="2164876141" sldId="799"/>
            <ac:spMk id="2" creationId="{1A343DEC-CFF6-41F5-B87C-0DFC08C67B76}"/>
          </ac:spMkLst>
        </pc:spChg>
        <pc:spChg chg="mod">
          <ac:chgData name="翟 锐" userId="fef11181f709266a" providerId="LiveId" clId="{D83094F1-CC33-40B8-96A5-A2F3B668ACCE}" dt="2021-10-08T04:24:46.023" v="528" actId="20577"/>
          <ac:spMkLst>
            <pc:docMk/>
            <pc:sldMk cId="2164876141" sldId="799"/>
            <ac:spMk id="35" creationId="{00000000-0000-0000-0000-000000000000}"/>
          </ac:spMkLst>
        </pc:spChg>
        <pc:picChg chg="del">
          <ac:chgData name="翟 锐" userId="fef11181f709266a" providerId="LiveId" clId="{D83094F1-CC33-40B8-96A5-A2F3B668ACCE}" dt="2021-10-07T03:44:03.327" v="441" actId="478"/>
          <ac:picMkLst>
            <pc:docMk/>
            <pc:sldMk cId="2164876141" sldId="799"/>
            <ac:picMk id="6" creationId="{B556ACC2-1189-4632-A8A8-49D4C1DFDB34}"/>
          </ac:picMkLst>
        </pc:picChg>
        <pc:picChg chg="add mod">
          <ac:chgData name="翟 锐" userId="fef11181f709266a" providerId="LiveId" clId="{D83094F1-CC33-40B8-96A5-A2F3B668ACCE}" dt="2021-10-07T03:44:08.018" v="444" actId="1076"/>
          <ac:picMkLst>
            <pc:docMk/>
            <pc:sldMk cId="2164876141" sldId="799"/>
            <ac:picMk id="1026" creationId="{DB13D33A-D6A4-448D-AA04-3610AF232A58}"/>
          </ac:picMkLst>
        </pc:picChg>
      </pc:sldChg>
      <pc:sldChg chg="addSp delSp modSp add">
        <pc:chgData name="翟 锐" userId="fef11181f709266a" providerId="LiveId" clId="{D83094F1-CC33-40B8-96A5-A2F3B668ACCE}" dt="2021-10-08T04:24:29.799" v="506" actId="20577"/>
        <pc:sldMkLst>
          <pc:docMk/>
          <pc:sldMk cId="3184698513" sldId="800"/>
        </pc:sldMkLst>
        <pc:spChg chg="mod">
          <ac:chgData name="翟 锐" userId="fef11181f709266a" providerId="LiveId" clId="{D83094F1-CC33-40B8-96A5-A2F3B668ACCE}" dt="2021-10-08T04:24:29.799" v="506" actId="20577"/>
          <ac:spMkLst>
            <pc:docMk/>
            <pc:sldMk cId="3184698513" sldId="800"/>
            <ac:spMk id="35" creationId="{00000000-0000-0000-0000-000000000000}"/>
          </ac:spMkLst>
        </pc:spChg>
        <pc:picChg chg="del">
          <ac:chgData name="翟 锐" userId="fef11181f709266a" providerId="LiveId" clId="{D83094F1-CC33-40B8-96A5-A2F3B668ACCE}" dt="2021-10-07T03:46:03.882" v="446" actId="478"/>
          <ac:picMkLst>
            <pc:docMk/>
            <pc:sldMk cId="3184698513" sldId="800"/>
            <ac:picMk id="1026" creationId="{DB13D33A-D6A4-448D-AA04-3610AF232A58}"/>
          </ac:picMkLst>
        </pc:picChg>
        <pc:picChg chg="add mod">
          <ac:chgData name="翟 锐" userId="fef11181f709266a" providerId="LiveId" clId="{D83094F1-CC33-40B8-96A5-A2F3B668ACCE}" dt="2021-10-07T03:46:11.461" v="449" actId="1076"/>
          <ac:picMkLst>
            <pc:docMk/>
            <pc:sldMk cId="3184698513" sldId="800"/>
            <ac:picMk id="2050" creationId="{CA329AA9-28F9-4172-BB30-6DAF0CFEC2DD}"/>
          </ac:picMkLst>
        </pc:picChg>
      </pc:sldChg>
      <pc:sldChg chg="modSp add mod">
        <pc:chgData name="翟 锐" userId="fef11181f709266a" providerId="LiveId" clId="{D83094F1-CC33-40B8-96A5-A2F3B668ACCE}" dt="2021-10-08T05:41:32.116" v="936" actId="113"/>
        <pc:sldMkLst>
          <pc:docMk/>
          <pc:sldMk cId="3721684116" sldId="801"/>
        </pc:sldMkLst>
        <pc:spChg chg="mod">
          <ac:chgData name="翟 锐" userId="fef11181f709266a" providerId="LiveId" clId="{D83094F1-CC33-40B8-96A5-A2F3B668ACCE}" dt="2021-10-08T05:41:32.116" v="936" actId="113"/>
          <ac:spMkLst>
            <pc:docMk/>
            <pc:sldMk cId="3721684116" sldId="801"/>
            <ac:spMk id="2" creationId="{1A343DEC-CFF6-41F5-B87C-0DFC08C67B76}"/>
          </ac:spMkLst>
        </pc:spChg>
      </pc:sldChg>
      <pc:sldChg chg="modSp add mod">
        <pc:chgData name="翟 锐" userId="fef11181f709266a" providerId="LiveId" clId="{D83094F1-CC33-40B8-96A5-A2F3B668ACCE}" dt="2021-10-08T06:01:13.021" v="1156" actId="20577"/>
        <pc:sldMkLst>
          <pc:docMk/>
          <pc:sldMk cId="834308574" sldId="802"/>
        </pc:sldMkLst>
        <pc:spChg chg="mod">
          <ac:chgData name="翟 锐" userId="fef11181f709266a" providerId="LiveId" clId="{D83094F1-CC33-40B8-96A5-A2F3B668ACCE}" dt="2021-10-08T06:01:13.021" v="1156" actId="20577"/>
          <ac:spMkLst>
            <pc:docMk/>
            <pc:sldMk cId="834308574" sldId="802"/>
            <ac:spMk id="2" creationId="{1A343DEC-CFF6-41F5-B87C-0DFC08C67B76}"/>
          </ac:spMkLst>
        </pc:spChg>
        <pc:spChg chg="mod">
          <ac:chgData name="翟 锐" userId="fef11181f709266a" providerId="LiveId" clId="{D83094F1-CC33-40B8-96A5-A2F3B668ACCE}" dt="2021-10-08T04:27:13.331" v="534" actId="20577"/>
          <ac:spMkLst>
            <pc:docMk/>
            <pc:sldMk cId="834308574" sldId="802"/>
            <ac:spMk id="35" creationId="{00000000-0000-0000-0000-000000000000}"/>
          </ac:spMkLst>
        </pc:spChg>
      </pc:sldChg>
      <pc:sldChg chg="addSp delSp modSp add del mod ord">
        <pc:chgData name="翟 锐" userId="fef11181f709266a" providerId="LiveId" clId="{D83094F1-CC33-40B8-96A5-A2F3B668ACCE}" dt="2021-10-08T05:12:29.802" v="736" actId="2696"/>
        <pc:sldMkLst>
          <pc:docMk/>
          <pc:sldMk cId="958581125" sldId="803"/>
        </pc:sldMkLst>
        <pc:spChg chg="del mod">
          <ac:chgData name="翟 锐" userId="fef11181f709266a" providerId="LiveId" clId="{D83094F1-CC33-40B8-96A5-A2F3B668ACCE}" dt="2021-10-08T05:09:56.761" v="719"/>
          <ac:spMkLst>
            <pc:docMk/>
            <pc:sldMk cId="958581125" sldId="803"/>
            <ac:spMk id="2" creationId="{1A343DEC-CFF6-41F5-B87C-0DFC08C67B76}"/>
          </ac:spMkLst>
        </pc:spChg>
        <pc:picChg chg="mod">
          <ac:chgData name="翟 锐" userId="fef11181f709266a" providerId="LiveId" clId="{D83094F1-CC33-40B8-96A5-A2F3B668ACCE}" dt="2021-10-08T05:11:45.656" v="733" actId="1076"/>
          <ac:picMkLst>
            <pc:docMk/>
            <pc:sldMk cId="958581125" sldId="803"/>
            <ac:picMk id="4" creationId="{5E522DAD-EFE0-40DB-BA43-D6A01973A28A}"/>
          </ac:picMkLst>
        </pc:picChg>
        <pc:picChg chg="add del mod">
          <ac:chgData name="翟 锐" userId="fef11181f709266a" providerId="LiveId" clId="{D83094F1-CC33-40B8-96A5-A2F3B668ACCE}" dt="2021-10-08T05:11:41.008" v="731" actId="478"/>
          <ac:picMkLst>
            <pc:docMk/>
            <pc:sldMk cId="958581125" sldId="803"/>
            <ac:picMk id="5" creationId="{F095C5A1-4085-47D7-A10E-E681A7DF3A63}"/>
          </ac:picMkLst>
        </pc:picChg>
      </pc:sldChg>
      <pc:sldChg chg="add">
        <pc:chgData name="翟 锐" userId="fef11181f709266a" providerId="LiveId" clId="{D83094F1-CC33-40B8-96A5-A2F3B668ACCE}" dt="2021-10-08T05:12:40.143" v="737"/>
        <pc:sldMkLst>
          <pc:docMk/>
          <pc:sldMk cId="3165168623" sldId="803"/>
        </pc:sldMkLst>
      </pc:sldChg>
      <pc:sldChg chg="add del">
        <pc:chgData name="翟 锐" userId="fef11181f709266a" providerId="LiveId" clId="{D83094F1-CC33-40B8-96A5-A2F3B668ACCE}" dt="2021-10-08T05:54:32.125" v="990" actId="47"/>
        <pc:sldMkLst>
          <pc:docMk/>
          <pc:sldMk cId="2573583073" sldId="804"/>
        </pc:sldMkLst>
      </pc:sldChg>
      <pc:sldChg chg="addSp delSp modSp add mod">
        <pc:chgData name="翟 锐" userId="fef11181f709266a" providerId="LiveId" clId="{D83094F1-CC33-40B8-96A5-A2F3B668ACCE}" dt="2021-10-12T14:52:10.735" v="1265" actId="1076"/>
        <pc:sldMkLst>
          <pc:docMk/>
          <pc:sldMk cId="3353190458" sldId="805"/>
        </pc:sldMkLst>
        <pc:spChg chg="del">
          <ac:chgData name="翟 锐" userId="fef11181f709266a" providerId="LiveId" clId="{D83094F1-CC33-40B8-96A5-A2F3B668ACCE}" dt="2021-10-08T05:14:29.375" v="742" actId="478"/>
          <ac:spMkLst>
            <pc:docMk/>
            <pc:sldMk cId="3353190458" sldId="805"/>
            <ac:spMk id="2" creationId="{1A343DEC-CFF6-41F5-B87C-0DFC08C67B76}"/>
          </ac:spMkLst>
        </pc:spChg>
        <pc:spChg chg="mod">
          <ac:chgData name="翟 锐" userId="fef11181f709266a" providerId="LiveId" clId="{D83094F1-CC33-40B8-96A5-A2F3B668ACCE}" dt="2021-10-08T05:17:15.629" v="797" actId="20577"/>
          <ac:spMkLst>
            <pc:docMk/>
            <pc:sldMk cId="3353190458" sldId="805"/>
            <ac:spMk id="35" creationId="{00000000-0000-0000-0000-000000000000}"/>
          </ac:spMkLst>
        </pc:spChg>
        <pc:picChg chg="add mod">
          <ac:chgData name="翟 锐" userId="fef11181f709266a" providerId="LiveId" clId="{D83094F1-CC33-40B8-96A5-A2F3B668ACCE}" dt="2021-10-12T14:52:10.735" v="1265" actId="1076"/>
          <ac:picMkLst>
            <pc:docMk/>
            <pc:sldMk cId="3353190458" sldId="805"/>
            <ac:picMk id="1026" creationId="{FF8CBABD-EF19-4210-AA88-C0B2D88F65D0}"/>
          </ac:picMkLst>
        </pc:picChg>
      </pc:sldChg>
      <pc:sldChg chg="modSp add del mod">
        <pc:chgData name="翟 锐" userId="fef11181f709266a" providerId="LiveId" clId="{D83094F1-CC33-40B8-96A5-A2F3B668ACCE}" dt="2021-10-08T05:29:36.661" v="931" actId="47"/>
        <pc:sldMkLst>
          <pc:docMk/>
          <pc:sldMk cId="3466737176" sldId="806"/>
        </pc:sldMkLst>
        <pc:spChg chg="mod">
          <ac:chgData name="翟 锐" userId="fef11181f709266a" providerId="LiveId" clId="{D83094F1-CC33-40B8-96A5-A2F3B668ACCE}" dt="2021-10-08T05:17:40.551" v="803" actId="207"/>
          <ac:spMkLst>
            <pc:docMk/>
            <pc:sldMk cId="3466737176" sldId="806"/>
            <ac:spMk id="2" creationId="{1A343DEC-CFF6-41F5-B87C-0DFC08C67B76}"/>
          </ac:spMkLst>
        </pc:spChg>
        <pc:spChg chg="mod">
          <ac:chgData name="翟 锐" userId="fef11181f709266a" providerId="LiveId" clId="{D83094F1-CC33-40B8-96A5-A2F3B668ACCE}" dt="2021-10-08T05:17:18.852" v="798"/>
          <ac:spMkLst>
            <pc:docMk/>
            <pc:sldMk cId="3466737176" sldId="806"/>
            <ac:spMk id="35" creationId="{00000000-0000-0000-0000-000000000000}"/>
          </ac:spMkLst>
        </pc:spChg>
      </pc:sldChg>
      <pc:sldChg chg="addSp delSp add del">
        <pc:chgData name="翟 锐" userId="fef11181f709266a" providerId="LiveId" clId="{D83094F1-CC33-40B8-96A5-A2F3B668ACCE}" dt="2021-10-08T05:15:24.846" v="749"/>
        <pc:sldMkLst>
          <pc:docMk/>
          <pc:sldMk cId="3487955058" sldId="806"/>
        </pc:sldMkLst>
        <pc:picChg chg="add del">
          <ac:chgData name="翟 锐" userId="fef11181f709266a" providerId="LiveId" clId="{D83094F1-CC33-40B8-96A5-A2F3B668ACCE}" dt="2021-10-08T05:15:24.393" v="748" actId="478"/>
          <ac:picMkLst>
            <pc:docMk/>
            <pc:sldMk cId="3487955058" sldId="806"/>
            <ac:picMk id="1026" creationId="{FF8CBABD-EF19-4210-AA88-C0B2D88F65D0}"/>
          </ac:picMkLst>
        </pc:picChg>
      </pc:sldChg>
      <pc:sldChg chg="modSp add del mod">
        <pc:chgData name="翟 锐" userId="fef11181f709266a" providerId="LiveId" clId="{D83094F1-CC33-40B8-96A5-A2F3B668ACCE}" dt="2021-10-08T05:29:37.913" v="932" actId="47"/>
        <pc:sldMkLst>
          <pc:docMk/>
          <pc:sldMk cId="799728512" sldId="807"/>
        </pc:sldMkLst>
        <pc:spChg chg="mod">
          <ac:chgData name="翟 锐" userId="fef11181f709266a" providerId="LiveId" clId="{D83094F1-CC33-40B8-96A5-A2F3B668ACCE}" dt="2021-10-08T05:16:35.963" v="779" actId="1035"/>
          <ac:spMkLst>
            <pc:docMk/>
            <pc:sldMk cId="799728512" sldId="807"/>
            <ac:spMk id="2" creationId="{1A343DEC-CFF6-41F5-B87C-0DFC08C67B76}"/>
          </ac:spMkLst>
        </pc:spChg>
        <pc:spChg chg="mod">
          <ac:chgData name="翟 锐" userId="fef11181f709266a" providerId="LiveId" clId="{D83094F1-CC33-40B8-96A5-A2F3B668ACCE}" dt="2021-10-08T05:17:20.379" v="799"/>
          <ac:spMkLst>
            <pc:docMk/>
            <pc:sldMk cId="799728512" sldId="807"/>
            <ac:spMk id="35" creationId="{00000000-0000-0000-0000-000000000000}"/>
          </ac:spMkLst>
        </pc:spChg>
      </pc:sldChg>
      <pc:sldChg chg="addSp modSp new mod">
        <pc:chgData name="翟 锐" userId="fef11181f709266a" providerId="LiveId" clId="{D83094F1-CC33-40B8-96A5-A2F3B668ACCE}" dt="2021-10-08T05:22:33.293" v="930"/>
        <pc:sldMkLst>
          <pc:docMk/>
          <pc:sldMk cId="2310535170" sldId="808"/>
        </pc:sldMkLst>
        <pc:graphicFrameChg chg="add mod modGraphic">
          <ac:chgData name="翟 锐" userId="fef11181f709266a" providerId="LiveId" clId="{D83094F1-CC33-40B8-96A5-A2F3B668ACCE}" dt="2021-10-08T05:22:33.293" v="930"/>
          <ac:graphicFrameMkLst>
            <pc:docMk/>
            <pc:sldMk cId="2310535170" sldId="808"/>
            <ac:graphicFrameMk id="2" creationId="{9BFFD7AE-A697-419A-BA9B-6578A04D01C2}"/>
          </ac:graphicFrameMkLst>
        </pc:graphicFrameChg>
      </pc:sldChg>
      <pc:sldChg chg="addSp delSp modSp add mod modAnim">
        <pc:chgData name="翟 锐" userId="fef11181f709266a" providerId="LiveId" clId="{D83094F1-CC33-40B8-96A5-A2F3B668ACCE}" dt="2021-10-12T14:52:03.372" v="1264" actId="1035"/>
        <pc:sldMkLst>
          <pc:docMk/>
          <pc:sldMk cId="2050894487" sldId="809"/>
        </pc:sldMkLst>
        <pc:spChg chg="mod">
          <ac:chgData name="翟 锐" userId="fef11181f709266a" providerId="LiveId" clId="{D83094F1-CC33-40B8-96A5-A2F3B668ACCE}" dt="2021-10-12T14:52:03.372" v="1264" actId="1035"/>
          <ac:spMkLst>
            <pc:docMk/>
            <pc:sldMk cId="2050894487" sldId="809"/>
            <ac:spMk id="2" creationId="{1A343DEC-CFF6-41F5-B87C-0DFC08C67B76}"/>
          </ac:spMkLst>
        </pc:spChg>
        <pc:spChg chg="add del">
          <ac:chgData name="翟 锐" userId="fef11181f709266a" providerId="LiveId" clId="{D83094F1-CC33-40B8-96A5-A2F3B668ACCE}" dt="2021-10-08T05:57:42.849" v="1025" actId="22"/>
          <ac:spMkLst>
            <pc:docMk/>
            <pc:sldMk cId="2050894487" sldId="809"/>
            <ac:spMk id="7" creationId="{524FB11D-A0A6-4697-B03D-7973407124B8}"/>
          </ac:spMkLst>
        </pc:spChg>
        <pc:spChg chg="mod">
          <ac:chgData name="翟 锐" userId="fef11181f709266a" providerId="LiveId" clId="{D83094F1-CC33-40B8-96A5-A2F3B668ACCE}" dt="2021-10-08T05:55:57.975" v="1023" actId="20577"/>
          <ac:spMkLst>
            <pc:docMk/>
            <pc:sldMk cId="2050894487" sldId="809"/>
            <ac:spMk id="35" creationId="{00000000-0000-0000-0000-000000000000}"/>
          </ac:spMkLst>
        </pc:spChg>
      </pc:sldChg>
      <pc:sldChg chg="addSp delSp modSp add mod delAnim">
        <pc:chgData name="翟 锐" userId="fef11181f709266a" providerId="LiveId" clId="{D83094F1-CC33-40B8-96A5-A2F3B668ACCE}" dt="2021-10-08T05:59:38.436" v="1069" actId="403"/>
        <pc:sldMkLst>
          <pc:docMk/>
          <pc:sldMk cId="1472519577" sldId="810"/>
        </pc:sldMkLst>
        <pc:spChg chg="add del mod">
          <ac:chgData name="翟 锐" userId="fef11181f709266a" providerId="LiveId" clId="{D83094F1-CC33-40B8-96A5-A2F3B668ACCE}" dt="2021-10-08T05:59:31.321" v="1065" actId="21"/>
          <ac:spMkLst>
            <pc:docMk/>
            <pc:sldMk cId="1472519577" sldId="810"/>
            <ac:spMk id="2" creationId="{1A343DEC-CFF6-41F5-B87C-0DFC08C67B76}"/>
          </ac:spMkLst>
        </pc:spChg>
        <pc:spChg chg="add mod">
          <ac:chgData name="翟 锐" userId="fef11181f709266a" providerId="LiveId" clId="{D83094F1-CC33-40B8-96A5-A2F3B668ACCE}" dt="2021-10-08T05:59:38.436" v="1069" actId="403"/>
          <ac:spMkLst>
            <pc:docMk/>
            <pc:sldMk cId="1472519577" sldId="810"/>
            <ac:spMk id="6" creationId="{6E136DB6-37DE-4ABE-8E6E-16ED5F3EF74B}"/>
          </ac:spMkLst>
        </pc:spChg>
        <pc:spChg chg="del">
          <ac:chgData name="翟 锐" userId="fef11181f709266a" providerId="LiveId" clId="{D83094F1-CC33-40B8-96A5-A2F3B668ACCE}" dt="2021-10-08T05:59:11.389" v="1051" actId="478"/>
          <ac:spMkLst>
            <pc:docMk/>
            <pc:sldMk cId="1472519577" sldId="810"/>
            <ac:spMk id="34" creationId="{00000000-0000-0000-0000-000000000000}"/>
          </ac:spMkLst>
        </pc:spChg>
        <pc:spChg chg="del mod">
          <ac:chgData name="翟 锐" userId="fef11181f709266a" providerId="LiveId" clId="{D83094F1-CC33-40B8-96A5-A2F3B668ACCE}" dt="2021-10-08T05:59:10.104" v="1050" actId="478"/>
          <ac:spMkLst>
            <pc:docMk/>
            <pc:sldMk cId="1472519577" sldId="810"/>
            <ac:spMk id="35" creationId="{00000000-0000-0000-0000-000000000000}"/>
          </ac:spMkLst>
        </pc:spChg>
        <pc:cxnChg chg="del">
          <ac:chgData name="翟 锐" userId="fef11181f709266a" providerId="LiveId" clId="{D83094F1-CC33-40B8-96A5-A2F3B668ACCE}" dt="2021-10-08T05:59:33.369" v="1066" actId="478"/>
          <ac:cxnSpMkLst>
            <pc:docMk/>
            <pc:sldMk cId="1472519577" sldId="810"/>
            <ac:cxnSpMk id="33" creationId="{00000000-0000-0000-0000-000000000000}"/>
          </ac:cxnSpMkLst>
        </pc:cxnChg>
      </pc:sldChg>
      <pc:sldChg chg="add del">
        <pc:chgData name="翟 锐" userId="fef11181f709266a" providerId="LiveId" clId="{D83094F1-CC33-40B8-96A5-A2F3B668ACCE}" dt="2021-10-12T15:15:46.822" v="1554" actId="47"/>
        <pc:sldMkLst>
          <pc:docMk/>
          <pc:sldMk cId="1264214250" sldId="811"/>
        </pc:sldMkLst>
      </pc:sldChg>
      <pc:sldChg chg="add del">
        <pc:chgData name="翟 锐" userId="fef11181f709266a" providerId="LiveId" clId="{D83094F1-CC33-40B8-96A5-A2F3B668ACCE}" dt="2021-10-12T15:15:42.522" v="1552"/>
        <pc:sldMkLst>
          <pc:docMk/>
          <pc:sldMk cId="2096415856" sldId="811"/>
        </pc:sldMkLst>
      </pc:sldChg>
      <pc:sldChg chg="modSp add del mod">
        <pc:chgData name="翟 锐" userId="fef11181f709266a" providerId="LiveId" clId="{D83094F1-CC33-40B8-96A5-A2F3B668ACCE}" dt="2021-10-12T15:15:36.436" v="1550" actId="2696"/>
        <pc:sldMkLst>
          <pc:docMk/>
          <pc:sldMk cId="2600302753" sldId="811"/>
        </pc:sldMkLst>
        <pc:spChg chg="mod">
          <ac:chgData name="翟 锐" userId="fef11181f709266a" providerId="LiveId" clId="{D83094F1-CC33-40B8-96A5-A2F3B668ACCE}" dt="2021-10-12T15:12:28.052" v="1511" actId="6549"/>
          <ac:spMkLst>
            <pc:docMk/>
            <pc:sldMk cId="2600302753" sldId="811"/>
            <ac:spMk id="2" creationId="{1A343DEC-CFF6-41F5-B87C-0DFC08C67B76}"/>
          </ac:spMkLst>
        </pc:spChg>
      </pc:sldChg>
      <pc:sldChg chg="modSp add del mod">
        <pc:chgData name="翟 锐" userId="fef11181f709266a" providerId="LiveId" clId="{D83094F1-CC33-40B8-96A5-A2F3B668ACCE}" dt="2021-10-12T15:13:09.079" v="1521" actId="47"/>
        <pc:sldMkLst>
          <pc:docMk/>
          <pc:sldMk cId="1843242573" sldId="812"/>
        </pc:sldMkLst>
        <pc:spChg chg="mod">
          <ac:chgData name="翟 锐" userId="fef11181f709266a" providerId="LiveId" clId="{D83094F1-CC33-40B8-96A5-A2F3B668ACCE}" dt="2021-10-12T14:51:48.796" v="1245" actId="108"/>
          <ac:spMkLst>
            <pc:docMk/>
            <pc:sldMk cId="1843242573" sldId="812"/>
            <ac:spMk id="2" creationId="{1A343DEC-CFF6-41F5-B87C-0DFC08C67B76}"/>
          </ac:spMkLst>
        </pc:spChg>
      </pc:sldChg>
      <pc:sldChg chg="addSp delSp modSp add mod">
        <pc:chgData name="翟 锐" userId="fef11181f709266a" providerId="LiveId" clId="{D83094F1-CC33-40B8-96A5-A2F3B668ACCE}" dt="2021-10-12T15:03:54.248" v="1486"/>
        <pc:sldMkLst>
          <pc:docMk/>
          <pc:sldMk cId="2844104623" sldId="813"/>
        </pc:sldMkLst>
        <pc:spChg chg="mod">
          <ac:chgData name="翟 锐" userId="fef11181f709266a" providerId="LiveId" clId="{D83094F1-CC33-40B8-96A5-A2F3B668ACCE}" dt="2021-10-12T15:03:54.248" v="1486"/>
          <ac:spMkLst>
            <pc:docMk/>
            <pc:sldMk cId="2844104623" sldId="813"/>
            <ac:spMk id="2" creationId="{1A343DEC-CFF6-41F5-B87C-0DFC08C67B76}"/>
          </ac:spMkLst>
        </pc:spChg>
        <pc:spChg chg="mod">
          <ac:chgData name="翟 锐" userId="fef11181f709266a" providerId="LiveId" clId="{D83094F1-CC33-40B8-96A5-A2F3B668ACCE}" dt="2021-10-12T14:53:07.501" v="1306" actId="20577"/>
          <ac:spMkLst>
            <pc:docMk/>
            <pc:sldMk cId="2844104623" sldId="813"/>
            <ac:spMk id="35" creationId="{00000000-0000-0000-0000-000000000000}"/>
          </ac:spMkLst>
        </pc:spChg>
        <pc:picChg chg="add del">
          <ac:chgData name="翟 锐" userId="fef11181f709266a" providerId="LiveId" clId="{D83094F1-CC33-40B8-96A5-A2F3B668ACCE}" dt="2021-10-12T15:02:25.925" v="1478" actId="478"/>
          <ac:picMkLst>
            <pc:docMk/>
            <pc:sldMk cId="2844104623" sldId="813"/>
            <ac:picMk id="1026" creationId="{032457EF-2F8D-4CE6-9649-7F01782EC12D}"/>
          </ac:picMkLst>
        </pc:picChg>
      </pc:sldChg>
      <pc:sldChg chg="add">
        <pc:chgData name="翟 锐" userId="fef11181f709266a" providerId="LiveId" clId="{D83094F1-CC33-40B8-96A5-A2F3B668ACCE}" dt="2021-10-12T15:12:00.187" v="1504"/>
        <pc:sldMkLst>
          <pc:docMk/>
          <pc:sldMk cId="2360296585" sldId="814"/>
        </pc:sldMkLst>
      </pc:sldChg>
      <pc:sldChg chg="addSp delSp modSp add del mod delAnim">
        <pc:chgData name="翟 锐" userId="fef11181f709266a" providerId="LiveId" clId="{D83094F1-CC33-40B8-96A5-A2F3B668ACCE}" dt="2021-10-12T15:11:51.703" v="1503" actId="2696"/>
        <pc:sldMkLst>
          <pc:docMk/>
          <pc:sldMk cId="4039946900" sldId="814"/>
        </pc:sldMkLst>
        <pc:spChg chg="del">
          <ac:chgData name="翟 锐" userId="fef11181f709266a" providerId="LiveId" clId="{D83094F1-CC33-40B8-96A5-A2F3B668ACCE}" dt="2021-10-12T15:02:31.173" v="1480" actId="478"/>
          <ac:spMkLst>
            <pc:docMk/>
            <pc:sldMk cId="4039946900" sldId="814"/>
            <ac:spMk id="2" creationId="{1A343DEC-CFF6-41F5-B87C-0DFC08C67B76}"/>
          </ac:spMkLst>
        </pc:spChg>
        <pc:spChg chg="del">
          <ac:chgData name="翟 锐" userId="fef11181f709266a" providerId="LiveId" clId="{D83094F1-CC33-40B8-96A5-A2F3B668ACCE}" dt="2021-10-12T15:02:31.173" v="1480" actId="478"/>
          <ac:spMkLst>
            <pc:docMk/>
            <pc:sldMk cId="4039946900" sldId="814"/>
            <ac:spMk id="34" creationId="{00000000-0000-0000-0000-000000000000}"/>
          </ac:spMkLst>
        </pc:spChg>
        <pc:spChg chg="del">
          <ac:chgData name="翟 锐" userId="fef11181f709266a" providerId="LiveId" clId="{D83094F1-CC33-40B8-96A5-A2F3B668ACCE}" dt="2021-10-12T15:02:31.173" v="1480" actId="478"/>
          <ac:spMkLst>
            <pc:docMk/>
            <pc:sldMk cId="4039946900" sldId="814"/>
            <ac:spMk id="35" creationId="{00000000-0000-0000-0000-000000000000}"/>
          </ac:spMkLst>
        </pc:spChg>
        <pc:picChg chg="add mod">
          <ac:chgData name="翟 锐" userId="fef11181f709266a" providerId="LiveId" clId="{D83094F1-CC33-40B8-96A5-A2F3B668ACCE}" dt="2021-10-12T15:02:32.433" v="1481"/>
          <ac:picMkLst>
            <pc:docMk/>
            <pc:sldMk cId="4039946900" sldId="814"/>
            <ac:picMk id="7" creationId="{1681BFA2-268E-4DEB-84C8-854BA6D8C05B}"/>
          </ac:picMkLst>
        </pc:picChg>
        <pc:picChg chg="del">
          <ac:chgData name="翟 锐" userId="fef11181f709266a" providerId="LiveId" clId="{D83094F1-CC33-40B8-96A5-A2F3B668ACCE}" dt="2021-10-12T15:02:28.810" v="1479" actId="21"/>
          <ac:picMkLst>
            <pc:docMk/>
            <pc:sldMk cId="4039946900" sldId="814"/>
            <ac:picMk id="1026" creationId="{032457EF-2F8D-4CE6-9649-7F01782EC12D}"/>
          </ac:picMkLst>
        </pc:picChg>
        <pc:cxnChg chg="del">
          <ac:chgData name="翟 锐" userId="fef11181f709266a" providerId="LiveId" clId="{D83094F1-CC33-40B8-96A5-A2F3B668ACCE}" dt="2021-10-12T15:02:31.173" v="1480" actId="478"/>
          <ac:cxnSpMkLst>
            <pc:docMk/>
            <pc:sldMk cId="4039946900" sldId="814"/>
            <ac:cxnSpMk id="33" creationId="{00000000-0000-0000-0000-000000000000}"/>
          </ac:cxnSpMkLst>
        </pc:cxnChg>
      </pc:sldChg>
      <pc:sldChg chg="addSp delSp modSp add mod setBg">
        <pc:chgData name="翟 锐" userId="fef11181f709266a" providerId="LiveId" clId="{D83094F1-CC33-40B8-96A5-A2F3B668ACCE}" dt="2021-10-12T15:10:34.703" v="1499" actId="26606"/>
        <pc:sldMkLst>
          <pc:docMk/>
          <pc:sldMk cId="3290024590" sldId="815"/>
        </pc:sldMkLst>
        <pc:spChg chg="add">
          <ac:chgData name="翟 锐" userId="fef11181f709266a" providerId="LiveId" clId="{D83094F1-CC33-40B8-96A5-A2F3B668ACCE}" dt="2021-10-12T15:10:34.703" v="1499" actId="26606"/>
          <ac:spMkLst>
            <pc:docMk/>
            <pc:sldMk cId="3290024590" sldId="815"/>
            <ac:spMk id="10" creationId="{42A4FC2C-047E-45A5-965D-8E1E3BF09BC6}"/>
          </ac:spMkLst>
        </pc:spChg>
        <pc:picChg chg="add del">
          <ac:chgData name="翟 锐" userId="fef11181f709266a" providerId="LiveId" clId="{D83094F1-CC33-40B8-96A5-A2F3B668ACCE}" dt="2021-10-12T15:10:30.689" v="1496" actId="22"/>
          <ac:picMkLst>
            <pc:docMk/>
            <pc:sldMk cId="3290024590" sldId="815"/>
            <ac:picMk id="3" creationId="{250371F2-8B32-4E0B-8765-4E00A66C5B4B}"/>
          </ac:picMkLst>
        </pc:picChg>
        <pc:picChg chg="add mod">
          <ac:chgData name="翟 锐" userId="fef11181f709266a" providerId="LiveId" clId="{D83094F1-CC33-40B8-96A5-A2F3B668ACCE}" dt="2021-10-12T15:10:34.703" v="1499" actId="26606"/>
          <ac:picMkLst>
            <pc:docMk/>
            <pc:sldMk cId="3290024590" sldId="815"/>
            <ac:picMk id="5" creationId="{1311E9CE-7B85-4B79-928E-CF044BA0B53E}"/>
          </ac:picMkLst>
        </pc:picChg>
        <pc:picChg chg="del">
          <ac:chgData name="翟 锐" userId="fef11181f709266a" providerId="LiveId" clId="{D83094F1-CC33-40B8-96A5-A2F3B668ACCE}" dt="2021-10-12T15:10:31.678" v="1497" actId="478"/>
          <ac:picMkLst>
            <pc:docMk/>
            <pc:sldMk cId="3290024590" sldId="815"/>
            <ac:picMk id="7" creationId="{1681BFA2-268E-4DEB-84C8-854BA6D8C05B}"/>
          </ac:picMkLst>
        </pc:picChg>
      </pc:sldChg>
      <pc:sldChg chg="addSp delSp modSp add mod setBg">
        <pc:chgData name="翟 锐" userId="fef11181f709266a" providerId="LiveId" clId="{D83094F1-CC33-40B8-96A5-A2F3B668ACCE}" dt="2021-10-12T15:11:27.247" v="1502" actId="26606"/>
        <pc:sldMkLst>
          <pc:docMk/>
          <pc:sldMk cId="2737305973" sldId="816"/>
        </pc:sldMkLst>
        <pc:spChg chg="add">
          <ac:chgData name="翟 锐" userId="fef11181f709266a" providerId="LiveId" clId="{D83094F1-CC33-40B8-96A5-A2F3B668ACCE}" dt="2021-10-12T15:11:27.247" v="1502" actId="26606"/>
          <ac:spMkLst>
            <pc:docMk/>
            <pc:sldMk cId="2737305973" sldId="816"/>
            <ac:spMk id="8" creationId="{42A4FC2C-047E-45A5-965D-8E1E3BF09BC6}"/>
          </ac:spMkLst>
        </pc:spChg>
        <pc:picChg chg="add mod">
          <ac:chgData name="翟 锐" userId="fef11181f709266a" providerId="LiveId" clId="{D83094F1-CC33-40B8-96A5-A2F3B668ACCE}" dt="2021-10-12T15:11:27.247" v="1502" actId="26606"/>
          <ac:picMkLst>
            <pc:docMk/>
            <pc:sldMk cId="2737305973" sldId="816"/>
            <ac:picMk id="3" creationId="{DEB9C5E3-E803-4F81-8421-A42C59B11556}"/>
          </ac:picMkLst>
        </pc:picChg>
        <pc:picChg chg="del">
          <ac:chgData name="翟 锐" userId="fef11181f709266a" providerId="LiveId" clId="{D83094F1-CC33-40B8-96A5-A2F3B668ACCE}" dt="2021-10-12T15:11:24.623" v="1500" actId="478"/>
          <ac:picMkLst>
            <pc:docMk/>
            <pc:sldMk cId="2737305973" sldId="816"/>
            <ac:picMk id="7" creationId="{1681BFA2-268E-4DEB-84C8-854BA6D8C05B}"/>
          </ac:picMkLst>
        </pc:picChg>
      </pc:sldChg>
      <pc:sldChg chg="addSp delSp modSp add mod ord setBg">
        <pc:chgData name="翟 锐" userId="fef11181f709266a" providerId="LiveId" clId="{D83094F1-CC33-40B8-96A5-A2F3B668ACCE}" dt="2021-10-12T15:10:00.290" v="1494"/>
        <pc:sldMkLst>
          <pc:docMk/>
          <pc:sldMk cId="1956622413" sldId="817"/>
        </pc:sldMkLst>
        <pc:spChg chg="add">
          <ac:chgData name="翟 锐" userId="fef11181f709266a" providerId="LiveId" clId="{D83094F1-CC33-40B8-96A5-A2F3B668ACCE}" dt="2021-10-12T15:09:54.382" v="1492" actId="26606"/>
          <ac:spMkLst>
            <pc:docMk/>
            <pc:sldMk cId="1956622413" sldId="817"/>
            <ac:spMk id="8" creationId="{42A4FC2C-047E-45A5-965D-8E1E3BF09BC6}"/>
          </ac:spMkLst>
        </pc:spChg>
        <pc:picChg chg="add mod">
          <ac:chgData name="翟 锐" userId="fef11181f709266a" providerId="LiveId" clId="{D83094F1-CC33-40B8-96A5-A2F3B668ACCE}" dt="2021-10-12T15:09:54.382" v="1492" actId="26606"/>
          <ac:picMkLst>
            <pc:docMk/>
            <pc:sldMk cId="1956622413" sldId="817"/>
            <ac:picMk id="3" creationId="{00BC25A5-F79C-48EE-B0CB-045CBE8D73E2}"/>
          </ac:picMkLst>
        </pc:picChg>
        <pc:picChg chg="del">
          <ac:chgData name="翟 锐" userId="fef11181f709266a" providerId="LiveId" clId="{D83094F1-CC33-40B8-96A5-A2F3B668ACCE}" dt="2021-10-12T15:09:46.682" v="1490" actId="478"/>
          <ac:picMkLst>
            <pc:docMk/>
            <pc:sldMk cId="1956622413" sldId="817"/>
            <ac:picMk id="7" creationId="{1681BFA2-268E-4DEB-84C8-854BA6D8C05B}"/>
          </ac:picMkLst>
        </pc:picChg>
      </pc:sldChg>
      <pc:sldChg chg="modSp add mod">
        <pc:chgData name="翟 锐" userId="fef11181f709266a" providerId="LiveId" clId="{D83094F1-CC33-40B8-96A5-A2F3B668ACCE}" dt="2021-10-12T15:14:08.920" v="1534" actId="20577"/>
        <pc:sldMkLst>
          <pc:docMk/>
          <pc:sldMk cId="1529196245" sldId="818"/>
        </pc:sldMkLst>
        <pc:spChg chg="mod">
          <ac:chgData name="翟 锐" userId="fef11181f709266a" providerId="LiveId" clId="{D83094F1-CC33-40B8-96A5-A2F3B668ACCE}" dt="2021-10-12T15:14:08.920" v="1534" actId="20577"/>
          <ac:spMkLst>
            <pc:docMk/>
            <pc:sldMk cId="1529196245" sldId="818"/>
            <ac:spMk id="2" creationId="{1A343DEC-CFF6-41F5-B87C-0DFC08C67B76}"/>
          </ac:spMkLst>
        </pc:spChg>
      </pc:sldChg>
      <pc:sldChg chg="modSp add del mod">
        <pc:chgData name="翟 锐" userId="fef11181f709266a" providerId="LiveId" clId="{D83094F1-CC33-40B8-96A5-A2F3B668ACCE}" dt="2021-10-12T15:15:36.436" v="1550" actId="2696"/>
        <pc:sldMkLst>
          <pc:docMk/>
          <pc:sldMk cId="523026404" sldId="819"/>
        </pc:sldMkLst>
        <pc:spChg chg="mod">
          <ac:chgData name="翟 锐" userId="fef11181f709266a" providerId="LiveId" clId="{D83094F1-CC33-40B8-96A5-A2F3B668ACCE}" dt="2021-10-12T15:13:24.018" v="1525" actId="108"/>
          <ac:spMkLst>
            <pc:docMk/>
            <pc:sldMk cId="523026404" sldId="819"/>
            <ac:spMk id="2" creationId="{1A343DEC-CFF6-41F5-B87C-0DFC08C67B76}"/>
          </ac:spMkLst>
        </pc:spChg>
      </pc:sldChg>
      <pc:sldChg chg="add del">
        <pc:chgData name="翟 锐" userId="fef11181f709266a" providerId="LiveId" clId="{D83094F1-CC33-40B8-96A5-A2F3B668ACCE}" dt="2021-10-12T15:15:42.522" v="1552"/>
        <pc:sldMkLst>
          <pc:docMk/>
          <pc:sldMk cId="878944689" sldId="819"/>
        </pc:sldMkLst>
      </pc:sldChg>
      <pc:sldChg chg="modSp add mod">
        <pc:chgData name="翟 锐" userId="fef11181f709266a" providerId="LiveId" clId="{D83094F1-CC33-40B8-96A5-A2F3B668ACCE}" dt="2021-10-12T15:16:08.819" v="1560" actId="20577"/>
        <pc:sldMkLst>
          <pc:docMk/>
          <pc:sldMk cId="4034401911" sldId="819"/>
        </pc:sldMkLst>
        <pc:spChg chg="mod">
          <ac:chgData name="翟 锐" userId="fef11181f709266a" providerId="LiveId" clId="{D83094F1-CC33-40B8-96A5-A2F3B668ACCE}" dt="2021-10-12T15:16:08.819" v="1560" actId="20577"/>
          <ac:spMkLst>
            <pc:docMk/>
            <pc:sldMk cId="4034401911" sldId="819"/>
            <ac:spMk id="2" creationId="{1A343DEC-CFF6-41F5-B87C-0DFC08C67B76}"/>
          </ac:spMkLst>
        </pc:spChg>
      </pc:sldChg>
      <pc:sldChg chg="modSp add mod">
        <pc:chgData name="翟 锐" userId="fef11181f709266a" providerId="LiveId" clId="{D83094F1-CC33-40B8-96A5-A2F3B668ACCE}" dt="2021-10-12T15:14:26.291" v="1540" actId="108"/>
        <pc:sldMkLst>
          <pc:docMk/>
          <pc:sldMk cId="3283979690" sldId="820"/>
        </pc:sldMkLst>
        <pc:spChg chg="mod">
          <ac:chgData name="翟 锐" userId="fef11181f709266a" providerId="LiveId" clId="{D83094F1-CC33-40B8-96A5-A2F3B668ACCE}" dt="2021-10-12T15:14:26.291" v="1540" actId="108"/>
          <ac:spMkLst>
            <pc:docMk/>
            <pc:sldMk cId="3283979690" sldId="820"/>
            <ac:spMk id="2" creationId="{1A343DEC-CFF6-41F5-B87C-0DFC08C67B76}"/>
          </ac:spMkLst>
        </pc:spChg>
      </pc:sldChg>
    </pc:docChg>
  </pc:docChgLst>
  <pc:docChgLst>
    <pc:chgData name="翟 锐" userId="fef11181f709266a" providerId="LiveId" clId="{66AA5941-B7BF-49B0-9531-1715A4F75ED4}"/>
    <pc:docChg chg="undo custSel addSld delSld modSld">
      <pc:chgData name="翟 锐" userId="fef11181f709266a" providerId="LiveId" clId="{66AA5941-B7BF-49B0-9531-1715A4F75ED4}" dt="2021-12-28T14:36:31.134" v="387" actId="20577"/>
      <pc:docMkLst>
        <pc:docMk/>
      </pc:docMkLst>
      <pc:sldChg chg="new del">
        <pc:chgData name="翟 锐" userId="fef11181f709266a" providerId="LiveId" clId="{66AA5941-B7BF-49B0-9531-1715A4F75ED4}" dt="2021-12-28T14:19:46.262" v="1" actId="680"/>
        <pc:sldMkLst>
          <pc:docMk/>
          <pc:sldMk cId="1662168704" sldId="821"/>
        </pc:sldMkLst>
      </pc:sldChg>
      <pc:sldChg chg="addSp modSp add mod modAnim">
        <pc:chgData name="翟 锐" userId="fef11181f709266a" providerId="LiveId" clId="{66AA5941-B7BF-49B0-9531-1715A4F75ED4}" dt="2021-12-28T14:36:31.134" v="387" actId="20577"/>
        <pc:sldMkLst>
          <pc:docMk/>
          <pc:sldMk cId="2975811077" sldId="821"/>
        </pc:sldMkLst>
        <pc:spChg chg="mod">
          <ac:chgData name="翟 锐" userId="fef11181f709266a" providerId="LiveId" clId="{66AA5941-B7BF-49B0-9531-1715A4F75ED4}" dt="2021-12-28T14:36:31.134" v="387" actId="20577"/>
          <ac:spMkLst>
            <pc:docMk/>
            <pc:sldMk cId="2975811077" sldId="821"/>
            <ac:spMk id="2" creationId="{1A343DEC-CFF6-41F5-B87C-0DFC08C67B76}"/>
          </ac:spMkLst>
        </pc:spChg>
        <pc:spChg chg="mod">
          <ac:chgData name="翟 锐" userId="fef11181f709266a" providerId="LiveId" clId="{66AA5941-B7BF-49B0-9531-1715A4F75ED4}" dt="2021-12-28T14:20:45.149" v="38" actId="20577"/>
          <ac:spMkLst>
            <pc:docMk/>
            <pc:sldMk cId="2975811077" sldId="821"/>
            <ac:spMk id="35" creationId="{00000000-0000-0000-0000-000000000000}"/>
          </ac:spMkLst>
        </pc:spChg>
        <pc:picChg chg="add mod">
          <ac:chgData name="翟 锐" userId="fef11181f709266a" providerId="LiveId" clId="{66AA5941-B7BF-49B0-9531-1715A4F75ED4}" dt="2021-12-28T14:35:48.333" v="312" actId="1076"/>
          <ac:picMkLst>
            <pc:docMk/>
            <pc:sldMk cId="2975811077" sldId="821"/>
            <ac:picMk id="4" creationId="{992F2F6D-3276-480D-8370-B7C4655B1C08}"/>
          </ac:picMkLst>
        </pc:picChg>
      </pc:sldChg>
      <pc:sldChg chg="delSp modSp add del mod">
        <pc:chgData name="翟 锐" userId="fef11181f709266a" providerId="LiveId" clId="{66AA5941-B7BF-49B0-9531-1715A4F75ED4}" dt="2021-12-28T14:20:06.931" v="6" actId="47"/>
        <pc:sldMkLst>
          <pc:docMk/>
          <pc:sldMk cId="3375470022" sldId="821"/>
        </pc:sldMkLst>
        <pc:spChg chg="del mod">
          <ac:chgData name="翟 锐" userId="fef11181f709266a" providerId="LiveId" clId="{66AA5941-B7BF-49B0-9531-1715A4F75ED4}" dt="2021-12-28T14:20:06.547" v="5"/>
          <ac:spMkLst>
            <pc:docMk/>
            <pc:sldMk cId="3375470022" sldId="821"/>
            <ac:spMk id="2" creationId="{1A343DEC-CFF6-41F5-B87C-0DFC08C67B76}"/>
          </ac:spMkLst>
        </pc:spChg>
      </pc:sldChg>
      <pc:sldChg chg="new del">
        <pc:chgData name="翟 锐" userId="fef11181f709266a" providerId="LiveId" clId="{66AA5941-B7BF-49B0-9531-1715A4F75ED4}" dt="2021-12-28T14:20:20.438" v="8" actId="680"/>
        <pc:sldMkLst>
          <pc:docMk/>
          <pc:sldMk cId="4153779009" sldId="821"/>
        </pc:sldMkLst>
      </pc:sldChg>
    </pc:docChg>
  </pc:docChgLst>
  <pc:docChgLst>
    <pc:chgData name="翟 锐" userId="fef11181f709266a" providerId="LiveId" clId="{C9641CC4-9DF9-4BFC-AC87-52E5084BE11A}"/>
    <pc:docChg chg="undo custSel addSld delSld modSld sldOrd">
      <pc:chgData name="翟 锐" userId="fef11181f709266a" providerId="LiveId" clId="{C9641CC4-9DF9-4BFC-AC87-52E5084BE11A}" dt="2020-10-27T02:08:14.333" v="301" actId="20577"/>
      <pc:docMkLst>
        <pc:docMk/>
      </pc:docMkLst>
      <pc:sldChg chg="addSp delSp modSp mod modAnim">
        <pc:chgData name="翟 锐" userId="fef11181f709266a" providerId="LiveId" clId="{C9641CC4-9DF9-4BFC-AC87-52E5084BE11A}" dt="2020-10-25T07:01:55.146" v="289" actId="122"/>
        <pc:sldMkLst>
          <pc:docMk/>
          <pc:sldMk cId="0" sldId="301"/>
        </pc:sldMkLst>
        <pc:spChg chg="del">
          <ac:chgData name="翟 锐" userId="fef11181f709266a" providerId="LiveId" clId="{C9641CC4-9DF9-4BFC-AC87-52E5084BE11A}" dt="2020-10-25T07:01:40.246" v="180" actId="478"/>
          <ac:spMkLst>
            <pc:docMk/>
            <pc:sldMk cId="0" sldId="301"/>
            <ac:spMk id="14" creationId="{00000000-0000-0000-0000-000000000000}"/>
          </ac:spMkLst>
        </pc:spChg>
        <pc:spChg chg="add mod">
          <ac:chgData name="翟 锐" userId="fef11181f709266a" providerId="LiveId" clId="{C9641CC4-9DF9-4BFC-AC87-52E5084BE11A}" dt="2020-10-25T07:01:55.146" v="289" actId="122"/>
          <ac:spMkLst>
            <pc:docMk/>
            <pc:sldMk cId="0" sldId="301"/>
            <ac:spMk id="48" creationId="{B8B4E996-F280-4BEC-BCB8-93EA6CF8F961}"/>
          </ac:spMkLst>
        </pc:spChg>
      </pc:sldChg>
      <pc:sldChg chg="modSp mod">
        <pc:chgData name="翟 锐" userId="fef11181f709266a" providerId="LiveId" clId="{C9641CC4-9DF9-4BFC-AC87-52E5084BE11A}" dt="2020-10-27T02:08:04.181" v="291" actId="1076"/>
        <pc:sldMkLst>
          <pc:docMk/>
          <pc:sldMk cId="3652180313" sldId="713"/>
        </pc:sldMkLst>
        <pc:graphicFrameChg chg="mod">
          <ac:chgData name="翟 锐" userId="fef11181f709266a" providerId="LiveId" clId="{C9641CC4-9DF9-4BFC-AC87-52E5084BE11A}" dt="2020-10-27T02:08:04.181" v="291" actId="1076"/>
          <ac:graphicFrameMkLst>
            <pc:docMk/>
            <pc:sldMk cId="3652180313" sldId="713"/>
            <ac:graphicFrameMk id="9" creationId="{B3280909-7B81-4569-A711-E53F42EAC86A}"/>
          </ac:graphicFrameMkLst>
        </pc:graphicFrameChg>
      </pc:sldChg>
      <pc:sldChg chg="ord">
        <pc:chgData name="翟 锐" userId="fef11181f709266a" providerId="LiveId" clId="{C9641CC4-9DF9-4BFC-AC87-52E5084BE11A}" dt="2020-10-24T07:01:41.791" v="1"/>
        <pc:sldMkLst>
          <pc:docMk/>
          <pc:sldMk cId="3699232204" sldId="722"/>
        </pc:sldMkLst>
      </pc:sldChg>
      <pc:sldChg chg="del">
        <pc:chgData name="翟 锐" userId="fef11181f709266a" providerId="LiveId" clId="{C9641CC4-9DF9-4BFC-AC87-52E5084BE11A}" dt="2020-10-24T07:01:43.528" v="2" actId="47"/>
        <pc:sldMkLst>
          <pc:docMk/>
          <pc:sldMk cId="2368281238" sldId="723"/>
        </pc:sldMkLst>
      </pc:sldChg>
      <pc:sldChg chg="del ord">
        <pc:chgData name="翟 锐" userId="fef11181f709266a" providerId="LiveId" clId="{C9641CC4-9DF9-4BFC-AC87-52E5084BE11A}" dt="2020-10-24T07:02:11.163" v="5" actId="2696"/>
        <pc:sldMkLst>
          <pc:docMk/>
          <pc:sldMk cId="1330387858" sldId="724"/>
        </pc:sldMkLst>
      </pc:sldChg>
      <pc:sldChg chg="modSp mod">
        <pc:chgData name="翟 锐" userId="fef11181f709266a" providerId="LiveId" clId="{C9641CC4-9DF9-4BFC-AC87-52E5084BE11A}" dt="2020-10-27T02:08:14.333" v="301" actId="20577"/>
        <pc:sldMkLst>
          <pc:docMk/>
          <pc:sldMk cId="177189965" sldId="752"/>
        </pc:sldMkLst>
        <pc:spChg chg="mod">
          <ac:chgData name="翟 锐" userId="fef11181f709266a" providerId="LiveId" clId="{C9641CC4-9DF9-4BFC-AC87-52E5084BE11A}" dt="2020-10-27T02:08:14.333" v="301" actId="20577"/>
          <ac:spMkLst>
            <pc:docMk/>
            <pc:sldMk cId="177189965" sldId="752"/>
            <ac:spMk id="2" creationId="{1A343DEC-CFF6-41F5-B87C-0DFC08C67B76}"/>
          </ac:spMkLst>
        </pc:spChg>
      </pc:sldChg>
      <pc:sldChg chg="modSp add mod">
        <pc:chgData name="翟 锐" userId="fef11181f709266a" providerId="LiveId" clId="{C9641CC4-9DF9-4BFC-AC87-52E5084BE11A}" dt="2020-10-25T00:46:44.077" v="14"/>
        <pc:sldMkLst>
          <pc:docMk/>
          <pc:sldMk cId="2026343956" sldId="759"/>
        </pc:sldMkLst>
        <pc:spChg chg="mod">
          <ac:chgData name="翟 锐" userId="fef11181f709266a" providerId="LiveId" clId="{C9641CC4-9DF9-4BFC-AC87-52E5084BE11A}" dt="2020-10-25T00:46:44.077" v="14"/>
          <ac:spMkLst>
            <pc:docMk/>
            <pc:sldMk cId="2026343956" sldId="759"/>
            <ac:spMk id="2" creationId="{1A343DEC-CFF6-41F5-B87C-0DFC08C67B76}"/>
          </ac:spMkLst>
        </pc:spChg>
        <pc:spChg chg="mod">
          <ac:chgData name="翟 锐" userId="fef11181f709266a" providerId="LiveId" clId="{C9641CC4-9DF9-4BFC-AC87-52E5084BE11A}" dt="2020-10-25T00:46:31.702" v="11"/>
          <ac:spMkLst>
            <pc:docMk/>
            <pc:sldMk cId="2026343956" sldId="759"/>
            <ac:spMk id="35" creationId="{00000000-0000-0000-0000-000000000000}"/>
          </ac:spMkLst>
        </pc:spChg>
      </pc:sldChg>
      <pc:sldChg chg="new del">
        <pc:chgData name="翟 锐" userId="fef11181f709266a" providerId="LiveId" clId="{C9641CC4-9DF9-4BFC-AC87-52E5084BE11A}" dt="2020-10-25T00:46:20.523" v="7" actId="47"/>
        <pc:sldMkLst>
          <pc:docMk/>
          <pc:sldMk cId="2915499559" sldId="759"/>
        </pc:sldMkLst>
      </pc:sldChg>
      <pc:sldChg chg="modSp add mod">
        <pc:chgData name="翟 锐" userId="fef11181f709266a" providerId="LiveId" clId="{C9641CC4-9DF9-4BFC-AC87-52E5084BE11A}" dt="2020-10-25T00:47:44.014" v="29" actId="15"/>
        <pc:sldMkLst>
          <pc:docMk/>
          <pc:sldMk cId="1953079646" sldId="760"/>
        </pc:sldMkLst>
        <pc:spChg chg="mod">
          <ac:chgData name="翟 锐" userId="fef11181f709266a" providerId="LiveId" clId="{C9641CC4-9DF9-4BFC-AC87-52E5084BE11A}" dt="2020-10-25T00:47:44.014" v="29" actId="15"/>
          <ac:spMkLst>
            <pc:docMk/>
            <pc:sldMk cId="1953079646" sldId="760"/>
            <ac:spMk id="2" creationId="{1A343DEC-CFF6-41F5-B87C-0DFC08C67B76}"/>
          </ac:spMkLst>
        </pc:spChg>
      </pc:sldChg>
      <pc:sldChg chg="modSp add mod">
        <pc:chgData name="翟 锐" userId="fef11181f709266a" providerId="LiveId" clId="{C9641CC4-9DF9-4BFC-AC87-52E5084BE11A}" dt="2020-10-25T00:48:09.460" v="38"/>
        <pc:sldMkLst>
          <pc:docMk/>
          <pc:sldMk cId="2242836460" sldId="761"/>
        </pc:sldMkLst>
        <pc:spChg chg="mod">
          <ac:chgData name="翟 锐" userId="fef11181f709266a" providerId="LiveId" clId="{C9641CC4-9DF9-4BFC-AC87-52E5084BE11A}" dt="2020-10-25T00:48:09.460" v="38"/>
          <ac:spMkLst>
            <pc:docMk/>
            <pc:sldMk cId="2242836460" sldId="761"/>
            <ac:spMk id="2" creationId="{1A343DEC-CFF6-41F5-B87C-0DFC08C67B76}"/>
          </ac:spMkLst>
        </pc:spChg>
      </pc:sldChg>
      <pc:sldChg chg="modSp add mod">
        <pc:chgData name="翟 锐" userId="fef11181f709266a" providerId="LiveId" clId="{C9641CC4-9DF9-4BFC-AC87-52E5084BE11A}" dt="2020-10-25T00:48:14.391" v="42" actId="15"/>
        <pc:sldMkLst>
          <pc:docMk/>
          <pc:sldMk cId="1275666342" sldId="762"/>
        </pc:sldMkLst>
        <pc:spChg chg="mod">
          <ac:chgData name="翟 锐" userId="fef11181f709266a" providerId="LiveId" clId="{C9641CC4-9DF9-4BFC-AC87-52E5084BE11A}" dt="2020-10-25T00:48:14.391" v="42" actId="15"/>
          <ac:spMkLst>
            <pc:docMk/>
            <pc:sldMk cId="1275666342" sldId="762"/>
            <ac:spMk id="2" creationId="{1A343DEC-CFF6-41F5-B87C-0DFC08C67B76}"/>
          </ac:spMkLst>
        </pc:spChg>
      </pc:sldChg>
      <pc:sldChg chg="addSp modSp add mod">
        <pc:chgData name="翟 锐" userId="fef11181f709266a" providerId="LiveId" clId="{C9641CC4-9DF9-4BFC-AC87-52E5084BE11A}" dt="2020-10-25T00:49:46.293" v="59" actId="1076"/>
        <pc:sldMkLst>
          <pc:docMk/>
          <pc:sldMk cId="3314617284" sldId="763"/>
        </pc:sldMkLst>
        <pc:spChg chg="mod">
          <ac:chgData name="翟 锐" userId="fef11181f709266a" providerId="LiveId" clId="{C9641CC4-9DF9-4BFC-AC87-52E5084BE11A}" dt="2020-10-25T00:49:03.123" v="52" actId="6549"/>
          <ac:spMkLst>
            <pc:docMk/>
            <pc:sldMk cId="3314617284" sldId="763"/>
            <ac:spMk id="2" creationId="{1A343DEC-CFF6-41F5-B87C-0DFC08C67B76}"/>
          </ac:spMkLst>
        </pc:spChg>
        <pc:spChg chg="mod">
          <ac:chgData name="翟 锐" userId="fef11181f709266a" providerId="LiveId" clId="{C9641CC4-9DF9-4BFC-AC87-52E5084BE11A}" dt="2020-10-25T00:48:50.029" v="45"/>
          <ac:spMkLst>
            <pc:docMk/>
            <pc:sldMk cId="3314617284" sldId="763"/>
            <ac:spMk id="35" creationId="{00000000-0000-0000-0000-000000000000}"/>
          </ac:spMkLst>
        </pc:spChg>
        <pc:picChg chg="add mod">
          <ac:chgData name="翟 锐" userId="fef11181f709266a" providerId="LiveId" clId="{C9641CC4-9DF9-4BFC-AC87-52E5084BE11A}" dt="2020-10-25T00:49:46.293" v="59" actId="1076"/>
          <ac:picMkLst>
            <pc:docMk/>
            <pc:sldMk cId="3314617284" sldId="763"/>
            <ac:picMk id="3" creationId="{39AAB599-8225-42D9-9CA4-319B86250E70}"/>
          </ac:picMkLst>
        </pc:picChg>
      </pc:sldChg>
      <pc:sldChg chg="modSp add mod">
        <pc:chgData name="翟 锐" userId="fef11181f709266a" providerId="LiveId" clId="{C9641CC4-9DF9-4BFC-AC87-52E5084BE11A}" dt="2020-10-25T00:50:33.803" v="75" actId="122"/>
        <pc:sldMkLst>
          <pc:docMk/>
          <pc:sldMk cId="2799448496" sldId="764"/>
        </pc:sldMkLst>
        <pc:spChg chg="mod">
          <ac:chgData name="翟 锐" userId="fef11181f709266a" providerId="LiveId" clId="{C9641CC4-9DF9-4BFC-AC87-52E5084BE11A}" dt="2020-10-25T00:50:33.803" v="75" actId="122"/>
          <ac:spMkLst>
            <pc:docMk/>
            <pc:sldMk cId="2799448496" sldId="764"/>
            <ac:spMk id="2" creationId="{1A343DEC-CFF6-41F5-B87C-0DFC08C67B76}"/>
          </ac:spMkLst>
        </pc:spChg>
      </pc:sldChg>
      <pc:sldChg chg="addSp modSp add mod">
        <pc:chgData name="翟 锐" userId="fef11181f709266a" providerId="LiveId" clId="{C9641CC4-9DF9-4BFC-AC87-52E5084BE11A}" dt="2020-10-25T00:51:56.670" v="120" actId="1035"/>
        <pc:sldMkLst>
          <pc:docMk/>
          <pc:sldMk cId="2250022360" sldId="765"/>
        </pc:sldMkLst>
        <pc:spChg chg="mod">
          <ac:chgData name="翟 锐" userId="fef11181f709266a" providerId="LiveId" clId="{C9641CC4-9DF9-4BFC-AC87-52E5084BE11A}" dt="2020-10-25T00:51:09.505" v="85" actId="6549"/>
          <ac:spMkLst>
            <pc:docMk/>
            <pc:sldMk cId="2250022360" sldId="765"/>
            <ac:spMk id="2" creationId="{1A343DEC-CFF6-41F5-B87C-0DFC08C67B76}"/>
          </ac:spMkLst>
        </pc:spChg>
        <pc:picChg chg="add mod">
          <ac:chgData name="翟 锐" userId="fef11181f709266a" providerId="LiveId" clId="{C9641CC4-9DF9-4BFC-AC87-52E5084BE11A}" dt="2020-10-25T00:51:27.111" v="90" actId="1076"/>
          <ac:picMkLst>
            <pc:docMk/>
            <pc:sldMk cId="2250022360" sldId="765"/>
            <ac:picMk id="3" creationId="{28DE5F0D-01DE-4862-BBD5-95CB3725E759}"/>
          </ac:picMkLst>
        </pc:picChg>
        <pc:picChg chg="add mod">
          <ac:chgData name="翟 锐" userId="fef11181f709266a" providerId="LiveId" clId="{C9641CC4-9DF9-4BFC-AC87-52E5084BE11A}" dt="2020-10-25T00:51:56.670" v="120" actId="1035"/>
          <ac:picMkLst>
            <pc:docMk/>
            <pc:sldMk cId="2250022360" sldId="765"/>
            <ac:picMk id="4" creationId="{C61EBDE1-1BB6-4378-85A8-557780700164}"/>
          </ac:picMkLst>
        </pc:picChg>
      </pc:sldChg>
      <pc:sldChg chg="addSp delSp modSp add mod delAnim">
        <pc:chgData name="翟 锐" userId="fef11181f709266a" providerId="LiveId" clId="{C9641CC4-9DF9-4BFC-AC87-52E5084BE11A}" dt="2020-10-25T00:52:37.220" v="127" actId="478"/>
        <pc:sldMkLst>
          <pc:docMk/>
          <pc:sldMk cId="4104473262" sldId="766"/>
        </pc:sldMkLst>
        <pc:spChg chg="del">
          <ac:chgData name="翟 锐" userId="fef11181f709266a" providerId="LiveId" clId="{C9641CC4-9DF9-4BFC-AC87-52E5084BE11A}" dt="2020-10-25T00:52:06.706" v="121" actId="478"/>
          <ac:spMkLst>
            <pc:docMk/>
            <pc:sldMk cId="4104473262" sldId="766"/>
            <ac:spMk id="2" creationId="{1A343DEC-CFF6-41F5-B87C-0DFC08C67B76}"/>
          </ac:spMkLst>
        </pc:spChg>
        <pc:spChg chg="del">
          <ac:chgData name="翟 锐" userId="fef11181f709266a" providerId="LiveId" clId="{C9641CC4-9DF9-4BFC-AC87-52E5084BE11A}" dt="2020-10-25T00:52:06.706" v="121" actId="478"/>
          <ac:spMkLst>
            <pc:docMk/>
            <pc:sldMk cId="4104473262" sldId="766"/>
            <ac:spMk id="34" creationId="{00000000-0000-0000-0000-000000000000}"/>
          </ac:spMkLst>
        </pc:spChg>
        <pc:spChg chg="del">
          <ac:chgData name="翟 锐" userId="fef11181f709266a" providerId="LiveId" clId="{C9641CC4-9DF9-4BFC-AC87-52E5084BE11A}" dt="2020-10-25T00:52:06.706" v="121" actId="478"/>
          <ac:spMkLst>
            <pc:docMk/>
            <pc:sldMk cId="4104473262" sldId="766"/>
            <ac:spMk id="35" creationId="{00000000-0000-0000-0000-000000000000}"/>
          </ac:spMkLst>
        </pc:spChg>
        <pc:picChg chg="add del mod">
          <ac:chgData name="翟 锐" userId="fef11181f709266a" providerId="LiveId" clId="{C9641CC4-9DF9-4BFC-AC87-52E5084BE11A}" dt="2020-10-25T00:52:37.220" v="127" actId="478"/>
          <ac:picMkLst>
            <pc:docMk/>
            <pc:sldMk cId="4104473262" sldId="766"/>
            <ac:picMk id="3" creationId="{7514250D-E2D7-4F68-9BD8-629D8BB354A8}"/>
          </ac:picMkLst>
        </pc:picChg>
        <pc:cxnChg chg="del">
          <ac:chgData name="翟 锐" userId="fef11181f709266a" providerId="LiveId" clId="{C9641CC4-9DF9-4BFC-AC87-52E5084BE11A}" dt="2020-10-25T00:52:06.706" v="121" actId="478"/>
          <ac:cxnSpMkLst>
            <pc:docMk/>
            <pc:sldMk cId="4104473262" sldId="766"/>
            <ac:cxnSpMk id="33" creationId="{00000000-0000-0000-0000-000000000000}"/>
          </ac:cxnSpMkLst>
        </pc:cxnChg>
      </pc:sldChg>
      <pc:sldChg chg="addSp delSp modSp add mod">
        <pc:chgData name="翟 锐" userId="fef11181f709266a" providerId="LiveId" clId="{C9641CC4-9DF9-4BFC-AC87-52E5084BE11A}" dt="2020-10-25T00:52:53.834" v="135" actId="1076"/>
        <pc:sldMkLst>
          <pc:docMk/>
          <pc:sldMk cId="950673039" sldId="767"/>
        </pc:sldMkLst>
        <pc:picChg chg="add mod">
          <ac:chgData name="翟 锐" userId="fef11181f709266a" providerId="LiveId" clId="{C9641CC4-9DF9-4BFC-AC87-52E5084BE11A}" dt="2020-10-25T00:52:53.834" v="135" actId="1076"/>
          <ac:picMkLst>
            <pc:docMk/>
            <pc:sldMk cId="950673039" sldId="767"/>
            <ac:picMk id="2" creationId="{DE4202AE-C75F-4372-8677-BEF6CA8C2CD5}"/>
          </ac:picMkLst>
        </pc:picChg>
        <pc:picChg chg="del">
          <ac:chgData name="翟 锐" userId="fef11181f709266a" providerId="LiveId" clId="{C9641CC4-9DF9-4BFC-AC87-52E5084BE11A}" dt="2020-10-25T00:52:46.211" v="131" actId="478"/>
          <ac:picMkLst>
            <pc:docMk/>
            <pc:sldMk cId="950673039" sldId="767"/>
            <ac:picMk id="3" creationId="{7514250D-E2D7-4F68-9BD8-629D8BB354A8}"/>
          </ac:picMkLst>
        </pc:picChg>
      </pc:sldChg>
      <pc:sldChg chg="addSp delSp modSp add mod">
        <pc:chgData name="翟 锐" userId="fef11181f709266a" providerId="LiveId" clId="{C9641CC4-9DF9-4BFC-AC87-52E5084BE11A}" dt="2020-10-25T00:53:14.355" v="140" actId="1076"/>
        <pc:sldMkLst>
          <pc:docMk/>
          <pc:sldMk cId="1051272334" sldId="768"/>
        </pc:sldMkLst>
        <pc:picChg chg="add mod">
          <ac:chgData name="翟 锐" userId="fef11181f709266a" providerId="LiveId" clId="{C9641CC4-9DF9-4BFC-AC87-52E5084BE11A}" dt="2020-10-25T00:53:14.355" v="140" actId="1076"/>
          <ac:picMkLst>
            <pc:docMk/>
            <pc:sldMk cId="1051272334" sldId="768"/>
            <ac:picMk id="2" creationId="{88ECACF8-3D1B-4B07-BA32-07379E5E6C49}"/>
          </ac:picMkLst>
        </pc:picChg>
        <pc:picChg chg="del">
          <ac:chgData name="翟 锐" userId="fef11181f709266a" providerId="LiveId" clId="{C9641CC4-9DF9-4BFC-AC87-52E5084BE11A}" dt="2020-10-25T00:53:00.308" v="136" actId="478"/>
          <ac:picMkLst>
            <pc:docMk/>
            <pc:sldMk cId="1051272334" sldId="768"/>
            <ac:picMk id="3" creationId="{7514250D-E2D7-4F68-9BD8-629D8BB354A8}"/>
          </ac:picMkLst>
        </pc:picChg>
      </pc:sldChg>
      <pc:sldChg chg="addSp delSp modSp add mod">
        <pc:chgData name="翟 锐" userId="fef11181f709266a" providerId="LiveId" clId="{C9641CC4-9DF9-4BFC-AC87-52E5084BE11A}" dt="2020-10-25T00:53:42.301" v="147" actId="1076"/>
        <pc:sldMkLst>
          <pc:docMk/>
          <pc:sldMk cId="2234784318" sldId="769"/>
        </pc:sldMkLst>
        <pc:picChg chg="add mod">
          <ac:chgData name="翟 锐" userId="fef11181f709266a" providerId="LiveId" clId="{C9641CC4-9DF9-4BFC-AC87-52E5084BE11A}" dt="2020-10-25T00:53:42.301" v="147" actId="1076"/>
          <ac:picMkLst>
            <pc:docMk/>
            <pc:sldMk cId="2234784318" sldId="769"/>
            <ac:picMk id="2" creationId="{C2D6FCD6-58FF-482E-B2E7-0A4035A239F9}"/>
          </ac:picMkLst>
        </pc:picChg>
        <pc:picChg chg="del">
          <ac:chgData name="翟 锐" userId="fef11181f709266a" providerId="LiveId" clId="{C9641CC4-9DF9-4BFC-AC87-52E5084BE11A}" dt="2020-10-25T00:53:22.299" v="141" actId="478"/>
          <ac:picMkLst>
            <pc:docMk/>
            <pc:sldMk cId="2234784318" sldId="769"/>
            <ac:picMk id="3" creationId="{7514250D-E2D7-4F68-9BD8-629D8BB354A8}"/>
          </ac:picMkLst>
        </pc:picChg>
      </pc:sldChg>
      <pc:sldChg chg="addSp delSp modSp add mod">
        <pc:chgData name="翟 锐" userId="fef11181f709266a" providerId="LiveId" clId="{C9641CC4-9DF9-4BFC-AC87-52E5084BE11A}" dt="2020-10-25T00:54:10.323" v="158" actId="1076"/>
        <pc:sldMkLst>
          <pc:docMk/>
          <pc:sldMk cId="2831946406" sldId="770"/>
        </pc:sldMkLst>
        <pc:picChg chg="del">
          <ac:chgData name="翟 锐" userId="fef11181f709266a" providerId="LiveId" clId="{C9641CC4-9DF9-4BFC-AC87-52E5084BE11A}" dt="2020-10-25T00:53:55.438" v="153" actId="478"/>
          <ac:picMkLst>
            <pc:docMk/>
            <pc:sldMk cId="2831946406" sldId="770"/>
            <ac:picMk id="2" creationId="{C2D6FCD6-58FF-482E-B2E7-0A4035A239F9}"/>
          </ac:picMkLst>
        </pc:picChg>
        <pc:picChg chg="add mod">
          <ac:chgData name="翟 锐" userId="fef11181f709266a" providerId="LiveId" clId="{C9641CC4-9DF9-4BFC-AC87-52E5084BE11A}" dt="2020-10-25T00:54:10.323" v="158" actId="1076"/>
          <ac:picMkLst>
            <pc:docMk/>
            <pc:sldMk cId="2831946406" sldId="770"/>
            <ac:picMk id="3" creationId="{EC3F9BC2-ED48-4431-B5AE-AF3F7B2FC63F}"/>
          </ac:picMkLst>
        </pc:picChg>
      </pc:sldChg>
      <pc:sldChg chg="addSp delSp modSp add mod">
        <pc:chgData name="翟 锐" userId="fef11181f709266a" providerId="LiveId" clId="{C9641CC4-9DF9-4BFC-AC87-52E5084BE11A}" dt="2020-10-25T00:55:12.590" v="171" actId="1076"/>
        <pc:sldMkLst>
          <pc:docMk/>
          <pc:sldMk cId="4126611322" sldId="771"/>
        </pc:sldMkLst>
        <pc:picChg chg="del">
          <ac:chgData name="翟 锐" userId="fef11181f709266a" providerId="LiveId" clId="{C9641CC4-9DF9-4BFC-AC87-52E5084BE11A}" dt="2020-10-25T00:54:25.490" v="159" actId="478"/>
          <ac:picMkLst>
            <pc:docMk/>
            <pc:sldMk cId="4126611322" sldId="771"/>
            <ac:picMk id="2" creationId="{C2D6FCD6-58FF-482E-B2E7-0A4035A239F9}"/>
          </ac:picMkLst>
        </pc:picChg>
        <pc:picChg chg="add mod">
          <ac:chgData name="翟 锐" userId="fef11181f709266a" providerId="LiveId" clId="{C9641CC4-9DF9-4BFC-AC87-52E5084BE11A}" dt="2020-10-25T00:55:12.590" v="171" actId="1076"/>
          <ac:picMkLst>
            <pc:docMk/>
            <pc:sldMk cId="4126611322" sldId="771"/>
            <ac:picMk id="3" creationId="{4113FD6E-DC5D-4365-AAB1-51218157D1DD}"/>
          </ac:picMkLst>
        </pc:picChg>
      </pc:sldChg>
      <pc:sldChg chg="addSp delSp modSp add mod">
        <pc:chgData name="翟 锐" userId="fef11181f709266a" providerId="LiveId" clId="{C9641CC4-9DF9-4BFC-AC87-52E5084BE11A}" dt="2020-10-25T00:55:20.511" v="174" actId="1076"/>
        <pc:sldMkLst>
          <pc:docMk/>
          <pc:sldMk cId="4269747514" sldId="772"/>
        </pc:sldMkLst>
        <pc:picChg chg="del">
          <ac:chgData name="翟 锐" userId="fef11181f709266a" providerId="LiveId" clId="{C9641CC4-9DF9-4BFC-AC87-52E5084BE11A}" dt="2020-10-25T00:54:30.630" v="161" actId="478"/>
          <ac:picMkLst>
            <pc:docMk/>
            <pc:sldMk cId="4269747514" sldId="772"/>
            <ac:picMk id="2" creationId="{C2D6FCD6-58FF-482E-B2E7-0A4035A239F9}"/>
          </ac:picMkLst>
        </pc:picChg>
        <pc:picChg chg="add mod">
          <ac:chgData name="翟 锐" userId="fef11181f709266a" providerId="LiveId" clId="{C9641CC4-9DF9-4BFC-AC87-52E5084BE11A}" dt="2020-10-25T00:55:20.511" v="174" actId="1076"/>
          <ac:picMkLst>
            <pc:docMk/>
            <pc:sldMk cId="4269747514" sldId="772"/>
            <ac:picMk id="3" creationId="{A42851D1-0AFE-471A-98C6-9B5A9CB766C5}"/>
          </ac:picMkLst>
        </pc:picChg>
      </pc:sldChg>
      <pc:sldChg chg="addSp delSp modSp add mod">
        <pc:chgData name="翟 锐" userId="fef11181f709266a" providerId="LiveId" clId="{C9641CC4-9DF9-4BFC-AC87-52E5084BE11A}" dt="2020-10-25T00:55:28.358" v="177" actId="1076"/>
        <pc:sldMkLst>
          <pc:docMk/>
          <pc:sldMk cId="2005467565" sldId="773"/>
        </pc:sldMkLst>
        <pc:picChg chg="del">
          <ac:chgData name="翟 锐" userId="fef11181f709266a" providerId="LiveId" clId="{C9641CC4-9DF9-4BFC-AC87-52E5084BE11A}" dt="2020-10-25T00:54:35.203" v="163" actId="478"/>
          <ac:picMkLst>
            <pc:docMk/>
            <pc:sldMk cId="2005467565" sldId="773"/>
            <ac:picMk id="2" creationId="{C2D6FCD6-58FF-482E-B2E7-0A4035A239F9}"/>
          </ac:picMkLst>
        </pc:picChg>
        <pc:picChg chg="add mod">
          <ac:chgData name="翟 锐" userId="fef11181f709266a" providerId="LiveId" clId="{C9641CC4-9DF9-4BFC-AC87-52E5084BE11A}" dt="2020-10-25T00:55:28.358" v="177" actId="1076"/>
          <ac:picMkLst>
            <pc:docMk/>
            <pc:sldMk cId="2005467565" sldId="773"/>
            <ac:picMk id="3" creationId="{03A7D050-2299-4C72-B242-798338944E92}"/>
          </ac:picMkLst>
        </pc:picChg>
      </pc:sldChg>
      <pc:sldChg chg="addSp delSp modSp add mod">
        <pc:chgData name="翟 锐" userId="fef11181f709266a" providerId="LiveId" clId="{C9641CC4-9DF9-4BFC-AC87-52E5084BE11A}" dt="2020-10-25T00:55:39.261" v="179" actId="1076"/>
        <pc:sldMkLst>
          <pc:docMk/>
          <pc:sldMk cId="1279787455" sldId="774"/>
        </pc:sldMkLst>
        <pc:picChg chg="del">
          <ac:chgData name="翟 锐" userId="fef11181f709266a" providerId="LiveId" clId="{C9641CC4-9DF9-4BFC-AC87-52E5084BE11A}" dt="2020-10-25T00:54:40.354" v="165" actId="478"/>
          <ac:picMkLst>
            <pc:docMk/>
            <pc:sldMk cId="1279787455" sldId="774"/>
            <ac:picMk id="2" creationId="{C2D6FCD6-58FF-482E-B2E7-0A4035A239F9}"/>
          </ac:picMkLst>
        </pc:picChg>
        <pc:picChg chg="add mod">
          <ac:chgData name="翟 锐" userId="fef11181f709266a" providerId="LiveId" clId="{C9641CC4-9DF9-4BFC-AC87-52E5084BE11A}" dt="2020-10-25T00:55:39.261" v="179" actId="1076"/>
          <ac:picMkLst>
            <pc:docMk/>
            <pc:sldMk cId="1279787455" sldId="774"/>
            <ac:picMk id="3" creationId="{957CD2A0-A76F-4CB4-9C05-E93D69EFB032}"/>
          </ac:picMkLst>
        </pc:picChg>
      </pc:sldChg>
      <pc:sldChg chg="modSp mod">
        <pc:chgData name="翟 锐" userId="fef11181f709266a" providerId="LiveId" clId="{C9641CC4-9DF9-4BFC-AC87-52E5084BE11A}" dt="2020-10-27T02:07:56.281" v="290" actId="2711"/>
        <pc:sldMkLst>
          <pc:docMk/>
          <pc:sldMk cId="2262390687" sldId="785"/>
        </pc:sldMkLst>
        <pc:graphicFrameChg chg="modGraphic">
          <ac:chgData name="翟 锐" userId="fef11181f709266a" providerId="LiveId" clId="{C9641CC4-9DF9-4BFC-AC87-52E5084BE11A}" dt="2020-10-27T02:07:56.281" v="290" actId="2711"/>
          <ac:graphicFrameMkLst>
            <pc:docMk/>
            <pc:sldMk cId="2262390687" sldId="785"/>
            <ac:graphicFrameMk id="3" creationId="{C66B5DD7-0C33-4BD6-9026-14B3C5391A71}"/>
          </ac:graphicFrameMkLst>
        </pc:graphicFrameChg>
      </pc:sldChg>
    </pc:docChg>
  </pc:docChgLst>
  <pc:docChgLst>
    <pc:chgData name="翟 锐" userId="fef11181f709266a" providerId="LiveId" clId="{0A0C5A3E-BF1A-4FBD-B665-4833071C8525}"/>
    <pc:docChg chg="custSel addSld modSld">
      <pc:chgData name="翟 锐" userId="fef11181f709266a" providerId="LiveId" clId="{0A0C5A3E-BF1A-4FBD-B665-4833071C8525}" dt="2022-10-17T00:33:54.167" v="362" actId="20577"/>
      <pc:docMkLst>
        <pc:docMk/>
      </pc:docMkLst>
      <pc:sldChg chg="modSp add mod">
        <pc:chgData name="翟 锐" userId="fef11181f709266a" providerId="LiveId" clId="{0A0C5A3E-BF1A-4FBD-B665-4833071C8525}" dt="2022-10-17T00:33:54.167" v="362" actId="20577"/>
        <pc:sldMkLst>
          <pc:docMk/>
          <pc:sldMk cId="3137355469" sldId="822"/>
        </pc:sldMkLst>
        <pc:spChg chg="mod">
          <ac:chgData name="翟 锐" userId="fef11181f709266a" providerId="LiveId" clId="{0A0C5A3E-BF1A-4FBD-B665-4833071C8525}" dt="2022-10-17T00:33:54.167" v="362" actId="20577"/>
          <ac:spMkLst>
            <pc:docMk/>
            <pc:sldMk cId="3137355469" sldId="822"/>
            <ac:spMk id="2" creationId="{1A343DEC-CFF6-41F5-B87C-0DFC08C67B76}"/>
          </ac:spMkLst>
        </pc:spChg>
      </pc:sldChg>
    </pc:docChg>
  </pc:docChgLst>
  <pc:docChgLst>
    <pc:chgData name="翟 锐" userId="fef11181f709266a" providerId="LiveId" clId="{B187D1B3-2639-4192-8D2F-C59601043C41}"/>
    <pc:docChg chg="undo custSel modSld">
      <pc:chgData name="翟 锐" userId="fef11181f709266a" providerId="LiveId" clId="{B187D1B3-2639-4192-8D2F-C59601043C41}" dt="2022-10-16T12:23:19.849" v="229"/>
      <pc:docMkLst>
        <pc:docMk/>
      </pc:docMkLst>
      <pc:sldChg chg="modSp mod modTransition">
        <pc:chgData name="翟 锐" userId="fef11181f709266a" providerId="LiveId" clId="{B187D1B3-2639-4192-8D2F-C59601043C41}" dt="2022-10-16T12:22:11.707" v="115"/>
        <pc:sldMkLst>
          <pc:docMk/>
          <pc:sldMk cId="0" sldId="301"/>
        </pc:sldMkLst>
        <pc:spChg chg="mod">
          <ac:chgData name="翟 锐" userId="fef11181f709266a" providerId="LiveId" clId="{B187D1B3-2639-4192-8D2F-C59601043C41}" dt="2022-09-26T00:01:22.254" v="58" actId="1076"/>
          <ac:spMkLst>
            <pc:docMk/>
            <pc:sldMk cId="0" sldId="301"/>
            <ac:spMk id="48" creationId="{B8B4E996-F280-4BEC-BCB8-93EA6CF8F961}"/>
          </ac:spMkLst>
        </pc:spChg>
      </pc:sldChg>
      <pc:sldChg chg="modSp mod">
        <pc:chgData name="翟 锐" userId="fef11181f709266a" providerId="LiveId" clId="{B187D1B3-2639-4192-8D2F-C59601043C41}" dt="2022-09-28T07:59:31.783" v="107" actId="6549"/>
        <pc:sldMkLst>
          <pc:docMk/>
          <pc:sldMk cId="850308225" sldId="588"/>
        </pc:sldMkLst>
        <pc:spChg chg="mod">
          <ac:chgData name="翟 锐" userId="fef11181f709266a" providerId="LiveId" clId="{B187D1B3-2639-4192-8D2F-C59601043C41}" dt="2022-09-28T07:59:31.783" v="107" actId="6549"/>
          <ac:spMkLst>
            <pc:docMk/>
            <pc:sldMk cId="850308225" sldId="588"/>
            <ac:spMk id="2" creationId="{1A343DEC-CFF6-41F5-B87C-0DFC08C67B76}"/>
          </ac:spMkLst>
        </pc:spChg>
      </pc:sldChg>
      <pc:sldChg chg="modSp mod">
        <pc:chgData name="翟 锐" userId="fef11181f709266a" providerId="LiveId" clId="{B187D1B3-2639-4192-8D2F-C59601043C41}" dt="2022-09-26T11:19:26.910" v="97" actId="20577"/>
        <pc:sldMkLst>
          <pc:docMk/>
          <pc:sldMk cId="2843123516" sldId="593"/>
        </pc:sldMkLst>
        <pc:spChg chg="mod">
          <ac:chgData name="翟 锐" userId="fef11181f709266a" providerId="LiveId" clId="{B187D1B3-2639-4192-8D2F-C59601043C41}" dt="2022-09-26T11:19:26.910" v="97" actId="20577"/>
          <ac:spMkLst>
            <pc:docMk/>
            <pc:sldMk cId="2843123516" sldId="593"/>
            <ac:spMk id="2" creationId="{1A343DEC-CFF6-41F5-B87C-0DFC08C67B76}"/>
          </ac:spMkLst>
        </pc:spChg>
      </pc:sldChg>
      <pc:sldChg chg="modSp mod modAnim">
        <pc:chgData name="翟 锐" userId="fef11181f709266a" providerId="LiveId" clId="{B187D1B3-2639-4192-8D2F-C59601043C41}" dt="2022-09-28T07:59:57.630" v="109" actId="207"/>
        <pc:sldMkLst>
          <pc:docMk/>
          <pc:sldMk cId="3373164738" sldId="616"/>
        </pc:sldMkLst>
        <pc:spChg chg="mod">
          <ac:chgData name="翟 锐" userId="fef11181f709266a" providerId="LiveId" clId="{B187D1B3-2639-4192-8D2F-C59601043C41}" dt="2022-09-28T07:59:57.630" v="109" actId="207"/>
          <ac:spMkLst>
            <pc:docMk/>
            <pc:sldMk cId="3373164738" sldId="616"/>
            <ac:spMk id="2" creationId="{1A343DEC-CFF6-41F5-B87C-0DFC08C67B76}"/>
          </ac:spMkLst>
        </pc:spChg>
        <pc:spChg chg="mod">
          <ac:chgData name="翟 锐" userId="fef11181f709266a" providerId="LiveId" clId="{B187D1B3-2639-4192-8D2F-C59601043C41}" dt="2022-09-25T15:29:05.056" v="42" actId="20577"/>
          <ac:spMkLst>
            <pc:docMk/>
            <pc:sldMk cId="3373164738" sldId="616"/>
            <ac:spMk id="35" creationId="{00000000-0000-0000-0000-000000000000}"/>
          </ac:spMkLst>
        </pc:spChg>
      </pc:sldChg>
      <pc:sldChg chg="modSp">
        <pc:chgData name="翟 锐" userId="fef11181f709266a" providerId="LiveId" clId="{B187D1B3-2639-4192-8D2F-C59601043C41}" dt="2022-09-25T15:29:12.718" v="44"/>
        <pc:sldMkLst>
          <pc:docMk/>
          <pc:sldMk cId="3575552719" sldId="620"/>
        </pc:sldMkLst>
        <pc:spChg chg="mod">
          <ac:chgData name="翟 锐" userId="fef11181f709266a" providerId="LiveId" clId="{B187D1B3-2639-4192-8D2F-C59601043C41}" dt="2022-09-25T15:29:12.718" v="44"/>
          <ac:spMkLst>
            <pc:docMk/>
            <pc:sldMk cId="3575552719" sldId="620"/>
            <ac:spMk id="35" creationId="{00000000-0000-0000-0000-000000000000}"/>
          </ac:spMkLst>
        </pc:spChg>
      </pc:sldChg>
      <pc:sldChg chg="modSp mod">
        <pc:chgData name="翟 锐" userId="fef11181f709266a" providerId="LiveId" clId="{B187D1B3-2639-4192-8D2F-C59601043C41}" dt="2022-09-26T11:13:33.134" v="92" actId="20577"/>
        <pc:sldMkLst>
          <pc:docMk/>
          <pc:sldMk cId="861605255" sldId="656"/>
        </pc:sldMkLst>
        <pc:spChg chg="mod">
          <ac:chgData name="翟 锐" userId="fef11181f709266a" providerId="LiveId" clId="{B187D1B3-2639-4192-8D2F-C59601043C41}" dt="2022-09-26T11:13:33.134" v="92" actId="20577"/>
          <ac:spMkLst>
            <pc:docMk/>
            <pc:sldMk cId="861605255" sldId="656"/>
            <ac:spMk id="2" creationId="{1A343DEC-CFF6-41F5-B87C-0DFC08C67B76}"/>
          </ac:spMkLst>
        </pc:spChg>
      </pc:sldChg>
      <pc:sldChg chg="modSp mod">
        <pc:chgData name="翟 锐" userId="fef11181f709266a" providerId="LiveId" clId="{B187D1B3-2639-4192-8D2F-C59601043C41}" dt="2022-09-28T08:03:27.715" v="113" actId="207"/>
        <pc:sldMkLst>
          <pc:docMk/>
          <pc:sldMk cId="2439110806" sldId="660"/>
        </pc:sldMkLst>
        <pc:spChg chg="mod">
          <ac:chgData name="翟 锐" userId="fef11181f709266a" providerId="LiveId" clId="{B187D1B3-2639-4192-8D2F-C59601043C41}" dt="2022-09-28T08:03:27.715" v="113" actId="207"/>
          <ac:spMkLst>
            <pc:docMk/>
            <pc:sldMk cId="2439110806" sldId="660"/>
            <ac:spMk id="2" creationId="{1A343DEC-CFF6-41F5-B87C-0DFC08C67B76}"/>
          </ac:spMkLst>
        </pc:spChg>
        <pc:spChg chg="mod">
          <ac:chgData name="翟 锐" userId="fef11181f709266a" providerId="LiveId" clId="{B187D1B3-2639-4192-8D2F-C59601043C41}" dt="2022-09-25T15:29:14.573" v="45"/>
          <ac:spMkLst>
            <pc:docMk/>
            <pc:sldMk cId="2439110806" sldId="660"/>
            <ac:spMk id="35" creationId="{00000000-0000-0000-0000-000000000000}"/>
          </ac:spMkLst>
        </pc:spChg>
      </pc:sldChg>
      <pc:sldChg chg="modSp mod">
        <pc:chgData name="翟 锐" userId="fef11181f709266a" providerId="LiveId" clId="{B187D1B3-2639-4192-8D2F-C59601043C41}" dt="2022-09-26T01:21:45.986" v="63" actId="20577"/>
        <pc:sldMkLst>
          <pc:docMk/>
          <pc:sldMk cId="3374059797" sldId="678"/>
        </pc:sldMkLst>
        <pc:spChg chg="mod">
          <ac:chgData name="翟 锐" userId="fef11181f709266a" providerId="LiveId" clId="{B187D1B3-2639-4192-8D2F-C59601043C41}" dt="2022-09-26T01:21:45.986" v="63" actId="20577"/>
          <ac:spMkLst>
            <pc:docMk/>
            <pc:sldMk cId="3374059797" sldId="678"/>
            <ac:spMk id="2" creationId="{1A343DEC-CFF6-41F5-B87C-0DFC08C67B76}"/>
          </ac:spMkLst>
        </pc:spChg>
      </pc:sldChg>
      <pc:sldChg chg="modTransition">
        <pc:chgData name="翟 锐" userId="fef11181f709266a" providerId="LiveId" clId="{B187D1B3-2639-4192-8D2F-C59601043C41}" dt="2022-10-16T12:22:15.999" v="119"/>
        <pc:sldMkLst>
          <pc:docMk/>
          <pc:sldMk cId="3370117892" sldId="702"/>
        </pc:sldMkLst>
      </pc:sldChg>
      <pc:sldChg chg="modTransition">
        <pc:chgData name="翟 锐" userId="fef11181f709266a" providerId="LiveId" clId="{B187D1B3-2639-4192-8D2F-C59601043C41}" dt="2022-10-16T12:22:23.067" v="131"/>
        <pc:sldMkLst>
          <pc:docMk/>
          <pc:sldMk cId="14575057" sldId="711"/>
        </pc:sldMkLst>
      </pc:sldChg>
      <pc:sldChg chg="modTransition">
        <pc:chgData name="翟 锐" userId="fef11181f709266a" providerId="LiveId" clId="{B187D1B3-2639-4192-8D2F-C59601043C41}" dt="2022-10-16T12:22:24.077" v="135"/>
        <pc:sldMkLst>
          <pc:docMk/>
          <pc:sldMk cId="3652180313" sldId="713"/>
        </pc:sldMkLst>
      </pc:sldChg>
      <pc:sldChg chg="modTransition">
        <pc:chgData name="翟 锐" userId="fef11181f709266a" providerId="LiveId" clId="{B187D1B3-2639-4192-8D2F-C59601043C41}" dt="2022-10-16T12:22:27.114" v="147"/>
        <pc:sldMkLst>
          <pc:docMk/>
          <pc:sldMk cId="4029156939" sldId="714"/>
        </pc:sldMkLst>
      </pc:sldChg>
      <pc:sldChg chg="modTransition">
        <pc:chgData name="翟 锐" userId="fef11181f709266a" providerId="LiveId" clId="{B187D1B3-2639-4192-8D2F-C59601043C41}" dt="2022-10-16T12:22:28.125" v="151"/>
        <pc:sldMkLst>
          <pc:docMk/>
          <pc:sldMk cId="3874865351" sldId="717"/>
        </pc:sldMkLst>
      </pc:sldChg>
      <pc:sldChg chg="modTransition">
        <pc:chgData name="翟 锐" userId="fef11181f709266a" providerId="LiveId" clId="{B187D1B3-2639-4192-8D2F-C59601043C41}" dt="2022-10-16T12:22:29.154" v="155"/>
        <pc:sldMkLst>
          <pc:docMk/>
          <pc:sldMk cId="315403575" sldId="718"/>
        </pc:sldMkLst>
      </pc:sldChg>
      <pc:sldChg chg="modTransition">
        <pc:chgData name="翟 锐" userId="fef11181f709266a" providerId="LiveId" clId="{B187D1B3-2639-4192-8D2F-C59601043C41}" dt="2022-10-16T12:22:32.188" v="167"/>
        <pc:sldMkLst>
          <pc:docMk/>
          <pc:sldMk cId="13397775" sldId="721"/>
        </pc:sldMkLst>
      </pc:sldChg>
      <pc:sldChg chg="modTransition">
        <pc:chgData name="翟 锐" userId="fef11181f709266a" providerId="LiveId" clId="{B187D1B3-2639-4192-8D2F-C59601043C41}" dt="2022-10-16T12:22:33.201" v="171"/>
        <pc:sldMkLst>
          <pc:docMk/>
          <pc:sldMk cId="3699232204" sldId="722"/>
        </pc:sldMkLst>
      </pc:sldChg>
      <pc:sldChg chg="modTransition">
        <pc:chgData name="翟 锐" userId="fef11181f709266a" providerId="LiveId" clId="{B187D1B3-2639-4192-8D2F-C59601043C41}" dt="2022-10-16T12:22:22.055" v="127"/>
        <pc:sldMkLst>
          <pc:docMk/>
          <pc:sldMk cId="177189965" sldId="752"/>
        </pc:sldMkLst>
      </pc:sldChg>
      <pc:sldChg chg="modTransition">
        <pc:chgData name="翟 锐" userId="fef11181f709266a" providerId="LiveId" clId="{B187D1B3-2639-4192-8D2F-C59601043C41}" dt="2022-10-16T12:22:34.208" v="175"/>
        <pc:sldMkLst>
          <pc:docMk/>
          <pc:sldMk cId="2026343956" sldId="759"/>
        </pc:sldMkLst>
      </pc:sldChg>
      <pc:sldChg chg="modTransition">
        <pc:chgData name="翟 锐" userId="fef11181f709266a" providerId="LiveId" clId="{B187D1B3-2639-4192-8D2F-C59601043C41}" dt="2022-10-16T12:22:35.219" v="179"/>
        <pc:sldMkLst>
          <pc:docMk/>
          <pc:sldMk cId="2242836460" sldId="761"/>
        </pc:sldMkLst>
      </pc:sldChg>
      <pc:sldChg chg="modTransition">
        <pc:chgData name="翟 锐" userId="fef11181f709266a" providerId="LiveId" clId="{B187D1B3-2639-4192-8D2F-C59601043C41}" dt="2022-10-16T12:22:36.235" v="183"/>
        <pc:sldMkLst>
          <pc:docMk/>
          <pc:sldMk cId="3314617284" sldId="763"/>
        </pc:sldMkLst>
      </pc:sldChg>
      <pc:sldChg chg="modTransition">
        <pc:chgData name="翟 锐" userId="fef11181f709266a" providerId="LiveId" clId="{B187D1B3-2639-4192-8D2F-C59601043C41}" dt="2022-10-16T12:22:37.250" v="187"/>
        <pc:sldMkLst>
          <pc:docMk/>
          <pc:sldMk cId="2799448496" sldId="764"/>
        </pc:sldMkLst>
      </pc:sldChg>
      <pc:sldChg chg="modTransition">
        <pc:chgData name="翟 锐" userId="fef11181f709266a" providerId="LiveId" clId="{B187D1B3-2639-4192-8D2F-C59601043C41}" dt="2022-10-16T12:22:38.261" v="191"/>
        <pc:sldMkLst>
          <pc:docMk/>
          <pc:sldMk cId="2250022360" sldId="765"/>
        </pc:sldMkLst>
      </pc:sldChg>
      <pc:sldChg chg="modTransition">
        <pc:chgData name="翟 锐" userId="fef11181f709266a" providerId="LiveId" clId="{B187D1B3-2639-4192-8D2F-C59601043C41}" dt="2022-10-16T12:22:39.276" v="195"/>
        <pc:sldMkLst>
          <pc:docMk/>
          <pc:sldMk cId="4104473262" sldId="766"/>
        </pc:sldMkLst>
      </pc:sldChg>
      <pc:sldChg chg="modTransition">
        <pc:chgData name="翟 锐" userId="fef11181f709266a" providerId="LiveId" clId="{B187D1B3-2639-4192-8D2F-C59601043C41}" dt="2022-10-16T12:22:40.290" v="199"/>
        <pc:sldMkLst>
          <pc:docMk/>
          <pc:sldMk cId="950673039" sldId="767"/>
        </pc:sldMkLst>
      </pc:sldChg>
      <pc:sldChg chg="modTransition">
        <pc:chgData name="翟 锐" userId="fef11181f709266a" providerId="LiveId" clId="{B187D1B3-2639-4192-8D2F-C59601043C41}" dt="2022-10-16T12:22:41.305" v="203"/>
        <pc:sldMkLst>
          <pc:docMk/>
          <pc:sldMk cId="2234784318" sldId="769"/>
        </pc:sldMkLst>
      </pc:sldChg>
      <pc:sldChg chg="modTransition">
        <pc:chgData name="翟 锐" userId="fef11181f709266a" providerId="LiveId" clId="{B187D1B3-2639-4192-8D2F-C59601043C41}" dt="2022-10-16T12:22:42.320" v="207"/>
        <pc:sldMkLst>
          <pc:docMk/>
          <pc:sldMk cId="2831946406" sldId="770"/>
        </pc:sldMkLst>
      </pc:sldChg>
      <pc:sldChg chg="modTransition">
        <pc:chgData name="翟 锐" userId="fef11181f709266a" providerId="LiveId" clId="{B187D1B3-2639-4192-8D2F-C59601043C41}" dt="2022-10-16T12:22:43.333" v="211"/>
        <pc:sldMkLst>
          <pc:docMk/>
          <pc:sldMk cId="4126611322" sldId="771"/>
        </pc:sldMkLst>
      </pc:sldChg>
      <pc:sldChg chg="modTransition">
        <pc:chgData name="翟 锐" userId="fef11181f709266a" providerId="LiveId" clId="{B187D1B3-2639-4192-8D2F-C59601043C41}" dt="2022-10-16T12:22:45.442" v="215"/>
        <pc:sldMkLst>
          <pc:docMk/>
          <pc:sldMk cId="4269747514" sldId="772"/>
        </pc:sldMkLst>
      </pc:sldChg>
      <pc:sldChg chg="modTransition">
        <pc:chgData name="翟 锐" userId="fef11181f709266a" providerId="LiveId" clId="{B187D1B3-2639-4192-8D2F-C59601043C41}" dt="2022-10-16T12:23:19.849" v="229"/>
        <pc:sldMkLst>
          <pc:docMk/>
          <pc:sldMk cId="2005467565" sldId="773"/>
        </pc:sldMkLst>
      </pc:sldChg>
      <pc:sldChg chg="modTransition">
        <pc:chgData name="翟 锐" userId="fef11181f709266a" providerId="LiveId" clId="{B187D1B3-2639-4192-8D2F-C59601043C41}" dt="2022-10-16T12:23:02.603" v="223"/>
        <pc:sldMkLst>
          <pc:docMk/>
          <pc:sldMk cId="1279787455" sldId="774"/>
        </pc:sldMkLst>
      </pc:sldChg>
      <pc:sldChg chg="modTransition">
        <pc:chgData name="翟 锐" userId="fef11181f709266a" providerId="LiveId" clId="{B187D1B3-2639-4192-8D2F-C59601043C41}" dt="2022-10-16T12:22:21.053" v="123"/>
        <pc:sldMkLst>
          <pc:docMk/>
          <pc:sldMk cId="492442123" sldId="777"/>
        </pc:sldMkLst>
      </pc:sldChg>
      <pc:sldChg chg="modTransition">
        <pc:chgData name="翟 锐" userId="fef11181f709266a" providerId="LiveId" clId="{B187D1B3-2639-4192-8D2F-C59601043C41}" dt="2022-10-16T12:22:25.088" v="139"/>
        <pc:sldMkLst>
          <pc:docMk/>
          <pc:sldMk cId="1408878437" sldId="786"/>
        </pc:sldMkLst>
      </pc:sldChg>
      <pc:sldChg chg="modTransition">
        <pc:chgData name="翟 锐" userId="fef11181f709266a" providerId="LiveId" clId="{B187D1B3-2639-4192-8D2F-C59601043C41}" dt="2022-10-16T12:22:26.099" v="143"/>
        <pc:sldMkLst>
          <pc:docMk/>
          <pc:sldMk cId="4231026013" sldId="787"/>
        </pc:sldMkLst>
      </pc:sldChg>
      <pc:sldChg chg="modTransition">
        <pc:chgData name="翟 锐" userId="fef11181f709266a" providerId="LiveId" clId="{B187D1B3-2639-4192-8D2F-C59601043C41}" dt="2022-10-16T12:22:30.160" v="159"/>
        <pc:sldMkLst>
          <pc:docMk/>
          <pc:sldMk cId="3778991490" sldId="789"/>
        </pc:sldMkLst>
      </pc:sldChg>
      <pc:sldChg chg="modTransition">
        <pc:chgData name="翟 锐" userId="fef11181f709266a" providerId="LiveId" clId="{B187D1B3-2639-4192-8D2F-C59601043C41}" dt="2022-10-16T12:22:31.174" v="163"/>
        <pc:sldMkLst>
          <pc:docMk/>
          <pc:sldMk cId="2328705005" sldId="790"/>
        </pc:sldMkLst>
      </pc:sldChg>
      <pc:sldChg chg="modSp">
        <pc:chgData name="翟 锐" userId="fef11181f709266a" providerId="LiveId" clId="{B187D1B3-2639-4192-8D2F-C59601043C41}" dt="2022-09-25T15:29:08.896" v="43"/>
        <pc:sldMkLst>
          <pc:docMk/>
          <pc:sldMk cId="1392475488" sldId="794"/>
        </pc:sldMkLst>
        <pc:spChg chg="mod">
          <ac:chgData name="翟 锐" userId="fef11181f709266a" providerId="LiveId" clId="{B187D1B3-2639-4192-8D2F-C59601043C41}" dt="2022-09-25T15:29:08.896" v="43"/>
          <ac:spMkLst>
            <pc:docMk/>
            <pc:sldMk cId="1392475488" sldId="794"/>
            <ac:spMk id="35" creationId="{00000000-0000-0000-0000-000000000000}"/>
          </ac:spMkLst>
        </pc:spChg>
      </pc:sldChg>
      <pc:sldChg chg="modSp mod">
        <pc:chgData name="翟 锐" userId="fef11181f709266a" providerId="LiveId" clId="{B187D1B3-2639-4192-8D2F-C59601043C41}" dt="2022-09-26T11:45:40.969" v="105" actId="1076"/>
        <pc:sldMkLst>
          <pc:docMk/>
          <pc:sldMk cId="611480198" sldId="797"/>
        </pc:sldMkLst>
        <pc:spChg chg="mod">
          <ac:chgData name="翟 锐" userId="fef11181f709266a" providerId="LiveId" clId="{B187D1B3-2639-4192-8D2F-C59601043C41}" dt="2022-09-26T11:45:40.969" v="105" actId="1076"/>
          <ac:spMkLst>
            <pc:docMk/>
            <pc:sldMk cId="611480198" sldId="797"/>
            <ac:spMk id="2" creationId="{1A343DEC-CFF6-41F5-B87C-0DFC08C67B76}"/>
          </ac:spMkLst>
        </pc:spChg>
      </pc:sldChg>
      <pc:sldChg chg="modSp mod">
        <pc:chgData name="翟 锐" userId="fef11181f709266a" providerId="LiveId" clId="{B187D1B3-2639-4192-8D2F-C59601043C41}" dt="2022-09-26T00:55:01.058" v="60" actId="14100"/>
        <pc:sldMkLst>
          <pc:docMk/>
          <pc:sldMk cId="3794346562" sldId="798"/>
        </pc:sldMkLst>
        <pc:spChg chg="mod">
          <ac:chgData name="翟 锐" userId="fef11181f709266a" providerId="LiveId" clId="{B187D1B3-2639-4192-8D2F-C59601043C41}" dt="2022-09-26T00:55:01.058" v="60" actId="14100"/>
          <ac:spMkLst>
            <pc:docMk/>
            <pc:sldMk cId="3794346562" sldId="798"/>
            <ac:spMk id="2" creationId="{1A343DEC-CFF6-41F5-B87C-0DFC08C67B76}"/>
          </ac:spMkLst>
        </pc:spChg>
        <pc:picChg chg="mod">
          <ac:chgData name="翟 锐" userId="fef11181f709266a" providerId="LiveId" clId="{B187D1B3-2639-4192-8D2F-C59601043C41}" dt="2022-09-26T00:54:57.211" v="59" actId="1076"/>
          <ac:picMkLst>
            <pc:docMk/>
            <pc:sldMk cId="3794346562" sldId="798"/>
            <ac:picMk id="4" creationId="{EC19DFCE-1E99-499C-8172-60B5CA82A050}"/>
          </ac:picMkLst>
        </pc:picChg>
      </pc:sldChg>
      <pc:sldChg chg="modSp">
        <pc:chgData name="翟 锐" userId="fef11181f709266a" providerId="LiveId" clId="{B187D1B3-2639-4192-8D2F-C59601043C41}" dt="2022-09-26T12:07:02.180" v="106" actId="1076"/>
        <pc:sldMkLst>
          <pc:docMk/>
          <pc:sldMk cId="3184698513" sldId="800"/>
        </pc:sldMkLst>
        <pc:picChg chg="mod">
          <ac:chgData name="翟 锐" userId="fef11181f709266a" providerId="LiveId" clId="{B187D1B3-2639-4192-8D2F-C59601043C41}" dt="2022-09-26T12:07:02.180" v="106" actId="1076"/>
          <ac:picMkLst>
            <pc:docMk/>
            <pc:sldMk cId="3184698513" sldId="800"/>
            <ac:picMk id="2050" creationId="{CA329AA9-28F9-4172-BB30-6DAF0CFEC2DD}"/>
          </ac:picMkLst>
        </pc:picChg>
      </pc:sldChg>
      <pc:sldChg chg="modTransition">
        <pc:chgData name="翟 锐" userId="fef11181f709266a" providerId="LiveId" clId="{B187D1B3-2639-4192-8D2F-C59601043C41}" dt="2022-10-16T12:23:19.848" v="227"/>
        <pc:sldMkLst>
          <pc:docMk/>
          <pc:sldMk cId="2360296585" sldId="814"/>
        </pc:sldMkLst>
      </pc:sldChg>
    </pc:docChg>
  </pc:docChgLst>
  <pc:docChgLst>
    <pc:chgData name="翟 锐" userId="fef11181f709266a" providerId="LiveId" clId="{9CBAED9C-ABD7-48FD-8455-4711A584ABD3}"/>
    <pc:docChg chg="undo redo custSel addSld delSld modSld sldOrd">
      <pc:chgData name="翟 锐" userId="fef11181f709266a" providerId="LiveId" clId="{9CBAED9C-ABD7-48FD-8455-4711A584ABD3}" dt="2020-10-25T15:35:05.436" v="4795" actId="14100"/>
      <pc:docMkLst>
        <pc:docMk/>
      </pc:docMkLst>
      <pc:sldChg chg="modSp">
        <pc:chgData name="翟 锐" userId="fef11181f709266a" providerId="LiveId" clId="{9CBAED9C-ABD7-48FD-8455-4711A584ABD3}" dt="2020-10-25T13:52:31.579" v="3992" actId="14100"/>
        <pc:sldMkLst>
          <pc:docMk/>
          <pc:sldMk cId="985978232" sldId="658"/>
        </pc:sldMkLst>
        <pc:spChg chg="mod">
          <ac:chgData name="翟 锐" userId="fef11181f709266a" providerId="LiveId" clId="{9CBAED9C-ABD7-48FD-8455-4711A584ABD3}" dt="2020-10-25T13:52:31.579" v="3992" actId="14100"/>
          <ac:spMkLst>
            <pc:docMk/>
            <pc:sldMk cId="985978232" sldId="658"/>
            <ac:spMk id="65" creationId="{E0E9DCD5-0F6A-468B-B586-2C1822799200}"/>
          </ac:spMkLst>
        </pc:spChg>
        <pc:spChg chg="mod">
          <ac:chgData name="翟 锐" userId="fef11181f709266a" providerId="LiveId" clId="{9CBAED9C-ABD7-48FD-8455-4711A584ABD3}" dt="2020-10-25T13:52:31.579" v="3992" actId="14100"/>
          <ac:spMkLst>
            <pc:docMk/>
            <pc:sldMk cId="985978232" sldId="658"/>
            <ac:spMk id="66" creationId="{C3585E4D-393F-472A-9CDD-3680043E236A}"/>
          </ac:spMkLst>
        </pc:spChg>
        <pc:spChg chg="mod">
          <ac:chgData name="翟 锐" userId="fef11181f709266a" providerId="LiveId" clId="{9CBAED9C-ABD7-48FD-8455-4711A584ABD3}" dt="2020-10-25T13:52:31.579" v="3992" actId="14100"/>
          <ac:spMkLst>
            <pc:docMk/>
            <pc:sldMk cId="985978232" sldId="658"/>
            <ac:spMk id="67" creationId="{B3422E1B-FC0E-4C57-85FE-CFE3F5ECC2B1}"/>
          </ac:spMkLst>
        </pc:spChg>
        <pc:spChg chg="mod">
          <ac:chgData name="翟 锐" userId="fef11181f709266a" providerId="LiveId" clId="{9CBAED9C-ABD7-48FD-8455-4711A584ABD3}" dt="2020-10-25T13:52:31.579" v="3992" actId="14100"/>
          <ac:spMkLst>
            <pc:docMk/>
            <pc:sldMk cId="985978232" sldId="658"/>
            <ac:spMk id="68" creationId="{05887F3E-96E9-415B-82BF-FA579A21A83A}"/>
          </ac:spMkLst>
        </pc:spChg>
        <pc:spChg chg="mod">
          <ac:chgData name="翟 锐" userId="fef11181f709266a" providerId="LiveId" clId="{9CBAED9C-ABD7-48FD-8455-4711A584ABD3}" dt="2020-10-25T13:52:31.579" v="3992" actId="14100"/>
          <ac:spMkLst>
            <pc:docMk/>
            <pc:sldMk cId="985978232" sldId="658"/>
            <ac:spMk id="69" creationId="{0C20302C-D9A4-4943-AF9F-09CA9B405ED5}"/>
          </ac:spMkLst>
        </pc:spChg>
        <pc:spChg chg="mod">
          <ac:chgData name="翟 锐" userId="fef11181f709266a" providerId="LiveId" clId="{9CBAED9C-ABD7-48FD-8455-4711A584ABD3}" dt="2020-10-25T13:52:31.579" v="3992" actId="14100"/>
          <ac:spMkLst>
            <pc:docMk/>
            <pc:sldMk cId="985978232" sldId="658"/>
            <ac:spMk id="70" creationId="{26F02631-4F2C-4132-BFFC-FC1517769EB9}"/>
          </ac:spMkLst>
        </pc:spChg>
        <pc:spChg chg="mod">
          <ac:chgData name="翟 锐" userId="fef11181f709266a" providerId="LiveId" clId="{9CBAED9C-ABD7-48FD-8455-4711A584ABD3}" dt="2020-10-25T13:52:31.579" v="3992" actId="14100"/>
          <ac:spMkLst>
            <pc:docMk/>
            <pc:sldMk cId="985978232" sldId="658"/>
            <ac:spMk id="71" creationId="{C47934F5-813A-4F44-AADE-217ED8BF77DF}"/>
          </ac:spMkLst>
        </pc:spChg>
        <pc:spChg chg="mod">
          <ac:chgData name="翟 锐" userId="fef11181f709266a" providerId="LiveId" clId="{9CBAED9C-ABD7-48FD-8455-4711A584ABD3}" dt="2020-10-25T13:52:31.579" v="3992" actId="14100"/>
          <ac:spMkLst>
            <pc:docMk/>
            <pc:sldMk cId="985978232" sldId="658"/>
            <ac:spMk id="72" creationId="{3C129912-1C95-4FEF-9042-CF9D117FA89A}"/>
          </ac:spMkLst>
        </pc:spChg>
        <pc:spChg chg="mod">
          <ac:chgData name="翟 锐" userId="fef11181f709266a" providerId="LiveId" clId="{9CBAED9C-ABD7-48FD-8455-4711A584ABD3}" dt="2020-10-25T13:52:31.579" v="3992" actId="14100"/>
          <ac:spMkLst>
            <pc:docMk/>
            <pc:sldMk cId="985978232" sldId="658"/>
            <ac:spMk id="73" creationId="{6FFF1F69-391A-4A23-97DD-230064B9A8B8}"/>
          </ac:spMkLst>
        </pc:spChg>
        <pc:spChg chg="mod">
          <ac:chgData name="翟 锐" userId="fef11181f709266a" providerId="LiveId" clId="{9CBAED9C-ABD7-48FD-8455-4711A584ABD3}" dt="2020-10-25T13:52:31.579" v="3992" actId="14100"/>
          <ac:spMkLst>
            <pc:docMk/>
            <pc:sldMk cId="985978232" sldId="658"/>
            <ac:spMk id="74" creationId="{F614F7C8-32A0-4DFA-AB0E-38BDD5277E65}"/>
          </ac:spMkLst>
        </pc:spChg>
        <pc:spChg chg="mod">
          <ac:chgData name="翟 锐" userId="fef11181f709266a" providerId="LiveId" clId="{9CBAED9C-ABD7-48FD-8455-4711A584ABD3}" dt="2020-10-25T13:52:31.579" v="3992" actId="14100"/>
          <ac:spMkLst>
            <pc:docMk/>
            <pc:sldMk cId="985978232" sldId="658"/>
            <ac:spMk id="75" creationId="{732CB96B-39C1-4DD8-87BD-4247DEC493F8}"/>
          </ac:spMkLst>
        </pc:spChg>
        <pc:spChg chg="mod">
          <ac:chgData name="翟 锐" userId="fef11181f709266a" providerId="LiveId" clId="{9CBAED9C-ABD7-48FD-8455-4711A584ABD3}" dt="2020-10-25T13:52:31.579" v="3992" actId="14100"/>
          <ac:spMkLst>
            <pc:docMk/>
            <pc:sldMk cId="985978232" sldId="658"/>
            <ac:spMk id="76" creationId="{9D8F7200-72F5-4446-926E-20495BBFE4B5}"/>
          </ac:spMkLst>
        </pc:spChg>
        <pc:spChg chg="mod">
          <ac:chgData name="翟 锐" userId="fef11181f709266a" providerId="LiveId" clId="{9CBAED9C-ABD7-48FD-8455-4711A584ABD3}" dt="2020-10-25T13:52:31.579" v="3992" actId="14100"/>
          <ac:spMkLst>
            <pc:docMk/>
            <pc:sldMk cId="985978232" sldId="658"/>
            <ac:spMk id="77" creationId="{43590552-C90A-419E-9256-C0238ECD5AD2}"/>
          </ac:spMkLst>
        </pc:spChg>
        <pc:spChg chg="mod">
          <ac:chgData name="翟 锐" userId="fef11181f709266a" providerId="LiveId" clId="{9CBAED9C-ABD7-48FD-8455-4711A584ABD3}" dt="2020-10-25T13:52:31.579" v="3992" actId="14100"/>
          <ac:spMkLst>
            <pc:docMk/>
            <pc:sldMk cId="985978232" sldId="658"/>
            <ac:spMk id="78" creationId="{86A14823-F48D-49CC-A0A8-70AB289DFF10}"/>
          </ac:spMkLst>
        </pc:spChg>
        <pc:spChg chg="mod">
          <ac:chgData name="翟 锐" userId="fef11181f709266a" providerId="LiveId" clId="{9CBAED9C-ABD7-48FD-8455-4711A584ABD3}" dt="2020-10-25T13:52:31.579" v="3992" actId="14100"/>
          <ac:spMkLst>
            <pc:docMk/>
            <pc:sldMk cId="985978232" sldId="658"/>
            <ac:spMk id="79" creationId="{FD9FBCCD-1A20-4225-81C9-44EA89C23FA6}"/>
          </ac:spMkLst>
        </pc:spChg>
        <pc:spChg chg="mod">
          <ac:chgData name="翟 锐" userId="fef11181f709266a" providerId="LiveId" clId="{9CBAED9C-ABD7-48FD-8455-4711A584ABD3}" dt="2020-10-25T13:52:31.579" v="3992" actId="14100"/>
          <ac:spMkLst>
            <pc:docMk/>
            <pc:sldMk cId="985978232" sldId="658"/>
            <ac:spMk id="80" creationId="{5F8421FF-B693-49E1-B1E6-F567439A58CC}"/>
          </ac:spMkLst>
        </pc:spChg>
        <pc:spChg chg="mod">
          <ac:chgData name="翟 锐" userId="fef11181f709266a" providerId="LiveId" clId="{9CBAED9C-ABD7-48FD-8455-4711A584ABD3}" dt="2020-10-25T13:52:31.579" v="3992" actId="14100"/>
          <ac:spMkLst>
            <pc:docMk/>
            <pc:sldMk cId="985978232" sldId="658"/>
            <ac:spMk id="81" creationId="{231C78FB-D48B-45B5-A0FC-64AC07E425A6}"/>
          </ac:spMkLst>
        </pc:spChg>
        <pc:spChg chg="mod">
          <ac:chgData name="翟 锐" userId="fef11181f709266a" providerId="LiveId" clId="{9CBAED9C-ABD7-48FD-8455-4711A584ABD3}" dt="2020-10-25T13:52:31.579" v="3992" actId="14100"/>
          <ac:spMkLst>
            <pc:docMk/>
            <pc:sldMk cId="985978232" sldId="658"/>
            <ac:spMk id="82" creationId="{12B99969-6634-464E-B769-BC3A5FD0E2A6}"/>
          </ac:spMkLst>
        </pc:spChg>
        <pc:spChg chg="mod">
          <ac:chgData name="翟 锐" userId="fef11181f709266a" providerId="LiveId" clId="{9CBAED9C-ABD7-48FD-8455-4711A584ABD3}" dt="2020-10-25T13:52:31.579" v="3992" actId="14100"/>
          <ac:spMkLst>
            <pc:docMk/>
            <pc:sldMk cId="985978232" sldId="658"/>
            <ac:spMk id="83" creationId="{DB793B5E-AE00-492C-BBF5-623043FEB38F}"/>
          </ac:spMkLst>
        </pc:spChg>
        <pc:spChg chg="mod">
          <ac:chgData name="翟 锐" userId="fef11181f709266a" providerId="LiveId" clId="{9CBAED9C-ABD7-48FD-8455-4711A584ABD3}" dt="2020-10-25T13:52:31.579" v="3992" actId="14100"/>
          <ac:spMkLst>
            <pc:docMk/>
            <pc:sldMk cId="985978232" sldId="658"/>
            <ac:spMk id="84" creationId="{AB195596-6DD4-4F43-BDF2-460EABB1AE71}"/>
          </ac:spMkLst>
        </pc:spChg>
        <pc:spChg chg="mod">
          <ac:chgData name="翟 锐" userId="fef11181f709266a" providerId="LiveId" clId="{9CBAED9C-ABD7-48FD-8455-4711A584ABD3}" dt="2020-10-25T13:52:31.579" v="3992" actId="14100"/>
          <ac:spMkLst>
            <pc:docMk/>
            <pc:sldMk cId="985978232" sldId="658"/>
            <ac:spMk id="85" creationId="{AFC1F77A-E9B4-4D3C-8AEF-4CE2D5366D09}"/>
          </ac:spMkLst>
        </pc:spChg>
        <pc:spChg chg="mod">
          <ac:chgData name="翟 锐" userId="fef11181f709266a" providerId="LiveId" clId="{9CBAED9C-ABD7-48FD-8455-4711A584ABD3}" dt="2020-10-25T13:52:31.579" v="3992" actId="14100"/>
          <ac:spMkLst>
            <pc:docMk/>
            <pc:sldMk cId="985978232" sldId="658"/>
            <ac:spMk id="86" creationId="{265D3E67-E3B3-486A-87DB-78D01A756146}"/>
          </ac:spMkLst>
        </pc:spChg>
        <pc:spChg chg="mod">
          <ac:chgData name="翟 锐" userId="fef11181f709266a" providerId="LiveId" clId="{9CBAED9C-ABD7-48FD-8455-4711A584ABD3}" dt="2020-10-25T13:52:31.579" v="3992" actId="14100"/>
          <ac:spMkLst>
            <pc:docMk/>
            <pc:sldMk cId="985978232" sldId="658"/>
            <ac:spMk id="87" creationId="{F2FFCD3F-194A-4A01-9952-2DE8D2C03A4F}"/>
          </ac:spMkLst>
        </pc:spChg>
        <pc:spChg chg="mod">
          <ac:chgData name="翟 锐" userId="fef11181f709266a" providerId="LiveId" clId="{9CBAED9C-ABD7-48FD-8455-4711A584ABD3}" dt="2020-10-25T13:52:31.579" v="3992" actId="14100"/>
          <ac:spMkLst>
            <pc:docMk/>
            <pc:sldMk cId="985978232" sldId="658"/>
            <ac:spMk id="88" creationId="{F2EA93E7-649F-4F06-B063-B031EAD4F201}"/>
          </ac:spMkLst>
        </pc:spChg>
        <pc:spChg chg="mod">
          <ac:chgData name="翟 锐" userId="fef11181f709266a" providerId="LiveId" clId="{9CBAED9C-ABD7-48FD-8455-4711A584ABD3}" dt="2020-10-25T13:52:31.579" v="3992" actId="14100"/>
          <ac:spMkLst>
            <pc:docMk/>
            <pc:sldMk cId="985978232" sldId="658"/>
            <ac:spMk id="89" creationId="{7E1981D9-3D75-4A40-951F-2EDA447E458D}"/>
          </ac:spMkLst>
        </pc:spChg>
        <pc:spChg chg="mod">
          <ac:chgData name="翟 锐" userId="fef11181f709266a" providerId="LiveId" clId="{9CBAED9C-ABD7-48FD-8455-4711A584ABD3}" dt="2020-10-25T13:52:31.579" v="3992" actId="14100"/>
          <ac:spMkLst>
            <pc:docMk/>
            <pc:sldMk cId="985978232" sldId="658"/>
            <ac:spMk id="90" creationId="{66D33596-63B9-4A1C-AEB0-084D086C9B71}"/>
          </ac:spMkLst>
        </pc:spChg>
        <pc:spChg chg="mod">
          <ac:chgData name="翟 锐" userId="fef11181f709266a" providerId="LiveId" clId="{9CBAED9C-ABD7-48FD-8455-4711A584ABD3}" dt="2020-10-25T13:52:31.579" v="3992" actId="14100"/>
          <ac:spMkLst>
            <pc:docMk/>
            <pc:sldMk cId="985978232" sldId="658"/>
            <ac:spMk id="91" creationId="{96B7FD47-5320-424B-870A-EE6071DD3EBA}"/>
          </ac:spMkLst>
        </pc:spChg>
        <pc:spChg chg="mod">
          <ac:chgData name="翟 锐" userId="fef11181f709266a" providerId="LiveId" clId="{9CBAED9C-ABD7-48FD-8455-4711A584ABD3}" dt="2020-10-25T13:52:31.579" v="3992" actId="14100"/>
          <ac:spMkLst>
            <pc:docMk/>
            <pc:sldMk cId="985978232" sldId="658"/>
            <ac:spMk id="92" creationId="{660B0A90-A39F-42C1-BF2A-B6E89EBF345E}"/>
          </ac:spMkLst>
        </pc:spChg>
        <pc:spChg chg="mod">
          <ac:chgData name="翟 锐" userId="fef11181f709266a" providerId="LiveId" clId="{9CBAED9C-ABD7-48FD-8455-4711A584ABD3}" dt="2020-10-25T13:52:31.579" v="3992" actId="14100"/>
          <ac:spMkLst>
            <pc:docMk/>
            <pc:sldMk cId="985978232" sldId="658"/>
            <ac:spMk id="93" creationId="{47E07ACE-9DE1-4D40-9C95-18B2C8A914B2}"/>
          </ac:spMkLst>
        </pc:spChg>
        <pc:spChg chg="mod">
          <ac:chgData name="翟 锐" userId="fef11181f709266a" providerId="LiveId" clId="{9CBAED9C-ABD7-48FD-8455-4711A584ABD3}" dt="2020-10-25T13:52:31.579" v="3992" actId="14100"/>
          <ac:spMkLst>
            <pc:docMk/>
            <pc:sldMk cId="985978232" sldId="658"/>
            <ac:spMk id="94" creationId="{51749DBE-B01F-4638-A6B2-0A1A56805F77}"/>
          </ac:spMkLst>
        </pc:spChg>
        <pc:spChg chg="mod">
          <ac:chgData name="翟 锐" userId="fef11181f709266a" providerId="LiveId" clId="{9CBAED9C-ABD7-48FD-8455-4711A584ABD3}" dt="2020-10-25T13:52:31.579" v="3992" actId="14100"/>
          <ac:spMkLst>
            <pc:docMk/>
            <pc:sldMk cId="985978232" sldId="658"/>
            <ac:spMk id="95" creationId="{0D6A15E9-22FE-4E35-95FE-E60AD0E9F2F0}"/>
          </ac:spMkLst>
        </pc:spChg>
        <pc:spChg chg="mod">
          <ac:chgData name="翟 锐" userId="fef11181f709266a" providerId="LiveId" clId="{9CBAED9C-ABD7-48FD-8455-4711A584ABD3}" dt="2020-10-25T13:52:31.579" v="3992" actId="14100"/>
          <ac:spMkLst>
            <pc:docMk/>
            <pc:sldMk cId="985978232" sldId="658"/>
            <ac:spMk id="96" creationId="{7C24F469-864B-4661-8FE1-3F0B90D5E70B}"/>
          </ac:spMkLst>
        </pc:spChg>
        <pc:spChg chg="mod">
          <ac:chgData name="翟 锐" userId="fef11181f709266a" providerId="LiveId" clId="{9CBAED9C-ABD7-48FD-8455-4711A584ABD3}" dt="2020-10-25T13:52:31.579" v="3992" actId="14100"/>
          <ac:spMkLst>
            <pc:docMk/>
            <pc:sldMk cId="985978232" sldId="658"/>
            <ac:spMk id="97" creationId="{4558E737-EB46-4E44-A47A-BC64D59879C0}"/>
          </ac:spMkLst>
        </pc:spChg>
        <pc:spChg chg="mod">
          <ac:chgData name="翟 锐" userId="fef11181f709266a" providerId="LiveId" clId="{9CBAED9C-ABD7-48FD-8455-4711A584ABD3}" dt="2020-10-25T13:52:31.579" v="3992" actId="14100"/>
          <ac:spMkLst>
            <pc:docMk/>
            <pc:sldMk cId="985978232" sldId="658"/>
            <ac:spMk id="98" creationId="{9D772181-378A-4CF5-9217-47921F9CC5E3}"/>
          </ac:spMkLst>
        </pc:spChg>
        <pc:spChg chg="mod">
          <ac:chgData name="翟 锐" userId="fef11181f709266a" providerId="LiveId" clId="{9CBAED9C-ABD7-48FD-8455-4711A584ABD3}" dt="2020-10-25T13:52:31.579" v="3992" actId="14100"/>
          <ac:spMkLst>
            <pc:docMk/>
            <pc:sldMk cId="985978232" sldId="658"/>
            <ac:spMk id="99" creationId="{278E331B-5C27-4134-B0E1-DF0D1B9D250C}"/>
          </ac:spMkLst>
        </pc:spChg>
        <pc:spChg chg="mod">
          <ac:chgData name="翟 锐" userId="fef11181f709266a" providerId="LiveId" clId="{9CBAED9C-ABD7-48FD-8455-4711A584ABD3}" dt="2020-10-25T13:52:31.579" v="3992" actId="14100"/>
          <ac:spMkLst>
            <pc:docMk/>
            <pc:sldMk cId="985978232" sldId="658"/>
            <ac:spMk id="100" creationId="{E93B79B0-A857-4A17-9ACC-6AA8D5B22FE8}"/>
          </ac:spMkLst>
        </pc:spChg>
        <pc:spChg chg="mod">
          <ac:chgData name="翟 锐" userId="fef11181f709266a" providerId="LiveId" clId="{9CBAED9C-ABD7-48FD-8455-4711A584ABD3}" dt="2020-10-25T13:52:31.579" v="3992" actId="14100"/>
          <ac:spMkLst>
            <pc:docMk/>
            <pc:sldMk cId="985978232" sldId="658"/>
            <ac:spMk id="101" creationId="{9E895358-1871-4994-B439-6C2215A4CD54}"/>
          </ac:spMkLst>
        </pc:spChg>
        <pc:spChg chg="mod">
          <ac:chgData name="翟 锐" userId="fef11181f709266a" providerId="LiveId" clId="{9CBAED9C-ABD7-48FD-8455-4711A584ABD3}" dt="2020-10-25T13:52:31.579" v="3992" actId="14100"/>
          <ac:spMkLst>
            <pc:docMk/>
            <pc:sldMk cId="985978232" sldId="658"/>
            <ac:spMk id="102" creationId="{1EB96D9C-CAD3-43B2-8B78-323DB217AAC0}"/>
          </ac:spMkLst>
        </pc:spChg>
        <pc:spChg chg="mod">
          <ac:chgData name="翟 锐" userId="fef11181f709266a" providerId="LiveId" clId="{9CBAED9C-ABD7-48FD-8455-4711A584ABD3}" dt="2020-10-25T13:52:31.579" v="3992" actId="14100"/>
          <ac:spMkLst>
            <pc:docMk/>
            <pc:sldMk cId="985978232" sldId="658"/>
            <ac:spMk id="103" creationId="{6B07988F-13C5-4141-99D3-AE6AA065690F}"/>
          </ac:spMkLst>
        </pc:spChg>
        <pc:spChg chg="mod">
          <ac:chgData name="翟 锐" userId="fef11181f709266a" providerId="LiveId" clId="{9CBAED9C-ABD7-48FD-8455-4711A584ABD3}" dt="2020-10-25T13:52:31.579" v="3992" actId="14100"/>
          <ac:spMkLst>
            <pc:docMk/>
            <pc:sldMk cId="985978232" sldId="658"/>
            <ac:spMk id="104" creationId="{79B73770-CBEF-4EAE-ADCD-435AC5D698B3}"/>
          </ac:spMkLst>
        </pc:spChg>
        <pc:spChg chg="mod">
          <ac:chgData name="翟 锐" userId="fef11181f709266a" providerId="LiveId" clId="{9CBAED9C-ABD7-48FD-8455-4711A584ABD3}" dt="2020-10-25T13:52:31.579" v="3992" actId="14100"/>
          <ac:spMkLst>
            <pc:docMk/>
            <pc:sldMk cId="985978232" sldId="658"/>
            <ac:spMk id="105" creationId="{268B15DD-7C5F-4E1A-BC6A-8E138CC8BBDA}"/>
          </ac:spMkLst>
        </pc:spChg>
        <pc:spChg chg="mod">
          <ac:chgData name="翟 锐" userId="fef11181f709266a" providerId="LiveId" clId="{9CBAED9C-ABD7-48FD-8455-4711A584ABD3}" dt="2020-10-25T13:52:31.579" v="3992" actId="14100"/>
          <ac:spMkLst>
            <pc:docMk/>
            <pc:sldMk cId="985978232" sldId="658"/>
            <ac:spMk id="106" creationId="{12C7D7BA-1A86-4B77-BFBE-524379C10864}"/>
          </ac:spMkLst>
        </pc:spChg>
        <pc:spChg chg="mod">
          <ac:chgData name="翟 锐" userId="fef11181f709266a" providerId="LiveId" clId="{9CBAED9C-ABD7-48FD-8455-4711A584ABD3}" dt="2020-10-25T13:52:31.579" v="3992" actId="14100"/>
          <ac:spMkLst>
            <pc:docMk/>
            <pc:sldMk cId="985978232" sldId="658"/>
            <ac:spMk id="107" creationId="{FDEDFF6E-5C24-45B1-B59E-365DAF158EC1}"/>
          </ac:spMkLst>
        </pc:spChg>
        <pc:spChg chg="mod">
          <ac:chgData name="翟 锐" userId="fef11181f709266a" providerId="LiveId" clId="{9CBAED9C-ABD7-48FD-8455-4711A584ABD3}" dt="2020-10-25T13:52:31.579" v="3992" actId="14100"/>
          <ac:spMkLst>
            <pc:docMk/>
            <pc:sldMk cId="985978232" sldId="658"/>
            <ac:spMk id="108" creationId="{F506D229-3BA1-4499-B22A-A8157E90CCCC}"/>
          </ac:spMkLst>
        </pc:spChg>
        <pc:spChg chg="mod">
          <ac:chgData name="翟 锐" userId="fef11181f709266a" providerId="LiveId" clId="{9CBAED9C-ABD7-48FD-8455-4711A584ABD3}" dt="2020-10-25T13:52:31.579" v="3992" actId="14100"/>
          <ac:spMkLst>
            <pc:docMk/>
            <pc:sldMk cId="985978232" sldId="658"/>
            <ac:spMk id="109" creationId="{250D588A-635B-4614-860B-CD9BEDE89C51}"/>
          </ac:spMkLst>
        </pc:spChg>
        <pc:spChg chg="mod">
          <ac:chgData name="翟 锐" userId="fef11181f709266a" providerId="LiveId" clId="{9CBAED9C-ABD7-48FD-8455-4711A584ABD3}" dt="2020-10-25T13:52:31.579" v="3992" actId="14100"/>
          <ac:spMkLst>
            <pc:docMk/>
            <pc:sldMk cId="985978232" sldId="658"/>
            <ac:spMk id="110" creationId="{1D833DF1-3EED-4A17-9380-05FDA10FF418}"/>
          </ac:spMkLst>
        </pc:spChg>
        <pc:spChg chg="mod">
          <ac:chgData name="翟 锐" userId="fef11181f709266a" providerId="LiveId" clId="{9CBAED9C-ABD7-48FD-8455-4711A584ABD3}" dt="2020-10-25T13:52:31.579" v="3992" actId="14100"/>
          <ac:spMkLst>
            <pc:docMk/>
            <pc:sldMk cId="985978232" sldId="658"/>
            <ac:spMk id="111" creationId="{A9C57EBA-F810-4439-BAF7-B714BDFF907D}"/>
          </ac:spMkLst>
        </pc:spChg>
        <pc:spChg chg="mod">
          <ac:chgData name="翟 锐" userId="fef11181f709266a" providerId="LiveId" clId="{9CBAED9C-ABD7-48FD-8455-4711A584ABD3}" dt="2020-10-25T13:52:31.579" v="3992" actId="14100"/>
          <ac:spMkLst>
            <pc:docMk/>
            <pc:sldMk cId="985978232" sldId="658"/>
            <ac:spMk id="112" creationId="{953E1D92-B44F-4193-A8D0-DC3EFC5B258D}"/>
          </ac:spMkLst>
        </pc:spChg>
        <pc:spChg chg="mod">
          <ac:chgData name="翟 锐" userId="fef11181f709266a" providerId="LiveId" clId="{9CBAED9C-ABD7-48FD-8455-4711A584ABD3}" dt="2020-10-25T13:52:31.579" v="3992" actId="14100"/>
          <ac:spMkLst>
            <pc:docMk/>
            <pc:sldMk cId="985978232" sldId="658"/>
            <ac:spMk id="113" creationId="{EA167E1D-5B22-4F00-B55F-848DEC1AD352}"/>
          </ac:spMkLst>
        </pc:spChg>
        <pc:spChg chg="mod">
          <ac:chgData name="翟 锐" userId="fef11181f709266a" providerId="LiveId" clId="{9CBAED9C-ABD7-48FD-8455-4711A584ABD3}" dt="2020-10-25T13:52:31.579" v="3992" actId="14100"/>
          <ac:spMkLst>
            <pc:docMk/>
            <pc:sldMk cId="985978232" sldId="658"/>
            <ac:spMk id="114" creationId="{597A5FAC-6E97-4D5D-AEC9-8542047607E1}"/>
          </ac:spMkLst>
        </pc:spChg>
        <pc:spChg chg="mod">
          <ac:chgData name="翟 锐" userId="fef11181f709266a" providerId="LiveId" clId="{9CBAED9C-ABD7-48FD-8455-4711A584ABD3}" dt="2020-10-25T13:52:31.579" v="3992" actId="14100"/>
          <ac:spMkLst>
            <pc:docMk/>
            <pc:sldMk cId="985978232" sldId="658"/>
            <ac:spMk id="115" creationId="{EF6DA714-7CE3-47A8-9DDB-FED25ACF6E89}"/>
          </ac:spMkLst>
        </pc:spChg>
        <pc:spChg chg="mod">
          <ac:chgData name="翟 锐" userId="fef11181f709266a" providerId="LiveId" clId="{9CBAED9C-ABD7-48FD-8455-4711A584ABD3}" dt="2020-10-25T13:52:31.579" v="3992" actId="14100"/>
          <ac:spMkLst>
            <pc:docMk/>
            <pc:sldMk cId="985978232" sldId="658"/>
            <ac:spMk id="116" creationId="{2143D61C-C6FA-4233-AEC9-217E5A46569B}"/>
          </ac:spMkLst>
        </pc:spChg>
        <pc:spChg chg="mod">
          <ac:chgData name="翟 锐" userId="fef11181f709266a" providerId="LiveId" clId="{9CBAED9C-ABD7-48FD-8455-4711A584ABD3}" dt="2020-10-25T13:52:31.579" v="3992" actId="14100"/>
          <ac:spMkLst>
            <pc:docMk/>
            <pc:sldMk cId="985978232" sldId="658"/>
            <ac:spMk id="117" creationId="{04CD8B62-1CE8-4BF2-B603-8B3120705EAA}"/>
          </ac:spMkLst>
        </pc:spChg>
        <pc:spChg chg="mod">
          <ac:chgData name="翟 锐" userId="fef11181f709266a" providerId="LiveId" clId="{9CBAED9C-ABD7-48FD-8455-4711A584ABD3}" dt="2020-10-25T13:52:31.579" v="3992" actId="14100"/>
          <ac:spMkLst>
            <pc:docMk/>
            <pc:sldMk cId="985978232" sldId="658"/>
            <ac:spMk id="118" creationId="{2E90F058-1D4F-4D7C-8BED-D47B4D1A2B58}"/>
          </ac:spMkLst>
        </pc:spChg>
        <pc:spChg chg="mod">
          <ac:chgData name="翟 锐" userId="fef11181f709266a" providerId="LiveId" clId="{9CBAED9C-ABD7-48FD-8455-4711A584ABD3}" dt="2020-10-25T13:52:31.579" v="3992" actId="14100"/>
          <ac:spMkLst>
            <pc:docMk/>
            <pc:sldMk cId="985978232" sldId="658"/>
            <ac:spMk id="119" creationId="{5D214303-CB32-4C34-9D58-29B0AD270994}"/>
          </ac:spMkLst>
        </pc:spChg>
        <pc:spChg chg="mod">
          <ac:chgData name="翟 锐" userId="fef11181f709266a" providerId="LiveId" clId="{9CBAED9C-ABD7-48FD-8455-4711A584ABD3}" dt="2020-10-25T13:52:31.579" v="3992" actId="14100"/>
          <ac:spMkLst>
            <pc:docMk/>
            <pc:sldMk cId="985978232" sldId="658"/>
            <ac:spMk id="120" creationId="{21F31A1E-5457-447D-9B99-42136BB13E35}"/>
          </ac:spMkLst>
        </pc:spChg>
        <pc:grpChg chg="mod">
          <ac:chgData name="翟 锐" userId="fef11181f709266a" providerId="LiveId" clId="{9CBAED9C-ABD7-48FD-8455-4711A584ABD3}" dt="2020-10-25T13:52:31.579" v="3992" actId="14100"/>
          <ac:grpSpMkLst>
            <pc:docMk/>
            <pc:sldMk cId="985978232" sldId="658"/>
            <ac:grpSpMk id="3" creationId="{ADBAF459-7029-4087-A612-4C5D9925C51F}"/>
          </ac:grpSpMkLst>
        </pc:grpChg>
      </pc:sldChg>
      <pc:sldChg chg="add ord">
        <pc:chgData name="翟 锐" userId="fef11181f709266a" providerId="LiveId" clId="{9CBAED9C-ABD7-48FD-8455-4711A584ABD3}" dt="2020-10-08T12:35:00.739" v="3"/>
        <pc:sldMkLst>
          <pc:docMk/>
          <pc:sldMk cId="3733300327" sldId="659"/>
        </pc:sldMkLst>
      </pc:sldChg>
      <pc:sldChg chg="modSp mod">
        <pc:chgData name="翟 锐" userId="fef11181f709266a" providerId="LiveId" clId="{9CBAED9C-ABD7-48FD-8455-4711A584ABD3}" dt="2020-10-08T12:36:15.917" v="24"/>
        <pc:sldMkLst>
          <pc:docMk/>
          <pc:sldMk cId="3730942531" sldId="686"/>
        </pc:sldMkLst>
        <pc:spChg chg="mod">
          <ac:chgData name="翟 锐" userId="fef11181f709266a" providerId="LiveId" clId="{9CBAED9C-ABD7-48FD-8455-4711A584ABD3}" dt="2020-10-08T12:36:15.917" v="24"/>
          <ac:spMkLst>
            <pc:docMk/>
            <pc:sldMk cId="3730942531" sldId="686"/>
            <ac:spMk id="2" creationId="{1A343DEC-CFF6-41F5-B87C-0DFC08C67B76}"/>
          </ac:spMkLst>
        </pc:spChg>
      </pc:sldChg>
      <pc:sldChg chg="addSp modSp mod">
        <pc:chgData name="翟 锐" userId="fef11181f709266a" providerId="LiveId" clId="{9CBAED9C-ABD7-48FD-8455-4711A584ABD3}" dt="2020-10-20T12:25:08.113" v="953" actId="1076"/>
        <pc:sldMkLst>
          <pc:docMk/>
          <pc:sldMk cId="3611562700" sldId="687"/>
        </pc:sldMkLst>
        <pc:spChg chg="mod">
          <ac:chgData name="翟 锐" userId="fef11181f709266a" providerId="LiveId" clId="{9CBAED9C-ABD7-48FD-8455-4711A584ABD3}" dt="2020-10-20T12:24:55.557" v="948" actId="113"/>
          <ac:spMkLst>
            <pc:docMk/>
            <pc:sldMk cId="3611562700" sldId="687"/>
            <ac:spMk id="2" creationId="{1A343DEC-CFF6-41F5-B87C-0DFC08C67B76}"/>
          </ac:spMkLst>
        </pc:spChg>
        <pc:picChg chg="add mod">
          <ac:chgData name="翟 锐" userId="fef11181f709266a" providerId="LiveId" clId="{9CBAED9C-ABD7-48FD-8455-4711A584ABD3}" dt="2020-10-20T12:25:08.113" v="953" actId="1076"/>
          <ac:picMkLst>
            <pc:docMk/>
            <pc:sldMk cId="3611562700" sldId="687"/>
            <ac:picMk id="3" creationId="{D1530AE7-F7F7-4602-8DFD-6D7DFB85C309}"/>
          </ac:picMkLst>
        </pc:picChg>
      </pc:sldChg>
      <pc:sldChg chg="modSp mod modAnim">
        <pc:chgData name="翟 锐" userId="fef11181f709266a" providerId="LiveId" clId="{9CBAED9C-ABD7-48FD-8455-4711A584ABD3}" dt="2020-10-25T13:59:52.526" v="4066" actId="14100"/>
        <pc:sldMkLst>
          <pc:docMk/>
          <pc:sldMk cId="2212125707" sldId="688"/>
        </pc:sldMkLst>
        <pc:spChg chg="mod">
          <ac:chgData name="翟 锐" userId="fef11181f709266a" providerId="LiveId" clId="{9CBAED9C-ABD7-48FD-8455-4711A584ABD3}" dt="2020-10-25T13:59:52.526" v="4066" actId="14100"/>
          <ac:spMkLst>
            <pc:docMk/>
            <pc:sldMk cId="2212125707" sldId="688"/>
            <ac:spMk id="6" creationId="{AD12EDDB-659C-4FE1-B015-9B156E3C4EA3}"/>
          </ac:spMkLst>
        </pc:spChg>
      </pc:sldChg>
      <pc:sldChg chg="addSp delSp modSp mod">
        <pc:chgData name="翟 锐" userId="fef11181f709266a" providerId="LiveId" clId="{9CBAED9C-ABD7-48FD-8455-4711A584ABD3}" dt="2020-10-21T12:02:27.932" v="1562" actId="58"/>
        <pc:sldMkLst>
          <pc:docMk/>
          <pc:sldMk cId="2727990059" sldId="689"/>
        </pc:sldMkLst>
        <pc:spChg chg="mod">
          <ac:chgData name="翟 锐" userId="fef11181f709266a" providerId="LiveId" clId="{9CBAED9C-ABD7-48FD-8455-4711A584ABD3}" dt="2020-10-19T15:58:33.438" v="678" actId="207"/>
          <ac:spMkLst>
            <pc:docMk/>
            <pc:sldMk cId="2727990059" sldId="689"/>
            <ac:spMk id="6" creationId="{95937022-AA19-4223-9FC7-5EB69B8E74EE}"/>
          </ac:spMkLst>
        </pc:spChg>
        <pc:spChg chg="mod">
          <ac:chgData name="翟 锐" userId="fef11181f709266a" providerId="LiveId" clId="{9CBAED9C-ABD7-48FD-8455-4711A584ABD3}" dt="2020-10-21T12:02:27.932" v="1562" actId="58"/>
          <ac:spMkLst>
            <pc:docMk/>
            <pc:sldMk cId="2727990059" sldId="689"/>
            <ac:spMk id="39" creationId="{772053F9-D392-491D-A6A6-0C3592D81E1A}"/>
          </ac:spMkLst>
        </pc:spChg>
        <pc:spChg chg="add del mod">
          <ac:chgData name="翟 锐" userId="fef11181f709266a" providerId="LiveId" clId="{9CBAED9C-ABD7-48FD-8455-4711A584ABD3}" dt="2020-10-19T16:03:54.736" v="692" actId="478"/>
          <ac:spMkLst>
            <pc:docMk/>
            <pc:sldMk cId="2727990059" sldId="689"/>
            <ac:spMk id="40" creationId="{D3AC6BC4-D6B2-4FE9-A749-B2F6DD204B85}"/>
          </ac:spMkLst>
        </pc:spChg>
      </pc:sldChg>
      <pc:sldChg chg="addSp delSp modSp del mod">
        <pc:chgData name="翟 锐" userId="fef11181f709266a" providerId="LiveId" clId="{9CBAED9C-ABD7-48FD-8455-4711A584ABD3}" dt="2020-10-19T16:37:50.812" v="875" actId="47"/>
        <pc:sldMkLst>
          <pc:docMk/>
          <pc:sldMk cId="287784422" sldId="691"/>
        </pc:sldMkLst>
        <pc:spChg chg="add mod">
          <ac:chgData name="翟 锐" userId="fef11181f709266a" providerId="LiveId" clId="{9CBAED9C-ABD7-48FD-8455-4711A584ABD3}" dt="2020-10-19T16:19:52.122" v="849"/>
          <ac:spMkLst>
            <pc:docMk/>
            <pc:sldMk cId="287784422" sldId="691"/>
            <ac:spMk id="3" creationId="{AD88885A-85AC-4834-AE82-EC590992A846}"/>
          </ac:spMkLst>
        </pc:spChg>
        <pc:spChg chg="del">
          <ac:chgData name="翟 锐" userId="fef11181f709266a" providerId="LiveId" clId="{9CBAED9C-ABD7-48FD-8455-4711A584ABD3}" dt="2020-10-19T16:18:34.286" v="827" actId="478"/>
          <ac:spMkLst>
            <pc:docMk/>
            <pc:sldMk cId="287784422" sldId="691"/>
            <ac:spMk id="4" creationId="{F3DDCC25-7CC0-417B-A0BF-78E64CFF23E7}"/>
          </ac:spMkLst>
        </pc:spChg>
        <pc:spChg chg="mod">
          <ac:chgData name="翟 锐" userId="fef11181f709266a" providerId="LiveId" clId="{9CBAED9C-ABD7-48FD-8455-4711A584ABD3}" dt="2020-10-19T16:16:46.042" v="738" actId="20577"/>
          <ac:spMkLst>
            <pc:docMk/>
            <pc:sldMk cId="287784422" sldId="691"/>
            <ac:spMk id="6" creationId="{E1D9DBFB-EFB9-41C0-86A1-DA4FB6653DCB}"/>
          </ac:spMkLst>
        </pc:spChg>
        <pc:spChg chg="del">
          <ac:chgData name="翟 锐" userId="fef11181f709266a" providerId="LiveId" clId="{9CBAED9C-ABD7-48FD-8455-4711A584ABD3}" dt="2020-10-19T16:18:32.959" v="826" actId="478"/>
          <ac:spMkLst>
            <pc:docMk/>
            <pc:sldMk cId="287784422" sldId="691"/>
            <ac:spMk id="12" creationId="{867B56CC-48A1-459A-A8BB-2959753AE730}"/>
          </ac:spMkLst>
        </pc:spChg>
        <pc:spChg chg="add del">
          <ac:chgData name="翟 锐" userId="fef11181f709266a" providerId="LiveId" clId="{9CBAED9C-ABD7-48FD-8455-4711A584ABD3}" dt="2020-10-19T16:15:04.343" v="713" actId="22"/>
          <ac:spMkLst>
            <pc:docMk/>
            <pc:sldMk cId="287784422" sldId="691"/>
            <ac:spMk id="13" creationId="{8B7331D3-C29D-41C1-9836-C93D89B7ED52}"/>
          </ac:spMkLst>
        </pc:spChg>
        <pc:spChg chg="del">
          <ac:chgData name="翟 锐" userId="fef11181f709266a" providerId="LiveId" clId="{9CBAED9C-ABD7-48FD-8455-4711A584ABD3}" dt="2020-10-19T16:18:36.536" v="829" actId="478"/>
          <ac:spMkLst>
            <pc:docMk/>
            <pc:sldMk cId="287784422" sldId="691"/>
            <ac:spMk id="16" creationId="{5868BDE8-8DDD-402F-9E38-818DAE2C5C76}"/>
          </ac:spMkLst>
        </pc:spChg>
        <pc:spChg chg="del">
          <ac:chgData name="翟 锐" userId="fef11181f709266a" providerId="LiveId" clId="{9CBAED9C-ABD7-48FD-8455-4711A584ABD3}" dt="2020-10-19T16:18:35.591" v="828" actId="478"/>
          <ac:spMkLst>
            <pc:docMk/>
            <pc:sldMk cId="287784422" sldId="691"/>
            <ac:spMk id="17" creationId="{70DDB690-1FAC-4300-B67C-1974BAA6BB5B}"/>
          </ac:spMkLst>
        </pc:spChg>
        <pc:spChg chg="add mod">
          <ac:chgData name="翟 锐" userId="fef11181f709266a" providerId="LiveId" clId="{9CBAED9C-ABD7-48FD-8455-4711A584ABD3}" dt="2020-10-19T16:19:18.983" v="840" actId="108"/>
          <ac:spMkLst>
            <pc:docMk/>
            <pc:sldMk cId="287784422" sldId="691"/>
            <ac:spMk id="18" creationId="{93002880-E5AD-4B7A-B3A2-3126E2D55034}"/>
          </ac:spMkLst>
        </pc:spChg>
        <pc:spChg chg="mod">
          <ac:chgData name="翟 锐" userId="fef11181f709266a" providerId="LiveId" clId="{9CBAED9C-ABD7-48FD-8455-4711A584ABD3}" dt="2020-10-19T16:19:41.693" v="841" actId="207"/>
          <ac:spMkLst>
            <pc:docMk/>
            <pc:sldMk cId="287784422" sldId="691"/>
            <ac:spMk id="19" creationId="{DAE8569D-83F1-4956-A9A2-34234EF4FAF3}"/>
          </ac:spMkLst>
        </pc:spChg>
        <pc:spChg chg="add mod">
          <ac:chgData name="翟 锐" userId="fef11181f709266a" providerId="LiveId" clId="{9CBAED9C-ABD7-48FD-8455-4711A584ABD3}" dt="2020-10-19T16:20:49.873" v="859" actId="115"/>
          <ac:spMkLst>
            <pc:docMk/>
            <pc:sldMk cId="287784422" sldId="691"/>
            <ac:spMk id="20" creationId="{98510882-381E-4670-A47F-D483C2A4CC07}"/>
          </ac:spMkLst>
        </pc:spChg>
        <pc:spChg chg="add mod">
          <ac:chgData name="翟 锐" userId="fef11181f709266a" providerId="LiveId" clId="{9CBAED9C-ABD7-48FD-8455-4711A584ABD3}" dt="2020-10-19T16:37:09.040" v="872" actId="1076"/>
          <ac:spMkLst>
            <pc:docMk/>
            <pc:sldMk cId="287784422" sldId="691"/>
            <ac:spMk id="21" creationId="{1764BABB-5EB1-45BE-89AF-25C9F380F33D}"/>
          </ac:spMkLst>
        </pc:spChg>
        <pc:cxnChg chg="add mod">
          <ac:chgData name="翟 锐" userId="fef11181f709266a" providerId="LiveId" clId="{9CBAED9C-ABD7-48FD-8455-4711A584ABD3}" dt="2020-10-19T16:37:12.752" v="873" actId="14100"/>
          <ac:cxnSpMkLst>
            <pc:docMk/>
            <pc:sldMk cId="287784422" sldId="691"/>
            <ac:cxnSpMk id="10" creationId="{D5C154B9-7FA6-4F50-B750-FD7B5F38D43A}"/>
          </ac:cxnSpMkLst>
        </pc:cxnChg>
      </pc:sldChg>
      <pc:sldChg chg="del">
        <pc:chgData name="翟 锐" userId="fef11181f709266a" providerId="LiveId" clId="{9CBAED9C-ABD7-48FD-8455-4711A584ABD3}" dt="2020-10-21T12:11:37.293" v="2238" actId="47"/>
        <pc:sldMkLst>
          <pc:docMk/>
          <pc:sldMk cId="643012992" sldId="692"/>
        </pc:sldMkLst>
      </pc:sldChg>
      <pc:sldChg chg="addSp delSp modSp mod">
        <pc:chgData name="翟 锐" userId="fef11181f709266a" providerId="LiveId" clId="{9CBAED9C-ABD7-48FD-8455-4711A584ABD3}" dt="2020-10-21T12:13:26.774" v="2252" actId="113"/>
        <pc:sldMkLst>
          <pc:docMk/>
          <pc:sldMk cId="4134227647" sldId="693"/>
        </pc:sldMkLst>
        <pc:spChg chg="mod">
          <ac:chgData name="翟 锐" userId="fef11181f709266a" providerId="LiveId" clId="{9CBAED9C-ABD7-48FD-8455-4711A584ABD3}" dt="2020-10-21T12:13:26.774" v="2252" actId="113"/>
          <ac:spMkLst>
            <pc:docMk/>
            <pc:sldMk cId="4134227647" sldId="693"/>
            <ac:spMk id="2" creationId="{1A343DEC-CFF6-41F5-B87C-0DFC08C67B76}"/>
          </ac:spMkLst>
        </pc:spChg>
        <pc:spChg chg="add del mod ord">
          <ac:chgData name="翟 锐" userId="fef11181f709266a" providerId="LiveId" clId="{9CBAED9C-ABD7-48FD-8455-4711A584ABD3}" dt="2020-10-21T12:04:24.411" v="1628" actId="11529"/>
          <ac:spMkLst>
            <pc:docMk/>
            <pc:sldMk cId="4134227647" sldId="693"/>
            <ac:spMk id="3" creationId="{BF8E6806-822B-4BAD-8485-1DF506782697}"/>
          </ac:spMkLst>
        </pc:spChg>
        <pc:spChg chg="mod">
          <ac:chgData name="翟 锐" userId="fef11181f709266a" providerId="LiveId" clId="{9CBAED9C-ABD7-48FD-8455-4711A584ABD3}" dt="2020-10-21T12:03:22.689" v="1565" actId="1076"/>
          <ac:spMkLst>
            <pc:docMk/>
            <pc:sldMk cId="4134227647" sldId="693"/>
            <ac:spMk id="4" creationId="{DAAA28F1-2A04-4622-AA8F-A35E68FF684B}"/>
          </ac:spMkLst>
        </pc:spChg>
        <pc:spChg chg="mod">
          <ac:chgData name="翟 锐" userId="fef11181f709266a" providerId="LiveId" clId="{9CBAED9C-ABD7-48FD-8455-4711A584ABD3}" dt="2020-10-21T12:03:26.153" v="1566" actId="1076"/>
          <ac:spMkLst>
            <pc:docMk/>
            <pc:sldMk cId="4134227647" sldId="693"/>
            <ac:spMk id="5" creationId="{71BB1DBC-DCF2-4FD0-BFA2-E147AD8FEE19}"/>
          </ac:spMkLst>
        </pc:spChg>
        <pc:spChg chg="mod">
          <ac:chgData name="翟 锐" userId="fef11181f709266a" providerId="LiveId" clId="{9CBAED9C-ABD7-48FD-8455-4711A584ABD3}" dt="2020-10-21T12:12:09.856" v="2241" actId="14100"/>
          <ac:spMkLst>
            <pc:docMk/>
            <pc:sldMk cId="4134227647" sldId="693"/>
            <ac:spMk id="6" creationId="{B8F20B85-0A18-4B58-8B9B-B7F9351102F8}"/>
          </ac:spMkLst>
        </pc:spChg>
        <pc:spChg chg="mod">
          <ac:chgData name="翟 锐" userId="fef11181f709266a" providerId="LiveId" clId="{9CBAED9C-ABD7-48FD-8455-4711A584ABD3}" dt="2020-10-21T12:04:23.331" v="1626" actId="1076"/>
          <ac:spMkLst>
            <pc:docMk/>
            <pc:sldMk cId="4134227647" sldId="693"/>
            <ac:spMk id="7" creationId="{74B0B27D-C9AC-492A-A394-7E61BF95C9B9}"/>
          </ac:spMkLst>
        </pc:spChg>
        <pc:spChg chg="add mod">
          <ac:chgData name="翟 锐" userId="fef11181f709266a" providerId="LiveId" clId="{9CBAED9C-ABD7-48FD-8455-4711A584ABD3}" dt="2020-10-21T12:05:27.984" v="1653" actId="1076"/>
          <ac:spMkLst>
            <pc:docMk/>
            <pc:sldMk cId="4134227647" sldId="693"/>
            <ac:spMk id="12" creationId="{E9F8827C-0F5D-4690-808F-C0C23DCD51A7}"/>
          </ac:spMkLst>
        </pc:spChg>
      </pc:sldChg>
      <pc:sldChg chg="addSp modSp mod">
        <pc:chgData name="翟 锐" userId="fef11181f709266a" providerId="LiveId" clId="{9CBAED9C-ABD7-48FD-8455-4711A584ABD3}" dt="2020-10-21T12:12:52.216" v="2245" actId="1076"/>
        <pc:sldMkLst>
          <pc:docMk/>
          <pc:sldMk cId="52853338" sldId="694"/>
        </pc:sldMkLst>
        <pc:spChg chg="mod">
          <ac:chgData name="翟 锐" userId="fef11181f709266a" providerId="LiveId" clId="{9CBAED9C-ABD7-48FD-8455-4711A584ABD3}" dt="2020-10-21T12:06:51.514" v="1696" actId="20577"/>
          <ac:spMkLst>
            <pc:docMk/>
            <pc:sldMk cId="52853338" sldId="694"/>
            <ac:spMk id="2" creationId="{1A343DEC-CFF6-41F5-B87C-0DFC08C67B76}"/>
          </ac:spMkLst>
        </pc:spChg>
        <pc:spChg chg="add mod">
          <ac:chgData name="翟 锐" userId="fef11181f709266a" providerId="LiveId" clId="{9CBAED9C-ABD7-48FD-8455-4711A584ABD3}" dt="2020-10-21T12:12:52.216" v="2245" actId="1076"/>
          <ac:spMkLst>
            <pc:docMk/>
            <pc:sldMk cId="52853338" sldId="694"/>
            <ac:spMk id="6" creationId="{5282CFDE-46B0-4280-B3BB-0FD6923427E3}"/>
          </ac:spMkLst>
        </pc:spChg>
        <pc:spChg chg="add mod">
          <ac:chgData name="翟 锐" userId="fef11181f709266a" providerId="LiveId" clId="{9CBAED9C-ABD7-48FD-8455-4711A584ABD3}" dt="2020-10-21T12:12:49.981" v="2243" actId="1076"/>
          <ac:spMkLst>
            <pc:docMk/>
            <pc:sldMk cId="52853338" sldId="694"/>
            <ac:spMk id="9" creationId="{B91ACB83-237B-44B1-96C8-218E899342FA}"/>
          </ac:spMkLst>
        </pc:spChg>
      </pc:sldChg>
      <pc:sldChg chg="modSp add del mod ord">
        <pc:chgData name="翟 锐" userId="fef11181f709266a" providerId="LiveId" clId="{9CBAED9C-ABD7-48FD-8455-4711A584ABD3}" dt="2020-10-20T14:51:20.720" v="975"/>
        <pc:sldMkLst>
          <pc:docMk/>
          <pc:sldMk cId="1098288676" sldId="695"/>
        </pc:sldMkLst>
        <pc:spChg chg="mod">
          <ac:chgData name="翟 锐" userId="fef11181f709266a" providerId="LiveId" clId="{9CBAED9C-ABD7-48FD-8455-4711A584ABD3}" dt="2020-10-20T14:51:11.516" v="973" actId="20577"/>
          <ac:spMkLst>
            <pc:docMk/>
            <pc:sldMk cId="1098288676" sldId="695"/>
            <ac:spMk id="2" creationId="{1A343DEC-CFF6-41F5-B87C-0DFC08C67B76}"/>
          </ac:spMkLst>
        </pc:spChg>
      </pc:sldChg>
      <pc:sldChg chg="modSp mod">
        <pc:chgData name="翟 锐" userId="fef11181f709266a" providerId="LiveId" clId="{9CBAED9C-ABD7-48FD-8455-4711A584ABD3}" dt="2020-10-20T14:52:11.035" v="989" actId="113"/>
        <pc:sldMkLst>
          <pc:docMk/>
          <pc:sldMk cId="2140129292" sldId="697"/>
        </pc:sldMkLst>
        <pc:spChg chg="mod">
          <ac:chgData name="翟 锐" userId="fef11181f709266a" providerId="LiveId" clId="{9CBAED9C-ABD7-48FD-8455-4711A584ABD3}" dt="2020-10-20T14:52:11.035" v="989" actId="113"/>
          <ac:spMkLst>
            <pc:docMk/>
            <pc:sldMk cId="2140129292" sldId="697"/>
            <ac:spMk id="2" creationId="{1A343DEC-CFF6-41F5-B87C-0DFC08C67B76}"/>
          </ac:spMkLst>
        </pc:spChg>
      </pc:sldChg>
      <pc:sldChg chg="modSp mod">
        <pc:chgData name="翟 锐" userId="fef11181f709266a" providerId="LiveId" clId="{9CBAED9C-ABD7-48FD-8455-4711A584ABD3}" dt="2020-10-21T10:20:57.030" v="1218" actId="108"/>
        <pc:sldMkLst>
          <pc:docMk/>
          <pc:sldMk cId="3750096411" sldId="698"/>
        </pc:sldMkLst>
        <pc:spChg chg="mod">
          <ac:chgData name="翟 锐" userId="fef11181f709266a" providerId="LiveId" clId="{9CBAED9C-ABD7-48FD-8455-4711A584ABD3}" dt="2020-10-21T10:20:57.030" v="1218" actId="108"/>
          <ac:spMkLst>
            <pc:docMk/>
            <pc:sldMk cId="3750096411" sldId="698"/>
            <ac:spMk id="2" creationId="{1A343DEC-CFF6-41F5-B87C-0DFC08C67B76}"/>
          </ac:spMkLst>
        </pc:spChg>
      </pc:sldChg>
      <pc:sldChg chg="addSp modSp mod">
        <pc:chgData name="翟 锐" userId="fef11181f709266a" providerId="LiveId" clId="{9CBAED9C-ABD7-48FD-8455-4711A584ABD3}" dt="2020-10-23T14:55:10.415" v="3901"/>
        <pc:sldMkLst>
          <pc:docMk/>
          <pc:sldMk cId="1173353930" sldId="699"/>
        </pc:sldMkLst>
        <pc:spChg chg="add mod">
          <ac:chgData name="翟 锐" userId="fef11181f709266a" providerId="LiveId" clId="{9CBAED9C-ABD7-48FD-8455-4711A584ABD3}" dt="2020-10-20T15:00:39.751" v="1077" actId="1076"/>
          <ac:spMkLst>
            <pc:docMk/>
            <pc:sldMk cId="1173353930" sldId="699"/>
            <ac:spMk id="2" creationId="{23733BDF-8561-4F2F-B09D-82BA3A0771CF}"/>
          </ac:spMkLst>
        </pc:spChg>
        <pc:spChg chg="mod">
          <ac:chgData name="翟 锐" userId="fef11181f709266a" providerId="LiveId" clId="{9CBAED9C-ABD7-48FD-8455-4711A584ABD3}" dt="2020-10-20T14:57:04.589" v="1037" actId="1037"/>
          <ac:spMkLst>
            <pc:docMk/>
            <pc:sldMk cId="1173353930" sldId="699"/>
            <ac:spMk id="3" creationId="{4FAF013D-13F5-4AE2-9AD9-3A6AE91F1E77}"/>
          </ac:spMkLst>
        </pc:spChg>
        <pc:spChg chg="mod">
          <ac:chgData name="翟 锐" userId="fef11181f709266a" providerId="LiveId" clId="{9CBAED9C-ABD7-48FD-8455-4711A584ABD3}" dt="2020-10-20T14:57:04.589" v="1037" actId="1037"/>
          <ac:spMkLst>
            <pc:docMk/>
            <pc:sldMk cId="1173353930" sldId="699"/>
            <ac:spMk id="4" creationId="{7B8F0916-5BFB-4FF6-8B1E-025AAB45844B}"/>
          </ac:spMkLst>
        </pc:spChg>
        <pc:spChg chg="mod">
          <ac:chgData name="翟 锐" userId="fef11181f709266a" providerId="LiveId" clId="{9CBAED9C-ABD7-48FD-8455-4711A584ABD3}" dt="2020-10-20T14:57:04.589" v="1037" actId="1037"/>
          <ac:spMkLst>
            <pc:docMk/>
            <pc:sldMk cId="1173353930" sldId="699"/>
            <ac:spMk id="5" creationId="{178CC899-E83F-41FF-95DD-1DBCFF2B8566}"/>
          </ac:spMkLst>
        </pc:spChg>
        <pc:spChg chg="mod">
          <ac:chgData name="翟 锐" userId="fef11181f709266a" providerId="LiveId" clId="{9CBAED9C-ABD7-48FD-8455-4711A584ABD3}" dt="2020-10-20T14:57:04.589" v="1037" actId="1037"/>
          <ac:spMkLst>
            <pc:docMk/>
            <pc:sldMk cId="1173353930" sldId="699"/>
            <ac:spMk id="7" creationId="{9F242A11-ABD8-4467-A44E-96A36C4A5606}"/>
          </ac:spMkLst>
        </pc:spChg>
        <pc:spChg chg="mod">
          <ac:chgData name="翟 锐" userId="fef11181f709266a" providerId="LiveId" clId="{9CBAED9C-ABD7-48FD-8455-4711A584ABD3}" dt="2020-10-20T14:57:04.589" v="1037" actId="1037"/>
          <ac:spMkLst>
            <pc:docMk/>
            <pc:sldMk cId="1173353930" sldId="699"/>
            <ac:spMk id="9" creationId="{09D98AD3-928E-419B-B3DD-A7E378FD6885}"/>
          </ac:spMkLst>
        </pc:spChg>
        <pc:spChg chg="mod">
          <ac:chgData name="翟 锐" userId="fef11181f709266a" providerId="LiveId" clId="{9CBAED9C-ABD7-48FD-8455-4711A584ABD3}" dt="2020-10-20T14:57:04.589" v="1037" actId="1037"/>
          <ac:spMkLst>
            <pc:docMk/>
            <pc:sldMk cId="1173353930" sldId="699"/>
            <ac:spMk id="11" creationId="{0ADA5E53-24DB-4919-9632-5D30AD189F93}"/>
          </ac:spMkLst>
        </pc:spChg>
        <pc:spChg chg="mod">
          <ac:chgData name="翟 锐" userId="fef11181f709266a" providerId="LiveId" clId="{9CBAED9C-ABD7-48FD-8455-4711A584ABD3}" dt="2020-10-20T14:57:04.589" v="1037" actId="1037"/>
          <ac:spMkLst>
            <pc:docMk/>
            <pc:sldMk cId="1173353930" sldId="699"/>
            <ac:spMk id="13" creationId="{AF5E45A9-0609-4642-BD90-16AC0ED17AEC}"/>
          </ac:spMkLst>
        </pc:spChg>
        <pc:spChg chg="mod">
          <ac:chgData name="翟 锐" userId="fef11181f709266a" providerId="LiveId" clId="{9CBAED9C-ABD7-48FD-8455-4711A584ABD3}" dt="2020-10-20T14:57:04.589" v="1037" actId="1037"/>
          <ac:spMkLst>
            <pc:docMk/>
            <pc:sldMk cId="1173353930" sldId="699"/>
            <ac:spMk id="15" creationId="{70B577F6-04F0-48CF-8020-E2F3EBC6DF81}"/>
          </ac:spMkLst>
        </pc:spChg>
        <pc:spChg chg="mod">
          <ac:chgData name="翟 锐" userId="fef11181f709266a" providerId="LiveId" clId="{9CBAED9C-ABD7-48FD-8455-4711A584ABD3}" dt="2020-10-20T14:57:04.589" v="1037" actId="1037"/>
          <ac:spMkLst>
            <pc:docMk/>
            <pc:sldMk cId="1173353930" sldId="699"/>
            <ac:spMk id="17" creationId="{B78D151A-90B7-40A0-89A1-EDC3B621D3A9}"/>
          </ac:spMkLst>
        </pc:spChg>
        <pc:spChg chg="mod">
          <ac:chgData name="翟 锐" userId="fef11181f709266a" providerId="LiveId" clId="{9CBAED9C-ABD7-48FD-8455-4711A584ABD3}" dt="2020-10-20T14:57:04.589" v="1037" actId="1037"/>
          <ac:spMkLst>
            <pc:docMk/>
            <pc:sldMk cId="1173353930" sldId="699"/>
            <ac:spMk id="19" creationId="{5B9F6A56-4C22-44AF-A534-B6E60B85BB05}"/>
          </ac:spMkLst>
        </pc:spChg>
        <pc:spChg chg="mod">
          <ac:chgData name="翟 锐" userId="fef11181f709266a" providerId="LiveId" clId="{9CBAED9C-ABD7-48FD-8455-4711A584ABD3}" dt="2020-10-20T14:57:04.589" v="1037" actId="1037"/>
          <ac:spMkLst>
            <pc:docMk/>
            <pc:sldMk cId="1173353930" sldId="699"/>
            <ac:spMk id="21" creationId="{4ABE1674-E9E8-457B-B40C-AA29B57DA6C6}"/>
          </ac:spMkLst>
        </pc:spChg>
        <pc:spChg chg="mod">
          <ac:chgData name="翟 锐" userId="fef11181f709266a" providerId="LiveId" clId="{9CBAED9C-ABD7-48FD-8455-4711A584ABD3}" dt="2020-10-20T14:57:04.589" v="1037" actId="1037"/>
          <ac:spMkLst>
            <pc:docMk/>
            <pc:sldMk cId="1173353930" sldId="699"/>
            <ac:spMk id="23" creationId="{6F674EB9-C9F4-4066-8894-FA2E8751B0DE}"/>
          </ac:spMkLst>
        </pc:spChg>
        <pc:spChg chg="mod">
          <ac:chgData name="翟 锐" userId="fef11181f709266a" providerId="LiveId" clId="{9CBAED9C-ABD7-48FD-8455-4711A584ABD3}" dt="2020-10-20T14:57:04.589" v="1037" actId="1037"/>
          <ac:spMkLst>
            <pc:docMk/>
            <pc:sldMk cId="1173353930" sldId="699"/>
            <ac:spMk id="25" creationId="{4E29766A-809D-462F-9EDE-95F78D2D239E}"/>
          </ac:spMkLst>
        </pc:spChg>
        <pc:spChg chg="mod">
          <ac:chgData name="翟 锐" userId="fef11181f709266a" providerId="LiveId" clId="{9CBAED9C-ABD7-48FD-8455-4711A584ABD3}" dt="2020-10-20T14:57:04.589" v="1037" actId="1037"/>
          <ac:spMkLst>
            <pc:docMk/>
            <pc:sldMk cId="1173353930" sldId="699"/>
            <ac:spMk id="27" creationId="{7E7C744E-C66C-4217-9184-DAF22A839289}"/>
          </ac:spMkLst>
        </pc:spChg>
        <pc:spChg chg="mod">
          <ac:chgData name="翟 锐" userId="fef11181f709266a" providerId="LiveId" clId="{9CBAED9C-ABD7-48FD-8455-4711A584ABD3}" dt="2020-10-20T14:57:04.589" v="1037" actId="1037"/>
          <ac:spMkLst>
            <pc:docMk/>
            <pc:sldMk cId="1173353930" sldId="699"/>
            <ac:spMk id="29" creationId="{02FAA934-85D5-4479-BDB9-70CFA32DE9D0}"/>
          </ac:spMkLst>
        </pc:spChg>
        <pc:spChg chg="mod">
          <ac:chgData name="翟 锐" userId="fef11181f709266a" providerId="LiveId" clId="{9CBAED9C-ABD7-48FD-8455-4711A584ABD3}" dt="2020-10-20T14:57:04.589" v="1037" actId="1037"/>
          <ac:spMkLst>
            <pc:docMk/>
            <pc:sldMk cId="1173353930" sldId="699"/>
            <ac:spMk id="31" creationId="{10D67890-7AF7-457B-A90E-6A0F440EFAB6}"/>
          </ac:spMkLst>
        </pc:spChg>
        <pc:spChg chg="mod">
          <ac:chgData name="翟 锐" userId="fef11181f709266a" providerId="LiveId" clId="{9CBAED9C-ABD7-48FD-8455-4711A584ABD3}" dt="2020-10-20T14:53:25.506" v="1001" actId="20577"/>
          <ac:spMkLst>
            <pc:docMk/>
            <pc:sldMk cId="1173353930" sldId="699"/>
            <ac:spMk id="35" creationId="{00000000-0000-0000-0000-000000000000}"/>
          </ac:spMkLst>
        </pc:spChg>
        <pc:spChg chg="mod">
          <ac:chgData name="翟 锐" userId="fef11181f709266a" providerId="LiveId" clId="{9CBAED9C-ABD7-48FD-8455-4711A584ABD3}" dt="2020-10-20T14:57:04.589" v="1037" actId="1037"/>
          <ac:spMkLst>
            <pc:docMk/>
            <pc:sldMk cId="1173353930" sldId="699"/>
            <ac:spMk id="39" creationId="{E3DB3FB3-CC50-4C67-A200-2938B14BB71C}"/>
          </ac:spMkLst>
        </pc:spChg>
        <pc:spChg chg="mod">
          <ac:chgData name="翟 锐" userId="fef11181f709266a" providerId="LiveId" clId="{9CBAED9C-ABD7-48FD-8455-4711A584ABD3}" dt="2020-10-20T14:57:04.589" v="1037" actId="1037"/>
          <ac:spMkLst>
            <pc:docMk/>
            <pc:sldMk cId="1173353930" sldId="699"/>
            <ac:spMk id="41" creationId="{BE194026-752F-4C42-8E25-E9A45D4D78A3}"/>
          </ac:spMkLst>
        </pc:spChg>
        <pc:spChg chg="mod">
          <ac:chgData name="翟 锐" userId="fef11181f709266a" providerId="LiveId" clId="{9CBAED9C-ABD7-48FD-8455-4711A584ABD3}" dt="2020-10-20T14:57:04.589" v="1037" actId="1037"/>
          <ac:spMkLst>
            <pc:docMk/>
            <pc:sldMk cId="1173353930" sldId="699"/>
            <ac:spMk id="43" creationId="{56ECF44F-2F54-4069-8925-976EBEF3F5AD}"/>
          </ac:spMkLst>
        </pc:spChg>
        <pc:spChg chg="mod">
          <ac:chgData name="翟 锐" userId="fef11181f709266a" providerId="LiveId" clId="{9CBAED9C-ABD7-48FD-8455-4711A584ABD3}" dt="2020-10-20T14:57:04.589" v="1037" actId="1037"/>
          <ac:spMkLst>
            <pc:docMk/>
            <pc:sldMk cId="1173353930" sldId="699"/>
            <ac:spMk id="45" creationId="{CF541154-F44C-44AB-B0C2-0B654DD23DDC}"/>
          </ac:spMkLst>
        </pc:spChg>
        <pc:spChg chg="mod">
          <ac:chgData name="翟 锐" userId="fef11181f709266a" providerId="LiveId" clId="{9CBAED9C-ABD7-48FD-8455-4711A584ABD3}" dt="2020-10-20T14:57:04.589" v="1037" actId="1037"/>
          <ac:spMkLst>
            <pc:docMk/>
            <pc:sldMk cId="1173353930" sldId="699"/>
            <ac:spMk id="47" creationId="{0BD920CF-0E2C-4EF4-B819-4940ACF6ABE8}"/>
          </ac:spMkLst>
        </pc:spChg>
        <pc:spChg chg="mod">
          <ac:chgData name="翟 锐" userId="fef11181f709266a" providerId="LiveId" clId="{9CBAED9C-ABD7-48FD-8455-4711A584ABD3}" dt="2020-10-20T14:57:04.589" v="1037" actId="1037"/>
          <ac:spMkLst>
            <pc:docMk/>
            <pc:sldMk cId="1173353930" sldId="699"/>
            <ac:spMk id="49" creationId="{D65F1E70-F64D-46A8-A0A4-8726345D933D}"/>
          </ac:spMkLst>
        </pc:spChg>
        <pc:spChg chg="mod">
          <ac:chgData name="翟 锐" userId="fef11181f709266a" providerId="LiveId" clId="{9CBAED9C-ABD7-48FD-8455-4711A584ABD3}" dt="2020-10-20T14:57:04.589" v="1037" actId="1037"/>
          <ac:spMkLst>
            <pc:docMk/>
            <pc:sldMk cId="1173353930" sldId="699"/>
            <ac:spMk id="51" creationId="{25513869-9E4A-4A51-AD56-3D3B64F574A7}"/>
          </ac:spMkLst>
        </pc:spChg>
        <pc:spChg chg="mod">
          <ac:chgData name="翟 锐" userId="fef11181f709266a" providerId="LiveId" clId="{9CBAED9C-ABD7-48FD-8455-4711A584ABD3}" dt="2020-10-20T14:57:04.589" v="1037" actId="1037"/>
          <ac:spMkLst>
            <pc:docMk/>
            <pc:sldMk cId="1173353930" sldId="699"/>
            <ac:spMk id="53" creationId="{8DD01A15-DCB3-4D9A-87B8-02DDCC48D6A7}"/>
          </ac:spMkLst>
        </pc:spChg>
        <pc:spChg chg="mod">
          <ac:chgData name="翟 锐" userId="fef11181f709266a" providerId="LiveId" clId="{9CBAED9C-ABD7-48FD-8455-4711A584ABD3}" dt="2020-10-20T14:57:04.589" v="1037" actId="1037"/>
          <ac:spMkLst>
            <pc:docMk/>
            <pc:sldMk cId="1173353930" sldId="699"/>
            <ac:spMk id="55" creationId="{CDA0C33E-10ED-4E73-AEEF-9F5B5283DE60}"/>
          </ac:spMkLst>
        </pc:spChg>
        <pc:spChg chg="mod">
          <ac:chgData name="翟 锐" userId="fef11181f709266a" providerId="LiveId" clId="{9CBAED9C-ABD7-48FD-8455-4711A584ABD3}" dt="2020-10-20T14:57:04.589" v="1037" actId="1037"/>
          <ac:spMkLst>
            <pc:docMk/>
            <pc:sldMk cId="1173353930" sldId="699"/>
            <ac:spMk id="57" creationId="{5424E34F-A77F-43E1-9055-BC024C1DE858}"/>
          </ac:spMkLst>
        </pc:spChg>
        <pc:spChg chg="mod">
          <ac:chgData name="翟 锐" userId="fef11181f709266a" providerId="LiveId" clId="{9CBAED9C-ABD7-48FD-8455-4711A584ABD3}" dt="2020-10-20T14:57:04.589" v="1037" actId="1037"/>
          <ac:spMkLst>
            <pc:docMk/>
            <pc:sldMk cId="1173353930" sldId="699"/>
            <ac:spMk id="59" creationId="{67BD67FA-3B0F-489F-B4B9-1B9E416ABDD3}"/>
          </ac:spMkLst>
        </pc:spChg>
        <pc:spChg chg="mod">
          <ac:chgData name="翟 锐" userId="fef11181f709266a" providerId="LiveId" clId="{9CBAED9C-ABD7-48FD-8455-4711A584ABD3}" dt="2020-10-20T14:57:04.589" v="1037" actId="1037"/>
          <ac:spMkLst>
            <pc:docMk/>
            <pc:sldMk cId="1173353930" sldId="699"/>
            <ac:spMk id="61" creationId="{8157B694-4363-4CB6-8A94-22DB55676672}"/>
          </ac:spMkLst>
        </pc:spChg>
        <pc:spChg chg="mod">
          <ac:chgData name="翟 锐" userId="fef11181f709266a" providerId="LiveId" clId="{9CBAED9C-ABD7-48FD-8455-4711A584ABD3}" dt="2020-10-20T14:57:04.589" v="1037" actId="1037"/>
          <ac:spMkLst>
            <pc:docMk/>
            <pc:sldMk cId="1173353930" sldId="699"/>
            <ac:spMk id="63" creationId="{C46D7DCB-5658-496D-A95A-19C640D05FBE}"/>
          </ac:spMkLst>
        </pc:spChg>
        <pc:spChg chg="mod">
          <ac:chgData name="翟 锐" userId="fef11181f709266a" providerId="LiveId" clId="{9CBAED9C-ABD7-48FD-8455-4711A584ABD3}" dt="2020-10-20T14:57:04.589" v="1037" actId="1037"/>
          <ac:spMkLst>
            <pc:docMk/>
            <pc:sldMk cId="1173353930" sldId="699"/>
            <ac:spMk id="65" creationId="{057DFDCA-1861-48F2-B19B-8A05DC474659}"/>
          </ac:spMkLst>
        </pc:spChg>
        <pc:spChg chg="mod">
          <ac:chgData name="翟 锐" userId="fef11181f709266a" providerId="LiveId" clId="{9CBAED9C-ABD7-48FD-8455-4711A584ABD3}" dt="2020-10-20T14:57:04.589" v="1037" actId="1037"/>
          <ac:spMkLst>
            <pc:docMk/>
            <pc:sldMk cId="1173353930" sldId="699"/>
            <ac:spMk id="67" creationId="{11A80978-7B12-4070-992A-9EFCBC4A5747}"/>
          </ac:spMkLst>
        </pc:spChg>
        <pc:spChg chg="mod">
          <ac:chgData name="翟 锐" userId="fef11181f709266a" providerId="LiveId" clId="{9CBAED9C-ABD7-48FD-8455-4711A584ABD3}" dt="2020-10-20T14:57:04.589" v="1037" actId="1037"/>
          <ac:spMkLst>
            <pc:docMk/>
            <pc:sldMk cId="1173353930" sldId="699"/>
            <ac:spMk id="69" creationId="{9BD1C1CD-2E03-4D9D-B64B-0A627C8B04A0}"/>
          </ac:spMkLst>
        </pc:spChg>
        <pc:spChg chg="mod">
          <ac:chgData name="翟 锐" userId="fef11181f709266a" providerId="LiveId" clId="{9CBAED9C-ABD7-48FD-8455-4711A584ABD3}" dt="2020-10-20T14:57:04.589" v="1037" actId="1037"/>
          <ac:spMkLst>
            <pc:docMk/>
            <pc:sldMk cId="1173353930" sldId="699"/>
            <ac:spMk id="71" creationId="{B230CE70-C1E0-4C79-828C-E7449E7F10CB}"/>
          </ac:spMkLst>
        </pc:spChg>
        <pc:spChg chg="mod">
          <ac:chgData name="翟 锐" userId="fef11181f709266a" providerId="LiveId" clId="{9CBAED9C-ABD7-48FD-8455-4711A584ABD3}" dt="2020-10-20T14:57:04.589" v="1037" actId="1037"/>
          <ac:spMkLst>
            <pc:docMk/>
            <pc:sldMk cId="1173353930" sldId="699"/>
            <ac:spMk id="73" creationId="{E8886301-511B-4329-8ADA-F293BE79B34C}"/>
          </ac:spMkLst>
        </pc:spChg>
        <pc:spChg chg="mod">
          <ac:chgData name="翟 锐" userId="fef11181f709266a" providerId="LiveId" clId="{9CBAED9C-ABD7-48FD-8455-4711A584ABD3}" dt="2020-10-20T14:57:04.589" v="1037" actId="1037"/>
          <ac:spMkLst>
            <pc:docMk/>
            <pc:sldMk cId="1173353930" sldId="699"/>
            <ac:spMk id="75" creationId="{EC4C2C33-AE83-428F-B6D7-80140B31F27E}"/>
          </ac:spMkLst>
        </pc:spChg>
        <pc:spChg chg="mod">
          <ac:chgData name="翟 锐" userId="fef11181f709266a" providerId="LiveId" clId="{9CBAED9C-ABD7-48FD-8455-4711A584ABD3}" dt="2020-10-20T14:57:04.589" v="1037" actId="1037"/>
          <ac:spMkLst>
            <pc:docMk/>
            <pc:sldMk cId="1173353930" sldId="699"/>
            <ac:spMk id="77" creationId="{DB576A43-5BB1-493E-B023-3583BC8CC203}"/>
          </ac:spMkLst>
        </pc:spChg>
        <pc:spChg chg="mod">
          <ac:chgData name="翟 锐" userId="fef11181f709266a" providerId="LiveId" clId="{9CBAED9C-ABD7-48FD-8455-4711A584ABD3}" dt="2020-10-20T14:57:04.589" v="1037" actId="1037"/>
          <ac:spMkLst>
            <pc:docMk/>
            <pc:sldMk cId="1173353930" sldId="699"/>
            <ac:spMk id="79" creationId="{7F762309-E818-4400-8CE4-F1CE499F6F10}"/>
          </ac:spMkLst>
        </pc:spChg>
        <pc:spChg chg="mod">
          <ac:chgData name="翟 锐" userId="fef11181f709266a" providerId="LiveId" clId="{9CBAED9C-ABD7-48FD-8455-4711A584ABD3}" dt="2020-10-20T14:57:04.589" v="1037" actId="1037"/>
          <ac:spMkLst>
            <pc:docMk/>
            <pc:sldMk cId="1173353930" sldId="699"/>
            <ac:spMk id="81" creationId="{8950CDDF-AD63-4F61-A67D-094E4251A9B3}"/>
          </ac:spMkLst>
        </pc:spChg>
        <pc:spChg chg="mod">
          <ac:chgData name="翟 锐" userId="fef11181f709266a" providerId="LiveId" clId="{9CBAED9C-ABD7-48FD-8455-4711A584ABD3}" dt="2020-10-20T14:57:04.589" v="1037" actId="1037"/>
          <ac:spMkLst>
            <pc:docMk/>
            <pc:sldMk cId="1173353930" sldId="699"/>
            <ac:spMk id="83" creationId="{EC9BC28F-1CBB-44EA-9FAE-04831F098293}"/>
          </ac:spMkLst>
        </pc:spChg>
        <pc:spChg chg="mod">
          <ac:chgData name="翟 锐" userId="fef11181f709266a" providerId="LiveId" clId="{9CBAED9C-ABD7-48FD-8455-4711A584ABD3}" dt="2020-10-20T14:57:04.589" v="1037" actId="1037"/>
          <ac:spMkLst>
            <pc:docMk/>
            <pc:sldMk cId="1173353930" sldId="699"/>
            <ac:spMk id="85" creationId="{394E949A-B8C9-43CF-8A7C-2310F445D6EA}"/>
          </ac:spMkLst>
        </pc:spChg>
        <pc:spChg chg="mod">
          <ac:chgData name="翟 锐" userId="fef11181f709266a" providerId="LiveId" clId="{9CBAED9C-ABD7-48FD-8455-4711A584ABD3}" dt="2020-10-20T14:57:04.589" v="1037" actId="1037"/>
          <ac:spMkLst>
            <pc:docMk/>
            <pc:sldMk cId="1173353930" sldId="699"/>
            <ac:spMk id="87" creationId="{4B2D5941-89D7-47E5-A1FF-682E41F0B344}"/>
          </ac:spMkLst>
        </pc:spChg>
        <pc:spChg chg="mod">
          <ac:chgData name="翟 锐" userId="fef11181f709266a" providerId="LiveId" clId="{9CBAED9C-ABD7-48FD-8455-4711A584ABD3}" dt="2020-10-20T14:57:04.589" v="1037" actId="1037"/>
          <ac:spMkLst>
            <pc:docMk/>
            <pc:sldMk cId="1173353930" sldId="699"/>
            <ac:spMk id="89" creationId="{C3B40D3E-1007-4150-B742-95761E20AB49}"/>
          </ac:spMkLst>
        </pc:spChg>
        <pc:spChg chg="mod">
          <ac:chgData name="翟 锐" userId="fef11181f709266a" providerId="LiveId" clId="{9CBAED9C-ABD7-48FD-8455-4711A584ABD3}" dt="2020-10-20T14:57:04.589" v="1037" actId="1037"/>
          <ac:spMkLst>
            <pc:docMk/>
            <pc:sldMk cId="1173353930" sldId="699"/>
            <ac:spMk id="91" creationId="{A4D3EC22-C64E-4AFA-9D1A-E4C35E352728}"/>
          </ac:spMkLst>
        </pc:spChg>
        <pc:spChg chg="mod">
          <ac:chgData name="翟 锐" userId="fef11181f709266a" providerId="LiveId" clId="{9CBAED9C-ABD7-48FD-8455-4711A584ABD3}" dt="2020-10-20T14:57:04.589" v="1037" actId="1037"/>
          <ac:spMkLst>
            <pc:docMk/>
            <pc:sldMk cId="1173353930" sldId="699"/>
            <ac:spMk id="93" creationId="{B1ABD4FF-F268-45A0-A2A1-3B2325E6DD90}"/>
          </ac:spMkLst>
        </pc:spChg>
        <pc:spChg chg="mod">
          <ac:chgData name="翟 锐" userId="fef11181f709266a" providerId="LiveId" clId="{9CBAED9C-ABD7-48FD-8455-4711A584ABD3}" dt="2020-10-20T14:57:04.589" v="1037" actId="1037"/>
          <ac:spMkLst>
            <pc:docMk/>
            <pc:sldMk cId="1173353930" sldId="699"/>
            <ac:spMk id="95" creationId="{B4CE8D83-08E0-4FE7-97A9-BFB99FD654EA}"/>
          </ac:spMkLst>
        </pc:spChg>
        <pc:spChg chg="mod">
          <ac:chgData name="翟 锐" userId="fef11181f709266a" providerId="LiveId" clId="{9CBAED9C-ABD7-48FD-8455-4711A584ABD3}" dt="2020-10-20T14:57:04.589" v="1037" actId="1037"/>
          <ac:spMkLst>
            <pc:docMk/>
            <pc:sldMk cId="1173353930" sldId="699"/>
            <ac:spMk id="97" creationId="{AD5CAC81-E692-40C1-9316-9185C6183C20}"/>
          </ac:spMkLst>
        </pc:spChg>
        <pc:spChg chg="mod">
          <ac:chgData name="翟 锐" userId="fef11181f709266a" providerId="LiveId" clId="{9CBAED9C-ABD7-48FD-8455-4711A584ABD3}" dt="2020-10-20T14:57:04.589" v="1037" actId="1037"/>
          <ac:spMkLst>
            <pc:docMk/>
            <pc:sldMk cId="1173353930" sldId="699"/>
            <ac:spMk id="99" creationId="{75E209F6-8A70-44C4-822D-5A22FFA0D922}"/>
          </ac:spMkLst>
        </pc:spChg>
        <pc:spChg chg="mod">
          <ac:chgData name="翟 锐" userId="fef11181f709266a" providerId="LiveId" clId="{9CBAED9C-ABD7-48FD-8455-4711A584ABD3}" dt="2020-10-20T14:57:04.589" v="1037" actId="1037"/>
          <ac:spMkLst>
            <pc:docMk/>
            <pc:sldMk cId="1173353930" sldId="699"/>
            <ac:spMk id="101" creationId="{71C31DC6-7024-4C11-AD72-E8D8FC754380}"/>
          </ac:spMkLst>
        </pc:spChg>
        <pc:spChg chg="mod">
          <ac:chgData name="翟 锐" userId="fef11181f709266a" providerId="LiveId" clId="{9CBAED9C-ABD7-48FD-8455-4711A584ABD3}" dt="2020-10-20T14:57:04.589" v="1037" actId="1037"/>
          <ac:spMkLst>
            <pc:docMk/>
            <pc:sldMk cId="1173353930" sldId="699"/>
            <ac:spMk id="103" creationId="{406581E6-A74E-47EF-83C7-89199941007C}"/>
          </ac:spMkLst>
        </pc:spChg>
        <pc:spChg chg="mod">
          <ac:chgData name="翟 锐" userId="fef11181f709266a" providerId="LiveId" clId="{9CBAED9C-ABD7-48FD-8455-4711A584ABD3}" dt="2020-10-20T14:57:04.589" v="1037" actId="1037"/>
          <ac:spMkLst>
            <pc:docMk/>
            <pc:sldMk cId="1173353930" sldId="699"/>
            <ac:spMk id="105" creationId="{70432AF1-8AF3-4B70-AA84-28CF7A3904AC}"/>
          </ac:spMkLst>
        </pc:spChg>
        <pc:spChg chg="mod">
          <ac:chgData name="翟 锐" userId="fef11181f709266a" providerId="LiveId" clId="{9CBAED9C-ABD7-48FD-8455-4711A584ABD3}" dt="2020-10-20T14:57:04.589" v="1037" actId="1037"/>
          <ac:spMkLst>
            <pc:docMk/>
            <pc:sldMk cId="1173353930" sldId="699"/>
            <ac:spMk id="107" creationId="{11DFAA08-934C-45FF-B028-21A0F72B2EFA}"/>
          </ac:spMkLst>
        </pc:spChg>
        <pc:spChg chg="mod">
          <ac:chgData name="翟 锐" userId="fef11181f709266a" providerId="LiveId" clId="{9CBAED9C-ABD7-48FD-8455-4711A584ABD3}" dt="2020-10-20T14:57:04.589" v="1037" actId="1037"/>
          <ac:spMkLst>
            <pc:docMk/>
            <pc:sldMk cId="1173353930" sldId="699"/>
            <ac:spMk id="109" creationId="{A37C0202-04F5-44D0-8AC8-42C4B21DCFD3}"/>
          </ac:spMkLst>
        </pc:spChg>
        <pc:spChg chg="mod">
          <ac:chgData name="翟 锐" userId="fef11181f709266a" providerId="LiveId" clId="{9CBAED9C-ABD7-48FD-8455-4711A584ABD3}" dt="2020-10-23T14:55:05.870" v="3898" actId="20577"/>
          <ac:spMkLst>
            <pc:docMk/>
            <pc:sldMk cId="1173353930" sldId="699"/>
            <ac:spMk id="111" creationId="{7B5B383C-20C5-48EC-BC12-A1EE61F5114B}"/>
          </ac:spMkLst>
        </pc:spChg>
        <pc:spChg chg="mod">
          <ac:chgData name="翟 锐" userId="fef11181f709266a" providerId="LiveId" clId="{9CBAED9C-ABD7-48FD-8455-4711A584ABD3}" dt="2020-10-23T14:55:10.415" v="3901"/>
          <ac:spMkLst>
            <pc:docMk/>
            <pc:sldMk cId="1173353930" sldId="699"/>
            <ac:spMk id="113" creationId="{72B88146-42D7-4664-B17C-8F486DFAE628}"/>
          </ac:spMkLst>
        </pc:spChg>
        <pc:spChg chg="mod">
          <ac:chgData name="翟 锐" userId="fef11181f709266a" providerId="LiveId" clId="{9CBAED9C-ABD7-48FD-8455-4711A584ABD3}" dt="2020-10-20T14:58:17.083" v="1045" actId="20577"/>
          <ac:spMkLst>
            <pc:docMk/>
            <pc:sldMk cId="1173353930" sldId="699"/>
            <ac:spMk id="115" creationId="{00BE8529-1F70-4E7A-9845-BF5B19315EF3}"/>
          </ac:spMkLst>
        </pc:spChg>
        <pc:spChg chg="mod">
          <ac:chgData name="翟 锐" userId="fef11181f709266a" providerId="LiveId" clId="{9CBAED9C-ABD7-48FD-8455-4711A584ABD3}" dt="2020-10-20T14:57:04.589" v="1037" actId="1037"/>
          <ac:spMkLst>
            <pc:docMk/>
            <pc:sldMk cId="1173353930" sldId="699"/>
            <ac:spMk id="117" creationId="{95A5555C-D6B3-4CEB-8008-AEC1058C8107}"/>
          </ac:spMkLst>
        </pc:spChg>
        <pc:spChg chg="mod">
          <ac:chgData name="翟 锐" userId="fef11181f709266a" providerId="LiveId" clId="{9CBAED9C-ABD7-48FD-8455-4711A584ABD3}" dt="2020-10-20T14:57:04.589" v="1037" actId="1037"/>
          <ac:spMkLst>
            <pc:docMk/>
            <pc:sldMk cId="1173353930" sldId="699"/>
            <ac:spMk id="119" creationId="{1F266D5A-7185-48E0-A48E-FF4542FF84E0}"/>
          </ac:spMkLst>
        </pc:spChg>
        <pc:spChg chg="mod">
          <ac:chgData name="翟 锐" userId="fef11181f709266a" providerId="LiveId" clId="{9CBAED9C-ABD7-48FD-8455-4711A584ABD3}" dt="2020-10-20T14:57:04.589" v="1037" actId="1037"/>
          <ac:spMkLst>
            <pc:docMk/>
            <pc:sldMk cId="1173353930" sldId="699"/>
            <ac:spMk id="121" creationId="{80A76137-8717-4A26-90BA-C4ABABB289D7}"/>
          </ac:spMkLst>
        </pc:spChg>
        <pc:spChg chg="mod">
          <ac:chgData name="翟 锐" userId="fef11181f709266a" providerId="LiveId" clId="{9CBAED9C-ABD7-48FD-8455-4711A584ABD3}" dt="2020-10-20T14:57:04.589" v="1037" actId="1037"/>
          <ac:spMkLst>
            <pc:docMk/>
            <pc:sldMk cId="1173353930" sldId="699"/>
            <ac:spMk id="123" creationId="{83197D66-41BF-459B-8085-A33335E85925}"/>
          </ac:spMkLst>
        </pc:spChg>
        <pc:spChg chg="mod">
          <ac:chgData name="翟 锐" userId="fef11181f709266a" providerId="LiveId" clId="{9CBAED9C-ABD7-48FD-8455-4711A584ABD3}" dt="2020-10-20T14:57:04.589" v="1037" actId="1037"/>
          <ac:spMkLst>
            <pc:docMk/>
            <pc:sldMk cId="1173353930" sldId="699"/>
            <ac:spMk id="125" creationId="{C1EB4B64-CA69-43A5-B98F-D1F547B2CB19}"/>
          </ac:spMkLst>
        </pc:spChg>
        <pc:spChg chg="mod">
          <ac:chgData name="翟 锐" userId="fef11181f709266a" providerId="LiveId" clId="{9CBAED9C-ABD7-48FD-8455-4711A584ABD3}" dt="2020-10-20T14:57:04.589" v="1037" actId="1037"/>
          <ac:spMkLst>
            <pc:docMk/>
            <pc:sldMk cId="1173353930" sldId="699"/>
            <ac:spMk id="127" creationId="{67468646-6657-4AD8-B85D-90FEA510A1EA}"/>
          </ac:spMkLst>
        </pc:spChg>
        <pc:spChg chg="mod">
          <ac:chgData name="翟 锐" userId="fef11181f709266a" providerId="LiveId" clId="{9CBAED9C-ABD7-48FD-8455-4711A584ABD3}" dt="2020-10-20T14:57:04.589" v="1037" actId="1037"/>
          <ac:spMkLst>
            <pc:docMk/>
            <pc:sldMk cId="1173353930" sldId="699"/>
            <ac:spMk id="129" creationId="{83AD7966-8903-432C-8B03-2DA228A91280}"/>
          </ac:spMkLst>
        </pc:spChg>
        <pc:grpChg chg="mod">
          <ac:chgData name="翟 锐" userId="fef11181f709266a" providerId="LiveId" clId="{9CBAED9C-ABD7-48FD-8455-4711A584ABD3}" dt="2020-10-20T14:57:04.589" v="1037" actId="1037"/>
          <ac:grpSpMkLst>
            <pc:docMk/>
            <pc:sldMk cId="1173353930" sldId="699"/>
            <ac:grpSpMk id="130" creationId="{35736F52-FFA2-48E0-8928-9ACB8A1948B1}"/>
          </ac:grpSpMkLst>
        </pc:grpChg>
        <pc:cxnChg chg="add">
          <ac:chgData name="翟 锐" userId="fef11181f709266a" providerId="LiveId" clId="{9CBAED9C-ABD7-48FD-8455-4711A584ABD3}" dt="2020-10-20T15:00:44.465" v="1078" actId="11529"/>
          <ac:cxnSpMkLst>
            <pc:docMk/>
            <pc:sldMk cId="1173353930" sldId="699"/>
            <ac:cxnSpMk id="8" creationId="{D8CEBB46-3EFC-4CDF-B0B3-F1320D9C79D5}"/>
          </ac:cxnSpMkLst>
        </pc:cxnChg>
      </pc:sldChg>
      <pc:sldChg chg="modSp mod">
        <pc:chgData name="翟 锐" userId="fef11181f709266a" providerId="LiveId" clId="{9CBAED9C-ABD7-48FD-8455-4711A584ABD3}" dt="2020-10-20T15:02:56.264" v="1098" actId="14100"/>
        <pc:sldMkLst>
          <pc:docMk/>
          <pc:sldMk cId="1629270902" sldId="700"/>
        </pc:sldMkLst>
        <pc:spChg chg="mod">
          <ac:chgData name="翟 锐" userId="fef11181f709266a" providerId="LiveId" clId="{9CBAED9C-ABD7-48FD-8455-4711A584ABD3}" dt="2020-10-20T15:02:56.264" v="1098" actId="14100"/>
          <ac:spMkLst>
            <pc:docMk/>
            <pc:sldMk cId="1629270902" sldId="700"/>
            <ac:spMk id="6" creationId="{B4B3CFD2-6553-42BA-B7F2-26129EB3ECB8}"/>
          </ac:spMkLst>
        </pc:spChg>
        <pc:spChg chg="mod">
          <ac:chgData name="翟 锐" userId="fef11181f709266a" providerId="LiveId" clId="{9CBAED9C-ABD7-48FD-8455-4711A584ABD3}" dt="2020-10-20T15:02:56.264" v="1098" actId="14100"/>
          <ac:spMkLst>
            <pc:docMk/>
            <pc:sldMk cId="1629270902" sldId="700"/>
            <ac:spMk id="7" creationId="{4FD2DC00-2799-4C78-BA67-794DB3B50FC6}"/>
          </ac:spMkLst>
        </pc:spChg>
        <pc:spChg chg="mod">
          <ac:chgData name="翟 锐" userId="fef11181f709266a" providerId="LiveId" clId="{9CBAED9C-ABD7-48FD-8455-4711A584ABD3}" dt="2020-10-20T15:02:56.264" v="1098" actId="14100"/>
          <ac:spMkLst>
            <pc:docMk/>
            <pc:sldMk cId="1629270902" sldId="700"/>
            <ac:spMk id="8" creationId="{EA08789F-D2CA-42D4-AE20-71CBA9991405}"/>
          </ac:spMkLst>
        </pc:spChg>
        <pc:spChg chg="mod">
          <ac:chgData name="翟 锐" userId="fef11181f709266a" providerId="LiveId" clId="{9CBAED9C-ABD7-48FD-8455-4711A584ABD3}" dt="2020-10-20T15:02:56.264" v="1098" actId="14100"/>
          <ac:spMkLst>
            <pc:docMk/>
            <pc:sldMk cId="1629270902" sldId="700"/>
            <ac:spMk id="9" creationId="{16F69645-577F-46BB-A4BE-84CA509A6934}"/>
          </ac:spMkLst>
        </pc:spChg>
        <pc:spChg chg="mod">
          <ac:chgData name="翟 锐" userId="fef11181f709266a" providerId="LiveId" clId="{9CBAED9C-ABD7-48FD-8455-4711A584ABD3}" dt="2020-10-20T15:02:56.264" v="1098" actId="14100"/>
          <ac:spMkLst>
            <pc:docMk/>
            <pc:sldMk cId="1629270902" sldId="700"/>
            <ac:spMk id="10" creationId="{B8027B85-E6A3-4846-8AB0-A628EB08707A}"/>
          </ac:spMkLst>
        </pc:spChg>
        <pc:spChg chg="mod">
          <ac:chgData name="翟 锐" userId="fef11181f709266a" providerId="LiveId" clId="{9CBAED9C-ABD7-48FD-8455-4711A584ABD3}" dt="2020-10-20T15:02:56.264" v="1098" actId="14100"/>
          <ac:spMkLst>
            <pc:docMk/>
            <pc:sldMk cId="1629270902" sldId="700"/>
            <ac:spMk id="11" creationId="{1FCB157B-3594-48AD-8B6F-B3BBC61532DC}"/>
          </ac:spMkLst>
        </pc:spChg>
        <pc:spChg chg="mod">
          <ac:chgData name="翟 锐" userId="fef11181f709266a" providerId="LiveId" clId="{9CBAED9C-ABD7-48FD-8455-4711A584ABD3}" dt="2020-10-20T15:02:56.264" v="1098" actId="14100"/>
          <ac:spMkLst>
            <pc:docMk/>
            <pc:sldMk cId="1629270902" sldId="700"/>
            <ac:spMk id="12" creationId="{309B8E00-B711-4C02-8107-3635243DBD72}"/>
          </ac:spMkLst>
        </pc:spChg>
        <pc:spChg chg="mod">
          <ac:chgData name="翟 锐" userId="fef11181f709266a" providerId="LiveId" clId="{9CBAED9C-ABD7-48FD-8455-4711A584ABD3}" dt="2020-10-20T15:02:56.264" v="1098" actId="14100"/>
          <ac:spMkLst>
            <pc:docMk/>
            <pc:sldMk cId="1629270902" sldId="700"/>
            <ac:spMk id="13" creationId="{9716C98B-7378-4E36-AE59-F03304375411}"/>
          </ac:spMkLst>
        </pc:spChg>
        <pc:spChg chg="mod">
          <ac:chgData name="翟 锐" userId="fef11181f709266a" providerId="LiveId" clId="{9CBAED9C-ABD7-48FD-8455-4711A584ABD3}" dt="2020-10-20T15:02:56.264" v="1098" actId="14100"/>
          <ac:spMkLst>
            <pc:docMk/>
            <pc:sldMk cId="1629270902" sldId="700"/>
            <ac:spMk id="14" creationId="{B44CC025-2A13-4D06-978F-BA1CB060C4D9}"/>
          </ac:spMkLst>
        </pc:spChg>
        <pc:spChg chg="mod">
          <ac:chgData name="翟 锐" userId="fef11181f709266a" providerId="LiveId" clId="{9CBAED9C-ABD7-48FD-8455-4711A584ABD3}" dt="2020-10-20T15:02:56.264" v="1098" actId="14100"/>
          <ac:spMkLst>
            <pc:docMk/>
            <pc:sldMk cId="1629270902" sldId="700"/>
            <ac:spMk id="15" creationId="{2E2E513F-486B-45E9-99A7-D202887AFFEF}"/>
          </ac:spMkLst>
        </pc:spChg>
        <pc:spChg chg="mod">
          <ac:chgData name="翟 锐" userId="fef11181f709266a" providerId="LiveId" clId="{9CBAED9C-ABD7-48FD-8455-4711A584ABD3}" dt="2020-10-20T15:02:56.264" v="1098" actId="14100"/>
          <ac:spMkLst>
            <pc:docMk/>
            <pc:sldMk cId="1629270902" sldId="700"/>
            <ac:spMk id="16" creationId="{87A96FD5-3456-41F8-9792-425083E4EF85}"/>
          </ac:spMkLst>
        </pc:spChg>
        <pc:spChg chg="mod">
          <ac:chgData name="翟 锐" userId="fef11181f709266a" providerId="LiveId" clId="{9CBAED9C-ABD7-48FD-8455-4711A584ABD3}" dt="2020-10-20T15:02:56.264" v="1098" actId="14100"/>
          <ac:spMkLst>
            <pc:docMk/>
            <pc:sldMk cId="1629270902" sldId="700"/>
            <ac:spMk id="17" creationId="{0DD61869-9E2A-4A09-8683-375FFA7F7E50}"/>
          </ac:spMkLst>
        </pc:spChg>
        <pc:spChg chg="mod">
          <ac:chgData name="翟 锐" userId="fef11181f709266a" providerId="LiveId" clId="{9CBAED9C-ABD7-48FD-8455-4711A584ABD3}" dt="2020-10-20T15:02:56.264" v="1098" actId="14100"/>
          <ac:spMkLst>
            <pc:docMk/>
            <pc:sldMk cId="1629270902" sldId="700"/>
            <ac:spMk id="18" creationId="{3FFB9BF6-286C-4B74-A6B7-31F3897EC2E1}"/>
          </ac:spMkLst>
        </pc:spChg>
        <pc:spChg chg="mod">
          <ac:chgData name="翟 锐" userId="fef11181f709266a" providerId="LiveId" clId="{9CBAED9C-ABD7-48FD-8455-4711A584ABD3}" dt="2020-10-20T15:02:56.264" v="1098" actId="14100"/>
          <ac:spMkLst>
            <pc:docMk/>
            <pc:sldMk cId="1629270902" sldId="700"/>
            <ac:spMk id="19" creationId="{4B9320D0-21B1-43DE-9E14-6D32A0FA1A5A}"/>
          </ac:spMkLst>
        </pc:spChg>
        <pc:spChg chg="mod">
          <ac:chgData name="翟 锐" userId="fef11181f709266a" providerId="LiveId" clId="{9CBAED9C-ABD7-48FD-8455-4711A584ABD3}" dt="2020-10-20T15:02:56.264" v="1098" actId="14100"/>
          <ac:spMkLst>
            <pc:docMk/>
            <pc:sldMk cId="1629270902" sldId="700"/>
            <ac:spMk id="20" creationId="{52B3341C-0E7F-4457-BE49-1B4A8129A951}"/>
          </ac:spMkLst>
        </pc:spChg>
        <pc:spChg chg="mod">
          <ac:chgData name="翟 锐" userId="fef11181f709266a" providerId="LiveId" clId="{9CBAED9C-ABD7-48FD-8455-4711A584ABD3}" dt="2020-10-20T15:02:56.264" v="1098" actId="14100"/>
          <ac:spMkLst>
            <pc:docMk/>
            <pc:sldMk cId="1629270902" sldId="700"/>
            <ac:spMk id="21" creationId="{AE4919E3-EFF4-49F6-AB4B-6C4E9AB3FE8B}"/>
          </ac:spMkLst>
        </pc:spChg>
        <pc:spChg chg="mod">
          <ac:chgData name="翟 锐" userId="fef11181f709266a" providerId="LiveId" clId="{9CBAED9C-ABD7-48FD-8455-4711A584ABD3}" dt="2020-10-20T15:02:56.264" v="1098" actId="14100"/>
          <ac:spMkLst>
            <pc:docMk/>
            <pc:sldMk cId="1629270902" sldId="700"/>
            <ac:spMk id="22" creationId="{4B48F7BE-8E18-4043-9AE6-6732A9030DE8}"/>
          </ac:spMkLst>
        </pc:spChg>
        <pc:spChg chg="mod">
          <ac:chgData name="翟 锐" userId="fef11181f709266a" providerId="LiveId" clId="{9CBAED9C-ABD7-48FD-8455-4711A584ABD3}" dt="2020-10-20T15:02:56.264" v="1098" actId="14100"/>
          <ac:spMkLst>
            <pc:docMk/>
            <pc:sldMk cId="1629270902" sldId="700"/>
            <ac:spMk id="23" creationId="{A811FDED-F1D2-424E-B673-E5A3FD98CC54}"/>
          </ac:spMkLst>
        </pc:spChg>
        <pc:spChg chg="mod">
          <ac:chgData name="翟 锐" userId="fef11181f709266a" providerId="LiveId" clId="{9CBAED9C-ABD7-48FD-8455-4711A584ABD3}" dt="2020-10-20T15:02:56.264" v="1098" actId="14100"/>
          <ac:spMkLst>
            <pc:docMk/>
            <pc:sldMk cId="1629270902" sldId="700"/>
            <ac:spMk id="24" creationId="{97E2D5D8-0A13-4C59-AF75-F0F3C04425A5}"/>
          </ac:spMkLst>
        </pc:spChg>
        <pc:spChg chg="mod">
          <ac:chgData name="翟 锐" userId="fef11181f709266a" providerId="LiveId" clId="{9CBAED9C-ABD7-48FD-8455-4711A584ABD3}" dt="2020-10-20T15:02:56.264" v="1098" actId="14100"/>
          <ac:spMkLst>
            <pc:docMk/>
            <pc:sldMk cId="1629270902" sldId="700"/>
            <ac:spMk id="25" creationId="{7F6E29C6-52DE-422F-8363-EFEA2B27F4B2}"/>
          </ac:spMkLst>
        </pc:spChg>
        <pc:spChg chg="mod">
          <ac:chgData name="翟 锐" userId="fef11181f709266a" providerId="LiveId" clId="{9CBAED9C-ABD7-48FD-8455-4711A584ABD3}" dt="2020-10-20T15:02:56.264" v="1098" actId="14100"/>
          <ac:spMkLst>
            <pc:docMk/>
            <pc:sldMk cId="1629270902" sldId="700"/>
            <ac:spMk id="26" creationId="{4D588953-FCD0-4951-B25E-72C1DD4561E2}"/>
          </ac:spMkLst>
        </pc:spChg>
        <pc:spChg chg="mod">
          <ac:chgData name="翟 锐" userId="fef11181f709266a" providerId="LiveId" clId="{9CBAED9C-ABD7-48FD-8455-4711A584ABD3}" dt="2020-10-20T15:02:56.264" v="1098" actId="14100"/>
          <ac:spMkLst>
            <pc:docMk/>
            <pc:sldMk cId="1629270902" sldId="700"/>
            <ac:spMk id="27" creationId="{622EFCC7-A4D5-4CBD-8B51-DD3DB8881418}"/>
          </ac:spMkLst>
        </pc:spChg>
        <pc:grpChg chg="mod">
          <ac:chgData name="翟 锐" userId="fef11181f709266a" providerId="LiveId" clId="{9CBAED9C-ABD7-48FD-8455-4711A584ABD3}" dt="2020-10-20T15:02:56.264" v="1098" actId="14100"/>
          <ac:grpSpMkLst>
            <pc:docMk/>
            <pc:sldMk cId="1629270902" sldId="700"/>
            <ac:grpSpMk id="3" creationId="{57FD4A34-B801-40C1-9CA8-D67F1884628D}"/>
          </ac:grpSpMkLst>
        </pc:grpChg>
      </pc:sldChg>
      <pc:sldChg chg="modSp mod">
        <pc:chgData name="翟 锐" userId="fef11181f709266a" providerId="LiveId" clId="{9CBAED9C-ABD7-48FD-8455-4711A584ABD3}" dt="2020-10-21T12:32:47.652" v="2257" actId="113"/>
        <pc:sldMkLst>
          <pc:docMk/>
          <pc:sldMk cId="3370117892" sldId="702"/>
        </pc:sldMkLst>
        <pc:spChg chg="mod">
          <ac:chgData name="翟 锐" userId="fef11181f709266a" providerId="LiveId" clId="{9CBAED9C-ABD7-48FD-8455-4711A584ABD3}" dt="2020-10-21T12:32:47.652" v="2257" actId="113"/>
          <ac:spMkLst>
            <pc:docMk/>
            <pc:sldMk cId="3370117892" sldId="702"/>
            <ac:spMk id="2" creationId="{1A343DEC-CFF6-41F5-B87C-0DFC08C67B76}"/>
          </ac:spMkLst>
        </pc:spChg>
      </pc:sldChg>
      <pc:sldChg chg="modSp">
        <pc:chgData name="翟 锐" userId="fef11181f709266a" providerId="LiveId" clId="{9CBAED9C-ABD7-48FD-8455-4711A584ABD3}" dt="2020-10-21T12:35:07.210" v="2262" actId="1076"/>
        <pc:sldMkLst>
          <pc:docMk/>
          <pc:sldMk cId="433448296" sldId="703"/>
        </pc:sldMkLst>
        <pc:spChg chg="mod">
          <ac:chgData name="翟 锐" userId="fef11181f709266a" providerId="LiveId" clId="{9CBAED9C-ABD7-48FD-8455-4711A584ABD3}" dt="2020-10-21T12:35:07.210" v="2262" actId="1076"/>
          <ac:spMkLst>
            <pc:docMk/>
            <pc:sldMk cId="433448296" sldId="703"/>
            <ac:spMk id="61" creationId="{6294DF6D-2623-49E2-AB46-EAF453A89D89}"/>
          </ac:spMkLst>
        </pc:spChg>
        <pc:spChg chg="mod">
          <ac:chgData name="翟 锐" userId="fef11181f709266a" providerId="LiveId" clId="{9CBAED9C-ABD7-48FD-8455-4711A584ABD3}" dt="2020-10-21T12:35:07.210" v="2262" actId="1076"/>
          <ac:spMkLst>
            <pc:docMk/>
            <pc:sldMk cId="433448296" sldId="703"/>
            <ac:spMk id="63" creationId="{FAE3F1EA-6680-4220-A128-BAC53F4128A8}"/>
          </ac:spMkLst>
        </pc:spChg>
        <pc:spChg chg="mod">
          <ac:chgData name="翟 锐" userId="fef11181f709266a" providerId="LiveId" clId="{9CBAED9C-ABD7-48FD-8455-4711A584ABD3}" dt="2020-10-21T12:35:07.210" v="2262" actId="1076"/>
          <ac:spMkLst>
            <pc:docMk/>
            <pc:sldMk cId="433448296" sldId="703"/>
            <ac:spMk id="65" creationId="{7484CDAD-CC4C-4D92-A261-C61F78DF6E9A}"/>
          </ac:spMkLst>
        </pc:spChg>
        <pc:spChg chg="mod">
          <ac:chgData name="翟 锐" userId="fef11181f709266a" providerId="LiveId" clId="{9CBAED9C-ABD7-48FD-8455-4711A584ABD3}" dt="2020-10-21T12:35:07.210" v="2262" actId="1076"/>
          <ac:spMkLst>
            <pc:docMk/>
            <pc:sldMk cId="433448296" sldId="703"/>
            <ac:spMk id="67" creationId="{39EB204C-9F8C-42BB-B447-7A9AB477F28C}"/>
          </ac:spMkLst>
        </pc:spChg>
        <pc:spChg chg="mod">
          <ac:chgData name="翟 锐" userId="fef11181f709266a" providerId="LiveId" clId="{9CBAED9C-ABD7-48FD-8455-4711A584ABD3}" dt="2020-10-21T12:35:07.210" v="2262" actId="1076"/>
          <ac:spMkLst>
            <pc:docMk/>
            <pc:sldMk cId="433448296" sldId="703"/>
            <ac:spMk id="69" creationId="{5DDA9006-E654-442B-B19F-421BEF7A2FAB}"/>
          </ac:spMkLst>
        </pc:spChg>
        <pc:spChg chg="mod">
          <ac:chgData name="翟 锐" userId="fef11181f709266a" providerId="LiveId" clId="{9CBAED9C-ABD7-48FD-8455-4711A584ABD3}" dt="2020-10-21T12:35:07.210" v="2262" actId="1076"/>
          <ac:spMkLst>
            <pc:docMk/>
            <pc:sldMk cId="433448296" sldId="703"/>
            <ac:spMk id="71" creationId="{7A39B0FA-E6A2-471A-8934-EA75821D435B}"/>
          </ac:spMkLst>
        </pc:spChg>
        <pc:spChg chg="mod">
          <ac:chgData name="翟 锐" userId="fef11181f709266a" providerId="LiveId" clId="{9CBAED9C-ABD7-48FD-8455-4711A584ABD3}" dt="2020-10-21T12:35:07.210" v="2262" actId="1076"/>
          <ac:spMkLst>
            <pc:docMk/>
            <pc:sldMk cId="433448296" sldId="703"/>
            <ac:spMk id="73" creationId="{13CDE6E2-27C3-41DD-BE0A-9F5E5113F0BC}"/>
          </ac:spMkLst>
        </pc:spChg>
        <pc:spChg chg="mod">
          <ac:chgData name="翟 锐" userId="fef11181f709266a" providerId="LiveId" clId="{9CBAED9C-ABD7-48FD-8455-4711A584ABD3}" dt="2020-10-21T12:35:07.210" v="2262" actId="1076"/>
          <ac:spMkLst>
            <pc:docMk/>
            <pc:sldMk cId="433448296" sldId="703"/>
            <ac:spMk id="75" creationId="{A12D92FC-5AA3-453F-8C2C-43BF02AB1E07}"/>
          </ac:spMkLst>
        </pc:spChg>
        <pc:spChg chg="mod">
          <ac:chgData name="翟 锐" userId="fef11181f709266a" providerId="LiveId" clId="{9CBAED9C-ABD7-48FD-8455-4711A584ABD3}" dt="2020-10-21T12:35:07.210" v="2262" actId="1076"/>
          <ac:spMkLst>
            <pc:docMk/>
            <pc:sldMk cId="433448296" sldId="703"/>
            <ac:spMk id="77" creationId="{0BFC8379-7A5A-4CF6-BD97-4B472F4ACA8A}"/>
          </ac:spMkLst>
        </pc:spChg>
        <pc:spChg chg="mod">
          <ac:chgData name="翟 锐" userId="fef11181f709266a" providerId="LiveId" clId="{9CBAED9C-ABD7-48FD-8455-4711A584ABD3}" dt="2020-10-21T12:35:07.210" v="2262" actId="1076"/>
          <ac:spMkLst>
            <pc:docMk/>
            <pc:sldMk cId="433448296" sldId="703"/>
            <ac:spMk id="79" creationId="{CE8FD590-DE92-42BD-833A-D4AEF6805768}"/>
          </ac:spMkLst>
        </pc:spChg>
        <pc:spChg chg="mod">
          <ac:chgData name="翟 锐" userId="fef11181f709266a" providerId="LiveId" clId="{9CBAED9C-ABD7-48FD-8455-4711A584ABD3}" dt="2020-10-21T12:35:07.210" v="2262" actId="1076"/>
          <ac:spMkLst>
            <pc:docMk/>
            <pc:sldMk cId="433448296" sldId="703"/>
            <ac:spMk id="81" creationId="{3745C5DD-4C22-498C-925D-4B1ECFD0E524}"/>
          </ac:spMkLst>
        </pc:spChg>
        <pc:spChg chg="mod">
          <ac:chgData name="翟 锐" userId="fef11181f709266a" providerId="LiveId" clId="{9CBAED9C-ABD7-48FD-8455-4711A584ABD3}" dt="2020-10-21T12:35:07.210" v="2262" actId="1076"/>
          <ac:spMkLst>
            <pc:docMk/>
            <pc:sldMk cId="433448296" sldId="703"/>
            <ac:spMk id="83" creationId="{E2CD23FE-00B3-4BF5-956C-BCD1A4E2010D}"/>
          </ac:spMkLst>
        </pc:spChg>
        <pc:spChg chg="mod">
          <ac:chgData name="翟 锐" userId="fef11181f709266a" providerId="LiveId" clId="{9CBAED9C-ABD7-48FD-8455-4711A584ABD3}" dt="2020-10-21T12:35:07.210" v="2262" actId="1076"/>
          <ac:spMkLst>
            <pc:docMk/>
            <pc:sldMk cId="433448296" sldId="703"/>
            <ac:spMk id="85" creationId="{FD3602D2-8D20-4284-BB76-D1B10AA329A1}"/>
          </ac:spMkLst>
        </pc:spChg>
        <pc:spChg chg="mod">
          <ac:chgData name="翟 锐" userId="fef11181f709266a" providerId="LiveId" clId="{9CBAED9C-ABD7-48FD-8455-4711A584ABD3}" dt="2020-10-21T12:35:07.210" v="2262" actId="1076"/>
          <ac:spMkLst>
            <pc:docMk/>
            <pc:sldMk cId="433448296" sldId="703"/>
            <ac:spMk id="87" creationId="{31197112-7B20-4431-AE79-69CEA5F0181C}"/>
          </ac:spMkLst>
        </pc:spChg>
        <pc:spChg chg="mod">
          <ac:chgData name="翟 锐" userId="fef11181f709266a" providerId="LiveId" clId="{9CBAED9C-ABD7-48FD-8455-4711A584ABD3}" dt="2020-10-21T12:35:07.210" v="2262" actId="1076"/>
          <ac:spMkLst>
            <pc:docMk/>
            <pc:sldMk cId="433448296" sldId="703"/>
            <ac:spMk id="89" creationId="{D53921D7-9576-47D5-8F90-65528CB1078C}"/>
          </ac:spMkLst>
        </pc:spChg>
        <pc:spChg chg="mod">
          <ac:chgData name="翟 锐" userId="fef11181f709266a" providerId="LiveId" clId="{9CBAED9C-ABD7-48FD-8455-4711A584ABD3}" dt="2020-10-21T12:35:07.210" v="2262" actId="1076"/>
          <ac:spMkLst>
            <pc:docMk/>
            <pc:sldMk cId="433448296" sldId="703"/>
            <ac:spMk id="91" creationId="{4610C9CB-026E-42CD-8356-5BD91C1F7C43}"/>
          </ac:spMkLst>
        </pc:spChg>
        <pc:spChg chg="mod">
          <ac:chgData name="翟 锐" userId="fef11181f709266a" providerId="LiveId" clId="{9CBAED9C-ABD7-48FD-8455-4711A584ABD3}" dt="2020-10-21T12:35:07.210" v="2262" actId="1076"/>
          <ac:spMkLst>
            <pc:docMk/>
            <pc:sldMk cId="433448296" sldId="703"/>
            <ac:spMk id="93" creationId="{2795899F-5B53-4AD8-AEB0-4CE4F447B846}"/>
          </ac:spMkLst>
        </pc:spChg>
        <pc:spChg chg="mod">
          <ac:chgData name="翟 锐" userId="fef11181f709266a" providerId="LiveId" clId="{9CBAED9C-ABD7-48FD-8455-4711A584ABD3}" dt="2020-10-21T12:35:07.210" v="2262" actId="1076"/>
          <ac:spMkLst>
            <pc:docMk/>
            <pc:sldMk cId="433448296" sldId="703"/>
            <ac:spMk id="95" creationId="{E4221246-3801-4E0F-A7D5-825CE1BFE821}"/>
          </ac:spMkLst>
        </pc:spChg>
        <pc:spChg chg="mod">
          <ac:chgData name="翟 锐" userId="fef11181f709266a" providerId="LiveId" clId="{9CBAED9C-ABD7-48FD-8455-4711A584ABD3}" dt="2020-10-21T12:35:07.210" v="2262" actId="1076"/>
          <ac:spMkLst>
            <pc:docMk/>
            <pc:sldMk cId="433448296" sldId="703"/>
            <ac:spMk id="97" creationId="{60C9A43D-741E-43E3-B184-A01D03672FD2}"/>
          </ac:spMkLst>
        </pc:spChg>
        <pc:spChg chg="mod">
          <ac:chgData name="翟 锐" userId="fef11181f709266a" providerId="LiveId" clId="{9CBAED9C-ABD7-48FD-8455-4711A584ABD3}" dt="2020-10-21T12:35:07.210" v="2262" actId="1076"/>
          <ac:spMkLst>
            <pc:docMk/>
            <pc:sldMk cId="433448296" sldId="703"/>
            <ac:spMk id="99" creationId="{33A33A71-EC67-4F43-A852-B99A81519779}"/>
          </ac:spMkLst>
        </pc:spChg>
        <pc:spChg chg="mod">
          <ac:chgData name="翟 锐" userId="fef11181f709266a" providerId="LiveId" clId="{9CBAED9C-ABD7-48FD-8455-4711A584ABD3}" dt="2020-10-21T12:35:07.210" v="2262" actId="1076"/>
          <ac:spMkLst>
            <pc:docMk/>
            <pc:sldMk cId="433448296" sldId="703"/>
            <ac:spMk id="101" creationId="{3DCDB337-B01F-48D0-8B4D-76E2B613C3C8}"/>
          </ac:spMkLst>
        </pc:spChg>
        <pc:spChg chg="mod">
          <ac:chgData name="翟 锐" userId="fef11181f709266a" providerId="LiveId" clId="{9CBAED9C-ABD7-48FD-8455-4711A584ABD3}" dt="2020-10-21T12:35:07.210" v="2262" actId="1076"/>
          <ac:spMkLst>
            <pc:docMk/>
            <pc:sldMk cId="433448296" sldId="703"/>
            <ac:spMk id="103" creationId="{DCDD58BB-C987-462F-BEB9-A662C0B945E6}"/>
          </ac:spMkLst>
        </pc:spChg>
        <pc:spChg chg="mod">
          <ac:chgData name="翟 锐" userId="fef11181f709266a" providerId="LiveId" clId="{9CBAED9C-ABD7-48FD-8455-4711A584ABD3}" dt="2020-10-21T12:35:07.210" v="2262" actId="1076"/>
          <ac:spMkLst>
            <pc:docMk/>
            <pc:sldMk cId="433448296" sldId="703"/>
            <ac:spMk id="105" creationId="{FD833130-9758-43DD-BA5E-B25F9F852DE8}"/>
          </ac:spMkLst>
        </pc:spChg>
        <pc:spChg chg="mod">
          <ac:chgData name="翟 锐" userId="fef11181f709266a" providerId="LiveId" clId="{9CBAED9C-ABD7-48FD-8455-4711A584ABD3}" dt="2020-10-21T12:35:07.210" v="2262" actId="1076"/>
          <ac:spMkLst>
            <pc:docMk/>
            <pc:sldMk cId="433448296" sldId="703"/>
            <ac:spMk id="107" creationId="{B0C2FED7-1717-4371-9AF5-B8B3DD000AF7}"/>
          </ac:spMkLst>
        </pc:spChg>
        <pc:spChg chg="mod">
          <ac:chgData name="翟 锐" userId="fef11181f709266a" providerId="LiveId" clId="{9CBAED9C-ABD7-48FD-8455-4711A584ABD3}" dt="2020-10-21T12:35:07.210" v="2262" actId="1076"/>
          <ac:spMkLst>
            <pc:docMk/>
            <pc:sldMk cId="433448296" sldId="703"/>
            <ac:spMk id="109" creationId="{C886B27B-C9F9-4B16-83D3-66085A28C842}"/>
          </ac:spMkLst>
        </pc:spChg>
        <pc:spChg chg="mod">
          <ac:chgData name="翟 锐" userId="fef11181f709266a" providerId="LiveId" clId="{9CBAED9C-ABD7-48FD-8455-4711A584ABD3}" dt="2020-10-21T12:35:07.210" v="2262" actId="1076"/>
          <ac:spMkLst>
            <pc:docMk/>
            <pc:sldMk cId="433448296" sldId="703"/>
            <ac:spMk id="111" creationId="{879EA5AF-5766-47EF-B53B-6CC32BEE0671}"/>
          </ac:spMkLst>
        </pc:spChg>
        <pc:spChg chg="mod">
          <ac:chgData name="翟 锐" userId="fef11181f709266a" providerId="LiveId" clId="{9CBAED9C-ABD7-48FD-8455-4711A584ABD3}" dt="2020-10-21T12:35:07.210" v="2262" actId="1076"/>
          <ac:spMkLst>
            <pc:docMk/>
            <pc:sldMk cId="433448296" sldId="703"/>
            <ac:spMk id="113" creationId="{26BE0E1A-E18F-4D38-833A-B563ADE88E86}"/>
          </ac:spMkLst>
        </pc:spChg>
        <pc:spChg chg="mod">
          <ac:chgData name="翟 锐" userId="fef11181f709266a" providerId="LiveId" clId="{9CBAED9C-ABD7-48FD-8455-4711A584ABD3}" dt="2020-10-21T12:35:07.210" v="2262" actId="1076"/>
          <ac:spMkLst>
            <pc:docMk/>
            <pc:sldMk cId="433448296" sldId="703"/>
            <ac:spMk id="115" creationId="{D0506E37-C428-4C46-938A-D5677B623381}"/>
          </ac:spMkLst>
        </pc:spChg>
        <pc:grpChg chg="mod">
          <ac:chgData name="翟 锐" userId="fef11181f709266a" providerId="LiveId" clId="{9CBAED9C-ABD7-48FD-8455-4711A584ABD3}" dt="2020-10-21T12:35:07.210" v="2262" actId="1076"/>
          <ac:grpSpMkLst>
            <pc:docMk/>
            <pc:sldMk cId="433448296" sldId="703"/>
            <ac:grpSpMk id="116" creationId="{A2B91CB3-BB64-4191-9F30-09741B1A265C}"/>
          </ac:grpSpMkLst>
        </pc:grpChg>
      </pc:sldChg>
      <pc:sldChg chg="addSp delSp modSp mod">
        <pc:chgData name="翟 锐" userId="fef11181f709266a" providerId="LiveId" clId="{9CBAED9C-ABD7-48FD-8455-4711A584ABD3}" dt="2020-10-23T14:54:58.467" v="3896" actId="478"/>
        <pc:sldMkLst>
          <pc:docMk/>
          <pc:sldMk cId="1156045298" sldId="704"/>
        </pc:sldMkLst>
        <pc:spChg chg="add del mod">
          <ac:chgData name="翟 锐" userId="fef11181f709266a" providerId="LiveId" clId="{9CBAED9C-ABD7-48FD-8455-4711A584ABD3}" dt="2020-10-23T14:54:58.467" v="3896" actId="478"/>
          <ac:spMkLst>
            <pc:docMk/>
            <pc:sldMk cId="1156045298" sldId="704"/>
            <ac:spMk id="2" creationId="{E4C67265-C043-4FD3-972B-DA0C2CA40876}"/>
          </ac:spMkLst>
        </pc:spChg>
        <pc:spChg chg="add del mod">
          <ac:chgData name="翟 锐" userId="fef11181f709266a" providerId="LiveId" clId="{9CBAED9C-ABD7-48FD-8455-4711A584ABD3}" dt="2020-10-23T14:54:56.310" v="3894" actId="478"/>
          <ac:spMkLst>
            <pc:docMk/>
            <pc:sldMk cId="1156045298" sldId="704"/>
            <ac:spMk id="3" creationId="{A1EBE65A-24E7-400C-982F-9AA992490A9C}"/>
          </ac:spMkLst>
        </pc:spChg>
        <pc:spChg chg="add del mod">
          <ac:chgData name="翟 锐" userId="fef11181f709266a" providerId="LiveId" clId="{9CBAED9C-ABD7-48FD-8455-4711A584ABD3}" dt="2020-10-23T14:54:57.545" v="3895" actId="478"/>
          <ac:spMkLst>
            <pc:docMk/>
            <pc:sldMk cId="1156045298" sldId="704"/>
            <ac:spMk id="4" creationId="{9AF68EF8-D700-4856-9F6D-13E41E9423E3}"/>
          </ac:spMkLst>
        </pc:spChg>
        <pc:spChg chg="mod">
          <ac:chgData name="翟 锐" userId="fef11181f709266a" providerId="LiveId" clId="{9CBAED9C-ABD7-48FD-8455-4711A584ABD3}" dt="2020-10-21T10:26:43.170" v="1221" actId="14100"/>
          <ac:spMkLst>
            <pc:docMk/>
            <pc:sldMk cId="1156045298" sldId="704"/>
            <ac:spMk id="7" creationId="{4C355974-5EB8-439A-AA0A-5389F8C40D79}"/>
          </ac:spMkLst>
        </pc:spChg>
        <pc:spChg chg="mod">
          <ac:chgData name="翟 锐" userId="fef11181f709266a" providerId="LiveId" clId="{9CBAED9C-ABD7-48FD-8455-4711A584ABD3}" dt="2020-10-21T10:26:43.170" v="1221" actId="14100"/>
          <ac:spMkLst>
            <pc:docMk/>
            <pc:sldMk cId="1156045298" sldId="704"/>
            <ac:spMk id="9" creationId="{9CB61666-05B3-4E3E-A469-A7B954F64209}"/>
          </ac:spMkLst>
        </pc:spChg>
        <pc:spChg chg="mod">
          <ac:chgData name="翟 锐" userId="fef11181f709266a" providerId="LiveId" clId="{9CBAED9C-ABD7-48FD-8455-4711A584ABD3}" dt="2020-10-21T10:26:43.170" v="1221" actId="14100"/>
          <ac:spMkLst>
            <pc:docMk/>
            <pc:sldMk cId="1156045298" sldId="704"/>
            <ac:spMk id="10" creationId="{01A0314F-3102-4888-B6A5-AC1EC39F01D5}"/>
          </ac:spMkLst>
        </pc:spChg>
        <pc:spChg chg="mod">
          <ac:chgData name="翟 锐" userId="fef11181f709266a" providerId="LiveId" clId="{9CBAED9C-ABD7-48FD-8455-4711A584ABD3}" dt="2020-10-21T10:26:43.170" v="1221" actId="14100"/>
          <ac:spMkLst>
            <pc:docMk/>
            <pc:sldMk cId="1156045298" sldId="704"/>
            <ac:spMk id="11" creationId="{2FD171B4-A733-49EC-92A6-DAA41DFD31E7}"/>
          </ac:spMkLst>
        </pc:spChg>
        <pc:spChg chg="mod">
          <ac:chgData name="翟 锐" userId="fef11181f709266a" providerId="LiveId" clId="{9CBAED9C-ABD7-48FD-8455-4711A584ABD3}" dt="2020-10-21T10:26:43.170" v="1221" actId="14100"/>
          <ac:spMkLst>
            <pc:docMk/>
            <pc:sldMk cId="1156045298" sldId="704"/>
            <ac:spMk id="12" creationId="{3E539F02-A9E0-42A9-A4EB-91DC273B3DE7}"/>
          </ac:spMkLst>
        </pc:spChg>
        <pc:spChg chg="mod">
          <ac:chgData name="翟 锐" userId="fef11181f709266a" providerId="LiveId" clId="{9CBAED9C-ABD7-48FD-8455-4711A584ABD3}" dt="2020-10-21T10:26:43.170" v="1221" actId="14100"/>
          <ac:spMkLst>
            <pc:docMk/>
            <pc:sldMk cId="1156045298" sldId="704"/>
            <ac:spMk id="13" creationId="{736F845D-2093-4642-B30B-3652561868B1}"/>
          </ac:spMkLst>
        </pc:spChg>
        <pc:spChg chg="mod">
          <ac:chgData name="翟 锐" userId="fef11181f709266a" providerId="LiveId" clId="{9CBAED9C-ABD7-48FD-8455-4711A584ABD3}" dt="2020-10-21T10:26:43.170" v="1221" actId="14100"/>
          <ac:spMkLst>
            <pc:docMk/>
            <pc:sldMk cId="1156045298" sldId="704"/>
            <ac:spMk id="14" creationId="{74F80CB4-C98B-4D0D-BB26-A6CFAE96B201}"/>
          </ac:spMkLst>
        </pc:spChg>
        <pc:spChg chg="mod">
          <ac:chgData name="翟 锐" userId="fef11181f709266a" providerId="LiveId" clId="{9CBAED9C-ABD7-48FD-8455-4711A584ABD3}" dt="2020-10-21T10:26:43.170" v="1221" actId="14100"/>
          <ac:spMkLst>
            <pc:docMk/>
            <pc:sldMk cId="1156045298" sldId="704"/>
            <ac:spMk id="15" creationId="{FFEA86C4-402F-4F07-B9F3-EC5F9A1DB51C}"/>
          </ac:spMkLst>
        </pc:spChg>
        <pc:spChg chg="mod">
          <ac:chgData name="翟 锐" userId="fef11181f709266a" providerId="LiveId" clId="{9CBAED9C-ABD7-48FD-8455-4711A584ABD3}" dt="2020-10-21T10:26:43.170" v="1221" actId="14100"/>
          <ac:spMkLst>
            <pc:docMk/>
            <pc:sldMk cId="1156045298" sldId="704"/>
            <ac:spMk id="16" creationId="{A644C6CF-7EFA-4AD3-9E95-E3A82A8C0DF5}"/>
          </ac:spMkLst>
        </pc:spChg>
        <pc:spChg chg="mod">
          <ac:chgData name="翟 锐" userId="fef11181f709266a" providerId="LiveId" clId="{9CBAED9C-ABD7-48FD-8455-4711A584ABD3}" dt="2020-10-21T10:26:43.170" v="1221" actId="14100"/>
          <ac:spMkLst>
            <pc:docMk/>
            <pc:sldMk cId="1156045298" sldId="704"/>
            <ac:spMk id="17" creationId="{08FD65BE-C7C3-474D-B190-A33DE93FB2C0}"/>
          </ac:spMkLst>
        </pc:spChg>
        <pc:spChg chg="mod">
          <ac:chgData name="翟 锐" userId="fef11181f709266a" providerId="LiveId" clId="{9CBAED9C-ABD7-48FD-8455-4711A584ABD3}" dt="2020-10-21T10:26:43.170" v="1221" actId="14100"/>
          <ac:spMkLst>
            <pc:docMk/>
            <pc:sldMk cId="1156045298" sldId="704"/>
            <ac:spMk id="18" creationId="{D92A5707-2E39-4B46-851A-C6B22BEFB752}"/>
          </ac:spMkLst>
        </pc:spChg>
        <pc:spChg chg="mod">
          <ac:chgData name="翟 锐" userId="fef11181f709266a" providerId="LiveId" clId="{9CBAED9C-ABD7-48FD-8455-4711A584ABD3}" dt="2020-10-21T10:26:43.170" v="1221" actId="14100"/>
          <ac:spMkLst>
            <pc:docMk/>
            <pc:sldMk cId="1156045298" sldId="704"/>
            <ac:spMk id="19" creationId="{045B70D4-FBFD-48BD-A31F-C8B8A5BA10CE}"/>
          </ac:spMkLst>
        </pc:spChg>
        <pc:spChg chg="mod">
          <ac:chgData name="翟 锐" userId="fef11181f709266a" providerId="LiveId" clId="{9CBAED9C-ABD7-48FD-8455-4711A584ABD3}" dt="2020-10-21T10:26:43.170" v="1221" actId="14100"/>
          <ac:spMkLst>
            <pc:docMk/>
            <pc:sldMk cId="1156045298" sldId="704"/>
            <ac:spMk id="20" creationId="{98CEFD4B-4CEA-4687-BEE9-6C67D3163A1D}"/>
          </ac:spMkLst>
        </pc:spChg>
        <pc:spChg chg="mod">
          <ac:chgData name="翟 锐" userId="fef11181f709266a" providerId="LiveId" clId="{9CBAED9C-ABD7-48FD-8455-4711A584ABD3}" dt="2020-10-21T10:26:43.170" v="1221" actId="14100"/>
          <ac:spMkLst>
            <pc:docMk/>
            <pc:sldMk cId="1156045298" sldId="704"/>
            <ac:spMk id="21" creationId="{5D3350A2-B126-4641-8DDA-89F89F8696D2}"/>
          </ac:spMkLst>
        </pc:spChg>
        <pc:spChg chg="mod">
          <ac:chgData name="翟 锐" userId="fef11181f709266a" providerId="LiveId" clId="{9CBAED9C-ABD7-48FD-8455-4711A584ABD3}" dt="2020-10-21T10:26:43.170" v="1221" actId="14100"/>
          <ac:spMkLst>
            <pc:docMk/>
            <pc:sldMk cId="1156045298" sldId="704"/>
            <ac:spMk id="22" creationId="{069330BF-828D-4CCE-96FA-7A19AAD71CDB}"/>
          </ac:spMkLst>
        </pc:spChg>
        <pc:spChg chg="mod">
          <ac:chgData name="翟 锐" userId="fef11181f709266a" providerId="LiveId" clId="{9CBAED9C-ABD7-48FD-8455-4711A584ABD3}" dt="2020-10-21T10:26:43.170" v="1221" actId="14100"/>
          <ac:spMkLst>
            <pc:docMk/>
            <pc:sldMk cId="1156045298" sldId="704"/>
            <ac:spMk id="23" creationId="{E457A17D-CF77-47E0-86FE-D93E337D4394}"/>
          </ac:spMkLst>
        </pc:spChg>
        <pc:spChg chg="mod">
          <ac:chgData name="翟 锐" userId="fef11181f709266a" providerId="LiveId" clId="{9CBAED9C-ABD7-48FD-8455-4711A584ABD3}" dt="2020-10-21T10:26:43.170" v="1221" actId="14100"/>
          <ac:spMkLst>
            <pc:docMk/>
            <pc:sldMk cId="1156045298" sldId="704"/>
            <ac:spMk id="24" creationId="{DC19B245-D0AE-4963-9BC8-F0DDF96F4C60}"/>
          </ac:spMkLst>
        </pc:spChg>
        <pc:spChg chg="mod">
          <ac:chgData name="翟 锐" userId="fef11181f709266a" providerId="LiveId" clId="{9CBAED9C-ABD7-48FD-8455-4711A584ABD3}" dt="2020-10-21T10:26:43.170" v="1221" actId="14100"/>
          <ac:spMkLst>
            <pc:docMk/>
            <pc:sldMk cId="1156045298" sldId="704"/>
            <ac:spMk id="25" creationId="{09D558E4-6DBB-4BE6-939C-4DABA3FEAAD8}"/>
          </ac:spMkLst>
        </pc:spChg>
        <pc:spChg chg="mod">
          <ac:chgData name="翟 锐" userId="fef11181f709266a" providerId="LiveId" clId="{9CBAED9C-ABD7-48FD-8455-4711A584ABD3}" dt="2020-10-21T10:26:43.170" v="1221" actId="14100"/>
          <ac:spMkLst>
            <pc:docMk/>
            <pc:sldMk cId="1156045298" sldId="704"/>
            <ac:spMk id="26" creationId="{9DA1F9C4-047F-475A-AD24-C251AC5752CF}"/>
          </ac:spMkLst>
        </pc:spChg>
        <pc:spChg chg="mod">
          <ac:chgData name="翟 锐" userId="fef11181f709266a" providerId="LiveId" clId="{9CBAED9C-ABD7-48FD-8455-4711A584ABD3}" dt="2020-10-21T10:26:43.170" v="1221" actId="14100"/>
          <ac:spMkLst>
            <pc:docMk/>
            <pc:sldMk cId="1156045298" sldId="704"/>
            <ac:spMk id="27" creationId="{0601FE33-3007-4290-B5A6-6439E58F4999}"/>
          </ac:spMkLst>
        </pc:spChg>
        <pc:spChg chg="mod">
          <ac:chgData name="翟 锐" userId="fef11181f709266a" providerId="LiveId" clId="{9CBAED9C-ABD7-48FD-8455-4711A584ABD3}" dt="2020-10-21T10:26:43.170" v="1221" actId="14100"/>
          <ac:spMkLst>
            <pc:docMk/>
            <pc:sldMk cId="1156045298" sldId="704"/>
            <ac:spMk id="28" creationId="{8DAD714E-65D0-478D-BD27-82C5014C9AB0}"/>
          </ac:spMkLst>
        </pc:spChg>
        <pc:spChg chg="mod">
          <ac:chgData name="翟 锐" userId="fef11181f709266a" providerId="LiveId" clId="{9CBAED9C-ABD7-48FD-8455-4711A584ABD3}" dt="2020-10-21T10:26:43.170" v="1221" actId="14100"/>
          <ac:spMkLst>
            <pc:docMk/>
            <pc:sldMk cId="1156045298" sldId="704"/>
            <ac:spMk id="29" creationId="{4A86F34E-9127-4E75-9363-59BC39AACF49}"/>
          </ac:spMkLst>
        </pc:spChg>
        <pc:spChg chg="mod">
          <ac:chgData name="翟 锐" userId="fef11181f709266a" providerId="LiveId" clId="{9CBAED9C-ABD7-48FD-8455-4711A584ABD3}" dt="2020-10-21T10:26:43.170" v="1221" actId="14100"/>
          <ac:spMkLst>
            <pc:docMk/>
            <pc:sldMk cId="1156045298" sldId="704"/>
            <ac:spMk id="30" creationId="{21710DB3-A408-4535-B219-0230B45E7D90}"/>
          </ac:spMkLst>
        </pc:spChg>
        <pc:spChg chg="mod">
          <ac:chgData name="翟 锐" userId="fef11181f709266a" providerId="LiveId" clId="{9CBAED9C-ABD7-48FD-8455-4711A584ABD3}" dt="2020-10-21T10:26:43.170" v="1221" actId="14100"/>
          <ac:spMkLst>
            <pc:docMk/>
            <pc:sldMk cId="1156045298" sldId="704"/>
            <ac:spMk id="31" creationId="{EC411B3C-D2EE-43B5-B24D-B04FD1CA883F}"/>
          </ac:spMkLst>
        </pc:spChg>
        <pc:spChg chg="mod">
          <ac:chgData name="翟 锐" userId="fef11181f709266a" providerId="LiveId" clId="{9CBAED9C-ABD7-48FD-8455-4711A584ABD3}" dt="2020-10-21T10:26:43.170" v="1221" actId="14100"/>
          <ac:spMkLst>
            <pc:docMk/>
            <pc:sldMk cId="1156045298" sldId="704"/>
            <ac:spMk id="32" creationId="{E5AFA1EC-5894-4AE2-A1BB-892918C5304E}"/>
          </ac:spMkLst>
        </pc:spChg>
        <pc:spChg chg="mod">
          <ac:chgData name="翟 锐" userId="fef11181f709266a" providerId="LiveId" clId="{9CBAED9C-ABD7-48FD-8455-4711A584ABD3}" dt="2020-10-21T10:26:43.170" v="1221" actId="14100"/>
          <ac:spMkLst>
            <pc:docMk/>
            <pc:sldMk cId="1156045298" sldId="704"/>
            <ac:spMk id="36" creationId="{FA9E5920-A7C5-486C-92E3-CFE7FE157738}"/>
          </ac:spMkLst>
        </pc:spChg>
        <pc:spChg chg="mod">
          <ac:chgData name="翟 锐" userId="fef11181f709266a" providerId="LiveId" clId="{9CBAED9C-ABD7-48FD-8455-4711A584ABD3}" dt="2020-10-21T10:26:43.170" v="1221" actId="14100"/>
          <ac:spMkLst>
            <pc:docMk/>
            <pc:sldMk cId="1156045298" sldId="704"/>
            <ac:spMk id="37" creationId="{E93CF0CB-CCBE-4CDD-8283-E943D53E00F3}"/>
          </ac:spMkLst>
        </pc:spChg>
        <pc:spChg chg="mod">
          <ac:chgData name="翟 锐" userId="fef11181f709266a" providerId="LiveId" clId="{9CBAED9C-ABD7-48FD-8455-4711A584ABD3}" dt="2020-10-21T10:26:43.170" v="1221" actId="14100"/>
          <ac:spMkLst>
            <pc:docMk/>
            <pc:sldMk cId="1156045298" sldId="704"/>
            <ac:spMk id="38" creationId="{45CD8B22-4E90-4C63-8E96-693D78252A19}"/>
          </ac:spMkLst>
        </pc:spChg>
        <pc:grpChg chg="mod">
          <ac:chgData name="翟 锐" userId="fef11181f709266a" providerId="LiveId" clId="{9CBAED9C-ABD7-48FD-8455-4711A584ABD3}" dt="2020-10-21T10:26:43.170" v="1221" actId="14100"/>
          <ac:grpSpMkLst>
            <pc:docMk/>
            <pc:sldMk cId="1156045298" sldId="704"/>
            <ac:grpSpMk id="6" creationId="{79E94EEB-9C9A-4FF5-A4CC-BB010E6BF045}"/>
          </ac:grpSpMkLst>
        </pc:grpChg>
        <pc:grpChg chg="mod">
          <ac:chgData name="翟 锐" userId="fef11181f709266a" providerId="LiveId" clId="{9CBAED9C-ABD7-48FD-8455-4711A584ABD3}" dt="2020-10-21T10:26:43.170" v="1221" actId="14100"/>
          <ac:grpSpMkLst>
            <pc:docMk/>
            <pc:sldMk cId="1156045298" sldId="704"/>
            <ac:grpSpMk id="8" creationId="{D6EC4940-C268-479A-BC25-CC61CAEA2BDF}"/>
          </ac:grpSpMkLst>
        </pc:grpChg>
      </pc:sldChg>
      <pc:sldChg chg="ord">
        <pc:chgData name="翟 锐" userId="fef11181f709266a" providerId="LiveId" clId="{9CBAED9C-ABD7-48FD-8455-4711A584ABD3}" dt="2020-10-21T15:35:26.386" v="3750"/>
        <pc:sldMkLst>
          <pc:docMk/>
          <pc:sldMk cId="600150406" sldId="707"/>
        </pc:sldMkLst>
      </pc:sldChg>
      <pc:sldChg chg="addSp delSp modSp mod ord">
        <pc:chgData name="翟 锐" userId="fef11181f709266a" providerId="LiveId" clId="{9CBAED9C-ABD7-48FD-8455-4711A584ABD3}" dt="2020-10-25T14:10:14.925" v="4154" actId="1076"/>
        <pc:sldMkLst>
          <pc:docMk/>
          <pc:sldMk cId="3593431921" sldId="709"/>
        </pc:sldMkLst>
        <pc:spChg chg="mod">
          <ac:chgData name="翟 锐" userId="fef11181f709266a" providerId="LiveId" clId="{9CBAED9C-ABD7-48FD-8455-4711A584ABD3}" dt="2020-10-23T13:05:43.903" v="3802" actId="20577"/>
          <ac:spMkLst>
            <pc:docMk/>
            <pc:sldMk cId="3593431921" sldId="709"/>
            <ac:spMk id="2" creationId="{1A343DEC-CFF6-41F5-B87C-0DFC08C67B76}"/>
          </ac:spMkLst>
        </pc:spChg>
        <pc:spChg chg="add del">
          <ac:chgData name="翟 锐" userId="fef11181f709266a" providerId="LiveId" clId="{9CBAED9C-ABD7-48FD-8455-4711A584ABD3}" dt="2020-10-25T14:10:03.355" v="4152" actId="22"/>
          <ac:spMkLst>
            <pc:docMk/>
            <pc:sldMk cId="3593431921" sldId="709"/>
            <ac:spMk id="3" creationId="{5ED140AB-A5FE-4B03-87C4-1D38B3C29A57}"/>
          </ac:spMkLst>
        </pc:spChg>
        <pc:spChg chg="mod">
          <ac:chgData name="翟 锐" userId="fef11181f709266a" providerId="LiveId" clId="{9CBAED9C-ABD7-48FD-8455-4711A584ABD3}" dt="2020-10-25T14:09:27.226" v="4138"/>
          <ac:spMkLst>
            <pc:docMk/>
            <pc:sldMk cId="3593431921" sldId="709"/>
            <ac:spMk id="7" creationId="{B8DFA08A-AC45-494D-B652-C14E0F8D0E8D}"/>
          </ac:spMkLst>
        </pc:spChg>
        <pc:spChg chg="add mod">
          <ac:chgData name="翟 锐" userId="fef11181f709266a" providerId="LiveId" clId="{9CBAED9C-ABD7-48FD-8455-4711A584ABD3}" dt="2020-10-25T14:10:14.925" v="4154" actId="1076"/>
          <ac:spMkLst>
            <pc:docMk/>
            <pc:sldMk cId="3593431921" sldId="709"/>
            <ac:spMk id="11" creationId="{2B64C415-B2F4-458B-9C4E-AFC00BDBD69F}"/>
          </ac:spMkLst>
        </pc:spChg>
        <pc:spChg chg="add mod">
          <ac:chgData name="翟 锐" userId="fef11181f709266a" providerId="LiveId" clId="{9CBAED9C-ABD7-48FD-8455-4711A584ABD3}" dt="2020-10-25T14:10:14.925" v="4154" actId="1076"/>
          <ac:spMkLst>
            <pc:docMk/>
            <pc:sldMk cId="3593431921" sldId="709"/>
            <ac:spMk id="12" creationId="{B1F6C175-D246-4D37-9456-9C2375D67E75}"/>
          </ac:spMkLst>
        </pc:spChg>
        <pc:spChg chg="add mod">
          <ac:chgData name="翟 锐" userId="fef11181f709266a" providerId="LiveId" clId="{9CBAED9C-ABD7-48FD-8455-4711A584ABD3}" dt="2020-10-25T14:10:14.925" v="4154" actId="1076"/>
          <ac:spMkLst>
            <pc:docMk/>
            <pc:sldMk cId="3593431921" sldId="709"/>
            <ac:spMk id="13" creationId="{89889FE6-0905-405B-BF77-8012A5C06AEE}"/>
          </ac:spMkLst>
        </pc:spChg>
        <pc:spChg chg="mod">
          <ac:chgData name="翟 锐" userId="fef11181f709266a" providerId="LiveId" clId="{9CBAED9C-ABD7-48FD-8455-4711A584ABD3}" dt="2020-10-25T14:10:14.925" v="4154" actId="1076"/>
          <ac:spMkLst>
            <pc:docMk/>
            <pc:sldMk cId="3593431921" sldId="709"/>
            <ac:spMk id="15" creationId="{707CCE00-1189-4AF2-B3D0-24B98B0F0970}"/>
          </ac:spMkLst>
        </pc:spChg>
        <pc:grpChg chg="add del mod">
          <ac:chgData name="翟 锐" userId="fef11181f709266a" providerId="LiveId" clId="{9CBAED9C-ABD7-48FD-8455-4711A584ABD3}" dt="2020-10-25T14:09:59.100" v="4150" actId="478"/>
          <ac:grpSpMkLst>
            <pc:docMk/>
            <pc:sldMk cId="3593431921" sldId="709"/>
            <ac:grpSpMk id="6" creationId="{7ED45DDF-40B2-489E-9856-4DD8E6088102}"/>
          </ac:grpSpMkLst>
        </pc:grpChg>
        <pc:grpChg chg="add mod">
          <ac:chgData name="翟 锐" userId="fef11181f709266a" providerId="LiveId" clId="{9CBAED9C-ABD7-48FD-8455-4711A584ABD3}" dt="2020-10-25T14:10:14.925" v="4154" actId="1076"/>
          <ac:grpSpMkLst>
            <pc:docMk/>
            <pc:sldMk cId="3593431921" sldId="709"/>
            <ac:grpSpMk id="14" creationId="{9286A87B-5993-4D07-8178-4570C80CFE36}"/>
          </ac:grpSpMkLst>
        </pc:grpChg>
        <pc:graphicFrameChg chg="mod">
          <ac:chgData name="翟 锐" userId="fef11181f709266a" providerId="LiveId" clId="{9CBAED9C-ABD7-48FD-8455-4711A584ABD3}" dt="2020-10-25T14:10:14.925" v="4154" actId="1076"/>
          <ac:graphicFrameMkLst>
            <pc:docMk/>
            <pc:sldMk cId="3593431921" sldId="709"/>
            <ac:graphicFrameMk id="16" creationId="{DC4CC0C7-6F6D-4F2F-90BB-546108B1AC79}"/>
          </ac:graphicFrameMkLst>
        </pc:graphicFrameChg>
        <pc:graphicFrameChg chg="mod">
          <ac:chgData name="翟 锐" userId="fef11181f709266a" providerId="LiveId" clId="{9CBAED9C-ABD7-48FD-8455-4711A584ABD3}" dt="2020-10-25T14:10:14.925" v="4154" actId="1076"/>
          <ac:graphicFrameMkLst>
            <pc:docMk/>
            <pc:sldMk cId="3593431921" sldId="709"/>
            <ac:graphicFrameMk id="17" creationId="{3ABD5EAA-8B52-4037-AD37-2AE1DCDA02CF}"/>
          </ac:graphicFrameMkLst>
        </pc:graphicFrameChg>
        <pc:graphicFrameChg chg="mod">
          <ac:chgData name="翟 锐" userId="fef11181f709266a" providerId="LiveId" clId="{9CBAED9C-ABD7-48FD-8455-4711A584ABD3}" dt="2020-10-25T14:10:14.925" v="4154" actId="1076"/>
          <ac:graphicFrameMkLst>
            <pc:docMk/>
            <pc:sldMk cId="3593431921" sldId="709"/>
            <ac:graphicFrameMk id="18" creationId="{78A37A79-CB83-4D19-9740-A59F58AE931A}"/>
          </ac:graphicFrameMkLst>
        </pc:graphicFrameChg>
        <pc:picChg chg="mod">
          <ac:chgData name="翟 锐" userId="fef11181f709266a" providerId="LiveId" clId="{9CBAED9C-ABD7-48FD-8455-4711A584ABD3}" dt="2020-10-25T14:09:27.226" v="4138"/>
          <ac:picMkLst>
            <pc:docMk/>
            <pc:sldMk cId="3593431921" sldId="709"/>
            <ac:picMk id="8" creationId="{4BA02302-7528-42AB-B3D1-A873B62D3755}"/>
          </ac:picMkLst>
        </pc:picChg>
      </pc:sldChg>
      <pc:sldChg chg="modSp mod">
        <pc:chgData name="翟 锐" userId="fef11181f709266a" providerId="LiveId" clId="{9CBAED9C-ABD7-48FD-8455-4711A584ABD3}" dt="2020-10-25T14:10:40.504" v="4155"/>
        <pc:sldMkLst>
          <pc:docMk/>
          <pc:sldMk cId="2688798713" sldId="710"/>
        </pc:sldMkLst>
        <pc:spChg chg="mod">
          <ac:chgData name="翟 锐" userId="fef11181f709266a" providerId="LiveId" clId="{9CBAED9C-ABD7-48FD-8455-4711A584ABD3}" dt="2020-10-19T17:14:36.706" v="923" actId="2711"/>
          <ac:spMkLst>
            <pc:docMk/>
            <pc:sldMk cId="2688798713" sldId="710"/>
            <ac:spMk id="6" creationId="{93C0B9B5-7E53-4716-85D1-6CD4D4E4F021}"/>
          </ac:spMkLst>
        </pc:spChg>
        <pc:spChg chg="mod">
          <ac:chgData name="翟 锐" userId="fef11181f709266a" providerId="LiveId" clId="{9CBAED9C-ABD7-48FD-8455-4711A584ABD3}" dt="2020-10-19T17:14:36.706" v="923" actId="2711"/>
          <ac:spMkLst>
            <pc:docMk/>
            <pc:sldMk cId="2688798713" sldId="710"/>
            <ac:spMk id="7" creationId="{02BB16EC-D5DE-48FD-A37A-67A5EFF4877B}"/>
          </ac:spMkLst>
        </pc:spChg>
        <pc:spChg chg="mod">
          <ac:chgData name="翟 锐" userId="fef11181f709266a" providerId="LiveId" clId="{9CBAED9C-ABD7-48FD-8455-4711A584ABD3}" dt="2020-10-19T17:14:36.706" v="923" actId="2711"/>
          <ac:spMkLst>
            <pc:docMk/>
            <pc:sldMk cId="2688798713" sldId="710"/>
            <ac:spMk id="8" creationId="{386FFBCA-2CB2-4FA7-85B9-F8E28AF3D21F}"/>
          </ac:spMkLst>
        </pc:spChg>
        <pc:spChg chg="mod">
          <ac:chgData name="翟 锐" userId="fef11181f709266a" providerId="LiveId" clId="{9CBAED9C-ABD7-48FD-8455-4711A584ABD3}" dt="2020-10-19T17:14:36.706" v="923" actId="2711"/>
          <ac:spMkLst>
            <pc:docMk/>
            <pc:sldMk cId="2688798713" sldId="710"/>
            <ac:spMk id="9" creationId="{406F5B53-564D-4554-80A9-ECE6E2D4F4A4}"/>
          </ac:spMkLst>
        </pc:spChg>
        <pc:spChg chg="mod">
          <ac:chgData name="翟 锐" userId="fef11181f709266a" providerId="LiveId" clId="{9CBAED9C-ABD7-48FD-8455-4711A584ABD3}" dt="2020-10-19T17:14:36.706" v="923" actId="2711"/>
          <ac:spMkLst>
            <pc:docMk/>
            <pc:sldMk cId="2688798713" sldId="710"/>
            <ac:spMk id="10" creationId="{C925268A-48FF-4BA4-9E39-CB3D74165EC4}"/>
          </ac:spMkLst>
        </pc:spChg>
        <pc:spChg chg="mod">
          <ac:chgData name="翟 锐" userId="fef11181f709266a" providerId="LiveId" clId="{9CBAED9C-ABD7-48FD-8455-4711A584ABD3}" dt="2020-10-19T17:14:36.706" v="923" actId="2711"/>
          <ac:spMkLst>
            <pc:docMk/>
            <pc:sldMk cId="2688798713" sldId="710"/>
            <ac:spMk id="11" creationId="{9E972B7A-1B99-460C-9A02-6614A92A7D4F}"/>
          </ac:spMkLst>
        </pc:spChg>
        <pc:spChg chg="mod">
          <ac:chgData name="翟 锐" userId="fef11181f709266a" providerId="LiveId" clId="{9CBAED9C-ABD7-48FD-8455-4711A584ABD3}" dt="2020-10-19T17:14:36.706" v="923" actId="2711"/>
          <ac:spMkLst>
            <pc:docMk/>
            <pc:sldMk cId="2688798713" sldId="710"/>
            <ac:spMk id="12" creationId="{76CD2945-260D-45F7-B68C-253B86F08D5E}"/>
          </ac:spMkLst>
        </pc:spChg>
        <pc:spChg chg="mod">
          <ac:chgData name="翟 锐" userId="fef11181f709266a" providerId="LiveId" clId="{9CBAED9C-ABD7-48FD-8455-4711A584ABD3}" dt="2020-10-19T17:14:36.706" v="923" actId="2711"/>
          <ac:spMkLst>
            <pc:docMk/>
            <pc:sldMk cId="2688798713" sldId="710"/>
            <ac:spMk id="13" creationId="{375A2740-3A68-4F01-9ADD-ABBA9C934996}"/>
          </ac:spMkLst>
        </pc:spChg>
        <pc:spChg chg="mod">
          <ac:chgData name="翟 锐" userId="fef11181f709266a" providerId="LiveId" clId="{9CBAED9C-ABD7-48FD-8455-4711A584ABD3}" dt="2020-10-19T17:14:36.706" v="923" actId="2711"/>
          <ac:spMkLst>
            <pc:docMk/>
            <pc:sldMk cId="2688798713" sldId="710"/>
            <ac:spMk id="14" creationId="{4C078B5D-D1EC-4041-B649-28D1DFC6EC23}"/>
          </ac:spMkLst>
        </pc:spChg>
        <pc:spChg chg="mod">
          <ac:chgData name="翟 锐" userId="fef11181f709266a" providerId="LiveId" clId="{9CBAED9C-ABD7-48FD-8455-4711A584ABD3}" dt="2020-10-19T17:14:36.706" v="923" actId="2711"/>
          <ac:spMkLst>
            <pc:docMk/>
            <pc:sldMk cId="2688798713" sldId="710"/>
            <ac:spMk id="15" creationId="{C1FBAF41-4960-4653-A3CE-C84CDCA44ABA}"/>
          </ac:spMkLst>
        </pc:spChg>
        <pc:spChg chg="mod">
          <ac:chgData name="翟 锐" userId="fef11181f709266a" providerId="LiveId" clId="{9CBAED9C-ABD7-48FD-8455-4711A584ABD3}" dt="2020-10-19T17:14:36.706" v="923" actId="2711"/>
          <ac:spMkLst>
            <pc:docMk/>
            <pc:sldMk cId="2688798713" sldId="710"/>
            <ac:spMk id="16" creationId="{386E26DF-2641-410C-A6E3-FC1D8AC24016}"/>
          </ac:spMkLst>
        </pc:spChg>
        <pc:spChg chg="mod">
          <ac:chgData name="翟 锐" userId="fef11181f709266a" providerId="LiveId" clId="{9CBAED9C-ABD7-48FD-8455-4711A584ABD3}" dt="2020-10-19T17:14:36.706" v="923" actId="2711"/>
          <ac:spMkLst>
            <pc:docMk/>
            <pc:sldMk cId="2688798713" sldId="710"/>
            <ac:spMk id="17" creationId="{87B797B9-DFBA-465B-8DB9-DC366B7D809A}"/>
          </ac:spMkLst>
        </pc:spChg>
        <pc:spChg chg="mod">
          <ac:chgData name="翟 锐" userId="fef11181f709266a" providerId="LiveId" clId="{9CBAED9C-ABD7-48FD-8455-4711A584ABD3}" dt="2020-10-19T17:14:36.706" v="923" actId="2711"/>
          <ac:spMkLst>
            <pc:docMk/>
            <pc:sldMk cId="2688798713" sldId="710"/>
            <ac:spMk id="18" creationId="{1EC09307-C8AC-4492-892B-6CDE9B02033F}"/>
          </ac:spMkLst>
        </pc:spChg>
        <pc:spChg chg="mod">
          <ac:chgData name="翟 锐" userId="fef11181f709266a" providerId="LiveId" clId="{9CBAED9C-ABD7-48FD-8455-4711A584ABD3}" dt="2020-10-19T17:14:36.706" v="923" actId="2711"/>
          <ac:spMkLst>
            <pc:docMk/>
            <pc:sldMk cId="2688798713" sldId="710"/>
            <ac:spMk id="19" creationId="{8A408F7E-61ED-4824-8D1A-657CC7A48DA2}"/>
          </ac:spMkLst>
        </pc:spChg>
        <pc:spChg chg="mod">
          <ac:chgData name="翟 锐" userId="fef11181f709266a" providerId="LiveId" clId="{9CBAED9C-ABD7-48FD-8455-4711A584ABD3}" dt="2020-10-19T17:14:36.706" v="923" actId="2711"/>
          <ac:spMkLst>
            <pc:docMk/>
            <pc:sldMk cId="2688798713" sldId="710"/>
            <ac:spMk id="20" creationId="{EF933528-D6E5-4F80-969C-C9ADA0D7875E}"/>
          </ac:spMkLst>
        </pc:spChg>
        <pc:spChg chg="mod">
          <ac:chgData name="翟 锐" userId="fef11181f709266a" providerId="LiveId" clId="{9CBAED9C-ABD7-48FD-8455-4711A584ABD3}" dt="2020-10-19T17:14:36.706" v="923" actId="2711"/>
          <ac:spMkLst>
            <pc:docMk/>
            <pc:sldMk cId="2688798713" sldId="710"/>
            <ac:spMk id="21" creationId="{39961183-9A2E-46FB-9A12-44DC2FB29358}"/>
          </ac:spMkLst>
        </pc:spChg>
        <pc:spChg chg="mod">
          <ac:chgData name="翟 锐" userId="fef11181f709266a" providerId="LiveId" clId="{9CBAED9C-ABD7-48FD-8455-4711A584ABD3}" dt="2020-10-19T17:14:36.706" v="923" actId="2711"/>
          <ac:spMkLst>
            <pc:docMk/>
            <pc:sldMk cId="2688798713" sldId="710"/>
            <ac:spMk id="22" creationId="{16DAA199-45CF-4595-9673-EEF013FF22D3}"/>
          </ac:spMkLst>
        </pc:spChg>
        <pc:spChg chg="mod">
          <ac:chgData name="翟 锐" userId="fef11181f709266a" providerId="LiveId" clId="{9CBAED9C-ABD7-48FD-8455-4711A584ABD3}" dt="2020-10-19T17:14:36.706" v="923" actId="2711"/>
          <ac:spMkLst>
            <pc:docMk/>
            <pc:sldMk cId="2688798713" sldId="710"/>
            <ac:spMk id="23" creationId="{02A03D60-5307-46E5-90B0-89C6A7F2D0F1}"/>
          </ac:spMkLst>
        </pc:spChg>
        <pc:spChg chg="mod">
          <ac:chgData name="翟 锐" userId="fef11181f709266a" providerId="LiveId" clId="{9CBAED9C-ABD7-48FD-8455-4711A584ABD3}" dt="2020-10-19T17:14:36.706" v="923" actId="2711"/>
          <ac:spMkLst>
            <pc:docMk/>
            <pc:sldMk cId="2688798713" sldId="710"/>
            <ac:spMk id="24" creationId="{806989C1-B434-48DD-A76D-C0115B8DF429}"/>
          </ac:spMkLst>
        </pc:spChg>
        <pc:spChg chg="mod">
          <ac:chgData name="翟 锐" userId="fef11181f709266a" providerId="LiveId" clId="{9CBAED9C-ABD7-48FD-8455-4711A584ABD3}" dt="2020-10-19T17:14:36.706" v="923" actId="2711"/>
          <ac:spMkLst>
            <pc:docMk/>
            <pc:sldMk cId="2688798713" sldId="710"/>
            <ac:spMk id="25" creationId="{6E7664AA-533D-4DB8-86B8-ADBFB771C4C3}"/>
          </ac:spMkLst>
        </pc:spChg>
        <pc:spChg chg="mod">
          <ac:chgData name="翟 锐" userId="fef11181f709266a" providerId="LiveId" clId="{9CBAED9C-ABD7-48FD-8455-4711A584ABD3}" dt="2020-10-19T17:14:53.457" v="929" actId="20577"/>
          <ac:spMkLst>
            <pc:docMk/>
            <pc:sldMk cId="2688798713" sldId="710"/>
            <ac:spMk id="26" creationId="{5E921D09-8D8C-4FE3-A754-9582FB9C9088}"/>
          </ac:spMkLst>
        </pc:spChg>
        <pc:spChg chg="mod">
          <ac:chgData name="翟 锐" userId="fef11181f709266a" providerId="LiveId" clId="{9CBAED9C-ABD7-48FD-8455-4711A584ABD3}" dt="2020-10-19T17:14:36.706" v="923" actId="2711"/>
          <ac:spMkLst>
            <pc:docMk/>
            <pc:sldMk cId="2688798713" sldId="710"/>
            <ac:spMk id="27" creationId="{95ECA15E-D9F8-48FF-B678-A45E951DB853}"/>
          </ac:spMkLst>
        </pc:spChg>
        <pc:spChg chg="mod">
          <ac:chgData name="翟 锐" userId="fef11181f709266a" providerId="LiveId" clId="{9CBAED9C-ABD7-48FD-8455-4711A584ABD3}" dt="2020-10-19T17:14:36.706" v="923" actId="2711"/>
          <ac:spMkLst>
            <pc:docMk/>
            <pc:sldMk cId="2688798713" sldId="710"/>
            <ac:spMk id="28" creationId="{294EDECC-B6BC-4CA3-99F7-A5B229AA1ED8}"/>
          </ac:spMkLst>
        </pc:spChg>
        <pc:spChg chg="mod">
          <ac:chgData name="翟 锐" userId="fef11181f709266a" providerId="LiveId" clId="{9CBAED9C-ABD7-48FD-8455-4711A584ABD3}" dt="2020-10-19T17:14:36.706" v="923" actId="2711"/>
          <ac:spMkLst>
            <pc:docMk/>
            <pc:sldMk cId="2688798713" sldId="710"/>
            <ac:spMk id="29" creationId="{A97AE246-AE52-4195-BD2E-C5CEC3E01EB9}"/>
          </ac:spMkLst>
        </pc:spChg>
        <pc:spChg chg="mod">
          <ac:chgData name="翟 锐" userId="fef11181f709266a" providerId="LiveId" clId="{9CBAED9C-ABD7-48FD-8455-4711A584ABD3}" dt="2020-10-19T17:14:36.706" v="923" actId="2711"/>
          <ac:spMkLst>
            <pc:docMk/>
            <pc:sldMk cId="2688798713" sldId="710"/>
            <ac:spMk id="30" creationId="{4101ABFB-841C-41CC-BAFD-519FBD9CCDD7}"/>
          </ac:spMkLst>
        </pc:spChg>
        <pc:spChg chg="mod">
          <ac:chgData name="翟 锐" userId="fef11181f709266a" providerId="LiveId" clId="{9CBAED9C-ABD7-48FD-8455-4711A584ABD3}" dt="2020-10-19T17:14:36.706" v="923" actId="2711"/>
          <ac:spMkLst>
            <pc:docMk/>
            <pc:sldMk cId="2688798713" sldId="710"/>
            <ac:spMk id="31" creationId="{2B27EFA0-7385-449E-AFD6-6372CB8DF1D1}"/>
          </ac:spMkLst>
        </pc:spChg>
        <pc:spChg chg="mod">
          <ac:chgData name="翟 锐" userId="fef11181f709266a" providerId="LiveId" clId="{9CBAED9C-ABD7-48FD-8455-4711A584ABD3}" dt="2020-10-19T17:14:36.706" v="923" actId="2711"/>
          <ac:spMkLst>
            <pc:docMk/>
            <pc:sldMk cId="2688798713" sldId="710"/>
            <ac:spMk id="32" creationId="{8C56563C-3C2E-48C7-8310-8562FA60D6DA}"/>
          </ac:spMkLst>
        </pc:spChg>
        <pc:spChg chg="mod">
          <ac:chgData name="翟 锐" userId="fef11181f709266a" providerId="LiveId" clId="{9CBAED9C-ABD7-48FD-8455-4711A584ABD3}" dt="2020-10-25T14:10:40.504" v="4155"/>
          <ac:spMkLst>
            <pc:docMk/>
            <pc:sldMk cId="2688798713" sldId="710"/>
            <ac:spMk id="35" creationId="{00000000-0000-0000-0000-000000000000}"/>
          </ac:spMkLst>
        </pc:spChg>
        <pc:spChg chg="mod">
          <ac:chgData name="翟 锐" userId="fef11181f709266a" providerId="LiveId" clId="{9CBAED9C-ABD7-48FD-8455-4711A584ABD3}" dt="2020-10-19T17:14:36.706" v="923" actId="2711"/>
          <ac:spMkLst>
            <pc:docMk/>
            <pc:sldMk cId="2688798713" sldId="710"/>
            <ac:spMk id="36" creationId="{63591F8C-BEEE-4AD1-AE7F-F7829CC10A29}"/>
          </ac:spMkLst>
        </pc:spChg>
        <pc:spChg chg="mod">
          <ac:chgData name="翟 锐" userId="fef11181f709266a" providerId="LiveId" clId="{9CBAED9C-ABD7-48FD-8455-4711A584ABD3}" dt="2020-10-19T17:14:36.706" v="923" actId="2711"/>
          <ac:spMkLst>
            <pc:docMk/>
            <pc:sldMk cId="2688798713" sldId="710"/>
            <ac:spMk id="37" creationId="{448CF696-9D2B-4535-B343-DDCAE66B7A72}"/>
          </ac:spMkLst>
        </pc:spChg>
        <pc:spChg chg="mod">
          <ac:chgData name="翟 锐" userId="fef11181f709266a" providerId="LiveId" clId="{9CBAED9C-ABD7-48FD-8455-4711A584ABD3}" dt="2020-10-19T17:14:36.706" v="923" actId="2711"/>
          <ac:spMkLst>
            <pc:docMk/>
            <pc:sldMk cId="2688798713" sldId="710"/>
            <ac:spMk id="38" creationId="{6425E5F4-4229-4A39-ADCE-67D05D55E22C}"/>
          </ac:spMkLst>
        </pc:spChg>
        <pc:spChg chg="mod">
          <ac:chgData name="翟 锐" userId="fef11181f709266a" providerId="LiveId" clId="{9CBAED9C-ABD7-48FD-8455-4711A584ABD3}" dt="2020-10-19T17:14:36.706" v="923" actId="2711"/>
          <ac:spMkLst>
            <pc:docMk/>
            <pc:sldMk cId="2688798713" sldId="710"/>
            <ac:spMk id="39" creationId="{380BD514-41D1-4C45-AB78-A4AC8F1C059D}"/>
          </ac:spMkLst>
        </pc:spChg>
        <pc:spChg chg="mod">
          <ac:chgData name="翟 锐" userId="fef11181f709266a" providerId="LiveId" clId="{9CBAED9C-ABD7-48FD-8455-4711A584ABD3}" dt="2020-10-19T17:14:36.706" v="923" actId="2711"/>
          <ac:spMkLst>
            <pc:docMk/>
            <pc:sldMk cId="2688798713" sldId="710"/>
            <ac:spMk id="40" creationId="{E8C99EDA-2F89-4196-B476-2B2C7B34B416}"/>
          </ac:spMkLst>
        </pc:spChg>
        <pc:spChg chg="mod">
          <ac:chgData name="翟 锐" userId="fef11181f709266a" providerId="LiveId" clId="{9CBAED9C-ABD7-48FD-8455-4711A584ABD3}" dt="2020-10-19T17:14:36.706" v="923" actId="2711"/>
          <ac:spMkLst>
            <pc:docMk/>
            <pc:sldMk cId="2688798713" sldId="710"/>
            <ac:spMk id="42" creationId="{B0CE4646-78AA-4821-B271-6D2B18E76222}"/>
          </ac:spMkLst>
        </pc:spChg>
        <pc:spChg chg="mod">
          <ac:chgData name="翟 锐" userId="fef11181f709266a" providerId="LiveId" clId="{9CBAED9C-ABD7-48FD-8455-4711A584ABD3}" dt="2020-10-19T17:14:36.706" v="923" actId="2711"/>
          <ac:spMkLst>
            <pc:docMk/>
            <pc:sldMk cId="2688798713" sldId="710"/>
            <ac:spMk id="43" creationId="{F9D0819A-BD79-4561-9E49-F04C007BBEA7}"/>
          </ac:spMkLst>
        </pc:spChg>
        <pc:spChg chg="mod">
          <ac:chgData name="翟 锐" userId="fef11181f709266a" providerId="LiveId" clId="{9CBAED9C-ABD7-48FD-8455-4711A584ABD3}" dt="2020-10-19T17:14:36.706" v="923" actId="2711"/>
          <ac:spMkLst>
            <pc:docMk/>
            <pc:sldMk cId="2688798713" sldId="710"/>
            <ac:spMk id="44" creationId="{5F230C32-0237-4F1D-91DD-D7137DFEACD8}"/>
          </ac:spMkLst>
        </pc:spChg>
        <pc:grpChg chg="mod">
          <ac:chgData name="翟 锐" userId="fef11181f709266a" providerId="LiveId" clId="{9CBAED9C-ABD7-48FD-8455-4711A584ABD3}" dt="2020-10-19T17:14:36.706" v="923" actId="2711"/>
          <ac:grpSpMkLst>
            <pc:docMk/>
            <pc:sldMk cId="2688798713" sldId="710"/>
            <ac:grpSpMk id="3" creationId="{BB4081A6-FFBE-4CFE-AA59-747CEECD1A2D}"/>
          </ac:grpSpMkLst>
        </pc:grpChg>
        <pc:grpChg chg="mod">
          <ac:chgData name="翟 锐" userId="fef11181f709266a" providerId="LiveId" clId="{9CBAED9C-ABD7-48FD-8455-4711A584ABD3}" dt="2020-10-19T17:14:36.706" v="923" actId="2711"/>
          <ac:grpSpMkLst>
            <pc:docMk/>
            <pc:sldMk cId="2688798713" sldId="710"/>
            <ac:grpSpMk id="41" creationId="{0529D618-CD1C-4095-B430-3DB796145A29}"/>
          </ac:grpSpMkLst>
        </pc:grpChg>
      </pc:sldChg>
      <pc:sldChg chg="addSp delSp modSp mod modAnim">
        <pc:chgData name="翟 锐" userId="fef11181f709266a" providerId="LiveId" clId="{9CBAED9C-ABD7-48FD-8455-4711A584ABD3}" dt="2020-10-25T15:25:43.070" v="4541"/>
        <pc:sldMkLst>
          <pc:docMk/>
          <pc:sldMk cId="3652180313" sldId="713"/>
        </pc:sldMkLst>
        <pc:spChg chg="del">
          <ac:chgData name="翟 锐" userId="fef11181f709266a" providerId="LiveId" clId="{9CBAED9C-ABD7-48FD-8455-4711A584ABD3}" dt="2020-10-25T14:12:10.772" v="4168" actId="478"/>
          <ac:spMkLst>
            <pc:docMk/>
            <pc:sldMk cId="3652180313" sldId="713"/>
            <ac:spMk id="2" creationId="{1A343DEC-CFF6-41F5-B87C-0DFC08C67B76}"/>
          </ac:spMkLst>
        </pc:spChg>
        <pc:spChg chg="add del">
          <ac:chgData name="翟 锐" userId="fef11181f709266a" providerId="LiveId" clId="{9CBAED9C-ABD7-48FD-8455-4711A584ABD3}" dt="2020-10-25T14:11:02.575" v="4157" actId="22"/>
          <ac:spMkLst>
            <pc:docMk/>
            <pc:sldMk cId="3652180313" sldId="713"/>
            <ac:spMk id="3" creationId="{BFEB89FC-9994-4008-8E70-B3E062A954F2}"/>
          </ac:spMkLst>
        </pc:spChg>
        <pc:spChg chg="add mod">
          <ac:chgData name="翟 锐" userId="fef11181f709266a" providerId="LiveId" clId="{9CBAED9C-ABD7-48FD-8455-4711A584ABD3}" dt="2020-10-25T15:19:00.373" v="4483" actId="1076"/>
          <ac:spMkLst>
            <pc:docMk/>
            <pc:sldMk cId="3652180313" sldId="713"/>
            <ac:spMk id="7" creationId="{76C9BF91-6722-44FF-B067-92345E354A05}"/>
          </ac:spMkLst>
        </pc:spChg>
        <pc:spChg chg="add del">
          <ac:chgData name="翟 锐" userId="fef11181f709266a" providerId="LiveId" clId="{9CBAED9C-ABD7-48FD-8455-4711A584ABD3}" dt="2020-10-25T14:12:20.898" v="4171" actId="22"/>
          <ac:spMkLst>
            <pc:docMk/>
            <pc:sldMk cId="3652180313" sldId="713"/>
            <ac:spMk id="11" creationId="{6B525287-611E-459E-977A-DE7E003343A9}"/>
          </ac:spMkLst>
        </pc:spChg>
        <pc:spChg chg="mod">
          <ac:chgData name="翟 锐" userId="fef11181f709266a" providerId="LiveId" clId="{9CBAED9C-ABD7-48FD-8455-4711A584ABD3}" dt="2020-10-25T15:25:43.070" v="4541"/>
          <ac:spMkLst>
            <pc:docMk/>
            <pc:sldMk cId="3652180313" sldId="713"/>
            <ac:spMk id="35" creationId="{00000000-0000-0000-0000-000000000000}"/>
          </ac:spMkLst>
        </pc:spChg>
        <pc:graphicFrameChg chg="add mod modGraphic">
          <ac:chgData name="翟 锐" userId="fef11181f709266a" providerId="LiveId" clId="{9CBAED9C-ABD7-48FD-8455-4711A584ABD3}" dt="2020-10-25T15:18:57.740" v="4482" actId="14100"/>
          <ac:graphicFrameMkLst>
            <pc:docMk/>
            <pc:sldMk cId="3652180313" sldId="713"/>
            <ac:graphicFrameMk id="4" creationId="{AB895405-822F-427B-B65B-31D64B860583}"/>
          </ac:graphicFrameMkLst>
        </pc:graphicFrameChg>
        <pc:graphicFrameChg chg="add mod">
          <ac:chgData name="翟 锐" userId="fef11181f709266a" providerId="LiveId" clId="{9CBAED9C-ABD7-48FD-8455-4711A584ABD3}" dt="2020-10-25T15:19:03.898" v="4484" actId="1076"/>
          <ac:graphicFrameMkLst>
            <pc:docMk/>
            <pc:sldMk cId="3652180313" sldId="713"/>
            <ac:graphicFrameMk id="9" creationId="{B3280909-7B81-4569-A711-E53F42EAC86A}"/>
          </ac:graphicFrameMkLst>
        </pc:graphicFrameChg>
      </pc:sldChg>
      <pc:sldChg chg="modSp">
        <pc:chgData name="翟 锐" userId="fef11181f709266a" providerId="LiveId" clId="{9CBAED9C-ABD7-48FD-8455-4711A584ABD3}" dt="2020-10-25T15:28:40.440" v="4624"/>
        <pc:sldMkLst>
          <pc:docMk/>
          <pc:sldMk cId="4029156939" sldId="714"/>
        </pc:sldMkLst>
        <pc:spChg chg="mod">
          <ac:chgData name="翟 锐" userId="fef11181f709266a" providerId="LiveId" clId="{9CBAED9C-ABD7-48FD-8455-4711A584ABD3}" dt="2020-10-25T15:28:40.440" v="4624"/>
          <ac:spMkLst>
            <pc:docMk/>
            <pc:sldMk cId="4029156939" sldId="714"/>
            <ac:spMk id="35" creationId="{00000000-0000-0000-0000-000000000000}"/>
          </ac:spMkLst>
        </pc:spChg>
      </pc:sldChg>
      <pc:sldChg chg="del">
        <pc:chgData name="翟 锐" userId="fef11181f709266a" providerId="LiveId" clId="{9CBAED9C-ABD7-48FD-8455-4711A584ABD3}" dt="2020-10-25T15:30:39.671" v="4718" actId="47"/>
        <pc:sldMkLst>
          <pc:docMk/>
          <pc:sldMk cId="1660207959" sldId="715"/>
        </pc:sldMkLst>
      </pc:sldChg>
      <pc:sldChg chg="modSp add">
        <pc:chgData name="翟 锐" userId="fef11181f709266a" providerId="LiveId" clId="{9CBAED9C-ABD7-48FD-8455-4711A584ABD3}" dt="2020-10-25T15:31:35.464" v="4743" actId="20577"/>
        <pc:sldMkLst>
          <pc:docMk/>
          <pc:sldMk cId="2793003286" sldId="716"/>
        </pc:sldMkLst>
        <pc:spChg chg="mod">
          <ac:chgData name="翟 锐" userId="fef11181f709266a" providerId="LiveId" clId="{9CBAED9C-ABD7-48FD-8455-4711A584ABD3}" dt="2020-10-25T15:31:35.464" v="4743" actId="20577"/>
          <ac:spMkLst>
            <pc:docMk/>
            <pc:sldMk cId="2793003286" sldId="716"/>
            <ac:spMk id="35" creationId="{00000000-0000-0000-0000-000000000000}"/>
          </ac:spMkLst>
        </pc:spChg>
      </pc:sldChg>
      <pc:sldChg chg="addSp delSp modSp del mod">
        <pc:chgData name="翟 锐" userId="fef11181f709266a" providerId="LiveId" clId="{9CBAED9C-ABD7-48FD-8455-4711A584ABD3}" dt="2020-10-25T15:31:24.199" v="4728" actId="2696"/>
        <pc:sldMkLst>
          <pc:docMk/>
          <pc:sldMk cId="3349790010" sldId="716"/>
        </pc:sldMkLst>
        <pc:spChg chg="add del">
          <ac:chgData name="翟 锐" userId="fef11181f709266a" providerId="LiveId" clId="{9CBAED9C-ABD7-48FD-8455-4711A584ABD3}" dt="2020-10-25T14:17:29.147" v="4384" actId="478"/>
          <ac:spMkLst>
            <pc:docMk/>
            <pc:sldMk cId="3349790010" sldId="716"/>
            <ac:spMk id="2" creationId="{1A343DEC-CFF6-41F5-B87C-0DFC08C67B76}"/>
          </ac:spMkLst>
        </pc:spChg>
        <pc:spChg chg="mod">
          <ac:chgData name="翟 锐" userId="fef11181f709266a" providerId="LiveId" clId="{9CBAED9C-ABD7-48FD-8455-4711A584ABD3}" dt="2020-10-25T14:17:26.675" v="4382"/>
          <ac:spMkLst>
            <pc:docMk/>
            <pc:sldMk cId="3349790010" sldId="716"/>
            <ac:spMk id="7" creationId="{612FD027-CD50-48AF-958B-BCBF2E927246}"/>
          </ac:spMkLst>
        </pc:spChg>
        <pc:spChg chg="mod">
          <ac:chgData name="翟 锐" userId="fef11181f709266a" providerId="LiveId" clId="{9CBAED9C-ABD7-48FD-8455-4711A584ABD3}" dt="2020-10-25T15:30:46.911" v="4720" actId="1076"/>
          <ac:spMkLst>
            <pc:docMk/>
            <pc:sldMk cId="3349790010" sldId="716"/>
            <ac:spMk id="35" creationId="{00000000-0000-0000-0000-000000000000}"/>
          </ac:spMkLst>
        </pc:spChg>
        <pc:grpChg chg="add del mod">
          <ac:chgData name="翟 锐" userId="fef11181f709266a" providerId="LiveId" clId="{9CBAED9C-ABD7-48FD-8455-4711A584ABD3}" dt="2020-10-25T14:17:27.438" v="4383"/>
          <ac:grpSpMkLst>
            <pc:docMk/>
            <pc:sldMk cId="3349790010" sldId="716"/>
            <ac:grpSpMk id="6" creationId="{D1BE9655-2552-4C7F-A01A-F6D414ACA1D0}"/>
          </ac:grpSpMkLst>
        </pc:grpChg>
        <pc:picChg chg="mod">
          <ac:chgData name="翟 锐" userId="fef11181f709266a" providerId="LiveId" clId="{9CBAED9C-ABD7-48FD-8455-4711A584ABD3}" dt="2020-10-25T14:17:26.675" v="4382"/>
          <ac:picMkLst>
            <pc:docMk/>
            <pc:sldMk cId="3349790010" sldId="716"/>
            <ac:picMk id="8" creationId="{1D9F91C3-948F-4C71-8CC5-A35A143E06EB}"/>
          </ac:picMkLst>
        </pc:picChg>
      </pc:sldChg>
      <pc:sldChg chg="del">
        <pc:chgData name="翟 锐" userId="fef11181f709266a" providerId="LiveId" clId="{9CBAED9C-ABD7-48FD-8455-4711A584ABD3}" dt="2020-10-25T15:31:00.153" v="4721" actId="2696"/>
        <pc:sldMkLst>
          <pc:docMk/>
          <pc:sldMk cId="3426228170" sldId="717"/>
        </pc:sldMkLst>
      </pc:sldChg>
      <pc:sldChg chg="modSp add mod addAnim delAnim modAnim">
        <pc:chgData name="翟 锐" userId="fef11181f709266a" providerId="LiveId" clId="{9CBAED9C-ABD7-48FD-8455-4711A584ABD3}" dt="2020-10-25T15:31:10.923" v="4727" actId="21"/>
        <pc:sldMkLst>
          <pc:docMk/>
          <pc:sldMk cId="3874865351" sldId="717"/>
        </pc:sldMkLst>
        <pc:spChg chg="mod">
          <ac:chgData name="翟 锐" userId="fef11181f709266a" providerId="LiveId" clId="{9CBAED9C-ABD7-48FD-8455-4711A584ABD3}" dt="2020-10-25T15:31:10.923" v="4727" actId="21"/>
          <ac:spMkLst>
            <pc:docMk/>
            <pc:sldMk cId="3874865351" sldId="717"/>
            <ac:spMk id="35" creationId="{00000000-0000-0000-0000-000000000000}"/>
          </ac:spMkLst>
        </pc:spChg>
      </pc:sldChg>
      <pc:sldChg chg="add">
        <pc:chgData name="翟 锐" userId="fef11181f709266a" providerId="LiveId" clId="{9CBAED9C-ABD7-48FD-8455-4711A584ABD3}" dt="2020-10-25T15:31:47.873" v="4745"/>
        <pc:sldMkLst>
          <pc:docMk/>
          <pc:sldMk cId="315403575" sldId="718"/>
        </pc:sldMkLst>
      </pc:sldChg>
      <pc:sldChg chg="del">
        <pc:chgData name="翟 锐" userId="fef11181f709266a" providerId="LiveId" clId="{9CBAED9C-ABD7-48FD-8455-4711A584ABD3}" dt="2020-10-25T15:31:43.842" v="4744" actId="2696"/>
        <pc:sldMkLst>
          <pc:docMk/>
          <pc:sldMk cId="4088484962" sldId="718"/>
        </pc:sldMkLst>
      </pc:sldChg>
      <pc:sldChg chg="ord">
        <pc:chgData name="翟 锐" userId="fef11181f709266a" providerId="LiveId" clId="{9CBAED9C-ABD7-48FD-8455-4711A584ABD3}" dt="2020-10-25T15:34:06.304" v="4773"/>
        <pc:sldMkLst>
          <pc:docMk/>
          <pc:sldMk cId="3073789710" sldId="719"/>
        </pc:sldMkLst>
      </pc:sldChg>
      <pc:sldChg chg="addSp delSp modSp mod">
        <pc:chgData name="翟 锐" userId="fef11181f709266a" providerId="LiveId" clId="{9CBAED9C-ABD7-48FD-8455-4711A584ABD3}" dt="2020-10-25T15:33:43.739" v="4769" actId="6549"/>
        <pc:sldMkLst>
          <pc:docMk/>
          <pc:sldMk cId="3592999634" sldId="720"/>
        </pc:sldMkLst>
        <pc:spChg chg="mod">
          <ac:chgData name="翟 锐" userId="fef11181f709266a" providerId="LiveId" clId="{9CBAED9C-ABD7-48FD-8455-4711A584ABD3}" dt="2020-10-25T15:33:43.739" v="4769" actId="6549"/>
          <ac:spMkLst>
            <pc:docMk/>
            <pc:sldMk cId="3592999634" sldId="720"/>
            <ac:spMk id="2" creationId="{1A343DEC-CFF6-41F5-B87C-0DFC08C67B76}"/>
          </ac:spMkLst>
        </pc:spChg>
        <pc:spChg chg="mod">
          <ac:chgData name="翟 锐" userId="fef11181f709266a" providerId="LiveId" clId="{9CBAED9C-ABD7-48FD-8455-4711A584ABD3}" dt="2020-10-25T14:21:34.911" v="4478" actId="1076"/>
          <ac:spMkLst>
            <pc:docMk/>
            <pc:sldMk cId="3592999634" sldId="720"/>
            <ac:spMk id="7" creationId="{D74032E4-DA99-417F-8D01-1E5BDEC9EAFE}"/>
          </ac:spMkLst>
        </pc:spChg>
        <pc:grpChg chg="add del mod">
          <ac:chgData name="翟 锐" userId="fef11181f709266a" providerId="LiveId" clId="{9CBAED9C-ABD7-48FD-8455-4711A584ABD3}" dt="2020-10-25T15:33:30.892" v="4758" actId="21"/>
          <ac:grpSpMkLst>
            <pc:docMk/>
            <pc:sldMk cId="3592999634" sldId="720"/>
            <ac:grpSpMk id="6" creationId="{7B322DCA-3D06-41BE-A519-1C7F7C7C010D}"/>
          </ac:grpSpMkLst>
        </pc:grpChg>
        <pc:picChg chg="mod">
          <ac:chgData name="翟 锐" userId="fef11181f709266a" providerId="LiveId" clId="{9CBAED9C-ABD7-48FD-8455-4711A584ABD3}" dt="2020-10-25T14:21:34.911" v="4478" actId="1076"/>
          <ac:picMkLst>
            <pc:docMk/>
            <pc:sldMk cId="3592999634" sldId="720"/>
            <ac:picMk id="8" creationId="{C347BF01-4BC7-4365-A9CB-EC23A26A193F}"/>
          </ac:picMkLst>
        </pc:picChg>
      </pc:sldChg>
      <pc:sldChg chg="modSp add mod">
        <pc:chgData name="翟 锐" userId="fef11181f709266a" providerId="LiveId" clId="{9CBAED9C-ABD7-48FD-8455-4711A584ABD3}" dt="2020-10-25T15:32:43.666" v="4749"/>
        <pc:sldMkLst>
          <pc:docMk/>
          <pc:sldMk cId="13397775" sldId="721"/>
        </pc:sldMkLst>
        <pc:spChg chg="mod">
          <ac:chgData name="翟 锐" userId="fef11181f709266a" providerId="LiveId" clId="{9CBAED9C-ABD7-48FD-8455-4711A584ABD3}" dt="2020-10-25T15:32:39.680" v="4748" actId="20577"/>
          <ac:spMkLst>
            <pc:docMk/>
            <pc:sldMk cId="13397775" sldId="721"/>
            <ac:spMk id="2" creationId="{1A343DEC-CFF6-41F5-B87C-0DFC08C67B76}"/>
          </ac:spMkLst>
        </pc:spChg>
        <pc:spChg chg="mod">
          <ac:chgData name="翟 锐" userId="fef11181f709266a" providerId="LiveId" clId="{9CBAED9C-ABD7-48FD-8455-4711A584ABD3}" dt="2020-10-25T15:32:43.666" v="4749"/>
          <ac:spMkLst>
            <pc:docMk/>
            <pc:sldMk cId="13397775" sldId="721"/>
            <ac:spMk id="35" creationId="{00000000-0000-0000-0000-000000000000}"/>
          </ac:spMkLst>
        </pc:spChg>
      </pc:sldChg>
      <pc:sldChg chg="modSp del mod">
        <pc:chgData name="翟 锐" userId="fef11181f709266a" providerId="LiveId" clId="{9CBAED9C-ABD7-48FD-8455-4711A584ABD3}" dt="2020-10-25T15:32:22.428" v="4746" actId="2696"/>
        <pc:sldMkLst>
          <pc:docMk/>
          <pc:sldMk cId="1127977603" sldId="721"/>
        </pc:sldMkLst>
        <pc:spChg chg="mod">
          <ac:chgData name="翟 锐" userId="fef11181f709266a" providerId="LiveId" clId="{9CBAED9C-ABD7-48FD-8455-4711A584ABD3}" dt="2020-10-21T12:39:29.758" v="2277" actId="1035"/>
          <ac:spMkLst>
            <pc:docMk/>
            <pc:sldMk cId="1127977603" sldId="721"/>
            <ac:spMk id="2" creationId="{1A343DEC-CFF6-41F5-B87C-0DFC08C67B76}"/>
          </ac:spMkLst>
        </pc:spChg>
      </pc:sldChg>
      <pc:sldChg chg="addSp delSp modSp mod ord">
        <pc:chgData name="翟 锐" userId="fef11181f709266a" providerId="LiveId" clId="{9CBAED9C-ABD7-48FD-8455-4711A584ABD3}" dt="2020-10-25T15:33:38.239" v="4763" actId="1076"/>
        <pc:sldMkLst>
          <pc:docMk/>
          <pc:sldMk cId="3699232204" sldId="722"/>
        </pc:sldMkLst>
        <pc:spChg chg="add del mod">
          <ac:chgData name="翟 锐" userId="fef11181f709266a" providerId="LiveId" clId="{9CBAED9C-ABD7-48FD-8455-4711A584ABD3}" dt="2020-10-25T15:33:35.547" v="4762"/>
          <ac:spMkLst>
            <pc:docMk/>
            <pc:sldMk cId="3699232204" sldId="722"/>
            <ac:spMk id="2" creationId="{1A343DEC-CFF6-41F5-B87C-0DFC08C67B76}"/>
          </ac:spMkLst>
        </pc:spChg>
        <pc:spChg chg="mod">
          <ac:chgData name="翟 锐" userId="fef11181f709266a" providerId="LiveId" clId="{9CBAED9C-ABD7-48FD-8455-4711A584ABD3}" dt="2020-10-25T15:33:38.239" v="4763" actId="1076"/>
          <ac:spMkLst>
            <pc:docMk/>
            <pc:sldMk cId="3699232204" sldId="722"/>
            <ac:spMk id="7" creationId="{A89F7FE4-96B9-49F3-9D17-F5C76E0ADF53}"/>
          </ac:spMkLst>
        </pc:spChg>
        <pc:grpChg chg="add mod">
          <ac:chgData name="翟 锐" userId="fef11181f709266a" providerId="LiveId" clId="{9CBAED9C-ABD7-48FD-8455-4711A584ABD3}" dt="2020-10-25T15:33:38.239" v="4763" actId="1076"/>
          <ac:grpSpMkLst>
            <pc:docMk/>
            <pc:sldMk cId="3699232204" sldId="722"/>
            <ac:grpSpMk id="6" creationId="{5BD886D5-0FE0-4E5D-BE23-1AF5718D4501}"/>
          </ac:grpSpMkLst>
        </pc:grpChg>
        <pc:picChg chg="mod">
          <ac:chgData name="翟 锐" userId="fef11181f709266a" providerId="LiveId" clId="{9CBAED9C-ABD7-48FD-8455-4711A584ABD3}" dt="2020-10-25T15:33:38.239" v="4763" actId="1076"/>
          <ac:picMkLst>
            <pc:docMk/>
            <pc:sldMk cId="3699232204" sldId="722"/>
            <ac:picMk id="8" creationId="{7BA5924E-D657-4C72-89FB-2B756356BDEB}"/>
          </ac:picMkLst>
        </pc:picChg>
      </pc:sldChg>
      <pc:sldChg chg="del">
        <pc:chgData name="翟 锐" userId="fef11181f709266a" providerId="LiveId" clId="{9CBAED9C-ABD7-48FD-8455-4711A584ABD3}" dt="2020-10-25T15:24:14.773" v="4517" actId="2696"/>
        <pc:sldMkLst>
          <pc:docMk/>
          <pc:sldMk cId="3145322082" sldId="725"/>
        </pc:sldMkLst>
      </pc:sldChg>
      <pc:sldChg chg="delSp mod">
        <pc:chgData name="翟 锐" userId="fef11181f709266a" providerId="LiveId" clId="{9CBAED9C-ABD7-48FD-8455-4711A584ABD3}" dt="2020-10-20T12:24:59.880" v="949" actId="21"/>
        <pc:sldMkLst>
          <pc:docMk/>
          <pc:sldMk cId="1250219389" sldId="737"/>
        </pc:sldMkLst>
        <pc:picChg chg="del">
          <ac:chgData name="翟 锐" userId="fef11181f709266a" providerId="LiveId" clId="{9CBAED9C-ABD7-48FD-8455-4711A584ABD3}" dt="2020-10-20T12:24:59.880" v="949" actId="21"/>
          <ac:picMkLst>
            <pc:docMk/>
            <pc:sldMk cId="1250219389" sldId="737"/>
            <ac:picMk id="4" creationId="{435F180F-2212-4980-B052-7EC964D93219}"/>
          </ac:picMkLst>
        </pc:picChg>
      </pc:sldChg>
      <pc:sldChg chg="modSp mod">
        <pc:chgData name="翟 锐" userId="fef11181f709266a" providerId="LiveId" clId="{9CBAED9C-ABD7-48FD-8455-4711A584ABD3}" dt="2020-10-21T10:38:23.132" v="1271" actId="20577"/>
        <pc:sldMkLst>
          <pc:docMk/>
          <pc:sldMk cId="194638229" sldId="738"/>
        </pc:sldMkLst>
        <pc:spChg chg="mod">
          <ac:chgData name="翟 锐" userId="fef11181f709266a" providerId="LiveId" clId="{9CBAED9C-ABD7-48FD-8455-4711A584ABD3}" dt="2020-10-21T10:38:23.132" v="1271" actId="20577"/>
          <ac:spMkLst>
            <pc:docMk/>
            <pc:sldMk cId="194638229" sldId="738"/>
            <ac:spMk id="2" creationId="{1A343DEC-CFF6-41F5-B87C-0DFC08C67B76}"/>
          </ac:spMkLst>
        </pc:spChg>
        <pc:spChg chg="mod">
          <ac:chgData name="翟 锐" userId="fef11181f709266a" providerId="LiveId" clId="{9CBAED9C-ABD7-48FD-8455-4711A584ABD3}" dt="2020-10-19T15:50:49.596" v="667" actId="20577"/>
          <ac:spMkLst>
            <pc:docMk/>
            <pc:sldMk cId="194638229" sldId="738"/>
            <ac:spMk id="35" creationId="{00000000-0000-0000-0000-000000000000}"/>
          </ac:spMkLst>
        </pc:spChg>
      </pc:sldChg>
      <pc:sldChg chg="modSp add mod">
        <pc:chgData name="翟 锐" userId="fef11181f709266a" providerId="LiveId" clId="{9CBAED9C-ABD7-48FD-8455-4711A584ABD3}" dt="2020-10-20T12:24:45.818" v="946" actId="207"/>
        <pc:sldMkLst>
          <pc:docMk/>
          <pc:sldMk cId="1273488093" sldId="739"/>
        </pc:sldMkLst>
        <pc:spChg chg="mod">
          <ac:chgData name="翟 锐" userId="fef11181f709266a" providerId="LiveId" clId="{9CBAED9C-ABD7-48FD-8455-4711A584ABD3}" dt="2020-10-20T12:24:45.818" v="946" actId="207"/>
          <ac:spMkLst>
            <pc:docMk/>
            <pc:sldMk cId="1273488093" sldId="739"/>
            <ac:spMk id="2" creationId="{1A343DEC-CFF6-41F5-B87C-0DFC08C67B76}"/>
          </ac:spMkLst>
        </pc:spChg>
      </pc:sldChg>
      <pc:sldChg chg="modSp mod">
        <pc:chgData name="翟 锐" userId="fef11181f709266a" providerId="LiveId" clId="{9CBAED9C-ABD7-48FD-8455-4711A584ABD3}" dt="2020-10-20T12:26:13.491" v="955" actId="1076"/>
        <pc:sldMkLst>
          <pc:docMk/>
          <pc:sldMk cId="4211308786" sldId="740"/>
        </pc:sldMkLst>
        <pc:picChg chg="mod">
          <ac:chgData name="翟 锐" userId="fef11181f709266a" providerId="LiveId" clId="{9CBAED9C-ABD7-48FD-8455-4711A584ABD3}" dt="2020-10-20T12:26:13.491" v="955" actId="1076"/>
          <ac:picMkLst>
            <pc:docMk/>
            <pc:sldMk cId="4211308786" sldId="740"/>
            <ac:picMk id="5" creationId="{9BD7CFDF-C253-4D56-963E-4DAD478B579E}"/>
          </ac:picMkLst>
        </pc:picChg>
      </pc:sldChg>
      <pc:sldChg chg="new del">
        <pc:chgData name="翟 锐" userId="fef11181f709266a" providerId="LiveId" clId="{9CBAED9C-ABD7-48FD-8455-4711A584ABD3}" dt="2020-10-19T17:12:05.320" v="880" actId="47"/>
        <pc:sldMkLst>
          <pc:docMk/>
          <pc:sldMk cId="520691995" sldId="741"/>
        </pc:sldMkLst>
      </pc:sldChg>
      <pc:sldChg chg="delSp modSp add del mod">
        <pc:chgData name="翟 锐" userId="fef11181f709266a" providerId="LiveId" clId="{9CBAED9C-ABD7-48FD-8455-4711A584ABD3}" dt="2020-10-20T14:50:55.211" v="968" actId="47"/>
        <pc:sldMkLst>
          <pc:docMk/>
          <pc:sldMk cId="3238170198" sldId="741"/>
        </pc:sldMkLst>
        <pc:spChg chg="mod">
          <ac:chgData name="翟 锐" userId="fef11181f709266a" providerId="LiveId" clId="{9CBAED9C-ABD7-48FD-8455-4711A584ABD3}" dt="2020-10-19T17:12:25.049" v="905" actId="113"/>
          <ac:spMkLst>
            <pc:docMk/>
            <pc:sldMk cId="3238170198" sldId="741"/>
            <ac:spMk id="2" creationId="{1A343DEC-CFF6-41F5-B87C-0DFC08C67B76}"/>
          </ac:spMkLst>
        </pc:spChg>
        <pc:spChg chg="del">
          <ac:chgData name="翟 锐" userId="fef11181f709266a" providerId="LiveId" clId="{9CBAED9C-ABD7-48FD-8455-4711A584ABD3}" dt="2020-10-19T17:12:20.366" v="903" actId="478"/>
          <ac:spMkLst>
            <pc:docMk/>
            <pc:sldMk cId="3238170198" sldId="741"/>
            <ac:spMk id="3" creationId="{516797DA-7D89-43EC-82AB-6212C9A703D0}"/>
          </ac:spMkLst>
        </pc:spChg>
        <pc:spChg chg="del">
          <ac:chgData name="翟 锐" userId="fef11181f709266a" providerId="LiveId" clId="{9CBAED9C-ABD7-48FD-8455-4711A584ABD3}" dt="2020-10-19T17:12:19.490" v="902" actId="478"/>
          <ac:spMkLst>
            <pc:docMk/>
            <pc:sldMk cId="3238170198" sldId="741"/>
            <ac:spMk id="4" creationId="{A549DEFE-BF31-4A67-953E-F21AA0E90F9A}"/>
          </ac:spMkLst>
        </pc:spChg>
        <pc:spChg chg="mod">
          <ac:chgData name="翟 锐" userId="fef11181f709266a" providerId="LiveId" clId="{9CBAED9C-ABD7-48FD-8455-4711A584ABD3}" dt="2020-10-19T17:12:12.537" v="889" actId="20577"/>
          <ac:spMkLst>
            <pc:docMk/>
            <pc:sldMk cId="3238170198" sldId="741"/>
            <ac:spMk id="35" creationId="{00000000-0000-0000-0000-000000000000}"/>
          </ac:spMkLst>
        </pc:spChg>
      </pc:sldChg>
      <pc:sldChg chg="modSp add mod">
        <pc:chgData name="翟 锐" userId="fef11181f709266a" providerId="LiveId" clId="{9CBAED9C-ABD7-48FD-8455-4711A584ABD3}" dt="2020-10-21T10:33:43.260" v="1228" actId="108"/>
        <pc:sldMkLst>
          <pc:docMk/>
          <pc:sldMk cId="2164716784" sldId="742"/>
        </pc:sldMkLst>
        <pc:spChg chg="mod">
          <ac:chgData name="翟 锐" userId="fef11181f709266a" providerId="LiveId" clId="{9CBAED9C-ABD7-48FD-8455-4711A584ABD3}" dt="2020-10-21T10:33:43.260" v="1228" actId="108"/>
          <ac:spMkLst>
            <pc:docMk/>
            <pc:sldMk cId="2164716784" sldId="742"/>
            <ac:spMk id="2" creationId="{1A343DEC-CFF6-41F5-B87C-0DFC08C67B76}"/>
          </ac:spMkLst>
        </pc:spChg>
      </pc:sldChg>
      <pc:sldChg chg="new del">
        <pc:chgData name="翟 锐" userId="fef11181f709266a" providerId="LiveId" clId="{9CBAED9C-ABD7-48FD-8455-4711A584ABD3}" dt="2020-10-20T15:15:33.222" v="1100" actId="47"/>
        <pc:sldMkLst>
          <pc:docMk/>
          <pc:sldMk cId="18643444" sldId="743"/>
        </pc:sldMkLst>
      </pc:sldChg>
      <pc:sldChg chg="modSp add del mod">
        <pc:chgData name="翟 锐" userId="fef11181f709266a" providerId="LiveId" clId="{9CBAED9C-ABD7-48FD-8455-4711A584ABD3}" dt="2020-10-20T15:15:54.507" v="1119" actId="47"/>
        <pc:sldMkLst>
          <pc:docMk/>
          <pc:sldMk cId="697465723" sldId="743"/>
        </pc:sldMkLst>
        <pc:spChg chg="mod">
          <ac:chgData name="翟 锐" userId="fef11181f709266a" providerId="LiveId" clId="{9CBAED9C-ABD7-48FD-8455-4711A584ABD3}" dt="2020-10-20T15:15:52.447" v="1118" actId="20577"/>
          <ac:spMkLst>
            <pc:docMk/>
            <pc:sldMk cId="697465723" sldId="743"/>
            <ac:spMk id="2" creationId="{1A343DEC-CFF6-41F5-B87C-0DFC08C67B76}"/>
          </ac:spMkLst>
        </pc:spChg>
      </pc:sldChg>
      <pc:sldChg chg="add">
        <pc:chgData name="翟 锐" userId="fef11181f709266a" providerId="LiveId" clId="{9CBAED9C-ABD7-48FD-8455-4711A584ABD3}" dt="2020-10-21T10:34:47.476" v="1229"/>
        <pc:sldMkLst>
          <pc:docMk/>
          <pc:sldMk cId="2278829332" sldId="743"/>
        </pc:sldMkLst>
      </pc:sldChg>
      <pc:sldChg chg="modSp add del mod">
        <pc:chgData name="翟 锐" userId="fef11181f709266a" providerId="LiveId" clId="{9CBAED9C-ABD7-48FD-8455-4711A584ABD3}" dt="2020-10-20T14:50:40.963" v="967" actId="2696"/>
        <pc:sldMkLst>
          <pc:docMk/>
          <pc:sldMk cId="3675568374" sldId="743"/>
        </pc:sldMkLst>
        <pc:spChg chg="mod">
          <ac:chgData name="翟 锐" userId="fef11181f709266a" providerId="LiveId" clId="{9CBAED9C-ABD7-48FD-8455-4711A584ABD3}" dt="2020-10-20T12:27:47.121" v="966" actId="108"/>
          <ac:spMkLst>
            <pc:docMk/>
            <pc:sldMk cId="3675568374" sldId="743"/>
            <ac:spMk id="2" creationId="{1A343DEC-CFF6-41F5-B87C-0DFC08C67B76}"/>
          </ac:spMkLst>
        </pc:spChg>
      </pc:sldChg>
      <pc:sldChg chg="add">
        <pc:chgData name="翟 锐" userId="fef11181f709266a" providerId="LiveId" clId="{9CBAED9C-ABD7-48FD-8455-4711A584ABD3}" dt="2020-10-21T10:34:47.476" v="1229"/>
        <pc:sldMkLst>
          <pc:docMk/>
          <pc:sldMk cId="1806503635" sldId="744"/>
        </pc:sldMkLst>
      </pc:sldChg>
      <pc:sldChg chg="modSp add mod">
        <pc:chgData name="翟 锐" userId="fef11181f709266a" providerId="LiveId" clId="{9CBAED9C-ABD7-48FD-8455-4711A584ABD3}" dt="2020-10-25T13:54:51.065" v="3994" actId="1076"/>
        <pc:sldMkLst>
          <pc:docMk/>
          <pc:sldMk cId="3059337534" sldId="745"/>
        </pc:sldMkLst>
        <pc:picChg chg="mod">
          <ac:chgData name="翟 锐" userId="fef11181f709266a" providerId="LiveId" clId="{9CBAED9C-ABD7-48FD-8455-4711A584ABD3}" dt="2020-10-25T13:54:51.065" v="3994" actId="1076"/>
          <ac:picMkLst>
            <pc:docMk/>
            <pc:sldMk cId="3059337534" sldId="745"/>
            <ac:picMk id="3" creationId="{D1530AE7-F7F7-4602-8DFD-6D7DFB85C309}"/>
          </ac:picMkLst>
        </pc:picChg>
      </pc:sldChg>
      <pc:sldChg chg="addSp modSp new del mod">
        <pc:chgData name="翟 锐" userId="fef11181f709266a" providerId="LiveId" clId="{9CBAED9C-ABD7-48FD-8455-4711A584ABD3}" dt="2020-10-25T13:54:04.955" v="3993" actId="47"/>
        <pc:sldMkLst>
          <pc:docMk/>
          <pc:sldMk cId="73365594" sldId="746"/>
        </pc:sldMkLst>
        <pc:spChg chg="add mod">
          <ac:chgData name="翟 锐" userId="fef11181f709266a" providerId="LiveId" clId="{9CBAED9C-ABD7-48FD-8455-4711A584ABD3}" dt="2020-10-21T10:35:02.888" v="1259"/>
          <ac:spMkLst>
            <pc:docMk/>
            <pc:sldMk cId="73365594" sldId="746"/>
            <ac:spMk id="2" creationId="{AED648C8-4490-4C91-ACF9-63B8F11317DF}"/>
          </ac:spMkLst>
        </pc:spChg>
      </pc:sldChg>
      <pc:sldChg chg="modSp add mod">
        <pc:chgData name="翟 锐" userId="fef11181f709266a" providerId="LiveId" clId="{9CBAED9C-ABD7-48FD-8455-4711A584ABD3}" dt="2020-10-23T13:03:56.531" v="3766" actId="20577"/>
        <pc:sldMkLst>
          <pc:docMk/>
          <pc:sldMk cId="1737129412" sldId="747"/>
        </pc:sldMkLst>
        <pc:spChg chg="mod">
          <ac:chgData name="翟 锐" userId="fef11181f709266a" providerId="LiveId" clId="{9CBAED9C-ABD7-48FD-8455-4711A584ABD3}" dt="2020-10-21T12:11:16.973" v="2237"/>
          <ac:spMkLst>
            <pc:docMk/>
            <pc:sldMk cId="1737129412" sldId="747"/>
            <ac:spMk id="2" creationId="{1A343DEC-CFF6-41F5-B87C-0DFC08C67B76}"/>
          </ac:spMkLst>
        </pc:spChg>
        <pc:spChg chg="mod">
          <ac:chgData name="翟 锐" userId="fef11181f709266a" providerId="LiveId" clId="{9CBAED9C-ABD7-48FD-8455-4711A584ABD3}" dt="2020-10-23T13:03:56.531" v="3766" actId="20577"/>
          <ac:spMkLst>
            <pc:docMk/>
            <pc:sldMk cId="1737129412" sldId="747"/>
            <ac:spMk id="35" creationId="{00000000-0000-0000-0000-000000000000}"/>
          </ac:spMkLst>
        </pc:spChg>
      </pc:sldChg>
      <pc:sldChg chg="new del">
        <pc:chgData name="翟 锐" userId="fef11181f709266a" providerId="LiveId" clId="{9CBAED9C-ABD7-48FD-8455-4711A584ABD3}" dt="2020-10-21T12:08:22.154" v="1698" actId="47"/>
        <pc:sldMkLst>
          <pc:docMk/>
          <pc:sldMk cId="3906850019" sldId="747"/>
        </pc:sldMkLst>
      </pc:sldChg>
      <pc:sldChg chg="modSp add mod">
        <pc:chgData name="翟 锐" userId="fef11181f709266a" providerId="LiveId" clId="{9CBAED9C-ABD7-48FD-8455-4711A584ABD3}" dt="2020-10-21T13:24:23.986" v="3020" actId="1076"/>
        <pc:sldMkLst>
          <pc:docMk/>
          <pc:sldMk cId="386239656" sldId="748"/>
        </pc:sldMkLst>
        <pc:graphicFrameChg chg="mod modGraphic">
          <ac:chgData name="翟 锐" userId="fef11181f709266a" providerId="LiveId" clId="{9CBAED9C-ABD7-48FD-8455-4711A584ABD3}" dt="2020-10-21T13:24:23.986" v="3020" actId="1076"/>
          <ac:graphicFrameMkLst>
            <pc:docMk/>
            <pc:sldMk cId="386239656" sldId="748"/>
            <ac:graphicFrameMk id="2" creationId="{FEA0660B-5158-49A6-8BE8-B57093B013CA}"/>
          </ac:graphicFrameMkLst>
        </pc:graphicFrameChg>
      </pc:sldChg>
      <pc:sldChg chg="addSp modSp new del mod">
        <pc:chgData name="翟 锐" userId="fef11181f709266a" providerId="LiveId" clId="{9CBAED9C-ABD7-48FD-8455-4711A584ABD3}" dt="2020-10-21T12:59:53.466" v="2536" actId="2696"/>
        <pc:sldMkLst>
          <pc:docMk/>
          <pc:sldMk cId="1339548199" sldId="748"/>
        </pc:sldMkLst>
        <pc:graphicFrameChg chg="add mod modGraphic">
          <ac:chgData name="翟 锐" userId="fef11181f709266a" providerId="LiveId" clId="{9CBAED9C-ABD7-48FD-8455-4711A584ABD3}" dt="2020-10-21T12:59:21.542" v="2535"/>
          <ac:graphicFrameMkLst>
            <pc:docMk/>
            <pc:sldMk cId="1339548199" sldId="748"/>
            <ac:graphicFrameMk id="2" creationId="{FEA0660B-5158-49A6-8BE8-B57093B013CA}"/>
          </ac:graphicFrameMkLst>
        </pc:graphicFrameChg>
      </pc:sldChg>
      <pc:sldChg chg="new del">
        <pc:chgData name="翟 锐" userId="fef11181f709266a" providerId="LiveId" clId="{9CBAED9C-ABD7-48FD-8455-4711A584ABD3}" dt="2020-10-21T13:00:05.695" v="2539" actId="680"/>
        <pc:sldMkLst>
          <pc:docMk/>
          <pc:sldMk cId="528075843" sldId="749"/>
        </pc:sldMkLst>
      </pc:sldChg>
      <pc:sldChg chg="new del">
        <pc:chgData name="翟 锐" userId="fef11181f709266a" providerId="LiveId" clId="{9CBAED9C-ABD7-48FD-8455-4711A584ABD3}" dt="2020-10-21T12:56:28.256" v="2285" actId="680"/>
        <pc:sldMkLst>
          <pc:docMk/>
          <pc:sldMk cId="885537219" sldId="749"/>
        </pc:sldMkLst>
      </pc:sldChg>
      <pc:sldChg chg="addSp modSp add mod">
        <pc:chgData name="翟 锐" userId="fef11181f709266a" providerId="LiveId" clId="{9CBAED9C-ABD7-48FD-8455-4711A584ABD3}" dt="2020-10-23T13:04:12.423" v="3789"/>
        <pc:sldMkLst>
          <pc:docMk/>
          <pc:sldMk cId="4000063262" sldId="749"/>
        </pc:sldMkLst>
        <pc:spChg chg="mod">
          <ac:chgData name="翟 锐" userId="fef11181f709266a" providerId="LiveId" clId="{9CBAED9C-ABD7-48FD-8455-4711A584ABD3}" dt="2020-10-21T13:09:33.991" v="2864" actId="108"/>
          <ac:spMkLst>
            <pc:docMk/>
            <pc:sldMk cId="4000063262" sldId="749"/>
            <ac:spMk id="2" creationId="{1A343DEC-CFF6-41F5-B87C-0DFC08C67B76}"/>
          </ac:spMkLst>
        </pc:spChg>
        <pc:graphicFrameChg chg="add mod modGraphic">
          <ac:chgData name="翟 锐" userId="fef11181f709266a" providerId="LiveId" clId="{9CBAED9C-ABD7-48FD-8455-4711A584ABD3}" dt="2020-10-23T13:04:12.423" v="3789"/>
          <ac:graphicFrameMkLst>
            <pc:docMk/>
            <pc:sldMk cId="4000063262" sldId="749"/>
            <ac:graphicFrameMk id="3" creationId="{0D7BA951-8DA4-4CFF-9DA3-8C18FA59C378}"/>
          </ac:graphicFrameMkLst>
        </pc:graphicFrameChg>
      </pc:sldChg>
      <pc:sldChg chg="delSp modSp add mod">
        <pc:chgData name="翟 锐" userId="fef11181f709266a" providerId="LiveId" clId="{9CBAED9C-ABD7-48FD-8455-4711A584ABD3}" dt="2020-10-21T13:07:17.602" v="2852"/>
        <pc:sldMkLst>
          <pc:docMk/>
          <pc:sldMk cId="1065505955" sldId="750"/>
        </pc:sldMkLst>
        <pc:spChg chg="mod">
          <ac:chgData name="翟 锐" userId="fef11181f709266a" providerId="LiveId" clId="{9CBAED9C-ABD7-48FD-8455-4711A584ABD3}" dt="2020-10-21T13:07:17.602" v="2852"/>
          <ac:spMkLst>
            <pc:docMk/>
            <pc:sldMk cId="1065505955" sldId="750"/>
            <ac:spMk id="2" creationId="{1A343DEC-CFF6-41F5-B87C-0DFC08C67B76}"/>
          </ac:spMkLst>
        </pc:spChg>
        <pc:graphicFrameChg chg="del">
          <ac:chgData name="翟 锐" userId="fef11181f709266a" providerId="LiveId" clId="{9CBAED9C-ABD7-48FD-8455-4711A584ABD3}" dt="2020-10-21T13:06:14.221" v="2843" actId="478"/>
          <ac:graphicFrameMkLst>
            <pc:docMk/>
            <pc:sldMk cId="1065505955" sldId="750"/>
            <ac:graphicFrameMk id="3" creationId="{0D7BA951-8DA4-4CFF-9DA3-8C18FA59C378}"/>
          </ac:graphicFrameMkLst>
        </pc:graphicFrameChg>
      </pc:sldChg>
      <pc:sldChg chg="new del">
        <pc:chgData name="翟 锐" userId="fef11181f709266a" providerId="LiveId" clId="{9CBAED9C-ABD7-48FD-8455-4711A584ABD3}" dt="2020-10-21T12:56:28.008" v="2284" actId="680"/>
        <pc:sldMkLst>
          <pc:docMk/>
          <pc:sldMk cId="3381075010" sldId="750"/>
        </pc:sldMkLst>
      </pc:sldChg>
      <pc:sldChg chg="new del">
        <pc:chgData name="翟 锐" userId="fef11181f709266a" providerId="LiveId" clId="{9CBAED9C-ABD7-48FD-8455-4711A584ABD3}" dt="2020-10-21T12:56:27.761" v="2283" actId="680"/>
        <pc:sldMkLst>
          <pc:docMk/>
          <pc:sldMk cId="382871316" sldId="751"/>
        </pc:sldMkLst>
      </pc:sldChg>
      <pc:sldChg chg="modSp add mod">
        <pc:chgData name="翟 锐" userId="fef11181f709266a" providerId="LiveId" clId="{9CBAED9C-ABD7-48FD-8455-4711A584ABD3}" dt="2020-10-21T13:07:19.761" v="2854"/>
        <pc:sldMkLst>
          <pc:docMk/>
          <pc:sldMk cId="2345192196" sldId="751"/>
        </pc:sldMkLst>
        <pc:spChg chg="mod">
          <ac:chgData name="翟 锐" userId="fef11181f709266a" providerId="LiveId" clId="{9CBAED9C-ABD7-48FD-8455-4711A584ABD3}" dt="2020-10-21T13:07:19.761" v="2854"/>
          <ac:spMkLst>
            <pc:docMk/>
            <pc:sldMk cId="2345192196" sldId="751"/>
            <ac:spMk id="2" creationId="{1A343DEC-CFF6-41F5-B87C-0DFC08C67B76}"/>
          </ac:spMkLst>
        </pc:spChg>
      </pc:sldChg>
      <pc:sldChg chg="modSp add mod">
        <pc:chgData name="翟 锐" userId="fef11181f709266a" providerId="LiveId" clId="{9CBAED9C-ABD7-48FD-8455-4711A584ABD3}" dt="2020-10-21T13:07:52.734" v="2861" actId="108"/>
        <pc:sldMkLst>
          <pc:docMk/>
          <pc:sldMk cId="177189965" sldId="752"/>
        </pc:sldMkLst>
        <pc:spChg chg="mod">
          <ac:chgData name="翟 锐" userId="fef11181f709266a" providerId="LiveId" clId="{9CBAED9C-ABD7-48FD-8455-4711A584ABD3}" dt="2020-10-21T13:07:52.734" v="2861" actId="108"/>
          <ac:spMkLst>
            <pc:docMk/>
            <pc:sldMk cId="177189965" sldId="752"/>
            <ac:spMk id="2" creationId="{1A343DEC-CFF6-41F5-B87C-0DFC08C67B76}"/>
          </ac:spMkLst>
        </pc:spChg>
      </pc:sldChg>
      <pc:sldChg chg="modSp add mod">
        <pc:chgData name="翟 锐" userId="fef11181f709266a" providerId="LiveId" clId="{9CBAED9C-ABD7-48FD-8455-4711A584ABD3}" dt="2020-10-21T13:14:47.083" v="2929" actId="20577"/>
        <pc:sldMkLst>
          <pc:docMk/>
          <pc:sldMk cId="4045576888" sldId="753"/>
        </pc:sldMkLst>
        <pc:spChg chg="mod">
          <ac:chgData name="翟 锐" userId="fef11181f709266a" providerId="LiveId" clId="{9CBAED9C-ABD7-48FD-8455-4711A584ABD3}" dt="2020-10-21T13:14:47.083" v="2929" actId="20577"/>
          <ac:spMkLst>
            <pc:docMk/>
            <pc:sldMk cId="4045576888" sldId="753"/>
            <ac:spMk id="2" creationId="{1A343DEC-CFF6-41F5-B87C-0DFC08C67B76}"/>
          </ac:spMkLst>
        </pc:spChg>
        <pc:spChg chg="mod">
          <ac:chgData name="翟 锐" userId="fef11181f709266a" providerId="LiveId" clId="{9CBAED9C-ABD7-48FD-8455-4711A584ABD3}" dt="2020-10-21T13:10:51.079" v="2874"/>
          <ac:spMkLst>
            <pc:docMk/>
            <pc:sldMk cId="4045576888" sldId="753"/>
            <ac:spMk id="35" creationId="{00000000-0000-0000-0000-000000000000}"/>
          </ac:spMkLst>
        </pc:spChg>
      </pc:sldChg>
      <pc:sldChg chg="new del">
        <pc:chgData name="翟 锐" userId="fef11181f709266a" providerId="LiveId" clId="{9CBAED9C-ABD7-48FD-8455-4711A584ABD3}" dt="2020-10-21T13:19:59.240" v="2931" actId="47"/>
        <pc:sldMkLst>
          <pc:docMk/>
          <pc:sldMk cId="2410089312" sldId="754"/>
        </pc:sldMkLst>
      </pc:sldChg>
      <pc:sldChg chg="modSp add del mod">
        <pc:chgData name="翟 锐" userId="fef11181f709266a" providerId="LiveId" clId="{9CBAED9C-ABD7-48FD-8455-4711A584ABD3}" dt="2020-10-21T13:38:59.620" v="3535" actId="47"/>
        <pc:sldMkLst>
          <pc:docMk/>
          <pc:sldMk cId="4159218635" sldId="754"/>
        </pc:sldMkLst>
        <pc:spChg chg="mod">
          <ac:chgData name="翟 锐" userId="fef11181f709266a" providerId="LiveId" clId="{9CBAED9C-ABD7-48FD-8455-4711A584ABD3}" dt="2020-10-21T13:20:54.715" v="3018" actId="6549"/>
          <ac:spMkLst>
            <pc:docMk/>
            <pc:sldMk cId="4159218635" sldId="754"/>
            <ac:spMk id="2" creationId="{1A343DEC-CFF6-41F5-B87C-0DFC08C67B76}"/>
          </ac:spMkLst>
        </pc:spChg>
      </pc:sldChg>
      <pc:sldChg chg="modSp add mod">
        <pc:chgData name="翟 锐" userId="fef11181f709266a" providerId="LiveId" clId="{9CBAED9C-ABD7-48FD-8455-4711A584ABD3}" dt="2020-10-21T13:39:10.335" v="3538" actId="207"/>
        <pc:sldMkLst>
          <pc:docMk/>
          <pc:sldMk cId="16110531" sldId="755"/>
        </pc:sldMkLst>
        <pc:spChg chg="mod">
          <ac:chgData name="翟 锐" userId="fef11181f709266a" providerId="LiveId" clId="{9CBAED9C-ABD7-48FD-8455-4711A584ABD3}" dt="2020-10-21T13:39:10.335" v="3538" actId="207"/>
          <ac:spMkLst>
            <pc:docMk/>
            <pc:sldMk cId="16110531" sldId="755"/>
            <ac:spMk id="2" creationId="{1A343DEC-CFF6-41F5-B87C-0DFC08C67B76}"/>
          </ac:spMkLst>
        </pc:spChg>
      </pc:sldChg>
      <pc:sldChg chg="new del">
        <pc:chgData name="翟 锐" userId="fef11181f709266a" providerId="LiveId" clId="{9CBAED9C-ABD7-48FD-8455-4711A584ABD3}" dt="2020-10-21T13:25:53.456" v="3022" actId="47"/>
        <pc:sldMkLst>
          <pc:docMk/>
          <pc:sldMk cId="2136615977" sldId="755"/>
        </pc:sldMkLst>
      </pc:sldChg>
      <pc:sldChg chg="new del">
        <pc:chgData name="翟 锐" userId="fef11181f709266a" providerId="LiveId" clId="{9CBAED9C-ABD7-48FD-8455-4711A584ABD3}" dt="2020-10-21T13:52:08.095" v="3540" actId="47"/>
        <pc:sldMkLst>
          <pc:docMk/>
          <pc:sldMk cId="331664752" sldId="756"/>
        </pc:sldMkLst>
      </pc:sldChg>
      <pc:sldChg chg="modSp add mod">
        <pc:chgData name="翟 锐" userId="fef11181f709266a" providerId="LiveId" clId="{9CBAED9C-ABD7-48FD-8455-4711A584ABD3}" dt="2020-10-21T13:53:05.982" v="3738"/>
        <pc:sldMkLst>
          <pc:docMk/>
          <pc:sldMk cId="1159607817" sldId="756"/>
        </pc:sldMkLst>
        <pc:spChg chg="mod">
          <ac:chgData name="翟 锐" userId="fef11181f709266a" providerId="LiveId" clId="{9CBAED9C-ABD7-48FD-8455-4711A584ABD3}" dt="2020-10-21T13:53:05.982" v="3738"/>
          <ac:spMkLst>
            <pc:docMk/>
            <pc:sldMk cId="1159607817" sldId="756"/>
            <ac:spMk id="2" creationId="{1A343DEC-CFF6-41F5-B87C-0DFC08C67B76}"/>
          </ac:spMkLst>
        </pc:spChg>
      </pc:sldChg>
      <pc:sldChg chg="addSp modSp new add del mod ord">
        <pc:chgData name="翟 锐" userId="fef11181f709266a" providerId="LiveId" clId="{9CBAED9C-ABD7-48FD-8455-4711A584ABD3}" dt="2020-10-23T13:05:33.581" v="3797" actId="2696"/>
        <pc:sldMkLst>
          <pc:docMk/>
          <pc:sldMk cId="863849677" sldId="757"/>
        </pc:sldMkLst>
        <pc:spChg chg="add mod">
          <ac:chgData name="翟 锐" userId="fef11181f709266a" providerId="LiveId" clId="{9CBAED9C-ABD7-48FD-8455-4711A584ABD3}" dt="2020-10-22T12:13:24.972" v="3756" actId="1076"/>
          <ac:spMkLst>
            <pc:docMk/>
            <pc:sldMk cId="863849677" sldId="757"/>
            <ac:spMk id="3" creationId="{D708F06B-0AD0-4D14-B366-0ECCA296E08A}"/>
          </ac:spMkLst>
        </pc:spChg>
      </pc:sldChg>
      <pc:sldChg chg="new del">
        <pc:chgData name="翟 锐" userId="fef11181f709266a" providerId="LiveId" clId="{9CBAED9C-ABD7-48FD-8455-4711A584ABD3}" dt="2020-10-23T13:05:42.127" v="3799" actId="680"/>
        <pc:sldMkLst>
          <pc:docMk/>
          <pc:sldMk cId="858200062" sldId="758"/>
        </pc:sldMkLst>
      </pc:sldChg>
      <pc:sldChg chg="delSp modSp add mod delAnim modAnim">
        <pc:chgData name="翟 锐" userId="fef11181f709266a" providerId="LiveId" clId="{9CBAED9C-ABD7-48FD-8455-4711A584ABD3}" dt="2020-10-23T13:07:01.302" v="3860" actId="478"/>
        <pc:sldMkLst>
          <pc:docMk/>
          <pc:sldMk cId="3946933533" sldId="758"/>
        </pc:sldMkLst>
        <pc:spChg chg="mod">
          <ac:chgData name="翟 锐" userId="fef11181f709266a" providerId="LiveId" clId="{9CBAED9C-ABD7-48FD-8455-4711A584ABD3}" dt="2020-10-23T13:06:59.455" v="3859" actId="1076"/>
          <ac:spMkLst>
            <pc:docMk/>
            <pc:sldMk cId="3946933533" sldId="758"/>
            <ac:spMk id="2" creationId="{1A343DEC-CFF6-41F5-B87C-0DFC08C67B76}"/>
          </ac:spMkLst>
        </pc:spChg>
        <pc:spChg chg="del mod">
          <ac:chgData name="翟 锐" userId="fef11181f709266a" providerId="LiveId" clId="{9CBAED9C-ABD7-48FD-8455-4711A584ABD3}" dt="2020-10-23T13:07:01.302" v="3860" actId="478"/>
          <ac:spMkLst>
            <pc:docMk/>
            <pc:sldMk cId="3946933533" sldId="758"/>
            <ac:spMk id="35" creationId="{00000000-0000-0000-0000-000000000000}"/>
          </ac:spMkLst>
        </pc:spChg>
      </pc:sldChg>
      <pc:sldChg chg="new del">
        <pc:chgData name="翟 锐" userId="fef11181f709266a" providerId="LiveId" clId="{9CBAED9C-ABD7-48FD-8455-4711A584ABD3}" dt="2020-10-24T12:32:27.549" v="3903" actId="47"/>
        <pc:sldMkLst>
          <pc:docMk/>
          <pc:sldMk cId="2124907789" sldId="759"/>
        </pc:sldMkLst>
      </pc:sldChg>
      <pc:sldChg chg="modSp add del mod modAnim">
        <pc:chgData name="翟 锐" userId="fef11181f709266a" providerId="LiveId" clId="{9CBAED9C-ABD7-48FD-8455-4711A584ABD3}" dt="2020-10-24T13:28:24.311" v="3990" actId="47"/>
        <pc:sldMkLst>
          <pc:docMk/>
          <pc:sldMk cId="2521070086" sldId="759"/>
        </pc:sldMkLst>
        <pc:spChg chg="mod">
          <ac:chgData name="翟 锐" userId="fef11181f709266a" providerId="LiveId" clId="{9CBAED9C-ABD7-48FD-8455-4711A584ABD3}" dt="2020-10-24T12:34:24.133" v="3956" actId="1035"/>
          <ac:spMkLst>
            <pc:docMk/>
            <pc:sldMk cId="2521070086" sldId="759"/>
            <ac:spMk id="2" creationId="{1A343DEC-CFF6-41F5-B87C-0DFC08C67B76}"/>
          </ac:spMkLst>
        </pc:spChg>
        <pc:spChg chg="mod">
          <ac:chgData name="翟 锐" userId="fef11181f709266a" providerId="LiveId" clId="{9CBAED9C-ABD7-48FD-8455-4711A584ABD3}" dt="2020-10-24T12:32:52.130" v="3916"/>
          <ac:spMkLst>
            <pc:docMk/>
            <pc:sldMk cId="2521070086" sldId="759"/>
            <ac:spMk id="35" creationId="{00000000-0000-0000-0000-000000000000}"/>
          </ac:spMkLst>
        </pc:spChg>
      </pc:sldChg>
      <pc:sldChg chg="modSp add del">
        <pc:chgData name="翟 锐" userId="fef11181f709266a" providerId="LiveId" clId="{9CBAED9C-ABD7-48FD-8455-4711A584ABD3}" dt="2020-10-24T13:28:24.311" v="3990" actId="47"/>
        <pc:sldMkLst>
          <pc:docMk/>
          <pc:sldMk cId="521411999" sldId="760"/>
        </pc:sldMkLst>
        <pc:spChg chg="mod">
          <ac:chgData name="翟 锐" userId="fef11181f709266a" providerId="LiveId" clId="{9CBAED9C-ABD7-48FD-8455-4711A584ABD3}" dt="2020-10-24T13:27:01.493" v="3989"/>
          <ac:spMkLst>
            <pc:docMk/>
            <pc:sldMk cId="521411999" sldId="760"/>
            <ac:spMk id="35" creationId="{00000000-0000-0000-0000-000000000000}"/>
          </ac:spMkLst>
        </pc:spChg>
      </pc:sldChg>
      <pc:sldChg chg="add del">
        <pc:chgData name="翟 锐" userId="fef11181f709266a" providerId="LiveId" clId="{9CBAED9C-ABD7-48FD-8455-4711A584ABD3}" dt="2020-10-24T13:28:24.311" v="3990" actId="47"/>
        <pc:sldMkLst>
          <pc:docMk/>
          <pc:sldMk cId="289952526" sldId="761"/>
        </pc:sldMkLst>
      </pc:sldChg>
      <pc:sldChg chg="add del">
        <pc:chgData name="翟 锐" userId="fef11181f709266a" providerId="LiveId" clId="{9CBAED9C-ABD7-48FD-8455-4711A584ABD3}" dt="2020-10-24T13:28:24.311" v="3990" actId="47"/>
        <pc:sldMkLst>
          <pc:docMk/>
          <pc:sldMk cId="3285065630" sldId="762"/>
        </pc:sldMkLst>
      </pc:sldChg>
      <pc:sldChg chg="modSp mod">
        <pc:chgData name="翟 锐" userId="fef11181f709266a" providerId="LiveId" clId="{9CBAED9C-ABD7-48FD-8455-4711A584ABD3}" dt="2020-10-25T15:34:58.231" v="4793" actId="1076"/>
        <pc:sldMkLst>
          <pc:docMk/>
          <pc:sldMk cId="3314617284" sldId="763"/>
        </pc:sldMkLst>
        <pc:picChg chg="mod">
          <ac:chgData name="翟 锐" userId="fef11181f709266a" providerId="LiveId" clId="{9CBAED9C-ABD7-48FD-8455-4711A584ABD3}" dt="2020-10-25T15:34:58.231" v="4793" actId="1076"/>
          <ac:picMkLst>
            <pc:docMk/>
            <pc:sldMk cId="3314617284" sldId="763"/>
            <ac:picMk id="3" creationId="{39AAB599-8225-42D9-9CA4-319B86250E70}"/>
          </ac:picMkLst>
        </pc:picChg>
      </pc:sldChg>
      <pc:sldChg chg="add del">
        <pc:chgData name="翟 锐" userId="fef11181f709266a" providerId="LiveId" clId="{9CBAED9C-ABD7-48FD-8455-4711A584ABD3}" dt="2020-10-24T13:28:24.311" v="3990" actId="47"/>
        <pc:sldMkLst>
          <pc:docMk/>
          <pc:sldMk cId="3685449927" sldId="763"/>
        </pc:sldMkLst>
      </pc:sldChg>
      <pc:sldChg chg="add del">
        <pc:chgData name="翟 锐" userId="fef11181f709266a" providerId="LiveId" clId="{9CBAED9C-ABD7-48FD-8455-4711A584ABD3}" dt="2020-10-24T13:28:24.311" v="3990" actId="47"/>
        <pc:sldMkLst>
          <pc:docMk/>
          <pc:sldMk cId="3154693548" sldId="764"/>
        </pc:sldMkLst>
      </pc:sldChg>
      <pc:sldChg chg="add del">
        <pc:chgData name="翟 锐" userId="fef11181f709266a" providerId="LiveId" clId="{9CBAED9C-ABD7-48FD-8455-4711A584ABD3}" dt="2020-10-24T13:28:24.311" v="3990" actId="47"/>
        <pc:sldMkLst>
          <pc:docMk/>
          <pc:sldMk cId="659988707" sldId="765"/>
        </pc:sldMkLst>
      </pc:sldChg>
      <pc:sldChg chg="modSp mod">
        <pc:chgData name="翟 锐" userId="fef11181f709266a" providerId="LiveId" clId="{9CBAED9C-ABD7-48FD-8455-4711A584ABD3}" dt="2020-10-25T15:35:05.436" v="4795" actId="14100"/>
        <pc:sldMkLst>
          <pc:docMk/>
          <pc:sldMk cId="2250022360" sldId="765"/>
        </pc:sldMkLst>
        <pc:picChg chg="mod">
          <ac:chgData name="翟 锐" userId="fef11181f709266a" providerId="LiveId" clId="{9CBAED9C-ABD7-48FD-8455-4711A584ABD3}" dt="2020-10-25T15:35:05.436" v="4795" actId="14100"/>
          <ac:picMkLst>
            <pc:docMk/>
            <pc:sldMk cId="2250022360" sldId="765"/>
            <ac:picMk id="3" creationId="{28DE5F0D-01DE-4862-BBD5-95CB3725E759}"/>
          </ac:picMkLst>
        </pc:picChg>
      </pc:sldChg>
      <pc:sldChg chg="add del">
        <pc:chgData name="翟 锐" userId="fef11181f709266a" providerId="LiveId" clId="{9CBAED9C-ABD7-48FD-8455-4711A584ABD3}" dt="2020-10-24T13:28:24.311" v="3990" actId="47"/>
        <pc:sldMkLst>
          <pc:docMk/>
          <pc:sldMk cId="2522939053" sldId="766"/>
        </pc:sldMkLst>
      </pc:sldChg>
      <pc:sldChg chg="add del">
        <pc:chgData name="翟 锐" userId="fef11181f709266a" providerId="LiveId" clId="{9CBAED9C-ABD7-48FD-8455-4711A584ABD3}" dt="2020-10-24T13:28:24.311" v="3990" actId="47"/>
        <pc:sldMkLst>
          <pc:docMk/>
          <pc:sldMk cId="476416101" sldId="767"/>
        </pc:sldMkLst>
      </pc:sldChg>
      <pc:sldChg chg="add del">
        <pc:chgData name="翟 锐" userId="fef11181f709266a" providerId="LiveId" clId="{9CBAED9C-ABD7-48FD-8455-4711A584ABD3}" dt="2020-10-24T13:28:24.311" v="3990" actId="47"/>
        <pc:sldMkLst>
          <pc:docMk/>
          <pc:sldMk cId="3770047648" sldId="768"/>
        </pc:sldMkLst>
      </pc:sldChg>
      <pc:sldChg chg="addSp delSp modSp add mod">
        <pc:chgData name="翟 锐" userId="fef11181f709266a" providerId="LiveId" clId="{9CBAED9C-ABD7-48FD-8455-4711A584ABD3}" dt="2020-10-25T13:59:33.444" v="4064" actId="20577"/>
        <pc:sldMkLst>
          <pc:docMk/>
          <pc:sldMk cId="3530366605" sldId="775"/>
        </pc:sldMkLst>
        <pc:spChg chg="mod">
          <ac:chgData name="翟 锐" userId="fef11181f709266a" providerId="LiveId" clId="{9CBAED9C-ABD7-48FD-8455-4711A584ABD3}" dt="2020-10-25T13:59:33.444" v="4064" actId="20577"/>
          <ac:spMkLst>
            <pc:docMk/>
            <pc:sldMk cId="3530366605" sldId="775"/>
            <ac:spMk id="2" creationId="{1A343DEC-CFF6-41F5-B87C-0DFC08C67B76}"/>
          </ac:spMkLst>
        </pc:spChg>
        <pc:spChg chg="add del mod">
          <ac:chgData name="翟 锐" userId="fef11181f709266a" providerId="LiveId" clId="{9CBAED9C-ABD7-48FD-8455-4711A584ABD3}" dt="2020-10-25T13:57:35.834" v="4012" actId="478"/>
          <ac:spMkLst>
            <pc:docMk/>
            <pc:sldMk cId="3530366605" sldId="775"/>
            <ac:spMk id="3" creationId="{4431E7FE-44D5-4E80-8808-AA153EE0A07E}"/>
          </ac:spMkLst>
        </pc:spChg>
        <pc:spChg chg="add del mod">
          <ac:chgData name="翟 锐" userId="fef11181f709266a" providerId="LiveId" clId="{9CBAED9C-ABD7-48FD-8455-4711A584ABD3}" dt="2020-10-25T13:57:56.331" v="4023" actId="478"/>
          <ac:spMkLst>
            <pc:docMk/>
            <pc:sldMk cId="3530366605" sldId="775"/>
            <ac:spMk id="7" creationId="{FD869CF1-5AF2-4C35-8498-351DE55D91FF}"/>
          </ac:spMkLst>
        </pc:spChg>
        <pc:graphicFrameChg chg="add del mod replId">
          <ac:chgData name="翟 锐" userId="fef11181f709266a" providerId="LiveId" clId="{9CBAED9C-ABD7-48FD-8455-4711A584ABD3}" dt="2020-10-25T13:57:31.318" v="4010"/>
          <ac:graphicFrameMkLst>
            <pc:docMk/>
            <pc:sldMk cId="3530366605" sldId="775"/>
            <ac:graphicFrameMk id="4" creationId="{4431E7FE-44D5-4E80-8808-AA153EE0A07E}"/>
          </ac:graphicFrameMkLst>
        </pc:graphicFrameChg>
        <pc:graphicFrameChg chg="add del mod replId">
          <ac:chgData name="翟 锐" userId="fef11181f709266a" providerId="LiveId" clId="{9CBAED9C-ABD7-48FD-8455-4711A584ABD3}" dt="2020-10-25T13:57:51.599" v="4021"/>
          <ac:graphicFrameMkLst>
            <pc:docMk/>
            <pc:sldMk cId="3530366605" sldId="775"/>
            <ac:graphicFrameMk id="8" creationId="{FD869CF1-5AF2-4C35-8498-351DE55D91FF}"/>
          </ac:graphicFrameMkLst>
        </pc:graphicFrameChg>
      </pc:sldChg>
      <pc:sldChg chg="add del">
        <pc:chgData name="翟 锐" userId="fef11181f709266a" providerId="LiveId" clId="{9CBAED9C-ABD7-48FD-8455-4711A584ABD3}" dt="2020-10-25T13:57:00.320" v="3998" actId="47"/>
        <pc:sldMkLst>
          <pc:docMk/>
          <pc:sldMk cId="4284044098" sldId="775"/>
        </pc:sldMkLst>
      </pc:sldChg>
      <pc:sldChg chg="modSp add mod">
        <pc:chgData name="翟 锐" userId="fef11181f709266a" providerId="LiveId" clId="{9CBAED9C-ABD7-48FD-8455-4711A584ABD3}" dt="2020-10-25T14:01:36.357" v="4080" actId="207"/>
        <pc:sldMkLst>
          <pc:docMk/>
          <pc:sldMk cId="2174013039" sldId="776"/>
        </pc:sldMkLst>
        <pc:spChg chg="mod">
          <ac:chgData name="翟 锐" userId="fef11181f709266a" providerId="LiveId" clId="{9CBAED9C-ABD7-48FD-8455-4711A584ABD3}" dt="2020-10-25T14:01:36.357" v="4080" actId="207"/>
          <ac:spMkLst>
            <pc:docMk/>
            <pc:sldMk cId="2174013039" sldId="776"/>
            <ac:spMk id="2" creationId="{1A343DEC-CFF6-41F5-B87C-0DFC08C67B76}"/>
          </ac:spMkLst>
        </pc:spChg>
      </pc:sldChg>
      <pc:sldChg chg="modSp add mod">
        <pc:chgData name="翟 锐" userId="fef11181f709266a" providerId="LiveId" clId="{9CBAED9C-ABD7-48FD-8455-4711A584ABD3}" dt="2020-10-25T14:05:03.885" v="4084"/>
        <pc:sldMkLst>
          <pc:docMk/>
          <pc:sldMk cId="492442123" sldId="777"/>
        </pc:sldMkLst>
        <pc:spChg chg="mod">
          <ac:chgData name="翟 锐" userId="fef11181f709266a" providerId="LiveId" clId="{9CBAED9C-ABD7-48FD-8455-4711A584ABD3}" dt="2020-10-25T14:05:03.885" v="4084"/>
          <ac:spMkLst>
            <pc:docMk/>
            <pc:sldMk cId="492442123" sldId="777"/>
            <ac:spMk id="2" creationId="{1A343DEC-CFF6-41F5-B87C-0DFC08C67B76}"/>
          </ac:spMkLst>
        </pc:spChg>
      </pc:sldChg>
      <pc:sldChg chg="modSp add mod">
        <pc:chgData name="翟 锐" userId="fef11181f709266a" providerId="LiveId" clId="{9CBAED9C-ABD7-48FD-8455-4711A584ABD3}" dt="2020-10-25T14:05:42.758" v="4092" actId="20577"/>
        <pc:sldMkLst>
          <pc:docMk/>
          <pc:sldMk cId="359675747" sldId="778"/>
        </pc:sldMkLst>
        <pc:spChg chg="mod">
          <ac:chgData name="翟 锐" userId="fef11181f709266a" providerId="LiveId" clId="{9CBAED9C-ABD7-48FD-8455-4711A584ABD3}" dt="2020-10-25T14:05:42.758" v="4092" actId="20577"/>
          <ac:spMkLst>
            <pc:docMk/>
            <pc:sldMk cId="359675747" sldId="778"/>
            <ac:spMk id="2" creationId="{1A343DEC-CFF6-41F5-B87C-0DFC08C67B76}"/>
          </ac:spMkLst>
        </pc:spChg>
      </pc:sldChg>
      <pc:sldChg chg="addSp delSp modSp add mod">
        <pc:chgData name="翟 锐" userId="fef11181f709266a" providerId="LiveId" clId="{9CBAED9C-ABD7-48FD-8455-4711A584ABD3}" dt="2020-10-25T14:06:44.589" v="4104" actId="22"/>
        <pc:sldMkLst>
          <pc:docMk/>
          <pc:sldMk cId="2866808514" sldId="779"/>
        </pc:sldMkLst>
        <pc:spChg chg="del mod">
          <ac:chgData name="翟 锐" userId="fef11181f709266a" providerId="LiveId" clId="{9CBAED9C-ABD7-48FD-8455-4711A584ABD3}" dt="2020-10-25T14:06:07.143" v="4096"/>
          <ac:spMkLst>
            <pc:docMk/>
            <pc:sldMk cId="2866808514" sldId="779"/>
            <ac:spMk id="2" creationId="{1A343DEC-CFF6-41F5-B87C-0DFC08C67B76}"/>
          </ac:spMkLst>
        </pc:spChg>
        <pc:graphicFrameChg chg="add mod modGraphic">
          <ac:chgData name="翟 锐" userId="fef11181f709266a" providerId="LiveId" clId="{9CBAED9C-ABD7-48FD-8455-4711A584ABD3}" dt="2020-10-25T14:06:36.475" v="4102" actId="14100"/>
          <ac:graphicFrameMkLst>
            <pc:docMk/>
            <pc:sldMk cId="2866808514" sldId="779"/>
            <ac:graphicFrameMk id="3" creationId="{3A4A4DF0-CC64-4E06-AA24-1D27B52BDAC4}"/>
          </ac:graphicFrameMkLst>
        </pc:graphicFrameChg>
        <pc:graphicFrameChg chg="add mod modGraphic">
          <ac:chgData name="翟 锐" userId="fef11181f709266a" providerId="LiveId" clId="{9CBAED9C-ABD7-48FD-8455-4711A584ABD3}" dt="2020-10-25T14:06:36.475" v="4102" actId="14100"/>
          <ac:graphicFrameMkLst>
            <pc:docMk/>
            <pc:sldMk cId="2866808514" sldId="779"/>
            <ac:graphicFrameMk id="4" creationId="{13E4271E-E275-4166-B51F-23E192A4C530}"/>
          </ac:graphicFrameMkLst>
        </pc:graphicFrameChg>
        <pc:graphicFrameChg chg="add del">
          <ac:chgData name="翟 锐" userId="fef11181f709266a" providerId="LiveId" clId="{9CBAED9C-ABD7-48FD-8455-4711A584ABD3}" dt="2020-10-25T14:06:44.589" v="4104" actId="22"/>
          <ac:graphicFrameMkLst>
            <pc:docMk/>
            <pc:sldMk cId="2866808514" sldId="779"/>
            <ac:graphicFrameMk id="5" creationId="{9ADBD413-BA37-4615-8277-F0F619ACAB29}"/>
          </ac:graphicFrameMkLst>
        </pc:graphicFrameChg>
      </pc:sldChg>
      <pc:sldChg chg="addSp delSp modSp add mod">
        <pc:chgData name="翟 锐" userId="fef11181f709266a" providerId="LiveId" clId="{9CBAED9C-ABD7-48FD-8455-4711A584ABD3}" dt="2020-10-25T14:07:30.441" v="4115" actId="1076"/>
        <pc:sldMkLst>
          <pc:docMk/>
          <pc:sldMk cId="2502195040" sldId="780"/>
        </pc:sldMkLst>
        <pc:graphicFrameChg chg="add mod modGraphic">
          <ac:chgData name="翟 锐" userId="fef11181f709266a" providerId="LiveId" clId="{9CBAED9C-ABD7-48FD-8455-4711A584ABD3}" dt="2020-10-25T14:07:30.441" v="4115" actId="1076"/>
          <ac:graphicFrameMkLst>
            <pc:docMk/>
            <pc:sldMk cId="2502195040" sldId="780"/>
            <ac:graphicFrameMk id="2" creationId="{6F98E1B6-0B7F-451C-8089-F29FFC239765}"/>
          </ac:graphicFrameMkLst>
        </pc:graphicFrameChg>
        <pc:graphicFrameChg chg="del">
          <ac:chgData name="翟 锐" userId="fef11181f709266a" providerId="LiveId" clId="{9CBAED9C-ABD7-48FD-8455-4711A584ABD3}" dt="2020-10-25T14:06:51.474" v="4106" actId="478"/>
          <ac:graphicFrameMkLst>
            <pc:docMk/>
            <pc:sldMk cId="2502195040" sldId="780"/>
            <ac:graphicFrameMk id="3" creationId="{3A4A4DF0-CC64-4E06-AA24-1D27B52BDAC4}"/>
          </ac:graphicFrameMkLst>
        </pc:graphicFrameChg>
        <pc:graphicFrameChg chg="del">
          <ac:chgData name="翟 锐" userId="fef11181f709266a" providerId="LiveId" clId="{9CBAED9C-ABD7-48FD-8455-4711A584ABD3}" dt="2020-10-25T14:06:52.913" v="4107" actId="478"/>
          <ac:graphicFrameMkLst>
            <pc:docMk/>
            <pc:sldMk cId="2502195040" sldId="780"/>
            <ac:graphicFrameMk id="4" creationId="{13E4271E-E275-4166-B51F-23E192A4C530}"/>
          </ac:graphicFrameMkLst>
        </pc:graphicFrameChg>
        <pc:graphicFrameChg chg="add mod modGraphic">
          <ac:chgData name="翟 锐" userId="fef11181f709266a" providerId="LiveId" clId="{9CBAED9C-ABD7-48FD-8455-4711A584ABD3}" dt="2020-10-25T14:07:26.543" v="4114" actId="14100"/>
          <ac:graphicFrameMkLst>
            <pc:docMk/>
            <pc:sldMk cId="2502195040" sldId="780"/>
            <ac:graphicFrameMk id="5" creationId="{D265FD5F-471D-46B8-ACE1-91857C23F2D6}"/>
          </ac:graphicFrameMkLst>
        </pc:graphicFrameChg>
        <pc:graphicFrameChg chg="add mod modGraphic">
          <ac:chgData name="翟 锐" userId="fef11181f709266a" providerId="LiveId" clId="{9CBAED9C-ABD7-48FD-8455-4711A584ABD3}" dt="2020-10-25T14:07:18.630" v="4112" actId="14100"/>
          <ac:graphicFrameMkLst>
            <pc:docMk/>
            <pc:sldMk cId="2502195040" sldId="780"/>
            <ac:graphicFrameMk id="6" creationId="{B3017FE9-D1A7-4C11-B52D-75612A7DCB72}"/>
          </ac:graphicFrameMkLst>
        </pc:graphicFrameChg>
        <pc:graphicFrameChg chg="add mod">
          <ac:chgData name="翟 锐" userId="fef11181f709266a" providerId="LiveId" clId="{9CBAED9C-ABD7-48FD-8455-4711A584ABD3}" dt="2020-10-25T14:07:12.897" v="4110" actId="1076"/>
          <ac:graphicFrameMkLst>
            <pc:docMk/>
            <pc:sldMk cId="2502195040" sldId="780"/>
            <ac:graphicFrameMk id="8" creationId="{16D6CB92-3F8B-49EC-B7FD-6BC8230A005D}"/>
          </ac:graphicFrameMkLst>
        </pc:graphicFrameChg>
      </pc:sldChg>
      <pc:sldChg chg="addSp delSp modSp add mod">
        <pc:chgData name="翟 锐" userId="fef11181f709266a" providerId="LiveId" clId="{9CBAED9C-ABD7-48FD-8455-4711A584ABD3}" dt="2020-10-25T14:09:13.741" v="4137" actId="478"/>
        <pc:sldMkLst>
          <pc:docMk/>
          <pc:sldMk cId="4158462251" sldId="781"/>
        </pc:sldMkLst>
        <pc:spChg chg="del">
          <ac:chgData name="翟 锐" userId="fef11181f709266a" providerId="LiveId" clId="{9CBAED9C-ABD7-48FD-8455-4711A584ABD3}" dt="2020-10-25T14:08:06.668" v="4117" actId="478"/>
          <ac:spMkLst>
            <pc:docMk/>
            <pc:sldMk cId="4158462251" sldId="781"/>
            <ac:spMk id="2" creationId="{1A343DEC-CFF6-41F5-B87C-0DFC08C67B76}"/>
          </ac:spMkLst>
        </pc:spChg>
        <pc:spChg chg="add del mod">
          <ac:chgData name="翟 锐" userId="fef11181f709266a" providerId="LiveId" clId="{9CBAED9C-ABD7-48FD-8455-4711A584ABD3}" dt="2020-10-25T14:09:13.741" v="4137" actId="478"/>
          <ac:spMkLst>
            <pc:docMk/>
            <pc:sldMk cId="4158462251" sldId="781"/>
            <ac:spMk id="11" creationId="{C9B90510-5C29-4C62-A3EF-86FF3D1AE787}"/>
          </ac:spMkLst>
        </pc:spChg>
        <pc:spChg chg="mod">
          <ac:chgData name="翟 锐" userId="fef11181f709266a" providerId="LiveId" clId="{9CBAED9C-ABD7-48FD-8455-4711A584ABD3}" dt="2020-10-25T14:08:17.878" v="4119"/>
          <ac:spMkLst>
            <pc:docMk/>
            <pc:sldMk cId="4158462251" sldId="781"/>
            <ac:spMk id="35" creationId="{00000000-0000-0000-0000-000000000000}"/>
          </ac:spMkLst>
        </pc:spChg>
        <pc:graphicFrameChg chg="add mod">
          <ac:chgData name="翟 锐" userId="fef11181f709266a" providerId="LiveId" clId="{9CBAED9C-ABD7-48FD-8455-4711A584ABD3}" dt="2020-10-25T14:08:55.970" v="4133" actId="1076"/>
          <ac:graphicFrameMkLst>
            <pc:docMk/>
            <pc:sldMk cId="4158462251" sldId="781"/>
            <ac:graphicFrameMk id="3" creationId="{AD3F91A9-8ABF-4737-BCE8-AB28547792C3}"/>
          </ac:graphicFrameMkLst>
        </pc:graphicFrameChg>
        <pc:graphicFrameChg chg="add mod">
          <ac:chgData name="翟 锐" userId="fef11181f709266a" providerId="LiveId" clId="{9CBAED9C-ABD7-48FD-8455-4711A584ABD3}" dt="2020-10-25T14:08:58.438" v="4134" actId="1076"/>
          <ac:graphicFrameMkLst>
            <pc:docMk/>
            <pc:sldMk cId="4158462251" sldId="781"/>
            <ac:graphicFrameMk id="4" creationId="{CF9E7BA2-56A3-4353-BFD2-ADE20DC6E308}"/>
          </ac:graphicFrameMkLst>
        </pc:graphicFrameChg>
        <pc:graphicFrameChg chg="add mod">
          <ac:chgData name="翟 锐" userId="fef11181f709266a" providerId="LiveId" clId="{9CBAED9C-ABD7-48FD-8455-4711A584ABD3}" dt="2020-10-25T14:09:01.566" v="4135" actId="1076"/>
          <ac:graphicFrameMkLst>
            <pc:docMk/>
            <pc:sldMk cId="4158462251" sldId="781"/>
            <ac:graphicFrameMk id="5" creationId="{B6BB6CA0-FC89-4322-A48D-EA82123770CF}"/>
          </ac:graphicFrameMkLst>
        </pc:graphicFrameChg>
        <pc:graphicFrameChg chg="add mod">
          <ac:chgData name="翟 锐" userId="fef11181f709266a" providerId="LiveId" clId="{9CBAED9C-ABD7-48FD-8455-4711A584ABD3}" dt="2020-10-25T14:09:07.175" v="4136" actId="1076"/>
          <ac:graphicFrameMkLst>
            <pc:docMk/>
            <pc:sldMk cId="4158462251" sldId="781"/>
            <ac:graphicFrameMk id="7" creationId="{C4F44C5D-4C56-44FF-AC81-8E224384BF6F}"/>
          </ac:graphicFrameMkLst>
        </pc:graphicFrameChg>
        <pc:graphicFrameChg chg="add mod">
          <ac:chgData name="翟 锐" userId="fef11181f709266a" providerId="LiveId" clId="{9CBAED9C-ABD7-48FD-8455-4711A584ABD3}" dt="2020-10-25T14:08:53.330" v="4132" actId="1076"/>
          <ac:graphicFrameMkLst>
            <pc:docMk/>
            <pc:sldMk cId="4158462251" sldId="781"/>
            <ac:graphicFrameMk id="9" creationId="{0FD13927-2E28-48A3-8E8E-16F44B7D02E6}"/>
          </ac:graphicFrameMkLst>
        </pc:graphicFrameChg>
      </pc:sldChg>
      <pc:sldChg chg="modSp add mod">
        <pc:chgData name="翟 锐" userId="fef11181f709266a" providerId="LiveId" clId="{9CBAED9C-ABD7-48FD-8455-4711A584ABD3}" dt="2020-10-25T14:09:51.674" v="4147" actId="1076"/>
        <pc:sldMkLst>
          <pc:docMk/>
          <pc:sldMk cId="488868525" sldId="782"/>
        </pc:sldMkLst>
        <pc:grpChg chg="mod">
          <ac:chgData name="翟 锐" userId="fef11181f709266a" providerId="LiveId" clId="{9CBAED9C-ABD7-48FD-8455-4711A584ABD3}" dt="2020-10-25T14:09:51.674" v="4147" actId="1076"/>
          <ac:grpSpMkLst>
            <pc:docMk/>
            <pc:sldMk cId="488868525" sldId="782"/>
            <ac:grpSpMk id="6" creationId="{7ED45DDF-40B2-489E-9856-4DD8E6088102}"/>
          </ac:grpSpMkLst>
        </pc:grpChg>
      </pc:sldChg>
      <pc:sldChg chg="add del">
        <pc:chgData name="翟 锐" userId="fef11181f709266a" providerId="LiveId" clId="{9CBAED9C-ABD7-48FD-8455-4711A584ABD3}" dt="2020-10-25T15:24:49.366" v="4518" actId="47"/>
        <pc:sldMkLst>
          <pc:docMk/>
          <pc:sldMk cId="2796723399" sldId="783"/>
        </pc:sldMkLst>
      </pc:sldChg>
      <pc:sldChg chg="modSp add mod modAnim">
        <pc:chgData name="翟 锐" userId="fef11181f709266a" providerId="LiveId" clId="{9CBAED9C-ABD7-48FD-8455-4711A584ABD3}" dt="2020-10-25T14:13:27.182" v="4245" actId="20577"/>
        <pc:sldMkLst>
          <pc:docMk/>
          <pc:sldMk cId="1738072780" sldId="784"/>
        </pc:sldMkLst>
        <pc:spChg chg="mod">
          <ac:chgData name="翟 锐" userId="fef11181f709266a" providerId="LiveId" clId="{9CBAED9C-ABD7-48FD-8455-4711A584ABD3}" dt="2020-10-25T14:13:19.557" v="4230"/>
          <ac:spMkLst>
            <pc:docMk/>
            <pc:sldMk cId="1738072780" sldId="784"/>
            <ac:spMk id="2" creationId="{1A343DEC-CFF6-41F5-B87C-0DFC08C67B76}"/>
          </ac:spMkLst>
        </pc:spChg>
        <pc:spChg chg="mod">
          <ac:chgData name="翟 锐" userId="fef11181f709266a" providerId="LiveId" clId="{9CBAED9C-ABD7-48FD-8455-4711A584ABD3}" dt="2020-10-25T14:13:27.182" v="4245" actId="20577"/>
          <ac:spMkLst>
            <pc:docMk/>
            <pc:sldMk cId="1738072780" sldId="784"/>
            <ac:spMk id="35" creationId="{00000000-0000-0000-0000-000000000000}"/>
          </ac:spMkLst>
        </pc:spChg>
      </pc:sldChg>
      <pc:sldChg chg="addSp delSp modSp add mod">
        <pc:chgData name="翟 锐" userId="fef11181f709266a" providerId="LiveId" clId="{9CBAED9C-ABD7-48FD-8455-4711A584ABD3}" dt="2020-10-25T15:27:26.086" v="4554" actId="2062"/>
        <pc:sldMkLst>
          <pc:docMk/>
          <pc:sldMk cId="2262390687" sldId="785"/>
        </pc:sldMkLst>
        <pc:spChg chg="del mod">
          <ac:chgData name="翟 锐" userId="fef11181f709266a" providerId="LiveId" clId="{9CBAED9C-ABD7-48FD-8455-4711A584ABD3}" dt="2020-10-25T14:14:05.814" v="4249" actId="478"/>
          <ac:spMkLst>
            <pc:docMk/>
            <pc:sldMk cId="2262390687" sldId="785"/>
            <ac:spMk id="2" creationId="{1A343DEC-CFF6-41F5-B87C-0DFC08C67B76}"/>
          </ac:spMkLst>
        </pc:spChg>
        <pc:spChg chg="mod">
          <ac:chgData name="翟 锐" userId="fef11181f709266a" providerId="LiveId" clId="{9CBAED9C-ABD7-48FD-8455-4711A584ABD3}" dt="2020-10-25T14:14:14.097" v="4272"/>
          <ac:spMkLst>
            <pc:docMk/>
            <pc:sldMk cId="2262390687" sldId="785"/>
            <ac:spMk id="35" creationId="{00000000-0000-0000-0000-000000000000}"/>
          </ac:spMkLst>
        </pc:spChg>
        <pc:graphicFrameChg chg="add mod modGraphic">
          <ac:chgData name="翟 锐" userId="fef11181f709266a" providerId="LiveId" clId="{9CBAED9C-ABD7-48FD-8455-4711A584ABD3}" dt="2020-10-25T15:27:26.086" v="4554" actId="2062"/>
          <ac:graphicFrameMkLst>
            <pc:docMk/>
            <pc:sldMk cId="2262390687" sldId="785"/>
            <ac:graphicFrameMk id="3" creationId="{C66B5DD7-0C33-4BD6-9026-14B3C5391A71}"/>
          </ac:graphicFrameMkLst>
        </pc:graphicFrameChg>
      </pc:sldChg>
      <pc:sldChg chg="addSp delSp modSp add mod">
        <pc:chgData name="翟 锐" userId="fef11181f709266a" providerId="LiveId" clId="{9CBAED9C-ABD7-48FD-8455-4711A584ABD3}" dt="2020-10-25T15:27:44.670" v="4556" actId="1076"/>
        <pc:sldMkLst>
          <pc:docMk/>
          <pc:sldMk cId="1408878437" sldId="786"/>
        </pc:sldMkLst>
        <pc:spChg chg="mod">
          <ac:chgData name="翟 锐" userId="fef11181f709266a" providerId="LiveId" clId="{9CBAED9C-ABD7-48FD-8455-4711A584ABD3}" dt="2020-10-25T15:27:44.670" v="4556" actId="1076"/>
          <ac:spMkLst>
            <pc:docMk/>
            <pc:sldMk cId="1408878437" sldId="786"/>
            <ac:spMk id="2" creationId="{1A343DEC-CFF6-41F5-B87C-0DFC08C67B76}"/>
          </ac:spMkLst>
        </pc:spChg>
        <pc:spChg chg="add del">
          <ac:chgData name="翟 锐" userId="fef11181f709266a" providerId="LiveId" clId="{9CBAED9C-ABD7-48FD-8455-4711A584ABD3}" dt="2020-10-25T14:15:06.992" v="4291" actId="478"/>
          <ac:spMkLst>
            <pc:docMk/>
            <pc:sldMk cId="1408878437" sldId="786"/>
            <ac:spMk id="3" creationId="{67E0C64B-A06A-4E6D-84A7-626A62A733EA}"/>
          </ac:spMkLst>
        </pc:spChg>
        <pc:spChg chg="add del mod">
          <ac:chgData name="翟 锐" userId="fef11181f709266a" providerId="LiveId" clId="{9CBAED9C-ABD7-48FD-8455-4711A584ABD3}" dt="2020-10-25T14:15:05.889" v="4290" actId="478"/>
          <ac:spMkLst>
            <pc:docMk/>
            <pc:sldMk cId="1408878437" sldId="786"/>
            <ac:spMk id="7" creationId="{41EB93B4-B6EC-4A0A-A1D0-78EFFC7ED901}"/>
          </ac:spMkLst>
        </pc:spChg>
        <pc:spChg chg="mod">
          <ac:chgData name="翟 锐" userId="fef11181f709266a" providerId="LiveId" clId="{9CBAED9C-ABD7-48FD-8455-4711A584ABD3}" dt="2020-10-25T15:27:38.700" v="4555"/>
          <ac:spMkLst>
            <pc:docMk/>
            <pc:sldMk cId="1408878437" sldId="786"/>
            <ac:spMk id="35" creationId="{00000000-0000-0000-0000-000000000000}"/>
          </ac:spMkLst>
        </pc:spChg>
        <pc:graphicFrameChg chg="add del mod replId">
          <ac:chgData name="翟 锐" userId="fef11181f709266a" providerId="LiveId" clId="{9CBAED9C-ABD7-48FD-8455-4711A584ABD3}" dt="2020-10-25T14:14:33.238" v="4276"/>
          <ac:graphicFrameMkLst>
            <pc:docMk/>
            <pc:sldMk cId="1408878437" sldId="786"/>
            <ac:graphicFrameMk id="4" creationId="{67E0C64B-A06A-4E6D-84A7-626A62A733EA}"/>
          </ac:graphicFrameMkLst>
        </pc:graphicFrameChg>
        <pc:graphicFrameChg chg="add del mod replId">
          <ac:chgData name="翟 锐" userId="fef11181f709266a" providerId="LiveId" clId="{9CBAED9C-ABD7-48FD-8455-4711A584ABD3}" dt="2020-10-25T14:14:50.679" v="4285"/>
          <ac:graphicFrameMkLst>
            <pc:docMk/>
            <pc:sldMk cId="1408878437" sldId="786"/>
            <ac:graphicFrameMk id="8" creationId="{41EB93B4-B6EC-4A0A-A1D0-78EFFC7ED901}"/>
          </ac:graphicFrameMkLst>
        </pc:graphicFrameChg>
      </pc:sldChg>
      <pc:sldChg chg="addSp delSp modSp add mod modAnim">
        <pc:chgData name="翟 锐" userId="fef11181f709266a" providerId="LiveId" clId="{9CBAED9C-ABD7-48FD-8455-4711A584ABD3}" dt="2020-10-25T15:28:06.194" v="4582"/>
        <pc:sldMkLst>
          <pc:docMk/>
          <pc:sldMk cId="4231026013" sldId="787"/>
        </pc:sldMkLst>
        <pc:spChg chg="mod">
          <ac:chgData name="翟 锐" userId="fef11181f709266a" providerId="LiveId" clId="{9CBAED9C-ABD7-48FD-8455-4711A584ABD3}" dt="2020-10-25T15:20:48.413" v="4516" actId="207"/>
          <ac:spMkLst>
            <pc:docMk/>
            <pc:sldMk cId="4231026013" sldId="787"/>
            <ac:spMk id="2" creationId="{1A343DEC-CFF6-41F5-B87C-0DFC08C67B76}"/>
          </ac:spMkLst>
        </pc:spChg>
        <pc:spChg chg="add del mod">
          <ac:chgData name="翟 锐" userId="fef11181f709266a" providerId="LiveId" clId="{9CBAED9C-ABD7-48FD-8455-4711A584ABD3}" dt="2020-10-25T14:16:19.037" v="4357" actId="478"/>
          <ac:spMkLst>
            <pc:docMk/>
            <pc:sldMk cId="4231026013" sldId="787"/>
            <ac:spMk id="3" creationId="{DB62E8A2-6A49-4F5D-94B4-A10CF4F38504}"/>
          </ac:spMkLst>
        </pc:spChg>
        <pc:spChg chg="add del mod">
          <ac:chgData name="翟 锐" userId="fef11181f709266a" providerId="LiveId" clId="{9CBAED9C-ABD7-48FD-8455-4711A584ABD3}" dt="2020-10-25T14:16:32.906" v="4367" actId="33423"/>
          <ac:spMkLst>
            <pc:docMk/>
            <pc:sldMk cId="4231026013" sldId="787"/>
            <ac:spMk id="7" creationId="{BB69FE91-78A5-4D47-AB12-CD83C9F8A39A}"/>
          </ac:spMkLst>
        </pc:spChg>
        <pc:spChg chg="add del mod">
          <ac:chgData name="翟 锐" userId="fef11181f709266a" providerId="LiveId" clId="{9CBAED9C-ABD7-48FD-8455-4711A584ABD3}" dt="2020-10-25T14:17:31.286" v="4386" actId="478"/>
          <ac:spMkLst>
            <pc:docMk/>
            <pc:sldMk cId="4231026013" sldId="787"/>
            <ac:spMk id="8" creationId="{4B989151-25B7-4992-A861-E6C155C96CBC}"/>
          </ac:spMkLst>
        </pc:spChg>
        <pc:spChg chg="mod">
          <ac:chgData name="翟 锐" userId="fef11181f709266a" providerId="LiveId" clId="{9CBAED9C-ABD7-48FD-8455-4711A584ABD3}" dt="2020-10-25T15:28:06.194" v="4582"/>
          <ac:spMkLst>
            <pc:docMk/>
            <pc:sldMk cId="4231026013" sldId="787"/>
            <ac:spMk id="35" creationId="{00000000-0000-0000-0000-000000000000}"/>
          </ac:spMkLst>
        </pc:spChg>
        <pc:graphicFrameChg chg="add del mod replId">
          <ac:chgData name="翟 锐" userId="fef11181f709266a" providerId="LiveId" clId="{9CBAED9C-ABD7-48FD-8455-4711A584ABD3}" dt="2020-10-25T14:16:14.256" v="4354"/>
          <ac:graphicFrameMkLst>
            <pc:docMk/>
            <pc:sldMk cId="4231026013" sldId="787"/>
            <ac:graphicFrameMk id="4" creationId="{DB62E8A2-6A49-4F5D-94B4-A10CF4F38504}"/>
          </ac:graphicFrameMkLst>
        </pc:graphicFrameChg>
        <pc:graphicFrameChg chg="add del mod replId">
          <ac:chgData name="翟 锐" userId="fef11181f709266a" providerId="LiveId" clId="{9CBAED9C-ABD7-48FD-8455-4711A584ABD3}" dt="2020-10-25T14:16:34.225" v="4368" actId="22"/>
          <ac:graphicFrameMkLst>
            <pc:docMk/>
            <pc:sldMk cId="4231026013" sldId="787"/>
            <ac:graphicFrameMk id="7" creationId="{BB69FE91-78A5-4D47-AB12-CD83C9F8A39A}"/>
          </ac:graphicFrameMkLst>
        </pc:graphicFrameChg>
        <pc:graphicFrameChg chg="add del mod replId">
          <ac:chgData name="翟 锐" userId="fef11181f709266a" providerId="LiveId" clId="{9CBAED9C-ABD7-48FD-8455-4711A584ABD3}" dt="2020-10-25T14:16:37.065" v="4371"/>
          <ac:graphicFrameMkLst>
            <pc:docMk/>
            <pc:sldMk cId="4231026013" sldId="787"/>
            <ac:graphicFrameMk id="11" creationId="{4B989151-25B7-4992-A861-E6C155C96CBC}"/>
          </ac:graphicFrameMkLst>
        </pc:graphicFrameChg>
      </pc:sldChg>
      <pc:sldChg chg="addSp delSp modSp add del mod delAnim modAnim">
        <pc:chgData name="翟 锐" userId="fef11181f709266a" providerId="LiveId" clId="{9CBAED9C-ABD7-48FD-8455-4711A584ABD3}" dt="2020-10-25T15:31:02.709" v="4722" actId="47"/>
        <pc:sldMkLst>
          <pc:docMk/>
          <pc:sldMk cId="2715257009" sldId="788"/>
        </pc:sldMkLst>
        <pc:spChg chg="del">
          <ac:chgData name="翟 锐" userId="fef11181f709266a" providerId="LiveId" clId="{9CBAED9C-ABD7-48FD-8455-4711A584ABD3}" dt="2020-10-25T14:17:41.817" v="4388" actId="478"/>
          <ac:spMkLst>
            <pc:docMk/>
            <pc:sldMk cId="2715257009" sldId="788"/>
            <ac:spMk id="2" creationId="{1A343DEC-CFF6-41F5-B87C-0DFC08C67B76}"/>
          </ac:spMkLst>
        </pc:spChg>
        <pc:spChg chg="mod">
          <ac:chgData name="翟 锐" userId="fef11181f709266a" providerId="LiveId" clId="{9CBAED9C-ABD7-48FD-8455-4711A584ABD3}" dt="2020-10-25T14:17:44.766" v="4389"/>
          <ac:spMkLst>
            <pc:docMk/>
            <pc:sldMk cId="2715257009" sldId="788"/>
            <ac:spMk id="7" creationId="{4E1FFAD5-B0CB-4527-A1E0-43EC14E7774B}"/>
          </ac:spMkLst>
        </pc:spChg>
        <pc:spChg chg="mod">
          <ac:chgData name="翟 锐" userId="fef11181f709266a" providerId="LiveId" clId="{9CBAED9C-ABD7-48FD-8455-4711A584ABD3}" dt="2020-10-25T15:28:48.188" v="4625" actId="1076"/>
          <ac:spMkLst>
            <pc:docMk/>
            <pc:sldMk cId="2715257009" sldId="788"/>
            <ac:spMk id="10" creationId="{891378E5-2792-4A78-879E-00D1A664507B}"/>
          </ac:spMkLst>
        </pc:spChg>
        <pc:spChg chg="add mod">
          <ac:chgData name="翟 锐" userId="fef11181f709266a" providerId="LiveId" clId="{9CBAED9C-ABD7-48FD-8455-4711A584ABD3}" dt="2020-10-25T15:29:10.620" v="4659" actId="1076"/>
          <ac:spMkLst>
            <pc:docMk/>
            <pc:sldMk cId="2715257009" sldId="788"/>
            <ac:spMk id="12" creationId="{42F8679E-7052-4EB5-A893-2C9298B074CA}"/>
          </ac:spMkLst>
        </pc:spChg>
        <pc:spChg chg="del">
          <ac:chgData name="翟 锐" userId="fef11181f709266a" providerId="LiveId" clId="{9CBAED9C-ABD7-48FD-8455-4711A584ABD3}" dt="2020-10-25T14:17:47.157" v="4391" actId="478"/>
          <ac:spMkLst>
            <pc:docMk/>
            <pc:sldMk cId="2715257009" sldId="788"/>
            <ac:spMk id="34" creationId="{00000000-0000-0000-0000-000000000000}"/>
          </ac:spMkLst>
        </pc:spChg>
        <pc:spChg chg="del">
          <ac:chgData name="翟 锐" userId="fef11181f709266a" providerId="LiveId" clId="{9CBAED9C-ABD7-48FD-8455-4711A584ABD3}" dt="2020-10-25T14:17:47.157" v="4391" actId="478"/>
          <ac:spMkLst>
            <pc:docMk/>
            <pc:sldMk cId="2715257009" sldId="788"/>
            <ac:spMk id="35" creationId="{00000000-0000-0000-0000-000000000000}"/>
          </ac:spMkLst>
        </pc:spChg>
        <pc:grpChg chg="add del mod">
          <ac:chgData name="翟 锐" userId="fef11181f709266a" providerId="LiveId" clId="{9CBAED9C-ABD7-48FD-8455-4711A584ABD3}" dt="2020-10-25T14:17:45.550" v="4390"/>
          <ac:grpSpMkLst>
            <pc:docMk/>
            <pc:sldMk cId="2715257009" sldId="788"/>
            <ac:grpSpMk id="6" creationId="{15168547-C76C-4200-A1EB-127A47785DFE}"/>
          </ac:grpSpMkLst>
        </pc:grpChg>
        <pc:grpChg chg="add mod">
          <ac:chgData name="翟 锐" userId="fef11181f709266a" providerId="LiveId" clId="{9CBAED9C-ABD7-48FD-8455-4711A584ABD3}" dt="2020-10-25T15:28:48.188" v="4625" actId="1076"/>
          <ac:grpSpMkLst>
            <pc:docMk/>
            <pc:sldMk cId="2715257009" sldId="788"/>
            <ac:grpSpMk id="9" creationId="{0F373B46-A310-42F0-831D-8536C760F8D1}"/>
          </ac:grpSpMkLst>
        </pc:grpChg>
        <pc:picChg chg="mod">
          <ac:chgData name="翟 锐" userId="fef11181f709266a" providerId="LiveId" clId="{9CBAED9C-ABD7-48FD-8455-4711A584ABD3}" dt="2020-10-25T14:17:44.766" v="4389"/>
          <ac:picMkLst>
            <pc:docMk/>
            <pc:sldMk cId="2715257009" sldId="788"/>
            <ac:picMk id="8" creationId="{530823FC-6767-4697-8805-CB30B9BDEFE4}"/>
          </ac:picMkLst>
        </pc:picChg>
        <pc:picChg chg="mod">
          <ac:chgData name="翟 锐" userId="fef11181f709266a" providerId="LiveId" clId="{9CBAED9C-ABD7-48FD-8455-4711A584ABD3}" dt="2020-10-25T15:28:48.188" v="4625" actId="1076"/>
          <ac:picMkLst>
            <pc:docMk/>
            <pc:sldMk cId="2715257009" sldId="788"/>
            <ac:picMk id="11" creationId="{C29AF6D4-5E75-442C-809A-AC6AF278AC7D}"/>
          </ac:picMkLst>
        </pc:picChg>
        <pc:cxnChg chg="del">
          <ac:chgData name="翟 锐" userId="fef11181f709266a" providerId="LiveId" clId="{9CBAED9C-ABD7-48FD-8455-4711A584ABD3}" dt="2020-10-25T14:17:47.157" v="4391" actId="478"/>
          <ac:cxnSpMkLst>
            <pc:docMk/>
            <pc:sldMk cId="2715257009" sldId="788"/>
            <ac:cxnSpMk id="33" creationId="{00000000-0000-0000-0000-000000000000}"/>
          </ac:cxnSpMkLst>
        </pc:cxnChg>
      </pc:sldChg>
      <pc:sldChg chg="addSp delSp modSp add mod modAnim">
        <pc:chgData name="翟 锐" userId="fef11181f709266a" providerId="LiveId" clId="{9CBAED9C-ABD7-48FD-8455-4711A584ABD3}" dt="2020-10-25T15:34:11.261" v="4774" actId="6549"/>
        <pc:sldMkLst>
          <pc:docMk/>
          <pc:sldMk cId="3778991490" sldId="789"/>
        </pc:sldMkLst>
        <pc:spChg chg="mod">
          <ac:chgData name="翟 锐" userId="fef11181f709266a" providerId="LiveId" clId="{9CBAED9C-ABD7-48FD-8455-4711A584ABD3}" dt="2020-10-25T15:34:11.261" v="4774" actId="6549"/>
          <ac:spMkLst>
            <pc:docMk/>
            <pc:sldMk cId="3778991490" sldId="789"/>
            <ac:spMk id="2" creationId="{1A343DEC-CFF6-41F5-B87C-0DFC08C67B76}"/>
          </ac:spMkLst>
        </pc:spChg>
        <pc:spChg chg="add del mod">
          <ac:chgData name="翟 锐" userId="fef11181f709266a" providerId="LiveId" clId="{9CBAED9C-ABD7-48FD-8455-4711A584ABD3}" dt="2020-10-25T14:18:41.802" v="4409" actId="478"/>
          <ac:spMkLst>
            <pc:docMk/>
            <pc:sldMk cId="3778991490" sldId="789"/>
            <ac:spMk id="3" creationId="{E2FC2B7F-FFE9-47B3-960D-8BB064029F9A}"/>
          </ac:spMkLst>
        </pc:spChg>
        <pc:spChg chg="mod">
          <ac:chgData name="翟 锐" userId="fef11181f709266a" providerId="LiveId" clId="{9CBAED9C-ABD7-48FD-8455-4711A584ABD3}" dt="2020-10-25T15:29:24.944" v="4683"/>
          <ac:spMkLst>
            <pc:docMk/>
            <pc:sldMk cId="3778991490" sldId="789"/>
            <ac:spMk id="35" creationId="{00000000-0000-0000-0000-000000000000}"/>
          </ac:spMkLst>
        </pc:spChg>
        <pc:graphicFrameChg chg="add del mod replId">
          <ac:chgData name="翟 锐" userId="fef11181f709266a" providerId="LiveId" clId="{9CBAED9C-ABD7-48FD-8455-4711A584ABD3}" dt="2020-10-25T14:18:38.249" v="4407"/>
          <ac:graphicFrameMkLst>
            <pc:docMk/>
            <pc:sldMk cId="3778991490" sldId="789"/>
            <ac:graphicFrameMk id="4" creationId="{E2FC2B7F-FFE9-47B3-960D-8BB064029F9A}"/>
          </ac:graphicFrameMkLst>
        </pc:graphicFrameChg>
      </pc:sldChg>
      <pc:sldChg chg="addSp delSp modSp add mod">
        <pc:chgData name="翟 锐" userId="fef11181f709266a" providerId="LiveId" clId="{9CBAED9C-ABD7-48FD-8455-4711A584ABD3}" dt="2020-10-25T15:30:01.665" v="4702"/>
        <pc:sldMkLst>
          <pc:docMk/>
          <pc:sldMk cId="2328705005" sldId="790"/>
        </pc:sldMkLst>
        <pc:spChg chg="mod">
          <ac:chgData name="翟 锐" userId="fef11181f709266a" providerId="LiveId" clId="{9CBAED9C-ABD7-48FD-8455-4711A584ABD3}" dt="2020-10-25T14:19:30.711" v="4433" actId="6549"/>
          <ac:spMkLst>
            <pc:docMk/>
            <pc:sldMk cId="2328705005" sldId="790"/>
            <ac:spMk id="2" creationId="{1A343DEC-CFF6-41F5-B87C-0DFC08C67B76}"/>
          </ac:spMkLst>
        </pc:spChg>
        <pc:spChg chg="add del mod">
          <ac:chgData name="翟 锐" userId="fef11181f709266a" providerId="LiveId" clId="{9CBAED9C-ABD7-48FD-8455-4711A584ABD3}" dt="2020-10-25T14:19:27.676" v="4429" actId="478"/>
          <ac:spMkLst>
            <pc:docMk/>
            <pc:sldMk cId="2328705005" sldId="790"/>
            <ac:spMk id="3" creationId="{99AAC506-BA99-4F7A-8D60-3791DBADB315}"/>
          </ac:spMkLst>
        </pc:spChg>
        <pc:spChg chg="mod">
          <ac:chgData name="翟 锐" userId="fef11181f709266a" providerId="LiveId" clId="{9CBAED9C-ABD7-48FD-8455-4711A584ABD3}" dt="2020-10-25T15:30:01.665" v="4702"/>
          <ac:spMkLst>
            <pc:docMk/>
            <pc:sldMk cId="2328705005" sldId="790"/>
            <ac:spMk id="35" creationId="{00000000-0000-0000-0000-000000000000}"/>
          </ac:spMkLst>
        </pc:spChg>
        <pc:graphicFrameChg chg="add del mod replId">
          <ac:chgData name="翟 锐" userId="fef11181f709266a" providerId="LiveId" clId="{9CBAED9C-ABD7-48FD-8455-4711A584ABD3}" dt="2020-10-25T14:19:24.313" v="4427"/>
          <ac:graphicFrameMkLst>
            <pc:docMk/>
            <pc:sldMk cId="2328705005" sldId="790"/>
            <ac:graphicFrameMk id="4" creationId="{99AAC506-BA99-4F7A-8D60-3791DBADB315}"/>
          </ac:graphicFrameMkLst>
        </pc:graphicFrameChg>
      </pc:sldChg>
      <pc:sldChg chg="addSp delSp modSp add mod">
        <pc:chgData name="翟 锐" userId="fef11181f709266a" providerId="LiveId" clId="{9CBAED9C-ABD7-48FD-8455-4711A584ABD3}" dt="2020-10-25T15:30:21.165" v="4716"/>
        <pc:sldMkLst>
          <pc:docMk/>
          <pc:sldMk cId="1689514106" sldId="791"/>
        </pc:sldMkLst>
        <pc:spChg chg="mod">
          <ac:chgData name="翟 锐" userId="fef11181f709266a" providerId="LiveId" clId="{9CBAED9C-ABD7-48FD-8455-4711A584ABD3}" dt="2020-10-25T14:20:11.430" v="4453" actId="6549"/>
          <ac:spMkLst>
            <pc:docMk/>
            <pc:sldMk cId="1689514106" sldId="791"/>
            <ac:spMk id="2" creationId="{1A343DEC-CFF6-41F5-B87C-0DFC08C67B76}"/>
          </ac:spMkLst>
        </pc:spChg>
        <pc:spChg chg="add del mod">
          <ac:chgData name="翟 锐" userId="fef11181f709266a" providerId="LiveId" clId="{9CBAED9C-ABD7-48FD-8455-4711A584ABD3}" dt="2020-10-25T14:19:58.279" v="4443" actId="478"/>
          <ac:spMkLst>
            <pc:docMk/>
            <pc:sldMk cId="1689514106" sldId="791"/>
            <ac:spMk id="3" creationId="{7A4E0D13-348F-4967-8B4F-08342674B27D}"/>
          </ac:spMkLst>
        </pc:spChg>
        <pc:spChg chg="add del mod">
          <ac:chgData name="翟 锐" userId="fef11181f709266a" providerId="LiveId" clId="{9CBAED9C-ABD7-48FD-8455-4711A584ABD3}" dt="2020-10-25T14:20:10.562" v="4452" actId="478"/>
          <ac:spMkLst>
            <pc:docMk/>
            <pc:sldMk cId="1689514106" sldId="791"/>
            <ac:spMk id="7" creationId="{084DEF90-8878-448C-8A24-318D7A9C189B}"/>
          </ac:spMkLst>
        </pc:spChg>
        <pc:spChg chg="mod">
          <ac:chgData name="翟 锐" userId="fef11181f709266a" providerId="LiveId" clId="{9CBAED9C-ABD7-48FD-8455-4711A584ABD3}" dt="2020-10-25T15:30:21.165" v="4716"/>
          <ac:spMkLst>
            <pc:docMk/>
            <pc:sldMk cId="1689514106" sldId="791"/>
            <ac:spMk id="35" creationId="{00000000-0000-0000-0000-000000000000}"/>
          </ac:spMkLst>
        </pc:spChg>
        <pc:graphicFrameChg chg="add del mod replId">
          <ac:chgData name="翟 锐" userId="fef11181f709266a" providerId="LiveId" clId="{9CBAED9C-ABD7-48FD-8455-4711A584ABD3}" dt="2020-10-25T14:19:52.553" v="4440"/>
          <ac:graphicFrameMkLst>
            <pc:docMk/>
            <pc:sldMk cId="1689514106" sldId="791"/>
            <ac:graphicFrameMk id="4" creationId="{7A4E0D13-348F-4967-8B4F-08342674B27D}"/>
          </ac:graphicFrameMkLst>
        </pc:graphicFrameChg>
        <pc:graphicFrameChg chg="add del mod replId">
          <ac:chgData name="翟 锐" userId="fef11181f709266a" providerId="LiveId" clId="{9CBAED9C-ABD7-48FD-8455-4711A584ABD3}" dt="2020-10-25T14:20:06.706" v="4449"/>
          <ac:graphicFrameMkLst>
            <pc:docMk/>
            <pc:sldMk cId="1689514106" sldId="791"/>
            <ac:graphicFrameMk id="8" creationId="{084DEF90-8878-448C-8A24-318D7A9C189B}"/>
          </ac:graphicFrameMkLst>
        </pc:graphicFrameChg>
      </pc:sldChg>
      <pc:sldChg chg="addSp delSp modSp add del mod">
        <pc:chgData name="翟 锐" userId="fef11181f709266a" providerId="LiveId" clId="{9CBAED9C-ABD7-48FD-8455-4711A584ABD3}" dt="2020-10-25T15:32:45.472" v="4750" actId="47"/>
        <pc:sldMkLst>
          <pc:docMk/>
          <pc:sldMk cId="2092281736" sldId="792"/>
        </pc:sldMkLst>
        <pc:spChg chg="mod">
          <ac:chgData name="翟 锐" userId="fef11181f709266a" providerId="LiveId" clId="{9CBAED9C-ABD7-48FD-8455-4711A584ABD3}" dt="2020-10-25T14:20:50.062" v="4473" actId="6549"/>
          <ac:spMkLst>
            <pc:docMk/>
            <pc:sldMk cId="2092281736" sldId="792"/>
            <ac:spMk id="2" creationId="{1A343DEC-CFF6-41F5-B87C-0DFC08C67B76}"/>
          </ac:spMkLst>
        </pc:spChg>
        <pc:spChg chg="add del mod">
          <ac:chgData name="翟 锐" userId="fef11181f709266a" providerId="LiveId" clId="{9CBAED9C-ABD7-48FD-8455-4711A584ABD3}" dt="2020-10-25T14:20:40.195" v="4466" actId="478"/>
          <ac:spMkLst>
            <pc:docMk/>
            <pc:sldMk cId="2092281736" sldId="792"/>
            <ac:spMk id="3" creationId="{05817C63-6104-44D7-A46D-0132087F0E42}"/>
          </ac:spMkLst>
        </pc:spChg>
        <pc:spChg chg="add del mod">
          <ac:chgData name="翟 锐" userId="fef11181f709266a" providerId="LiveId" clId="{9CBAED9C-ABD7-48FD-8455-4711A584ABD3}" dt="2020-10-25T14:20:48.723" v="4472" actId="478"/>
          <ac:spMkLst>
            <pc:docMk/>
            <pc:sldMk cId="2092281736" sldId="792"/>
            <ac:spMk id="7" creationId="{C39ECD28-077D-45E6-BB91-34F582D64130}"/>
          </ac:spMkLst>
        </pc:spChg>
        <pc:spChg chg="mod">
          <ac:chgData name="翟 锐" userId="fef11181f709266a" providerId="LiveId" clId="{9CBAED9C-ABD7-48FD-8455-4711A584ABD3}" dt="2020-10-25T15:30:30.893" v="4717"/>
          <ac:spMkLst>
            <pc:docMk/>
            <pc:sldMk cId="2092281736" sldId="792"/>
            <ac:spMk id="35" creationId="{00000000-0000-0000-0000-000000000000}"/>
          </ac:spMkLst>
        </pc:spChg>
        <pc:graphicFrameChg chg="add del mod replId">
          <ac:chgData name="翟 锐" userId="fef11181f709266a" providerId="LiveId" clId="{9CBAED9C-ABD7-48FD-8455-4711A584ABD3}" dt="2020-10-25T14:20:33.948" v="4461"/>
          <ac:graphicFrameMkLst>
            <pc:docMk/>
            <pc:sldMk cId="2092281736" sldId="792"/>
            <ac:graphicFrameMk id="4" creationId="{05817C63-6104-44D7-A46D-0132087F0E42}"/>
          </ac:graphicFrameMkLst>
        </pc:graphicFrameChg>
        <pc:graphicFrameChg chg="add del mod replId">
          <ac:chgData name="翟 锐" userId="fef11181f709266a" providerId="LiveId" clId="{9CBAED9C-ABD7-48FD-8455-4711A584ABD3}" dt="2020-10-25T14:20:44.777" v="4469"/>
          <ac:graphicFrameMkLst>
            <pc:docMk/>
            <pc:sldMk cId="2092281736" sldId="792"/>
            <ac:graphicFrameMk id="8" creationId="{C39ECD28-077D-45E6-BB91-34F582D64130}"/>
          </ac:graphicFrameMkLst>
        </pc:graphicFrameChg>
      </pc:sldChg>
      <pc:sldChg chg="modSp add mod">
        <pc:chgData name="翟 锐" userId="fef11181f709266a" providerId="LiveId" clId="{9CBAED9C-ABD7-48FD-8455-4711A584ABD3}" dt="2020-10-25T15:34:49.968" v="4792" actId="108"/>
        <pc:sldMkLst>
          <pc:docMk/>
          <pc:sldMk cId="3867660678" sldId="792"/>
        </pc:sldMkLst>
        <pc:spChg chg="mod">
          <ac:chgData name="翟 锐" userId="fef11181f709266a" providerId="LiveId" clId="{9CBAED9C-ABD7-48FD-8455-4711A584ABD3}" dt="2020-10-25T15:34:49.968" v="4792" actId="108"/>
          <ac:spMkLst>
            <pc:docMk/>
            <pc:sldMk cId="3867660678" sldId="792"/>
            <ac:spMk id="2" creationId="{1A343DEC-CFF6-41F5-B87C-0DFC08C67B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2023/10/11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283929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a:p>
        </p:txBody>
      </p:sp>
    </p:spTree>
    <p:extLst>
      <p:ext uri="{BB962C8B-B14F-4D97-AF65-F5344CB8AC3E}">
        <p14:creationId xmlns:p14="http://schemas.microsoft.com/office/powerpoint/2010/main" val="3217037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a:t>
            </a:fld>
            <a:endParaRPr lang="zh-CN" altLang="en-US" sz="1200"/>
          </a:p>
        </p:txBody>
      </p:sp>
    </p:spTree>
    <p:extLst>
      <p:ext uri="{BB962C8B-B14F-4D97-AF65-F5344CB8AC3E}">
        <p14:creationId xmlns:p14="http://schemas.microsoft.com/office/powerpoint/2010/main" val="3591367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extLst>
      <p:ext uri="{BB962C8B-B14F-4D97-AF65-F5344CB8AC3E}">
        <p14:creationId xmlns:p14="http://schemas.microsoft.com/office/powerpoint/2010/main" val="104355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a:t>
            </a:fld>
            <a:endParaRPr lang="zh-CN" altLang="en-US" sz="1200"/>
          </a:p>
        </p:txBody>
      </p:sp>
    </p:spTree>
    <p:extLst>
      <p:ext uri="{BB962C8B-B14F-4D97-AF65-F5344CB8AC3E}">
        <p14:creationId xmlns:p14="http://schemas.microsoft.com/office/powerpoint/2010/main" val="1752071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a:t>
            </a:fld>
            <a:endParaRPr lang="zh-CN" altLang="en-US" sz="1200"/>
          </a:p>
        </p:txBody>
      </p:sp>
    </p:spTree>
    <p:extLst>
      <p:ext uri="{BB962C8B-B14F-4D97-AF65-F5344CB8AC3E}">
        <p14:creationId xmlns:p14="http://schemas.microsoft.com/office/powerpoint/2010/main" val="212367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extLst>
      <p:ext uri="{BB962C8B-B14F-4D97-AF65-F5344CB8AC3E}">
        <p14:creationId xmlns:p14="http://schemas.microsoft.com/office/powerpoint/2010/main" val="2322927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a:t>
            </a:fld>
            <a:endParaRPr lang="zh-CN" altLang="en-US" sz="1200"/>
          </a:p>
        </p:txBody>
      </p:sp>
    </p:spTree>
    <p:extLst>
      <p:ext uri="{BB962C8B-B14F-4D97-AF65-F5344CB8AC3E}">
        <p14:creationId xmlns:p14="http://schemas.microsoft.com/office/powerpoint/2010/main" val="1490111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a:t>
            </a:fld>
            <a:endParaRPr lang="zh-CN" altLang="en-US" sz="1200"/>
          </a:p>
        </p:txBody>
      </p:sp>
    </p:spTree>
    <p:extLst>
      <p:ext uri="{BB962C8B-B14F-4D97-AF65-F5344CB8AC3E}">
        <p14:creationId xmlns:p14="http://schemas.microsoft.com/office/powerpoint/2010/main" val="2681501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a:t>
            </a:fld>
            <a:endParaRPr lang="zh-CN" altLang="en-US" sz="1200"/>
          </a:p>
        </p:txBody>
      </p:sp>
    </p:spTree>
    <p:extLst>
      <p:ext uri="{BB962C8B-B14F-4D97-AF65-F5344CB8AC3E}">
        <p14:creationId xmlns:p14="http://schemas.microsoft.com/office/powerpoint/2010/main" val="2132633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a:t>
            </a:fld>
            <a:endParaRPr lang="zh-CN" altLang="en-US" sz="1200"/>
          </a:p>
        </p:txBody>
      </p:sp>
    </p:spTree>
    <p:extLst>
      <p:ext uri="{BB962C8B-B14F-4D97-AF65-F5344CB8AC3E}">
        <p14:creationId xmlns:p14="http://schemas.microsoft.com/office/powerpoint/2010/main" val="195725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endParaRPr lang="zh-CN" altLang="en-US" dirty="0">
              <a:ea typeface="宋体" panose="02010600030101010101" pitchFamily="2" charset="-122"/>
            </a:endParaRP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a:t>
            </a:fld>
            <a:endParaRPr lang="zh-CN" altLang="en-US" sz="1200"/>
          </a:p>
        </p:txBody>
      </p:sp>
    </p:spTree>
    <p:extLst>
      <p:ext uri="{BB962C8B-B14F-4D97-AF65-F5344CB8AC3E}">
        <p14:creationId xmlns:p14="http://schemas.microsoft.com/office/powerpoint/2010/main" val="2755332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endParaRPr lang="zh-CN" altLang="en-US" dirty="0">
              <a:ea typeface="宋体" panose="02010600030101010101" pitchFamily="2" charset="-122"/>
            </a:endParaRP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a:t>
            </a:fld>
            <a:endParaRPr lang="zh-CN" altLang="en-US" sz="1200"/>
          </a:p>
        </p:txBody>
      </p:sp>
    </p:spTree>
    <p:extLst>
      <p:ext uri="{BB962C8B-B14F-4D97-AF65-F5344CB8AC3E}">
        <p14:creationId xmlns:p14="http://schemas.microsoft.com/office/powerpoint/2010/main" val="141966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endParaRPr lang="zh-CN" altLang="en-US" dirty="0">
              <a:ea typeface="宋体" panose="02010600030101010101" pitchFamily="2" charset="-122"/>
            </a:endParaRP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a:t>
            </a:fld>
            <a:endParaRPr lang="zh-CN" altLang="en-US" sz="1200"/>
          </a:p>
        </p:txBody>
      </p:sp>
    </p:spTree>
    <p:extLst>
      <p:ext uri="{BB962C8B-B14F-4D97-AF65-F5344CB8AC3E}">
        <p14:creationId xmlns:p14="http://schemas.microsoft.com/office/powerpoint/2010/main" val="463146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endParaRPr lang="zh-CN" altLang="en-US" dirty="0">
              <a:ea typeface="宋体" panose="02010600030101010101" pitchFamily="2" charset="-122"/>
            </a:endParaRP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extLst>
      <p:ext uri="{BB962C8B-B14F-4D97-AF65-F5344CB8AC3E}">
        <p14:creationId xmlns:p14="http://schemas.microsoft.com/office/powerpoint/2010/main" val="1902360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en-US" altLang="zh-CN" dirty="0">
                <a:ea typeface="宋体" panose="02010600030101010101" pitchFamily="2" charset="-122"/>
              </a:rPr>
              <a:t>1</a:t>
            </a:r>
            <a:r>
              <a:rPr lang="zh-CN" altLang="en-US" dirty="0">
                <a:ea typeface="宋体" panose="02010600030101010101" pitchFamily="2" charset="-122"/>
              </a:rPr>
              <a:t>、企业特定的生产方式：商业企业管理、工业企业管理等各有不同，因其利用的资源不同，主业不同，产生的效益不同。</a:t>
            </a:r>
          </a:p>
          <a:p>
            <a:pPr eaLnBrk="1" hangingPunct="1"/>
            <a:r>
              <a:rPr lang="en-US" altLang="zh-CN" dirty="0">
                <a:ea typeface="宋体" panose="02010600030101010101" pitchFamily="2" charset="-122"/>
              </a:rPr>
              <a:t>2</a:t>
            </a:r>
            <a:r>
              <a:rPr lang="zh-CN" altLang="en-US" dirty="0">
                <a:ea typeface="宋体" panose="02010600030101010101" pitchFamily="2" charset="-122"/>
              </a:rPr>
              <a:t>、管理具有其自有的方法和工具</a:t>
            </a:r>
          </a:p>
          <a:p>
            <a:pPr eaLnBrk="1" hangingPunct="1"/>
            <a:r>
              <a:rPr lang="en-US" altLang="zh-CN" dirty="0">
                <a:ea typeface="宋体" panose="02010600030101010101" pitchFamily="2" charset="-122"/>
              </a:rPr>
              <a:t>3</a:t>
            </a:r>
            <a:r>
              <a:rPr lang="zh-CN" altLang="en-US" dirty="0">
                <a:ea typeface="宋体" panose="02010600030101010101" pitchFamily="2" charset="-122"/>
              </a:rPr>
              <a:t>、管理的对象：生产各要素</a:t>
            </a:r>
          </a:p>
          <a:p>
            <a:pPr eaLnBrk="1" hangingPunct="1"/>
            <a:r>
              <a:rPr lang="en-US" altLang="zh-CN" dirty="0">
                <a:ea typeface="宋体" panose="02010600030101010101" pitchFamily="2" charset="-122"/>
              </a:rPr>
              <a:t>4</a:t>
            </a:r>
            <a:r>
              <a:rPr lang="zh-CN" altLang="en-US" dirty="0">
                <a:ea typeface="宋体" panose="02010600030101010101" pitchFamily="2" charset="-122"/>
              </a:rPr>
              <a:t>、管理的过程：反馈过程</a:t>
            </a:r>
          </a:p>
          <a:p>
            <a:pPr eaLnBrk="1" hangingPunct="1"/>
            <a:r>
              <a:rPr lang="en-US" altLang="zh-CN" dirty="0">
                <a:ea typeface="宋体" panose="02010600030101010101" pitchFamily="2" charset="-122"/>
              </a:rPr>
              <a:t>5</a:t>
            </a:r>
            <a:r>
              <a:rPr lang="zh-CN" altLang="en-US" dirty="0">
                <a:ea typeface="宋体" panose="02010600030101010101" pitchFamily="2" charset="-122"/>
              </a:rPr>
              <a:t>、管理的目标：利润最大化，企业价值最大化</a:t>
            </a: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extLst>
      <p:ext uri="{BB962C8B-B14F-4D97-AF65-F5344CB8AC3E}">
        <p14:creationId xmlns:p14="http://schemas.microsoft.com/office/powerpoint/2010/main" val="3476100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en-US" altLang="zh-CN" dirty="0">
                <a:ea typeface="宋体" panose="02010600030101010101" pitchFamily="2" charset="-122"/>
              </a:rPr>
              <a:t>1</a:t>
            </a:r>
            <a:r>
              <a:rPr lang="zh-CN" altLang="en-US" dirty="0">
                <a:ea typeface="宋体" panose="02010600030101010101" pitchFamily="2" charset="-122"/>
              </a:rPr>
              <a:t>、企业特定的生产方式：商业企业管理、工业企业管理等各有不同，因其利用的资源不同，主业不同，产生的效益不同。</a:t>
            </a:r>
          </a:p>
          <a:p>
            <a:pPr eaLnBrk="1" hangingPunct="1"/>
            <a:r>
              <a:rPr lang="en-US" altLang="zh-CN" dirty="0">
                <a:ea typeface="宋体" panose="02010600030101010101" pitchFamily="2" charset="-122"/>
              </a:rPr>
              <a:t>2</a:t>
            </a:r>
            <a:r>
              <a:rPr lang="zh-CN" altLang="en-US" dirty="0">
                <a:ea typeface="宋体" panose="02010600030101010101" pitchFamily="2" charset="-122"/>
              </a:rPr>
              <a:t>、管理具有其自有的方法和工具</a:t>
            </a:r>
          </a:p>
          <a:p>
            <a:pPr eaLnBrk="1" hangingPunct="1"/>
            <a:r>
              <a:rPr lang="en-US" altLang="zh-CN" dirty="0">
                <a:ea typeface="宋体" panose="02010600030101010101" pitchFamily="2" charset="-122"/>
              </a:rPr>
              <a:t>3</a:t>
            </a:r>
            <a:r>
              <a:rPr lang="zh-CN" altLang="en-US" dirty="0">
                <a:ea typeface="宋体" panose="02010600030101010101" pitchFamily="2" charset="-122"/>
              </a:rPr>
              <a:t>、管理的对象：生产各要素</a:t>
            </a:r>
          </a:p>
          <a:p>
            <a:pPr eaLnBrk="1" hangingPunct="1"/>
            <a:r>
              <a:rPr lang="en-US" altLang="zh-CN" dirty="0">
                <a:ea typeface="宋体" panose="02010600030101010101" pitchFamily="2" charset="-122"/>
              </a:rPr>
              <a:t>4</a:t>
            </a:r>
            <a:r>
              <a:rPr lang="zh-CN" altLang="en-US" dirty="0">
                <a:ea typeface="宋体" panose="02010600030101010101" pitchFamily="2" charset="-122"/>
              </a:rPr>
              <a:t>、管理的过程：反馈过程</a:t>
            </a:r>
          </a:p>
          <a:p>
            <a:pPr eaLnBrk="1" hangingPunct="1"/>
            <a:r>
              <a:rPr lang="en-US" altLang="zh-CN" dirty="0">
                <a:ea typeface="宋体" panose="02010600030101010101" pitchFamily="2" charset="-122"/>
              </a:rPr>
              <a:t>5</a:t>
            </a:r>
            <a:r>
              <a:rPr lang="zh-CN" altLang="en-US" dirty="0">
                <a:ea typeface="宋体" panose="02010600030101010101" pitchFamily="2" charset="-122"/>
              </a:rPr>
              <a:t>、管理的目标：利润最大化，企业价值最大化</a:t>
            </a: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a:t>
            </a:fld>
            <a:endParaRPr lang="zh-CN" altLang="en-US" sz="1200"/>
          </a:p>
        </p:txBody>
      </p:sp>
    </p:spTree>
    <p:extLst>
      <p:ext uri="{BB962C8B-B14F-4D97-AF65-F5344CB8AC3E}">
        <p14:creationId xmlns:p14="http://schemas.microsoft.com/office/powerpoint/2010/main" val="3147285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en-US" altLang="zh-CN" dirty="0">
                <a:ea typeface="宋体" panose="02010600030101010101" pitchFamily="2" charset="-122"/>
              </a:rPr>
              <a:t>1</a:t>
            </a:r>
            <a:r>
              <a:rPr lang="zh-CN" altLang="en-US" dirty="0">
                <a:ea typeface="宋体" panose="02010600030101010101" pitchFamily="2" charset="-122"/>
              </a:rPr>
              <a:t>、企业特定的生产方式：商业企业管理、工业企业管理等各有不同，因其利用的资源不同，主业不同，产生的效益不同。</a:t>
            </a:r>
          </a:p>
          <a:p>
            <a:pPr eaLnBrk="1" hangingPunct="1"/>
            <a:r>
              <a:rPr lang="en-US" altLang="zh-CN" dirty="0">
                <a:ea typeface="宋体" panose="02010600030101010101" pitchFamily="2" charset="-122"/>
              </a:rPr>
              <a:t>2</a:t>
            </a:r>
            <a:r>
              <a:rPr lang="zh-CN" altLang="en-US" dirty="0">
                <a:ea typeface="宋体" panose="02010600030101010101" pitchFamily="2" charset="-122"/>
              </a:rPr>
              <a:t>、管理具有其自有的方法和工具</a:t>
            </a:r>
          </a:p>
          <a:p>
            <a:pPr eaLnBrk="1" hangingPunct="1"/>
            <a:r>
              <a:rPr lang="en-US" altLang="zh-CN" dirty="0">
                <a:ea typeface="宋体" panose="02010600030101010101" pitchFamily="2" charset="-122"/>
              </a:rPr>
              <a:t>3</a:t>
            </a:r>
            <a:r>
              <a:rPr lang="zh-CN" altLang="en-US" dirty="0">
                <a:ea typeface="宋体" panose="02010600030101010101" pitchFamily="2" charset="-122"/>
              </a:rPr>
              <a:t>、管理的对象：生产各要素</a:t>
            </a:r>
          </a:p>
          <a:p>
            <a:pPr eaLnBrk="1" hangingPunct="1"/>
            <a:r>
              <a:rPr lang="en-US" altLang="zh-CN" dirty="0">
                <a:ea typeface="宋体" panose="02010600030101010101" pitchFamily="2" charset="-122"/>
              </a:rPr>
              <a:t>4</a:t>
            </a:r>
            <a:r>
              <a:rPr lang="zh-CN" altLang="en-US" dirty="0">
                <a:ea typeface="宋体" panose="02010600030101010101" pitchFamily="2" charset="-122"/>
              </a:rPr>
              <a:t>、管理的过程：反馈过程</a:t>
            </a:r>
          </a:p>
          <a:p>
            <a:pPr eaLnBrk="1" hangingPunct="1"/>
            <a:r>
              <a:rPr lang="en-US" altLang="zh-CN" dirty="0">
                <a:ea typeface="宋体" panose="02010600030101010101" pitchFamily="2" charset="-122"/>
              </a:rPr>
              <a:t>5</a:t>
            </a:r>
            <a:r>
              <a:rPr lang="zh-CN" altLang="en-US" dirty="0">
                <a:ea typeface="宋体" panose="02010600030101010101" pitchFamily="2" charset="-122"/>
              </a:rPr>
              <a:t>、管理的目标：利润最大化，企业价值最大化</a:t>
            </a: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extLst>
      <p:ext uri="{BB962C8B-B14F-4D97-AF65-F5344CB8AC3E}">
        <p14:creationId xmlns:p14="http://schemas.microsoft.com/office/powerpoint/2010/main" val="2351581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pPr eaLnBrk="1" hangingPunct="1"/>
            <a:r>
              <a:rPr lang="en-US" altLang="zh-CN" dirty="0">
                <a:ea typeface="宋体" panose="02010600030101010101" pitchFamily="2" charset="-122"/>
              </a:rPr>
              <a:t>1</a:t>
            </a:r>
            <a:r>
              <a:rPr lang="zh-CN" altLang="en-US" dirty="0">
                <a:ea typeface="宋体" panose="02010600030101010101" pitchFamily="2" charset="-122"/>
              </a:rPr>
              <a:t>、企业特定的生产方式：商业企业管理、工业企业管理等各有不同，因其利用的资源不同，主业不同，产生的效益不同。</a:t>
            </a:r>
          </a:p>
          <a:p>
            <a:pPr eaLnBrk="1" hangingPunct="1"/>
            <a:r>
              <a:rPr lang="en-US" altLang="zh-CN" dirty="0">
                <a:ea typeface="宋体" panose="02010600030101010101" pitchFamily="2" charset="-122"/>
              </a:rPr>
              <a:t>2</a:t>
            </a:r>
            <a:r>
              <a:rPr lang="zh-CN" altLang="en-US" dirty="0">
                <a:ea typeface="宋体" panose="02010600030101010101" pitchFamily="2" charset="-122"/>
              </a:rPr>
              <a:t>、管理具有其自有的方法和工具</a:t>
            </a:r>
          </a:p>
          <a:p>
            <a:pPr eaLnBrk="1" hangingPunct="1"/>
            <a:r>
              <a:rPr lang="en-US" altLang="zh-CN" dirty="0">
                <a:ea typeface="宋体" panose="02010600030101010101" pitchFamily="2" charset="-122"/>
              </a:rPr>
              <a:t>3</a:t>
            </a:r>
            <a:r>
              <a:rPr lang="zh-CN" altLang="en-US" dirty="0">
                <a:ea typeface="宋体" panose="02010600030101010101" pitchFamily="2" charset="-122"/>
              </a:rPr>
              <a:t>、管理的对象：生产各要素</a:t>
            </a:r>
          </a:p>
          <a:p>
            <a:pPr eaLnBrk="1" hangingPunct="1"/>
            <a:r>
              <a:rPr lang="en-US" altLang="zh-CN" dirty="0">
                <a:ea typeface="宋体" panose="02010600030101010101" pitchFamily="2" charset="-122"/>
              </a:rPr>
              <a:t>4</a:t>
            </a:r>
            <a:r>
              <a:rPr lang="zh-CN" altLang="en-US" dirty="0">
                <a:ea typeface="宋体" panose="02010600030101010101" pitchFamily="2" charset="-122"/>
              </a:rPr>
              <a:t>、管理的过程：反馈过程</a:t>
            </a:r>
          </a:p>
          <a:p>
            <a:pPr eaLnBrk="1" hangingPunct="1"/>
            <a:r>
              <a:rPr lang="en-US" altLang="zh-CN" dirty="0">
                <a:ea typeface="宋体" panose="02010600030101010101" pitchFamily="2" charset="-122"/>
              </a:rPr>
              <a:t>5</a:t>
            </a:r>
            <a:r>
              <a:rPr lang="zh-CN" altLang="en-US" dirty="0">
                <a:ea typeface="宋体" panose="02010600030101010101" pitchFamily="2" charset="-122"/>
              </a:rPr>
              <a:t>、管理的目标：利润最大化，企业价值最大化</a:t>
            </a:r>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a:t>
            </a:fld>
            <a:endParaRPr lang="zh-CN" altLang="en-US" sz="1200"/>
          </a:p>
        </p:txBody>
      </p:sp>
    </p:spTree>
    <p:extLst>
      <p:ext uri="{BB962C8B-B14F-4D97-AF65-F5344CB8AC3E}">
        <p14:creationId xmlns:p14="http://schemas.microsoft.com/office/powerpoint/2010/main" val="2674394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a:t>
            </a:fld>
            <a:endParaRPr lang="zh-CN" altLang="en-US" sz="1200"/>
          </a:p>
        </p:txBody>
      </p:sp>
    </p:spTree>
    <p:extLst>
      <p:ext uri="{BB962C8B-B14F-4D97-AF65-F5344CB8AC3E}">
        <p14:creationId xmlns:p14="http://schemas.microsoft.com/office/powerpoint/2010/main" val="713791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a:t>
            </a:fld>
            <a:endParaRPr lang="zh-CN" altLang="en-US" sz="1200"/>
          </a:p>
        </p:txBody>
      </p:sp>
    </p:spTree>
    <p:extLst>
      <p:ext uri="{BB962C8B-B14F-4D97-AF65-F5344CB8AC3E}">
        <p14:creationId xmlns:p14="http://schemas.microsoft.com/office/powerpoint/2010/main" val="244249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1553515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1027408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3491674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4085752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37352770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26</a:t>
            </a:fld>
            <a:endParaRPr lang="zh-CN" altLang="en-US" sz="1200"/>
          </a:p>
        </p:txBody>
      </p:sp>
    </p:spTree>
    <p:extLst>
      <p:ext uri="{BB962C8B-B14F-4D97-AF65-F5344CB8AC3E}">
        <p14:creationId xmlns:p14="http://schemas.microsoft.com/office/powerpoint/2010/main" val="42011573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35197285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28</a:t>
            </a:fld>
            <a:endParaRPr lang="zh-CN" altLang="en-US" sz="1200"/>
          </a:p>
        </p:txBody>
      </p:sp>
    </p:spTree>
    <p:extLst>
      <p:ext uri="{BB962C8B-B14F-4D97-AF65-F5344CB8AC3E}">
        <p14:creationId xmlns:p14="http://schemas.microsoft.com/office/powerpoint/2010/main" val="2696293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29</a:t>
            </a:fld>
            <a:endParaRPr lang="zh-CN" altLang="en-US" sz="1200"/>
          </a:p>
        </p:txBody>
      </p:sp>
    </p:spTree>
    <p:extLst>
      <p:ext uri="{BB962C8B-B14F-4D97-AF65-F5344CB8AC3E}">
        <p14:creationId xmlns:p14="http://schemas.microsoft.com/office/powerpoint/2010/main" val="4185916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30</a:t>
            </a:fld>
            <a:endParaRPr lang="zh-CN" altLang="en-US" sz="1200"/>
          </a:p>
        </p:txBody>
      </p:sp>
    </p:spTree>
    <p:extLst>
      <p:ext uri="{BB962C8B-B14F-4D97-AF65-F5344CB8AC3E}">
        <p14:creationId xmlns:p14="http://schemas.microsoft.com/office/powerpoint/2010/main" val="12346413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31</a:t>
            </a:fld>
            <a:endParaRPr lang="zh-CN" altLang="en-US" sz="1200"/>
          </a:p>
        </p:txBody>
      </p:sp>
    </p:spTree>
    <p:extLst>
      <p:ext uri="{BB962C8B-B14F-4D97-AF65-F5344CB8AC3E}">
        <p14:creationId xmlns:p14="http://schemas.microsoft.com/office/powerpoint/2010/main" val="13669474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32</a:t>
            </a:fld>
            <a:endParaRPr lang="zh-CN" altLang="en-US" sz="1200"/>
          </a:p>
        </p:txBody>
      </p:sp>
    </p:spTree>
    <p:extLst>
      <p:ext uri="{BB962C8B-B14F-4D97-AF65-F5344CB8AC3E}">
        <p14:creationId xmlns:p14="http://schemas.microsoft.com/office/powerpoint/2010/main" val="3013718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34</a:t>
            </a:fld>
            <a:endParaRPr lang="zh-CN" altLang="en-US" sz="1200"/>
          </a:p>
        </p:txBody>
      </p:sp>
    </p:spTree>
    <p:extLst>
      <p:ext uri="{BB962C8B-B14F-4D97-AF65-F5344CB8AC3E}">
        <p14:creationId xmlns:p14="http://schemas.microsoft.com/office/powerpoint/2010/main" val="1974073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35</a:t>
            </a:fld>
            <a:endParaRPr lang="zh-CN" altLang="en-US" sz="1200"/>
          </a:p>
        </p:txBody>
      </p:sp>
    </p:spTree>
    <p:extLst>
      <p:ext uri="{BB962C8B-B14F-4D97-AF65-F5344CB8AC3E}">
        <p14:creationId xmlns:p14="http://schemas.microsoft.com/office/powerpoint/2010/main" val="2285893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36</a:t>
            </a:fld>
            <a:endParaRPr lang="zh-CN" altLang="en-US" sz="1200"/>
          </a:p>
        </p:txBody>
      </p:sp>
    </p:spTree>
    <p:extLst>
      <p:ext uri="{BB962C8B-B14F-4D97-AF65-F5344CB8AC3E}">
        <p14:creationId xmlns:p14="http://schemas.microsoft.com/office/powerpoint/2010/main" val="24008485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37</a:t>
            </a:fld>
            <a:endParaRPr lang="zh-CN" altLang="en-US" sz="1200"/>
          </a:p>
        </p:txBody>
      </p:sp>
    </p:spTree>
    <p:extLst>
      <p:ext uri="{BB962C8B-B14F-4D97-AF65-F5344CB8AC3E}">
        <p14:creationId xmlns:p14="http://schemas.microsoft.com/office/powerpoint/2010/main" val="4103439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38</a:t>
            </a:fld>
            <a:endParaRPr lang="zh-CN" altLang="en-US" sz="1200"/>
          </a:p>
        </p:txBody>
      </p:sp>
    </p:spTree>
    <p:extLst>
      <p:ext uri="{BB962C8B-B14F-4D97-AF65-F5344CB8AC3E}">
        <p14:creationId xmlns:p14="http://schemas.microsoft.com/office/powerpoint/2010/main" val="25710150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39</a:t>
            </a:fld>
            <a:endParaRPr lang="zh-CN" altLang="en-US" sz="1200"/>
          </a:p>
        </p:txBody>
      </p:sp>
    </p:spTree>
    <p:extLst>
      <p:ext uri="{BB962C8B-B14F-4D97-AF65-F5344CB8AC3E}">
        <p14:creationId xmlns:p14="http://schemas.microsoft.com/office/powerpoint/2010/main" val="27362537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40</a:t>
            </a:fld>
            <a:endParaRPr lang="zh-CN" altLang="en-US" sz="1200"/>
          </a:p>
        </p:txBody>
      </p:sp>
    </p:spTree>
    <p:extLst>
      <p:ext uri="{BB962C8B-B14F-4D97-AF65-F5344CB8AC3E}">
        <p14:creationId xmlns:p14="http://schemas.microsoft.com/office/powerpoint/2010/main" val="6399543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41</a:t>
            </a:fld>
            <a:endParaRPr lang="zh-CN" altLang="en-US" sz="1200"/>
          </a:p>
        </p:txBody>
      </p:sp>
    </p:spTree>
    <p:extLst>
      <p:ext uri="{BB962C8B-B14F-4D97-AF65-F5344CB8AC3E}">
        <p14:creationId xmlns:p14="http://schemas.microsoft.com/office/powerpoint/2010/main" val="37227322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42</a:t>
            </a:fld>
            <a:endParaRPr lang="zh-CN" altLang="en-US" sz="1200"/>
          </a:p>
        </p:txBody>
      </p:sp>
    </p:spTree>
    <p:extLst>
      <p:ext uri="{BB962C8B-B14F-4D97-AF65-F5344CB8AC3E}">
        <p14:creationId xmlns:p14="http://schemas.microsoft.com/office/powerpoint/2010/main" val="4162885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43</a:t>
            </a:fld>
            <a:endParaRPr lang="zh-CN" altLang="en-US" sz="1200"/>
          </a:p>
        </p:txBody>
      </p:sp>
    </p:spTree>
    <p:extLst>
      <p:ext uri="{BB962C8B-B14F-4D97-AF65-F5344CB8AC3E}">
        <p14:creationId xmlns:p14="http://schemas.microsoft.com/office/powerpoint/2010/main" val="2303786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44</a:t>
            </a:fld>
            <a:endParaRPr lang="zh-CN" altLang="en-US" sz="1200"/>
          </a:p>
        </p:txBody>
      </p:sp>
    </p:spTree>
    <p:extLst>
      <p:ext uri="{BB962C8B-B14F-4D97-AF65-F5344CB8AC3E}">
        <p14:creationId xmlns:p14="http://schemas.microsoft.com/office/powerpoint/2010/main" val="22426943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45</a:t>
            </a:fld>
            <a:endParaRPr lang="zh-CN" altLang="en-US" sz="1200"/>
          </a:p>
        </p:txBody>
      </p:sp>
    </p:spTree>
    <p:extLst>
      <p:ext uri="{BB962C8B-B14F-4D97-AF65-F5344CB8AC3E}">
        <p14:creationId xmlns:p14="http://schemas.microsoft.com/office/powerpoint/2010/main" val="538748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46</a:t>
            </a:fld>
            <a:endParaRPr lang="zh-CN" altLang="en-US" sz="1200"/>
          </a:p>
        </p:txBody>
      </p:sp>
    </p:spTree>
    <p:extLst>
      <p:ext uri="{BB962C8B-B14F-4D97-AF65-F5344CB8AC3E}">
        <p14:creationId xmlns:p14="http://schemas.microsoft.com/office/powerpoint/2010/main" val="26555236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47</a:t>
            </a:fld>
            <a:endParaRPr lang="zh-CN" altLang="en-US" sz="1200"/>
          </a:p>
        </p:txBody>
      </p:sp>
    </p:spTree>
    <p:extLst>
      <p:ext uri="{BB962C8B-B14F-4D97-AF65-F5344CB8AC3E}">
        <p14:creationId xmlns:p14="http://schemas.microsoft.com/office/powerpoint/2010/main" val="18450427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48</a:t>
            </a:fld>
            <a:endParaRPr lang="zh-CN" altLang="en-US" sz="1200"/>
          </a:p>
        </p:txBody>
      </p:sp>
    </p:spTree>
    <p:extLst>
      <p:ext uri="{BB962C8B-B14F-4D97-AF65-F5344CB8AC3E}">
        <p14:creationId xmlns:p14="http://schemas.microsoft.com/office/powerpoint/2010/main" val="4451416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49</a:t>
            </a:fld>
            <a:endParaRPr lang="zh-CN" altLang="en-US" sz="1200"/>
          </a:p>
        </p:txBody>
      </p:sp>
    </p:spTree>
    <p:extLst>
      <p:ext uri="{BB962C8B-B14F-4D97-AF65-F5344CB8AC3E}">
        <p14:creationId xmlns:p14="http://schemas.microsoft.com/office/powerpoint/2010/main" val="3127949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50</a:t>
            </a:fld>
            <a:endParaRPr lang="zh-CN" altLang="en-US" sz="1200"/>
          </a:p>
        </p:txBody>
      </p:sp>
    </p:spTree>
    <p:extLst>
      <p:ext uri="{BB962C8B-B14F-4D97-AF65-F5344CB8AC3E}">
        <p14:creationId xmlns:p14="http://schemas.microsoft.com/office/powerpoint/2010/main" val="41730174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51</a:t>
            </a:fld>
            <a:endParaRPr lang="zh-CN" altLang="en-US" sz="1200"/>
          </a:p>
        </p:txBody>
      </p:sp>
    </p:spTree>
    <p:extLst>
      <p:ext uri="{BB962C8B-B14F-4D97-AF65-F5344CB8AC3E}">
        <p14:creationId xmlns:p14="http://schemas.microsoft.com/office/powerpoint/2010/main" val="26113909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52</a:t>
            </a:fld>
            <a:endParaRPr lang="zh-CN" altLang="en-US" sz="1200"/>
          </a:p>
        </p:txBody>
      </p:sp>
    </p:spTree>
    <p:extLst>
      <p:ext uri="{BB962C8B-B14F-4D97-AF65-F5344CB8AC3E}">
        <p14:creationId xmlns:p14="http://schemas.microsoft.com/office/powerpoint/2010/main" val="7828650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53</a:t>
            </a:fld>
            <a:endParaRPr lang="zh-CN" altLang="en-US" sz="1200"/>
          </a:p>
        </p:txBody>
      </p:sp>
    </p:spTree>
    <p:extLst>
      <p:ext uri="{BB962C8B-B14F-4D97-AF65-F5344CB8AC3E}">
        <p14:creationId xmlns:p14="http://schemas.microsoft.com/office/powerpoint/2010/main" val="34841820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54</a:t>
            </a:fld>
            <a:endParaRPr lang="zh-CN" altLang="en-US" sz="1200"/>
          </a:p>
        </p:txBody>
      </p:sp>
    </p:spTree>
    <p:extLst>
      <p:ext uri="{BB962C8B-B14F-4D97-AF65-F5344CB8AC3E}">
        <p14:creationId xmlns:p14="http://schemas.microsoft.com/office/powerpoint/2010/main" val="38498513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55</a:t>
            </a:fld>
            <a:endParaRPr lang="zh-CN" altLang="en-US" sz="1200"/>
          </a:p>
        </p:txBody>
      </p:sp>
    </p:spTree>
    <p:extLst>
      <p:ext uri="{BB962C8B-B14F-4D97-AF65-F5344CB8AC3E}">
        <p14:creationId xmlns:p14="http://schemas.microsoft.com/office/powerpoint/2010/main" val="1139938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56</a:t>
            </a:fld>
            <a:endParaRPr lang="zh-CN" altLang="en-US" sz="1200"/>
          </a:p>
        </p:txBody>
      </p:sp>
    </p:spTree>
    <p:extLst>
      <p:ext uri="{BB962C8B-B14F-4D97-AF65-F5344CB8AC3E}">
        <p14:creationId xmlns:p14="http://schemas.microsoft.com/office/powerpoint/2010/main" val="415891508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57</a:t>
            </a:fld>
            <a:endParaRPr lang="zh-CN" altLang="en-US" sz="1200"/>
          </a:p>
        </p:txBody>
      </p:sp>
    </p:spTree>
    <p:extLst>
      <p:ext uri="{BB962C8B-B14F-4D97-AF65-F5344CB8AC3E}">
        <p14:creationId xmlns:p14="http://schemas.microsoft.com/office/powerpoint/2010/main" val="33912180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58</a:t>
            </a:fld>
            <a:endParaRPr lang="zh-CN" altLang="en-US" sz="1200"/>
          </a:p>
        </p:txBody>
      </p:sp>
    </p:spTree>
    <p:extLst>
      <p:ext uri="{BB962C8B-B14F-4D97-AF65-F5344CB8AC3E}">
        <p14:creationId xmlns:p14="http://schemas.microsoft.com/office/powerpoint/2010/main" val="14755591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59</a:t>
            </a:fld>
            <a:endParaRPr lang="zh-CN" altLang="en-US" sz="1200"/>
          </a:p>
        </p:txBody>
      </p:sp>
    </p:spTree>
    <p:extLst>
      <p:ext uri="{BB962C8B-B14F-4D97-AF65-F5344CB8AC3E}">
        <p14:creationId xmlns:p14="http://schemas.microsoft.com/office/powerpoint/2010/main" val="31388336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60</a:t>
            </a:fld>
            <a:endParaRPr lang="zh-CN" altLang="en-US" sz="1200"/>
          </a:p>
        </p:txBody>
      </p:sp>
    </p:spTree>
    <p:extLst>
      <p:ext uri="{BB962C8B-B14F-4D97-AF65-F5344CB8AC3E}">
        <p14:creationId xmlns:p14="http://schemas.microsoft.com/office/powerpoint/2010/main" val="56857941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61</a:t>
            </a:fld>
            <a:endParaRPr lang="zh-CN" altLang="en-US" sz="1200"/>
          </a:p>
        </p:txBody>
      </p:sp>
    </p:spTree>
    <p:extLst>
      <p:ext uri="{BB962C8B-B14F-4D97-AF65-F5344CB8AC3E}">
        <p14:creationId xmlns:p14="http://schemas.microsoft.com/office/powerpoint/2010/main" val="29094602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62</a:t>
            </a:fld>
            <a:endParaRPr lang="zh-CN" altLang="en-US" sz="1200"/>
          </a:p>
        </p:txBody>
      </p:sp>
    </p:spTree>
    <p:extLst>
      <p:ext uri="{BB962C8B-B14F-4D97-AF65-F5344CB8AC3E}">
        <p14:creationId xmlns:p14="http://schemas.microsoft.com/office/powerpoint/2010/main" val="14856676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968850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64</a:t>
            </a:fld>
            <a:endParaRPr lang="zh-CN" altLang="en-US" sz="1200"/>
          </a:p>
        </p:txBody>
      </p:sp>
    </p:spTree>
    <p:extLst>
      <p:ext uri="{BB962C8B-B14F-4D97-AF65-F5344CB8AC3E}">
        <p14:creationId xmlns:p14="http://schemas.microsoft.com/office/powerpoint/2010/main" val="16135263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637700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631282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184480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938948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73575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683135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488891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278466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648223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403691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6542764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297955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368478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78</a:t>
            </a:fld>
            <a:endParaRPr lang="zh-CN" altLang="en-US" sz="1200"/>
          </a:p>
        </p:txBody>
      </p:sp>
    </p:spTree>
    <p:extLst>
      <p:ext uri="{BB962C8B-B14F-4D97-AF65-F5344CB8AC3E}">
        <p14:creationId xmlns:p14="http://schemas.microsoft.com/office/powerpoint/2010/main" val="22138275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79</a:t>
            </a:fld>
            <a:endParaRPr lang="zh-CN" altLang="en-US" sz="1200"/>
          </a:p>
        </p:txBody>
      </p:sp>
    </p:spTree>
    <p:extLst>
      <p:ext uri="{BB962C8B-B14F-4D97-AF65-F5344CB8AC3E}">
        <p14:creationId xmlns:p14="http://schemas.microsoft.com/office/powerpoint/2010/main" val="11728169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80</a:t>
            </a:fld>
            <a:endParaRPr lang="zh-CN" altLang="en-US" sz="1200"/>
          </a:p>
        </p:txBody>
      </p:sp>
    </p:spTree>
    <p:extLst>
      <p:ext uri="{BB962C8B-B14F-4D97-AF65-F5344CB8AC3E}">
        <p14:creationId xmlns:p14="http://schemas.microsoft.com/office/powerpoint/2010/main" val="22083351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81</a:t>
            </a:fld>
            <a:endParaRPr lang="zh-CN" altLang="en-US" sz="1200"/>
          </a:p>
        </p:txBody>
      </p:sp>
    </p:spTree>
    <p:extLst>
      <p:ext uri="{BB962C8B-B14F-4D97-AF65-F5344CB8AC3E}">
        <p14:creationId xmlns:p14="http://schemas.microsoft.com/office/powerpoint/2010/main" val="11505274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82</a:t>
            </a:fld>
            <a:endParaRPr lang="zh-CN" altLang="en-US" sz="1200"/>
          </a:p>
        </p:txBody>
      </p:sp>
    </p:spTree>
    <p:extLst>
      <p:ext uri="{BB962C8B-B14F-4D97-AF65-F5344CB8AC3E}">
        <p14:creationId xmlns:p14="http://schemas.microsoft.com/office/powerpoint/2010/main" val="186642834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83</a:t>
            </a:fld>
            <a:endParaRPr lang="zh-CN" altLang="en-US" sz="1200"/>
          </a:p>
        </p:txBody>
      </p:sp>
    </p:spTree>
    <p:extLst>
      <p:ext uri="{BB962C8B-B14F-4D97-AF65-F5344CB8AC3E}">
        <p14:creationId xmlns:p14="http://schemas.microsoft.com/office/powerpoint/2010/main" val="24194974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84</a:t>
            </a:fld>
            <a:endParaRPr lang="zh-CN" altLang="en-US" sz="1200"/>
          </a:p>
        </p:txBody>
      </p:sp>
    </p:spTree>
    <p:extLst>
      <p:ext uri="{BB962C8B-B14F-4D97-AF65-F5344CB8AC3E}">
        <p14:creationId xmlns:p14="http://schemas.microsoft.com/office/powerpoint/2010/main" val="358670315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85</a:t>
            </a:fld>
            <a:endParaRPr lang="zh-CN" altLang="en-US" sz="1200"/>
          </a:p>
        </p:txBody>
      </p:sp>
    </p:spTree>
    <p:extLst>
      <p:ext uri="{BB962C8B-B14F-4D97-AF65-F5344CB8AC3E}">
        <p14:creationId xmlns:p14="http://schemas.microsoft.com/office/powerpoint/2010/main" val="25846900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86</a:t>
            </a:fld>
            <a:endParaRPr lang="zh-CN" altLang="en-US" sz="1200"/>
          </a:p>
        </p:txBody>
      </p:sp>
    </p:spTree>
    <p:extLst>
      <p:ext uri="{BB962C8B-B14F-4D97-AF65-F5344CB8AC3E}">
        <p14:creationId xmlns:p14="http://schemas.microsoft.com/office/powerpoint/2010/main" val="101776294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322528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88</a:t>
            </a:fld>
            <a:endParaRPr lang="zh-CN" altLang="en-US" sz="1200"/>
          </a:p>
        </p:txBody>
      </p:sp>
    </p:spTree>
    <p:extLst>
      <p:ext uri="{BB962C8B-B14F-4D97-AF65-F5344CB8AC3E}">
        <p14:creationId xmlns:p14="http://schemas.microsoft.com/office/powerpoint/2010/main" val="34528064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5675625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422546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027010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2584663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93</a:t>
            </a:fld>
            <a:endParaRPr lang="zh-CN" altLang="en-US" sz="1200"/>
          </a:p>
        </p:txBody>
      </p:sp>
    </p:spTree>
    <p:extLst>
      <p:ext uri="{BB962C8B-B14F-4D97-AF65-F5344CB8AC3E}">
        <p14:creationId xmlns:p14="http://schemas.microsoft.com/office/powerpoint/2010/main" val="245907516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6692448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4518315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0594562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2398709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5739214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2755787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015086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6824597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183384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5326909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357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4411927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591067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0969208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108</a:t>
            </a:fld>
            <a:endParaRPr lang="zh-CN" altLang="en-US" sz="1200"/>
          </a:p>
        </p:txBody>
      </p:sp>
    </p:spTree>
    <p:extLst>
      <p:ext uri="{BB962C8B-B14F-4D97-AF65-F5344CB8AC3E}">
        <p14:creationId xmlns:p14="http://schemas.microsoft.com/office/powerpoint/2010/main" val="23693180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109</a:t>
            </a:fld>
            <a:endParaRPr lang="zh-CN" altLang="en-US" sz="1200"/>
          </a:p>
        </p:txBody>
      </p:sp>
    </p:spTree>
    <p:extLst>
      <p:ext uri="{BB962C8B-B14F-4D97-AF65-F5344CB8AC3E}">
        <p14:creationId xmlns:p14="http://schemas.microsoft.com/office/powerpoint/2010/main" val="277903074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110</a:t>
            </a:fld>
            <a:endParaRPr lang="zh-CN" altLang="en-US" sz="1200"/>
          </a:p>
        </p:txBody>
      </p:sp>
    </p:spTree>
    <p:extLst>
      <p:ext uri="{BB962C8B-B14F-4D97-AF65-F5344CB8AC3E}">
        <p14:creationId xmlns:p14="http://schemas.microsoft.com/office/powerpoint/2010/main" val="304287754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111</a:t>
            </a:fld>
            <a:endParaRPr lang="zh-CN" altLang="en-US" sz="1200"/>
          </a:p>
        </p:txBody>
      </p:sp>
    </p:spTree>
    <p:extLst>
      <p:ext uri="{BB962C8B-B14F-4D97-AF65-F5344CB8AC3E}">
        <p14:creationId xmlns:p14="http://schemas.microsoft.com/office/powerpoint/2010/main" val="221656032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112</a:t>
            </a:fld>
            <a:endParaRPr lang="zh-CN" altLang="en-US" sz="1200"/>
          </a:p>
        </p:txBody>
      </p:sp>
    </p:spTree>
    <p:extLst>
      <p:ext uri="{BB962C8B-B14F-4D97-AF65-F5344CB8AC3E}">
        <p14:creationId xmlns:p14="http://schemas.microsoft.com/office/powerpoint/2010/main" val="50944373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113</a:t>
            </a:fld>
            <a:endParaRPr lang="zh-CN" altLang="en-US" sz="1200"/>
          </a:p>
        </p:txBody>
      </p:sp>
    </p:spTree>
    <p:extLst>
      <p:ext uri="{BB962C8B-B14F-4D97-AF65-F5344CB8AC3E}">
        <p14:creationId xmlns:p14="http://schemas.microsoft.com/office/powerpoint/2010/main" val="171884631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114</a:t>
            </a:fld>
            <a:endParaRPr lang="zh-CN" altLang="en-US" sz="1200"/>
          </a:p>
        </p:txBody>
      </p:sp>
    </p:spTree>
    <p:extLst>
      <p:ext uri="{BB962C8B-B14F-4D97-AF65-F5344CB8AC3E}">
        <p14:creationId xmlns:p14="http://schemas.microsoft.com/office/powerpoint/2010/main" val="357486872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115</a:t>
            </a:fld>
            <a:endParaRPr lang="zh-CN" altLang="en-US" sz="1200"/>
          </a:p>
        </p:txBody>
      </p:sp>
    </p:spTree>
    <p:extLst>
      <p:ext uri="{BB962C8B-B14F-4D97-AF65-F5344CB8AC3E}">
        <p14:creationId xmlns:p14="http://schemas.microsoft.com/office/powerpoint/2010/main" val="12855815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117</a:t>
            </a:fld>
            <a:endParaRPr lang="zh-CN" altLang="en-US" sz="1200"/>
          </a:p>
        </p:txBody>
      </p:sp>
    </p:spTree>
    <p:extLst>
      <p:ext uri="{BB962C8B-B14F-4D97-AF65-F5344CB8AC3E}">
        <p14:creationId xmlns:p14="http://schemas.microsoft.com/office/powerpoint/2010/main" val="372193410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118</a:t>
            </a:fld>
            <a:endParaRPr lang="zh-CN" altLang="en-US" sz="1200"/>
          </a:p>
        </p:txBody>
      </p:sp>
    </p:spTree>
    <p:extLst>
      <p:ext uri="{BB962C8B-B14F-4D97-AF65-F5344CB8AC3E}">
        <p14:creationId xmlns:p14="http://schemas.microsoft.com/office/powerpoint/2010/main" val="351500708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119</a:t>
            </a:fld>
            <a:endParaRPr lang="zh-CN" altLang="en-US" sz="1200"/>
          </a:p>
        </p:txBody>
      </p:sp>
    </p:spTree>
    <p:extLst>
      <p:ext uri="{BB962C8B-B14F-4D97-AF65-F5344CB8AC3E}">
        <p14:creationId xmlns:p14="http://schemas.microsoft.com/office/powerpoint/2010/main" val="31319432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120</a:t>
            </a:fld>
            <a:endParaRPr lang="zh-CN" altLang="en-US" sz="1200"/>
          </a:p>
        </p:txBody>
      </p:sp>
    </p:spTree>
    <p:extLst>
      <p:ext uri="{BB962C8B-B14F-4D97-AF65-F5344CB8AC3E}">
        <p14:creationId xmlns:p14="http://schemas.microsoft.com/office/powerpoint/2010/main" val="428381098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121</a:t>
            </a:fld>
            <a:endParaRPr lang="zh-CN" altLang="en-US" sz="1200"/>
          </a:p>
        </p:txBody>
      </p:sp>
    </p:spTree>
    <p:extLst>
      <p:ext uri="{BB962C8B-B14F-4D97-AF65-F5344CB8AC3E}">
        <p14:creationId xmlns:p14="http://schemas.microsoft.com/office/powerpoint/2010/main" val="117254874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122</a:t>
            </a:fld>
            <a:endParaRPr lang="zh-CN" altLang="en-US" sz="1200"/>
          </a:p>
        </p:txBody>
      </p:sp>
    </p:spTree>
    <p:extLst>
      <p:ext uri="{BB962C8B-B14F-4D97-AF65-F5344CB8AC3E}">
        <p14:creationId xmlns:p14="http://schemas.microsoft.com/office/powerpoint/2010/main" val="99854060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123</a:t>
            </a:fld>
            <a:endParaRPr lang="zh-CN" altLang="en-US" sz="1200"/>
          </a:p>
        </p:txBody>
      </p:sp>
    </p:spTree>
    <p:extLst>
      <p:ext uri="{BB962C8B-B14F-4D97-AF65-F5344CB8AC3E}">
        <p14:creationId xmlns:p14="http://schemas.microsoft.com/office/powerpoint/2010/main" val="161058975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124</a:t>
            </a:fld>
            <a:endParaRPr lang="zh-CN" altLang="en-US" sz="1200"/>
          </a:p>
        </p:txBody>
      </p:sp>
    </p:spTree>
    <p:extLst>
      <p:ext uri="{BB962C8B-B14F-4D97-AF65-F5344CB8AC3E}">
        <p14:creationId xmlns:p14="http://schemas.microsoft.com/office/powerpoint/2010/main" val="19788357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125</a:t>
            </a:fld>
            <a:endParaRPr lang="zh-CN" altLang="en-US" sz="1200"/>
          </a:p>
        </p:txBody>
      </p:sp>
    </p:spTree>
    <p:extLst>
      <p:ext uri="{BB962C8B-B14F-4D97-AF65-F5344CB8AC3E}">
        <p14:creationId xmlns:p14="http://schemas.microsoft.com/office/powerpoint/2010/main" val="423258519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126</a:t>
            </a:fld>
            <a:endParaRPr lang="zh-CN" altLang="en-US" sz="1200"/>
          </a:p>
        </p:txBody>
      </p:sp>
    </p:spTree>
    <p:extLst>
      <p:ext uri="{BB962C8B-B14F-4D97-AF65-F5344CB8AC3E}">
        <p14:creationId xmlns:p14="http://schemas.microsoft.com/office/powerpoint/2010/main" val="296189777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127</a:t>
            </a:fld>
            <a:endParaRPr lang="zh-CN" altLang="en-US" sz="1200"/>
          </a:p>
        </p:txBody>
      </p:sp>
    </p:spTree>
    <p:extLst>
      <p:ext uri="{BB962C8B-B14F-4D97-AF65-F5344CB8AC3E}">
        <p14:creationId xmlns:p14="http://schemas.microsoft.com/office/powerpoint/2010/main" val="348188374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131</a:t>
            </a:fld>
            <a:endParaRPr lang="zh-CN" altLang="en-US" sz="1200"/>
          </a:p>
        </p:txBody>
      </p:sp>
    </p:spTree>
    <p:extLst>
      <p:ext uri="{BB962C8B-B14F-4D97-AF65-F5344CB8AC3E}">
        <p14:creationId xmlns:p14="http://schemas.microsoft.com/office/powerpoint/2010/main" val="156784126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3623873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2023/10/11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9438936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158</a:t>
            </a:fld>
            <a:endParaRPr lang="zh-CN" altLang="en-US" sz="1200"/>
          </a:p>
        </p:txBody>
      </p:sp>
    </p:spTree>
    <p:extLst>
      <p:ext uri="{BB962C8B-B14F-4D97-AF65-F5344CB8AC3E}">
        <p14:creationId xmlns:p14="http://schemas.microsoft.com/office/powerpoint/2010/main" val="24106991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159</a:t>
            </a:fld>
            <a:endParaRPr lang="zh-CN" altLang="en-US" sz="1200"/>
          </a:p>
        </p:txBody>
      </p:sp>
    </p:spTree>
    <p:extLst>
      <p:ext uri="{BB962C8B-B14F-4D97-AF65-F5344CB8AC3E}">
        <p14:creationId xmlns:p14="http://schemas.microsoft.com/office/powerpoint/2010/main" val="396769006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160</a:t>
            </a:fld>
            <a:endParaRPr lang="zh-CN" altLang="en-US" sz="1200"/>
          </a:p>
        </p:txBody>
      </p:sp>
    </p:spTree>
    <p:extLst>
      <p:ext uri="{BB962C8B-B14F-4D97-AF65-F5344CB8AC3E}">
        <p14:creationId xmlns:p14="http://schemas.microsoft.com/office/powerpoint/2010/main" val="130219714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161</a:t>
            </a:fld>
            <a:endParaRPr lang="zh-CN" altLang="en-US" sz="1200"/>
          </a:p>
        </p:txBody>
      </p:sp>
    </p:spTree>
    <p:extLst>
      <p:ext uri="{BB962C8B-B14F-4D97-AF65-F5344CB8AC3E}">
        <p14:creationId xmlns:p14="http://schemas.microsoft.com/office/powerpoint/2010/main" val="255247321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162</a:t>
            </a:fld>
            <a:endParaRPr lang="zh-CN" altLang="en-US" sz="1200"/>
          </a:p>
        </p:txBody>
      </p:sp>
    </p:spTree>
    <p:extLst>
      <p:ext uri="{BB962C8B-B14F-4D97-AF65-F5344CB8AC3E}">
        <p14:creationId xmlns:p14="http://schemas.microsoft.com/office/powerpoint/2010/main" val="107574504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163</a:t>
            </a:fld>
            <a:endParaRPr lang="zh-CN" altLang="en-US" sz="1200"/>
          </a:p>
        </p:txBody>
      </p:sp>
    </p:spTree>
    <p:extLst>
      <p:ext uri="{BB962C8B-B14F-4D97-AF65-F5344CB8AC3E}">
        <p14:creationId xmlns:p14="http://schemas.microsoft.com/office/powerpoint/2010/main" val="267235306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164</a:t>
            </a:fld>
            <a:endParaRPr lang="zh-CN" altLang="en-US" sz="1200"/>
          </a:p>
        </p:txBody>
      </p:sp>
    </p:spTree>
    <p:extLst>
      <p:ext uri="{BB962C8B-B14F-4D97-AF65-F5344CB8AC3E}">
        <p14:creationId xmlns:p14="http://schemas.microsoft.com/office/powerpoint/2010/main" val="3787399740"/>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165</a:t>
            </a:fld>
            <a:endParaRPr lang="zh-CN" altLang="en-US" sz="1200"/>
          </a:p>
        </p:txBody>
      </p:sp>
    </p:spTree>
    <p:extLst>
      <p:ext uri="{BB962C8B-B14F-4D97-AF65-F5344CB8AC3E}">
        <p14:creationId xmlns:p14="http://schemas.microsoft.com/office/powerpoint/2010/main" val="303580431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166</a:t>
            </a:fld>
            <a:endParaRPr lang="zh-CN" altLang="en-US" sz="1200"/>
          </a:p>
        </p:txBody>
      </p:sp>
    </p:spTree>
    <p:extLst>
      <p:ext uri="{BB962C8B-B14F-4D97-AF65-F5344CB8AC3E}">
        <p14:creationId xmlns:p14="http://schemas.microsoft.com/office/powerpoint/2010/main" val="220349855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167</a:t>
            </a:fld>
            <a:endParaRPr lang="zh-CN" altLang="en-US" sz="1200"/>
          </a:p>
        </p:txBody>
      </p:sp>
    </p:spTree>
    <p:extLst>
      <p:ext uri="{BB962C8B-B14F-4D97-AF65-F5344CB8AC3E}">
        <p14:creationId xmlns:p14="http://schemas.microsoft.com/office/powerpoint/2010/main" val="100989423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168</a:t>
            </a:fld>
            <a:endParaRPr lang="zh-CN" altLang="en-US" sz="1200"/>
          </a:p>
        </p:txBody>
      </p:sp>
    </p:spTree>
    <p:extLst>
      <p:ext uri="{BB962C8B-B14F-4D97-AF65-F5344CB8AC3E}">
        <p14:creationId xmlns:p14="http://schemas.microsoft.com/office/powerpoint/2010/main" val="419330024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169</a:t>
            </a:fld>
            <a:endParaRPr lang="zh-CN" altLang="en-US" sz="1200"/>
          </a:p>
        </p:txBody>
      </p:sp>
    </p:spTree>
    <p:extLst>
      <p:ext uri="{BB962C8B-B14F-4D97-AF65-F5344CB8AC3E}">
        <p14:creationId xmlns:p14="http://schemas.microsoft.com/office/powerpoint/2010/main" val="294517406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170</a:t>
            </a:fld>
            <a:endParaRPr lang="zh-CN" altLang="en-US" sz="1200"/>
          </a:p>
        </p:txBody>
      </p:sp>
    </p:spTree>
    <p:extLst>
      <p:ext uri="{BB962C8B-B14F-4D97-AF65-F5344CB8AC3E}">
        <p14:creationId xmlns:p14="http://schemas.microsoft.com/office/powerpoint/2010/main" val="22610303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171</a:t>
            </a:fld>
            <a:endParaRPr lang="zh-CN" altLang="en-US" sz="1200"/>
          </a:p>
        </p:txBody>
      </p:sp>
    </p:spTree>
    <p:extLst>
      <p:ext uri="{BB962C8B-B14F-4D97-AF65-F5344CB8AC3E}">
        <p14:creationId xmlns:p14="http://schemas.microsoft.com/office/powerpoint/2010/main" val="103250476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172</a:t>
            </a:fld>
            <a:endParaRPr lang="zh-CN" altLang="en-US" sz="1200"/>
          </a:p>
        </p:txBody>
      </p:sp>
    </p:spTree>
    <p:extLst>
      <p:ext uri="{BB962C8B-B14F-4D97-AF65-F5344CB8AC3E}">
        <p14:creationId xmlns:p14="http://schemas.microsoft.com/office/powerpoint/2010/main" val="142121551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173</a:t>
            </a:fld>
            <a:endParaRPr lang="zh-CN" altLang="en-US" sz="1200"/>
          </a:p>
        </p:txBody>
      </p:sp>
    </p:spTree>
    <p:extLst>
      <p:ext uri="{BB962C8B-B14F-4D97-AF65-F5344CB8AC3E}">
        <p14:creationId xmlns:p14="http://schemas.microsoft.com/office/powerpoint/2010/main" val="262410418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174</a:t>
            </a:fld>
            <a:endParaRPr lang="zh-CN" altLang="en-US" sz="1200"/>
          </a:p>
        </p:txBody>
      </p:sp>
    </p:spTree>
    <p:extLst>
      <p:ext uri="{BB962C8B-B14F-4D97-AF65-F5344CB8AC3E}">
        <p14:creationId xmlns:p14="http://schemas.microsoft.com/office/powerpoint/2010/main" val="356646001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175</a:t>
            </a:fld>
            <a:endParaRPr lang="zh-CN" altLang="en-US" sz="1200"/>
          </a:p>
        </p:txBody>
      </p:sp>
    </p:spTree>
    <p:extLst>
      <p:ext uri="{BB962C8B-B14F-4D97-AF65-F5344CB8AC3E}">
        <p14:creationId xmlns:p14="http://schemas.microsoft.com/office/powerpoint/2010/main" val="161443132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176</a:t>
            </a:fld>
            <a:endParaRPr lang="zh-CN" altLang="en-US" sz="1200"/>
          </a:p>
        </p:txBody>
      </p:sp>
    </p:spTree>
    <p:extLst>
      <p:ext uri="{BB962C8B-B14F-4D97-AF65-F5344CB8AC3E}">
        <p14:creationId xmlns:p14="http://schemas.microsoft.com/office/powerpoint/2010/main" val="414940198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177</a:t>
            </a:fld>
            <a:endParaRPr lang="zh-CN" altLang="en-US" sz="1200"/>
          </a:p>
        </p:txBody>
      </p:sp>
    </p:spTree>
    <p:extLst>
      <p:ext uri="{BB962C8B-B14F-4D97-AF65-F5344CB8AC3E}">
        <p14:creationId xmlns:p14="http://schemas.microsoft.com/office/powerpoint/2010/main" val="419295285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178</a:t>
            </a:fld>
            <a:endParaRPr lang="zh-CN" altLang="en-US" sz="1200"/>
          </a:p>
        </p:txBody>
      </p:sp>
    </p:spTree>
    <p:extLst>
      <p:ext uri="{BB962C8B-B14F-4D97-AF65-F5344CB8AC3E}">
        <p14:creationId xmlns:p14="http://schemas.microsoft.com/office/powerpoint/2010/main" val="407209240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179</a:t>
            </a:fld>
            <a:endParaRPr lang="zh-CN" altLang="en-US" sz="1200"/>
          </a:p>
        </p:txBody>
      </p:sp>
    </p:spTree>
    <p:extLst>
      <p:ext uri="{BB962C8B-B14F-4D97-AF65-F5344CB8AC3E}">
        <p14:creationId xmlns:p14="http://schemas.microsoft.com/office/powerpoint/2010/main" val="234250803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180</a:t>
            </a:fld>
            <a:endParaRPr lang="zh-CN" altLang="en-US" sz="1200"/>
          </a:p>
        </p:txBody>
      </p:sp>
    </p:spTree>
    <p:extLst>
      <p:ext uri="{BB962C8B-B14F-4D97-AF65-F5344CB8AC3E}">
        <p14:creationId xmlns:p14="http://schemas.microsoft.com/office/powerpoint/2010/main" val="325927729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181</a:t>
            </a:fld>
            <a:endParaRPr lang="zh-CN" altLang="en-US" sz="1200"/>
          </a:p>
        </p:txBody>
      </p:sp>
    </p:spTree>
    <p:extLst>
      <p:ext uri="{BB962C8B-B14F-4D97-AF65-F5344CB8AC3E}">
        <p14:creationId xmlns:p14="http://schemas.microsoft.com/office/powerpoint/2010/main" val="235015714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182</a:t>
            </a:fld>
            <a:endParaRPr lang="zh-CN" altLang="en-US" sz="1200"/>
          </a:p>
        </p:txBody>
      </p:sp>
    </p:spTree>
    <p:extLst>
      <p:ext uri="{BB962C8B-B14F-4D97-AF65-F5344CB8AC3E}">
        <p14:creationId xmlns:p14="http://schemas.microsoft.com/office/powerpoint/2010/main" val="800888153"/>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183</a:t>
            </a:fld>
            <a:endParaRPr lang="zh-CN" altLang="en-US" sz="1200"/>
          </a:p>
        </p:txBody>
      </p:sp>
    </p:spTree>
    <p:extLst>
      <p:ext uri="{BB962C8B-B14F-4D97-AF65-F5344CB8AC3E}">
        <p14:creationId xmlns:p14="http://schemas.microsoft.com/office/powerpoint/2010/main" val="165830068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184</a:t>
            </a:fld>
            <a:endParaRPr lang="zh-CN" altLang="en-US" sz="1200"/>
          </a:p>
        </p:txBody>
      </p:sp>
    </p:spTree>
    <p:extLst>
      <p:ext uri="{BB962C8B-B14F-4D97-AF65-F5344CB8AC3E}">
        <p14:creationId xmlns:p14="http://schemas.microsoft.com/office/powerpoint/2010/main" val="286548930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185</a:t>
            </a:fld>
            <a:endParaRPr lang="zh-CN" altLang="en-US" sz="1200"/>
          </a:p>
        </p:txBody>
      </p:sp>
    </p:spTree>
    <p:extLst>
      <p:ext uri="{BB962C8B-B14F-4D97-AF65-F5344CB8AC3E}">
        <p14:creationId xmlns:p14="http://schemas.microsoft.com/office/powerpoint/2010/main" val="304057669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186</a:t>
            </a:fld>
            <a:endParaRPr lang="zh-CN" altLang="en-US" sz="1200"/>
          </a:p>
        </p:txBody>
      </p:sp>
    </p:spTree>
    <p:extLst>
      <p:ext uri="{BB962C8B-B14F-4D97-AF65-F5344CB8AC3E}">
        <p14:creationId xmlns:p14="http://schemas.microsoft.com/office/powerpoint/2010/main" val="286550543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187</a:t>
            </a:fld>
            <a:endParaRPr lang="zh-CN" altLang="en-US" sz="1200"/>
          </a:p>
        </p:txBody>
      </p:sp>
    </p:spTree>
    <p:extLst>
      <p:ext uri="{BB962C8B-B14F-4D97-AF65-F5344CB8AC3E}">
        <p14:creationId xmlns:p14="http://schemas.microsoft.com/office/powerpoint/2010/main" val="3283558719"/>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188</a:t>
            </a:fld>
            <a:endParaRPr lang="zh-CN" altLang="en-US" sz="1200"/>
          </a:p>
        </p:txBody>
      </p:sp>
    </p:spTree>
    <p:extLst>
      <p:ext uri="{BB962C8B-B14F-4D97-AF65-F5344CB8AC3E}">
        <p14:creationId xmlns:p14="http://schemas.microsoft.com/office/powerpoint/2010/main" val="12519086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189</a:t>
            </a:fld>
            <a:endParaRPr lang="zh-CN" altLang="en-US" sz="1200"/>
          </a:p>
        </p:txBody>
      </p:sp>
    </p:spTree>
    <p:extLst>
      <p:ext uri="{BB962C8B-B14F-4D97-AF65-F5344CB8AC3E}">
        <p14:creationId xmlns:p14="http://schemas.microsoft.com/office/powerpoint/2010/main" val="3576131800"/>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190</a:t>
            </a:fld>
            <a:endParaRPr lang="zh-CN" altLang="en-US" sz="1200"/>
          </a:p>
        </p:txBody>
      </p:sp>
    </p:spTree>
    <p:extLst>
      <p:ext uri="{BB962C8B-B14F-4D97-AF65-F5344CB8AC3E}">
        <p14:creationId xmlns:p14="http://schemas.microsoft.com/office/powerpoint/2010/main" val="4225614919"/>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191</a:t>
            </a:fld>
            <a:endParaRPr lang="zh-CN" altLang="en-US" sz="1200"/>
          </a:p>
        </p:txBody>
      </p:sp>
    </p:spTree>
    <p:extLst>
      <p:ext uri="{BB962C8B-B14F-4D97-AF65-F5344CB8AC3E}">
        <p14:creationId xmlns:p14="http://schemas.microsoft.com/office/powerpoint/2010/main" val="1654107740"/>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192</a:t>
            </a:fld>
            <a:endParaRPr lang="zh-CN" altLang="en-US" sz="1200"/>
          </a:p>
        </p:txBody>
      </p:sp>
    </p:spTree>
    <p:extLst>
      <p:ext uri="{BB962C8B-B14F-4D97-AF65-F5344CB8AC3E}">
        <p14:creationId xmlns:p14="http://schemas.microsoft.com/office/powerpoint/2010/main" val="100007314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193</a:t>
            </a:fld>
            <a:endParaRPr lang="zh-CN" altLang="en-US" sz="1200"/>
          </a:p>
        </p:txBody>
      </p:sp>
    </p:spTree>
    <p:extLst>
      <p:ext uri="{BB962C8B-B14F-4D97-AF65-F5344CB8AC3E}">
        <p14:creationId xmlns:p14="http://schemas.microsoft.com/office/powerpoint/2010/main" val="3351120805"/>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194</a:t>
            </a:fld>
            <a:endParaRPr lang="zh-CN" altLang="en-US" sz="1200"/>
          </a:p>
        </p:txBody>
      </p:sp>
    </p:spTree>
    <p:extLst>
      <p:ext uri="{BB962C8B-B14F-4D97-AF65-F5344CB8AC3E}">
        <p14:creationId xmlns:p14="http://schemas.microsoft.com/office/powerpoint/2010/main" val="1255539239"/>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195</a:t>
            </a:fld>
            <a:endParaRPr lang="zh-CN" altLang="en-US" sz="1200"/>
          </a:p>
        </p:txBody>
      </p:sp>
    </p:spTree>
    <p:extLst>
      <p:ext uri="{BB962C8B-B14F-4D97-AF65-F5344CB8AC3E}">
        <p14:creationId xmlns:p14="http://schemas.microsoft.com/office/powerpoint/2010/main" val="145512479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196</a:t>
            </a:fld>
            <a:endParaRPr lang="zh-CN" altLang="en-US" sz="1200"/>
          </a:p>
        </p:txBody>
      </p:sp>
    </p:spTree>
    <p:extLst>
      <p:ext uri="{BB962C8B-B14F-4D97-AF65-F5344CB8AC3E}">
        <p14:creationId xmlns:p14="http://schemas.microsoft.com/office/powerpoint/2010/main" val="1634884028"/>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197</a:t>
            </a:fld>
            <a:endParaRPr lang="zh-CN" altLang="en-US" sz="1200"/>
          </a:p>
        </p:txBody>
      </p:sp>
    </p:spTree>
    <p:extLst>
      <p:ext uri="{BB962C8B-B14F-4D97-AF65-F5344CB8AC3E}">
        <p14:creationId xmlns:p14="http://schemas.microsoft.com/office/powerpoint/2010/main" val="68672030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198</a:t>
            </a:fld>
            <a:endParaRPr lang="zh-CN" altLang="en-US" sz="1200"/>
          </a:p>
        </p:txBody>
      </p:sp>
    </p:spTree>
    <p:extLst>
      <p:ext uri="{BB962C8B-B14F-4D97-AF65-F5344CB8AC3E}">
        <p14:creationId xmlns:p14="http://schemas.microsoft.com/office/powerpoint/2010/main" val="1380876503"/>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199</a:t>
            </a:fld>
            <a:endParaRPr lang="zh-CN" altLang="en-US" sz="1200"/>
          </a:p>
        </p:txBody>
      </p:sp>
    </p:spTree>
    <p:extLst>
      <p:ext uri="{BB962C8B-B14F-4D97-AF65-F5344CB8AC3E}">
        <p14:creationId xmlns:p14="http://schemas.microsoft.com/office/powerpoint/2010/main" val="937402925"/>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200</a:t>
            </a:fld>
            <a:endParaRPr lang="zh-CN" altLang="en-US" sz="1200"/>
          </a:p>
        </p:txBody>
      </p:sp>
    </p:spTree>
    <p:extLst>
      <p:ext uri="{BB962C8B-B14F-4D97-AF65-F5344CB8AC3E}">
        <p14:creationId xmlns:p14="http://schemas.microsoft.com/office/powerpoint/2010/main" val="7345691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201</a:t>
            </a:fld>
            <a:endParaRPr lang="zh-CN" altLang="en-US" sz="1200"/>
          </a:p>
        </p:txBody>
      </p:sp>
    </p:spTree>
    <p:extLst>
      <p:ext uri="{BB962C8B-B14F-4D97-AF65-F5344CB8AC3E}">
        <p14:creationId xmlns:p14="http://schemas.microsoft.com/office/powerpoint/2010/main" val="122969574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2023/10/11</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202</a:t>
            </a:fld>
            <a:endParaRPr lang="zh-CN" altLang="en-US" sz="1200"/>
          </a:p>
        </p:txBody>
      </p:sp>
    </p:spTree>
    <p:extLst>
      <p:ext uri="{BB962C8B-B14F-4D97-AF65-F5344CB8AC3E}">
        <p14:creationId xmlns:p14="http://schemas.microsoft.com/office/powerpoint/2010/main" val="3664447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 Id="rId5" Type="http://schemas.openxmlformats.org/officeDocument/2006/relationships/image" Target="../media/image7.jpeg"/><Relationship Id="rId4" Type="http://schemas.openxmlformats.org/officeDocument/2006/relationships/image" Target="../media/image6.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spd="slow">
    <p:cover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41732" name="Rectangle 4">
            <a:extLst>
              <a:ext uri="{FF2B5EF4-FFF2-40B4-BE49-F238E27FC236}">
                <a16:creationId xmlns:a16="http://schemas.microsoft.com/office/drawing/2014/main" id="{24D35492-88D3-959D-C8D1-303E71B68FD1}"/>
              </a:ext>
            </a:extLst>
          </p:cNvPr>
          <p:cNvSpPr>
            <a:spLocks noChangeArrowheads="1"/>
          </p:cNvSpPr>
          <p:nvPr/>
        </p:nvSpPr>
        <p:spPr bwMode="blackWhite">
          <a:xfrm>
            <a:off x="6175376" y="2884885"/>
            <a:ext cx="2968625" cy="177403"/>
          </a:xfrm>
          <a:prstGeom prst="rect">
            <a:avLst/>
          </a:prstGeom>
          <a:solidFill>
            <a:schemeClr val="bg2"/>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pPr>
            <a:r>
              <a:rPr lang="en-GB" altLang="en-US" sz="900" b="1">
                <a:solidFill>
                  <a:schemeClr val="tx1"/>
                </a:solidFill>
              </a:rPr>
              <a:t>W W W . W A T S O N W Y A T T . C O M</a:t>
            </a:r>
          </a:p>
        </p:txBody>
      </p:sp>
      <p:sp>
        <p:nvSpPr>
          <p:cNvPr id="841735" name="Rectangle 7">
            <a:extLst>
              <a:ext uri="{FF2B5EF4-FFF2-40B4-BE49-F238E27FC236}">
                <a16:creationId xmlns:a16="http://schemas.microsoft.com/office/drawing/2014/main" id="{826CEFD8-5A5D-D8F0-1CEB-671F3CF8BB2D}"/>
              </a:ext>
            </a:extLst>
          </p:cNvPr>
          <p:cNvSpPr>
            <a:spLocks noGrp="1" noChangeArrowheads="1"/>
          </p:cNvSpPr>
          <p:nvPr>
            <p:ph type="ctrTitle"/>
          </p:nvPr>
        </p:nvSpPr>
        <p:spPr bwMode="black">
          <a:xfrm>
            <a:off x="609601" y="1925241"/>
            <a:ext cx="3884613" cy="9334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defRPr sz="1800">
                <a:solidFill>
                  <a:srgbClr val="FFFFFF"/>
                </a:solidFill>
              </a:defRPr>
            </a:lvl1pPr>
          </a:lstStyle>
          <a:p>
            <a:pPr lvl="0"/>
            <a:r>
              <a:rPr lang="en-US" altLang="en-US" noProof="0"/>
              <a:t>Click to edit Master title style</a:t>
            </a:r>
          </a:p>
        </p:txBody>
      </p:sp>
      <p:sp>
        <p:nvSpPr>
          <p:cNvPr id="841736" name="Rectangle 8">
            <a:extLst>
              <a:ext uri="{FF2B5EF4-FFF2-40B4-BE49-F238E27FC236}">
                <a16:creationId xmlns:a16="http://schemas.microsoft.com/office/drawing/2014/main" id="{0CB035B4-7BEC-3FDF-0BD1-24FDD2391D93}"/>
              </a:ext>
            </a:extLst>
          </p:cNvPr>
          <p:cNvSpPr>
            <a:spLocks noGrp="1" noChangeArrowheads="1"/>
          </p:cNvSpPr>
          <p:nvPr>
            <p:ph type="subTitle" idx="1"/>
          </p:nvPr>
        </p:nvSpPr>
        <p:spPr bwMode="black">
          <a:xfrm>
            <a:off x="609601" y="2914650"/>
            <a:ext cx="3884613" cy="13144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0" indent="0">
              <a:buFont typeface="Wingdings" panose="05000000000000000000" pitchFamily="2" charset="2"/>
              <a:buNone/>
              <a:defRPr sz="1050" b="1">
                <a:solidFill>
                  <a:schemeClr val="bg2"/>
                </a:solidFill>
              </a:defRPr>
            </a:lvl1pPr>
          </a:lstStyle>
          <a:p>
            <a:pPr lvl="0"/>
            <a:r>
              <a:rPr lang="en-US" altLang="en-US" noProof="0"/>
              <a:t>Click to edit Master subtitle style</a:t>
            </a:r>
          </a:p>
        </p:txBody>
      </p:sp>
      <p:pic>
        <p:nvPicPr>
          <p:cNvPr id="841812" name="Picture 84">
            <a:extLst>
              <a:ext uri="{FF2B5EF4-FFF2-40B4-BE49-F238E27FC236}">
                <a16:creationId xmlns:a16="http://schemas.microsoft.com/office/drawing/2014/main" id="{D680C587-0B25-8120-C976-3DC4692498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034"/>
          <a:stretch>
            <a:fillRect/>
          </a:stretch>
        </p:blipFill>
        <p:spPr bwMode="auto">
          <a:xfrm>
            <a:off x="6172200" y="2228851"/>
            <a:ext cx="877888" cy="651272"/>
          </a:xfrm>
          <a:prstGeom prst="rect">
            <a:avLst/>
          </a:prstGeom>
          <a:noFill/>
          <a:extLst>
            <a:ext uri="{909E8E84-426E-40DD-AFC4-6F175D3DCCD1}">
              <a14:hiddenFill xmlns:a14="http://schemas.microsoft.com/office/drawing/2010/main">
                <a:solidFill>
                  <a:srgbClr val="FFFFFF"/>
                </a:solidFill>
              </a14:hiddenFill>
            </a:ext>
          </a:extLst>
        </p:spPr>
      </p:pic>
      <p:pic>
        <p:nvPicPr>
          <p:cNvPr id="841814" name="Picture 86">
            <a:extLst>
              <a:ext uri="{FF2B5EF4-FFF2-40B4-BE49-F238E27FC236}">
                <a16:creationId xmlns:a16="http://schemas.microsoft.com/office/drawing/2014/main" id="{127CBCDA-9C5D-74A1-3DE2-7EEE94262AAF}"/>
              </a:ext>
            </a:extLst>
          </p:cNvPr>
          <p:cNvPicPr>
            <a:picLocks noChangeAspect="1" noChangeArrowheads="1"/>
          </p:cNvPicPr>
          <p:nvPr/>
        </p:nvPicPr>
        <p:blipFill>
          <a:blip r:embed="rId4" cstate="print">
            <a:lum bright="18000"/>
            <a:extLst>
              <a:ext uri="{28A0092B-C50C-407E-A947-70E740481C1C}">
                <a14:useLocalDpi xmlns:a14="http://schemas.microsoft.com/office/drawing/2010/main" val="0"/>
              </a:ext>
            </a:extLst>
          </a:blip>
          <a:srcRect/>
          <a:stretch>
            <a:fillRect/>
          </a:stretch>
        </p:blipFill>
        <p:spPr bwMode="auto">
          <a:xfrm>
            <a:off x="8277226" y="2232423"/>
            <a:ext cx="866775" cy="650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41815" name="Picture 87">
            <a:extLst>
              <a:ext uri="{FF2B5EF4-FFF2-40B4-BE49-F238E27FC236}">
                <a16:creationId xmlns:a16="http://schemas.microsoft.com/office/drawing/2014/main" id="{56A12674-73B6-2226-FD4B-0FB9D078141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1063" y="2228850"/>
            <a:ext cx="863600" cy="654844"/>
          </a:xfrm>
          <a:prstGeom prst="rect">
            <a:avLst/>
          </a:prstGeom>
          <a:noFill/>
          <a:extLst>
            <a:ext uri="{909E8E84-426E-40DD-AFC4-6F175D3DCCD1}">
              <a14:hiddenFill xmlns:a14="http://schemas.microsoft.com/office/drawing/2010/main">
                <a:solidFill>
                  <a:srgbClr val="FFFFFF"/>
                </a:solidFill>
              </a14:hiddenFill>
            </a:ext>
          </a:extLst>
        </p:spPr>
      </p:pic>
      <p:sp>
        <p:nvSpPr>
          <p:cNvPr id="841733" name="Line 5">
            <a:extLst>
              <a:ext uri="{FF2B5EF4-FFF2-40B4-BE49-F238E27FC236}">
                <a16:creationId xmlns:a16="http://schemas.microsoft.com/office/drawing/2014/main" id="{94E708D4-A469-8821-ABB4-B8A79334EFE9}"/>
              </a:ext>
            </a:extLst>
          </p:cNvPr>
          <p:cNvSpPr>
            <a:spLocks noChangeShapeType="1"/>
          </p:cNvSpPr>
          <p:nvPr/>
        </p:nvSpPr>
        <p:spPr bwMode="blackWhite">
          <a:xfrm>
            <a:off x="614364" y="2882504"/>
            <a:ext cx="8529637"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nvGrpSpPr>
          <p:cNvPr id="841816" name="Group 88">
            <a:extLst>
              <a:ext uri="{FF2B5EF4-FFF2-40B4-BE49-F238E27FC236}">
                <a16:creationId xmlns:a16="http://schemas.microsoft.com/office/drawing/2014/main" id="{C0B0790B-EF7A-6FC9-E852-1B973DFDC04F}"/>
              </a:ext>
            </a:extLst>
          </p:cNvPr>
          <p:cNvGrpSpPr>
            <a:grpSpLocks/>
          </p:cNvGrpSpPr>
          <p:nvPr/>
        </p:nvGrpSpPr>
        <p:grpSpPr bwMode="auto">
          <a:xfrm>
            <a:off x="6481764" y="4358879"/>
            <a:ext cx="2357437" cy="525065"/>
            <a:chOff x="4083" y="3651"/>
            <a:chExt cx="1520" cy="451"/>
          </a:xfrm>
        </p:grpSpPr>
        <p:sp>
          <p:nvSpPr>
            <p:cNvPr id="841817" name="Freeform 89">
              <a:extLst>
                <a:ext uri="{FF2B5EF4-FFF2-40B4-BE49-F238E27FC236}">
                  <a16:creationId xmlns:a16="http://schemas.microsoft.com/office/drawing/2014/main" id="{37835176-981D-B5CE-34DF-41408C8E48F7}"/>
                </a:ext>
              </a:extLst>
            </p:cNvPr>
            <p:cNvSpPr>
              <a:spLocks/>
            </p:cNvSpPr>
            <p:nvPr/>
          </p:nvSpPr>
          <p:spPr bwMode="auto">
            <a:xfrm>
              <a:off x="4647" y="3827"/>
              <a:ext cx="152" cy="105"/>
            </a:xfrm>
            <a:custGeom>
              <a:avLst/>
              <a:gdLst>
                <a:gd name="T0" fmla="*/ 108 w 152"/>
                <a:gd name="T1" fmla="*/ 105 h 105"/>
                <a:gd name="T2" fmla="*/ 105 w 152"/>
                <a:gd name="T3" fmla="*/ 105 h 105"/>
                <a:gd name="T4" fmla="*/ 75 w 152"/>
                <a:gd name="T5" fmla="*/ 25 h 105"/>
                <a:gd name="T6" fmla="*/ 75 w 152"/>
                <a:gd name="T7" fmla="*/ 25 h 105"/>
                <a:gd name="T8" fmla="*/ 49 w 152"/>
                <a:gd name="T9" fmla="*/ 105 h 105"/>
                <a:gd name="T10" fmla="*/ 46 w 152"/>
                <a:gd name="T11" fmla="*/ 105 h 105"/>
                <a:gd name="T12" fmla="*/ 16 w 152"/>
                <a:gd name="T13" fmla="*/ 19 h 105"/>
                <a:gd name="T14" fmla="*/ 16 w 152"/>
                <a:gd name="T15" fmla="*/ 19 h 105"/>
                <a:gd name="T16" fmla="*/ 11 w 152"/>
                <a:gd name="T17" fmla="*/ 11 h 105"/>
                <a:gd name="T18" fmla="*/ 8 w 152"/>
                <a:gd name="T19" fmla="*/ 7 h 105"/>
                <a:gd name="T20" fmla="*/ 5 w 152"/>
                <a:gd name="T21" fmla="*/ 5 h 105"/>
                <a:gd name="T22" fmla="*/ 0 w 152"/>
                <a:gd name="T23" fmla="*/ 3 h 105"/>
                <a:gd name="T24" fmla="*/ 0 w 152"/>
                <a:gd name="T25" fmla="*/ 0 h 105"/>
                <a:gd name="T26" fmla="*/ 42 w 152"/>
                <a:gd name="T27" fmla="*/ 0 h 105"/>
                <a:gd name="T28" fmla="*/ 42 w 152"/>
                <a:gd name="T29" fmla="*/ 3 h 105"/>
                <a:gd name="T30" fmla="*/ 42 w 152"/>
                <a:gd name="T31" fmla="*/ 3 h 105"/>
                <a:gd name="T32" fmla="*/ 38 w 152"/>
                <a:gd name="T33" fmla="*/ 5 h 105"/>
                <a:gd name="T34" fmla="*/ 36 w 152"/>
                <a:gd name="T35" fmla="*/ 8 h 105"/>
                <a:gd name="T36" fmla="*/ 36 w 152"/>
                <a:gd name="T37" fmla="*/ 13 h 105"/>
                <a:gd name="T38" fmla="*/ 38 w 152"/>
                <a:gd name="T39" fmla="*/ 18 h 105"/>
                <a:gd name="T40" fmla="*/ 55 w 152"/>
                <a:gd name="T41" fmla="*/ 67 h 105"/>
                <a:gd name="T42" fmla="*/ 55 w 152"/>
                <a:gd name="T43" fmla="*/ 67 h 105"/>
                <a:gd name="T44" fmla="*/ 72 w 152"/>
                <a:gd name="T45" fmla="*/ 14 h 105"/>
                <a:gd name="T46" fmla="*/ 72 w 152"/>
                <a:gd name="T47" fmla="*/ 14 h 105"/>
                <a:gd name="T48" fmla="*/ 69 w 152"/>
                <a:gd name="T49" fmla="*/ 10 h 105"/>
                <a:gd name="T50" fmla="*/ 67 w 152"/>
                <a:gd name="T51" fmla="*/ 7 h 105"/>
                <a:gd name="T52" fmla="*/ 63 w 152"/>
                <a:gd name="T53" fmla="*/ 5 h 105"/>
                <a:gd name="T54" fmla="*/ 58 w 152"/>
                <a:gd name="T55" fmla="*/ 3 h 105"/>
                <a:gd name="T56" fmla="*/ 58 w 152"/>
                <a:gd name="T57" fmla="*/ 0 h 105"/>
                <a:gd name="T58" fmla="*/ 100 w 152"/>
                <a:gd name="T59" fmla="*/ 0 h 105"/>
                <a:gd name="T60" fmla="*/ 100 w 152"/>
                <a:gd name="T61" fmla="*/ 3 h 105"/>
                <a:gd name="T62" fmla="*/ 100 w 152"/>
                <a:gd name="T63" fmla="*/ 3 h 105"/>
                <a:gd name="T64" fmla="*/ 97 w 152"/>
                <a:gd name="T65" fmla="*/ 5 h 105"/>
                <a:gd name="T66" fmla="*/ 94 w 152"/>
                <a:gd name="T67" fmla="*/ 8 h 105"/>
                <a:gd name="T68" fmla="*/ 94 w 152"/>
                <a:gd name="T69" fmla="*/ 11 h 105"/>
                <a:gd name="T70" fmla="*/ 95 w 152"/>
                <a:gd name="T71" fmla="*/ 14 h 105"/>
                <a:gd name="T72" fmla="*/ 113 w 152"/>
                <a:gd name="T73" fmla="*/ 67 h 105"/>
                <a:gd name="T74" fmla="*/ 114 w 152"/>
                <a:gd name="T75" fmla="*/ 67 h 105"/>
                <a:gd name="T76" fmla="*/ 127 w 152"/>
                <a:gd name="T77" fmla="*/ 25 h 105"/>
                <a:gd name="T78" fmla="*/ 127 w 152"/>
                <a:gd name="T79" fmla="*/ 25 h 105"/>
                <a:gd name="T80" fmla="*/ 130 w 152"/>
                <a:gd name="T81" fmla="*/ 16 h 105"/>
                <a:gd name="T82" fmla="*/ 130 w 152"/>
                <a:gd name="T83" fmla="*/ 10 h 105"/>
                <a:gd name="T84" fmla="*/ 128 w 152"/>
                <a:gd name="T85" fmla="*/ 8 h 105"/>
                <a:gd name="T86" fmla="*/ 127 w 152"/>
                <a:gd name="T87" fmla="*/ 7 h 105"/>
                <a:gd name="T88" fmla="*/ 122 w 152"/>
                <a:gd name="T89" fmla="*/ 3 h 105"/>
                <a:gd name="T90" fmla="*/ 122 w 152"/>
                <a:gd name="T91" fmla="*/ 0 h 105"/>
                <a:gd name="T92" fmla="*/ 152 w 152"/>
                <a:gd name="T93" fmla="*/ 0 h 105"/>
                <a:gd name="T94" fmla="*/ 152 w 152"/>
                <a:gd name="T95" fmla="*/ 3 h 105"/>
                <a:gd name="T96" fmla="*/ 152 w 152"/>
                <a:gd name="T97" fmla="*/ 3 h 105"/>
                <a:gd name="T98" fmla="*/ 147 w 152"/>
                <a:gd name="T99" fmla="*/ 5 h 105"/>
                <a:gd name="T100" fmla="*/ 142 w 152"/>
                <a:gd name="T101" fmla="*/ 10 h 105"/>
                <a:gd name="T102" fmla="*/ 138 w 152"/>
                <a:gd name="T103" fmla="*/ 16 h 105"/>
                <a:gd name="T104" fmla="*/ 133 w 152"/>
                <a:gd name="T105" fmla="*/ 27 h 105"/>
                <a:gd name="T106" fmla="*/ 108 w 152"/>
                <a:gd name="T107"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05">
                  <a:moveTo>
                    <a:pt x="108" y="105"/>
                  </a:moveTo>
                  <a:lnTo>
                    <a:pt x="105" y="105"/>
                  </a:lnTo>
                  <a:lnTo>
                    <a:pt x="75" y="25"/>
                  </a:lnTo>
                  <a:lnTo>
                    <a:pt x="75" y="25"/>
                  </a:lnTo>
                  <a:lnTo>
                    <a:pt x="49" y="105"/>
                  </a:lnTo>
                  <a:lnTo>
                    <a:pt x="46" y="105"/>
                  </a:lnTo>
                  <a:lnTo>
                    <a:pt x="16" y="19"/>
                  </a:lnTo>
                  <a:lnTo>
                    <a:pt x="16" y="19"/>
                  </a:lnTo>
                  <a:lnTo>
                    <a:pt x="11" y="11"/>
                  </a:lnTo>
                  <a:lnTo>
                    <a:pt x="8" y="7"/>
                  </a:lnTo>
                  <a:lnTo>
                    <a:pt x="5" y="5"/>
                  </a:lnTo>
                  <a:lnTo>
                    <a:pt x="0" y="3"/>
                  </a:lnTo>
                  <a:lnTo>
                    <a:pt x="0" y="0"/>
                  </a:lnTo>
                  <a:lnTo>
                    <a:pt x="42" y="0"/>
                  </a:lnTo>
                  <a:lnTo>
                    <a:pt x="42" y="3"/>
                  </a:lnTo>
                  <a:lnTo>
                    <a:pt x="42" y="3"/>
                  </a:lnTo>
                  <a:lnTo>
                    <a:pt x="38" y="5"/>
                  </a:lnTo>
                  <a:lnTo>
                    <a:pt x="36" y="8"/>
                  </a:lnTo>
                  <a:lnTo>
                    <a:pt x="36" y="13"/>
                  </a:lnTo>
                  <a:lnTo>
                    <a:pt x="38" y="18"/>
                  </a:lnTo>
                  <a:lnTo>
                    <a:pt x="55" y="67"/>
                  </a:lnTo>
                  <a:lnTo>
                    <a:pt x="55" y="67"/>
                  </a:lnTo>
                  <a:lnTo>
                    <a:pt x="72" y="14"/>
                  </a:lnTo>
                  <a:lnTo>
                    <a:pt x="72" y="14"/>
                  </a:lnTo>
                  <a:lnTo>
                    <a:pt x="69" y="10"/>
                  </a:lnTo>
                  <a:lnTo>
                    <a:pt x="67" y="7"/>
                  </a:lnTo>
                  <a:lnTo>
                    <a:pt x="63" y="5"/>
                  </a:lnTo>
                  <a:lnTo>
                    <a:pt x="58" y="3"/>
                  </a:lnTo>
                  <a:lnTo>
                    <a:pt x="58" y="0"/>
                  </a:lnTo>
                  <a:lnTo>
                    <a:pt x="100" y="0"/>
                  </a:lnTo>
                  <a:lnTo>
                    <a:pt x="100" y="3"/>
                  </a:lnTo>
                  <a:lnTo>
                    <a:pt x="100" y="3"/>
                  </a:lnTo>
                  <a:lnTo>
                    <a:pt x="97" y="5"/>
                  </a:lnTo>
                  <a:lnTo>
                    <a:pt x="94" y="8"/>
                  </a:lnTo>
                  <a:lnTo>
                    <a:pt x="94" y="11"/>
                  </a:lnTo>
                  <a:lnTo>
                    <a:pt x="95" y="14"/>
                  </a:lnTo>
                  <a:lnTo>
                    <a:pt x="113" y="67"/>
                  </a:lnTo>
                  <a:lnTo>
                    <a:pt x="114" y="67"/>
                  </a:lnTo>
                  <a:lnTo>
                    <a:pt x="127" y="25"/>
                  </a:lnTo>
                  <a:lnTo>
                    <a:pt x="127" y="25"/>
                  </a:lnTo>
                  <a:lnTo>
                    <a:pt x="130" y="16"/>
                  </a:lnTo>
                  <a:lnTo>
                    <a:pt x="130" y="10"/>
                  </a:lnTo>
                  <a:lnTo>
                    <a:pt x="128" y="8"/>
                  </a:lnTo>
                  <a:lnTo>
                    <a:pt x="127" y="7"/>
                  </a:lnTo>
                  <a:lnTo>
                    <a:pt x="122" y="3"/>
                  </a:lnTo>
                  <a:lnTo>
                    <a:pt x="122" y="0"/>
                  </a:lnTo>
                  <a:lnTo>
                    <a:pt x="152" y="0"/>
                  </a:lnTo>
                  <a:lnTo>
                    <a:pt x="152" y="3"/>
                  </a:lnTo>
                  <a:lnTo>
                    <a:pt x="152" y="3"/>
                  </a:lnTo>
                  <a:lnTo>
                    <a:pt x="147" y="5"/>
                  </a:lnTo>
                  <a:lnTo>
                    <a:pt x="142" y="10"/>
                  </a:lnTo>
                  <a:lnTo>
                    <a:pt x="138" y="16"/>
                  </a:lnTo>
                  <a:lnTo>
                    <a:pt x="133" y="27"/>
                  </a:lnTo>
                  <a:lnTo>
                    <a:pt x="108" y="10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18" name="Freeform 90">
              <a:extLst>
                <a:ext uri="{FF2B5EF4-FFF2-40B4-BE49-F238E27FC236}">
                  <a16:creationId xmlns:a16="http://schemas.microsoft.com/office/drawing/2014/main" id="{5D856DF9-573E-62CE-1B55-34FE702E8BFF}"/>
                </a:ext>
              </a:extLst>
            </p:cNvPr>
            <p:cNvSpPr>
              <a:spLocks noEditPoints="1"/>
            </p:cNvSpPr>
            <p:nvPr/>
          </p:nvSpPr>
          <p:spPr bwMode="auto">
            <a:xfrm>
              <a:off x="4792" y="3868"/>
              <a:ext cx="67" cy="64"/>
            </a:xfrm>
            <a:custGeom>
              <a:avLst/>
              <a:gdLst>
                <a:gd name="T0" fmla="*/ 56 w 67"/>
                <a:gd name="T1" fmla="*/ 50 h 64"/>
                <a:gd name="T2" fmla="*/ 60 w 67"/>
                <a:gd name="T3" fmla="*/ 58 h 64"/>
                <a:gd name="T4" fmla="*/ 61 w 67"/>
                <a:gd name="T5" fmla="*/ 58 h 64"/>
                <a:gd name="T6" fmla="*/ 66 w 67"/>
                <a:gd name="T7" fmla="*/ 53 h 64"/>
                <a:gd name="T8" fmla="*/ 67 w 67"/>
                <a:gd name="T9" fmla="*/ 53 h 64"/>
                <a:gd name="T10" fmla="*/ 64 w 67"/>
                <a:gd name="T11" fmla="*/ 61 h 64"/>
                <a:gd name="T12" fmla="*/ 53 w 67"/>
                <a:gd name="T13" fmla="*/ 64 h 64"/>
                <a:gd name="T14" fmla="*/ 49 w 67"/>
                <a:gd name="T15" fmla="*/ 64 h 64"/>
                <a:gd name="T16" fmla="*/ 41 w 67"/>
                <a:gd name="T17" fmla="*/ 59 h 64"/>
                <a:gd name="T18" fmla="*/ 38 w 67"/>
                <a:gd name="T19" fmla="*/ 56 h 64"/>
                <a:gd name="T20" fmla="*/ 33 w 67"/>
                <a:gd name="T21" fmla="*/ 61 h 64"/>
                <a:gd name="T22" fmla="*/ 24 w 67"/>
                <a:gd name="T23" fmla="*/ 64 h 64"/>
                <a:gd name="T24" fmla="*/ 19 w 67"/>
                <a:gd name="T25" fmla="*/ 64 h 64"/>
                <a:gd name="T26" fmla="*/ 5 w 67"/>
                <a:gd name="T27" fmla="*/ 59 h 64"/>
                <a:gd name="T28" fmla="*/ 0 w 67"/>
                <a:gd name="T29" fmla="*/ 48 h 64"/>
                <a:gd name="T30" fmla="*/ 2 w 67"/>
                <a:gd name="T31" fmla="*/ 42 h 64"/>
                <a:gd name="T32" fmla="*/ 8 w 67"/>
                <a:gd name="T33" fmla="*/ 36 h 64"/>
                <a:gd name="T34" fmla="*/ 27 w 67"/>
                <a:gd name="T35" fmla="*/ 30 h 64"/>
                <a:gd name="T36" fmla="*/ 39 w 67"/>
                <a:gd name="T37" fmla="*/ 25 h 64"/>
                <a:gd name="T38" fmla="*/ 36 w 67"/>
                <a:gd name="T39" fmla="*/ 14 h 64"/>
                <a:gd name="T40" fmla="*/ 24 w 67"/>
                <a:gd name="T41" fmla="*/ 9 h 64"/>
                <a:gd name="T42" fmla="*/ 19 w 67"/>
                <a:gd name="T43" fmla="*/ 11 h 64"/>
                <a:gd name="T44" fmla="*/ 10 w 67"/>
                <a:gd name="T45" fmla="*/ 16 h 64"/>
                <a:gd name="T46" fmla="*/ 3 w 67"/>
                <a:gd name="T47" fmla="*/ 20 h 64"/>
                <a:gd name="T48" fmla="*/ 7 w 67"/>
                <a:gd name="T49" fmla="*/ 11 h 64"/>
                <a:gd name="T50" fmla="*/ 21 w 67"/>
                <a:gd name="T51" fmla="*/ 0 h 64"/>
                <a:gd name="T52" fmla="*/ 30 w 67"/>
                <a:gd name="T53" fmla="*/ 0 h 64"/>
                <a:gd name="T54" fmla="*/ 49 w 67"/>
                <a:gd name="T55" fmla="*/ 5 h 64"/>
                <a:gd name="T56" fmla="*/ 55 w 67"/>
                <a:gd name="T57" fmla="*/ 11 h 64"/>
                <a:gd name="T58" fmla="*/ 56 w 67"/>
                <a:gd name="T59" fmla="*/ 22 h 64"/>
                <a:gd name="T60" fmla="*/ 39 w 67"/>
                <a:gd name="T61" fmla="*/ 28 h 64"/>
                <a:gd name="T62" fmla="*/ 30 w 67"/>
                <a:gd name="T63" fmla="*/ 33 h 64"/>
                <a:gd name="T64" fmla="*/ 21 w 67"/>
                <a:gd name="T65" fmla="*/ 40 h 64"/>
                <a:gd name="T66" fmla="*/ 19 w 67"/>
                <a:gd name="T67" fmla="*/ 47 h 64"/>
                <a:gd name="T68" fmla="*/ 22 w 67"/>
                <a:gd name="T69" fmla="*/ 55 h 64"/>
                <a:gd name="T70" fmla="*/ 27 w 67"/>
                <a:gd name="T71" fmla="*/ 58 h 64"/>
                <a:gd name="T72" fmla="*/ 33 w 67"/>
                <a:gd name="T73" fmla="*/ 56 h 64"/>
                <a:gd name="T74" fmla="*/ 39 w 67"/>
                <a:gd name="T75" fmla="*/ 2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 h="64">
                  <a:moveTo>
                    <a:pt x="56" y="50"/>
                  </a:moveTo>
                  <a:lnTo>
                    <a:pt x="56" y="50"/>
                  </a:lnTo>
                  <a:lnTo>
                    <a:pt x="58" y="56"/>
                  </a:lnTo>
                  <a:lnTo>
                    <a:pt x="60" y="58"/>
                  </a:lnTo>
                  <a:lnTo>
                    <a:pt x="61" y="58"/>
                  </a:lnTo>
                  <a:lnTo>
                    <a:pt x="61" y="58"/>
                  </a:lnTo>
                  <a:lnTo>
                    <a:pt x="64" y="56"/>
                  </a:lnTo>
                  <a:lnTo>
                    <a:pt x="66" y="53"/>
                  </a:lnTo>
                  <a:lnTo>
                    <a:pt x="67" y="53"/>
                  </a:lnTo>
                  <a:lnTo>
                    <a:pt x="67" y="53"/>
                  </a:lnTo>
                  <a:lnTo>
                    <a:pt x="66" y="58"/>
                  </a:lnTo>
                  <a:lnTo>
                    <a:pt x="64" y="61"/>
                  </a:lnTo>
                  <a:lnTo>
                    <a:pt x="60" y="64"/>
                  </a:lnTo>
                  <a:lnTo>
                    <a:pt x="53" y="64"/>
                  </a:lnTo>
                  <a:lnTo>
                    <a:pt x="53" y="64"/>
                  </a:lnTo>
                  <a:lnTo>
                    <a:pt x="49" y="64"/>
                  </a:lnTo>
                  <a:lnTo>
                    <a:pt x="44" y="62"/>
                  </a:lnTo>
                  <a:lnTo>
                    <a:pt x="41" y="59"/>
                  </a:lnTo>
                  <a:lnTo>
                    <a:pt x="39" y="56"/>
                  </a:lnTo>
                  <a:lnTo>
                    <a:pt x="38" y="56"/>
                  </a:lnTo>
                  <a:lnTo>
                    <a:pt x="38" y="56"/>
                  </a:lnTo>
                  <a:lnTo>
                    <a:pt x="33" y="61"/>
                  </a:lnTo>
                  <a:lnTo>
                    <a:pt x="28" y="62"/>
                  </a:lnTo>
                  <a:lnTo>
                    <a:pt x="24" y="64"/>
                  </a:lnTo>
                  <a:lnTo>
                    <a:pt x="19" y="64"/>
                  </a:lnTo>
                  <a:lnTo>
                    <a:pt x="19" y="64"/>
                  </a:lnTo>
                  <a:lnTo>
                    <a:pt x="11" y="62"/>
                  </a:lnTo>
                  <a:lnTo>
                    <a:pt x="5" y="59"/>
                  </a:lnTo>
                  <a:lnTo>
                    <a:pt x="2" y="55"/>
                  </a:lnTo>
                  <a:lnTo>
                    <a:pt x="0" y="48"/>
                  </a:lnTo>
                  <a:lnTo>
                    <a:pt x="0" y="48"/>
                  </a:lnTo>
                  <a:lnTo>
                    <a:pt x="2" y="42"/>
                  </a:lnTo>
                  <a:lnTo>
                    <a:pt x="5" y="39"/>
                  </a:lnTo>
                  <a:lnTo>
                    <a:pt x="8" y="36"/>
                  </a:lnTo>
                  <a:lnTo>
                    <a:pt x="14" y="33"/>
                  </a:lnTo>
                  <a:lnTo>
                    <a:pt x="27" y="30"/>
                  </a:lnTo>
                  <a:lnTo>
                    <a:pt x="39" y="25"/>
                  </a:lnTo>
                  <a:lnTo>
                    <a:pt x="39" y="25"/>
                  </a:lnTo>
                  <a:lnTo>
                    <a:pt x="38" y="19"/>
                  </a:lnTo>
                  <a:lnTo>
                    <a:pt x="36" y="14"/>
                  </a:lnTo>
                  <a:lnTo>
                    <a:pt x="32" y="11"/>
                  </a:lnTo>
                  <a:lnTo>
                    <a:pt x="24" y="9"/>
                  </a:lnTo>
                  <a:lnTo>
                    <a:pt x="24" y="9"/>
                  </a:lnTo>
                  <a:lnTo>
                    <a:pt x="19" y="11"/>
                  </a:lnTo>
                  <a:lnTo>
                    <a:pt x="13" y="12"/>
                  </a:lnTo>
                  <a:lnTo>
                    <a:pt x="10" y="16"/>
                  </a:lnTo>
                  <a:lnTo>
                    <a:pt x="7" y="20"/>
                  </a:lnTo>
                  <a:lnTo>
                    <a:pt x="3" y="20"/>
                  </a:lnTo>
                  <a:lnTo>
                    <a:pt x="3" y="20"/>
                  </a:lnTo>
                  <a:lnTo>
                    <a:pt x="7" y="11"/>
                  </a:lnTo>
                  <a:lnTo>
                    <a:pt x="13" y="5"/>
                  </a:lnTo>
                  <a:lnTo>
                    <a:pt x="21" y="0"/>
                  </a:lnTo>
                  <a:lnTo>
                    <a:pt x="30" y="0"/>
                  </a:lnTo>
                  <a:lnTo>
                    <a:pt x="30" y="0"/>
                  </a:lnTo>
                  <a:lnTo>
                    <a:pt x="39" y="0"/>
                  </a:lnTo>
                  <a:lnTo>
                    <a:pt x="49" y="5"/>
                  </a:lnTo>
                  <a:lnTo>
                    <a:pt x="52" y="8"/>
                  </a:lnTo>
                  <a:lnTo>
                    <a:pt x="55" y="11"/>
                  </a:lnTo>
                  <a:lnTo>
                    <a:pt x="56" y="16"/>
                  </a:lnTo>
                  <a:lnTo>
                    <a:pt x="56" y="22"/>
                  </a:lnTo>
                  <a:lnTo>
                    <a:pt x="56" y="50"/>
                  </a:lnTo>
                  <a:close/>
                  <a:moveTo>
                    <a:pt x="39" y="28"/>
                  </a:moveTo>
                  <a:lnTo>
                    <a:pt x="39" y="28"/>
                  </a:lnTo>
                  <a:lnTo>
                    <a:pt x="30" y="33"/>
                  </a:lnTo>
                  <a:lnTo>
                    <a:pt x="24" y="37"/>
                  </a:lnTo>
                  <a:lnTo>
                    <a:pt x="21" y="40"/>
                  </a:lnTo>
                  <a:lnTo>
                    <a:pt x="19" y="47"/>
                  </a:lnTo>
                  <a:lnTo>
                    <a:pt x="19" y="47"/>
                  </a:lnTo>
                  <a:lnTo>
                    <a:pt x="19" y="51"/>
                  </a:lnTo>
                  <a:lnTo>
                    <a:pt x="22" y="55"/>
                  </a:lnTo>
                  <a:lnTo>
                    <a:pt x="24" y="56"/>
                  </a:lnTo>
                  <a:lnTo>
                    <a:pt x="27" y="58"/>
                  </a:lnTo>
                  <a:lnTo>
                    <a:pt x="27" y="58"/>
                  </a:lnTo>
                  <a:lnTo>
                    <a:pt x="33" y="56"/>
                  </a:lnTo>
                  <a:lnTo>
                    <a:pt x="39" y="51"/>
                  </a:lnTo>
                  <a:lnTo>
                    <a:pt x="39"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19" name="Freeform 91">
              <a:extLst>
                <a:ext uri="{FF2B5EF4-FFF2-40B4-BE49-F238E27FC236}">
                  <a16:creationId xmlns:a16="http://schemas.microsoft.com/office/drawing/2014/main" id="{022ADCCE-98CB-61ED-3FEA-B60F2C435488}"/>
                </a:ext>
              </a:extLst>
            </p:cNvPr>
            <p:cNvSpPr>
              <a:spLocks/>
            </p:cNvSpPr>
            <p:nvPr/>
          </p:nvSpPr>
          <p:spPr bwMode="auto">
            <a:xfrm>
              <a:off x="4866" y="3846"/>
              <a:ext cx="49" cy="86"/>
            </a:xfrm>
            <a:custGeom>
              <a:avLst/>
              <a:gdLst>
                <a:gd name="T0" fmla="*/ 11 w 49"/>
                <a:gd name="T1" fmla="*/ 28 h 86"/>
                <a:gd name="T2" fmla="*/ 0 w 49"/>
                <a:gd name="T3" fmla="*/ 28 h 86"/>
                <a:gd name="T4" fmla="*/ 0 w 49"/>
                <a:gd name="T5" fmla="*/ 25 h 86"/>
                <a:gd name="T6" fmla="*/ 0 w 49"/>
                <a:gd name="T7" fmla="*/ 25 h 86"/>
                <a:gd name="T8" fmla="*/ 12 w 49"/>
                <a:gd name="T9" fmla="*/ 16 h 86"/>
                <a:gd name="T10" fmla="*/ 25 w 49"/>
                <a:gd name="T11" fmla="*/ 0 h 86"/>
                <a:gd name="T12" fmla="*/ 28 w 49"/>
                <a:gd name="T13" fmla="*/ 0 h 86"/>
                <a:gd name="T14" fmla="*/ 28 w 49"/>
                <a:gd name="T15" fmla="*/ 23 h 86"/>
                <a:gd name="T16" fmla="*/ 48 w 49"/>
                <a:gd name="T17" fmla="*/ 23 h 86"/>
                <a:gd name="T18" fmla="*/ 48 w 49"/>
                <a:gd name="T19" fmla="*/ 28 h 86"/>
                <a:gd name="T20" fmla="*/ 28 w 49"/>
                <a:gd name="T21" fmla="*/ 28 h 86"/>
                <a:gd name="T22" fmla="*/ 28 w 49"/>
                <a:gd name="T23" fmla="*/ 62 h 86"/>
                <a:gd name="T24" fmla="*/ 28 w 49"/>
                <a:gd name="T25" fmla="*/ 62 h 86"/>
                <a:gd name="T26" fmla="*/ 29 w 49"/>
                <a:gd name="T27" fmla="*/ 69 h 86"/>
                <a:gd name="T28" fmla="*/ 31 w 49"/>
                <a:gd name="T29" fmla="*/ 75 h 86"/>
                <a:gd name="T30" fmla="*/ 34 w 49"/>
                <a:gd name="T31" fmla="*/ 77 h 86"/>
                <a:gd name="T32" fmla="*/ 39 w 49"/>
                <a:gd name="T33" fmla="*/ 78 h 86"/>
                <a:gd name="T34" fmla="*/ 39 w 49"/>
                <a:gd name="T35" fmla="*/ 78 h 86"/>
                <a:gd name="T36" fmla="*/ 43 w 49"/>
                <a:gd name="T37" fmla="*/ 77 h 86"/>
                <a:gd name="T38" fmla="*/ 48 w 49"/>
                <a:gd name="T39" fmla="*/ 73 h 86"/>
                <a:gd name="T40" fmla="*/ 49 w 49"/>
                <a:gd name="T41" fmla="*/ 75 h 86"/>
                <a:gd name="T42" fmla="*/ 49 w 49"/>
                <a:gd name="T43" fmla="*/ 75 h 86"/>
                <a:gd name="T44" fmla="*/ 46 w 49"/>
                <a:gd name="T45" fmla="*/ 80 h 86"/>
                <a:gd name="T46" fmla="*/ 42 w 49"/>
                <a:gd name="T47" fmla="*/ 83 h 86"/>
                <a:gd name="T48" fmla="*/ 37 w 49"/>
                <a:gd name="T49" fmla="*/ 86 h 86"/>
                <a:gd name="T50" fmla="*/ 31 w 49"/>
                <a:gd name="T51" fmla="*/ 86 h 86"/>
                <a:gd name="T52" fmla="*/ 31 w 49"/>
                <a:gd name="T53" fmla="*/ 86 h 86"/>
                <a:gd name="T54" fmla="*/ 23 w 49"/>
                <a:gd name="T55" fmla="*/ 84 h 86"/>
                <a:gd name="T56" fmla="*/ 17 w 49"/>
                <a:gd name="T57" fmla="*/ 81 h 86"/>
                <a:gd name="T58" fmla="*/ 12 w 49"/>
                <a:gd name="T59" fmla="*/ 75 h 86"/>
                <a:gd name="T60" fmla="*/ 11 w 49"/>
                <a:gd name="T61" fmla="*/ 67 h 86"/>
                <a:gd name="T62" fmla="*/ 11 w 49"/>
                <a:gd name="T63"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 h="86">
                  <a:moveTo>
                    <a:pt x="11" y="28"/>
                  </a:moveTo>
                  <a:lnTo>
                    <a:pt x="0" y="28"/>
                  </a:lnTo>
                  <a:lnTo>
                    <a:pt x="0" y="25"/>
                  </a:lnTo>
                  <a:lnTo>
                    <a:pt x="0" y="25"/>
                  </a:lnTo>
                  <a:lnTo>
                    <a:pt x="12" y="16"/>
                  </a:lnTo>
                  <a:lnTo>
                    <a:pt x="25" y="0"/>
                  </a:lnTo>
                  <a:lnTo>
                    <a:pt x="28" y="0"/>
                  </a:lnTo>
                  <a:lnTo>
                    <a:pt x="28" y="23"/>
                  </a:lnTo>
                  <a:lnTo>
                    <a:pt x="48" y="23"/>
                  </a:lnTo>
                  <a:lnTo>
                    <a:pt x="48" y="28"/>
                  </a:lnTo>
                  <a:lnTo>
                    <a:pt x="28" y="28"/>
                  </a:lnTo>
                  <a:lnTo>
                    <a:pt x="28" y="62"/>
                  </a:lnTo>
                  <a:lnTo>
                    <a:pt x="28" y="62"/>
                  </a:lnTo>
                  <a:lnTo>
                    <a:pt x="29" y="69"/>
                  </a:lnTo>
                  <a:lnTo>
                    <a:pt x="31" y="75"/>
                  </a:lnTo>
                  <a:lnTo>
                    <a:pt x="34" y="77"/>
                  </a:lnTo>
                  <a:lnTo>
                    <a:pt x="39" y="78"/>
                  </a:lnTo>
                  <a:lnTo>
                    <a:pt x="39" y="78"/>
                  </a:lnTo>
                  <a:lnTo>
                    <a:pt x="43" y="77"/>
                  </a:lnTo>
                  <a:lnTo>
                    <a:pt x="48" y="73"/>
                  </a:lnTo>
                  <a:lnTo>
                    <a:pt x="49" y="75"/>
                  </a:lnTo>
                  <a:lnTo>
                    <a:pt x="49" y="75"/>
                  </a:lnTo>
                  <a:lnTo>
                    <a:pt x="46" y="80"/>
                  </a:lnTo>
                  <a:lnTo>
                    <a:pt x="42" y="83"/>
                  </a:lnTo>
                  <a:lnTo>
                    <a:pt x="37" y="86"/>
                  </a:lnTo>
                  <a:lnTo>
                    <a:pt x="31" y="86"/>
                  </a:lnTo>
                  <a:lnTo>
                    <a:pt x="31" y="86"/>
                  </a:lnTo>
                  <a:lnTo>
                    <a:pt x="23" y="84"/>
                  </a:lnTo>
                  <a:lnTo>
                    <a:pt x="17" y="81"/>
                  </a:lnTo>
                  <a:lnTo>
                    <a:pt x="12" y="75"/>
                  </a:lnTo>
                  <a:lnTo>
                    <a:pt x="11" y="67"/>
                  </a:lnTo>
                  <a:lnTo>
                    <a:pt x="1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0" name="Freeform 92">
              <a:extLst>
                <a:ext uri="{FF2B5EF4-FFF2-40B4-BE49-F238E27FC236}">
                  <a16:creationId xmlns:a16="http://schemas.microsoft.com/office/drawing/2014/main" id="{677333DC-8FB1-ECD0-4510-B3D2FF0CB16A}"/>
                </a:ext>
              </a:extLst>
            </p:cNvPr>
            <p:cNvSpPr>
              <a:spLocks/>
            </p:cNvSpPr>
            <p:nvPr/>
          </p:nvSpPr>
          <p:spPr bwMode="auto">
            <a:xfrm>
              <a:off x="4933" y="3868"/>
              <a:ext cx="46" cy="64"/>
            </a:xfrm>
            <a:custGeom>
              <a:avLst/>
              <a:gdLst>
                <a:gd name="T0" fmla="*/ 40 w 46"/>
                <a:gd name="T1" fmla="*/ 19 h 64"/>
                <a:gd name="T2" fmla="*/ 35 w 46"/>
                <a:gd name="T3" fmla="*/ 12 h 64"/>
                <a:gd name="T4" fmla="*/ 26 w 46"/>
                <a:gd name="T5" fmla="*/ 5 h 64"/>
                <a:gd name="T6" fmla="*/ 21 w 46"/>
                <a:gd name="T7" fmla="*/ 3 h 64"/>
                <a:gd name="T8" fmla="*/ 14 w 46"/>
                <a:gd name="T9" fmla="*/ 5 h 64"/>
                <a:gd name="T10" fmla="*/ 11 w 46"/>
                <a:gd name="T11" fmla="*/ 11 h 64"/>
                <a:gd name="T12" fmla="*/ 12 w 46"/>
                <a:gd name="T13" fmla="*/ 14 h 64"/>
                <a:gd name="T14" fmla="*/ 28 w 46"/>
                <a:gd name="T15" fmla="*/ 22 h 64"/>
                <a:gd name="T16" fmla="*/ 40 w 46"/>
                <a:gd name="T17" fmla="*/ 30 h 64"/>
                <a:gd name="T18" fmla="*/ 46 w 46"/>
                <a:gd name="T19" fmla="*/ 44 h 64"/>
                <a:gd name="T20" fmla="*/ 45 w 46"/>
                <a:gd name="T21" fmla="*/ 48 h 64"/>
                <a:gd name="T22" fmla="*/ 39 w 46"/>
                <a:gd name="T23" fmla="*/ 58 h 64"/>
                <a:gd name="T24" fmla="*/ 25 w 46"/>
                <a:gd name="T25" fmla="*/ 64 h 64"/>
                <a:gd name="T26" fmla="*/ 14 w 46"/>
                <a:gd name="T27" fmla="*/ 62 h 64"/>
                <a:gd name="T28" fmla="*/ 7 w 46"/>
                <a:gd name="T29" fmla="*/ 62 h 64"/>
                <a:gd name="T30" fmla="*/ 4 w 46"/>
                <a:gd name="T31" fmla="*/ 62 h 64"/>
                <a:gd name="T32" fmla="*/ 0 w 46"/>
                <a:gd name="T33" fmla="*/ 64 h 64"/>
                <a:gd name="T34" fmla="*/ 1 w 46"/>
                <a:gd name="T35" fmla="*/ 40 h 64"/>
                <a:gd name="T36" fmla="*/ 6 w 46"/>
                <a:gd name="T37" fmla="*/ 48 h 64"/>
                <a:gd name="T38" fmla="*/ 17 w 46"/>
                <a:gd name="T39" fmla="*/ 59 h 64"/>
                <a:gd name="T40" fmla="*/ 23 w 46"/>
                <a:gd name="T41" fmla="*/ 59 h 64"/>
                <a:gd name="T42" fmla="*/ 31 w 46"/>
                <a:gd name="T43" fmla="*/ 58 h 64"/>
                <a:gd name="T44" fmla="*/ 34 w 46"/>
                <a:gd name="T45" fmla="*/ 51 h 64"/>
                <a:gd name="T46" fmla="*/ 32 w 46"/>
                <a:gd name="T47" fmla="*/ 45 h 64"/>
                <a:gd name="T48" fmla="*/ 17 w 46"/>
                <a:gd name="T49" fmla="*/ 37 h 64"/>
                <a:gd name="T50" fmla="*/ 4 w 46"/>
                <a:gd name="T51" fmla="*/ 30 h 64"/>
                <a:gd name="T52" fmla="*/ 0 w 46"/>
                <a:gd name="T53" fmla="*/ 17 h 64"/>
                <a:gd name="T54" fmla="*/ 0 w 46"/>
                <a:gd name="T55" fmla="*/ 11 h 64"/>
                <a:gd name="T56" fmla="*/ 11 w 46"/>
                <a:gd name="T57" fmla="*/ 0 h 64"/>
                <a:gd name="T58" fmla="*/ 20 w 46"/>
                <a:gd name="T59" fmla="*/ 0 h 64"/>
                <a:gd name="T60" fmla="*/ 29 w 46"/>
                <a:gd name="T61" fmla="*/ 0 h 64"/>
                <a:gd name="T62" fmla="*/ 35 w 46"/>
                <a:gd name="T63" fmla="*/ 1 h 64"/>
                <a:gd name="T64" fmla="*/ 42 w 46"/>
                <a:gd name="T65"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64">
                  <a:moveTo>
                    <a:pt x="42" y="19"/>
                  </a:moveTo>
                  <a:lnTo>
                    <a:pt x="40" y="19"/>
                  </a:lnTo>
                  <a:lnTo>
                    <a:pt x="40" y="19"/>
                  </a:lnTo>
                  <a:lnTo>
                    <a:pt x="35" y="12"/>
                  </a:lnTo>
                  <a:lnTo>
                    <a:pt x="32" y="8"/>
                  </a:lnTo>
                  <a:lnTo>
                    <a:pt x="26" y="5"/>
                  </a:lnTo>
                  <a:lnTo>
                    <a:pt x="21" y="3"/>
                  </a:lnTo>
                  <a:lnTo>
                    <a:pt x="21" y="3"/>
                  </a:lnTo>
                  <a:lnTo>
                    <a:pt x="17" y="5"/>
                  </a:lnTo>
                  <a:lnTo>
                    <a:pt x="14" y="5"/>
                  </a:lnTo>
                  <a:lnTo>
                    <a:pt x="12" y="8"/>
                  </a:lnTo>
                  <a:lnTo>
                    <a:pt x="11" y="11"/>
                  </a:lnTo>
                  <a:lnTo>
                    <a:pt x="11" y="11"/>
                  </a:lnTo>
                  <a:lnTo>
                    <a:pt x="12" y="14"/>
                  </a:lnTo>
                  <a:lnTo>
                    <a:pt x="17" y="17"/>
                  </a:lnTo>
                  <a:lnTo>
                    <a:pt x="28" y="22"/>
                  </a:lnTo>
                  <a:lnTo>
                    <a:pt x="35" y="25"/>
                  </a:lnTo>
                  <a:lnTo>
                    <a:pt x="40" y="30"/>
                  </a:lnTo>
                  <a:lnTo>
                    <a:pt x="45" y="36"/>
                  </a:lnTo>
                  <a:lnTo>
                    <a:pt x="46" y="44"/>
                  </a:lnTo>
                  <a:lnTo>
                    <a:pt x="46" y="44"/>
                  </a:lnTo>
                  <a:lnTo>
                    <a:pt x="45" y="48"/>
                  </a:lnTo>
                  <a:lnTo>
                    <a:pt x="43" y="51"/>
                  </a:lnTo>
                  <a:lnTo>
                    <a:pt x="39" y="58"/>
                  </a:lnTo>
                  <a:lnTo>
                    <a:pt x="32" y="62"/>
                  </a:lnTo>
                  <a:lnTo>
                    <a:pt x="25" y="64"/>
                  </a:lnTo>
                  <a:lnTo>
                    <a:pt x="25" y="64"/>
                  </a:lnTo>
                  <a:lnTo>
                    <a:pt x="14" y="62"/>
                  </a:lnTo>
                  <a:lnTo>
                    <a:pt x="14" y="62"/>
                  </a:lnTo>
                  <a:lnTo>
                    <a:pt x="7" y="62"/>
                  </a:lnTo>
                  <a:lnTo>
                    <a:pt x="7" y="62"/>
                  </a:lnTo>
                  <a:lnTo>
                    <a:pt x="4" y="62"/>
                  </a:lnTo>
                  <a:lnTo>
                    <a:pt x="1" y="64"/>
                  </a:lnTo>
                  <a:lnTo>
                    <a:pt x="0" y="64"/>
                  </a:lnTo>
                  <a:lnTo>
                    <a:pt x="0" y="40"/>
                  </a:lnTo>
                  <a:lnTo>
                    <a:pt x="1" y="40"/>
                  </a:lnTo>
                  <a:lnTo>
                    <a:pt x="1" y="40"/>
                  </a:lnTo>
                  <a:lnTo>
                    <a:pt x="6" y="48"/>
                  </a:lnTo>
                  <a:lnTo>
                    <a:pt x="12" y="55"/>
                  </a:lnTo>
                  <a:lnTo>
                    <a:pt x="17" y="59"/>
                  </a:lnTo>
                  <a:lnTo>
                    <a:pt x="23" y="59"/>
                  </a:lnTo>
                  <a:lnTo>
                    <a:pt x="23" y="59"/>
                  </a:lnTo>
                  <a:lnTo>
                    <a:pt x="28" y="59"/>
                  </a:lnTo>
                  <a:lnTo>
                    <a:pt x="31" y="58"/>
                  </a:lnTo>
                  <a:lnTo>
                    <a:pt x="34" y="55"/>
                  </a:lnTo>
                  <a:lnTo>
                    <a:pt x="34" y="51"/>
                  </a:lnTo>
                  <a:lnTo>
                    <a:pt x="34" y="51"/>
                  </a:lnTo>
                  <a:lnTo>
                    <a:pt x="32" y="45"/>
                  </a:lnTo>
                  <a:lnTo>
                    <a:pt x="29" y="42"/>
                  </a:lnTo>
                  <a:lnTo>
                    <a:pt x="17" y="37"/>
                  </a:lnTo>
                  <a:lnTo>
                    <a:pt x="11" y="34"/>
                  </a:lnTo>
                  <a:lnTo>
                    <a:pt x="4" y="30"/>
                  </a:lnTo>
                  <a:lnTo>
                    <a:pt x="1" y="25"/>
                  </a:lnTo>
                  <a:lnTo>
                    <a:pt x="0" y="17"/>
                  </a:lnTo>
                  <a:lnTo>
                    <a:pt x="0" y="17"/>
                  </a:lnTo>
                  <a:lnTo>
                    <a:pt x="0" y="11"/>
                  </a:lnTo>
                  <a:lnTo>
                    <a:pt x="4" y="5"/>
                  </a:lnTo>
                  <a:lnTo>
                    <a:pt x="11" y="0"/>
                  </a:lnTo>
                  <a:lnTo>
                    <a:pt x="20" y="0"/>
                  </a:lnTo>
                  <a:lnTo>
                    <a:pt x="20" y="0"/>
                  </a:lnTo>
                  <a:lnTo>
                    <a:pt x="29" y="0"/>
                  </a:lnTo>
                  <a:lnTo>
                    <a:pt x="29" y="0"/>
                  </a:lnTo>
                  <a:lnTo>
                    <a:pt x="35" y="1"/>
                  </a:lnTo>
                  <a:lnTo>
                    <a:pt x="35" y="1"/>
                  </a:lnTo>
                  <a:lnTo>
                    <a:pt x="40" y="0"/>
                  </a:lnTo>
                  <a:lnTo>
                    <a:pt x="42" y="0"/>
                  </a:lnTo>
                  <a:lnTo>
                    <a:pt x="42"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1" name="Freeform 93">
              <a:extLst>
                <a:ext uri="{FF2B5EF4-FFF2-40B4-BE49-F238E27FC236}">
                  <a16:creationId xmlns:a16="http://schemas.microsoft.com/office/drawing/2014/main" id="{54B66A47-B9DD-31E1-AAED-36039E9DB075}"/>
                </a:ext>
              </a:extLst>
            </p:cNvPr>
            <p:cNvSpPr>
              <a:spLocks noEditPoints="1"/>
            </p:cNvSpPr>
            <p:nvPr/>
          </p:nvSpPr>
          <p:spPr bwMode="auto">
            <a:xfrm>
              <a:off x="4993" y="3868"/>
              <a:ext cx="75" cy="64"/>
            </a:xfrm>
            <a:custGeom>
              <a:avLst/>
              <a:gdLst>
                <a:gd name="T0" fmla="*/ 38 w 75"/>
                <a:gd name="T1" fmla="*/ 64 h 64"/>
                <a:gd name="T2" fmla="*/ 22 w 75"/>
                <a:gd name="T3" fmla="*/ 61 h 64"/>
                <a:gd name="T4" fmla="*/ 10 w 75"/>
                <a:gd name="T5" fmla="*/ 53 h 64"/>
                <a:gd name="T6" fmla="*/ 4 w 75"/>
                <a:gd name="T7" fmla="*/ 44 h 64"/>
                <a:gd name="T8" fmla="*/ 0 w 75"/>
                <a:gd name="T9" fmla="*/ 31 h 64"/>
                <a:gd name="T10" fmla="*/ 0 w 75"/>
                <a:gd name="T11" fmla="*/ 26 h 64"/>
                <a:gd name="T12" fmla="*/ 5 w 75"/>
                <a:gd name="T13" fmla="*/ 16 h 64"/>
                <a:gd name="T14" fmla="*/ 13 w 75"/>
                <a:gd name="T15" fmla="*/ 6 h 64"/>
                <a:gd name="T16" fmla="*/ 28 w 75"/>
                <a:gd name="T17" fmla="*/ 0 h 64"/>
                <a:gd name="T18" fmla="*/ 38 w 75"/>
                <a:gd name="T19" fmla="*/ 0 h 64"/>
                <a:gd name="T20" fmla="*/ 55 w 75"/>
                <a:gd name="T21" fmla="*/ 1 h 64"/>
                <a:gd name="T22" fmla="*/ 66 w 75"/>
                <a:gd name="T23" fmla="*/ 9 h 64"/>
                <a:gd name="T24" fmla="*/ 74 w 75"/>
                <a:gd name="T25" fmla="*/ 20 h 64"/>
                <a:gd name="T26" fmla="*/ 75 w 75"/>
                <a:gd name="T27" fmla="*/ 31 h 64"/>
                <a:gd name="T28" fmla="*/ 75 w 75"/>
                <a:gd name="T29" fmla="*/ 37 h 64"/>
                <a:gd name="T30" fmla="*/ 71 w 75"/>
                <a:gd name="T31" fmla="*/ 48 h 64"/>
                <a:gd name="T32" fmla="*/ 61 w 75"/>
                <a:gd name="T33" fmla="*/ 58 h 64"/>
                <a:gd name="T34" fmla="*/ 47 w 75"/>
                <a:gd name="T35" fmla="*/ 64 h 64"/>
                <a:gd name="T36" fmla="*/ 38 w 75"/>
                <a:gd name="T37" fmla="*/ 64 h 64"/>
                <a:gd name="T38" fmla="*/ 38 w 75"/>
                <a:gd name="T39" fmla="*/ 3 h 64"/>
                <a:gd name="T40" fmla="*/ 30 w 75"/>
                <a:gd name="T41" fmla="*/ 6 h 64"/>
                <a:gd name="T42" fmla="*/ 24 w 75"/>
                <a:gd name="T43" fmla="*/ 12 h 64"/>
                <a:gd name="T44" fmla="*/ 21 w 75"/>
                <a:gd name="T45" fmla="*/ 33 h 64"/>
                <a:gd name="T46" fmla="*/ 22 w 75"/>
                <a:gd name="T47" fmla="*/ 44 h 64"/>
                <a:gd name="T48" fmla="*/ 30 w 75"/>
                <a:gd name="T49" fmla="*/ 58 h 64"/>
                <a:gd name="T50" fmla="*/ 38 w 75"/>
                <a:gd name="T51" fmla="*/ 59 h 64"/>
                <a:gd name="T52" fmla="*/ 43 w 75"/>
                <a:gd name="T53" fmla="*/ 59 h 64"/>
                <a:gd name="T54" fmla="*/ 49 w 75"/>
                <a:gd name="T55" fmla="*/ 56 h 64"/>
                <a:gd name="T56" fmla="*/ 55 w 75"/>
                <a:gd name="T57" fmla="*/ 44 h 64"/>
                <a:gd name="T58" fmla="*/ 55 w 75"/>
                <a:gd name="T59" fmla="*/ 31 h 64"/>
                <a:gd name="T60" fmla="*/ 52 w 75"/>
                <a:gd name="T61" fmla="*/ 11 h 64"/>
                <a:gd name="T62" fmla="*/ 46 w 75"/>
                <a:gd name="T63" fmla="*/ 6 h 64"/>
                <a:gd name="T64" fmla="*/ 38 w 75"/>
                <a:gd name="T65" fmla="*/ 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 h="64">
                  <a:moveTo>
                    <a:pt x="38" y="64"/>
                  </a:moveTo>
                  <a:lnTo>
                    <a:pt x="38" y="64"/>
                  </a:lnTo>
                  <a:lnTo>
                    <a:pt x="28" y="64"/>
                  </a:lnTo>
                  <a:lnTo>
                    <a:pt x="22" y="61"/>
                  </a:lnTo>
                  <a:lnTo>
                    <a:pt x="14" y="58"/>
                  </a:lnTo>
                  <a:lnTo>
                    <a:pt x="10" y="53"/>
                  </a:lnTo>
                  <a:lnTo>
                    <a:pt x="5" y="48"/>
                  </a:lnTo>
                  <a:lnTo>
                    <a:pt x="4" y="44"/>
                  </a:lnTo>
                  <a:lnTo>
                    <a:pt x="0" y="37"/>
                  </a:lnTo>
                  <a:lnTo>
                    <a:pt x="0" y="31"/>
                  </a:lnTo>
                  <a:lnTo>
                    <a:pt x="0" y="31"/>
                  </a:lnTo>
                  <a:lnTo>
                    <a:pt x="0" y="26"/>
                  </a:lnTo>
                  <a:lnTo>
                    <a:pt x="2" y="22"/>
                  </a:lnTo>
                  <a:lnTo>
                    <a:pt x="5" y="16"/>
                  </a:lnTo>
                  <a:lnTo>
                    <a:pt x="8" y="11"/>
                  </a:lnTo>
                  <a:lnTo>
                    <a:pt x="13" y="6"/>
                  </a:lnTo>
                  <a:lnTo>
                    <a:pt x="21" y="3"/>
                  </a:lnTo>
                  <a:lnTo>
                    <a:pt x="28" y="0"/>
                  </a:lnTo>
                  <a:lnTo>
                    <a:pt x="38" y="0"/>
                  </a:lnTo>
                  <a:lnTo>
                    <a:pt x="38" y="0"/>
                  </a:lnTo>
                  <a:lnTo>
                    <a:pt x="47" y="0"/>
                  </a:lnTo>
                  <a:lnTo>
                    <a:pt x="55" y="1"/>
                  </a:lnTo>
                  <a:lnTo>
                    <a:pt x="61" y="6"/>
                  </a:lnTo>
                  <a:lnTo>
                    <a:pt x="66" y="9"/>
                  </a:lnTo>
                  <a:lnTo>
                    <a:pt x="71" y="16"/>
                  </a:lnTo>
                  <a:lnTo>
                    <a:pt x="74" y="20"/>
                  </a:lnTo>
                  <a:lnTo>
                    <a:pt x="75" y="26"/>
                  </a:lnTo>
                  <a:lnTo>
                    <a:pt x="75" y="31"/>
                  </a:lnTo>
                  <a:lnTo>
                    <a:pt x="75" y="31"/>
                  </a:lnTo>
                  <a:lnTo>
                    <a:pt x="75" y="37"/>
                  </a:lnTo>
                  <a:lnTo>
                    <a:pt x="74" y="44"/>
                  </a:lnTo>
                  <a:lnTo>
                    <a:pt x="71" y="48"/>
                  </a:lnTo>
                  <a:lnTo>
                    <a:pt x="66" y="53"/>
                  </a:lnTo>
                  <a:lnTo>
                    <a:pt x="61" y="58"/>
                  </a:lnTo>
                  <a:lnTo>
                    <a:pt x="55" y="61"/>
                  </a:lnTo>
                  <a:lnTo>
                    <a:pt x="47" y="64"/>
                  </a:lnTo>
                  <a:lnTo>
                    <a:pt x="38" y="64"/>
                  </a:lnTo>
                  <a:lnTo>
                    <a:pt x="38" y="64"/>
                  </a:lnTo>
                  <a:close/>
                  <a:moveTo>
                    <a:pt x="38" y="3"/>
                  </a:moveTo>
                  <a:lnTo>
                    <a:pt x="38" y="3"/>
                  </a:lnTo>
                  <a:lnTo>
                    <a:pt x="33" y="5"/>
                  </a:lnTo>
                  <a:lnTo>
                    <a:pt x="30" y="6"/>
                  </a:lnTo>
                  <a:lnTo>
                    <a:pt x="27" y="8"/>
                  </a:lnTo>
                  <a:lnTo>
                    <a:pt x="24" y="12"/>
                  </a:lnTo>
                  <a:lnTo>
                    <a:pt x="21" y="20"/>
                  </a:lnTo>
                  <a:lnTo>
                    <a:pt x="21" y="33"/>
                  </a:lnTo>
                  <a:lnTo>
                    <a:pt x="21" y="33"/>
                  </a:lnTo>
                  <a:lnTo>
                    <a:pt x="22" y="44"/>
                  </a:lnTo>
                  <a:lnTo>
                    <a:pt x="25" y="53"/>
                  </a:lnTo>
                  <a:lnTo>
                    <a:pt x="30" y="58"/>
                  </a:lnTo>
                  <a:lnTo>
                    <a:pt x="35" y="59"/>
                  </a:lnTo>
                  <a:lnTo>
                    <a:pt x="38" y="59"/>
                  </a:lnTo>
                  <a:lnTo>
                    <a:pt x="38" y="59"/>
                  </a:lnTo>
                  <a:lnTo>
                    <a:pt x="43" y="59"/>
                  </a:lnTo>
                  <a:lnTo>
                    <a:pt x="46" y="58"/>
                  </a:lnTo>
                  <a:lnTo>
                    <a:pt x="49" y="56"/>
                  </a:lnTo>
                  <a:lnTo>
                    <a:pt x="50" y="51"/>
                  </a:lnTo>
                  <a:lnTo>
                    <a:pt x="55" y="44"/>
                  </a:lnTo>
                  <a:lnTo>
                    <a:pt x="55" y="31"/>
                  </a:lnTo>
                  <a:lnTo>
                    <a:pt x="55" y="31"/>
                  </a:lnTo>
                  <a:lnTo>
                    <a:pt x="55" y="20"/>
                  </a:lnTo>
                  <a:lnTo>
                    <a:pt x="52" y="11"/>
                  </a:lnTo>
                  <a:lnTo>
                    <a:pt x="49" y="8"/>
                  </a:lnTo>
                  <a:lnTo>
                    <a:pt x="46" y="6"/>
                  </a:lnTo>
                  <a:lnTo>
                    <a:pt x="43" y="5"/>
                  </a:lnTo>
                  <a:lnTo>
                    <a:pt x="38" y="3"/>
                  </a:lnTo>
                  <a:lnTo>
                    <a:pt x="38"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2" name="Freeform 94">
              <a:extLst>
                <a:ext uri="{FF2B5EF4-FFF2-40B4-BE49-F238E27FC236}">
                  <a16:creationId xmlns:a16="http://schemas.microsoft.com/office/drawing/2014/main" id="{071E8903-00EB-2680-C96D-67D4B68DCB9D}"/>
                </a:ext>
              </a:extLst>
            </p:cNvPr>
            <p:cNvSpPr>
              <a:spLocks/>
            </p:cNvSpPr>
            <p:nvPr/>
          </p:nvSpPr>
          <p:spPr bwMode="auto">
            <a:xfrm>
              <a:off x="5076" y="3868"/>
              <a:ext cx="83" cy="61"/>
            </a:xfrm>
            <a:custGeom>
              <a:avLst/>
              <a:gdLst>
                <a:gd name="T0" fmla="*/ 55 w 83"/>
                <a:gd name="T1" fmla="*/ 23 h 61"/>
                <a:gd name="T2" fmla="*/ 55 w 83"/>
                <a:gd name="T3" fmla="*/ 23 h 61"/>
                <a:gd name="T4" fmla="*/ 55 w 83"/>
                <a:gd name="T5" fmla="*/ 17 h 61"/>
                <a:gd name="T6" fmla="*/ 53 w 83"/>
                <a:gd name="T7" fmla="*/ 12 h 61"/>
                <a:gd name="T8" fmla="*/ 48 w 83"/>
                <a:gd name="T9" fmla="*/ 9 h 61"/>
                <a:gd name="T10" fmla="*/ 44 w 83"/>
                <a:gd name="T11" fmla="*/ 9 h 61"/>
                <a:gd name="T12" fmla="*/ 44 w 83"/>
                <a:gd name="T13" fmla="*/ 9 h 61"/>
                <a:gd name="T14" fmla="*/ 39 w 83"/>
                <a:gd name="T15" fmla="*/ 9 h 61"/>
                <a:gd name="T16" fmla="*/ 36 w 83"/>
                <a:gd name="T17" fmla="*/ 11 h 61"/>
                <a:gd name="T18" fmla="*/ 33 w 83"/>
                <a:gd name="T19" fmla="*/ 16 h 61"/>
                <a:gd name="T20" fmla="*/ 30 w 83"/>
                <a:gd name="T21" fmla="*/ 19 h 61"/>
                <a:gd name="T22" fmla="*/ 30 w 83"/>
                <a:gd name="T23" fmla="*/ 47 h 61"/>
                <a:gd name="T24" fmla="*/ 30 w 83"/>
                <a:gd name="T25" fmla="*/ 47 h 61"/>
                <a:gd name="T26" fmla="*/ 30 w 83"/>
                <a:gd name="T27" fmla="*/ 51 h 61"/>
                <a:gd name="T28" fmla="*/ 31 w 83"/>
                <a:gd name="T29" fmla="*/ 55 h 61"/>
                <a:gd name="T30" fmla="*/ 33 w 83"/>
                <a:gd name="T31" fmla="*/ 58 h 61"/>
                <a:gd name="T32" fmla="*/ 37 w 83"/>
                <a:gd name="T33" fmla="*/ 59 h 61"/>
                <a:gd name="T34" fmla="*/ 37 w 83"/>
                <a:gd name="T35" fmla="*/ 61 h 61"/>
                <a:gd name="T36" fmla="*/ 2 w 83"/>
                <a:gd name="T37" fmla="*/ 61 h 61"/>
                <a:gd name="T38" fmla="*/ 2 w 83"/>
                <a:gd name="T39" fmla="*/ 59 h 61"/>
                <a:gd name="T40" fmla="*/ 2 w 83"/>
                <a:gd name="T41" fmla="*/ 59 h 61"/>
                <a:gd name="T42" fmla="*/ 6 w 83"/>
                <a:gd name="T43" fmla="*/ 58 h 61"/>
                <a:gd name="T44" fmla="*/ 9 w 83"/>
                <a:gd name="T45" fmla="*/ 55 h 61"/>
                <a:gd name="T46" fmla="*/ 11 w 83"/>
                <a:gd name="T47" fmla="*/ 53 h 61"/>
                <a:gd name="T48" fmla="*/ 11 w 83"/>
                <a:gd name="T49" fmla="*/ 48 h 61"/>
                <a:gd name="T50" fmla="*/ 11 w 83"/>
                <a:gd name="T51" fmla="*/ 16 h 61"/>
                <a:gd name="T52" fmla="*/ 11 w 83"/>
                <a:gd name="T53" fmla="*/ 16 h 61"/>
                <a:gd name="T54" fmla="*/ 11 w 83"/>
                <a:gd name="T55" fmla="*/ 11 h 61"/>
                <a:gd name="T56" fmla="*/ 9 w 83"/>
                <a:gd name="T57" fmla="*/ 8 h 61"/>
                <a:gd name="T58" fmla="*/ 5 w 83"/>
                <a:gd name="T59" fmla="*/ 6 h 61"/>
                <a:gd name="T60" fmla="*/ 0 w 83"/>
                <a:gd name="T61" fmla="*/ 5 h 61"/>
                <a:gd name="T62" fmla="*/ 0 w 83"/>
                <a:gd name="T63" fmla="*/ 1 h 61"/>
                <a:gd name="T64" fmla="*/ 27 w 83"/>
                <a:gd name="T65" fmla="*/ 0 h 61"/>
                <a:gd name="T66" fmla="*/ 30 w 83"/>
                <a:gd name="T67" fmla="*/ 0 h 61"/>
                <a:gd name="T68" fmla="*/ 30 w 83"/>
                <a:gd name="T69" fmla="*/ 14 h 61"/>
                <a:gd name="T70" fmla="*/ 30 w 83"/>
                <a:gd name="T71" fmla="*/ 14 h 61"/>
                <a:gd name="T72" fmla="*/ 30 w 83"/>
                <a:gd name="T73" fmla="*/ 14 h 61"/>
                <a:gd name="T74" fmla="*/ 34 w 83"/>
                <a:gd name="T75" fmla="*/ 8 h 61"/>
                <a:gd name="T76" fmla="*/ 39 w 83"/>
                <a:gd name="T77" fmla="*/ 3 h 61"/>
                <a:gd name="T78" fmla="*/ 45 w 83"/>
                <a:gd name="T79" fmla="*/ 0 h 61"/>
                <a:gd name="T80" fmla="*/ 51 w 83"/>
                <a:gd name="T81" fmla="*/ 0 h 61"/>
                <a:gd name="T82" fmla="*/ 51 w 83"/>
                <a:gd name="T83" fmla="*/ 0 h 61"/>
                <a:gd name="T84" fmla="*/ 59 w 83"/>
                <a:gd name="T85" fmla="*/ 0 h 61"/>
                <a:gd name="T86" fmla="*/ 65 w 83"/>
                <a:gd name="T87" fmla="*/ 5 h 61"/>
                <a:gd name="T88" fmla="*/ 69 w 83"/>
                <a:gd name="T89" fmla="*/ 8 h 61"/>
                <a:gd name="T90" fmla="*/ 72 w 83"/>
                <a:gd name="T91" fmla="*/ 11 h 61"/>
                <a:gd name="T92" fmla="*/ 73 w 83"/>
                <a:gd name="T93" fmla="*/ 16 h 61"/>
                <a:gd name="T94" fmla="*/ 73 w 83"/>
                <a:gd name="T95" fmla="*/ 20 h 61"/>
                <a:gd name="T96" fmla="*/ 73 w 83"/>
                <a:gd name="T97" fmla="*/ 47 h 61"/>
                <a:gd name="T98" fmla="*/ 73 w 83"/>
                <a:gd name="T99" fmla="*/ 47 h 61"/>
                <a:gd name="T100" fmla="*/ 73 w 83"/>
                <a:gd name="T101" fmla="*/ 51 h 61"/>
                <a:gd name="T102" fmla="*/ 75 w 83"/>
                <a:gd name="T103" fmla="*/ 55 h 61"/>
                <a:gd name="T104" fmla="*/ 78 w 83"/>
                <a:gd name="T105" fmla="*/ 58 h 61"/>
                <a:gd name="T106" fmla="*/ 83 w 83"/>
                <a:gd name="T107" fmla="*/ 59 h 61"/>
                <a:gd name="T108" fmla="*/ 83 w 83"/>
                <a:gd name="T109" fmla="*/ 61 h 61"/>
                <a:gd name="T110" fmla="*/ 45 w 83"/>
                <a:gd name="T111" fmla="*/ 61 h 61"/>
                <a:gd name="T112" fmla="*/ 45 w 83"/>
                <a:gd name="T113" fmla="*/ 59 h 61"/>
                <a:gd name="T114" fmla="*/ 45 w 83"/>
                <a:gd name="T115" fmla="*/ 59 h 61"/>
                <a:gd name="T116" fmla="*/ 50 w 83"/>
                <a:gd name="T117" fmla="*/ 58 h 61"/>
                <a:gd name="T118" fmla="*/ 53 w 83"/>
                <a:gd name="T119" fmla="*/ 55 h 61"/>
                <a:gd name="T120" fmla="*/ 55 w 83"/>
                <a:gd name="T121" fmla="*/ 51 h 61"/>
                <a:gd name="T122" fmla="*/ 55 w 83"/>
                <a:gd name="T123" fmla="*/ 48 h 61"/>
                <a:gd name="T124" fmla="*/ 55 w 83"/>
                <a:gd name="T125" fmla="*/ 23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3" h="61">
                  <a:moveTo>
                    <a:pt x="55" y="23"/>
                  </a:moveTo>
                  <a:lnTo>
                    <a:pt x="55" y="23"/>
                  </a:lnTo>
                  <a:lnTo>
                    <a:pt x="55" y="17"/>
                  </a:lnTo>
                  <a:lnTo>
                    <a:pt x="53" y="12"/>
                  </a:lnTo>
                  <a:lnTo>
                    <a:pt x="48" y="9"/>
                  </a:lnTo>
                  <a:lnTo>
                    <a:pt x="44" y="9"/>
                  </a:lnTo>
                  <a:lnTo>
                    <a:pt x="44" y="9"/>
                  </a:lnTo>
                  <a:lnTo>
                    <a:pt x="39" y="9"/>
                  </a:lnTo>
                  <a:lnTo>
                    <a:pt x="36" y="11"/>
                  </a:lnTo>
                  <a:lnTo>
                    <a:pt x="33" y="16"/>
                  </a:lnTo>
                  <a:lnTo>
                    <a:pt x="30" y="19"/>
                  </a:lnTo>
                  <a:lnTo>
                    <a:pt x="30" y="47"/>
                  </a:lnTo>
                  <a:lnTo>
                    <a:pt x="30" y="47"/>
                  </a:lnTo>
                  <a:lnTo>
                    <a:pt x="30" y="51"/>
                  </a:lnTo>
                  <a:lnTo>
                    <a:pt x="31" y="55"/>
                  </a:lnTo>
                  <a:lnTo>
                    <a:pt x="33" y="58"/>
                  </a:lnTo>
                  <a:lnTo>
                    <a:pt x="37" y="59"/>
                  </a:lnTo>
                  <a:lnTo>
                    <a:pt x="37" y="61"/>
                  </a:lnTo>
                  <a:lnTo>
                    <a:pt x="2" y="61"/>
                  </a:lnTo>
                  <a:lnTo>
                    <a:pt x="2" y="59"/>
                  </a:lnTo>
                  <a:lnTo>
                    <a:pt x="2" y="59"/>
                  </a:lnTo>
                  <a:lnTo>
                    <a:pt x="6" y="58"/>
                  </a:lnTo>
                  <a:lnTo>
                    <a:pt x="9" y="55"/>
                  </a:lnTo>
                  <a:lnTo>
                    <a:pt x="11" y="53"/>
                  </a:lnTo>
                  <a:lnTo>
                    <a:pt x="11" y="48"/>
                  </a:lnTo>
                  <a:lnTo>
                    <a:pt x="11" y="16"/>
                  </a:lnTo>
                  <a:lnTo>
                    <a:pt x="11" y="16"/>
                  </a:lnTo>
                  <a:lnTo>
                    <a:pt x="11" y="11"/>
                  </a:lnTo>
                  <a:lnTo>
                    <a:pt x="9" y="8"/>
                  </a:lnTo>
                  <a:lnTo>
                    <a:pt x="5" y="6"/>
                  </a:lnTo>
                  <a:lnTo>
                    <a:pt x="0" y="5"/>
                  </a:lnTo>
                  <a:lnTo>
                    <a:pt x="0" y="1"/>
                  </a:lnTo>
                  <a:lnTo>
                    <a:pt x="27" y="0"/>
                  </a:lnTo>
                  <a:lnTo>
                    <a:pt x="30" y="0"/>
                  </a:lnTo>
                  <a:lnTo>
                    <a:pt x="30" y="14"/>
                  </a:lnTo>
                  <a:lnTo>
                    <a:pt x="30" y="14"/>
                  </a:lnTo>
                  <a:lnTo>
                    <a:pt x="30" y="14"/>
                  </a:lnTo>
                  <a:lnTo>
                    <a:pt x="34" y="8"/>
                  </a:lnTo>
                  <a:lnTo>
                    <a:pt x="39" y="3"/>
                  </a:lnTo>
                  <a:lnTo>
                    <a:pt x="45" y="0"/>
                  </a:lnTo>
                  <a:lnTo>
                    <a:pt x="51" y="0"/>
                  </a:lnTo>
                  <a:lnTo>
                    <a:pt x="51" y="0"/>
                  </a:lnTo>
                  <a:lnTo>
                    <a:pt x="59" y="0"/>
                  </a:lnTo>
                  <a:lnTo>
                    <a:pt x="65" y="5"/>
                  </a:lnTo>
                  <a:lnTo>
                    <a:pt x="69" y="8"/>
                  </a:lnTo>
                  <a:lnTo>
                    <a:pt x="72" y="11"/>
                  </a:lnTo>
                  <a:lnTo>
                    <a:pt x="73" y="16"/>
                  </a:lnTo>
                  <a:lnTo>
                    <a:pt x="73" y="20"/>
                  </a:lnTo>
                  <a:lnTo>
                    <a:pt x="73" y="47"/>
                  </a:lnTo>
                  <a:lnTo>
                    <a:pt x="73" y="47"/>
                  </a:lnTo>
                  <a:lnTo>
                    <a:pt x="73" y="51"/>
                  </a:lnTo>
                  <a:lnTo>
                    <a:pt x="75" y="55"/>
                  </a:lnTo>
                  <a:lnTo>
                    <a:pt x="78" y="58"/>
                  </a:lnTo>
                  <a:lnTo>
                    <a:pt x="83" y="59"/>
                  </a:lnTo>
                  <a:lnTo>
                    <a:pt x="83" y="61"/>
                  </a:lnTo>
                  <a:lnTo>
                    <a:pt x="45" y="61"/>
                  </a:lnTo>
                  <a:lnTo>
                    <a:pt x="45" y="59"/>
                  </a:lnTo>
                  <a:lnTo>
                    <a:pt x="45" y="59"/>
                  </a:lnTo>
                  <a:lnTo>
                    <a:pt x="50" y="58"/>
                  </a:lnTo>
                  <a:lnTo>
                    <a:pt x="53" y="55"/>
                  </a:lnTo>
                  <a:lnTo>
                    <a:pt x="55" y="51"/>
                  </a:lnTo>
                  <a:lnTo>
                    <a:pt x="55" y="48"/>
                  </a:lnTo>
                  <a:lnTo>
                    <a:pt x="55"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3" name="Freeform 95">
              <a:extLst>
                <a:ext uri="{FF2B5EF4-FFF2-40B4-BE49-F238E27FC236}">
                  <a16:creationId xmlns:a16="http://schemas.microsoft.com/office/drawing/2014/main" id="{FBE4A05C-5D38-B56D-089A-F616E0CADD5C}"/>
                </a:ext>
              </a:extLst>
            </p:cNvPr>
            <p:cNvSpPr>
              <a:spLocks/>
            </p:cNvSpPr>
            <p:nvPr/>
          </p:nvSpPr>
          <p:spPr bwMode="auto">
            <a:xfrm>
              <a:off x="5190" y="3827"/>
              <a:ext cx="153" cy="105"/>
            </a:xfrm>
            <a:custGeom>
              <a:avLst/>
              <a:gdLst>
                <a:gd name="T0" fmla="*/ 107 w 153"/>
                <a:gd name="T1" fmla="*/ 105 h 105"/>
                <a:gd name="T2" fmla="*/ 104 w 153"/>
                <a:gd name="T3" fmla="*/ 105 h 105"/>
                <a:gd name="T4" fmla="*/ 76 w 153"/>
                <a:gd name="T5" fmla="*/ 25 h 105"/>
                <a:gd name="T6" fmla="*/ 75 w 153"/>
                <a:gd name="T7" fmla="*/ 25 h 105"/>
                <a:gd name="T8" fmla="*/ 50 w 153"/>
                <a:gd name="T9" fmla="*/ 105 h 105"/>
                <a:gd name="T10" fmla="*/ 47 w 153"/>
                <a:gd name="T11" fmla="*/ 105 h 105"/>
                <a:gd name="T12" fmla="*/ 15 w 153"/>
                <a:gd name="T13" fmla="*/ 19 h 105"/>
                <a:gd name="T14" fmla="*/ 15 w 153"/>
                <a:gd name="T15" fmla="*/ 19 h 105"/>
                <a:gd name="T16" fmla="*/ 12 w 153"/>
                <a:gd name="T17" fmla="*/ 11 h 105"/>
                <a:gd name="T18" fmla="*/ 9 w 153"/>
                <a:gd name="T19" fmla="*/ 7 h 105"/>
                <a:gd name="T20" fmla="*/ 4 w 153"/>
                <a:gd name="T21" fmla="*/ 5 h 105"/>
                <a:gd name="T22" fmla="*/ 0 w 153"/>
                <a:gd name="T23" fmla="*/ 3 h 105"/>
                <a:gd name="T24" fmla="*/ 0 w 153"/>
                <a:gd name="T25" fmla="*/ 0 h 105"/>
                <a:gd name="T26" fmla="*/ 42 w 153"/>
                <a:gd name="T27" fmla="*/ 0 h 105"/>
                <a:gd name="T28" fmla="*/ 42 w 153"/>
                <a:gd name="T29" fmla="*/ 3 h 105"/>
                <a:gd name="T30" fmla="*/ 42 w 153"/>
                <a:gd name="T31" fmla="*/ 3 h 105"/>
                <a:gd name="T32" fmla="*/ 37 w 153"/>
                <a:gd name="T33" fmla="*/ 5 h 105"/>
                <a:gd name="T34" fmla="*/ 36 w 153"/>
                <a:gd name="T35" fmla="*/ 8 h 105"/>
                <a:gd name="T36" fmla="*/ 36 w 153"/>
                <a:gd name="T37" fmla="*/ 13 h 105"/>
                <a:gd name="T38" fmla="*/ 37 w 153"/>
                <a:gd name="T39" fmla="*/ 18 h 105"/>
                <a:gd name="T40" fmla="*/ 54 w 153"/>
                <a:gd name="T41" fmla="*/ 67 h 105"/>
                <a:gd name="T42" fmla="*/ 56 w 153"/>
                <a:gd name="T43" fmla="*/ 67 h 105"/>
                <a:gd name="T44" fmla="*/ 72 w 153"/>
                <a:gd name="T45" fmla="*/ 14 h 105"/>
                <a:gd name="T46" fmla="*/ 72 w 153"/>
                <a:gd name="T47" fmla="*/ 14 h 105"/>
                <a:gd name="T48" fmla="*/ 70 w 153"/>
                <a:gd name="T49" fmla="*/ 10 h 105"/>
                <a:gd name="T50" fmla="*/ 67 w 153"/>
                <a:gd name="T51" fmla="*/ 7 h 105"/>
                <a:gd name="T52" fmla="*/ 64 w 153"/>
                <a:gd name="T53" fmla="*/ 5 h 105"/>
                <a:gd name="T54" fmla="*/ 57 w 153"/>
                <a:gd name="T55" fmla="*/ 3 h 105"/>
                <a:gd name="T56" fmla="*/ 57 w 153"/>
                <a:gd name="T57" fmla="*/ 0 h 105"/>
                <a:gd name="T58" fmla="*/ 100 w 153"/>
                <a:gd name="T59" fmla="*/ 0 h 105"/>
                <a:gd name="T60" fmla="*/ 100 w 153"/>
                <a:gd name="T61" fmla="*/ 3 h 105"/>
                <a:gd name="T62" fmla="*/ 100 w 153"/>
                <a:gd name="T63" fmla="*/ 3 h 105"/>
                <a:gd name="T64" fmla="*/ 96 w 153"/>
                <a:gd name="T65" fmla="*/ 5 h 105"/>
                <a:gd name="T66" fmla="*/ 95 w 153"/>
                <a:gd name="T67" fmla="*/ 8 h 105"/>
                <a:gd name="T68" fmla="*/ 93 w 153"/>
                <a:gd name="T69" fmla="*/ 11 h 105"/>
                <a:gd name="T70" fmla="*/ 95 w 153"/>
                <a:gd name="T71" fmla="*/ 14 h 105"/>
                <a:gd name="T72" fmla="*/ 114 w 153"/>
                <a:gd name="T73" fmla="*/ 67 h 105"/>
                <a:gd name="T74" fmla="*/ 114 w 153"/>
                <a:gd name="T75" fmla="*/ 67 h 105"/>
                <a:gd name="T76" fmla="*/ 128 w 153"/>
                <a:gd name="T77" fmla="*/ 25 h 105"/>
                <a:gd name="T78" fmla="*/ 128 w 153"/>
                <a:gd name="T79" fmla="*/ 25 h 105"/>
                <a:gd name="T80" fmla="*/ 129 w 153"/>
                <a:gd name="T81" fmla="*/ 16 h 105"/>
                <a:gd name="T82" fmla="*/ 129 w 153"/>
                <a:gd name="T83" fmla="*/ 10 h 105"/>
                <a:gd name="T84" fmla="*/ 129 w 153"/>
                <a:gd name="T85" fmla="*/ 8 h 105"/>
                <a:gd name="T86" fmla="*/ 128 w 153"/>
                <a:gd name="T87" fmla="*/ 7 h 105"/>
                <a:gd name="T88" fmla="*/ 121 w 153"/>
                <a:gd name="T89" fmla="*/ 3 h 105"/>
                <a:gd name="T90" fmla="*/ 121 w 153"/>
                <a:gd name="T91" fmla="*/ 0 h 105"/>
                <a:gd name="T92" fmla="*/ 153 w 153"/>
                <a:gd name="T93" fmla="*/ 0 h 105"/>
                <a:gd name="T94" fmla="*/ 153 w 153"/>
                <a:gd name="T95" fmla="*/ 3 h 105"/>
                <a:gd name="T96" fmla="*/ 153 w 153"/>
                <a:gd name="T97" fmla="*/ 3 h 105"/>
                <a:gd name="T98" fmla="*/ 146 w 153"/>
                <a:gd name="T99" fmla="*/ 5 h 105"/>
                <a:gd name="T100" fmla="*/ 142 w 153"/>
                <a:gd name="T101" fmla="*/ 10 h 105"/>
                <a:gd name="T102" fmla="*/ 137 w 153"/>
                <a:gd name="T103" fmla="*/ 16 h 105"/>
                <a:gd name="T104" fmla="*/ 134 w 153"/>
                <a:gd name="T105" fmla="*/ 27 h 105"/>
                <a:gd name="T106" fmla="*/ 107 w 153"/>
                <a:gd name="T107"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3" h="105">
                  <a:moveTo>
                    <a:pt x="107" y="105"/>
                  </a:moveTo>
                  <a:lnTo>
                    <a:pt x="104" y="105"/>
                  </a:lnTo>
                  <a:lnTo>
                    <a:pt x="76" y="25"/>
                  </a:lnTo>
                  <a:lnTo>
                    <a:pt x="75" y="25"/>
                  </a:lnTo>
                  <a:lnTo>
                    <a:pt x="50" y="105"/>
                  </a:lnTo>
                  <a:lnTo>
                    <a:pt x="47" y="105"/>
                  </a:lnTo>
                  <a:lnTo>
                    <a:pt x="15" y="19"/>
                  </a:lnTo>
                  <a:lnTo>
                    <a:pt x="15" y="19"/>
                  </a:lnTo>
                  <a:lnTo>
                    <a:pt x="12" y="11"/>
                  </a:lnTo>
                  <a:lnTo>
                    <a:pt x="9" y="7"/>
                  </a:lnTo>
                  <a:lnTo>
                    <a:pt x="4" y="5"/>
                  </a:lnTo>
                  <a:lnTo>
                    <a:pt x="0" y="3"/>
                  </a:lnTo>
                  <a:lnTo>
                    <a:pt x="0" y="0"/>
                  </a:lnTo>
                  <a:lnTo>
                    <a:pt x="42" y="0"/>
                  </a:lnTo>
                  <a:lnTo>
                    <a:pt x="42" y="3"/>
                  </a:lnTo>
                  <a:lnTo>
                    <a:pt x="42" y="3"/>
                  </a:lnTo>
                  <a:lnTo>
                    <a:pt x="37" y="5"/>
                  </a:lnTo>
                  <a:lnTo>
                    <a:pt x="36" y="8"/>
                  </a:lnTo>
                  <a:lnTo>
                    <a:pt x="36" y="13"/>
                  </a:lnTo>
                  <a:lnTo>
                    <a:pt x="37" y="18"/>
                  </a:lnTo>
                  <a:lnTo>
                    <a:pt x="54" y="67"/>
                  </a:lnTo>
                  <a:lnTo>
                    <a:pt x="56" y="67"/>
                  </a:lnTo>
                  <a:lnTo>
                    <a:pt x="72" y="14"/>
                  </a:lnTo>
                  <a:lnTo>
                    <a:pt x="72" y="14"/>
                  </a:lnTo>
                  <a:lnTo>
                    <a:pt x="70" y="10"/>
                  </a:lnTo>
                  <a:lnTo>
                    <a:pt x="67" y="7"/>
                  </a:lnTo>
                  <a:lnTo>
                    <a:pt x="64" y="5"/>
                  </a:lnTo>
                  <a:lnTo>
                    <a:pt x="57" y="3"/>
                  </a:lnTo>
                  <a:lnTo>
                    <a:pt x="57" y="0"/>
                  </a:lnTo>
                  <a:lnTo>
                    <a:pt x="100" y="0"/>
                  </a:lnTo>
                  <a:lnTo>
                    <a:pt x="100" y="3"/>
                  </a:lnTo>
                  <a:lnTo>
                    <a:pt x="100" y="3"/>
                  </a:lnTo>
                  <a:lnTo>
                    <a:pt x="96" y="5"/>
                  </a:lnTo>
                  <a:lnTo>
                    <a:pt x="95" y="8"/>
                  </a:lnTo>
                  <a:lnTo>
                    <a:pt x="93" y="11"/>
                  </a:lnTo>
                  <a:lnTo>
                    <a:pt x="95" y="14"/>
                  </a:lnTo>
                  <a:lnTo>
                    <a:pt x="114" y="67"/>
                  </a:lnTo>
                  <a:lnTo>
                    <a:pt x="114" y="67"/>
                  </a:lnTo>
                  <a:lnTo>
                    <a:pt x="128" y="25"/>
                  </a:lnTo>
                  <a:lnTo>
                    <a:pt x="128" y="25"/>
                  </a:lnTo>
                  <a:lnTo>
                    <a:pt x="129" y="16"/>
                  </a:lnTo>
                  <a:lnTo>
                    <a:pt x="129" y="10"/>
                  </a:lnTo>
                  <a:lnTo>
                    <a:pt x="129" y="8"/>
                  </a:lnTo>
                  <a:lnTo>
                    <a:pt x="128" y="7"/>
                  </a:lnTo>
                  <a:lnTo>
                    <a:pt x="121" y="3"/>
                  </a:lnTo>
                  <a:lnTo>
                    <a:pt x="121" y="0"/>
                  </a:lnTo>
                  <a:lnTo>
                    <a:pt x="153" y="0"/>
                  </a:lnTo>
                  <a:lnTo>
                    <a:pt x="153" y="3"/>
                  </a:lnTo>
                  <a:lnTo>
                    <a:pt x="153" y="3"/>
                  </a:lnTo>
                  <a:lnTo>
                    <a:pt x="146" y="5"/>
                  </a:lnTo>
                  <a:lnTo>
                    <a:pt x="142" y="10"/>
                  </a:lnTo>
                  <a:lnTo>
                    <a:pt x="137" y="16"/>
                  </a:lnTo>
                  <a:lnTo>
                    <a:pt x="134" y="27"/>
                  </a:lnTo>
                  <a:lnTo>
                    <a:pt x="107" y="10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4" name="Freeform 96">
              <a:extLst>
                <a:ext uri="{FF2B5EF4-FFF2-40B4-BE49-F238E27FC236}">
                  <a16:creationId xmlns:a16="http://schemas.microsoft.com/office/drawing/2014/main" id="{7FE7A77E-D465-4C05-7094-7368B85866FD}"/>
                </a:ext>
              </a:extLst>
            </p:cNvPr>
            <p:cNvSpPr>
              <a:spLocks/>
            </p:cNvSpPr>
            <p:nvPr/>
          </p:nvSpPr>
          <p:spPr bwMode="auto">
            <a:xfrm>
              <a:off x="5336" y="3869"/>
              <a:ext cx="77" cy="108"/>
            </a:xfrm>
            <a:custGeom>
              <a:avLst/>
              <a:gdLst>
                <a:gd name="T0" fmla="*/ 32 w 77"/>
                <a:gd name="T1" fmla="*/ 88 h 108"/>
                <a:gd name="T2" fmla="*/ 32 w 77"/>
                <a:gd name="T3" fmla="*/ 88 h 108"/>
                <a:gd name="T4" fmla="*/ 27 w 77"/>
                <a:gd name="T5" fmla="*/ 97 h 108"/>
                <a:gd name="T6" fmla="*/ 21 w 77"/>
                <a:gd name="T7" fmla="*/ 103 h 108"/>
                <a:gd name="T8" fmla="*/ 14 w 77"/>
                <a:gd name="T9" fmla="*/ 107 h 108"/>
                <a:gd name="T10" fmla="*/ 5 w 77"/>
                <a:gd name="T11" fmla="*/ 108 h 108"/>
                <a:gd name="T12" fmla="*/ 5 w 77"/>
                <a:gd name="T13" fmla="*/ 108 h 108"/>
                <a:gd name="T14" fmla="*/ 0 w 77"/>
                <a:gd name="T15" fmla="*/ 107 h 108"/>
                <a:gd name="T16" fmla="*/ 5 w 77"/>
                <a:gd name="T17" fmla="*/ 89 h 108"/>
                <a:gd name="T18" fmla="*/ 5 w 77"/>
                <a:gd name="T19" fmla="*/ 89 h 108"/>
                <a:gd name="T20" fmla="*/ 13 w 77"/>
                <a:gd name="T21" fmla="*/ 91 h 108"/>
                <a:gd name="T22" fmla="*/ 13 w 77"/>
                <a:gd name="T23" fmla="*/ 91 h 108"/>
                <a:gd name="T24" fmla="*/ 21 w 77"/>
                <a:gd name="T25" fmla="*/ 89 h 108"/>
                <a:gd name="T26" fmla="*/ 27 w 77"/>
                <a:gd name="T27" fmla="*/ 85 h 108"/>
                <a:gd name="T28" fmla="*/ 32 w 77"/>
                <a:gd name="T29" fmla="*/ 75 h 108"/>
                <a:gd name="T30" fmla="*/ 38 w 77"/>
                <a:gd name="T31" fmla="*/ 63 h 108"/>
                <a:gd name="T32" fmla="*/ 16 w 77"/>
                <a:gd name="T33" fmla="*/ 16 h 108"/>
                <a:gd name="T34" fmla="*/ 16 w 77"/>
                <a:gd name="T35" fmla="*/ 16 h 108"/>
                <a:gd name="T36" fmla="*/ 13 w 77"/>
                <a:gd name="T37" fmla="*/ 11 h 108"/>
                <a:gd name="T38" fmla="*/ 10 w 77"/>
                <a:gd name="T39" fmla="*/ 8 h 108"/>
                <a:gd name="T40" fmla="*/ 7 w 77"/>
                <a:gd name="T41" fmla="*/ 5 h 108"/>
                <a:gd name="T42" fmla="*/ 0 w 77"/>
                <a:gd name="T43" fmla="*/ 4 h 108"/>
                <a:gd name="T44" fmla="*/ 0 w 77"/>
                <a:gd name="T45" fmla="*/ 0 h 108"/>
                <a:gd name="T46" fmla="*/ 38 w 77"/>
                <a:gd name="T47" fmla="*/ 0 h 108"/>
                <a:gd name="T48" fmla="*/ 38 w 77"/>
                <a:gd name="T49" fmla="*/ 4 h 108"/>
                <a:gd name="T50" fmla="*/ 38 w 77"/>
                <a:gd name="T51" fmla="*/ 4 h 108"/>
                <a:gd name="T52" fmla="*/ 33 w 77"/>
                <a:gd name="T53" fmla="*/ 5 h 108"/>
                <a:gd name="T54" fmla="*/ 32 w 77"/>
                <a:gd name="T55" fmla="*/ 7 h 108"/>
                <a:gd name="T56" fmla="*/ 32 w 77"/>
                <a:gd name="T57" fmla="*/ 10 h 108"/>
                <a:gd name="T58" fmla="*/ 35 w 77"/>
                <a:gd name="T59" fmla="*/ 16 h 108"/>
                <a:gd name="T60" fmla="*/ 47 w 77"/>
                <a:gd name="T61" fmla="*/ 41 h 108"/>
                <a:gd name="T62" fmla="*/ 55 w 77"/>
                <a:gd name="T63" fmla="*/ 22 h 108"/>
                <a:gd name="T64" fmla="*/ 55 w 77"/>
                <a:gd name="T65" fmla="*/ 22 h 108"/>
                <a:gd name="T66" fmla="*/ 58 w 77"/>
                <a:gd name="T67" fmla="*/ 15 h 108"/>
                <a:gd name="T68" fmla="*/ 58 w 77"/>
                <a:gd name="T69" fmla="*/ 8 h 108"/>
                <a:gd name="T70" fmla="*/ 55 w 77"/>
                <a:gd name="T71" fmla="*/ 5 h 108"/>
                <a:gd name="T72" fmla="*/ 52 w 77"/>
                <a:gd name="T73" fmla="*/ 4 h 108"/>
                <a:gd name="T74" fmla="*/ 52 w 77"/>
                <a:gd name="T75" fmla="*/ 0 h 108"/>
                <a:gd name="T76" fmla="*/ 77 w 77"/>
                <a:gd name="T77" fmla="*/ 0 h 108"/>
                <a:gd name="T78" fmla="*/ 77 w 77"/>
                <a:gd name="T79" fmla="*/ 4 h 108"/>
                <a:gd name="T80" fmla="*/ 77 w 77"/>
                <a:gd name="T81" fmla="*/ 4 h 108"/>
                <a:gd name="T82" fmla="*/ 70 w 77"/>
                <a:gd name="T83" fmla="*/ 5 h 108"/>
                <a:gd name="T84" fmla="*/ 67 w 77"/>
                <a:gd name="T85" fmla="*/ 8 h 108"/>
                <a:gd name="T86" fmla="*/ 64 w 77"/>
                <a:gd name="T87" fmla="*/ 11 h 108"/>
                <a:gd name="T88" fmla="*/ 61 w 77"/>
                <a:gd name="T89" fmla="*/ 19 h 108"/>
                <a:gd name="T90" fmla="*/ 32 w 77"/>
                <a:gd name="T91" fmla="*/ 8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7" h="108">
                  <a:moveTo>
                    <a:pt x="32" y="88"/>
                  </a:moveTo>
                  <a:lnTo>
                    <a:pt x="32" y="88"/>
                  </a:lnTo>
                  <a:lnTo>
                    <a:pt x="27" y="97"/>
                  </a:lnTo>
                  <a:lnTo>
                    <a:pt x="21" y="103"/>
                  </a:lnTo>
                  <a:lnTo>
                    <a:pt x="14" y="107"/>
                  </a:lnTo>
                  <a:lnTo>
                    <a:pt x="5" y="108"/>
                  </a:lnTo>
                  <a:lnTo>
                    <a:pt x="5" y="108"/>
                  </a:lnTo>
                  <a:lnTo>
                    <a:pt x="0" y="107"/>
                  </a:lnTo>
                  <a:lnTo>
                    <a:pt x="5" y="89"/>
                  </a:lnTo>
                  <a:lnTo>
                    <a:pt x="5" y="89"/>
                  </a:lnTo>
                  <a:lnTo>
                    <a:pt x="13" y="91"/>
                  </a:lnTo>
                  <a:lnTo>
                    <a:pt x="13" y="91"/>
                  </a:lnTo>
                  <a:lnTo>
                    <a:pt x="21" y="89"/>
                  </a:lnTo>
                  <a:lnTo>
                    <a:pt x="27" y="85"/>
                  </a:lnTo>
                  <a:lnTo>
                    <a:pt x="32" y="75"/>
                  </a:lnTo>
                  <a:lnTo>
                    <a:pt x="38" y="63"/>
                  </a:lnTo>
                  <a:lnTo>
                    <a:pt x="16" y="16"/>
                  </a:lnTo>
                  <a:lnTo>
                    <a:pt x="16" y="16"/>
                  </a:lnTo>
                  <a:lnTo>
                    <a:pt x="13" y="11"/>
                  </a:lnTo>
                  <a:lnTo>
                    <a:pt x="10" y="8"/>
                  </a:lnTo>
                  <a:lnTo>
                    <a:pt x="7" y="5"/>
                  </a:lnTo>
                  <a:lnTo>
                    <a:pt x="0" y="4"/>
                  </a:lnTo>
                  <a:lnTo>
                    <a:pt x="0" y="0"/>
                  </a:lnTo>
                  <a:lnTo>
                    <a:pt x="38" y="0"/>
                  </a:lnTo>
                  <a:lnTo>
                    <a:pt x="38" y="4"/>
                  </a:lnTo>
                  <a:lnTo>
                    <a:pt x="38" y="4"/>
                  </a:lnTo>
                  <a:lnTo>
                    <a:pt x="33" y="5"/>
                  </a:lnTo>
                  <a:lnTo>
                    <a:pt x="32" y="7"/>
                  </a:lnTo>
                  <a:lnTo>
                    <a:pt x="32" y="10"/>
                  </a:lnTo>
                  <a:lnTo>
                    <a:pt x="35" y="16"/>
                  </a:lnTo>
                  <a:lnTo>
                    <a:pt x="47" y="41"/>
                  </a:lnTo>
                  <a:lnTo>
                    <a:pt x="55" y="22"/>
                  </a:lnTo>
                  <a:lnTo>
                    <a:pt x="55" y="22"/>
                  </a:lnTo>
                  <a:lnTo>
                    <a:pt x="58" y="15"/>
                  </a:lnTo>
                  <a:lnTo>
                    <a:pt x="58" y="8"/>
                  </a:lnTo>
                  <a:lnTo>
                    <a:pt x="55" y="5"/>
                  </a:lnTo>
                  <a:lnTo>
                    <a:pt x="52" y="4"/>
                  </a:lnTo>
                  <a:lnTo>
                    <a:pt x="52" y="0"/>
                  </a:lnTo>
                  <a:lnTo>
                    <a:pt x="77" y="0"/>
                  </a:lnTo>
                  <a:lnTo>
                    <a:pt x="77" y="4"/>
                  </a:lnTo>
                  <a:lnTo>
                    <a:pt x="77" y="4"/>
                  </a:lnTo>
                  <a:lnTo>
                    <a:pt x="70" y="5"/>
                  </a:lnTo>
                  <a:lnTo>
                    <a:pt x="67" y="8"/>
                  </a:lnTo>
                  <a:lnTo>
                    <a:pt x="64" y="11"/>
                  </a:lnTo>
                  <a:lnTo>
                    <a:pt x="61" y="19"/>
                  </a:lnTo>
                  <a:lnTo>
                    <a:pt x="3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5" name="Freeform 97">
              <a:extLst>
                <a:ext uri="{FF2B5EF4-FFF2-40B4-BE49-F238E27FC236}">
                  <a16:creationId xmlns:a16="http://schemas.microsoft.com/office/drawing/2014/main" id="{88FF372C-6457-9A2F-6AE9-CE25F73B68C1}"/>
                </a:ext>
              </a:extLst>
            </p:cNvPr>
            <p:cNvSpPr>
              <a:spLocks noEditPoints="1"/>
            </p:cNvSpPr>
            <p:nvPr/>
          </p:nvSpPr>
          <p:spPr bwMode="auto">
            <a:xfrm>
              <a:off x="5419" y="3868"/>
              <a:ext cx="67" cy="64"/>
            </a:xfrm>
            <a:custGeom>
              <a:avLst/>
              <a:gdLst>
                <a:gd name="T0" fmla="*/ 56 w 67"/>
                <a:gd name="T1" fmla="*/ 50 h 64"/>
                <a:gd name="T2" fmla="*/ 58 w 67"/>
                <a:gd name="T3" fmla="*/ 58 h 64"/>
                <a:gd name="T4" fmla="*/ 59 w 67"/>
                <a:gd name="T5" fmla="*/ 58 h 64"/>
                <a:gd name="T6" fmla="*/ 64 w 67"/>
                <a:gd name="T7" fmla="*/ 53 h 64"/>
                <a:gd name="T8" fmla="*/ 67 w 67"/>
                <a:gd name="T9" fmla="*/ 53 h 64"/>
                <a:gd name="T10" fmla="*/ 62 w 67"/>
                <a:gd name="T11" fmla="*/ 61 h 64"/>
                <a:gd name="T12" fmla="*/ 51 w 67"/>
                <a:gd name="T13" fmla="*/ 64 h 64"/>
                <a:gd name="T14" fmla="*/ 47 w 67"/>
                <a:gd name="T15" fmla="*/ 64 h 64"/>
                <a:gd name="T16" fmla="*/ 40 w 67"/>
                <a:gd name="T17" fmla="*/ 59 h 64"/>
                <a:gd name="T18" fmla="*/ 36 w 67"/>
                <a:gd name="T19" fmla="*/ 56 h 64"/>
                <a:gd name="T20" fmla="*/ 31 w 67"/>
                <a:gd name="T21" fmla="*/ 61 h 64"/>
                <a:gd name="T22" fmla="*/ 22 w 67"/>
                <a:gd name="T23" fmla="*/ 64 h 64"/>
                <a:gd name="T24" fmla="*/ 17 w 67"/>
                <a:gd name="T25" fmla="*/ 64 h 64"/>
                <a:gd name="T26" fmla="*/ 5 w 67"/>
                <a:gd name="T27" fmla="*/ 59 h 64"/>
                <a:gd name="T28" fmla="*/ 0 w 67"/>
                <a:gd name="T29" fmla="*/ 48 h 64"/>
                <a:gd name="T30" fmla="*/ 0 w 67"/>
                <a:gd name="T31" fmla="*/ 42 h 64"/>
                <a:gd name="T32" fmla="*/ 8 w 67"/>
                <a:gd name="T33" fmla="*/ 36 h 64"/>
                <a:gd name="T34" fmla="*/ 25 w 67"/>
                <a:gd name="T35" fmla="*/ 30 h 64"/>
                <a:gd name="T36" fmla="*/ 37 w 67"/>
                <a:gd name="T37" fmla="*/ 25 h 64"/>
                <a:gd name="T38" fmla="*/ 34 w 67"/>
                <a:gd name="T39" fmla="*/ 14 h 64"/>
                <a:gd name="T40" fmla="*/ 23 w 67"/>
                <a:gd name="T41" fmla="*/ 9 h 64"/>
                <a:gd name="T42" fmla="*/ 17 w 67"/>
                <a:gd name="T43" fmla="*/ 11 h 64"/>
                <a:gd name="T44" fmla="*/ 8 w 67"/>
                <a:gd name="T45" fmla="*/ 16 h 64"/>
                <a:gd name="T46" fmla="*/ 3 w 67"/>
                <a:gd name="T47" fmla="*/ 20 h 64"/>
                <a:gd name="T48" fmla="*/ 6 w 67"/>
                <a:gd name="T49" fmla="*/ 11 h 64"/>
                <a:gd name="T50" fmla="*/ 20 w 67"/>
                <a:gd name="T51" fmla="*/ 0 h 64"/>
                <a:gd name="T52" fmla="*/ 30 w 67"/>
                <a:gd name="T53" fmla="*/ 0 h 64"/>
                <a:gd name="T54" fmla="*/ 47 w 67"/>
                <a:gd name="T55" fmla="*/ 5 h 64"/>
                <a:gd name="T56" fmla="*/ 53 w 67"/>
                <a:gd name="T57" fmla="*/ 11 h 64"/>
                <a:gd name="T58" fmla="*/ 56 w 67"/>
                <a:gd name="T59" fmla="*/ 22 h 64"/>
                <a:gd name="T60" fmla="*/ 37 w 67"/>
                <a:gd name="T61" fmla="*/ 28 h 64"/>
                <a:gd name="T62" fmla="*/ 28 w 67"/>
                <a:gd name="T63" fmla="*/ 33 h 64"/>
                <a:gd name="T64" fmla="*/ 19 w 67"/>
                <a:gd name="T65" fmla="*/ 40 h 64"/>
                <a:gd name="T66" fmla="*/ 19 w 67"/>
                <a:gd name="T67" fmla="*/ 47 h 64"/>
                <a:gd name="T68" fmla="*/ 20 w 67"/>
                <a:gd name="T69" fmla="*/ 55 h 64"/>
                <a:gd name="T70" fmla="*/ 26 w 67"/>
                <a:gd name="T71" fmla="*/ 58 h 64"/>
                <a:gd name="T72" fmla="*/ 31 w 67"/>
                <a:gd name="T73" fmla="*/ 56 h 64"/>
                <a:gd name="T74" fmla="*/ 37 w 67"/>
                <a:gd name="T75" fmla="*/ 2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7" h="64">
                  <a:moveTo>
                    <a:pt x="56" y="50"/>
                  </a:moveTo>
                  <a:lnTo>
                    <a:pt x="56" y="50"/>
                  </a:lnTo>
                  <a:lnTo>
                    <a:pt x="56" y="56"/>
                  </a:lnTo>
                  <a:lnTo>
                    <a:pt x="58" y="58"/>
                  </a:lnTo>
                  <a:lnTo>
                    <a:pt x="59" y="58"/>
                  </a:lnTo>
                  <a:lnTo>
                    <a:pt x="59" y="58"/>
                  </a:lnTo>
                  <a:lnTo>
                    <a:pt x="62" y="56"/>
                  </a:lnTo>
                  <a:lnTo>
                    <a:pt x="64" y="53"/>
                  </a:lnTo>
                  <a:lnTo>
                    <a:pt x="67" y="53"/>
                  </a:lnTo>
                  <a:lnTo>
                    <a:pt x="67" y="53"/>
                  </a:lnTo>
                  <a:lnTo>
                    <a:pt x="65" y="58"/>
                  </a:lnTo>
                  <a:lnTo>
                    <a:pt x="62" y="61"/>
                  </a:lnTo>
                  <a:lnTo>
                    <a:pt x="58" y="64"/>
                  </a:lnTo>
                  <a:lnTo>
                    <a:pt x="51" y="64"/>
                  </a:lnTo>
                  <a:lnTo>
                    <a:pt x="51" y="64"/>
                  </a:lnTo>
                  <a:lnTo>
                    <a:pt x="47" y="64"/>
                  </a:lnTo>
                  <a:lnTo>
                    <a:pt x="44" y="62"/>
                  </a:lnTo>
                  <a:lnTo>
                    <a:pt x="40" y="59"/>
                  </a:lnTo>
                  <a:lnTo>
                    <a:pt x="37" y="56"/>
                  </a:lnTo>
                  <a:lnTo>
                    <a:pt x="36" y="56"/>
                  </a:lnTo>
                  <a:lnTo>
                    <a:pt x="36" y="56"/>
                  </a:lnTo>
                  <a:lnTo>
                    <a:pt x="31" y="61"/>
                  </a:lnTo>
                  <a:lnTo>
                    <a:pt x="28" y="62"/>
                  </a:lnTo>
                  <a:lnTo>
                    <a:pt x="22" y="64"/>
                  </a:lnTo>
                  <a:lnTo>
                    <a:pt x="17" y="64"/>
                  </a:lnTo>
                  <a:lnTo>
                    <a:pt x="17" y="64"/>
                  </a:lnTo>
                  <a:lnTo>
                    <a:pt x="11" y="62"/>
                  </a:lnTo>
                  <a:lnTo>
                    <a:pt x="5" y="59"/>
                  </a:lnTo>
                  <a:lnTo>
                    <a:pt x="2" y="55"/>
                  </a:lnTo>
                  <a:lnTo>
                    <a:pt x="0" y="48"/>
                  </a:lnTo>
                  <a:lnTo>
                    <a:pt x="0" y="48"/>
                  </a:lnTo>
                  <a:lnTo>
                    <a:pt x="0" y="42"/>
                  </a:lnTo>
                  <a:lnTo>
                    <a:pt x="3" y="39"/>
                  </a:lnTo>
                  <a:lnTo>
                    <a:pt x="8" y="36"/>
                  </a:lnTo>
                  <a:lnTo>
                    <a:pt x="12" y="33"/>
                  </a:lnTo>
                  <a:lnTo>
                    <a:pt x="25" y="30"/>
                  </a:lnTo>
                  <a:lnTo>
                    <a:pt x="37" y="25"/>
                  </a:lnTo>
                  <a:lnTo>
                    <a:pt x="37" y="25"/>
                  </a:lnTo>
                  <a:lnTo>
                    <a:pt x="37" y="19"/>
                  </a:lnTo>
                  <a:lnTo>
                    <a:pt x="34" y="14"/>
                  </a:lnTo>
                  <a:lnTo>
                    <a:pt x="30" y="11"/>
                  </a:lnTo>
                  <a:lnTo>
                    <a:pt x="23" y="9"/>
                  </a:lnTo>
                  <a:lnTo>
                    <a:pt x="23" y="9"/>
                  </a:lnTo>
                  <a:lnTo>
                    <a:pt x="17" y="11"/>
                  </a:lnTo>
                  <a:lnTo>
                    <a:pt x="12" y="12"/>
                  </a:lnTo>
                  <a:lnTo>
                    <a:pt x="8" y="16"/>
                  </a:lnTo>
                  <a:lnTo>
                    <a:pt x="5" y="20"/>
                  </a:lnTo>
                  <a:lnTo>
                    <a:pt x="3" y="20"/>
                  </a:lnTo>
                  <a:lnTo>
                    <a:pt x="3" y="20"/>
                  </a:lnTo>
                  <a:lnTo>
                    <a:pt x="6" y="11"/>
                  </a:lnTo>
                  <a:lnTo>
                    <a:pt x="12" y="5"/>
                  </a:lnTo>
                  <a:lnTo>
                    <a:pt x="20" y="0"/>
                  </a:lnTo>
                  <a:lnTo>
                    <a:pt x="30" y="0"/>
                  </a:lnTo>
                  <a:lnTo>
                    <a:pt x="30" y="0"/>
                  </a:lnTo>
                  <a:lnTo>
                    <a:pt x="39" y="0"/>
                  </a:lnTo>
                  <a:lnTo>
                    <a:pt x="47" y="5"/>
                  </a:lnTo>
                  <a:lnTo>
                    <a:pt x="51" y="8"/>
                  </a:lnTo>
                  <a:lnTo>
                    <a:pt x="53" y="11"/>
                  </a:lnTo>
                  <a:lnTo>
                    <a:pt x="55" y="16"/>
                  </a:lnTo>
                  <a:lnTo>
                    <a:pt x="56" y="22"/>
                  </a:lnTo>
                  <a:lnTo>
                    <a:pt x="56" y="50"/>
                  </a:lnTo>
                  <a:close/>
                  <a:moveTo>
                    <a:pt x="37" y="28"/>
                  </a:moveTo>
                  <a:lnTo>
                    <a:pt x="37" y="28"/>
                  </a:lnTo>
                  <a:lnTo>
                    <a:pt x="28" y="33"/>
                  </a:lnTo>
                  <a:lnTo>
                    <a:pt x="22" y="37"/>
                  </a:lnTo>
                  <a:lnTo>
                    <a:pt x="19" y="40"/>
                  </a:lnTo>
                  <a:lnTo>
                    <a:pt x="19" y="47"/>
                  </a:lnTo>
                  <a:lnTo>
                    <a:pt x="19" y="47"/>
                  </a:lnTo>
                  <a:lnTo>
                    <a:pt x="19" y="51"/>
                  </a:lnTo>
                  <a:lnTo>
                    <a:pt x="20" y="55"/>
                  </a:lnTo>
                  <a:lnTo>
                    <a:pt x="23" y="56"/>
                  </a:lnTo>
                  <a:lnTo>
                    <a:pt x="26" y="58"/>
                  </a:lnTo>
                  <a:lnTo>
                    <a:pt x="26" y="58"/>
                  </a:lnTo>
                  <a:lnTo>
                    <a:pt x="31" y="56"/>
                  </a:lnTo>
                  <a:lnTo>
                    <a:pt x="37" y="51"/>
                  </a:lnTo>
                  <a:lnTo>
                    <a:pt x="37"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6" name="Freeform 98">
              <a:extLst>
                <a:ext uri="{FF2B5EF4-FFF2-40B4-BE49-F238E27FC236}">
                  <a16:creationId xmlns:a16="http://schemas.microsoft.com/office/drawing/2014/main" id="{11A51203-E8D9-1AA4-5CF9-32DE157CFCC9}"/>
                </a:ext>
              </a:extLst>
            </p:cNvPr>
            <p:cNvSpPr>
              <a:spLocks/>
            </p:cNvSpPr>
            <p:nvPr/>
          </p:nvSpPr>
          <p:spPr bwMode="auto">
            <a:xfrm>
              <a:off x="5494" y="3846"/>
              <a:ext cx="50" cy="86"/>
            </a:xfrm>
            <a:custGeom>
              <a:avLst/>
              <a:gdLst>
                <a:gd name="T0" fmla="*/ 9 w 50"/>
                <a:gd name="T1" fmla="*/ 28 h 86"/>
                <a:gd name="T2" fmla="*/ 0 w 50"/>
                <a:gd name="T3" fmla="*/ 28 h 86"/>
                <a:gd name="T4" fmla="*/ 0 w 50"/>
                <a:gd name="T5" fmla="*/ 25 h 86"/>
                <a:gd name="T6" fmla="*/ 0 w 50"/>
                <a:gd name="T7" fmla="*/ 25 h 86"/>
                <a:gd name="T8" fmla="*/ 12 w 50"/>
                <a:gd name="T9" fmla="*/ 16 h 86"/>
                <a:gd name="T10" fmla="*/ 25 w 50"/>
                <a:gd name="T11" fmla="*/ 0 h 86"/>
                <a:gd name="T12" fmla="*/ 28 w 50"/>
                <a:gd name="T13" fmla="*/ 0 h 86"/>
                <a:gd name="T14" fmla="*/ 28 w 50"/>
                <a:gd name="T15" fmla="*/ 23 h 86"/>
                <a:gd name="T16" fmla="*/ 48 w 50"/>
                <a:gd name="T17" fmla="*/ 23 h 86"/>
                <a:gd name="T18" fmla="*/ 48 w 50"/>
                <a:gd name="T19" fmla="*/ 28 h 86"/>
                <a:gd name="T20" fmla="*/ 28 w 50"/>
                <a:gd name="T21" fmla="*/ 28 h 86"/>
                <a:gd name="T22" fmla="*/ 28 w 50"/>
                <a:gd name="T23" fmla="*/ 62 h 86"/>
                <a:gd name="T24" fmla="*/ 28 w 50"/>
                <a:gd name="T25" fmla="*/ 62 h 86"/>
                <a:gd name="T26" fmla="*/ 28 w 50"/>
                <a:gd name="T27" fmla="*/ 69 h 86"/>
                <a:gd name="T28" fmla="*/ 29 w 50"/>
                <a:gd name="T29" fmla="*/ 75 h 86"/>
                <a:gd name="T30" fmla="*/ 34 w 50"/>
                <a:gd name="T31" fmla="*/ 77 h 86"/>
                <a:gd name="T32" fmla="*/ 39 w 50"/>
                <a:gd name="T33" fmla="*/ 78 h 86"/>
                <a:gd name="T34" fmla="*/ 39 w 50"/>
                <a:gd name="T35" fmla="*/ 78 h 86"/>
                <a:gd name="T36" fmla="*/ 43 w 50"/>
                <a:gd name="T37" fmla="*/ 77 h 86"/>
                <a:gd name="T38" fmla="*/ 48 w 50"/>
                <a:gd name="T39" fmla="*/ 73 h 86"/>
                <a:gd name="T40" fmla="*/ 50 w 50"/>
                <a:gd name="T41" fmla="*/ 75 h 86"/>
                <a:gd name="T42" fmla="*/ 50 w 50"/>
                <a:gd name="T43" fmla="*/ 75 h 86"/>
                <a:gd name="T44" fmla="*/ 47 w 50"/>
                <a:gd name="T45" fmla="*/ 80 h 86"/>
                <a:gd name="T46" fmla="*/ 42 w 50"/>
                <a:gd name="T47" fmla="*/ 83 h 86"/>
                <a:gd name="T48" fmla="*/ 36 w 50"/>
                <a:gd name="T49" fmla="*/ 86 h 86"/>
                <a:gd name="T50" fmla="*/ 29 w 50"/>
                <a:gd name="T51" fmla="*/ 86 h 86"/>
                <a:gd name="T52" fmla="*/ 29 w 50"/>
                <a:gd name="T53" fmla="*/ 86 h 86"/>
                <a:gd name="T54" fmla="*/ 22 w 50"/>
                <a:gd name="T55" fmla="*/ 84 h 86"/>
                <a:gd name="T56" fmla="*/ 15 w 50"/>
                <a:gd name="T57" fmla="*/ 81 h 86"/>
                <a:gd name="T58" fmla="*/ 11 w 50"/>
                <a:gd name="T59" fmla="*/ 75 h 86"/>
                <a:gd name="T60" fmla="*/ 9 w 50"/>
                <a:gd name="T61" fmla="*/ 67 h 86"/>
                <a:gd name="T62" fmla="*/ 9 w 50"/>
                <a:gd name="T63"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86">
                  <a:moveTo>
                    <a:pt x="9" y="28"/>
                  </a:moveTo>
                  <a:lnTo>
                    <a:pt x="0" y="28"/>
                  </a:lnTo>
                  <a:lnTo>
                    <a:pt x="0" y="25"/>
                  </a:lnTo>
                  <a:lnTo>
                    <a:pt x="0" y="25"/>
                  </a:lnTo>
                  <a:lnTo>
                    <a:pt x="12" y="16"/>
                  </a:lnTo>
                  <a:lnTo>
                    <a:pt x="25" y="0"/>
                  </a:lnTo>
                  <a:lnTo>
                    <a:pt x="28" y="0"/>
                  </a:lnTo>
                  <a:lnTo>
                    <a:pt x="28" y="23"/>
                  </a:lnTo>
                  <a:lnTo>
                    <a:pt x="48" y="23"/>
                  </a:lnTo>
                  <a:lnTo>
                    <a:pt x="48" y="28"/>
                  </a:lnTo>
                  <a:lnTo>
                    <a:pt x="28" y="28"/>
                  </a:lnTo>
                  <a:lnTo>
                    <a:pt x="28" y="62"/>
                  </a:lnTo>
                  <a:lnTo>
                    <a:pt x="28" y="62"/>
                  </a:lnTo>
                  <a:lnTo>
                    <a:pt x="28" y="69"/>
                  </a:lnTo>
                  <a:lnTo>
                    <a:pt x="29" y="75"/>
                  </a:lnTo>
                  <a:lnTo>
                    <a:pt x="34" y="77"/>
                  </a:lnTo>
                  <a:lnTo>
                    <a:pt x="39" y="78"/>
                  </a:lnTo>
                  <a:lnTo>
                    <a:pt x="39" y="78"/>
                  </a:lnTo>
                  <a:lnTo>
                    <a:pt x="43" y="77"/>
                  </a:lnTo>
                  <a:lnTo>
                    <a:pt x="48" y="73"/>
                  </a:lnTo>
                  <a:lnTo>
                    <a:pt x="50" y="75"/>
                  </a:lnTo>
                  <a:lnTo>
                    <a:pt x="50" y="75"/>
                  </a:lnTo>
                  <a:lnTo>
                    <a:pt x="47" y="80"/>
                  </a:lnTo>
                  <a:lnTo>
                    <a:pt x="42" y="83"/>
                  </a:lnTo>
                  <a:lnTo>
                    <a:pt x="36" y="86"/>
                  </a:lnTo>
                  <a:lnTo>
                    <a:pt x="29" y="86"/>
                  </a:lnTo>
                  <a:lnTo>
                    <a:pt x="29" y="86"/>
                  </a:lnTo>
                  <a:lnTo>
                    <a:pt x="22" y="84"/>
                  </a:lnTo>
                  <a:lnTo>
                    <a:pt x="15" y="81"/>
                  </a:lnTo>
                  <a:lnTo>
                    <a:pt x="11" y="75"/>
                  </a:lnTo>
                  <a:lnTo>
                    <a:pt x="9" y="67"/>
                  </a:lnTo>
                  <a:lnTo>
                    <a:pt x="9"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7" name="Freeform 99">
              <a:extLst>
                <a:ext uri="{FF2B5EF4-FFF2-40B4-BE49-F238E27FC236}">
                  <a16:creationId xmlns:a16="http://schemas.microsoft.com/office/drawing/2014/main" id="{81B9BB83-32DF-A9E8-F827-75F741173FDD}"/>
                </a:ext>
              </a:extLst>
            </p:cNvPr>
            <p:cNvSpPr>
              <a:spLocks/>
            </p:cNvSpPr>
            <p:nvPr/>
          </p:nvSpPr>
          <p:spPr bwMode="auto">
            <a:xfrm>
              <a:off x="5553" y="3846"/>
              <a:ext cx="50" cy="86"/>
            </a:xfrm>
            <a:custGeom>
              <a:avLst/>
              <a:gdLst>
                <a:gd name="T0" fmla="*/ 11 w 50"/>
                <a:gd name="T1" fmla="*/ 28 h 86"/>
                <a:gd name="T2" fmla="*/ 0 w 50"/>
                <a:gd name="T3" fmla="*/ 28 h 86"/>
                <a:gd name="T4" fmla="*/ 0 w 50"/>
                <a:gd name="T5" fmla="*/ 25 h 86"/>
                <a:gd name="T6" fmla="*/ 0 w 50"/>
                <a:gd name="T7" fmla="*/ 25 h 86"/>
                <a:gd name="T8" fmla="*/ 12 w 50"/>
                <a:gd name="T9" fmla="*/ 16 h 86"/>
                <a:gd name="T10" fmla="*/ 25 w 50"/>
                <a:gd name="T11" fmla="*/ 0 h 86"/>
                <a:gd name="T12" fmla="*/ 28 w 50"/>
                <a:gd name="T13" fmla="*/ 0 h 86"/>
                <a:gd name="T14" fmla="*/ 28 w 50"/>
                <a:gd name="T15" fmla="*/ 23 h 86"/>
                <a:gd name="T16" fmla="*/ 48 w 50"/>
                <a:gd name="T17" fmla="*/ 23 h 86"/>
                <a:gd name="T18" fmla="*/ 48 w 50"/>
                <a:gd name="T19" fmla="*/ 28 h 86"/>
                <a:gd name="T20" fmla="*/ 28 w 50"/>
                <a:gd name="T21" fmla="*/ 28 h 86"/>
                <a:gd name="T22" fmla="*/ 28 w 50"/>
                <a:gd name="T23" fmla="*/ 62 h 86"/>
                <a:gd name="T24" fmla="*/ 28 w 50"/>
                <a:gd name="T25" fmla="*/ 62 h 86"/>
                <a:gd name="T26" fmla="*/ 28 w 50"/>
                <a:gd name="T27" fmla="*/ 69 h 86"/>
                <a:gd name="T28" fmla="*/ 31 w 50"/>
                <a:gd name="T29" fmla="*/ 75 h 86"/>
                <a:gd name="T30" fmla="*/ 34 w 50"/>
                <a:gd name="T31" fmla="*/ 77 h 86"/>
                <a:gd name="T32" fmla="*/ 39 w 50"/>
                <a:gd name="T33" fmla="*/ 78 h 86"/>
                <a:gd name="T34" fmla="*/ 39 w 50"/>
                <a:gd name="T35" fmla="*/ 78 h 86"/>
                <a:gd name="T36" fmla="*/ 44 w 50"/>
                <a:gd name="T37" fmla="*/ 77 h 86"/>
                <a:gd name="T38" fmla="*/ 48 w 50"/>
                <a:gd name="T39" fmla="*/ 73 h 86"/>
                <a:gd name="T40" fmla="*/ 50 w 50"/>
                <a:gd name="T41" fmla="*/ 75 h 86"/>
                <a:gd name="T42" fmla="*/ 50 w 50"/>
                <a:gd name="T43" fmla="*/ 75 h 86"/>
                <a:gd name="T44" fmla="*/ 47 w 50"/>
                <a:gd name="T45" fmla="*/ 80 h 86"/>
                <a:gd name="T46" fmla="*/ 42 w 50"/>
                <a:gd name="T47" fmla="*/ 83 h 86"/>
                <a:gd name="T48" fmla="*/ 37 w 50"/>
                <a:gd name="T49" fmla="*/ 86 h 86"/>
                <a:gd name="T50" fmla="*/ 31 w 50"/>
                <a:gd name="T51" fmla="*/ 86 h 86"/>
                <a:gd name="T52" fmla="*/ 31 w 50"/>
                <a:gd name="T53" fmla="*/ 86 h 86"/>
                <a:gd name="T54" fmla="*/ 23 w 50"/>
                <a:gd name="T55" fmla="*/ 84 h 86"/>
                <a:gd name="T56" fmla="*/ 16 w 50"/>
                <a:gd name="T57" fmla="*/ 81 h 86"/>
                <a:gd name="T58" fmla="*/ 12 w 50"/>
                <a:gd name="T59" fmla="*/ 75 h 86"/>
                <a:gd name="T60" fmla="*/ 11 w 50"/>
                <a:gd name="T61" fmla="*/ 67 h 86"/>
                <a:gd name="T62" fmla="*/ 11 w 50"/>
                <a:gd name="T63"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86">
                  <a:moveTo>
                    <a:pt x="11" y="28"/>
                  </a:moveTo>
                  <a:lnTo>
                    <a:pt x="0" y="28"/>
                  </a:lnTo>
                  <a:lnTo>
                    <a:pt x="0" y="25"/>
                  </a:lnTo>
                  <a:lnTo>
                    <a:pt x="0" y="25"/>
                  </a:lnTo>
                  <a:lnTo>
                    <a:pt x="12" y="16"/>
                  </a:lnTo>
                  <a:lnTo>
                    <a:pt x="25" y="0"/>
                  </a:lnTo>
                  <a:lnTo>
                    <a:pt x="28" y="0"/>
                  </a:lnTo>
                  <a:lnTo>
                    <a:pt x="28" y="23"/>
                  </a:lnTo>
                  <a:lnTo>
                    <a:pt x="48" y="23"/>
                  </a:lnTo>
                  <a:lnTo>
                    <a:pt x="48" y="28"/>
                  </a:lnTo>
                  <a:lnTo>
                    <a:pt x="28" y="28"/>
                  </a:lnTo>
                  <a:lnTo>
                    <a:pt x="28" y="62"/>
                  </a:lnTo>
                  <a:lnTo>
                    <a:pt x="28" y="62"/>
                  </a:lnTo>
                  <a:lnTo>
                    <a:pt x="28" y="69"/>
                  </a:lnTo>
                  <a:lnTo>
                    <a:pt x="31" y="75"/>
                  </a:lnTo>
                  <a:lnTo>
                    <a:pt x="34" y="77"/>
                  </a:lnTo>
                  <a:lnTo>
                    <a:pt x="39" y="78"/>
                  </a:lnTo>
                  <a:lnTo>
                    <a:pt x="39" y="78"/>
                  </a:lnTo>
                  <a:lnTo>
                    <a:pt x="44" y="77"/>
                  </a:lnTo>
                  <a:lnTo>
                    <a:pt x="48" y="73"/>
                  </a:lnTo>
                  <a:lnTo>
                    <a:pt x="50" y="75"/>
                  </a:lnTo>
                  <a:lnTo>
                    <a:pt x="50" y="75"/>
                  </a:lnTo>
                  <a:lnTo>
                    <a:pt x="47" y="80"/>
                  </a:lnTo>
                  <a:lnTo>
                    <a:pt x="42" y="83"/>
                  </a:lnTo>
                  <a:lnTo>
                    <a:pt x="37" y="86"/>
                  </a:lnTo>
                  <a:lnTo>
                    <a:pt x="31" y="86"/>
                  </a:lnTo>
                  <a:lnTo>
                    <a:pt x="31" y="86"/>
                  </a:lnTo>
                  <a:lnTo>
                    <a:pt x="23" y="84"/>
                  </a:lnTo>
                  <a:lnTo>
                    <a:pt x="16" y="81"/>
                  </a:lnTo>
                  <a:lnTo>
                    <a:pt x="12" y="75"/>
                  </a:lnTo>
                  <a:lnTo>
                    <a:pt x="11" y="67"/>
                  </a:lnTo>
                  <a:lnTo>
                    <a:pt x="1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8" name="Freeform 100">
              <a:extLst>
                <a:ext uri="{FF2B5EF4-FFF2-40B4-BE49-F238E27FC236}">
                  <a16:creationId xmlns:a16="http://schemas.microsoft.com/office/drawing/2014/main" id="{F67E1B59-93CF-AC17-55B4-2953875D0A19}"/>
                </a:ext>
              </a:extLst>
            </p:cNvPr>
            <p:cNvSpPr>
              <a:spLocks/>
            </p:cNvSpPr>
            <p:nvPr/>
          </p:nvSpPr>
          <p:spPr bwMode="auto">
            <a:xfrm>
              <a:off x="4671" y="3979"/>
              <a:ext cx="89" cy="65"/>
            </a:xfrm>
            <a:custGeom>
              <a:avLst/>
              <a:gdLst>
                <a:gd name="T0" fmla="*/ 87 w 89"/>
                <a:gd name="T1" fmla="*/ 1 h 65"/>
                <a:gd name="T2" fmla="*/ 87 w 89"/>
                <a:gd name="T3" fmla="*/ 1 h 65"/>
                <a:gd name="T4" fmla="*/ 81 w 89"/>
                <a:gd name="T5" fmla="*/ 6 h 65"/>
                <a:gd name="T6" fmla="*/ 76 w 89"/>
                <a:gd name="T7" fmla="*/ 12 h 65"/>
                <a:gd name="T8" fmla="*/ 42 w 89"/>
                <a:gd name="T9" fmla="*/ 65 h 65"/>
                <a:gd name="T10" fmla="*/ 40 w 89"/>
                <a:gd name="T11" fmla="*/ 65 h 65"/>
                <a:gd name="T12" fmla="*/ 40 w 89"/>
                <a:gd name="T13" fmla="*/ 14 h 65"/>
                <a:gd name="T14" fmla="*/ 40 w 89"/>
                <a:gd name="T15" fmla="*/ 14 h 65"/>
                <a:gd name="T16" fmla="*/ 6 w 89"/>
                <a:gd name="T17" fmla="*/ 65 h 65"/>
                <a:gd name="T18" fmla="*/ 4 w 89"/>
                <a:gd name="T19" fmla="*/ 65 h 65"/>
                <a:gd name="T20" fmla="*/ 4 w 89"/>
                <a:gd name="T21" fmla="*/ 11 h 65"/>
                <a:gd name="T22" fmla="*/ 4 w 89"/>
                <a:gd name="T23" fmla="*/ 11 h 65"/>
                <a:gd name="T24" fmla="*/ 4 w 89"/>
                <a:gd name="T25" fmla="*/ 6 h 65"/>
                <a:gd name="T26" fmla="*/ 4 w 89"/>
                <a:gd name="T27" fmla="*/ 4 h 65"/>
                <a:gd name="T28" fmla="*/ 3 w 89"/>
                <a:gd name="T29" fmla="*/ 3 h 65"/>
                <a:gd name="T30" fmla="*/ 0 w 89"/>
                <a:gd name="T31" fmla="*/ 1 h 65"/>
                <a:gd name="T32" fmla="*/ 0 w 89"/>
                <a:gd name="T33" fmla="*/ 0 h 65"/>
                <a:gd name="T34" fmla="*/ 25 w 89"/>
                <a:gd name="T35" fmla="*/ 0 h 65"/>
                <a:gd name="T36" fmla="*/ 25 w 89"/>
                <a:gd name="T37" fmla="*/ 1 h 65"/>
                <a:gd name="T38" fmla="*/ 25 w 89"/>
                <a:gd name="T39" fmla="*/ 1 h 65"/>
                <a:gd name="T40" fmla="*/ 22 w 89"/>
                <a:gd name="T41" fmla="*/ 3 h 65"/>
                <a:gd name="T42" fmla="*/ 20 w 89"/>
                <a:gd name="T43" fmla="*/ 4 h 65"/>
                <a:gd name="T44" fmla="*/ 18 w 89"/>
                <a:gd name="T45" fmla="*/ 7 h 65"/>
                <a:gd name="T46" fmla="*/ 18 w 89"/>
                <a:gd name="T47" fmla="*/ 12 h 65"/>
                <a:gd name="T48" fmla="*/ 17 w 89"/>
                <a:gd name="T49" fmla="*/ 40 h 65"/>
                <a:gd name="T50" fmla="*/ 18 w 89"/>
                <a:gd name="T51" fmla="*/ 42 h 65"/>
                <a:gd name="T52" fmla="*/ 40 w 89"/>
                <a:gd name="T53" fmla="*/ 6 h 65"/>
                <a:gd name="T54" fmla="*/ 40 w 89"/>
                <a:gd name="T55" fmla="*/ 6 h 65"/>
                <a:gd name="T56" fmla="*/ 39 w 89"/>
                <a:gd name="T57" fmla="*/ 3 h 65"/>
                <a:gd name="T58" fmla="*/ 34 w 89"/>
                <a:gd name="T59" fmla="*/ 1 h 65"/>
                <a:gd name="T60" fmla="*/ 36 w 89"/>
                <a:gd name="T61" fmla="*/ 0 h 65"/>
                <a:gd name="T62" fmla="*/ 59 w 89"/>
                <a:gd name="T63" fmla="*/ 0 h 65"/>
                <a:gd name="T64" fmla="*/ 59 w 89"/>
                <a:gd name="T65" fmla="*/ 1 h 65"/>
                <a:gd name="T66" fmla="*/ 59 w 89"/>
                <a:gd name="T67" fmla="*/ 1 h 65"/>
                <a:gd name="T68" fmla="*/ 56 w 89"/>
                <a:gd name="T69" fmla="*/ 3 h 65"/>
                <a:gd name="T70" fmla="*/ 54 w 89"/>
                <a:gd name="T71" fmla="*/ 6 h 65"/>
                <a:gd name="T72" fmla="*/ 53 w 89"/>
                <a:gd name="T73" fmla="*/ 12 h 65"/>
                <a:gd name="T74" fmla="*/ 53 w 89"/>
                <a:gd name="T75" fmla="*/ 40 h 65"/>
                <a:gd name="T76" fmla="*/ 53 w 89"/>
                <a:gd name="T77" fmla="*/ 42 h 65"/>
                <a:gd name="T78" fmla="*/ 71 w 89"/>
                <a:gd name="T79" fmla="*/ 12 h 65"/>
                <a:gd name="T80" fmla="*/ 71 w 89"/>
                <a:gd name="T81" fmla="*/ 12 h 65"/>
                <a:gd name="T82" fmla="*/ 75 w 89"/>
                <a:gd name="T83" fmla="*/ 6 h 65"/>
                <a:gd name="T84" fmla="*/ 75 w 89"/>
                <a:gd name="T85" fmla="*/ 6 h 65"/>
                <a:gd name="T86" fmla="*/ 75 w 89"/>
                <a:gd name="T87" fmla="*/ 3 h 65"/>
                <a:gd name="T88" fmla="*/ 73 w 89"/>
                <a:gd name="T89" fmla="*/ 3 h 65"/>
                <a:gd name="T90" fmla="*/ 70 w 89"/>
                <a:gd name="T91" fmla="*/ 1 h 65"/>
                <a:gd name="T92" fmla="*/ 70 w 89"/>
                <a:gd name="T93" fmla="*/ 0 h 65"/>
                <a:gd name="T94" fmla="*/ 89 w 89"/>
                <a:gd name="T95" fmla="*/ 0 h 65"/>
                <a:gd name="T96" fmla="*/ 87 w 89"/>
                <a:gd name="T97"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9" h="65">
                  <a:moveTo>
                    <a:pt x="87" y="1"/>
                  </a:moveTo>
                  <a:lnTo>
                    <a:pt x="87" y="1"/>
                  </a:lnTo>
                  <a:lnTo>
                    <a:pt x="81" y="6"/>
                  </a:lnTo>
                  <a:lnTo>
                    <a:pt x="76" y="12"/>
                  </a:lnTo>
                  <a:lnTo>
                    <a:pt x="42" y="65"/>
                  </a:lnTo>
                  <a:lnTo>
                    <a:pt x="40" y="65"/>
                  </a:lnTo>
                  <a:lnTo>
                    <a:pt x="40" y="14"/>
                  </a:lnTo>
                  <a:lnTo>
                    <a:pt x="40" y="14"/>
                  </a:lnTo>
                  <a:lnTo>
                    <a:pt x="6" y="65"/>
                  </a:lnTo>
                  <a:lnTo>
                    <a:pt x="4" y="65"/>
                  </a:lnTo>
                  <a:lnTo>
                    <a:pt x="4" y="11"/>
                  </a:lnTo>
                  <a:lnTo>
                    <a:pt x="4" y="11"/>
                  </a:lnTo>
                  <a:lnTo>
                    <a:pt x="4" y="6"/>
                  </a:lnTo>
                  <a:lnTo>
                    <a:pt x="4" y="4"/>
                  </a:lnTo>
                  <a:lnTo>
                    <a:pt x="3" y="3"/>
                  </a:lnTo>
                  <a:lnTo>
                    <a:pt x="0" y="1"/>
                  </a:lnTo>
                  <a:lnTo>
                    <a:pt x="0" y="0"/>
                  </a:lnTo>
                  <a:lnTo>
                    <a:pt x="25" y="0"/>
                  </a:lnTo>
                  <a:lnTo>
                    <a:pt x="25" y="1"/>
                  </a:lnTo>
                  <a:lnTo>
                    <a:pt x="25" y="1"/>
                  </a:lnTo>
                  <a:lnTo>
                    <a:pt x="22" y="3"/>
                  </a:lnTo>
                  <a:lnTo>
                    <a:pt x="20" y="4"/>
                  </a:lnTo>
                  <a:lnTo>
                    <a:pt x="18" y="7"/>
                  </a:lnTo>
                  <a:lnTo>
                    <a:pt x="18" y="12"/>
                  </a:lnTo>
                  <a:lnTo>
                    <a:pt x="17" y="40"/>
                  </a:lnTo>
                  <a:lnTo>
                    <a:pt x="18" y="42"/>
                  </a:lnTo>
                  <a:lnTo>
                    <a:pt x="40" y="6"/>
                  </a:lnTo>
                  <a:lnTo>
                    <a:pt x="40" y="6"/>
                  </a:lnTo>
                  <a:lnTo>
                    <a:pt x="39" y="3"/>
                  </a:lnTo>
                  <a:lnTo>
                    <a:pt x="34" y="1"/>
                  </a:lnTo>
                  <a:lnTo>
                    <a:pt x="36" y="0"/>
                  </a:lnTo>
                  <a:lnTo>
                    <a:pt x="59" y="0"/>
                  </a:lnTo>
                  <a:lnTo>
                    <a:pt x="59" y="1"/>
                  </a:lnTo>
                  <a:lnTo>
                    <a:pt x="59" y="1"/>
                  </a:lnTo>
                  <a:lnTo>
                    <a:pt x="56" y="3"/>
                  </a:lnTo>
                  <a:lnTo>
                    <a:pt x="54" y="6"/>
                  </a:lnTo>
                  <a:lnTo>
                    <a:pt x="53" y="12"/>
                  </a:lnTo>
                  <a:lnTo>
                    <a:pt x="53" y="40"/>
                  </a:lnTo>
                  <a:lnTo>
                    <a:pt x="53" y="42"/>
                  </a:lnTo>
                  <a:lnTo>
                    <a:pt x="71" y="12"/>
                  </a:lnTo>
                  <a:lnTo>
                    <a:pt x="71" y="12"/>
                  </a:lnTo>
                  <a:lnTo>
                    <a:pt x="75" y="6"/>
                  </a:lnTo>
                  <a:lnTo>
                    <a:pt x="75" y="6"/>
                  </a:lnTo>
                  <a:lnTo>
                    <a:pt x="75" y="3"/>
                  </a:lnTo>
                  <a:lnTo>
                    <a:pt x="73" y="3"/>
                  </a:lnTo>
                  <a:lnTo>
                    <a:pt x="70" y="1"/>
                  </a:lnTo>
                  <a:lnTo>
                    <a:pt x="70" y="0"/>
                  </a:lnTo>
                  <a:lnTo>
                    <a:pt x="89" y="0"/>
                  </a:lnTo>
                  <a:lnTo>
                    <a:pt x="87"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29" name="Freeform 101">
              <a:extLst>
                <a:ext uri="{FF2B5EF4-FFF2-40B4-BE49-F238E27FC236}">
                  <a16:creationId xmlns:a16="http://schemas.microsoft.com/office/drawing/2014/main" id="{908ADC34-ADBB-6C35-333B-E6B6019666CD}"/>
                </a:ext>
              </a:extLst>
            </p:cNvPr>
            <p:cNvSpPr>
              <a:spLocks noEditPoints="1"/>
            </p:cNvSpPr>
            <p:nvPr/>
          </p:nvSpPr>
          <p:spPr bwMode="auto">
            <a:xfrm>
              <a:off x="4739" y="4000"/>
              <a:ext cx="42" cy="44"/>
            </a:xfrm>
            <a:custGeom>
              <a:avLst/>
              <a:gdLst>
                <a:gd name="T0" fmla="*/ 28 w 42"/>
                <a:gd name="T1" fmla="*/ 0 h 44"/>
                <a:gd name="T2" fmla="*/ 28 w 42"/>
                <a:gd name="T3" fmla="*/ 0 h 44"/>
                <a:gd name="T4" fmla="*/ 35 w 42"/>
                <a:gd name="T5" fmla="*/ 2 h 44"/>
                <a:gd name="T6" fmla="*/ 39 w 42"/>
                <a:gd name="T7" fmla="*/ 5 h 44"/>
                <a:gd name="T8" fmla="*/ 42 w 42"/>
                <a:gd name="T9" fmla="*/ 10 h 44"/>
                <a:gd name="T10" fmla="*/ 42 w 42"/>
                <a:gd name="T11" fmla="*/ 16 h 44"/>
                <a:gd name="T12" fmla="*/ 42 w 42"/>
                <a:gd name="T13" fmla="*/ 16 h 44"/>
                <a:gd name="T14" fmla="*/ 42 w 42"/>
                <a:gd name="T15" fmla="*/ 21 h 44"/>
                <a:gd name="T16" fmla="*/ 41 w 42"/>
                <a:gd name="T17" fmla="*/ 25 h 44"/>
                <a:gd name="T18" fmla="*/ 38 w 42"/>
                <a:gd name="T19" fmla="*/ 30 h 44"/>
                <a:gd name="T20" fmla="*/ 35 w 42"/>
                <a:gd name="T21" fmla="*/ 35 h 44"/>
                <a:gd name="T22" fmla="*/ 30 w 42"/>
                <a:gd name="T23" fmla="*/ 38 h 44"/>
                <a:gd name="T24" fmla="*/ 25 w 42"/>
                <a:gd name="T25" fmla="*/ 41 h 44"/>
                <a:gd name="T26" fmla="*/ 21 w 42"/>
                <a:gd name="T27" fmla="*/ 43 h 44"/>
                <a:gd name="T28" fmla="*/ 16 w 42"/>
                <a:gd name="T29" fmla="*/ 44 h 44"/>
                <a:gd name="T30" fmla="*/ 16 w 42"/>
                <a:gd name="T31" fmla="*/ 44 h 44"/>
                <a:gd name="T32" fmla="*/ 10 w 42"/>
                <a:gd name="T33" fmla="*/ 43 h 44"/>
                <a:gd name="T34" fmla="*/ 3 w 42"/>
                <a:gd name="T35" fmla="*/ 39 h 44"/>
                <a:gd name="T36" fmla="*/ 0 w 42"/>
                <a:gd name="T37" fmla="*/ 35 h 44"/>
                <a:gd name="T38" fmla="*/ 0 w 42"/>
                <a:gd name="T39" fmla="*/ 29 h 44"/>
                <a:gd name="T40" fmla="*/ 0 w 42"/>
                <a:gd name="T41" fmla="*/ 29 h 44"/>
                <a:gd name="T42" fmla="*/ 0 w 42"/>
                <a:gd name="T43" fmla="*/ 24 h 44"/>
                <a:gd name="T44" fmla="*/ 2 w 42"/>
                <a:gd name="T45" fmla="*/ 19 h 44"/>
                <a:gd name="T46" fmla="*/ 3 w 42"/>
                <a:gd name="T47" fmla="*/ 15 h 44"/>
                <a:gd name="T48" fmla="*/ 8 w 42"/>
                <a:gd name="T49" fmla="*/ 10 h 44"/>
                <a:gd name="T50" fmla="*/ 11 w 42"/>
                <a:gd name="T51" fmla="*/ 7 h 44"/>
                <a:gd name="T52" fmla="*/ 16 w 42"/>
                <a:gd name="T53" fmla="*/ 4 h 44"/>
                <a:gd name="T54" fmla="*/ 22 w 42"/>
                <a:gd name="T55" fmla="*/ 2 h 44"/>
                <a:gd name="T56" fmla="*/ 28 w 42"/>
                <a:gd name="T57" fmla="*/ 0 h 44"/>
                <a:gd name="T58" fmla="*/ 28 w 42"/>
                <a:gd name="T59" fmla="*/ 0 h 44"/>
                <a:gd name="T60" fmla="*/ 17 w 42"/>
                <a:gd name="T61" fmla="*/ 41 h 44"/>
                <a:gd name="T62" fmla="*/ 17 w 42"/>
                <a:gd name="T63" fmla="*/ 41 h 44"/>
                <a:gd name="T64" fmla="*/ 21 w 42"/>
                <a:gd name="T65" fmla="*/ 39 h 44"/>
                <a:gd name="T66" fmla="*/ 24 w 42"/>
                <a:gd name="T67" fmla="*/ 38 h 44"/>
                <a:gd name="T68" fmla="*/ 28 w 42"/>
                <a:gd name="T69" fmla="*/ 30 h 44"/>
                <a:gd name="T70" fmla="*/ 32 w 42"/>
                <a:gd name="T71" fmla="*/ 22 h 44"/>
                <a:gd name="T72" fmla="*/ 32 w 42"/>
                <a:gd name="T73" fmla="*/ 15 h 44"/>
                <a:gd name="T74" fmla="*/ 32 w 42"/>
                <a:gd name="T75" fmla="*/ 15 h 44"/>
                <a:gd name="T76" fmla="*/ 32 w 42"/>
                <a:gd name="T77" fmla="*/ 10 h 44"/>
                <a:gd name="T78" fmla="*/ 30 w 42"/>
                <a:gd name="T79" fmla="*/ 7 h 44"/>
                <a:gd name="T80" fmla="*/ 28 w 42"/>
                <a:gd name="T81" fmla="*/ 5 h 44"/>
                <a:gd name="T82" fmla="*/ 25 w 42"/>
                <a:gd name="T83" fmla="*/ 5 h 44"/>
                <a:gd name="T84" fmla="*/ 25 w 42"/>
                <a:gd name="T85" fmla="*/ 5 h 44"/>
                <a:gd name="T86" fmla="*/ 22 w 42"/>
                <a:gd name="T87" fmla="*/ 5 h 44"/>
                <a:gd name="T88" fmla="*/ 19 w 42"/>
                <a:gd name="T89" fmla="*/ 7 h 44"/>
                <a:gd name="T90" fmla="*/ 14 w 42"/>
                <a:gd name="T91" fmla="*/ 13 h 44"/>
                <a:gd name="T92" fmla="*/ 11 w 42"/>
                <a:gd name="T93" fmla="*/ 22 h 44"/>
                <a:gd name="T94" fmla="*/ 10 w 42"/>
                <a:gd name="T95" fmla="*/ 30 h 44"/>
                <a:gd name="T96" fmla="*/ 10 w 42"/>
                <a:gd name="T97" fmla="*/ 30 h 44"/>
                <a:gd name="T98" fmla="*/ 11 w 42"/>
                <a:gd name="T99" fmla="*/ 35 h 44"/>
                <a:gd name="T100" fmla="*/ 13 w 42"/>
                <a:gd name="T101" fmla="*/ 38 h 44"/>
                <a:gd name="T102" fmla="*/ 14 w 42"/>
                <a:gd name="T103" fmla="*/ 39 h 44"/>
                <a:gd name="T104" fmla="*/ 17 w 42"/>
                <a:gd name="T105" fmla="*/ 41 h 44"/>
                <a:gd name="T106" fmla="*/ 17 w 42"/>
                <a:gd name="T10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44">
                  <a:moveTo>
                    <a:pt x="28" y="0"/>
                  </a:moveTo>
                  <a:lnTo>
                    <a:pt x="28" y="0"/>
                  </a:lnTo>
                  <a:lnTo>
                    <a:pt x="35" y="2"/>
                  </a:lnTo>
                  <a:lnTo>
                    <a:pt x="39" y="5"/>
                  </a:lnTo>
                  <a:lnTo>
                    <a:pt x="42" y="10"/>
                  </a:lnTo>
                  <a:lnTo>
                    <a:pt x="42" y="16"/>
                  </a:lnTo>
                  <a:lnTo>
                    <a:pt x="42" y="16"/>
                  </a:lnTo>
                  <a:lnTo>
                    <a:pt x="42" y="21"/>
                  </a:lnTo>
                  <a:lnTo>
                    <a:pt x="41" y="25"/>
                  </a:lnTo>
                  <a:lnTo>
                    <a:pt x="38" y="30"/>
                  </a:lnTo>
                  <a:lnTo>
                    <a:pt x="35" y="35"/>
                  </a:lnTo>
                  <a:lnTo>
                    <a:pt x="30" y="38"/>
                  </a:lnTo>
                  <a:lnTo>
                    <a:pt x="25" y="41"/>
                  </a:lnTo>
                  <a:lnTo>
                    <a:pt x="21" y="43"/>
                  </a:lnTo>
                  <a:lnTo>
                    <a:pt x="16" y="44"/>
                  </a:lnTo>
                  <a:lnTo>
                    <a:pt x="16" y="44"/>
                  </a:lnTo>
                  <a:lnTo>
                    <a:pt x="10" y="43"/>
                  </a:lnTo>
                  <a:lnTo>
                    <a:pt x="3" y="39"/>
                  </a:lnTo>
                  <a:lnTo>
                    <a:pt x="0" y="35"/>
                  </a:lnTo>
                  <a:lnTo>
                    <a:pt x="0" y="29"/>
                  </a:lnTo>
                  <a:lnTo>
                    <a:pt x="0" y="29"/>
                  </a:lnTo>
                  <a:lnTo>
                    <a:pt x="0" y="24"/>
                  </a:lnTo>
                  <a:lnTo>
                    <a:pt x="2" y="19"/>
                  </a:lnTo>
                  <a:lnTo>
                    <a:pt x="3" y="15"/>
                  </a:lnTo>
                  <a:lnTo>
                    <a:pt x="8" y="10"/>
                  </a:lnTo>
                  <a:lnTo>
                    <a:pt x="11" y="7"/>
                  </a:lnTo>
                  <a:lnTo>
                    <a:pt x="16" y="4"/>
                  </a:lnTo>
                  <a:lnTo>
                    <a:pt x="22" y="2"/>
                  </a:lnTo>
                  <a:lnTo>
                    <a:pt x="28" y="0"/>
                  </a:lnTo>
                  <a:lnTo>
                    <a:pt x="28" y="0"/>
                  </a:lnTo>
                  <a:close/>
                  <a:moveTo>
                    <a:pt x="17" y="41"/>
                  </a:moveTo>
                  <a:lnTo>
                    <a:pt x="17" y="41"/>
                  </a:lnTo>
                  <a:lnTo>
                    <a:pt x="21" y="39"/>
                  </a:lnTo>
                  <a:lnTo>
                    <a:pt x="24" y="38"/>
                  </a:lnTo>
                  <a:lnTo>
                    <a:pt x="28" y="30"/>
                  </a:lnTo>
                  <a:lnTo>
                    <a:pt x="32" y="22"/>
                  </a:lnTo>
                  <a:lnTo>
                    <a:pt x="32" y="15"/>
                  </a:lnTo>
                  <a:lnTo>
                    <a:pt x="32" y="15"/>
                  </a:lnTo>
                  <a:lnTo>
                    <a:pt x="32" y="10"/>
                  </a:lnTo>
                  <a:lnTo>
                    <a:pt x="30" y="7"/>
                  </a:lnTo>
                  <a:lnTo>
                    <a:pt x="28" y="5"/>
                  </a:lnTo>
                  <a:lnTo>
                    <a:pt x="25" y="5"/>
                  </a:lnTo>
                  <a:lnTo>
                    <a:pt x="25" y="5"/>
                  </a:lnTo>
                  <a:lnTo>
                    <a:pt x="22" y="5"/>
                  </a:lnTo>
                  <a:lnTo>
                    <a:pt x="19" y="7"/>
                  </a:lnTo>
                  <a:lnTo>
                    <a:pt x="14" y="13"/>
                  </a:lnTo>
                  <a:lnTo>
                    <a:pt x="11" y="22"/>
                  </a:lnTo>
                  <a:lnTo>
                    <a:pt x="10" y="30"/>
                  </a:lnTo>
                  <a:lnTo>
                    <a:pt x="10" y="30"/>
                  </a:lnTo>
                  <a:lnTo>
                    <a:pt x="11" y="35"/>
                  </a:lnTo>
                  <a:lnTo>
                    <a:pt x="13" y="38"/>
                  </a:lnTo>
                  <a:lnTo>
                    <a:pt x="14" y="39"/>
                  </a:lnTo>
                  <a:lnTo>
                    <a:pt x="17" y="41"/>
                  </a:lnTo>
                  <a:lnTo>
                    <a:pt x="17"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0" name="Freeform 102">
              <a:extLst>
                <a:ext uri="{FF2B5EF4-FFF2-40B4-BE49-F238E27FC236}">
                  <a16:creationId xmlns:a16="http://schemas.microsoft.com/office/drawing/2014/main" id="{07E6A6B6-9A9C-0B90-4C35-4A601C4DD4A5}"/>
                </a:ext>
              </a:extLst>
            </p:cNvPr>
            <p:cNvSpPr>
              <a:spLocks/>
            </p:cNvSpPr>
            <p:nvPr/>
          </p:nvSpPr>
          <p:spPr bwMode="auto">
            <a:xfrm>
              <a:off x="4780" y="4000"/>
              <a:ext cx="44" cy="43"/>
            </a:xfrm>
            <a:custGeom>
              <a:avLst/>
              <a:gdLst>
                <a:gd name="T0" fmla="*/ 12 w 44"/>
                <a:gd name="T1" fmla="*/ 11 h 43"/>
                <a:gd name="T2" fmla="*/ 12 w 44"/>
                <a:gd name="T3" fmla="*/ 11 h 43"/>
                <a:gd name="T4" fmla="*/ 14 w 44"/>
                <a:gd name="T5" fmla="*/ 10 h 43"/>
                <a:gd name="T6" fmla="*/ 12 w 44"/>
                <a:gd name="T7" fmla="*/ 7 h 43"/>
                <a:gd name="T8" fmla="*/ 11 w 44"/>
                <a:gd name="T9" fmla="*/ 7 h 43"/>
                <a:gd name="T10" fmla="*/ 6 w 44"/>
                <a:gd name="T11" fmla="*/ 5 h 43"/>
                <a:gd name="T12" fmla="*/ 6 w 44"/>
                <a:gd name="T13" fmla="*/ 4 h 43"/>
                <a:gd name="T14" fmla="*/ 25 w 44"/>
                <a:gd name="T15" fmla="*/ 0 h 43"/>
                <a:gd name="T16" fmla="*/ 25 w 44"/>
                <a:gd name="T17" fmla="*/ 0 h 43"/>
                <a:gd name="T18" fmla="*/ 22 w 44"/>
                <a:gd name="T19" fmla="*/ 16 h 43"/>
                <a:gd name="T20" fmla="*/ 22 w 44"/>
                <a:gd name="T21" fmla="*/ 16 h 43"/>
                <a:gd name="T22" fmla="*/ 22 w 44"/>
                <a:gd name="T23" fmla="*/ 16 h 43"/>
                <a:gd name="T24" fmla="*/ 29 w 44"/>
                <a:gd name="T25" fmla="*/ 5 h 43"/>
                <a:gd name="T26" fmla="*/ 33 w 44"/>
                <a:gd name="T27" fmla="*/ 2 h 43"/>
                <a:gd name="T28" fmla="*/ 36 w 44"/>
                <a:gd name="T29" fmla="*/ 0 h 43"/>
                <a:gd name="T30" fmla="*/ 36 w 44"/>
                <a:gd name="T31" fmla="*/ 0 h 43"/>
                <a:gd name="T32" fmla="*/ 39 w 44"/>
                <a:gd name="T33" fmla="*/ 2 h 43"/>
                <a:gd name="T34" fmla="*/ 44 w 44"/>
                <a:gd name="T35" fmla="*/ 5 h 43"/>
                <a:gd name="T36" fmla="*/ 37 w 44"/>
                <a:gd name="T37" fmla="*/ 15 h 43"/>
                <a:gd name="T38" fmla="*/ 37 w 44"/>
                <a:gd name="T39" fmla="*/ 15 h 43"/>
                <a:gd name="T40" fmla="*/ 34 w 44"/>
                <a:gd name="T41" fmla="*/ 11 h 43"/>
                <a:gd name="T42" fmla="*/ 31 w 44"/>
                <a:gd name="T43" fmla="*/ 11 h 43"/>
                <a:gd name="T44" fmla="*/ 31 w 44"/>
                <a:gd name="T45" fmla="*/ 11 h 43"/>
                <a:gd name="T46" fmla="*/ 28 w 44"/>
                <a:gd name="T47" fmla="*/ 11 h 43"/>
                <a:gd name="T48" fmla="*/ 26 w 44"/>
                <a:gd name="T49" fmla="*/ 13 h 43"/>
                <a:gd name="T50" fmla="*/ 23 w 44"/>
                <a:gd name="T51" fmla="*/ 21 h 43"/>
                <a:gd name="T52" fmla="*/ 23 w 44"/>
                <a:gd name="T53" fmla="*/ 21 h 43"/>
                <a:gd name="T54" fmla="*/ 20 w 44"/>
                <a:gd name="T55" fmla="*/ 29 h 43"/>
                <a:gd name="T56" fmla="*/ 20 w 44"/>
                <a:gd name="T57" fmla="*/ 33 h 43"/>
                <a:gd name="T58" fmla="*/ 20 w 44"/>
                <a:gd name="T59" fmla="*/ 33 h 43"/>
                <a:gd name="T60" fmla="*/ 20 w 44"/>
                <a:gd name="T61" fmla="*/ 36 h 43"/>
                <a:gd name="T62" fmla="*/ 20 w 44"/>
                <a:gd name="T63" fmla="*/ 38 h 43"/>
                <a:gd name="T64" fmla="*/ 26 w 44"/>
                <a:gd name="T65" fmla="*/ 41 h 43"/>
                <a:gd name="T66" fmla="*/ 25 w 44"/>
                <a:gd name="T67" fmla="*/ 43 h 43"/>
                <a:gd name="T68" fmla="*/ 0 w 44"/>
                <a:gd name="T69" fmla="*/ 43 h 43"/>
                <a:gd name="T70" fmla="*/ 1 w 44"/>
                <a:gd name="T71" fmla="*/ 41 h 43"/>
                <a:gd name="T72" fmla="*/ 1 w 44"/>
                <a:gd name="T73" fmla="*/ 41 h 43"/>
                <a:gd name="T74" fmla="*/ 5 w 44"/>
                <a:gd name="T75" fmla="*/ 39 h 43"/>
                <a:gd name="T76" fmla="*/ 6 w 44"/>
                <a:gd name="T77" fmla="*/ 38 h 43"/>
                <a:gd name="T78" fmla="*/ 8 w 44"/>
                <a:gd name="T79" fmla="*/ 35 h 43"/>
                <a:gd name="T80" fmla="*/ 9 w 44"/>
                <a:gd name="T81" fmla="*/ 30 h 43"/>
                <a:gd name="T82" fmla="*/ 12 w 44"/>
                <a:gd name="T83" fmla="*/ 1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 h="43">
                  <a:moveTo>
                    <a:pt x="12" y="11"/>
                  </a:moveTo>
                  <a:lnTo>
                    <a:pt x="12" y="11"/>
                  </a:lnTo>
                  <a:lnTo>
                    <a:pt x="14" y="10"/>
                  </a:lnTo>
                  <a:lnTo>
                    <a:pt x="12" y="7"/>
                  </a:lnTo>
                  <a:lnTo>
                    <a:pt x="11" y="7"/>
                  </a:lnTo>
                  <a:lnTo>
                    <a:pt x="6" y="5"/>
                  </a:lnTo>
                  <a:lnTo>
                    <a:pt x="6" y="4"/>
                  </a:lnTo>
                  <a:lnTo>
                    <a:pt x="25" y="0"/>
                  </a:lnTo>
                  <a:lnTo>
                    <a:pt x="25" y="0"/>
                  </a:lnTo>
                  <a:lnTo>
                    <a:pt x="22" y="16"/>
                  </a:lnTo>
                  <a:lnTo>
                    <a:pt x="22" y="16"/>
                  </a:lnTo>
                  <a:lnTo>
                    <a:pt x="22" y="16"/>
                  </a:lnTo>
                  <a:lnTo>
                    <a:pt x="29" y="5"/>
                  </a:lnTo>
                  <a:lnTo>
                    <a:pt x="33" y="2"/>
                  </a:lnTo>
                  <a:lnTo>
                    <a:pt x="36" y="0"/>
                  </a:lnTo>
                  <a:lnTo>
                    <a:pt x="36" y="0"/>
                  </a:lnTo>
                  <a:lnTo>
                    <a:pt x="39" y="2"/>
                  </a:lnTo>
                  <a:lnTo>
                    <a:pt x="44" y="5"/>
                  </a:lnTo>
                  <a:lnTo>
                    <a:pt x="37" y="15"/>
                  </a:lnTo>
                  <a:lnTo>
                    <a:pt x="37" y="15"/>
                  </a:lnTo>
                  <a:lnTo>
                    <a:pt x="34" y="11"/>
                  </a:lnTo>
                  <a:lnTo>
                    <a:pt x="31" y="11"/>
                  </a:lnTo>
                  <a:lnTo>
                    <a:pt x="31" y="11"/>
                  </a:lnTo>
                  <a:lnTo>
                    <a:pt x="28" y="11"/>
                  </a:lnTo>
                  <a:lnTo>
                    <a:pt x="26" y="13"/>
                  </a:lnTo>
                  <a:lnTo>
                    <a:pt x="23" y="21"/>
                  </a:lnTo>
                  <a:lnTo>
                    <a:pt x="23" y="21"/>
                  </a:lnTo>
                  <a:lnTo>
                    <a:pt x="20" y="29"/>
                  </a:lnTo>
                  <a:lnTo>
                    <a:pt x="20" y="33"/>
                  </a:lnTo>
                  <a:lnTo>
                    <a:pt x="20" y="33"/>
                  </a:lnTo>
                  <a:lnTo>
                    <a:pt x="20" y="36"/>
                  </a:lnTo>
                  <a:lnTo>
                    <a:pt x="20" y="38"/>
                  </a:lnTo>
                  <a:lnTo>
                    <a:pt x="26" y="41"/>
                  </a:lnTo>
                  <a:lnTo>
                    <a:pt x="25" y="43"/>
                  </a:lnTo>
                  <a:lnTo>
                    <a:pt x="0" y="43"/>
                  </a:lnTo>
                  <a:lnTo>
                    <a:pt x="1" y="41"/>
                  </a:lnTo>
                  <a:lnTo>
                    <a:pt x="1" y="41"/>
                  </a:lnTo>
                  <a:lnTo>
                    <a:pt x="5" y="39"/>
                  </a:lnTo>
                  <a:lnTo>
                    <a:pt x="6" y="38"/>
                  </a:lnTo>
                  <a:lnTo>
                    <a:pt x="8" y="35"/>
                  </a:lnTo>
                  <a:lnTo>
                    <a:pt x="9" y="30"/>
                  </a:lnTo>
                  <a:lnTo>
                    <a:pt x="12"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1" name="Freeform 103">
              <a:extLst>
                <a:ext uri="{FF2B5EF4-FFF2-40B4-BE49-F238E27FC236}">
                  <a16:creationId xmlns:a16="http://schemas.microsoft.com/office/drawing/2014/main" id="{4EAF1E32-556B-DE16-5875-AFF4704C00AA}"/>
                </a:ext>
              </a:extLst>
            </p:cNvPr>
            <p:cNvSpPr>
              <a:spLocks/>
            </p:cNvSpPr>
            <p:nvPr/>
          </p:nvSpPr>
          <p:spPr bwMode="auto">
            <a:xfrm>
              <a:off x="4819" y="3976"/>
              <a:ext cx="31" cy="67"/>
            </a:xfrm>
            <a:custGeom>
              <a:avLst/>
              <a:gdLst>
                <a:gd name="T0" fmla="*/ 19 w 31"/>
                <a:gd name="T1" fmla="*/ 56 h 67"/>
                <a:gd name="T2" fmla="*/ 19 w 31"/>
                <a:gd name="T3" fmla="*/ 56 h 67"/>
                <a:gd name="T4" fmla="*/ 19 w 31"/>
                <a:gd name="T5" fmla="*/ 60 h 67"/>
                <a:gd name="T6" fmla="*/ 19 w 31"/>
                <a:gd name="T7" fmla="*/ 62 h 67"/>
                <a:gd name="T8" fmla="*/ 22 w 31"/>
                <a:gd name="T9" fmla="*/ 63 h 67"/>
                <a:gd name="T10" fmla="*/ 25 w 31"/>
                <a:gd name="T11" fmla="*/ 65 h 67"/>
                <a:gd name="T12" fmla="*/ 25 w 31"/>
                <a:gd name="T13" fmla="*/ 67 h 67"/>
                <a:gd name="T14" fmla="*/ 0 w 31"/>
                <a:gd name="T15" fmla="*/ 67 h 67"/>
                <a:gd name="T16" fmla="*/ 0 w 31"/>
                <a:gd name="T17" fmla="*/ 65 h 67"/>
                <a:gd name="T18" fmla="*/ 0 w 31"/>
                <a:gd name="T19" fmla="*/ 65 h 67"/>
                <a:gd name="T20" fmla="*/ 5 w 31"/>
                <a:gd name="T21" fmla="*/ 63 h 67"/>
                <a:gd name="T22" fmla="*/ 6 w 31"/>
                <a:gd name="T23" fmla="*/ 62 h 67"/>
                <a:gd name="T24" fmla="*/ 8 w 31"/>
                <a:gd name="T25" fmla="*/ 59 h 67"/>
                <a:gd name="T26" fmla="*/ 9 w 31"/>
                <a:gd name="T27" fmla="*/ 54 h 67"/>
                <a:gd name="T28" fmla="*/ 17 w 31"/>
                <a:gd name="T29" fmla="*/ 15 h 67"/>
                <a:gd name="T30" fmla="*/ 17 w 31"/>
                <a:gd name="T31" fmla="*/ 15 h 67"/>
                <a:gd name="T32" fmla="*/ 17 w 31"/>
                <a:gd name="T33" fmla="*/ 10 h 67"/>
                <a:gd name="T34" fmla="*/ 17 w 31"/>
                <a:gd name="T35" fmla="*/ 7 h 67"/>
                <a:gd name="T36" fmla="*/ 15 w 31"/>
                <a:gd name="T37" fmla="*/ 4 h 67"/>
                <a:gd name="T38" fmla="*/ 11 w 31"/>
                <a:gd name="T39" fmla="*/ 4 h 67"/>
                <a:gd name="T40" fmla="*/ 11 w 31"/>
                <a:gd name="T41" fmla="*/ 3 h 67"/>
                <a:gd name="T42" fmla="*/ 29 w 31"/>
                <a:gd name="T43" fmla="*/ 0 h 67"/>
                <a:gd name="T44" fmla="*/ 31 w 31"/>
                <a:gd name="T45" fmla="*/ 0 h 67"/>
                <a:gd name="T46" fmla="*/ 19 w 31"/>
                <a:gd name="T47" fmla="*/ 5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 h="67">
                  <a:moveTo>
                    <a:pt x="19" y="56"/>
                  </a:moveTo>
                  <a:lnTo>
                    <a:pt x="19" y="56"/>
                  </a:lnTo>
                  <a:lnTo>
                    <a:pt x="19" y="60"/>
                  </a:lnTo>
                  <a:lnTo>
                    <a:pt x="19" y="62"/>
                  </a:lnTo>
                  <a:lnTo>
                    <a:pt x="22" y="63"/>
                  </a:lnTo>
                  <a:lnTo>
                    <a:pt x="25" y="65"/>
                  </a:lnTo>
                  <a:lnTo>
                    <a:pt x="25" y="67"/>
                  </a:lnTo>
                  <a:lnTo>
                    <a:pt x="0" y="67"/>
                  </a:lnTo>
                  <a:lnTo>
                    <a:pt x="0" y="65"/>
                  </a:lnTo>
                  <a:lnTo>
                    <a:pt x="0" y="65"/>
                  </a:lnTo>
                  <a:lnTo>
                    <a:pt x="5" y="63"/>
                  </a:lnTo>
                  <a:lnTo>
                    <a:pt x="6" y="62"/>
                  </a:lnTo>
                  <a:lnTo>
                    <a:pt x="8" y="59"/>
                  </a:lnTo>
                  <a:lnTo>
                    <a:pt x="9" y="54"/>
                  </a:lnTo>
                  <a:lnTo>
                    <a:pt x="17" y="15"/>
                  </a:lnTo>
                  <a:lnTo>
                    <a:pt x="17" y="15"/>
                  </a:lnTo>
                  <a:lnTo>
                    <a:pt x="17" y="10"/>
                  </a:lnTo>
                  <a:lnTo>
                    <a:pt x="17" y="7"/>
                  </a:lnTo>
                  <a:lnTo>
                    <a:pt x="15" y="4"/>
                  </a:lnTo>
                  <a:lnTo>
                    <a:pt x="11" y="4"/>
                  </a:lnTo>
                  <a:lnTo>
                    <a:pt x="11" y="3"/>
                  </a:lnTo>
                  <a:lnTo>
                    <a:pt x="29" y="0"/>
                  </a:lnTo>
                  <a:lnTo>
                    <a:pt x="31" y="0"/>
                  </a:lnTo>
                  <a:lnTo>
                    <a:pt x="19" y="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2" name="Freeform 104">
              <a:extLst>
                <a:ext uri="{FF2B5EF4-FFF2-40B4-BE49-F238E27FC236}">
                  <a16:creationId xmlns:a16="http://schemas.microsoft.com/office/drawing/2014/main" id="{371766E9-3260-D87E-D124-5D5EF1AF9BD1}"/>
                </a:ext>
              </a:extLst>
            </p:cNvPr>
            <p:cNvSpPr>
              <a:spLocks noEditPoints="1"/>
            </p:cNvSpPr>
            <p:nvPr/>
          </p:nvSpPr>
          <p:spPr bwMode="auto">
            <a:xfrm>
              <a:off x="4848" y="3976"/>
              <a:ext cx="53" cy="68"/>
            </a:xfrm>
            <a:custGeom>
              <a:avLst/>
              <a:gdLst>
                <a:gd name="T0" fmla="*/ 41 w 53"/>
                <a:gd name="T1" fmla="*/ 56 h 68"/>
                <a:gd name="T2" fmla="*/ 41 w 53"/>
                <a:gd name="T3" fmla="*/ 56 h 68"/>
                <a:gd name="T4" fmla="*/ 41 w 53"/>
                <a:gd name="T5" fmla="*/ 59 h 68"/>
                <a:gd name="T6" fmla="*/ 41 w 53"/>
                <a:gd name="T7" fmla="*/ 60 h 68"/>
                <a:gd name="T8" fmla="*/ 44 w 53"/>
                <a:gd name="T9" fmla="*/ 62 h 68"/>
                <a:gd name="T10" fmla="*/ 47 w 53"/>
                <a:gd name="T11" fmla="*/ 63 h 68"/>
                <a:gd name="T12" fmla="*/ 47 w 53"/>
                <a:gd name="T13" fmla="*/ 65 h 68"/>
                <a:gd name="T14" fmla="*/ 29 w 53"/>
                <a:gd name="T15" fmla="*/ 68 h 68"/>
                <a:gd name="T16" fmla="*/ 29 w 53"/>
                <a:gd name="T17" fmla="*/ 68 h 68"/>
                <a:gd name="T18" fmla="*/ 29 w 53"/>
                <a:gd name="T19" fmla="*/ 62 h 68"/>
                <a:gd name="T20" fmla="*/ 29 w 53"/>
                <a:gd name="T21" fmla="*/ 62 h 68"/>
                <a:gd name="T22" fmla="*/ 21 w 53"/>
                <a:gd name="T23" fmla="*/ 67 h 68"/>
                <a:gd name="T24" fmla="*/ 14 w 53"/>
                <a:gd name="T25" fmla="*/ 68 h 68"/>
                <a:gd name="T26" fmla="*/ 14 w 53"/>
                <a:gd name="T27" fmla="*/ 68 h 68"/>
                <a:gd name="T28" fmla="*/ 10 w 53"/>
                <a:gd name="T29" fmla="*/ 67 h 68"/>
                <a:gd name="T30" fmla="*/ 5 w 53"/>
                <a:gd name="T31" fmla="*/ 63 h 68"/>
                <a:gd name="T32" fmla="*/ 2 w 53"/>
                <a:gd name="T33" fmla="*/ 59 h 68"/>
                <a:gd name="T34" fmla="*/ 0 w 53"/>
                <a:gd name="T35" fmla="*/ 53 h 68"/>
                <a:gd name="T36" fmla="*/ 0 w 53"/>
                <a:gd name="T37" fmla="*/ 53 h 68"/>
                <a:gd name="T38" fmla="*/ 2 w 53"/>
                <a:gd name="T39" fmla="*/ 48 h 68"/>
                <a:gd name="T40" fmla="*/ 4 w 53"/>
                <a:gd name="T41" fmla="*/ 43 h 68"/>
                <a:gd name="T42" fmla="*/ 5 w 53"/>
                <a:gd name="T43" fmla="*/ 39 h 68"/>
                <a:gd name="T44" fmla="*/ 10 w 53"/>
                <a:gd name="T45" fmla="*/ 34 h 68"/>
                <a:gd name="T46" fmla="*/ 14 w 53"/>
                <a:gd name="T47" fmla="*/ 31 h 68"/>
                <a:gd name="T48" fmla="*/ 21 w 53"/>
                <a:gd name="T49" fmla="*/ 28 h 68"/>
                <a:gd name="T50" fmla="*/ 29 w 53"/>
                <a:gd name="T51" fmla="*/ 26 h 68"/>
                <a:gd name="T52" fmla="*/ 36 w 53"/>
                <a:gd name="T53" fmla="*/ 24 h 68"/>
                <a:gd name="T54" fmla="*/ 39 w 53"/>
                <a:gd name="T55" fmla="*/ 14 h 68"/>
                <a:gd name="T56" fmla="*/ 39 w 53"/>
                <a:gd name="T57" fmla="*/ 14 h 68"/>
                <a:gd name="T58" fmla="*/ 39 w 53"/>
                <a:gd name="T59" fmla="*/ 9 h 68"/>
                <a:gd name="T60" fmla="*/ 39 w 53"/>
                <a:gd name="T61" fmla="*/ 6 h 68"/>
                <a:gd name="T62" fmla="*/ 36 w 53"/>
                <a:gd name="T63" fmla="*/ 4 h 68"/>
                <a:gd name="T64" fmla="*/ 33 w 53"/>
                <a:gd name="T65" fmla="*/ 4 h 68"/>
                <a:gd name="T66" fmla="*/ 33 w 53"/>
                <a:gd name="T67" fmla="*/ 3 h 68"/>
                <a:gd name="T68" fmla="*/ 52 w 53"/>
                <a:gd name="T69" fmla="*/ 0 h 68"/>
                <a:gd name="T70" fmla="*/ 53 w 53"/>
                <a:gd name="T71" fmla="*/ 0 h 68"/>
                <a:gd name="T72" fmla="*/ 41 w 53"/>
                <a:gd name="T73" fmla="*/ 56 h 68"/>
                <a:gd name="T74" fmla="*/ 36 w 53"/>
                <a:gd name="T75" fmla="*/ 29 h 68"/>
                <a:gd name="T76" fmla="*/ 36 w 53"/>
                <a:gd name="T77" fmla="*/ 29 h 68"/>
                <a:gd name="T78" fmla="*/ 32 w 53"/>
                <a:gd name="T79" fmla="*/ 29 h 68"/>
                <a:gd name="T80" fmla="*/ 32 w 53"/>
                <a:gd name="T81" fmla="*/ 29 h 68"/>
                <a:gd name="T82" fmla="*/ 24 w 53"/>
                <a:gd name="T83" fmla="*/ 31 h 68"/>
                <a:gd name="T84" fmla="*/ 18 w 53"/>
                <a:gd name="T85" fmla="*/ 35 h 68"/>
                <a:gd name="T86" fmla="*/ 13 w 53"/>
                <a:gd name="T87" fmla="*/ 42 h 68"/>
                <a:gd name="T88" fmla="*/ 11 w 53"/>
                <a:gd name="T89" fmla="*/ 51 h 68"/>
                <a:gd name="T90" fmla="*/ 11 w 53"/>
                <a:gd name="T91" fmla="*/ 51 h 68"/>
                <a:gd name="T92" fmla="*/ 13 w 53"/>
                <a:gd name="T93" fmla="*/ 56 h 68"/>
                <a:gd name="T94" fmla="*/ 14 w 53"/>
                <a:gd name="T95" fmla="*/ 59 h 68"/>
                <a:gd name="T96" fmla="*/ 16 w 53"/>
                <a:gd name="T97" fmla="*/ 60 h 68"/>
                <a:gd name="T98" fmla="*/ 21 w 53"/>
                <a:gd name="T99" fmla="*/ 62 h 68"/>
                <a:gd name="T100" fmla="*/ 21 w 53"/>
                <a:gd name="T101" fmla="*/ 62 h 68"/>
                <a:gd name="T102" fmla="*/ 25 w 53"/>
                <a:gd name="T103" fmla="*/ 60 h 68"/>
                <a:gd name="T104" fmla="*/ 30 w 53"/>
                <a:gd name="T105" fmla="*/ 57 h 68"/>
                <a:gd name="T106" fmla="*/ 36 w 53"/>
                <a:gd name="T107" fmla="*/ 2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 h="68">
                  <a:moveTo>
                    <a:pt x="41" y="56"/>
                  </a:moveTo>
                  <a:lnTo>
                    <a:pt x="41" y="56"/>
                  </a:lnTo>
                  <a:lnTo>
                    <a:pt x="41" y="59"/>
                  </a:lnTo>
                  <a:lnTo>
                    <a:pt x="41" y="60"/>
                  </a:lnTo>
                  <a:lnTo>
                    <a:pt x="44" y="62"/>
                  </a:lnTo>
                  <a:lnTo>
                    <a:pt x="47" y="63"/>
                  </a:lnTo>
                  <a:lnTo>
                    <a:pt x="47" y="65"/>
                  </a:lnTo>
                  <a:lnTo>
                    <a:pt x="29" y="68"/>
                  </a:lnTo>
                  <a:lnTo>
                    <a:pt x="29" y="68"/>
                  </a:lnTo>
                  <a:lnTo>
                    <a:pt x="29" y="62"/>
                  </a:lnTo>
                  <a:lnTo>
                    <a:pt x="29" y="62"/>
                  </a:lnTo>
                  <a:lnTo>
                    <a:pt x="21" y="67"/>
                  </a:lnTo>
                  <a:lnTo>
                    <a:pt x="14" y="68"/>
                  </a:lnTo>
                  <a:lnTo>
                    <a:pt x="14" y="68"/>
                  </a:lnTo>
                  <a:lnTo>
                    <a:pt x="10" y="67"/>
                  </a:lnTo>
                  <a:lnTo>
                    <a:pt x="5" y="63"/>
                  </a:lnTo>
                  <a:lnTo>
                    <a:pt x="2" y="59"/>
                  </a:lnTo>
                  <a:lnTo>
                    <a:pt x="0" y="53"/>
                  </a:lnTo>
                  <a:lnTo>
                    <a:pt x="0" y="53"/>
                  </a:lnTo>
                  <a:lnTo>
                    <a:pt x="2" y="48"/>
                  </a:lnTo>
                  <a:lnTo>
                    <a:pt x="4" y="43"/>
                  </a:lnTo>
                  <a:lnTo>
                    <a:pt x="5" y="39"/>
                  </a:lnTo>
                  <a:lnTo>
                    <a:pt x="10" y="34"/>
                  </a:lnTo>
                  <a:lnTo>
                    <a:pt x="14" y="31"/>
                  </a:lnTo>
                  <a:lnTo>
                    <a:pt x="21" y="28"/>
                  </a:lnTo>
                  <a:lnTo>
                    <a:pt x="29" y="26"/>
                  </a:lnTo>
                  <a:lnTo>
                    <a:pt x="36" y="24"/>
                  </a:lnTo>
                  <a:lnTo>
                    <a:pt x="39" y="14"/>
                  </a:lnTo>
                  <a:lnTo>
                    <a:pt x="39" y="14"/>
                  </a:lnTo>
                  <a:lnTo>
                    <a:pt x="39" y="9"/>
                  </a:lnTo>
                  <a:lnTo>
                    <a:pt x="39" y="6"/>
                  </a:lnTo>
                  <a:lnTo>
                    <a:pt x="36" y="4"/>
                  </a:lnTo>
                  <a:lnTo>
                    <a:pt x="33" y="4"/>
                  </a:lnTo>
                  <a:lnTo>
                    <a:pt x="33" y="3"/>
                  </a:lnTo>
                  <a:lnTo>
                    <a:pt x="52" y="0"/>
                  </a:lnTo>
                  <a:lnTo>
                    <a:pt x="53" y="0"/>
                  </a:lnTo>
                  <a:lnTo>
                    <a:pt x="41" y="56"/>
                  </a:lnTo>
                  <a:close/>
                  <a:moveTo>
                    <a:pt x="36" y="29"/>
                  </a:moveTo>
                  <a:lnTo>
                    <a:pt x="36" y="29"/>
                  </a:lnTo>
                  <a:lnTo>
                    <a:pt x="32" y="29"/>
                  </a:lnTo>
                  <a:lnTo>
                    <a:pt x="32" y="29"/>
                  </a:lnTo>
                  <a:lnTo>
                    <a:pt x="24" y="31"/>
                  </a:lnTo>
                  <a:lnTo>
                    <a:pt x="18" y="35"/>
                  </a:lnTo>
                  <a:lnTo>
                    <a:pt x="13" y="42"/>
                  </a:lnTo>
                  <a:lnTo>
                    <a:pt x="11" y="51"/>
                  </a:lnTo>
                  <a:lnTo>
                    <a:pt x="11" y="51"/>
                  </a:lnTo>
                  <a:lnTo>
                    <a:pt x="13" y="56"/>
                  </a:lnTo>
                  <a:lnTo>
                    <a:pt x="14" y="59"/>
                  </a:lnTo>
                  <a:lnTo>
                    <a:pt x="16" y="60"/>
                  </a:lnTo>
                  <a:lnTo>
                    <a:pt x="21" y="62"/>
                  </a:lnTo>
                  <a:lnTo>
                    <a:pt x="21" y="62"/>
                  </a:lnTo>
                  <a:lnTo>
                    <a:pt x="25" y="60"/>
                  </a:lnTo>
                  <a:lnTo>
                    <a:pt x="30" y="57"/>
                  </a:lnTo>
                  <a:lnTo>
                    <a:pt x="36"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3" name="Freeform 105">
              <a:extLst>
                <a:ext uri="{FF2B5EF4-FFF2-40B4-BE49-F238E27FC236}">
                  <a16:creationId xmlns:a16="http://schemas.microsoft.com/office/drawing/2014/main" id="{CC117CF3-7269-013F-EDA3-1E7CC325C5A7}"/>
                </a:ext>
              </a:extLst>
            </p:cNvPr>
            <p:cNvSpPr>
              <a:spLocks/>
            </p:cNvSpPr>
            <p:nvPr/>
          </p:nvSpPr>
          <p:spPr bwMode="auto">
            <a:xfrm>
              <a:off x="4901" y="4002"/>
              <a:ext cx="69" cy="42"/>
            </a:xfrm>
            <a:custGeom>
              <a:avLst/>
              <a:gdLst>
                <a:gd name="T0" fmla="*/ 41 w 69"/>
                <a:gd name="T1" fmla="*/ 42 h 42"/>
                <a:gd name="T2" fmla="*/ 39 w 69"/>
                <a:gd name="T3" fmla="*/ 42 h 42"/>
                <a:gd name="T4" fmla="*/ 33 w 69"/>
                <a:gd name="T5" fmla="*/ 13 h 42"/>
                <a:gd name="T6" fmla="*/ 11 w 69"/>
                <a:gd name="T7" fmla="*/ 42 h 42"/>
                <a:gd name="T8" fmla="*/ 10 w 69"/>
                <a:gd name="T9" fmla="*/ 42 h 42"/>
                <a:gd name="T10" fmla="*/ 7 w 69"/>
                <a:gd name="T11" fmla="*/ 13 h 42"/>
                <a:gd name="T12" fmla="*/ 7 w 69"/>
                <a:gd name="T13" fmla="*/ 13 h 42"/>
                <a:gd name="T14" fmla="*/ 5 w 69"/>
                <a:gd name="T15" fmla="*/ 5 h 42"/>
                <a:gd name="T16" fmla="*/ 4 w 69"/>
                <a:gd name="T17" fmla="*/ 3 h 42"/>
                <a:gd name="T18" fmla="*/ 0 w 69"/>
                <a:gd name="T19" fmla="*/ 3 h 42"/>
                <a:gd name="T20" fmla="*/ 0 w 69"/>
                <a:gd name="T21" fmla="*/ 0 h 42"/>
                <a:gd name="T22" fmla="*/ 21 w 69"/>
                <a:gd name="T23" fmla="*/ 0 h 42"/>
                <a:gd name="T24" fmla="*/ 21 w 69"/>
                <a:gd name="T25" fmla="*/ 3 h 42"/>
                <a:gd name="T26" fmla="*/ 21 w 69"/>
                <a:gd name="T27" fmla="*/ 3 h 42"/>
                <a:gd name="T28" fmla="*/ 18 w 69"/>
                <a:gd name="T29" fmla="*/ 3 h 42"/>
                <a:gd name="T30" fmla="*/ 16 w 69"/>
                <a:gd name="T31" fmla="*/ 6 h 42"/>
                <a:gd name="T32" fmla="*/ 16 w 69"/>
                <a:gd name="T33" fmla="*/ 14 h 42"/>
                <a:gd name="T34" fmla="*/ 19 w 69"/>
                <a:gd name="T35" fmla="*/ 28 h 42"/>
                <a:gd name="T36" fmla="*/ 33 w 69"/>
                <a:gd name="T37" fmla="*/ 9 h 42"/>
                <a:gd name="T38" fmla="*/ 33 w 69"/>
                <a:gd name="T39" fmla="*/ 9 h 42"/>
                <a:gd name="T40" fmla="*/ 32 w 69"/>
                <a:gd name="T41" fmla="*/ 5 h 42"/>
                <a:gd name="T42" fmla="*/ 27 w 69"/>
                <a:gd name="T43" fmla="*/ 3 h 42"/>
                <a:gd name="T44" fmla="*/ 27 w 69"/>
                <a:gd name="T45" fmla="*/ 0 h 42"/>
                <a:gd name="T46" fmla="*/ 49 w 69"/>
                <a:gd name="T47" fmla="*/ 0 h 42"/>
                <a:gd name="T48" fmla="*/ 47 w 69"/>
                <a:gd name="T49" fmla="*/ 3 h 42"/>
                <a:gd name="T50" fmla="*/ 47 w 69"/>
                <a:gd name="T51" fmla="*/ 3 h 42"/>
                <a:gd name="T52" fmla="*/ 46 w 69"/>
                <a:gd name="T53" fmla="*/ 3 h 42"/>
                <a:gd name="T54" fmla="*/ 44 w 69"/>
                <a:gd name="T55" fmla="*/ 6 h 42"/>
                <a:gd name="T56" fmla="*/ 44 w 69"/>
                <a:gd name="T57" fmla="*/ 14 h 42"/>
                <a:gd name="T58" fmla="*/ 46 w 69"/>
                <a:gd name="T59" fmla="*/ 27 h 42"/>
                <a:gd name="T60" fmla="*/ 58 w 69"/>
                <a:gd name="T61" fmla="*/ 11 h 42"/>
                <a:gd name="T62" fmla="*/ 58 w 69"/>
                <a:gd name="T63" fmla="*/ 11 h 42"/>
                <a:gd name="T64" fmla="*/ 60 w 69"/>
                <a:gd name="T65" fmla="*/ 6 h 42"/>
                <a:gd name="T66" fmla="*/ 58 w 69"/>
                <a:gd name="T67" fmla="*/ 3 h 42"/>
                <a:gd name="T68" fmla="*/ 55 w 69"/>
                <a:gd name="T69" fmla="*/ 3 h 42"/>
                <a:gd name="T70" fmla="*/ 57 w 69"/>
                <a:gd name="T71" fmla="*/ 0 h 42"/>
                <a:gd name="T72" fmla="*/ 69 w 69"/>
                <a:gd name="T73" fmla="*/ 0 h 42"/>
                <a:gd name="T74" fmla="*/ 69 w 69"/>
                <a:gd name="T75" fmla="*/ 3 h 42"/>
                <a:gd name="T76" fmla="*/ 69 w 69"/>
                <a:gd name="T77" fmla="*/ 3 h 42"/>
                <a:gd name="T78" fmla="*/ 64 w 69"/>
                <a:gd name="T79" fmla="*/ 5 h 42"/>
                <a:gd name="T80" fmla="*/ 61 w 69"/>
                <a:gd name="T81" fmla="*/ 11 h 42"/>
                <a:gd name="T82" fmla="*/ 41 w 69"/>
                <a:gd name="T8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 h="42">
                  <a:moveTo>
                    <a:pt x="41" y="42"/>
                  </a:moveTo>
                  <a:lnTo>
                    <a:pt x="39" y="42"/>
                  </a:lnTo>
                  <a:lnTo>
                    <a:pt x="33" y="13"/>
                  </a:lnTo>
                  <a:lnTo>
                    <a:pt x="11" y="42"/>
                  </a:lnTo>
                  <a:lnTo>
                    <a:pt x="10" y="42"/>
                  </a:lnTo>
                  <a:lnTo>
                    <a:pt x="7" y="13"/>
                  </a:lnTo>
                  <a:lnTo>
                    <a:pt x="7" y="13"/>
                  </a:lnTo>
                  <a:lnTo>
                    <a:pt x="5" y="5"/>
                  </a:lnTo>
                  <a:lnTo>
                    <a:pt x="4" y="3"/>
                  </a:lnTo>
                  <a:lnTo>
                    <a:pt x="0" y="3"/>
                  </a:lnTo>
                  <a:lnTo>
                    <a:pt x="0" y="0"/>
                  </a:lnTo>
                  <a:lnTo>
                    <a:pt x="21" y="0"/>
                  </a:lnTo>
                  <a:lnTo>
                    <a:pt x="21" y="3"/>
                  </a:lnTo>
                  <a:lnTo>
                    <a:pt x="21" y="3"/>
                  </a:lnTo>
                  <a:lnTo>
                    <a:pt x="18" y="3"/>
                  </a:lnTo>
                  <a:lnTo>
                    <a:pt x="16" y="6"/>
                  </a:lnTo>
                  <a:lnTo>
                    <a:pt x="16" y="14"/>
                  </a:lnTo>
                  <a:lnTo>
                    <a:pt x="19" y="28"/>
                  </a:lnTo>
                  <a:lnTo>
                    <a:pt x="33" y="9"/>
                  </a:lnTo>
                  <a:lnTo>
                    <a:pt x="33" y="9"/>
                  </a:lnTo>
                  <a:lnTo>
                    <a:pt x="32" y="5"/>
                  </a:lnTo>
                  <a:lnTo>
                    <a:pt x="27" y="3"/>
                  </a:lnTo>
                  <a:lnTo>
                    <a:pt x="27" y="0"/>
                  </a:lnTo>
                  <a:lnTo>
                    <a:pt x="49" y="0"/>
                  </a:lnTo>
                  <a:lnTo>
                    <a:pt x="47" y="3"/>
                  </a:lnTo>
                  <a:lnTo>
                    <a:pt x="47" y="3"/>
                  </a:lnTo>
                  <a:lnTo>
                    <a:pt x="46" y="3"/>
                  </a:lnTo>
                  <a:lnTo>
                    <a:pt x="44" y="6"/>
                  </a:lnTo>
                  <a:lnTo>
                    <a:pt x="44" y="14"/>
                  </a:lnTo>
                  <a:lnTo>
                    <a:pt x="46" y="27"/>
                  </a:lnTo>
                  <a:lnTo>
                    <a:pt x="58" y="11"/>
                  </a:lnTo>
                  <a:lnTo>
                    <a:pt x="58" y="11"/>
                  </a:lnTo>
                  <a:lnTo>
                    <a:pt x="60" y="6"/>
                  </a:lnTo>
                  <a:lnTo>
                    <a:pt x="58" y="3"/>
                  </a:lnTo>
                  <a:lnTo>
                    <a:pt x="55" y="3"/>
                  </a:lnTo>
                  <a:lnTo>
                    <a:pt x="57" y="0"/>
                  </a:lnTo>
                  <a:lnTo>
                    <a:pt x="69" y="0"/>
                  </a:lnTo>
                  <a:lnTo>
                    <a:pt x="69" y="3"/>
                  </a:lnTo>
                  <a:lnTo>
                    <a:pt x="69" y="3"/>
                  </a:lnTo>
                  <a:lnTo>
                    <a:pt x="64" y="5"/>
                  </a:lnTo>
                  <a:lnTo>
                    <a:pt x="61" y="11"/>
                  </a:lnTo>
                  <a:lnTo>
                    <a:pt x="41" y="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4" name="Freeform 106">
              <a:extLst>
                <a:ext uri="{FF2B5EF4-FFF2-40B4-BE49-F238E27FC236}">
                  <a16:creationId xmlns:a16="http://schemas.microsoft.com/office/drawing/2014/main" id="{A6777AC7-0080-EA0C-B29A-A02623B327AD}"/>
                </a:ext>
              </a:extLst>
            </p:cNvPr>
            <p:cNvSpPr>
              <a:spLocks noEditPoints="1"/>
            </p:cNvSpPr>
            <p:nvPr/>
          </p:nvSpPr>
          <p:spPr bwMode="auto">
            <a:xfrm>
              <a:off x="4965" y="3976"/>
              <a:ext cx="28" cy="67"/>
            </a:xfrm>
            <a:custGeom>
              <a:avLst/>
              <a:gdLst>
                <a:gd name="T0" fmla="*/ 13 w 28"/>
                <a:gd name="T1" fmla="*/ 39 h 67"/>
                <a:gd name="T2" fmla="*/ 13 w 28"/>
                <a:gd name="T3" fmla="*/ 39 h 67"/>
                <a:gd name="T4" fmla="*/ 13 w 28"/>
                <a:gd name="T5" fmla="*/ 34 h 67"/>
                <a:gd name="T6" fmla="*/ 13 w 28"/>
                <a:gd name="T7" fmla="*/ 31 h 67"/>
                <a:gd name="T8" fmla="*/ 11 w 28"/>
                <a:gd name="T9" fmla="*/ 29 h 67"/>
                <a:gd name="T10" fmla="*/ 7 w 28"/>
                <a:gd name="T11" fmla="*/ 29 h 67"/>
                <a:gd name="T12" fmla="*/ 7 w 28"/>
                <a:gd name="T13" fmla="*/ 28 h 67"/>
                <a:gd name="T14" fmla="*/ 25 w 28"/>
                <a:gd name="T15" fmla="*/ 24 h 67"/>
                <a:gd name="T16" fmla="*/ 27 w 28"/>
                <a:gd name="T17" fmla="*/ 24 h 67"/>
                <a:gd name="T18" fmla="*/ 19 w 28"/>
                <a:gd name="T19" fmla="*/ 56 h 67"/>
                <a:gd name="T20" fmla="*/ 19 w 28"/>
                <a:gd name="T21" fmla="*/ 56 h 67"/>
                <a:gd name="T22" fmla="*/ 19 w 28"/>
                <a:gd name="T23" fmla="*/ 60 h 67"/>
                <a:gd name="T24" fmla="*/ 21 w 28"/>
                <a:gd name="T25" fmla="*/ 62 h 67"/>
                <a:gd name="T26" fmla="*/ 22 w 28"/>
                <a:gd name="T27" fmla="*/ 63 h 67"/>
                <a:gd name="T28" fmla="*/ 25 w 28"/>
                <a:gd name="T29" fmla="*/ 65 h 67"/>
                <a:gd name="T30" fmla="*/ 25 w 28"/>
                <a:gd name="T31" fmla="*/ 67 h 67"/>
                <a:gd name="T32" fmla="*/ 0 w 28"/>
                <a:gd name="T33" fmla="*/ 67 h 67"/>
                <a:gd name="T34" fmla="*/ 2 w 28"/>
                <a:gd name="T35" fmla="*/ 65 h 67"/>
                <a:gd name="T36" fmla="*/ 2 w 28"/>
                <a:gd name="T37" fmla="*/ 65 h 67"/>
                <a:gd name="T38" fmla="*/ 7 w 28"/>
                <a:gd name="T39" fmla="*/ 62 h 67"/>
                <a:gd name="T40" fmla="*/ 8 w 28"/>
                <a:gd name="T41" fmla="*/ 60 h 67"/>
                <a:gd name="T42" fmla="*/ 10 w 28"/>
                <a:gd name="T43" fmla="*/ 57 h 67"/>
                <a:gd name="T44" fmla="*/ 13 w 28"/>
                <a:gd name="T45" fmla="*/ 39 h 67"/>
                <a:gd name="T46" fmla="*/ 22 w 28"/>
                <a:gd name="T47" fmla="*/ 0 h 67"/>
                <a:gd name="T48" fmla="*/ 22 w 28"/>
                <a:gd name="T49" fmla="*/ 0 h 67"/>
                <a:gd name="T50" fmla="*/ 24 w 28"/>
                <a:gd name="T51" fmla="*/ 1 h 67"/>
                <a:gd name="T52" fmla="*/ 27 w 28"/>
                <a:gd name="T53" fmla="*/ 1 h 67"/>
                <a:gd name="T54" fmla="*/ 27 w 28"/>
                <a:gd name="T55" fmla="*/ 4 h 67"/>
                <a:gd name="T56" fmla="*/ 28 w 28"/>
                <a:gd name="T57" fmla="*/ 6 h 67"/>
                <a:gd name="T58" fmla="*/ 28 w 28"/>
                <a:gd name="T59" fmla="*/ 6 h 67"/>
                <a:gd name="T60" fmla="*/ 27 w 28"/>
                <a:gd name="T61" fmla="*/ 9 h 67"/>
                <a:gd name="T62" fmla="*/ 27 w 28"/>
                <a:gd name="T63" fmla="*/ 10 h 67"/>
                <a:gd name="T64" fmla="*/ 24 w 28"/>
                <a:gd name="T65" fmla="*/ 12 h 67"/>
                <a:gd name="T66" fmla="*/ 22 w 28"/>
                <a:gd name="T67" fmla="*/ 12 h 67"/>
                <a:gd name="T68" fmla="*/ 22 w 28"/>
                <a:gd name="T69" fmla="*/ 12 h 67"/>
                <a:gd name="T70" fmla="*/ 19 w 28"/>
                <a:gd name="T71" fmla="*/ 12 h 67"/>
                <a:gd name="T72" fmla="*/ 18 w 28"/>
                <a:gd name="T73" fmla="*/ 10 h 67"/>
                <a:gd name="T74" fmla="*/ 16 w 28"/>
                <a:gd name="T75" fmla="*/ 9 h 67"/>
                <a:gd name="T76" fmla="*/ 16 w 28"/>
                <a:gd name="T77" fmla="*/ 6 h 67"/>
                <a:gd name="T78" fmla="*/ 16 w 28"/>
                <a:gd name="T79" fmla="*/ 6 h 67"/>
                <a:gd name="T80" fmla="*/ 16 w 28"/>
                <a:gd name="T81" fmla="*/ 4 h 67"/>
                <a:gd name="T82" fmla="*/ 18 w 28"/>
                <a:gd name="T83" fmla="*/ 1 h 67"/>
                <a:gd name="T84" fmla="*/ 19 w 28"/>
                <a:gd name="T85" fmla="*/ 1 h 67"/>
                <a:gd name="T86" fmla="*/ 22 w 28"/>
                <a:gd name="T87" fmla="*/ 0 h 67"/>
                <a:gd name="T88" fmla="*/ 22 w 28"/>
                <a:gd name="T89"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 h="67">
                  <a:moveTo>
                    <a:pt x="13" y="39"/>
                  </a:moveTo>
                  <a:lnTo>
                    <a:pt x="13" y="39"/>
                  </a:lnTo>
                  <a:lnTo>
                    <a:pt x="13" y="34"/>
                  </a:lnTo>
                  <a:lnTo>
                    <a:pt x="13" y="31"/>
                  </a:lnTo>
                  <a:lnTo>
                    <a:pt x="11" y="29"/>
                  </a:lnTo>
                  <a:lnTo>
                    <a:pt x="7" y="29"/>
                  </a:lnTo>
                  <a:lnTo>
                    <a:pt x="7" y="28"/>
                  </a:lnTo>
                  <a:lnTo>
                    <a:pt x="25" y="24"/>
                  </a:lnTo>
                  <a:lnTo>
                    <a:pt x="27" y="24"/>
                  </a:lnTo>
                  <a:lnTo>
                    <a:pt x="19" y="56"/>
                  </a:lnTo>
                  <a:lnTo>
                    <a:pt x="19" y="56"/>
                  </a:lnTo>
                  <a:lnTo>
                    <a:pt x="19" y="60"/>
                  </a:lnTo>
                  <a:lnTo>
                    <a:pt x="21" y="62"/>
                  </a:lnTo>
                  <a:lnTo>
                    <a:pt x="22" y="63"/>
                  </a:lnTo>
                  <a:lnTo>
                    <a:pt x="25" y="65"/>
                  </a:lnTo>
                  <a:lnTo>
                    <a:pt x="25" y="67"/>
                  </a:lnTo>
                  <a:lnTo>
                    <a:pt x="0" y="67"/>
                  </a:lnTo>
                  <a:lnTo>
                    <a:pt x="2" y="65"/>
                  </a:lnTo>
                  <a:lnTo>
                    <a:pt x="2" y="65"/>
                  </a:lnTo>
                  <a:lnTo>
                    <a:pt x="7" y="62"/>
                  </a:lnTo>
                  <a:lnTo>
                    <a:pt x="8" y="60"/>
                  </a:lnTo>
                  <a:lnTo>
                    <a:pt x="10" y="57"/>
                  </a:lnTo>
                  <a:lnTo>
                    <a:pt x="13" y="39"/>
                  </a:lnTo>
                  <a:close/>
                  <a:moveTo>
                    <a:pt x="22" y="0"/>
                  </a:moveTo>
                  <a:lnTo>
                    <a:pt x="22" y="0"/>
                  </a:lnTo>
                  <a:lnTo>
                    <a:pt x="24" y="1"/>
                  </a:lnTo>
                  <a:lnTo>
                    <a:pt x="27" y="1"/>
                  </a:lnTo>
                  <a:lnTo>
                    <a:pt x="27" y="4"/>
                  </a:lnTo>
                  <a:lnTo>
                    <a:pt x="28" y="6"/>
                  </a:lnTo>
                  <a:lnTo>
                    <a:pt x="28" y="6"/>
                  </a:lnTo>
                  <a:lnTo>
                    <a:pt x="27" y="9"/>
                  </a:lnTo>
                  <a:lnTo>
                    <a:pt x="27" y="10"/>
                  </a:lnTo>
                  <a:lnTo>
                    <a:pt x="24" y="12"/>
                  </a:lnTo>
                  <a:lnTo>
                    <a:pt x="22" y="12"/>
                  </a:lnTo>
                  <a:lnTo>
                    <a:pt x="22" y="12"/>
                  </a:lnTo>
                  <a:lnTo>
                    <a:pt x="19" y="12"/>
                  </a:lnTo>
                  <a:lnTo>
                    <a:pt x="18" y="10"/>
                  </a:lnTo>
                  <a:lnTo>
                    <a:pt x="16" y="9"/>
                  </a:lnTo>
                  <a:lnTo>
                    <a:pt x="16" y="6"/>
                  </a:lnTo>
                  <a:lnTo>
                    <a:pt x="16" y="6"/>
                  </a:lnTo>
                  <a:lnTo>
                    <a:pt x="16" y="4"/>
                  </a:lnTo>
                  <a:lnTo>
                    <a:pt x="18" y="1"/>
                  </a:lnTo>
                  <a:lnTo>
                    <a:pt x="19" y="1"/>
                  </a:lnTo>
                  <a:lnTo>
                    <a:pt x="22" y="0"/>
                  </a:lnTo>
                  <a:lnTo>
                    <a:pt x="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5" name="Freeform 107">
              <a:extLst>
                <a:ext uri="{FF2B5EF4-FFF2-40B4-BE49-F238E27FC236}">
                  <a16:creationId xmlns:a16="http://schemas.microsoft.com/office/drawing/2014/main" id="{BC383362-24F8-880C-044F-CD31D7FB3B5B}"/>
                </a:ext>
              </a:extLst>
            </p:cNvPr>
            <p:cNvSpPr>
              <a:spLocks noEditPoints="1"/>
            </p:cNvSpPr>
            <p:nvPr/>
          </p:nvSpPr>
          <p:spPr bwMode="auto">
            <a:xfrm>
              <a:off x="4997" y="3976"/>
              <a:ext cx="51" cy="68"/>
            </a:xfrm>
            <a:custGeom>
              <a:avLst/>
              <a:gdLst>
                <a:gd name="T0" fmla="*/ 40 w 51"/>
                <a:gd name="T1" fmla="*/ 56 h 68"/>
                <a:gd name="T2" fmla="*/ 40 w 51"/>
                <a:gd name="T3" fmla="*/ 56 h 68"/>
                <a:gd name="T4" fmla="*/ 40 w 51"/>
                <a:gd name="T5" fmla="*/ 59 h 68"/>
                <a:gd name="T6" fmla="*/ 40 w 51"/>
                <a:gd name="T7" fmla="*/ 60 h 68"/>
                <a:gd name="T8" fmla="*/ 42 w 51"/>
                <a:gd name="T9" fmla="*/ 62 h 68"/>
                <a:gd name="T10" fmla="*/ 46 w 51"/>
                <a:gd name="T11" fmla="*/ 63 h 68"/>
                <a:gd name="T12" fmla="*/ 45 w 51"/>
                <a:gd name="T13" fmla="*/ 65 h 68"/>
                <a:gd name="T14" fmla="*/ 28 w 51"/>
                <a:gd name="T15" fmla="*/ 68 h 68"/>
                <a:gd name="T16" fmla="*/ 26 w 51"/>
                <a:gd name="T17" fmla="*/ 68 h 68"/>
                <a:gd name="T18" fmla="*/ 28 w 51"/>
                <a:gd name="T19" fmla="*/ 62 h 68"/>
                <a:gd name="T20" fmla="*/ 28 w 51"/>
                <a:gd name="T21" fmla="*/ 62 h 68"/>
                <a:gd name="T22" fmla="*/ 20 w 51"/>
                <a:gd name="T23" fmla="*/ 67 h 68"/>
                <a:gd name="T24" fmla="*/ 14 w 51"/>
                <a:gd name="T25" fmla="*/ 68 h 68"/>
                <a:gd name="T26" fmla="*/ 14 w 51"/>
                <a:gd name="T27" fmla="*/ 68 h 68"/>
                <a:gd name="T28" fmla="*/ 7 w 51"/>
                <a:gd name="T29" fmla="*/ 67 h 68"/>
                <a:gd name="T30" fmla="*/ 3 w 51"/>
                <a:gd name="T31" fmla="*/ 63 h 68"/>
                <a:gd name="T32" fmla="*/ 1 w 51"/>
                <a:gd name="T33" fmla="*/ 59 h 68"/>
                <a:gd name="T34" fmla="*/ 0 w 51"/>
                <a:gd name="T35" fmla="*/ 53 h 68"/>
                <a:gd name="T36" fmla="*/ 0 w 51"/>
                <a:gd name="T37" fmla="*/ 53 h 68"/>
                <a:gd name="T38" fmla="*/ 0 w 51"/>
                <a:gd name="T39" fmla="*/ 48 h 68"/>
                <a:gd name="T40" fmla="*/ 1 w 51"/>
                <a:gd name="T41" fmla="*/ 43 h 68"/>
                <a:gd name="T42" fmla="*/ 4 w 51"/>
                <a:gd name="T43" fmla="*/ 39 h 68"/>
                <a:gd name="T44" fmla="*/ 9 w 51"/>
                <a:gd name="T45" fmla="*/ 34 h 68"/>
                <a:gd name="T46" fmla="*/ 14 w 51"/>
                <a:gd name="T47" fmla="*/ 31 h 68"/>
                <a:gd name="T48" fmla="*/ 20 w 51"/>
                <a:gd name="T49" fmla="*/ 28 h 68"/>
                <a:gd name="T50" fmla="*/ 28 w 51"/>
                <a:gd name="T51" fmla="*/ 26 h 68"/>
                <a:gd name="T52" fmla="*/ 35 w 51"/>
                <a:gd name="T53" fmla="*/ 24 h 68"/>
                <a:gd name="T54" fmla="*/ 39 w 51"/>
                <a:gd name="T55" fmla="*/ 14 h 68"/>
                <a:gd name="T56" fmla="*/ 39 w 51"/>
                <a:gd name="T57" fmla="*/ 14 h 68"/>
                <a:gd name="T58" fmla="*/ 39 w 51"/>
                <a:gd name="T59" fmla="*/ 9 h 68"/>
                <a:gd name="T60" fmla="*/ 37 w 51"/>
                <a:gd name="T61" fmla="*/ 6 h 68"/>
                <a:gd name="T62" fmla="*/ 35 w 51"/>
                <a:gd name="T63" fmla="*/ 4 h 68"/>
                <a:gd name="T64" fmla="*/ 31 w 51"/>
                <a:gd name="T65" fmla="*/ 4 h 68"/>
                <a:gd name="T66" fmla="*/ 31 w 51"/>
                <a:gd name="T67" fmla="*/ 3 h 68"/>
                <a:gd name="T68" fmla="*/ 49 w 51"/>
                <a:gd name="T69" fmla="*/ 0 h 68"/>
                <a:gd name="T70" fmla="*/ 51 w 51"/>
                <a:gd name="T71" fmla="*/ 0 h 68"/>
                <a:gd name="T72" fmla="*/ 40 w 51"/>
                <a:gd name="T73" fmla="*/ 56 h 68"/>
                <a:gd name="T74" fmla="*/ 34 w 51"/>
                <a:gd name="T75" fmla="*/ 29 h 68"/>
                <a:gd name="T76" fmla="*/ 34 w 51"/>
                <a:gd name="T77" fmla="*/ 29 h 68"/>
                <a:gd name="T78" fmla="*/ 31 w 51"/>
                <a:gd name="T79" fmla="*/ 29 h 68"/>
                <a:gd name="T80" fmla="*/ 31 w 51"/>
                <a:gd name="T81" fmla="*/ 29 h 68"/>
                <a:gd name="T82" fmla="*/ 23 w 51"/>
                <a:gd name="T83" fmla="*/ 31 h 68"/>
                <a:gd name="T84" fmla="*/ 17 w 51"/>
                <a:gd name="T85" fmla="*/ 35 h 68"/>
                <a:gd name="T86" fmla="*/ 12 w 51"/>
                <a:gd name="T87" fmla="*/ 42 h 68"/>
                <a:gd name="T88" fmla="*/ 10 w 51"/>
                <a:gd name="T89" fmla="*/ 51 h 68"/>
                <a:gd name="T90" fmla="*/ 10 w 51"/>
                <a:gd name="T91" fmla="*/ 51 h 68"/>
                <a:gd name="T92" fmla="*/ 10 w 51"/>
                <a:gd name="T93" fmla="*/ 56 h 68"/>
                <a:gd name="T94" fmla="*/ 12 w 51"/>
                <a:gd name="T95" fmla="*/ 59 h 68"/>
                <a:gd name="T96" fmla="*/ 15 w 51"/>
                <a:gd name="T97" fmla="*/ 60 h 68"/>
                <a:gd name="T98" fmla="*/ 18 w 51"/>
                <a:gd name="T99" fmla="*/ 62 h 68"/>
                <a:gd name="T100" fmla="*/ 18 w 51"/>
                <a:gd name="T101" fmla="*/ 62 h 68"/>
                <a:gd name="T102" fmla="*/ 23 w 51"/>
                <a:gd name="T103" fmla="*/ 60 h 68"/>
                <a:gd name="T104" fmla="*/ 29 w 51"/>
                <a:gd name="T105" fmla="*/ 57 h 68"/>
                <a:gd name="T106" fmla="*/ 34 w 51"/>
                <a:gd name="T107" fmla="*/ 2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 h="68">
                  <a:moveTo>
                    <a:pt x="40" y="56"/>
                  </a:moveTo>
                  <a:lnTo>
                    <a:pt x="40" y="56"/>
                  </a:lnTo>
                  <a:lnTo>
                    <a:pt x="40" y="59"/>
                  </a:lnTo>
                  <a:lnTo>
                    <a:pt x="40" y="60"/>
                  </a:lnTo>
                  <a:lnTo>
                    <a:pt x="42" y="62"/>
                  </a:lnTo>
                  <a:lnTo>
                    <a:pt x="46" y="63"/>
                  </a:lnTo>
                  <a:lnTo>
                    <a:pt x="45" y="65"/>
                  </a:lnTo>
                  <a:lnTo>
                    <a:pt x="28" y="68"/>
                  </a:lnTo>
                  <a:lnTo>
                    <a:pt x="26" y="68"/>
                  </a:lnTo>
                  <a:lnTo>
                    <a:pt x="28" y="62"/>
                  </a:lnTo>
                  <a:lnTo>
                    <a:pt x="28" y="62"/>
                  </a:lnTo>
                  <a:lnTo>
                    <a:pt x="20" y="67"/>
                  </a:lnTo>
                  <a:lnTo>
                    <a:pt x="14" y="68"/>
                  </a:lnTo>
                  <a:lnTo>
                    <a:pt x="14" y="68"/>
                  </a:lnTo>
                  <a:lnTo>
                    <a:pt x="7" y="67"/>
                  </a:lnTo>
                  <a:lnTo>
                    <a:pt x="3" y="63"/>
                  </a:lnTo>
                  <a:lnTo>
                    <a:pt x="1" y="59"/>
                  </a:lnTo>
                  <a:lnTo>
                    <a:pt x="0" y="53"/>
                  </a:lnTo>
                  <a:lnTo>
                    <a:pt x="0" y="53"/>
                  </a:lnTo>
                  <a:lnTo>
                    <a:pt x="0" y="48"/>
                  </a:lnTo>
                  <a:lnTo>
                    <a:pt x="1" y="43"/>
                  </a:lnTo>
                  <a:lnTo>
                    <a:pt x="4" y="39"/>
                  </a:lnTo>
                  <a:lnTo>
                    <a:pt x="9" y="34"/>
                  </a:lnTo>
                  <a:lnTo>
                    <a:pt x="14" y="31"/>
                  </a:lnTo>
                  <a:lnTo>
                    <a:pt x="20" y="28"/>
                  </a:lnTo>
                  <a:lnTo>
                    <a:pt x="28" y="26"/>
                  </a:lnTo>
                  <a:lnTo>
                    <a:pt x="35" y="24"/>
                  </a:lnTo>
                  <a:lnTo>
                    <a:pt x="39" y="14"/>
                  </a:lnTo>
                  <a:lnTo>
                    <a:pt x="39" y="14"/>
                  </a:lnTo>
                  <a:lnTo>
                    <a:pt x="39" y="9"/>
                  </a:lnTo>
                  <a:lnTo>
                    <a:pt x="37" y="6"/>
                  </a:lnTo>
                  <a:lnTo>
                    <a:pt x="35" y="4"/>
                  </a:lnTo>
                  <a:lnTo>
                    <a:pt x="31" y="4"/>
                  </a:lnTo>
                  <a:lnTo>
                    <a:pt x="31" y="3"/>
                  </a:lnTo>
                  <a:lnTo>
                    <a:pt x="49" y="0"/>
                  </a:lnTo>
                  <a:lnTo>
                    <a:pt x="51" y="0"/>
                  </a:lnTo>
                  <a:lnTo>
                    <a:pt x="40" y="56"/>
                  </a:lnTo>
                  <a:close/>
                  <a:moveTo>
                    <a:pt x="34" y="29"/>
                  </a:moveTo>
                  <a:lnTo>
                    <a:pt x="34" y="29"/>
                  </a:lnTo>
                  <a:lnTo>
                    <a:pt x="31" y="29"/>
                  </a:lnTo>
                  <a:lnTo>
                    <a:pt x="31" y="29"/>
                  </a:lnTo>
                  <a:lnTo>
                    <a:pt x="23" y="31"/>
                  </a:lnTo>
                  <a:lnTo>
                    <a:pt x="17" y="35"/>
                  </a:lnTo>
                  <a:lnTo>
                    <a:pt x="12" y="42"/>
                  </a:lnTo>
                  <a:lnTo>
                    <a:pt x="10" y="51"/>
                  </a:lnTo>
                  <a:lnTo>
                    <a:pt x="10" y="51"/>
                  </a:lnTo>
                  <a:lnTo>
                    <a:pt x="10" y="56"/>
                  </a:lnTo>
                  <a:lnTo>
                    <a:pt x="12" y="59"/>
                  </a:lnTo>
                  <a:lnTo>
                    <a:pt x="15" y="60"/>
                  </a:lnTo>
                  <a:lnTo>
                    <a:pt x="18" y="62"/>
                  </a:lnTo>
                  <a:lnTo>
                    <a:pt x="18" y="62"/>
                  </a:lnTo>
                  <a:lnTo>
                    <a:pt x="23" y="60"/>
                  </a:lnTo>
                  <a:lnTo>
                    <a:pt x="29" y="57"/>
                  </a:lnTo>
                  <a:lnTo>
                    <a:pt x="34" y="2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6" name="Freeform 108">
              <a:extLst>
                <a:ext uri="{FF2B5EF4-FFF2-40B4-BE49-F238E27FC236}">
                  <a16:creationId xmlns:a16="http://schemas.microsoft.com/office/drawing/2014/main" id="{82E220C5-0365-9445-9A1F-A5224ED81E06}"/>
                </a:ext>
              </a:extLst>
            </p:cNvPr>
            <p:cNvSpPr>
              <a:spLocks noEditPoints="1"/>
            </p:cNvSpPr>
            <p:nvPr/>
          </p:nvSpPr>
          <p:spPr bwMode="auto">
            <a:xfrm>
              <a:off x="5051" y="4000"/>
              <a:ext cx="38" cy="44"/>
            </a:xfrm>
            <a:custGeom>
              <a:avLst/>
              <a:gdLst>
                <a:gd name="T0" fmla="*/ 36 w 38"/>
                <a:gd name="T1" fmla="*/ 33 h 44"/>
                <a:gd name="T2" fmla="*/ 36 w 38"/>
                <a:gd name="T3" fmla="*/ 33 h 44"/>
                <a:gd name="T4" fmla="*/ 31 w 38"/>
                <a:gd name="T5" fmla="*/ 38 h 44"/>
                <a:gd name="T6" fmla="*/ 27 w 38"/>
                <a:gd name="T7" fmla="*/ 41 h 44"/>
                <a:gd name="T8" fmla="*/ 22 w 38"/>
                <a:gd name="T9" fmla="*/ 43 h 44"/>
                <a:gd name="T10" fmla="*/ 16 w 38"/>
                <a:gd name="T11" fmla="*/ 44 h 44"/>
                <a:gd name="T12" fmla="*/ 16 w 38"/>
                <a:gd name="T13" fmla="*/ 44 h 44"/>
                <a:gd name="T14" fmla="*/ 9 w 38"/>
                <a:gd name="T15" fmla="*/ 43 h 44"/>
                <a:gd name="T16" fmla="*/ 5 w 38"/>
                <a:gd name="T17" fmla="*/ 39 h 44"/>
                <a:gd name="T18" fmla="*/ 0 w 38"/>
                <a:gd name="T19" fmla="*/ 35 h 44"/>
                <a:gd name="T20" fmla="*/ 0 w 38"/>
                <a:gd name="T21" fmla="*/ 27 h 44"/>
                <a:gd name="T22" fmla="*/ 0 w 38"/>
                <a:gd name="T23" fmla="*/ 27 h 44"/>
                <a:gd name="T24" fmla="*/ 0 w 38"/>
                <a:gd name="T25" fmla="*/ 22 h 44"/>
                <a:gd name="T26" fmla="*/ 2 w 38"/>
                <a:gd name="T27" fmla="*/ 18 h 44"/>
                <a:gd name="T28" fmla="*/ 5 w 38"/>
                <a:gd name="T29" fmla="*/ 13 h 44"/>
                <a:gd name="T30" fmla="*/ 8 w 38"/>
                <a:gd name="T31" fmla="*/ 8 h 44"/>
                <a:gd name="T32" fmla="*/ 13 w 38"/>
                <a:gd name="T33" fmla="*/ 5 h 44"/>
                <a:gd name="T34" fmla="*/ 17 w 38"/>
                <a:gd name="T35" fmla="*/ 4 h 44"/>
                <a:gd name="T36" fmla="*/ 23 w 38"/>
                <a:gd name="T37" fmla="*/ 2 h 44"/>
                <a:gd name="T38" fmla="*/ 28 w 38"/>
                <a:gd name="T39" fmla="*/ 0 h 44"/>
                <a:gd name="T40" fmla="*/ 28 w 38"/>
                <a:gd name="T41" fmla="*/ 0 h 44"/>
                <a:gd name="T42" fmla="*/ 33 w 38"/>
                <a:gd name="T43" fmla="*/ 2 h 44"/>
                <a:gd name="T44" fmla="*/ 36 w 38"/>
                <a:gd name="T45" fmla="*/ 4 h 44"/>
                <a:gd name="T46" fmla="*/ 38 w 38"/>
                <a:gd name="T47" fmla="*/ 5 h 44"/>
                <a:gd name="T48" fmla="*/ 38 w 38"/>
                <a:gd name="T49" fmla="*/ 8 h 44"/>
                <a:gd name="T50" fmla="*/ 38 w 38"/>
                <a:gd name="T51" fmla="*/ 8 h 44"/>
                <a:gd name="T52" fmla="*/ 38 w 38"/>
                <a:gd name="T53" fmla="*/ 11 h 44"/>
                <a:gd name="T54" fmla="*/ 34 w 38"/>
                <a:gd name="T55" fmla="*/ 15 h 44"/>
                <a:gd name="T56" fmla="*/ 28 w 38"/>
                <a:gd name="T57" fmla="*/ 19 h 44"/>
                <a:gd name="T58" fmla="*/ 19 w 38"/>
                <a:gd name="T59" fmla="*/ 22 h 44"/>
                <a:gd name="T60" fmla="*/ 9 w 38"/>
                <a:gd name="T61" fmla="*/ 24 h 44"/>
                <a:gd name="T62" fmla="*/ 9 w 38"/>
                <a:gd name="T63" fmla="*/ 24 h 44"/>
                <a:gd name="T64" fmla="*/ 11 w 38"/>
                <a:gd name="T65" fmla="*/ 30 h 44"/>
                <a:gd name="T66" fmla="*/ 13 w 38"/>
                <a:gd name="T67" fmla="*/ 35 h 44"/>
                <a:gd name="T68" fmla="*/ 17 w 38"/>
                <a:gd name="T69" fmla="*/ 36 h 44"/>
                <a:gd name="T70" fmla="*/ 20 w 38"/>
                <a:gd name="T71" fmla="*/ 38 h 44"/>
                <a:gd name="T72" fmla="*/ 20 w 38"/>
                <a:gd name="T73" fmla="*/ 38 h 44"/>
                <a:gd name="T74" fmla="*/ 28 w 38"/>
                <a:gd name="T75" fmla="*/ 36 h 44"/>
                <a:gd name="T76" fmla="*/ 34 w 38"/>
                <a:gd name="T77" fmla="*/ 32 h 44"/>
                <a:gd name="T78" fmla="*/ 36 w 38"/>
                <a:gd name="T79" fmla="*/ 33 h 44"/>
                <a:gd name="T80" fmla="*/ 23 w 38"/>
                <a:gd name="T81" fmla="*/ 5 h 44"/>
                <a:gd name="T82" fmla="*/ 23 w 38"/>
                <a:gd name="T83" fmla="*/ 5 h 44"/>
                <a:gd name="T84" fmla="*/ 19 w 38"/>
                <a:gd name="T85" fmla="*/ 7 h 44"/>
                <a:gd name="T86" fmla="*/ 16 w 38"/>
                <a:gd name="T87" fmla="*/ 10 h 44"/>
                <a:gd name="T88" fmla="*/ 13 w 38"/>
                <a:gd name="T89" fmla="*/ 15 h 44"/>
                <a:gd name="T90" fmla="*/ 11 w 38"/>
                <a:gd name="T91" fmla="*/ 22 h 44"/>
                <a:gd name="T92" fmla="*/ 11 w 38"/>
                <a:gd name="T93" fmla="*/ 22 h 44"/>
                <a:gd name="T94" fmla="*/ 17 w 38"/>
                <a:gd name="T95" fmla="*/ 21 h 44"/>
                <a:gd name="T96" fmla="*/ 23 w 38"/>
                <a:gd name="T97" fmla="*/ 18 h 44"/>
                <a:gd name="T98" fmla="*/ 27 w 38"/>
                <a:gd name="T99" fmla="*/ 13 h 44"/>
                <a:gd name="T100" fmla="*/ 28 w 38"/>
                <a:gd name="T101" fmla="*/ 10 h 44"/>
                <a:gd name="T102" fmla="*/ 28 w 38"/>
                <a:gd name="T103" fmla="*/ 10 h 44"/>
                <a:gd name="T104" fmla="*/ 27 w 38"/>
                <a:gd name="T105" fmla="*/ 7 h 44"/>
                <a:gd name="T106" fmla="*/ 23 w 38"/>
                <a:gd name="T107" fmla="*/ 5 h 44"/>
                <a:gd name="T108" fmla="*/ 23 w 38"/>
                <a:gd name="T109" fmla="*/ 5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8" h="44">
                  <a:moveTo>
                    <a:pt x="36" y="33"/>
                  </a:moveTo>
                  <a:lnTo>
                    <a:pt x="36" y="33"/>
                  </a:lnTo>
                  <a:lnTo>
                    <a:pt x="31" y="38"/>
                  </a:lnTo>
                  <a:lnTo>
                    <a:pt x="27" y="41"/>
                  </a:lnTo>
                  <a:lnTo>
                    <a:pt x="22" y="43"/>
                  </a:lnTo>
                  <a:lnTo>
                    <a:pt x="16" y="44"/>
                  </a:lnTo>
                  <a:lnTo>
                    <a:pt x="16" y="44"/>
                  </a:lnTo>
                  <a:lnTo>
                    <a:pt x="9" y="43"/>
                  </a:lnTo>
                  <a:lnTo>
                    <a:pt x="5" y="39"/>
                  </a:lnTo>
                  <a:lnTo>
                    <a:pt x="0" y="35"/>
                  </a:lnTo>
                  <a:lnTo>
                    <a:pt x="0" y="27"/>
                  </a:lnTo>
                  <a:lnTo>
                    <a:pt x="0" y="27"/>
                  </a:lnTo>
                  <a:lnTo>
                    <a:pt x="0" y="22"/>
                  </a:lnTo>
                  <a:lnTo>
                    <a:pt x="2" y="18"/>
                  </a:lnTo>
                  <a:lnTo>
                    <a:pt x="5" y="13"/>
                  </a:lnTo>
                  <a:lnTo>
                    <a:pt x="8" y="8"/>
                  </a:lnTo>
                  <a:lnTo>
                    <a:pt x="13" y="5"/>
                  </a:lnTo>
                  <a:lnTo>
                    <a:pt x="17" y="4"/>
                  </a:lnTo>
                  <a:lnTo>
                    <a:pt x="23" y="2"/>
                  </a:lnTo>
                  <a:lnTo>
                    <a:pt x="28" y="0"/>
                  </a:lnTo>
                  <a:lnTo>
                    <a:pt x="28" y="0"/>
                  </a:lnTo>
                  <a:lnTo>
                    <a:pt x="33" y="2"/>
                  </a:lnTo>
                  <a:lnTo>
                    <a:pt x="36" y="4"/>
                  </a:lnTo>
                  <a:lnTo>
                    <a:pt x="38" y="5"/>
                  </a:lnTo>
                  <a:lnTo>
                    <a:pt x="38" y="8"/>
                  </a:lnTo>
                  <a:lnTo>
                    <a:pt x="38" y="8"/>
                  </a:lnTo>
                  <a:lnTo>
                    <a:pt x="38" y="11"/>
                  </a:lnTo>
                  <a:lnTo>
                    <a:pt x="34" y="15"/>
                  </a:lnTo>
                  <a:lnTo>
                    <a:pt x="28" y="19"/>
                  </a:lnTo>
                  <a:lnTo>
                    <a:pt x="19" y="22"/>
                  </a:lnTo>
                  <a:lnTo>
                    <a:pt x="9" y="24"/>
                  </a:lnTo>
                  <a:lnTo>
                    <a:pt x="9" y="24"/>
                  </a:lnTo>
                  <a:lnTo>
                    <a:pt x="11" y="30"/>
                  </a:lnTo>
                  <a:lnTo>
                    <a:pt x="13" y="35"/>
                  </a:lnTo>
                  <a:lnTo>
                    <a:pt x="17" y="36"/>
                  </a:lnTo>
                  <a:lnTo>
                    <a:pt x="20" y="38"/>
                  </a:lnTo>
                  <a:lnTo>
                    <a:pt x="20" y="38"/>
                  </a:lnTo>
                  <a:lnTo>
                    <a:pt x="28" y="36"/>
                  </a:lnTo>
                  <a:lnTo>
                    <a:pt x="34" y="32"/>
                  </a:lnTo>
                  <a:lnTo>
                    <a:pt x="36" y="33"/>
                  </a:lnTo>
                  <a:close/>
                  <a:moveTo>
                    <a:pt x="23" y="5"/>
                  </a:moveTo>
                  <a:lnTo>
                    <a:pt x="23" y="5"/>
                  </a:lnTo>
                  <a:lnTo>
                    <a:pt x="19" y="7"/>
                  </a:lnTo>
                  <a:lnTo>
                    <a:pt x="16" y="10"/>
                  </a:lnTo>
                  <a:lnTo>
                    <a:pt x="13" y="15"/>
                  </a:lnTo>
                  <a:lnTo>
                    <a:pt x="11" y="22"/>
                  </a:lnTo>
                  <a:lnTo>
                    <a:pt x="11" y="22"/>
                  </a:lnTo>
                  <a:lnTo>
                    <a:pt x="17" y="21"/>
                  </a:lnTo>
                  <a:lnTo>
                    <a:pt x="23" y="18"/>
                  </a:lnTo>
                  <a:lnTo>
                    <a:pt x="27" y="13"/>
                  </a:lnTo>
                  <a:lnTo>
                    <a:pt x="28" y="10"/>
                  </a:lnTo>
                  <a:lnTo>
                    <a:pt x="28" y="10"/>
                  </a:lnTo>
                  <a:lnTo>
                    <a:pt x="27" y="7"/>
                  </a:lnTo>
                  <a:lnTo>
                    <a:pt x="23" y="5"/>
                  </a:lnTo>
                  <a:lnTo>
                    <a:pt x="23"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841837" name="Freeform 109">
              <a:extLst>
                <a:ext uri="{FF2B5EF4-FFF2-40B4-BE49-F238E27FC236}">
                  <a16:creationId xmlns:a16="http://schemas.microsoft.com/office/drawing/2014/main" id="{7565E227-BDAC-1415-533E-987833BB0857}"/>
                </a:ext>
              </a:extLst>
            </p:cNvPr>
            <p:cNvSpPr>
              <a:spLocks/>
            </p:cNvSpPr>
            <p:nvPr/>
          </p:nvSpPr>
          <p:spPr bwMode="auto">
            <a:xfrm>
              <a:off x="4083" y="3721"/>
              <a:ext cx="225" cy="320"/>
            </a:xfrm>
            <a:custGeom>
              <a:avLst/>
              <a:gdLst>
                <a:gd name="T0" fmla="*/ 225 w 225"/>
                <a:gd name="T1" fmla="*/ 320 h 320"/>
                <a:gd name="T2" fmla="*/ 112 w 225"/>
                <a:gd name="T3" fmla="*/ 0 h 320"/>
                <a:gd name="T4" fmla="*/ 0 w 225"/>
                <a:gd name="T5" fmla="*/ 0 h 320"/>
                <a:gd name="T6" fmla="*/ 112 w 225"/>
                <a:gd name="T7" fmla="*/ 320 h 320"/>
                <a:gd name="T8" fmla="*/ 225 w 225"/>
                <a:gd name="T9" fmla="*/ 320 h 320"/>
              </a:gdLst>
              <a:ahLst/>
              <a:cxnLst>
                <a:cxn ang="0">
                  <a:pos x="T0" y="T1"/>
                </a:cxn>
                <a:cxn ang="0">
                  <a:pos x="T2" y="T3"/>
                </a:cxn>
                <a:cxn ang="0">
                  <a:pos x="T4" y="T5"/>
                </a:cxn>
                <a:cxn ang="0">
                  <a:pos x="T6" y="T7"/>
                </a:cxn>
                <a:cxn ang="0">
                  <a:pos x="T8" y="T9"/>
                </a:cxn>
              </a:cxnLst>
              <a:rect l="0" t="0" r="r" b="b"/>
              <a:pathLst>
                <a:path w="225" h="320">
                  <a:moveTo>
                    <a:pt x="225" y="320"/>
                  </a:moveTo>
                  <a:lnTo>
                    <a:pt x="112" y="0"/>
                  </a:lnTo>
                  <a:lnTo>
                    <a:pt x="0" y="0"/>
                  </a:lnTo>
                  <a:lnTo>
                    <a:pt x="112" y="320"/>
                  </a:lnTo>
                  <a:lnTo>
                    <a:pt x="225" y="320"/>
                  </a:lnTo>
                  <a:close/>
                </a:path>
              </a:pathLst>
            </a:custGeom>
            <a:solidFill>
              <a:srgbClr val="FFFFFF"/>
            </a:solidFill>
            <a:ln>
              <a:noFill/>
            </a:ln>
            <a:extLst>
              <a:ext uri="{91240B29-F687-4F45-9708-019B960494DF}">
                <a14:hiddenLine xmlns:a14="http://schemas.microsoft.com/office/drawing/2010/main" w="3175">
                  <a:solidFill>
                    <a:srgbClr val="091858"/>
                  </a:solidFill>
                  <a:prstDash val="solid"/>
                  <a:round/>
                  <a:headEnd/>
                  <a:tailEnd/>
                </a14:hiddenLine>
              </a:ext>
            </a:extLst>
          </p:spPr>
          <p:txBody>
            <a:bodyPr/>
            <a:lstStyle/>
            <a:p>
              <a:endParaRPr lang="zh-CN" altLang="en-US" sz="1350"/>
            </a:p>
          </p:txBody>
        </p:sp>
        <p:sp>
          <p:nvSpPr>
            <p:cNvPr id="841838" name="Freeform 110">
              <a:extLst>
                <a:ext uri="{FF2B5EF4-FFF2-40B4-BE49-F238E27FC236}">
                  <a16:creationId xmlns:a16="http://schemas.microsoft.com/office/drawing/2014/main" id="{2385BEBD-59F8-0452-8BD1-2511131BDC66}"/>
                </a:ext>
              </a:extLst>
            </p:cNvPr>
            <p:cNvSpPr>
              <a:spLocks/>
            </p:cNvSpPr>
            <p:nvPr/>
          </p:nvSpPr>
          <p:spPr bwMode="auto">
            <a:xfrm>
              <a:off x="4278" y="3721"/>
              <a:ext cx="224" cy="320"/>
            </a:xfrm>
            <a:custGeom>
              <a:avLst/>
              <a:gdLst>
                <a:gd name="T0" fmla="*/ 224 w 224"/>
                <a:gd name="T1" fmla="*/ 320 h 320"/>
                <a:gd name="T2" fmla="*/ 112 w 224"/>
                <a:gd name="T3" fmla="*/ 0 h 320"/>
                <a:gd name="T4" fmla="*/ 0 w 224"/>
                <a:gd name="T5" fmla="*/ 0 h 320"/>
                <a:gd name="T6" fmla="*/ 112 w 224"/>
                <a:gd name="T7" fmla="*/ 320 h 320"/>
                <a:gd name="T8" fmla="*/ 224 w 224"/>
                <a:gd name="T9" fmla="*/ 320 h 320"/>
              </a:gdLst>
              <a:ahLst/>
              <a:cxnLst>
                <a:cxn ang="0">
                  <a:pos x="T0" y="T1"/>
                </a:cxn>
                <a:cxn ang="0">
                  <a:pos x="T2" y="T3"/>
                </a:cxn>
                <a:cxn ang="0">
                  <a:pos x="T4" y="T5"/>
                </a:cxn>
                <a:cxn ang="0">
                  <a:pos x="T6" y="T7"/>
                </a:cxn>
                <a:cxn ang="0">
                  <a:pos x="T8" y="T9"/>
                </a:cxn>
              </a:cxnLst>
              <a:rect l="0" t="0" r="r" b="b"/>
              <a:pathLst>
                <a:path w="224" h="320">
                  <a:moveTo>
                    <a:pt x="224" y="320"/>
                  </a:moveTo>
                  <a:lnTo>
                    <a:pt x="112" y="0"/>
                  </a:lnTo>
                  <a:lnTo>
                    <a:pt x="0" y="0"/>
                  </a:lnTo>
                  <a:lnTo>
                    <a:pt x="112" y="320"/>
                  </a:lnTo>
                  <a:lnTo>
                    <a:pt x="224" y="320"/>
                  </a:lnTo>
                  <a:close/>
                </a:path>
              </a:pathLst>
            </a:custGeom>
            <a:solidFill>
              <a:srgbClr val="FFFFFF"/>
            </a:solidFill>
            <a:ln>
              <a:noFill/>
            </a:ln>
            <a:extLst>
              <a:ext uri="{91240B29-F687-4F45-9708-019B960494DF}">
                <a14:hiddenLine xmlns:a14="http://schemas.microsoft.com/office/drawing/2010/main" w="3175">
                  <a:solidFill>
                    <a:srgbClr val="091858"/>
                  </a:solidFill>
                  <a:prstDash val="solid"/>
                  <a:round/>
                  <a:headEnd/>
                  <a:tailEnd/>
                </a14:hiddenLine>
              </a:ext>
            </a:extLst>
          </p:spPr>
          <p:txBody>
            <a:bodyPr/>
            <a:lstStyle/>
            <a:p>
              <a:endParaRPr lang="zh-CN" altLang="en-US" sz="1350"/>
            </a:p>
          </p:txBody>
        </p:sp>
        <p:sp>
          <p:nvSpPr>
            <p:cNvPr id="841839" name="Freeform 111">
              <a:extLst>
                <a:ext uri="{FF2B5EF4-FFF2-40B4-BE49-F238E27FC236}">
                  <a16:creationId xmlns:a16="http://schemas.microsoft.com/office/drawing/2014/main" id="{CAF7C751-F3BA-F4A5-3541-74A4EB663A32}"/>
                </a:ext>
              </a:extLst>
            </p:cNvPr>
            <p:cNvSpPr>
              <a:spLocks/>
            </p:cNvSpPr>
            <p:nvPr/>
          </p:nvSpPr>
          <p:spPr bwMode="auto">
            <a:xfrm>
              <a:off x="4217" y="3651"/>
              <a:ext cx="351" cy="451"/>
            </a:xfrm>
            <a:custGeom>
              <a:avLst/>
              <a:gdLst>
                <a:gd name="T0" fmla="*/ 343 w 351"/>
                <a:gd name="T1" fmla="*/ 8 h 451"/>
                <a:gd name="T2" fmla="*/ 331 w 351"/>
                <a:gd name="T3" fmla="*/ 20 h 451"/>
                <a:gd name="T4" fmla="*/ 320 w 351"/>
                <a:gd name="T5" fmla="*/ 31 h 451"/>
                <a:gd name="T6" fmla="*/ 313 w 351"/>
                <a:gd name="T7" fmla="*/ 36 h 451"/>
                <a:gd name="T8" fmla="*/ 304 w 351"/>
                <a:gd name="T9" fmla="*/ 47 h 451"/>
                <a:gd name="T10" fmla="*/ 303 w 351"/>
                <a:gd name="T11" fmla="*/ 52 h 451"/>
                <a:gd name="T12" fmla="*/ 296 w 351"/>
                <a:gd name="T13" fmla="*/ 55 h 451"/>
                <a:gd name="T14" fmla="*/ 295 w 351"/>
                <a:gd name="T15" fmla="*/ 58 h 451"/>
                <a:gd name="T16" fmla="*/ 284 w 351"/>
                <a:gd name="T17" fmla="*/ 73 h 451"/>
                <a:gd name="T18" fmla="*/ 273 w 351"/>
                <a:gd name="T19" fmla="*/ 83 h 451"/>
                <a:gd name="T20" fmla="*/ 268 w 351"/>
                <a:gd name="T21" fmla="*/ 89 h 451"/>
                <a:gd name="T22" fmla="*/ 265 w 351"/>
                <a:gd name="T23" fmla="*/ 92 h 451"/>
                <a:gd name="T24" fmla="*/ 264 w 351"/>
                <a:gd name="T25" fmla="*/ 97 h 451"/>
                <a:gd name="T26" fmla="*/ 257 w 351"/>
                <a:gd name="T27" fmla="*/ 98 h 451"/>
                <a:gd name="T28" fmla="*/ 253 w 351"/>
                <a:gd name="T29" fmla="*/ 103 h 451"/>
                <a:gd name="T30" fmla="*/ 253 w 351"/>
                <a:gd name="T31" fmla="*/ 105 h 451"/>
                <a:gd name="T32" fmla="*/ 246 w 351"/>
                <a:gd name="T33" fmla="*/ 114 h 451"/>
                <a:gd name="T34" fmla="*/ 237 w 351"/>
                <a:gd name="T35" fmla="*/ 123 h 451"/>
                <a:gd name="T36" fmla="*/ 236 w 351"/>
                <a:gd name="T37" fmla="*/ 126 h 451"/>
                <a:gd name="T38" fmla="*/ 229 w 351"/>
                <a:gd name="T39" fmla="*/ 130 h 451"/>
                <a:gd name="T40" fmla="*/ 225 w 351"/>
                <a:gd name="T41" fmla="*/ 137 h 451"/>
                <a:gd name="T42" fmla="*/ 218 w 351"/>
                <a:gd name="T43" fmla="*/ 145 h 451"/>
                <a:gd name="T44" fmla="*/ 215 w 351"/>
                <a:gd name="T45" fmla="*/ 148 h 451"/>
                <a:gd name="T46" fmla="*/ 209 w 351"/>
                <a:gd name="T47" fmla="*/ 148 h 451"/>
                <a:gd name="T48" fmla="*/ 211 w 351"/>
                <a:gd name="T49" fmla="*/ 155 h 451"/>
                <a:gd name="T50" fmla="*/ 207 w 351"/>
                <a:gd name="T51" fmla="*/ 158 h 451"/>
                <a:gd name="T52" fmla="*/ 203 w 351"/>
                <a:gd name="T53" fmla="*/ 165 h 451"/>
                <a:gd name="T54" fmla="*/ 200 w 351"/>
                <a:gd name="T55" fmla="*/ 167 h 451"/>
                <a:gd name="T56" fmla="*/ 197 w 351"/>
                <a:gd name="T57" fmla="*/ 173 h 451"/>
                <a:gd name="T58" fmla="*/ 192 w 351"/>
                <a:gd name="T59" fmla="*/ 176 h 451"/>
                <a:gd name="T60" fmla="*/ 178 w 351"/>
                <a:gd name="T61" fmla="*/ 192 h 451"/>
                <a:gd name="T62" fmla="*/ 176 w 351"/>
                <a:gd name="T63" fmla="*/ 198 h 451"/>
                <a:gd name="T64" fmla="*/ 176 w 351"/>
                <a:gd name="T65" fmla="*/ 201 h 451"/>
                <a:gd name="T66" fmla="*/ 170 w 351"/>
                <a:gd name="T67" fmla="*/ 203 h 451"/>
                <a:gd name="T68" fmla="*/ 172 w 351"/>
                <a:gd name="T69" fmla="*/ 209 h 451"/>
                <a:gd name="T70" fmla="*/ 170 w 351"/>
                <a:gd name="T71" fmla="*/ 209 h 451"/>
                <a:gd name="T72" fmla="*/ 165 w 351"/>
                <a:gd name="T73" fmla="*/ 209 h 451"/>
                <a:gd name="T74" fmla="*/ 165 w 351"/>
                <a:gd name="T75" fmla="*/ 217 h 451"/>
                <a:gd name="T76" fmla="*/ 162 w 351"/>
                <a:gd name="T77" fmla="*/ 223 h 451"/>
                <a:gd name="T78" fmla="*/ 154 w 351"/>
                <a:gd name="T79" fmla="*/ 231 h 451"/>
                <a:gd name="T80" fmla="*/ 153 w 351"/>
                <a:gd name="T81" fmla="*/ 236 h 451"/>
                <a:gd name="T82" fmla="*/ 148 w 351"/>
                <a:gd name="T83" fmla="*/ 240 h 451"/>
                <a:gd name="T84" fmla="*/ 147 w 351"/>
                <a:gd name="T85" fmla="*/ 247 h 451"/>
                <a:gd name="T86" fmla="*/ 140 w 351"/>
                <a:gd name="T87" fmla="*/ 254 h 451"/>
                <a:gd name="T88" fmla="*/ 136 w 351"/>
                <a:gd name="T89" fmla="*/ 265 h 451"/>
                <a:gd name="T90" fmla="*/ 128 w 351"/>
                <a:gd name="T91" fmla="*/ 272 h 451"/>
                <a:gd name="T92" fmla="*/ 83 w 351"/>
                <a:gd name="T93" fmla="*/ 340 h 451"/>
                <a:gd name="T94" fmla="*/ 67 w 351"/>
                <a:gd name="T95" fmla="*/ 362 h 451"/>
                <a:gd name="T96" fmla="*/ 33 w 351"/>
                <a:gd name="T97" fmla="*/ 413 h 451"/>
                <a:gd name="T98" fmla="*/ 19 w 351"/>
                <a:gd name="T99" fmla="*/ 435 h 451"/>
                <a:gd name="T100" fmla="*/ 0 w 351"/>
                <a:gd name="T101" fmla="*/ 445 h 451"/>
                <a:gd name="T102" fmla="*/ 14 w 351"/>
                <a:gd name="T103" fmla="*/ 409 h 451"/>
                <a:gd name="T104" fmla="*/ 66 w 351"/>
                <a:gd name="T105" fmla="*/ 321 h 451"/>
                <a:gd name="T106" fmla="*/ 84 w 351"/>
                <a:gd name="T107" fmla="*/ 290 h 451"/>
                <a:gd name="T108" fmla="*/ 105 w 351"/>
                <a:gd name="T109" fmla="*/ 259 h 451"/>
                <a:gd name="T110" fmla="*/ 139 w 351"/>
                <a:gd name="T111" fmla="*/ 215 h 451"/>
                <a:gd name="T112" fmla="*/ 165 w 351"/>
                <a:gd name="T113" fmla="*/ 178 h 451"/>
                <a:gd name="T114" fmla="*/ 214 w 351"/>
                <a:gd name="T115" fmla="*/ 125 h 451"/>
                <a:gd name="T116" fmla="*/ 226 w 351"/>
                <a:gd name="T117" fmla="*/ 109 h 451"/>
                <a:gd name="T118" fmla="*/ 246 w 351"/>
                <a:gd name="T119" fmla="*/ 89 h 451"/>
                <a:gd name="T120" fmla="*/ 317 w 351"/>
                <a:gd name="T121" fmla="*/ 24 h 451"/>
                <a:gd name="T122" fmla="*/ 337 w 351"/>
                <a:gd name="T123" fmla="*/ 9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1" h="451">
                  <a:moveTo>
                    <a:pt x="348" y="0"/>
                  </a:moveTo>
                  <a:lnTo>
                    <a:pt x="351" y="0"/>
                  </a:lnTo>
                  <a:lnTo>
                    <a:pt x="351" y="0"/>
                  </a:lnTo>
                  <a:lnTo>
                    <a:pt x="348" y="3"/>
                  </a:lnTo>
                  <a:lnTo>
                    <a:pt x="348" y="5"/>
                  </a:lnTo>
                  <a:lnTo>
                    <a:pt x="348" y="5"/>
                  </a:lnTo>
                  <a:lnTo>
                    <a:pt x="345" y="6"/>
                  </a:lnTo>
                  <a:lnTo>
                    <a:pt x="343" y="8"/>
                  </a:lnTo>
                  <a:lnTo>
                    <a:pt x="340" y="13"/>
                  </a:lnTo>
                  <a:lnTo>
                    <a:pt x="340" y="13"/>
                  </a:lnTo>
                  <a:lnTo>
                    <a:pt x="337" y="14"/>
                  </a:lnTo>
                  <a:lnTo>
                    <a:pt x="332" y="17"/>
                  </a:lnTo>
                  <a:lnTo>
                    <a:pt x="332" y="17"/>
                  </a:lnTo>
                  <a:lnTo>
                    <a:pt x="332" y="19"/>
                  </a:lnTo>
                  <a:lnTo>
                    <a:pt x="331" y="20"/>
                  </a:lnTo>
                  <a:lnTo>
                    <a:pt x="331" y="20"/>
                  </a:lnTo>
                  <a:lnTo>
                    <a:pt x="329" y="20"/>
                  </a:lnTo>
                  <a:lnTo>
                    <a:pt x="328" y="20"/>
                  </a:lnTo>
                  <a:lnTo>
                    <a:pt x="328" y="20"/>
                  </a:lnTo>
                  <a:lnTo>
                    <a:pt x="326" y="24"/>
                  </a:lnTo>
                  <a:lnTo>
                    <a:pt x="323" y="25"/>
                  </a:lnTo>
                  <a:lnTo>
                    <a:pt x="323" y="25"/>
                  </a:lnTo>
                  <a:lnTo>
                    <a:pt x="321" y="28"/>
                  </a:lnTo>
                  <a:lnTo>
                    <a:pt x="320" y="31"/>
                  </a:lnTo>
                  <a:lnTo>
                    <a:pt x="320" y="31"/>
                  </a:lnTo>
                  <a:lnTo>
                    <a:pt x="318" y="31"/>
                  </a:lnTo>
                  <a:lnTo>
                    <a:pt x="318" y="31"/>
                  </a:lnTo>
                  <a:lnTo>
                    <a:pt x="317" y="36"/>
                  </a:lnTo>
                  <a:lnTo>
                    <a:pt x="317" y="36"/>
                  </a:lnTo>
                  <a:lnTo>
                    <a:pt x="315" y="34"/>
                  </a:lnTo>
                  <a:lnTo>
                    <a:pt x="315" y="34"/>
                  </a:lnTo>
                  <a:lnTo>
                    <a:pt x="313" y="36"/>
                  </a:lnTo>
                  <a:lnTo>
                    <a:pt x="312" y="38"/>
                  </a:lnTo>
                  <a:lnTo>
                    <a:pt x="312" y="38"/>
                  </a:lnTo>
                  <a:lnTo>
                    <a:pt x="310" y="41"/>
                  </a:lnTo>
                  <a:lnTo>
                    <a:pt x="309" y="42"/>
                  </a:lnTo>
                  <a:lnTo>
                    <a:pt x="307" y="44"/>
                  </a:lnTo>
                  <a:lnTo>
                    <a:pt x="307" y="44"/>
                  </a:lnTo>
                  <a:lnTo>
                    <a:pt x="307" y="47"/>
                  </a:lnTo>
                  <a:lnTo>
                    <a:pt x="304" y="47"/>
                  </a:lnTo>
                  <a:lnTo>
                    <a:pt x="304" y="47"/>
                  </a:lnTo>
                  <a:lnTo>
                    <a:pt x="304" y="47"/>
                  </a:lnTo>
                  <a:lnTo>
                    <a:pt x="304" y="47"/>
                  </a:lnTo>
                  <a:lnTo>
                    <a:pt x="303" y="47"/>
                  </a:lnTo>
                  <a:lnTo>
                    <a:pt x="303" y="48"/>
                  </a:lnTo>
                  <a:lnTo>
                    <a:pt x="303" y="48"/>
                  </a:lnTo>
                  <a:lnTo>
                    <a:pt x="303" y="50"/>
                  </a:lnTo>
                  <a:lnTo>
                    <a:pt x="303" y="52"/>
                  </a:lnTo>
                  <a:lnTo>
                    <a:pt x="299" y="52"/>
                  </a:lnTo>
                  <a:lnTo>
                    <a:pt x="299" y="55"/>
                  </a:lnTo>
                  <a:lnTo>
                    <a:pt x="298" y="55"/>
                  </a:lnTo>
                  <a:lnTo>
                    <a:pt x="298" y="55"/>
                  </a:lnTo>
                  <a:lnTo>
                    <a:pt x="298" y="53"/>
                  </a:lnTo>
                  <a:lnTo>
                    <a:pt x="298" y="53"/>
                  </a:lnTo>
                  <a:lnTo>
                    <a:pt x="296" y="55"/>
                  </a:lnTo>
                  <a:lnTo>
                    <a:pt x="296" y="55"/>
                  </a:lnTo>
                  <a:lnTo>
                    <a:pt x="296" y="56"/>
                  </a:lnTo>
                  <a:lnTo>
                    <a:pt x="296" y="56"/>
                  </a:lnTo>
                  <a:lnTo>
                    <a:pt x="296" y="56"/>
                  </a:lnTo>
                  <a:lnTo>
                    <a:pt x="296" y="56"/>
                  </a:lnTo>
                  <a:lnTo>
                    <a:pt x="295" y="56"/>
                  </a:lnTo>
                  <a:lnTo>
                    <a:pt x="293" y="58"/>
                  </a:lnTo>
                  <a:lnTo>
                    <a:pt x="293" y="58"/>
                  </a:lnTo>
                  <a:lnTo>
                    <a:pt x="295" y="58"/>
                  </a:lnTo>
                  <a:lnTo>
                    <a:pt x="295" y="58"/>
                  </a:lnTo>
                  <a:lnTo>
                    <a:pt x="295" y="61"/>
                  </a:lnTo>
                  <a:lnTo>
                    <a:pt x="293" y="63"/>
                  </a:lnTo>
                  <a:lnTo>
                    <a:pt x="289" y="64"/>
                  </a:lnTo>
                  <a:lnTo>
                    <a:pt x="289" y="64"/>
                  </a:lnTo>
                  <a:lnTo>
                    <a:pt x="281" y="73"/>
                  </a:lnTo>
                  <a:lnTo>
                    <a:pt x="284" y="73"/>
                  </a:lnTo>
                  <a:lnTo>
                    <a:pt x="284" y="73"/>
                  </a:lnTo>
                  <a:lnTo>
                    <a:pt x="275" y="81"/>
                  </a:lnTo>
                  <a:lnTo>
                    <a:pt x="275" y="83"/>
                  </a:lnTo>
                  <a:lnTo>
                    <a:pt x="276" y="83"/>
                  </a:lnTo>
                  <a:lnTo>
                    <a:pt x="276" y="83"/>
                  </a:lnTo>
                  <a:lnTo>
                    <a:pt x="275" y="84"/>
                  </a:lnTo>
                  <a:lnTo>
                    <a:pt x="275" y="84"/>
                  </a:lnTo>
                  <a:lnTo>
                    <a:pt x="273" y="83"/>
                  </a:lnTo>
                  <a:lnTo>
                    <a:pt x="273" y="83"/>
                  </a:lnTo>
                  <a:lnTo>
                    <a:pt x="271" y="84"/>
                  </a:lnTo>
                  <a:lnTo>
                    <a:pt x="268" y="86"/>
                  </a:lnTo>
                  <a:lnTo>
                    <a:pt x="268" y="86"/>
                  </a:lnTo>
                  <a:lnTo>
                    <a:pt x="271" y="87"/>
                  </a:lnTo>
                  <a:lnTo>
                    <a:pt x="271" y="87"/>
                  </a:lnTo>
                  <a:lnTo>
                    <a:pt x="270" y="89"/>
                  </a:lnTo>
                  <a:lnTo>
                    <a:pt x="268" y="89"/>
                  </a:lnTo>
                  <a:lnTo>
                    <a:pt x="268" y="89"/>
                  </a:lnTo>
                  <a:lnTo>
                    <a:pt x="270" y="89"/>
                  </a:lnTo>
                  <a:lnTo>
                    <a:pt x="270" y="87"/>
                  </a:lnTo>
                  <a:lnTo>
                    <a:pt x="265" y="87"/>
                  </a:lnTo>
                  <a:lnTo>
                    <a:pt x="265" y="87"/>
                  </a:lnTo>
                  <a:lnTo>
                    <a:pt x="265" y="89"/>
                  </a:lnTo>
                  <a:lnTo>
                    <a:pt x="265" y="91"/>
                  </a:lnTo>
                  <a:lnTo>
                    <a:pt x="265" y="91"/>
                  </a:lnTo>
                  <a:lnTo>
                    <a:pt x="265" y="92"/>
                  </a:lnTo>
                  <a:lnTo>
                    <a:pt x="265" y="94"/>
                  </a:lnTo>
                  <a:lnTo>
                    <a:pt x="265" y="94"/>
                  </a:lnTo>
                  <a:lnTo>
                    <a:pt x="264" y="91"/>
                  </a:lnTo>
                  <a:lnTo>
                    <a:pt x="264" y="91"/>
                  </a:lnTo>
                  <a:lnTo>
                    <a:pt x="262" y="95"/>
                  </a:lnTo>
                  <a:lnTo>
                    <a:pt x="262" y="95"/>
                  </a:lnTo>
                  <a:lnTo>
                    <a:pt x="264" y="97"/>
                  </a:lnTo>
                  <a:lnTo>
                    <a:pt x="264" y="97"/>
                  </a:lnTo>
                  <a:lnTo>
                    <a:pt x="262" y="97"/>
                  </a:lnTo>
                  <a:lnTo>
                    <a:pt x="262" y="97"/>
                  </a:lnTo>
                  <a:lnTo>
                    <a:pt x="262" y="97"/>
                  </a:lnTo>
                  <a:lnTo>
                    <a:pt x="260" y="95"/>
                  </a:lnTo>
                  <a:lnTo>
                    <a:pt x="260" y="95"/>
                  </a:lnTo>
                  <a:lnTo>
                    <a:pt x="259" y="97"/>
                  </a:lnTo>
                  <a:lnTo>
                    <a:pt x="257" y="98"/>
                  </a:lnTo>
                  <a:lnTo>
                    <a:pt x="257" y="98"/>
                  </a:lnTo>
                  <a:lnTo>
                    <a:pt x="256" y="98"/>
                  </a:lnTo>
                  <a:lnTo>
                    <a:pt x="256" y="100"/>
                  </a:lnTo>
                  <a:lnTo>
                    <a:pt x="256" y="100"/>
                  </a:lnTo>
                  <a:lnTo>
                    <a:pt x="256" y="100"/>
                  </a:lnTo>
                  <a:lnTo>
                    <a:pt x="256" y="100"/>
                  </a:lnTo>
                  <a:lnTo>
                    <a:pt x="254" y="100"/>
                  </a:lnTo>
                  <a:lnTo>
                    <a:pt x="254" y="100"/>
                  </a:lnTo>
                  <a:lnTo>
                    <a:pt x="253" y="103"/>
                  </a:lnTo>
                  <a:lnTo>
                    <a:pt x="253" y="105"/>
                  </a:lnTo>
                  <a:lnTo>
                    <a:pt x="253" y="105"/>
                  </a:lnTo>
                  <a:lnTo>
                    <a:pt x="256" y="105"/>
                  </a:lnTo>
                  <a:lnTo>
                    <a:pt x="256" y="105"/>
                  </a:lnTo>
                  <a:lnTo>
                    <a:pt x="254" y="106"/>
                  </a:lnTo>
                  <a:lnTo>
                    <a:pt x="254" y="106"/>
                  </a:lnTo>
                  <a:lnTo>
                    <a:pt x="253" y="105"/>
                  </a:lnTo>
                  <a:lnTo>
                    <a:pt x="253" y="105"/>
                  </a:lnTo>
                  <a:lnTo>
                    <a:pt x="251" y="106"/>
                  </a:lnTo>
                  <a:lnTo>
                    <a:pt x="250" y="108"/>
                  </a:lnTo>
                  <a:lnTo>
                    <a:pt x="250" y="108"/>
                  </a:lnTo>
                  <a:lnTo>
                    <a:pt x="248" y="109"/>
                  </a:lnTo>
                  <a:lnTo>
                    <a:pt x="246" y="112"/>
                  </a:lnTo>
                  <a:lnTo>
                    <a:pt x="246" y="112"/>
                  </a:lnTo>
                  <a:lnTo>
                    <a:pt x="246" y="114"/>
                  </a:lnTo>
                  <a:lnTo>
                    <a:pt x="246" y="114"/>
                  </a:lnTo>
                  <a:lnTo>
                    <a:pt x="245" y="116"/>
                  </a:lnTo>
                  <a:lnTo>
                    <a:pt x="243" y="117"/>
                  </a:lnTo>
                  <a:lnTo>
                    <a:pt x="243" y="120"/>
                  </a:lnTo>
                  <a:lnTo>
                    <a:pt x="243" y="120"/>
                  </a:lnTo>
                  <a:lnTo>
                    <a:pt x="240" y="122"/>
                  </a:lnTo>
                  <a:lnTo>
                    <a:pt x="240" y="123"/>
                  </a:lnTo>
                  <a:lnTo>
                    <a:pt x="237" y="123"/>
                  </a:lnTo>
                  <a:lnTo>
                    <a:pt x="237" y="123"/>
                  </a:lnTo>
                  <a:lnTo>
                    <a:pt x="239" y="122"/>
                  </a:lnTo>
                  <a:lnTo>
                    <a:pt x="239" y="122"/>
                  </a:lnTo>
                  <a:lnTo>
                    <a:pt x="237" y="122"/>
                  </a:lnTo>
                  <a:lnTo>
                    <a:pt x="237" y="122"/>
                  </a:lnTo>
                  <a:lnTo>
                    <a:pt x="236" y="122"/>
                  </a:lnTo>
                  <a:lnTo>
                    <a:pt x="234" y="123"/>
                  </a:lnTo>
                  <a:lnTo>
                    <a:pt x="234" y="123"/>
                  </a:lnTo>
                  <a:lnTo>
                    <a:pt x="236" y="126"/>
                  </a:lnTo>
                  <a:lnTo>
                    <a:pt x="236" y="126"/>
                  </a:lnTo>
                  <a:lnTo>
                    <a:pt x="234" y="130"/>
                  </a:lnTo>
                  <a:lnTo>
                    <a:pt x="232" y="130"/>
                  </a:lnTo>
                  <a:lnTo>
                    <a:pt x="232" y="130"/>
                  </a:lnTo>
                  <a:lnTo>
                    <a:pt x="232" y="126"/>
                  </a:lnTo>
                  <a:lnTo>
                    <a:pt x="231" y="126"/>
                  </a:lnTo>
                  <a:lnTo>
                    <a:pt x="231" y="126"/>
                  </a:lnTo>
                  <a:lnTo>
                    <a:pt x="229" y="130"/>
                  </a:lnTo>
                  <a:lnTo>
                    <a:pt x="229" y="131"/>
                  </a:lnTo>
                  <a:lnTo>
                    <a:pt x="229" y="131"/>
                  </a:lnTo>
                  <a:lnTo>
                    <a:pt x="231" y="131"/>
                  </a:lnTo>
                  <a:lnTo>
                    <a:pt x="231" y="131"/>
                  </a:lnTo>
                  <a:lnTo>
                    <a:pt x="228" y="134"/>
                  </a:lnTo>
                  <a:lnTo>
                    <a:pt x="226" y="136"/>
                  </a:lnTo>
                  <a:lnTo>
                    <a:pt x="226" y="136"/>
                  </a:lnTo>
                  <a:lnTo>
                    <a:pt x="225" y="137"/>
                  </a:lnTo>
                  <a:lnTo>
                    <a:pt x="222" y="140"/>
                  </a:lnTo>
                  <a:lnTo>
                    <a:pt x="222" y="140"/>
                  </a:lnTo>
                  <a:lnTo>
                    <a:pt x="220" y="140"/>
                  </a:lnTo>
                  <a:lnTo>
                    <a:pt x="220" y="142"/>
                  </a:lnTo>
                  <a:lnTo>
                    <a:pt x="220" y="142"/>
                  </a:lnTo>
                  <a:lnTo>
                    <a:pt x="220" y="142"/>
                  </a:lnTo>
                  <a:lnTo>
                    <a:pt x="220" y="145"/>
                  </a:lnTo>
                  <a:lnTo>
                    <a:pt x="218" y="145"/>
                  </a:lnTo>
                  <a:lnTo>
                    <a:pt x="218" y="145"/>
                  </a:lnTo>
                  <a:lnTo>
                    <a:pt x="218" y="144"/>
                  </a:lnTo>
                  <a:lnTo>
                    <a:pt x="218" y="144"/>
                  </a:lnTo>
                  <a:lnTo>
                    <a:pt x="217" y="147"/>
                  </a:lnTo>
                  <a:lnTo>
                    <a:pt x="217" y="147"/>
                  </a:lnTo>
                  <a:lnTo>
                    <a:pt x="218" y="147"/>
                  </a:lnTo>
                  <a:lnTo>
                    <a:pt x="218" y="147"/>
                  </a:lnTo>
                  <a:lnTo>
                    <a:pt x="215" y="148"/>
                  </a:lnTo>
                  <a:lnTo>
                    <a:pt x="214" y="150"/>
                  </a:lnTo>
                  <a:lnTo>
                    <a:pt x="214" y="150"/>
                  </a:lnTo>
                  <a:lnTo>
                    <a:pt x="214" y="151"/>
                  </a:lnTo>
                  <a:lnTo>
                    <a:pt x="214" y="151"/>
                  </a:lnTo>
                  <a:lnTo>
                    <a:pt x="212" y="151"/>
                  </a:lnTo>
                  <a:lnTo>
                    <a:pt x="212" y="151"/>
                  </a:lnTo>
                  <a:lnTo>
                    <a:pt x="211" y="148"/>
                  </a:lnTo>
                  <a:lnTo>
                    <a:pt x="209" y="148"/>
                  </a:lnTo>
                  <a:lnTo>
                    <a:pt x="209" y="148"/>
                  </a:lnTo>
                  <a:lnTo>
                    <a:pt x="209" y="150"/>
                  </a:lnTo>
                  <a:lnTo>
                    <a:pt x="209" y="150"/>
                  </a:lnTo>
                  <a:lnTo>
                    <a:pt x="211" y="151"/>
                  </a:lnTo>
                  <a:lnTo>
                    <a:pt x="211" y="153"/>
                  </a:lnTo>
                  <a:lnTo>
                    <a:pt x="211" y="153"/>
                  </a:lnTo>
                  <a:lnTo>
                    <a:pt x="211" y="155"/>
                  </a:lnTo>
                  <a:lnTo>
                    <a:pt x="211" y="155"/>
                  </a:lnTo>
                  <a:lnTo>
                    <a:pt x="211" y="155"/>
                  </a:lnTo>
                  <a:lnTo>
                    <a:pt x="211" y="155"/>
                  </a:lnTo>
                  <a:lnTo>
                    <a:pt x="211" y="156"/>
                  </a:lnTo>
                  <a:lnTo>
                    <a:pt x="211" y="156"/>
                  </a:lnTo>
                  <a:lnTo>
                    <a:pt x="211" y="159"/>
                  </a:lnTo>
                  <a:lnTo>
                    <a:pt x="211" y="159"/>
                  </a:lnTo>
                  <a:lnTo>
                    <a:pt x="211" y="158"/>
                  </a:lnTo>
                  <a:lnTo>
                    <a:pt x="207" y="158"/>
                  </a:lnTo>
                  <a:lnTo>
                    <a:pt x="207" y="158"/>
                  </a:lnTo>
                  <a:lnTo>
                    <a:pt x="206" y="159"/>
                  </a:lnTo>
                  <a:lnTo>
                    <a:pt x="204" y="161"/>
                  </a:lnTo>
                  <a:lnTo>
                    <a:pt x="204" y="161"/>
                  </a:lnTo>
                  <a:lnTo>
                    <a:pt x="206" y="162"/>
                  </a:lnTo>
                  <a:lnTo>
                    <a:pt x="206" y="162"/>
                  </a:lnTo>
                  <a:lnTo>
                    <a:pt x="203" y="165"/>
                  </a:lnTo>
                  <a:lnTo>
                    <a:pt x="203" y="165"/>
                  </a:lnTo>
                  <a:lnTo>
                    <a:pt x="201" y="164"/>
                  </a:lnTo>
                  <a:lnTo>
                    <a:pt x="201" y="164"/>
                  </a:lnTo>
                  <a:lnTo>
                    <a:pt x="201" y="167"/>
                  </a:lnTo>
                  <a:lnTo>
                    <a:pt x="201" y="170"/>
                  </a:lnTo>
                  <a:lnTo>
                    <a:pt x="200" y="170"/>
                  </a:lnTo>
                  <a:lnTo>
                    <a:pt x="200" y="170"/>
                  </a:lnTo>
                  <a:lnTo>
                    <a:pt x="200" y="169"/>
                  </a:lnTo>
                  <a:lnTo>
                    <a:pt x="200" y="167"/>
                  </a:lnTo>
                  <a:lnTo>
                    <a:pt x="197" y="167"/>
                  </a:lnTo>
                  <a:lnTo>
                    <a:pt x="197" y="167"/>
                  </a:lnTo>
                  <a:lnTo>
                    <a:pt x="197" y="169"/>
                  </a:lnTo>
                  <a:lnTo>
                    <a:pt x="197" y="169"/>
                  </a:lnTo>
                  <a:lnTo>
                    <a:pt x="197" y="170"/>
                  </a:lnTo>
                  <a:lnTo>
                    <a:pt x="198" y="173"/>
                  </a:lnTo>
                  <a:lnTo>
                    <a:pt x="198" y="173"/>
                  </a:lnTo>
                  <a:lnTo>
                    <a:pt x="197" y="173"/>
                  </a:lnTo>
                  <a:lnTo>
                    <a:pt x="195" y="175"/>
                  </a:lnTo>
                  <a:lnTo>
                    <a:pt x="195" y="175"/>
                  </a:lnTo>
                  <a:lnTo>
                    <a:pt x="193" y="175"/>
                  </a:lnTo>
                  <a:lnTo>
                    <a:pt x="192" y="176"/>
                  </a:lnTo>
                  <a:lnTo>
                    <a:pt x="192" y="176"/>
                  </a:lnTo>
                  <a:lnTo>
                    <a:pt x="193" y="176"/>
                  </a:lnTo>
                  <a:lnTo>
                    <a:pt x="192" y="176"/>
                  </a:lnTo>
                  <a:lnTo>
                    <a:pt x="192" y="176"/>
                  </a:lnTo>
                  <a:lnTo>
                    <a:pt x="190" y="181"/>
                  </a:lnTo>
                  <a:lnTo>
                    <a:pt x="187" y="183"/>
                  </a:lnTo>
                  <a:lnTo>
                    <a:pt x="187" y="190"/>
                  </a:lnTo>
                  <a:lnTo>
                    <a:pt x="187" y="190"/>
                  </a:lnTo>
                  <a:lnTo>
                    <a:pt x="184" y="192"/>
                  </a:lnTo>
                  <a:lnTo>
                    <a:pt x="183" y="194"/>
                  </a:lnTo>
                  <a:lnTo>
                    <a:pt x="183" y="194"/>
                  </a:lnTo>
                  <a:lnTo>
                    <a:pt x="178" y="192"/>
                  </a:lnTo>
                  <a:lnTo>
                    <a:pt x="178" y="192"/>
                  </a:lnTo>
                  <a:lnTo>
                    <a:pt x="178" y="194"/>
                  </a:lnTo>
                  <a:lnTo>
                    <a:pt x="178" y="194"/>
                  </a:lnTo>
                  <a:lnTo>
                    <a:pt x="178" y="195"/>
                  </a:lnTo>
                  <a:lnTo>
                    <a:pt x="179" y="197"/>
                  </a:lnTo>
                  <a:lnTo>
                    <a:pt x="178" y="197"/>
                  </a:lnTo>
                  <a:lnTo>
                    <a:pt x="178" y="197"/>
                  </a:lnTo>
                  <a:lnTo>
                    <a:pt x="176" y="198"/>
                  </a:lnTo>
                  <a:lnTo>
                    <a:pt x="176" y="198"/>
                  </a:lnTo>
                  <a:lnTo>
                    <a:pt x="178" y="200"/>
                  </a:lnTo>
                  <a:lnTo>
                    <a:pt x="178" y="200"/>
                  </a:lnTo>
                  <a:lnTo>
                    <a:pt x="176" y="198"/>
                  </a:lnTo>
                  <a:lnTo>
                    <a:pt x="176" y="198"/>
                  </a:lnTo>
                  <a:lnTo>
                    <a:pt x="176" y="200"/>
                  </a:lnTo>
                  <a:lnTo>
                    <a:pt x="176" y="200"/>
                  </a:lnTo>
                  <a:lnTo>
                    <a:pt x="176" y="201"/>
                  </a:lnTo>
                  <a:lnTo>
                    <a:pt x="176" y="201"/>
                  </a:lnTo>
                  <a:lnTo>
                    <a:pt x="176" y="204"/>
                  </a:lnTo>
                  <a:lnTo>
                    <a:pt x="175" y="204"/>
                  </a:lnTo>
                  <a:lnTo>
                    <a:pt x="175" y="204"/>
                  </a:lnTo>
                  <a:lnTo>
                    <a:pt x="173" y="203"/>
                  </a:lnTo>
                  <a:lnTo>
                    <a:pt x="170" y="203"/>
                  </a:lnTo>
                  <a:lnTo>
                    <a:pt x="170" y="203"/>
                  </a:lnTo>
                  <a:lnTo>
                    <a:pt x="170" y="203"/>
                  </a:lnTo>
                  <a:lnTo>
                    <a:pt x="170" y="203"/>
                  </a:lnTo>
                  <a:lnTo>
                    <a:pt x="172" y="206"/>
                  </a:lnTo>
                  <a:lnTo>
                    <a:pt x="173" y="208"/>
                  </a:lnTo>
                  <a:lnTo>
                    <a:pt x="173" y="209"/>
                  </a:lnTo>
                  <a:lnTo>
                    <a:pt x="173" y="209"/>
                  </a:lnTo>
                  <a:lnTo>
                    <a:pt x="172" y="208"/>
                  </a:lnTo>
                  <a:lnTo>
                    <a:pt x="172" y="208"/>
                  </a:lnTo>
                  <a:lnTo>
                    <a:pt x="172" y="209"/>
                  </a:lnTo>
                  <a:lnTo>
                    <a:pt x="172" y="209"/>
                  </a:lnTo>
                  <a:lnTo>
                    <a:pt x="173" y="211"/>
                  </a:lnTo>
                  <a:lnTo>
                    <a:pt x="173" y="211"/>
                  </a:lnTo>
                  <a:lnTo>
                    <a:pt x="170" y="212"/>
                  </a:lnTo>
                  <a:lnTo>
                    <a:pt x="170" y="212"/>
                  </a:lnTo>
                  <a:lnTo>
                    <a:pt x="172" y="211"/>
                  </a:lnTo>
                  <a:lnTo>
                    <a:pt x="172" y="209"/>
                  </a:lnTo>
                  <a:lnTo>
                    <a:pt x="170" y="209"/>
                  </a:lnTo>
                  <a:lnTo>
                    <a:pt x="170" y="209"/>
                  </a:lnTo>
                  <a:lnTo>
                    <a:pt x="170" y="209"/>
                  </a:lnTo>
                  <a:lnTo>
                    <a:pt x="170" y="209"/>
                  </a:lnTo>
                  <a:lnTo>
                    <a:pt x="170" y="208"/>
                  </a:lnTo>
                  <a:lnTo>
                    <a:pt x="170" y="206"/>
                  </a:lnTo>
                  <a:lnTo>
                    <a:pt x="170" y="206"/>
                  </a:lnTo>
                  <a:lnTo>
                    <a:pt x="169" y="208"/>
                  </a:lnTo>
                  <a:lnTo>
                    <a:pt x="165" y="209"/>
                  </a:lnTo>
                  <a:lnTo>
                    <a:pt x="165" y="209"/>
                  </a:lnTo>
                  <a:lnTo>
                    <a:pt x="167" y="209"/>
                  </a:lnTo>
                  <a:lnTo>
                    <a:pt x="167" y="209"/>
                  </a:lnTo>
                  <a:lnTo>
                    <a:pt x="165" y="212"/>
                  </a:lnTo>
                  <a:lnTo>
                    <a:pt x="165" y="214"/>
                  </a:lnTo>
                  <a:lnTo>
                    <a:pt x="165" y="214"/>
                  </a:lnTo>
                  <a:lnTo>
                    <a:pt x="165" y="217"/>
                  </a:lnTo>
                  <a:lnTo>
                    <a:pt x="165" y="217"/>
                  </a:lnTo>
                  <a:lnTo>
                    <a:pt x="165" y="218"/>
                  </a:lnTo>
                  <a:lnTo>
                    <a:pt x="164" y="220"/>
                  </a:lnTo>
                  <a:lnTo>
                    <a:pt x="164" y="220"/>
                  </a:lnTo>
                  <a:lnTo>
                    <a:pt x="161" y="218"/>
                  </a:lnTo>
                  <a:lnTo>
                    <a:pt x="161" y="218"/>
                  </a:lnTo>
                  <a:lnTo>
                    <a:pt x="161" y="223"/>
                  </a:lnTo>
                  <a:lnTo>
                    <a:pt x="161" y="223"/>
                  </a:lnTo>
                  <a:lnTo>
                    <a:pt x="162" y="223"/>
                  </a:lnTo>
                  <a:lnTo>
                    <a:pt x="162" y="226"/>
                  </a:lnTo>
                  <a:lnTo>
                    <a:pt x="162" y="226"/>
                  </a:lnTo>
                  <a:lnTo>
                    <a:pt x="161" y="225"/>
                  </a:lnTo>
                  <a:lnTo>
                    <a:pt x="161" y="225"/>
                  </a:lnTo>
                  <a:lnTo>
                    <a:pt x="158" y="226"/>
                  </a:lnTo>
                  <a:lnTo>
                    <a:pt x="158" y="233"/>
                  </a:lnTo>
                  <a:lnTo>
                    <a:pt x="158" y="233"/>
                  </a:lnTo>
                  <a:lnTo>
                    <a:pt x="154" y="231"/>
                  </a:lnTo>
                  <a:lnTo>
                    <a:pt x="154" y="231"/>
                  </a:lnTo>
                  <a:lnTo>
                    <a:pt x="153" y="233"/>
                  </a:lnTo>
                  <a:lnTo>
                    <a:pt x="153" y="233"/>
                  </a:lnTo>
                  <a:lnTo>
                    <a:pt x="154" y="234"/>
                  </a:lnTo>
                  <a:lnTo>
                    <a:pt x="154" y="239"/>
                  </a:lnTo>
                  <a:lnTo>
                    <a:pt x="154" y="239"/>
                  </a:lnTo>
                  <a:lnTo>
                    <a:pt x="153" y="236"/>
                  </a:lnTo>
                  <a:lnTo>
                    <a:pt x="153" y="236"/>
                  </a:lnTo>
                  <a:lnTo>
                    <a:pt x="151" y="242"/>
                  </a:lnTo>
                  <a:lnTo>
                    <a:pt x="151" y="242"/>
                  </a:lnTo>
                  <a:lnTo>
                    <a:pt x="151" y="240"/>
                  </a:lnTo>
                  <a:lnTo>
                    <a:pt x="150" y="239"/>
                  </a:lnTo>
                  <a:lnTo>
                    <a:pt x="148" y="239"/>
                  </a:lnTo>
                  <a:lnTo>
                    <a:pt x="148" y="239"/>
                  </a:lnTo>
                  <a:lnTo>
                    <a:pt x="148" y="240"/>
                  </a:lnTo>
                  <a:lnTo>
                    <a:pt x="148" y="240"/>
                  </a:lnTo>
                  <a:lnTo>
                    <a:pt x="148" y="243"/>
                  </a:lnTo>
                  <a:lnTo>
                    <a:pt x="148" y="243"/>
                  </a:lnTo>
                  <a:lnTo>
                    <a:pt x="148" y="245"/>
                  </a:lnTo>
                  <a:lnTo>
                    <a:pt x="148" y="245"/>
                  </a:lnTo>
                  <a:lnTo>
                    <a:pt x="148" y="245"/>
                  </a:lnTo>
                  <a:lnTo>
                    <a:pt x="150" y="247"/>
                  </a:lnTo>
                  <a:lnTo>
                    <a:pt x="147" y="247"/>
                  </a:lnTo>
                  <a:lnTo>
                    <a:pt x="147" y="247"/>
                  </a:lnTo>
                  <a:lnTo>
                    <a:pt x="147" y="243"/>
                  </a:lnTo>
                  <a:lnTo>
                    <a:pt x="145" y="243"/>
                  </a:lnTo>
                  <a:lnTo>
                    <a:pt x="145" y="243"/>
                  </a:lnTo>
                  <a:lnTo>
                    <a:pt x="145" y="247"/>
                  </a:lnTo>
                  <a:lnTo>
                    <a:pt x="144" y="250"/>
                  </a:lnTo>
                  <a:lnTo>
                    <a:pt x="142" y="251"/>
                  </a:lnTo>
                  <a:lnTo>
                    <a:pt x="140" y="254"/>
                  </a:lnTo>
                  <a:lnTo>
                    <a:pt x="140" y="254"/>
                  </a:lnTo>
                  <a:lnTo>
                    <a:pt x="142" y="254"/>
                  </a:lnTo>
                  <a:lnTo>
                    <a:pt x="142" y="254"/>
                  </a:lnTo>
                  <a:lnTo>
                    <a:pt x="140" y="256"/>
                  </a:lnTo>
                  <a:lnTo>
                    <a:pt x="139" y="257"/>
                  </a:lnTo>
                  <a:lnTo>
                    <a:pt x="139" y="262"/>
                  </a:lnTo>
                  <a:lnTo>
                    <a:pt x="136" y="262"/>
                  </a:lnTo>
                  <a:lnTo>
                    <a:pt x="136" y="265"/>
                  </a:lnTo>
                  <a:lnTo>
                    <a:pt x="136" y="265"/>
                  </a:lnTo>
                  <a:lnTo>
                    <a:pt x="133" y="265"/>
                  </a:lnTo>
                  <a:lnTo>
                    <a:pt x="131" y="268"/>
                  </a:lnTo>
                  <a:lnTo>
                    <a:pt x="131" y="268"/>
                  </a:lnTo>
                  <a:lnTo>
                    <a:pt x="131" y="268"/>
                  </a:lnTo>
                  <a:lnTo>
                    <a:pt x="131" y="268"/>
                  </a:lnTo>
                  <a:lnTo>
                    <a:pt x="131" y="272"/>
                  </a:lnTo>
                  <a:lnTo>
                    <a:pt x="128" y="272"/>
                  </a:lnTo>
                  <a:lnTo>
                    <a:pt x="128" y="272"/>
                  </a:lnTo>
                  <a:lnTo>
                    <a:pt x="126" y="276"/>
                  </a:lnTo>
                  <a:lnTo>
                    <a:pt x="123" y="279"/>
                  </a:lnTo>
                  <a:lnTo>
                    <a:pt x="120" y="282"/>
                  </a:lnTo>
                  <a:lnTo>
                    <a:pt x="117" y="287"/>
                  </a:lnTo>
                  <a:lnTo>
                    <a:pt x="117" y="287"/>
                  </a:lnTo>
                  <a:lnTo>
                    <a:pt x="100" y="314"/>
                  </a:lnTo>
                  <a:lnTo>
                    <a:pt x="100" y="314"/>
                  </a:lnTo>
                  <a:lnTo>
                    <a:pt x="83" y="340"/>
                  </a:lnTo>
                  <a:lnTo>
                    <a:pt x="83" y="340"/>
                  </a:lnTo>
                  <a:lnTo>
                    <a:pt x="77" y="348"/>
                  </a:lnTo>
                  <a:lnTo>
                    <a:pt x="75" y="351"/>
                  </a:lnTo>
                  <a:lnTo>
                    <a:pt x="73" y="356"/>
                  </a:lnTo>
                  <a:lnTo>
                    <a:pt x="70" y="356"/>
                  </a:lnTo>
                  <a:lnTo>
                    <a:pt x="70" y="356"/>
                  </a:lnTo>
                  <a:lnTo>
                    <a:pt x="70" y="359"/>
                  </a:lnTo>
                  <a:lnTo>
                    <a:pt x="67" y="362"/>
                  </a:lnTo>
                  <a:lnTo>
                    <a:pt x="61" y="370"/>
                  </a:lnTo>
                  <a:lnTo>
                    <a:pt x="61" y="370"/>
                  </a:lnTo>
                  <a:lnTo>
                    <a:pt x="45" y="393"/>
                  </a:lnTo>
                  <a:lnTo>
                    <a:pt x="45" y="393"/>
                  </a:lnTo>
                  <a:lnTo>
                    <a:pt x="41" y="399"/>
                  </a:lnTo>
                  <a:lnTo>
                    <a:pt x="36" y="407"/>
                  </a:lnTo>
                  <a:lnTo>
                    <a:pt x="36" y="407"/>
                  </a:lnTo>
                  <a:lnTo>
                    <a:pt x="33" y="413"/>
                  </a:lnTo>
                  <a:lnTo>
                    <a:pt x="31" y="418"/>
                  </a:lnTo>
                  <a:lnTo>
                    <a:pt x="31" y="418"/>
                  </a:lnTo>
                  <a:lnTo>
                    <a:pt x="25" y="424"/>
                  </a:lnTo>
                  <a:lnTo>
                    <a:pt x="24" y="427"/>
                  </a:lnTo>
                  <a:lnTo>
                    <a:pt x="22" y="432"/>
                  </a:lnTo>
                  <a:lnTo>
                    <a:pt x="20" y="432"/>
                  </a:lnTo>
                  <a:lnTo>
                    <a:pt x="20" y="432"/>
                  </a:lnTo>
                  <a:lnTo>
                    <a:pt x="19" y="435"/>
                  </a:lnTo>
                  <a:lnTo>
                    <a:pt x="19" y="437"/>
                  </a:lnTo>
                  <a:lnTo>
                    <a:pt x="14" y="442"/>
                  </a:lnTo>
                  <a:lnTo>
                    <a:pt x="10" y="446"/>
                  </a:lnTo>
                  <a:lnTo>
                    <a:pt x="5" y="451"/>
                  </a:lnTo>
                  <a:lnTo>
                    <a:pt x="0" y="451"/>
                  </a:lnTo>
                  <a:lnTo>
                    <a:pt x="0" y="451"/>
                  </a:lnTo>
                  <a:lnTo>
                    <a:pt x="0" y="448"/>
                  </a:lnTo>
                  <a:lnTo>
                    <a:pt x="0" y="445"/>
                  </a:lnTo>
                  <a:lnTo>
                    <a:pt x="0" y="438"/>
                  </a:lnTo>
                  <a:lnTo>
                    <a:pt x="0" y="438"/>
                  </a:lnTo>
                  <a:lnTo>
                    <a:pt x="2" y="435"/>
                  </a:lnTo>
                  <a:lnTo>
                    <a:pt x="3" y="432"/>
                  </a:lnTo>
                  <a:lnTo>
                    <a:pt x="3" y="432"/>
                  </a:lnTo>
                  <a:lnTo>
                    <a:pt x="6" y="423"/>
                  </a:lnTo>
                  <a:lnTo>
                    <a:pt x="6" y="423"/>
                  </a:lnTo>
                  <a:lnTo>
                    <a:pt x="14" y="409"/>
                  </a:lnTo>
                  <a:lnTo>
                    <a:pt x="22" y="395"/>
                  </a:lnTo>
                  <a:lnTo>
                    <a:pt x="22" y="395"/>
                  </a:lnTo>
                  <a:lnTo>
                    <a:pt x="33" y="374"/>
                  </a:lnTo>
                  <a:lnTo>
                    <a:pt x="45" y="353"/>
                  </a:lnTo>
                  <a:lnTo>
                    <a:pt x="45" y="353"/>
                  </a:lnTo>
                  <a:lnTo>
                    <a:pt x="52" y="342"/>
                  </a:lnTo>
                  <a:lnTo>
                    <a:pt x="58" y="331"/>
                  </a:lnTo>
                  <a:lnTo>
                    <a:pt x="66" y="321"/>
                  </a:lnTo>
                  <a:lnTo>
                    <a:pt x="73" y="309"/>
                  </a:lnTo>
                  <a:lnTo>
                    <a:pt x="73" y="309"/>
                  </a:lnTo>
                  <a:lnTo>
                    <a:pt x="78" y="301"/>
                  </a:lnTo>
                  <a:lnTo>
                    <a:pt x="83" y="293"/>
                  </a:lnTo>
                  <a:lnTo>
                    <a:pt x="83" y="293"/>
                  </a:lnTo>
                  <a:lnTo>
                    <a:pt x="83" y="292"/>
                  </a:lnTo>
                  <a:lnTo>
                    <a:pt x="84" y="290"/>
                  </a:lnTo>
                  <a:lnTo>
                    <a:pt x="84" y="290"/>
                  </a:lnTo>
                  <a:lnTo>
                    <a:pt x="87" y="287"/>
                  </a:lnTo>
                  <a:lnTo>
                    <a:pt x="89" y="284"/>
                  </a:lnTo>
                  <a:lnTo>
                    <a:pt x="89" y="284"/>
                  </a:lnTo>
                  <a:lnTo>
                    <a:pt x="92" y="278"/>
                  </a:lnTo>
                  <a:lnTo>
                    <a:pt x="97" y="272"/>
                  </a:lnTo>
                  <a:lnTo>
                    <a:pt x="97" y="272"/>
                  </a:lnTo>
                  <a:lnTo>
                    <a:pt x="101" y="265"/>
                  </a:lnTo>
                  <a:lnTo>
                    <a:pt x="105" y="259"/>
                  </a:lnTo>
                  <a:lnTo>
                    <a:pt x="109" y="253"/>
                  </a:lnTo>
                  <a:lnTo>
                    <a:pt x="114" y="247"/>
                  </a:lnTo>
                  <a:lnTo>
                    <a:pt x="114" y="247"/>
                  </a:lnTo>
                  <a:lnTo>
                    <a:pt x="123" y="236"/>
                  </a:lnTo>
                  <a:lnTo>
                    <a:pt x="131" y="223"/>
                  </a:lnTo>
                  <a:lnTo>
                    <a:pt x="131" y="223"/>
                  </a:lnTo>
                  <a:lnTo>
                    <a:pt x="136" y="218"/>
                  </a:lnTo>
                  <a:lnTo>
                    <a:pt x="139" y="215"/>
                  </a:lnTo>
                  <a:lnTo>
                    <a:pt x="139" y="215"/>
                  </a:lnTo>
                  <a:lnTo>
                    <a:pt x="145" y="203"/>
                  </a:lnTo>
                  <a:lnTo>
                    <a:pt x="150" y="198"/>
                  </a:lnTo>
                  <a:lnTo>
                    <a:pt x="154" y="194"/>
                  </a:lnTo>
                  <a:lnTo>
                    <a:pt x="154" y="194"/>
                  </a:lnTo>
                  <a:lnTo>
                    <a:pt x="161" y="186"/>
                  </a:lnTo>
                  <a:lnTo>
                    <a:pt x="165" y="178"/>
                  </a:lnTo>
                  <a:lnTo>
                    <a:pt x="165" y="178"/>
                  </a:lnTo>
                  <a:lnTo>
                    <a:pt x="176" y="167"/>
                  </a:lnTo>
                  <a:lnTo>
                    <a:pt x="184" y="156"/>
                  </a:lnTo>
                  <a:lnTo>
                    <a:pt x="184" y="156"/>
                  </a:lnTo>
                  <a:lnTo>
                    <a:pt x="192" y="147"/>
                  </a:lnTo>
                  <a:lnTo>
                    <a:pt x="201" y="137"/>
                  </a:lnTo>
                  <a:lnTo>
                    <a:pt x="201" y="137"/>
                  </a:lnTo>
                  <a:lnTo>
                    <a:pt x="207" y="131"/>
                  </a:lnTo>
                  <a:lnTo>
                    <a:pt x="214" y="125"/>
                  </a:lnTo>
                  <a:lnTo>
                    <a:pt x="214" y="125"/>
                  </a:lnTo>
                  <a:lnTo>
                    <a:pt x="215" y="122"/>
                  </a:lnTo>
                  <a:lnTo>
                    <a:pt x="218" y="120"/>
                  </a:lnTo>
                  <a:lnTo>
                    <a:pt x="218" y="120"/>
                  </a:lnTo>
                  <a:lnTo>
                    <a:pt x="218" y="117"/>
                  </a:lnTo>
                  <a:lnTo>
                    <a:pt x="222" y="114"/>
                  </a:lnTo>
                  <a:lnTo>
                    <a:pt x="226" y="109"/>
                  </a:lnTo>
                  <a:lnTo>
                    <a:pt x="226" y="109"/>
                  </a:lnTo>
                  <a:lnTo>
                    <a:pt x="232" y="103"/>
                  </a:lnTo>
                  <a:lnTo>
                    <a:pt x="234" y="100"/>
                  </a:lnTo>
                  <a:lnTo>
                    <a:pt x="239" y="100"/>
                  </a:lnTo>
                  <a:lnTo>
                    <a:pt x="239" y="100"/>
                  </a:lnTo>
                  <a:lnTo>
                    <a:pt x="239" y="97"/>
                  </a:lnTo>
                  <a:lnTo>
                    <a:pt x="240" y="94"/>
                  </a:lnTo>
                  <a:lnTo>
                    <a:pt x="246" y="89"/>
                  </a:lnTo>
                  <a:lnTo>
                    <a:pt x="246" y="89"/>
                  </a:lnTo>
                  <a:lnTo>
                    <a:pt x="259" y="77"/>
                  </a:lnTo>
                  <a:lnTo>
                    <a:pt x="259" y="77"/>
                  </a:lnTo>
                  <a:lnTo>
                    <a:pt x="279" y="56"/>
                  </a:lnTo>
                  <a:lnTo>
                    <a:pt x="279" y="56"/>
                  </a:lnTo>
                  <a:lnTo>
                    <a:pt x="293" y="42"/>
                  </a:lnTo>
                  <a:lnTo>
                    <a:pt x="309" y="30"/>
                  </a:lnTo>
                  <a:lnTo>
                    <a:pt x="309" y="30"/>
                  </a:lnTo>
                  <a:lnTo>
                    <a:pt x="317" y="24"/>
                  </a:lnTo>
                  <a:lnTo>
                    <a:pt x="321" y="20"/>
                  </a:lnTo>
                  <a:lnTo>
                    <a:pt x="326" y="17"/>
                  </a:lnTo>
                  <a:lnTo>
                    <a:pt x="326" y="17"/>
                  </a:lnTo>
                  <a:lnTo>
                    <a:pt x="324" y="17"/>
                  </a:lnTo>
                  <a:lnTo>
                    <a:pt x="324" y="17"/>
                  </a:lnTo>
                  <a:lnTo>
                    <a:pt x="331" y="13"/>
                  </a:lnTo>
                  <a:lnTo>
                    <a:pt x="337" y="9"/>
                  </a:lnTo>
                  <a:lnTo>
                    <a:pt x="337" y="9"/>
                  </a:lnTo>
                  <a:lnTo>
                    <a:pt x="338" y="8"/>
                  </a:lnTo>
                  <a:lnTo>
                    <a:pt x="338" y="6"/>
                  </a:lnTo>
                  <a:lnTo>
                    <a:pt x="338" y="6"/>
                  </a:lnTo>
                  <a:lnTo>
                    <a:pt x="345" y="5"/>
                  </a:lnTo>
                  <a:lnTo>
                    <a:pt x="346" y="3"/>
                  </a:lnTo>
                  <a:lnTo>
                    <a:pt x="348" y="0"/>
                  </a:lnTo>
                  <a:lnTo>
                    <a:pt x="348" y="0"/>
                  </a:lnTo>
                  <a:close/>
                </a:path>
              </a:pathLst>
            </a:custGeom>
            <a:solidFill>
              <a:srgbClr val="FFFFFF"/>
            </a:solidFill>
            <a:ln>
              <a:noFill/>
            </a:ln>
            <a:extLst>
              <a:ext uri="{91240B29-F687-4F45-9708-019B960494DF}">
                <a14:hiddenLine xmlns:a14="http://schemas.microsoft.com/office/drawing/2010/main" w="0">
                  <a:solidFill>
                    <a:srgbClr val="007A54"/>
                  </a:solidFill>
                  <a:prstDash val="solid"/>
                  <a:round/>
                  <a:headEnd/>
                  <a:tailEnd/>
                </a14:hiddenLine>
              </a:ext>
            </a:extLst>
          </p:spPr>
          <p:txBody>
            <a:bodyPr/>
            <a:lstStyle/>
            <a:p>
              <a:endParaRPr lang="zh-CN" altLang="en-US" sz="1350"/>
            </a:p>
          </p:txBody>
        </p:sp>
        <p:sp>
          <p:nvSpPr>
            <p:cNvPr id="841840" name="Freeform 112">
              <a:extLst>
                <a:ext uri="{FF2B5EF4-FFF2-40B4-BE49-F238E27FC236}">
                  <a16:creationId xmlns:a16="http://schemas.microsoft.com/office/drawing/2014/main" id="{09784BAC-7A65-F5E5-21F4-A6F6ABBFE9FC}"/>
                </a:ext>
              </a:extLst>
            </p:cNvPr>
            <p:cNvSpPr>
              <a:spLocks/>
            </p:cNvSpPr>
            <p:nvPr/>
          </p:nvSpPr>
          <p:spPr bwMode="auto">
            <a:xfrm>
              <a:off x="4412" y="3651"/>
              <a:ext cx="351" cy="451"/>
            </a:xfrm>
            <a:custGeom>
              <a:avLst/>
              <a:gdLst>
                <a:gd name="T0" fmla="*/ 343 w 351"/>
                <a:gd name="T1" fmla="*/ 8 h 451"/>
                <a:gd name="T2" fmla="*/ 330 w 351"/>
                <a:gd name="T3" fmla="*/ 20 h 451"/>
                <a:gd name="T4" fmla="*/ 320 w 351"/>
                <a:gd name="T5" fmla="*/ 31 h 451"/>
                <a:gd name="T6" fmla="*/ 313 w 351"/>
                <a:gd name="T7" fmla="*/ 36 h 451"/>
                <a:gd name="T8" fmla="*/ 304 w 351"/>
                <a:gd name="T9" fmla="*/ 47 h 451"/>
                <a:gd name="T10" fmla="*/ 302 w 351"/>
                <a:gd name="T11" fmla="*/ 52 h 451"/>
                <a:gd name="T12" fmla="*/ 296 w 351"/>
                <a:gd name="T13" fmla="*/ 55 h 451"/>
                <a:gd name="T14" fmla="*/ 295 w 351"/>
                <a:gd name="T15" fmla="*/ 58 h 451"/>
                <a:gd name="T16" fmla="*/ 284 w 351"/>
                <a:gd name="T17" fmla="*/ 73 h 451"/>
                <a:gd name="T18" fmla="*/ 273 w 351"/>
                <a:gd name="T19" fmla="*/ 83 h 451"/>
                <a:gd name="T20" fmla="*/ 268 w 351"/>
                <a:gd name="T21" fmla="*/ 89 h 451"/>
                <a:gd name="T22" fmla="*/ 265 w 351"/>
                <a:gd name="T23" fmla="*/ 92 h 451"/>
                <a:gd name="T24" fmla="*/ 263 w 351"/>
                <a:gd name="T25" fmla="*/ 97 h 451"/>
                <a:gd name="T26" fmla="*/ 257 w 351"/>
                <a:gd name="T27" fmla="*/ 98 h 451"/>
                <a:gd name="T28" fmla="*/ 253 w 351"/>
                <a:gd name="T29" fmla="*/ 103 h 451"/>
                <a:gd name="T30" fmla="*/ 253 w 351"/>
                <a:gd name="T31" fmla="*/ 105 h 451"/>
                <a:gd name="T32" fmla="*/ 246 w 351"/>
                <a:gd name="T33" fmla="*/ 114 h 451"/>
                <a:gd name="T34" fmla="*/ 237 w 351"/>
                <a:gd name="T35" fmla="*/ 123 h 451"/>
                <a:gd name="T36" fmla="*/ 235 w 351"/>
                <a:gd name="T37" fmla="*/ 126 h 451"/>
                <a:gd name="T38" fmla="*/ 229 w 351"/>
                <a:gd name="T39" fmla="*/ 130 h 451"/>
                <a:gd name="T40" fmla="*/ 224 w 351"/>
                <a:gd name="T41" fmla="*/ 137 h 451"/>
                <a:gd name="T42" fmla="*/ 218 w 351"/>
                <a:gd name="T43" fmla="*/ 145 h 451"/>
                <a:gd name="T44" fmla="*/ 215 w 351"/>
                <a:gd name="T45" fmla="*/ 148 h 451"/>
                <a:gd name="T46" fmla="*/ 209 w 351"/>
                <a:gd name="T47" fmla="*/ 148 h 451"/>
                <a:gd name="T48" fmla="*/ 210 w 351"/>
                <a:gd name="T49" fmla="*/ 155 h 451"/>
                <a:gd name="T50" fmla="*/ 207 w 351"/>
                <a:gd name="T51" fmla="*/ 158 h 451"/>
                <a:gd name="T52" fmla="*/ 203 w 351"/>
                <a:gd name="T53" fmla="*/ 165 h 451"/>
                <a:gd name="T54" fmla="*/ 200 w 351"/>
                <a:gd name="T55" fmla="*/ 167 h 451"/>
                <a:gd name="T56" fmla="*/ 196 w 351"/>
                <a:gd name="T57" fmla="*/ 173 h 451"/>
                <a:gd name="T58" fmla="*/ 192 w 351"/>
                <a:gd name="T59" fmla="*/ 176 h 451"/>
                <a:gd name="T60" fmla="*/ 178 w 351"/>
                <a:gd name="T61" fmla="*/ 192 h 451"/>
                <a:gd name="T62" fmla="*/ 176 w 351"/>
                <a:gd name="T63" fmla="*/ 198 h 451"/>
                <a:gd name="T64" fmla="*/ 176 w 351"/>
                <a:gd name="T65" fmla="*/ 201 h 451"/>
                <a:gd name="T66" fmla="*/ 170 w 351"/>
                <a:gd name="T67" fmla="*/ 203 h 451"/>
                <a:gd name="T68" fmla="*/ 171 w 351"/>
                <a:gd name="T69" fmla="*/ 209 h 451"/>
                <a:gd name="T70" fmla="*/ 170 w 351"/>
                <a:gd name="T71" fmla="*/ 209 h 451"/>
                <a:gd name="T72" fmla="*/ 165 w 351"/>
                <a:gd name="T73" fmla="*/ 209 h 451"/>
                <a:gd name="T74" fmla="*/ 165 w 351"/>
                <a:gd name="T75" fmla="*/ 217 h 451"/>
                <a:gd name="T76" fmla="*/ 162 w 351"/>
                <a:gd name="T77" fmla="*/ 223 h 451"/>
                <a:gd name="T78" fmla="*/ 154 w 351"/>
                <a:gd name="T79" fmla="*/ 231 h 451"/>
                <a:gd name="T80" fmla="*/ 153 w 351"/>
                <a:gd name="T81" fmla="*/ 236 h 451"/>
                <a:gd name="T82" fmla="*/ 148 w 351"/>
                <a:gd name="T83" fmla="*/ 240 h 451"/>
                <a:gd name="T84" fmla="*/ 147 w 351"/>
                <a:gd name="T85" fmla="*/ 247 h 451"/>
                <a:gd name="T86" fmla="*/ 140 w 351"/>
                <a:gd name="T87" fmla="*/ 254 h 451"/>
                <a:gd name="T88" fmla="*/ 136 w 351"/>
                <a:gd name="T89" fmla="*/ 265 h 451"/>
                <a:gd name="T90" fmla="*/ 128 w 351"/>
                <a:gd name="T91" fmla="*/ 272 h 451"/>
                <a:gd name="T92" fmla="*/ 83 w 351"/>
                <a:gd name="T93" fmla="*/ 340 h 451"/>
                <a:gd name="T94" fmla="*/ 67 w 351"/>
                <a:gd name="T95" fmla="*/ 362 h 451"/>
                <a:gd name="T96" fmla="*/ 33 w 351"/>
                <a:gd name="T97" fmla="*/ 413 h 451"/>
                <a:gd name="T98" fmla="*/ 19 w 351"/>
                <a:gd name="T99" fmla="*/ 435 h 451"/>
                <a:gd name="T100" fmla="*/ 0 w 351"/>
                <a:gd name="T101" fmla="*/ 445 h 451"/>
                <a:gd name="T102" fmla="*/ 14 w 351"/>
                <a:gd name="T103" fmla="*/ 409 h 451"/>
                <a:gd name="T104" fmla="*/ 65 w 351"/>
                <a:gd name="T105" fmla="*/ 321 h 451"/>
                <a:gd name="T106" fmla="*/ 84 w 351"/>
                <a:gd name="T107" fmla="*/ 290 h 451"/>
                <a:gd name="T108" fmla="*/ 104 w 351"/>
                <a:gd name="T109" fmla="*/ 259 h 451"/>
                <a:gd name="T110" fmla="*/ 139 w 351"/>
                <a:gd name="T111" fmla="*/ 215 h 451"/>
                <a:gd name="T112" fmla="*/ 165 w 351"/>
                <a:gd name="T113" fmla="*/ 178 h 451"/>
                <a:gd name="T114" fmla="*/ 214 w 351"/>
                <a:gd name="T115" fmla="*/ 125 h 451"/>
                <a:gd name="T116" fmla="*/ 226 w 351"/>
                <a:gd name="T117" fmla="*/ 109 h 451"/>
                <a:gd name="T118" fmla="*/ 246 w 351"/>
                <a:gd name="T119" fmla="*/ 89 h 451"/>
                <a:gd name="T120" fmla="*/ 316 w 351"/>
                <a:gd name="T121" fmla="*/ 24 h 451"/>
                <a:gd name="T122" fmla="*/ 337 w 351"/>
                <a:gd name="T123" fmla="*/ 9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1" h="451">
                  <a:moveTo>
                    <a:pt x="348" y="0"/>
                  </a:moveTo>
                  <a:lnTo>
                    <a:pt x="351" y="0"/>
                  </a:lnTo>
                  <a:lnTo>
                    <a:pt x="351" y="0"/>
                  </a:lnTo>
                  <a:lnTo>
                    <a:pt x="348" y="3"/>
                  </a:lnTo>
                  <a:lnTo>
                    <a:pt x="348" y="5"/>
                  </a:lnTo>
                  <a:lnTo>
                    <a:pt x="348" y="5"/>
                  </a:lnTo>
                  <a:lnTo>
                    <a:pt x="344" y="6"/>
                  </a:lnTo>
                  <a:lnTo>
                    <a:pt x="343" y="8"/>
                  </a:lnTo>
                  <a:lnTo>
                    <a:pt x="340" y="13"/>
                  </a:lnTo>
                  <a:lnTo>
                    <a:pt x="340" y="13"/>
                  </a:lnTo>
                  <a:lnTo>
                    <a:pt x="337" y="14"/>
                  </a:lnTo>
                  <a:lnTo>
                    <a:pt x="332" y="17"/>
                  </a:lnTo>
                  <a:lnTo>
                    <a:pt x="332" y="17"/>
                  </a:lnTo>
                  <a:lnTo>
                    <a:pt x="332" y="19"/>
                  </a:lnTo>
                  <a:lnTo>
                    <a:pt x="330" y="20"/>
                  </a:lnTo>
                  <a:lnTo>
                    <a:pt x="330" y="20"/>
                  </a:lnTo>
                  <a:lnTo>
                    <a:pt x="329" y="20"/>
                  </a:lnTo>
                  <a:lnTo>
                    <a:pt x="327" y="20"/>
                  </a:lnTo>
                  <a:lnTo>
                    <a:pt x="327" y="20"/>
                  </a:lnTo>
                  <a:lnTo>
                    <a:pt x="326" y="24"/>
                  </a:lnTo>
                  <a:lnTo>
                    <a:pt x="323" y="25"/>
                  </a:lnTo>
                  <a:lnTo>
                    <a:pt x="323" y="25"/>
                  </a:lnTo>
                  <a:lnTo>
                    <a:pt x="321" y="28"/>
                  </a:lnTo>
                  <a:lnTo>
                    <a:pt x="320" y="31"/>
                  </a:lnTo>
                  <a:lnTo>
                    <a:pt x="320" y="31"/>
                  </a:lnTo>
                  <a:lnTo>
                    <a:pt x="318" y="31"/>
                  </a:lnTo>
                  <a:lnTo>
                    <a:pt x="318" y="31"/>
                  </a:lnTo>
                  <a:lnTo>
                    <a:pt x="316" y="36"/>
                  </a:lnTo>
                  <a:lnTo>
                    <a:pt x="316" y="36"/>
                  </a:lnTo>
                  <a:lnTo>
                    <a:pt x="315" y="34"/>
                  </a:lnTo>
                  <a:lnTo>
                    <a:pt x="315" y="34"/>
                  </a:lnTo>
                  <a:lnTo>
                    <a:pt x="313" y="36"/>
                  </a:lnTo>
                  <a:lnTo>
                    <a:pt x="312" y="38"/>
                  </a:lnTo>
                  <a:lnTo>
                    <a:pt x="312" y="38"/>
                  </a:lnTo>
                  <a:lnTo>
                    <a:pt x="310" y="41"/>
                  </a:lnTo>
                  <a:lnTo>
                    <a:pt x="309" y="42"/>
                  </a:lnTo>
                  <a:lnTo>
                    <a:pt x="307" y="44"/>
                  </a:lnTo>
                  <a:lnTo>
                    <a:pt x="307" y="44"/>
                  </a:lnTo>
                  <a:lnTo>
                    <a:pt x="307" y="47"/>
                  </a:lnTo>
                  <a:lnTo>
                    <a:pt x="304" y="47"/>
                  </a:lnTo>
                  <a:lnTo>
                    <a:pt x="304" y="47"/>
                  </a:lnTo>
                  <a:lnTo>
                    <a:pt x="304" y="47"/>
                  </a:lnTo>
                  <a:lnTo>
                    <a:pt x="304" y="47"/>
                  </a:lnTo>
                  <a:lnTo>
                    <a:pt x="302" y="47"/>
                  </a:lnTo>
                  <a:lnTo>
                    <a:pt x="302" y="48"/>
                  </a:lnTo>
                  <a:lnTo>
                    <a:pt x="302" y="48"/>
                  </a:lnTo>
                  <a:lnTo>
                    <a:pt x="302" y="50"/>
                  </a:lnTo>
                  <a:lnTo>
                    <a:pt x="302" y="52"/>
                  </a:lnTo>
                  <a:lnTo>
                    <a:pt x="299" y="52"/>
                  </a:lnTo>
                  <a:lnTo>
                    <a:pt x="299" y="55"/>
                  </a:lnTo>
                  <a:lnTo>
                    <a:pt x="298" y="55"/>
                  </a:lnTo>
                  <a:lnTo>
                    <a:pt x="298" y="55"/>
                  </a:lnTo>
                  <a:lnTo>
                    <a:pt x="298" y="53"/>
                  </a:lnTo>
                  <a:lnTo>
                    <a:pt x="298" y="53"/>
                  </a:lnTo>
                  <a:lnTo>
                    <a:pt x="296" y="55"/>
                  </a:lnTo>
                  <a:lnTo>
                    <a:pt x="296" y="55"/>
                  </a:lnTo>
                  <a:lnTo>
                    <a:pt x="296" y="56"/>
                  </a:lnTo>
                  <a:lnTo>
                    <a:pt x="296" y="56"/>
                  </a:lnTo>
                  <a:lnTo>
                    <a:pt x="296" y="56"/>
                  </a:lnTo>
                  <a:lnTo>
                    <a:pt x="296" y="56"/>
                  </a:lnTo>
                  <a:lnTo>
                    <a:pt x="295" y="56"/>
                  </a:lnTo>
                  <a:lnTo>
                    <a:pt x="293" y="58"/>
                  </a:lnTo>
                  <a:lnTo>
                    <a:pt x="293" y="58"/>
                  </a:lnTo>
                  <a:lnTo>
                    <a:pt x="295" y="58"/>
                  </a:lnTo>
                  <a:lnTo>
                    <a:pt x="295" y="58"/>
                  </a:lnTo>
                  <a:lnTo>
                    <a:pt x="295" y="61"/>
                  </a:lnTo>
                  <a:lnTo>
                    <a:pt x="293" y="63"/>
                  </a:lnTo>
                  <a:lnTo>
                    <a:pt x="288" y="64"/>
                  </a:lnTo>
                  <a:lnTo>
                    <a:pt x="288" y="64"/>
                  </a:lnTo>
                  <a:lnTo>
                    <a:pt x="281" y="73"/>
                  </a:lnTo>
                  <a:lnTo>
                    <a:pt x="284" y="73"/>
                  </a:lnTo>
                  <a:lnTo>
                    <a:pt x="284" y="73"/>
                  </a:lnTo>
                  <a:lnTo>
                    <a:pt x="274" y="81"/>
                  </a:lnTo>
                  <a:lnTo>
                    <a:pt x="274" y="83"/>
                  </a:lnTo>
                  <a:lnTo>
                    <a:pt x="276" y="83"/>
                  </a:lnTo>
                  <a:lnTo>
                    <a:pt x="276" y="83"/>
                  </a:lnTo>
                  <a:lnTo>
                    <a:pt x="274" y="84"/>
                  </a:lnTo>
                  <a:lnTo>
                    <a:pt x="274" y="84"/>
                  </a:lnTo>
                  <a:lnTo>
                    <a:pt x="273" y="83"/>
                  </a:lnTo>
                  <a:lnTo>
                    <a:pt x="273" y="83"/>
                  </a:lnTo>
                  <a:lnTo>
                    <a:pt x="271" y="84"/>
                  </a:lnTo>
                  <a:lnTo>
                    <a:pt x="268" y="86"/>
                  </a:lnTo>
                  <a:lnTo>
                    <a:pt x="268" y="86"/>
                  </a:lnTo>
                  <a:lnTo>
                    <a:pt x="271" y="87"/>
                  </a:lnTo>
                  <a:lnTo>
                    <a:pt x="271" y="87"/>
                  </a:lnTo>
                  <a:lnTo>
                    <a:pt x="270" y="89"/>
                  </a:lnTo>
                  <a:lnTo>
                    <a:pt x="268" y="89"/>
                  </a:lnTo>
                  <a:lnTo>
                    <a:pt x="268" y="89"/>
                  </a:lnTo>
                  <a:lnTo>
                    <a:pt x="270" y="89"/>
                  </a:lnTo>
                  <a:lnTo>
                    <a:pt x="270" y="87"/>
                  </a:lnTo>
                  <a:lnTo>
                    <a:pt x="265" y="87"/>
                  </a:lnTo>
                  <a:lnTo>
                    <a:pt x="265" y="87"/>
                  </a:lnTo>
                  <a:lnTo>
                    <a:pt x="265" y="89"/>
                  </a:lnTo>
                  <a:lnTo>
                    <a:pt x="265" y="91"/>
                  </a:lnTo>
                  <a:lnTo>
                    <a:pt x="265" y="91"/>
                  </a:lnTo>
                  <a:lnTo>
                    <a:pt x="265" y="92"/>
                  </a:lnTo>
                  <a:lnTo>
                    <a:pt x="265" y="94"/>
                  </a:lnTo>
                  <a:lnTo>
                    <a:pt x="265" y="94"/>
                  </a:lnTo>
                  <a:lnTo>
                    <a:pt x="263" y="91"/>
                  </a:lnTo>
                  <a:lnTo>
                    <a:pt x="263" y="91"/>
                  </a:lnTo>
                  <a:lnTo>
                    <a:pt x="262" y="95"/>
                  </a:lnTo>
                  <a:lnTo>
                    <a:pt x="262" y="95"/>
                  </a:lnTo>
                  <a:lnTo>
                    <a:pt x="263" y="97"/>
                  </a:lnTo>
                  <a:lnTo>
                    <a:pt x="263" y="97"/>
                  </a:lnTo>
                  <a:lnTo>
                    <a:pt x="262" y="97"/>
                  </a:lnTo>
                  <a:lnTo>
                    <a:pt x="262" y="97"/>
                  </a:lnTo>
                  <a:lnTo>
                    <a:pt x="262" y="97"/>
                  </a:lnTo>
                  <a:lnTo>
                    <a:pt x="260" y="95"/>
                  </a:lnTo>
                  <a:lnTo>
                    <a:pt x="260" y="95"/>
                  </a:lnTo>
                  <a:lnTo>
                    <a:pt x="259" y="97"/>
                  </a:lnTo>
                  <a:lnTo>
                    <a:pt x="257" y="98"/>
                  </a:lnTo>
                  <a:lnTo>
                    <a:pt x="257" y="98"/>
                  </a:lnTo>
                  <a:lnTo>
                    <a:pt x="256" y="98"/>
                  </a:lnTo>
                  <a:lnTo>
                    <a:pt x="256" y="100"/>
                  </a:lnTo>
                  <a:lnTo>
                    <a:pt x="256" y="100"/>
                  </a:lnTo>
                  <a:lnTo>
                    <a:pt x="256" y="100"/>
                  </a:lnTo>
                  <a:lnTo>
                    <a:pt x="256" y="100"/>
                  </a:lnTo>
                  <a:lnTo>
                    <a:pt x="254" y="100"/>
                  </a:lnTo>
                  <a:lnTo>
                    <a:pt x="254" y="100"/>
                  </a:lnTo>
                  <a:lnTo>
                    <a:pt x="253" y="103"/>
                  </a:lnTo>
                  <a:lnTo>
                    <a:pt x="253" y="105"/>
                  </a:lnTo>
                  <a:lnTo>
                    <a:pt x="253" y="105"/>
                  </a:lnTo>
                  <a:lnTo>
                    <a:pt x="256" y="105"/>
                  </a:lnTo>
                  <a:lnTo>
                    <a:pt x="256" y="105"/>
                  </a:lnTo>
                  <a:lnTo>
                    <a:pt x="254" y="106"/>
                  </a:lnTo>
                  <a:lnTo>
                    <a:pt x="254" y="106"/>
                  </a:lnTo>
                  <a:lnTo>
                    <a:pt x="253" y="105"/>
                  </a:lnTo>
                  <a:lnTo>
                    <a:pt x="253" y="105"/>
                  </a:lnTo>
                  <a:lnTo>
                    <a:pt x="251" y="106"/>
                  </a:lnTo>
                  <a:lnTo>
                    <a:pt x="249" y="108"/>
                  </a:lnTo>
                  <a:lnTo>
                    <a:pt x="249" y="108"/>
                  </a:lnTo>
                  <a:lnTo>
                    <a:pt x="248" y="109"/>
                  </a:lnTo>
                  <a:lnTo>
                    <a:pt x="246" y="112"/>
                  </a:lnTo>
                  <a:lnTo>
                    <a:pt x="246" y="112"/>
                  </a:lnTo>
                  <a:lnTo>
                    <a:pt x="246" y="114"/>
                  </a:lnTo>
                  <a:lnTo>
                    <a:pt x="246" y="114"/>
                  </a:lnTo>
                  <a:lnTo>
                    <a:pt x="245" y="116"/>
                  </a:lnTo>
                  <a:lnTo>
                    <a:pt x="243" y="117"/>
                  </a:lnTo>
                  <a:lnTo>
                    <a:pt x="243" y="120"/>
                  </a:lnTo>
                  <a:lnTo>
                    <a:pt x="243" y="120"/>
                  </a:lnTo>
                  <a:lnTo>
                    <a:pt x="240" y="122"/>
                  </a:lnTo>
                  <a:lnTo>
                    <a:pt x="240" y="123"/>
                  </a:lnTo>
                  <a:lnTo>
                    <a:pt x="237" y="123"/>
                  </a:lnTo>
                  <a:lnTo>
                    <a:pt x="237" y="123"/>
                  </a:lnTo>
                  <a:lnTo>
                    <a:pt x="238" y="122"/>
                  </a:lnTo>
                  <a:lnTo>
                    <a:pt x="238" y="122"/>
                  </a:lnTo>
                  <a:lnTo>
                    <a:pt x="237" y="122"/>
                  </a:lnTo>
                  <a:lnTo>
                    <a:pt x="237" y="122"/>
                  </a:lnTo>
                  <a:lnTo>
                    <a:pt x="235" y="122"/>
                  </a:lnTo>
                  <a:lnTo>
                    <a:pt x="234" y="123"/>
                  </a:lnTo>
                  <a:lnTo>
                    <a:pt x="234" y="123"/>
                  </a:lnTo>
                  <a:lnTo>
                    <a:pt x="235" y="126"/>
                  </a:lnTo>
                  <a:lnTo>
                    <a:pt x="235" y="126"/>
                  </a:lnTo>
                  <a:lnTo>
                    <a:pt x="234" y="130"/>
                  </a:lnTo>
                  <a:lnTo>
                    <a:pt x="232" y="130"/>
                  </a:lnTo>
                  <a:lnTo>
                    <a:pt x="232" y="130"/>
                  </a:lnTo>
                  <a:lnTo>
                    <a:pt x="232" y="126"/>
                  </a:lnTo>
                  <a:lnTo>
                    <a:pt x="231" y="126"/>
                  </a:lnTo>
                  <a:lnTo>
                    <a:pt x="231" y="126"/>
                  </a:lnTo>
                  <a:lnTo>
                    <a:pt x="229" y="130"/>
                  </a:lnTo>
                  <a:lnTo>
                    <a:pt x="229" y="131"/>
                  </a:lnTo>
                  <a:lnTo>
                    <a:pt x="229" y="131"/>
                  </a:lnTo>
                  <a:lnTo>
                    <a:pt x="231" y="131"/>
                  </a:lnTo>
                  <a:lnTo>
                    <a:pt x="231" y="131"/>
                  </a:lnTo>
                  <a:lnTo>
                    <a:pt x="228" y="134"/>
                  </a:lnTo>
                  <a:lnTo>
                    <a:pt x="226" y="136"/>
                  </a:lnTo>
                  <a:lnTo>
                    <a:pt x="226" y="136"/>
                  </a:lnTo>
                  <a:lnTo>
                    <a:pt x="224" y="137"/>
                  </a:lnTo>
                  <a:lnTo>
                    <a:pt x="221" y="140"/>
                  </a:lnTo>
                  <a:lnTo>
                    <a:pt x="221" y="140"/>
                  </a:lnTo>
                  <a:lnTo>
                    <a:pt x="220" y="140"/>
                  </a:lnTo>
                  <a:lnTo>
                    <a:pt x="220" y="142"/>
                  </a:lnTo>
                  <a:lnTo>
                    <a:pt x="220" y="142"/>
                  </a:lnTo>
                  <a:lnTo>
                    <a:pt x="220" y="142"/>
                  </a:lnTo>
                  <a:lnTo>
                    <a:pt x="220" y="145"/>
                  </a:lnTo>
                  <a:lnTo>
                    <a:pt x="218" y="145"/>
                  </a:lnTo>
                  <a:lnTo>
                    <a:pt x="218" y="145"/>
                  </a:lnTo>
                  <a:lnTo>
                    <a:pt x="218" y="144"/>
                  </a:lnTo>
                  <a:lnTo>
                    <a:pt x="218" y="144"/>
                  </a:lnTo>
                  <a:lnTo>
                    <a:pt x="217" y="147"/>
                  </a:lnTo>
                  <a:lnTo>
                    <a:pt x="217" y="147"/>
                  </a:lnTo>
                  <a:lnTo>
                    <a:pt x="218" y="147"/>
                  </a:lnTo>
                  <a:lnTo>
                    <a:pt x="218" y="147"/>
                  </a:lnTo>
                  <a:lnTo>
                    <a:pt x="215" y="148"/>
                  </a:lnTo>
                  <a:lnTo>
                    <a:pt x="214" y="150"/>
                  </a:lnTo>
                  <a:lnTo>
                    <a:pt x="214" y="150"/>
                  </a:lnTo>
                  <a:lnTo>
                    <a:pt x="214" y="151"/>
                  </a:lnTo>
                  <a:lnTo>
                    <a:pt x="214" y="151"/>
                  </a:lnTo>
                  <a:lnTo>
                    <a:pt x="212" y="151"/>
                  </a:lnTo>
                  <a:lnTo>
                    <a:pt x="212" y="151"/>
                  </a:lnTo>
                  <a:lnTo>
                    <a:pt x="210" y="148"/>
                  </a:lnTo>
                  <a:lnTo>
                    <a:pt x="209" y="148"/>
                  </a:lnTo>
                  <a:lnTo>
                    <a:pt x="209" y="148"/>
                  </a:lnTo>
                  <a:lnTo>
                    <a:pt x="209" y="150"/>
                  </a:lnTo>
                  <a:lnTo>
                    <a:pt x="209" y="150"/>
                  </a:lnTo>
                  <a:lnTo>
                    <a:pt x="210" y="151"/>
                  </a:lnTo>
                  <a:lnTo>
                    <a:pt x="210" y="153"/>
                  </a:lnTo>
                  <a:lnTo>
                    <a:pt x="210" y="153"/>
                  </a:lnTo>
                  <a:lnTo>
                    <a:pt x="210" y="155"/>
                  </a:lnTo>
                  <a:lnTo>
                    <a:pt x="210" y="155"/>
                  </a:lnTo>
                  <a:lnTo>
                    <a:pt x="210" y="155"/>
                  </a:lnTo>
                  <a:lnTo>
                    <a:pt x="210" y="155"/>
                  </a:lnTo>
                  <a:lnTo>
                    <a:pt x="210" y="156"/>
                  </a:lnTo>
                  <a:lnTo>
                    <a:pt x="210" y="156"/>
                  </a:lnTo>
                  <a:lnTo>
                    <a:pt x="210" y="159"/>
                  </a:lnTo>
                  <a:lnTo>
                    <a:pt x="210" y="159"/>
                  </a:lnTo>
                  <a:lnTo>
                    <a:pt x="210" y="158"/>
                  </a:lnTo>
                  <a:lnTo>
                    <a:pt x="207" y="158"/>
                  </a:lnTo>
                  <a:lnTo>
                    <a:pt x="207" y="158"/>
                  </a:lnTo>
                  <a:lnTo>
                    <a:pt x="206" y="159"/>
                  </a:lnTo>
                  <a:lnTo>
                    <a:pt x="204" y="161"/>
                  </a:lnTo>
                  <a:lnTo>
                    <a:pt x="204" y="161"/>
                  </a:lnTo>
                  <a:lnTo>
                    <a:pt x="206" y="162"/>
                  </a:lnTo>
                  <a:lnTo>
                    <a:pt x="206" y="162"/>
                  </a:lnTo>
                  <a:lnTo>
                    <a:pt x="203" y="165"/>
                  </a:lnTo>
                  <a:lnTo>
                    <a:pt x="203" y="165"/>
                  </a:lnTo>
                  <a:lnTo>
                    <a:pt x="201" y="164"/>
                  </a:lnTo>
                  <a:lnTo>
                    <a:pt x="201" y="164"/>
                  </a:lnTo>
                  <a:lnTo>
                    <a:pt x="201" y="167"/>
                  </a:lnTo>
                  <a:lnTo>
                    <a:pt x="201" y="170"/>
                  </a:lnTo>
                  <a:lnTo>
                    <a:pt x="200" y="170"/>
                  </a:lnTo>
                  <a:lnTo>
                    <a:pt x="200" y="170"/>
                  </a:lnTo>
                  <a:lnTo>
                    <a:pt x="200" y="169"/>
                  </a:lnTo>
                  <a:lnTo>
                    <a:pt x="200" y="167"/>
                  </a:lnTo>
                  <a:lnTo>
                    <a:pt x="196" y="167"/>
                  </a:lnTo>
                  <a:lnTo>
                    <a:pt x="196" y="167"/>
                  </a:lnTo>
                  <a:lnTo>
                    <a:pt x="196" y="169"/>
                  </a:lnTo>
                  <a:lnTo>
                    <a:pt x="196" y="169"/>
                  </a:lnTo>
                  <a:lnTo>
                    <a:pt x="196" y="170"/>
                  </a:lnTo>
                  <a:lnTo>
                    <a:pt x="198" y="173"/>
                  </a:lnTo>
                  <a:lnTo>
                    <a:pt x="198" y="173"/>
                  </a:lnTo>
                  <a:lnTo>
                    <a:pt x="196" y="173"/>
                  </a:lnTo>
                  <a:lnTo>
                    <a:pt x="195" y="175"/>
                  </a:lnTo>
                  <a:lnTo>
                    <a:pt x="195" y="175"/>
                  </a:lnTo>
                  <a:lnTo>
                    <a:pt x="193" y="175"/>
                  </a:lnTo>
                  <a:lnTo>
                    <a:pt x="192" y="176"/>
                  </a:lnTo>
                  <a:lnTo>
                    <a:pt x="192" y="176"/>
                  </a:lnTo>
                  <a:lnTo>
                    <a:pt x="193" y="176"/>
                  </a:lnTo>
                  <a:lnTo>
                    <a:pt x="192" y="176"/>
                  </a:lnTo>
                  <a:lnTo>
                    <a:pt x="192" y="176"/>
                  </a:lnTo>
                  <a:lnTo>
                    <a:pt x="190" y="181"/>
                  </a:lnTo>
                  <a:lnTo>
                    <a:pt x="187" y="183"/>
                  </a:lnTo>
                  <a:lnTo>
                    <a:pt x="187" y="190"/>
                  </a:lnTo>
                  <a:lnTo>
                    <a:pt x="187" y="190"/>
                  </a:lnTo>
                  <a:lnTo>
                    <a:pt x="184" y="192"/>
                  </a:lnTo>
                  <a:lnTo>
                    <a:pt x="182" y="194"/>
                  </a:lnTo>
                  <a:lnTo>
                    <a:pt x="182" y="194"/>
                  </a:lnTo>
                  <a:lnTo>
                    <a:pt x="178" y="192"/>
                  </a:lnTo>
                  <a:lnTo>
                    <a:pt x="178" y="192"/>
                  </a:lnTo>
                  <a:lnTo>
                    <a:pt x="178" y="194"/>
                  </a:lnTo>
                  <a:lnTo>
                    <a:pt x="178" y="194"/>
                  </a:lnTo>
                  <a:lnTo>
                    <a:pt x="178" y="195"/>
                  </a:lnTo>
                  <a:lnTo>
                    <a:pt x="179" y="197"/>
                  </a:lnTo>
                  <a:lnTo>
                    <a:pt x="178" y="197"/>
                  </a:lnTo>
                  <a:lnTo>
                    <a:pt x="178" y="197"/>
                  </a:lnTo>
                  <a:lnTo>
                    <a:pt x="176" y="198"/>
                  </a:lnTo>
                  <a:lnTo>
                    <a:pt x="176" y="198"/>
                  </a:lnTo>
                  <a:lnTo>
                    <a:pt x="178" y="200"/>
                  </a:lnTo>
                  <a:lnTo>
                    <a:pt x="178" y="200"/>
                  </a:lnTo>
                  <a:lnTo>
                    <a:pt x="176" y="198"/>
                  </a:lnTo>
                  <a:lnTo>
                    <a:pt x="176" y="198"/>
                  </a:lnTo>
                  <a:lnTo>
                    <a:pt x="176" y="200"/>
                  </a:lnTo>
                  <a:lnTo>
                    <a:pt x="176" y="200"/>
                  </a:lnTo>
                  <a:lnTo>
                    <a:pt x="176" y="201"/>
                  </a:lnTo>
                  <a:lnTo>
                    <a:pt x="176" y="201"/>
                  </a:lnTo>
                  <a:lnTo>
                    <a:pt x="176" y="204"/>
                  </a:lnTo>
                  <a:lnTo>
                    <a:pt x="175" y="204"/>
                  </a:lnTo>
                  <a:lnTo>
                    <a:pt x="175" y="204"/>
                  </a:lnTo>
                  <a:lnTo>
                    <a:pt x="173" y="203"/>
                  </a:lnTo>
                  <a:lnTo>
                    <a:pt x="170" y="203"/>
                  </a:lnTo>
                  <a:lnTo>
                    <a:pt x="170" y="203"/>
                  </a:lnTo>
                  <a:lnTo>
                    <a:pt x="170" y="203"/>
                  </a:lnTo>
                  <a:lnTo>
                    <a:pt x="170" y="203"/>
                  </a:lnTo>
                  <a:lnTo>
                    <a:pt x="171" y="206"/>
                  </a:lnTo>
                  <a:lnTo>
                    <a:pt x="173" y="208"/>
                  </a:lnTo>
                  <a:lnTo>
                    <a:pt x="173" y="209"/>
                  </a:lnTo>
                  <a:lnTo>
                    <a:pt x="173" y="209"/>
                  </a:lnTo>
                  <a:lnTo>
                    <a:pt x="171" y="208"/>
                  </a:lnTo>
                  <a:lnTo>
                    <a:pt x="171" y="208"/>
                  </a:lnTo>
                  <a:lnTo>
                    <a:pt x="171" y="209"/>
                  </a:lnTo>
                  <a:lnTo>
                    <a:pt x="171" y="209"/>
                  </a:lnTo>
                  <a:lnTo>
                    <a:pt x="173" y="211"/>
                  </a:lnTo>
                  <a:lnTo>
                    <a:pt x="173" y="211"/>
                  </a:lnTo>
                  <a:lnTo>
                    <a:pt x="170" y="212"/>
                  </a:lnTo>
                  <a:lnTo>
                    <a:pt x="170" y="212"/>
                  </a:lnTo>
                  <a:lnTo>
                    <a:pt x="171" y="211"/>
                  </a:lnTo>
                  <a:lnTo>
                    <a:pt x="171" y="209"/>
                  </a:lnTo>
                  <a:lnTo>
                    <a:pt x="170" y="209"/>
                  </a:lnTo>
                  <a:lnTo>
                    <a:pt x="170" y="209"/>
                  </a:lnTo>
                  <a:lnTo>
                    <a:pt x="170" y="209"/>
                  </a:lnTo>
                  <a:lnTo>
                    <a:pt x="170" y="209"/>
                  </a:lnTo>
                  <a:lnTo>
                    <a:pt x="170" y="208"/>
                  </a:lnTo>
                  <a:lnTo>
                    <a:pt x="170" y="206"/>
                  </a:lnTo>
                  <a:lnTo>
                    <a:pt x="170" y="206"/>
                  </a:lnTo>
                  <a:lnTo>
                    <a:pt x="168" y="208"/>
                  </a:lnTo>
                  <a:lnTo>
                    <a:pt x="165" y="209"/>
                  </a:lnTo>
                  <a:lnTo>
                    <a:pt x="165" y="209"/>
                  </a:lnTo>
                  <a:lnTo>
                    <a:pt x="167" y="209"/>
                  </a:lnTo>
                  <a:lnTo>
                    <a:pt x="167" y="209"/>
                  </a:lnTo>
                  <a:lnTo>
                    <a:pt x="165" y="212"/>
                  </a:lnTo>
                  <a:lnTo>
                    <a:pt x="165" y="214"/>
                  </a:lnTo>
                  <a:lnTo>
                    <a:pt x="165" y="214"/>
                  </a:lnTo>
                  <a:lnTo>
                    <a:pt x="165" y="217"/>
                  </a:lnTo>
                  <a:lnTo>
                    <a:pt x="165" y="217"/>
                  </a:lnTo>
                  <a:lnTo>
                    <a:pt x="165" y="218"/>
                  </a:lnTo>
                  <a:lnTo>
                    <a:pt x="164" y="220"/>
                  </a:lnTo>
                  <a:lnTo>
                    <a:pt x="164" y="220"/>
                  </a:lnTo>
                  <a:lnTo>
                    <a:pt x="161" y="218"/>
                  </a:lnTo>
                  <a:lnTo>
                    <a:pt x="161" y="218"/>
                  </a:lnTo>
                  <a:lnTo>
                    <a:pt x="161" y="223"/>
                  </a:lnTo>
                  <a:lnTo>
                    <a:pt x="161" y="223"/>
                  </a:lnTo>
                  <a:lnTo>
                    <a:pt x="162" y="223"/>
                  </a:lnTo>
                  <a:lnTo>
                    <a:pt x="162" y="226"/>
                  </a:lnTo>
                  <a:lnTo>
                    <a:pt x="162" y="226"/>
                  </a:lnTo>
                  <a:lnTo>
                    <a:pt x="161" y="225"/>
                  </a:lnTo>
                  <a:lnTo>
                    <a:pt x="161" y="225"/>
                  </a:lnTo>
                  <a:lnTo>
                    <a:pt x="157" y="226"/>
                  </a:lnTo>
                  <a:lnTo>
                    <a:pt x="157" y="233"/>
                  </a:lnTo>
                  <a:lnTo>
                    <a:pt x="157" y="233"/>
                  </a:lnTo>
                  <a:lnTo>
                    <a:pt x="154" y="231"/>
                  </a:lnTo>
                  <a:lnTo>
                    <a:pt x="154" y="231"/>
                  </a:lnTo>
                  <a:lnTo>
                    <a:pt x="153" y="233"/>
                  </a:lnTo>
                  <a:lnTo>
                    <a:pt x="153" y="233"/>
                  </a:lnTo>
                  <a:lnTo>
                    <a:pt x="154" y="234"/>
                  </a:lnTo>
                  <a:lnTo>
                    <a:pt x="154" y="239"/>
                  </a:lnTo>
                  <a:lnTo>
                    <a:pt x="154" y="239"/>
                  </a:lnTo>
                  <a:lnTo>
                    <a:pt x="153" y="236"/>
                  </a:lnTo>
                  <a:lnTo>
                    <a:pt x="153" y="236"/>
                  </a:lnTo>
                  <a:lnTo>
                    <a:pt x="151" y="242"/>
                  </a:lnTo>
                  <a:lnTo>
                    <a:pt x="151" y="242"/>
                  </a:lnTo>
                  <a:lnTo>
                    <a:pt x="151" y="240"/>
                  </a:lnTo>
                  <a:lnTo>
                    <a:pt x="150" y="239"/>
                  </a:lnTo>
                  <a:lnTo>
                    <a:pt x="148" y="239"/>
                  </a:lnTo>
                  <a:lnTo>
                    <a:pt x="148" y="239"/>
                  </a:lnTo>
                  <a:lnTo>
                    <a:pt x="148" y="240"/>
                  </a:lnTo>
                  <a:lnTo>
                    <a:pt x="148" y="240"/>
                  </a:lnTo>
                  <a:lnTo>
                    <a:pt x="148" y="243"/>
                  </a:lnTo>
                  <a:lnTo>
                    <a:pt x="148" y="243"/>
                  </a:lnTo>
                  <a:lnTo>
                    <a:pt x="148" y="245"/>
                  </a:lnTo>
                  <a:lnTo>
                    <a:pt x="148" y="245"/>
                  </a:lnTo>
                  <a:lnTo>
                    <a:pt x="148" y="245"/>
                  </a:lnTo>
                  <a:lnTo>
                    <a:pt x="150" y="247"/>
                  </a:lnTo>
                  <a:lnTo>
                    <a:pt x="147" y="247"/>
                  </a:lnTo>
                  <a:lnTo>
                    <a:pt x="147" y="247"/>
                  </a:lnTo>
                  <a:lnTo>
                    <a:pt x="147" y="243"/>
                  </a:lnTo>
                  <a:lnTo>
                    <a:pt x="145" y="243"/>
                  </a:lnTo>
                  <a:lnTo>
                    <a:pt x="145" y="243"/>
                  </a:lnTo>
                  <a:lnTo>
                    <a:pt x="145" y="247"/>
                  </a:lnTo>
                  <a:lnTo>
                    <a:pt x="143" y="250"/>
                  </a:lnTo>
                  <a:lnTo>
                    <a:pt x="142" y="251"/>
                  </a:lnTo>
                  <a:lnTo>
                    <a:pt x="140" y="254"/>
                  </a:lnTo>
                  <a:lnTo>
                    <a:pt x="140" y="254"/>
                  </a:lnTo>
                  <a:lnTo>
                    <a:pt x="142" y="254"/>
                  </a:lnTo>
                  <a:lnTo>
                    <a:pt x="142" y="254"/>
                  </a:lnTo>
                  <a:lnTo>
                    <a:pt x="140" y="256"/>
                  </a:lnTo>
                  <a:lnTo>
                    <a:pt x="139" y="257"/>
                  </a:lnTo>
                  <a:lnTo>
                    <a:pt x="139" y="262"/>
                  </a:lnTo>
                  <a:lnTo>
                    <a:pt x="136" y="262"/>
                  </a:lnTo>
                  <a:lnTo>
                    <a:pt x="136" y="265"/>
                  </a:lnTo>
                  <a:lnTo>
                    <a:pt x="136" y="265"/>
                  </a:lnTo>
                  <a:lnTo>
                    <a:pt x="133" y="265"/>
                  </a:lnTo>
                  <a:lnTo>
                    <a:pt x="131" y="268"/>
                  </a:lnTo>
                  <a:lnTo>
                    <a:pt x="131" y="268"/>
                  </a:lnTo>
                  <a:lnTo>
                    <a:pt x="131" y="268"/>
                  </a:lnTo>
                  <a:lnTo>
                    <a:pt x="131" y="268"/>
                  </a:lnTo>
                  <a:lnTo>
                    <a:pt x="131" y="272"/>
                  </a:lnTo>
                  <a:lnTo>
                    <a:pt x="128" y="272"/>
                  </a:lnTo>
                  <a:lnTo>
                    <a:pt x="128" y="272"/>
                  </a:lnTo>
                  <a:lnTo>
                    <a:pt x="126" y="276"/>
                  </a:lnTo>
                  <a:lnTo>
                    <a:pt x="123" y="279"/>
                  </a:lnTo>
                  <a:lnTo>
                    <a:pt x="120" y="282"/>
                  </a:lnTo>
                  <a:lnTo>
                    <a:pt x="117" y="287"/>
                  </a:lnTo>
                  <a:lnTo>
                    <a:pt x="117" y="287"/>
                  </a:lnTo>
                  <a:lnTo>
                    <a:pt x="100" y="314"/>
                  </a:lnTo>
                  <a:lnTo>
                    <a:pt x="100" y="314"/>
                  </a:lnTo>
                  <a:lnTo>
                    <a:pt x="83" y="340"/>
                  </a:lnTo>
                  <a:lnTo>
                    <a:pt x="83" y="340"/>
                  </a:lnTo>
                  <a:lnTo>
                    <a:pt x="76" y="348"/>
                  </a:lnTo>
                  <a:lnTo>
                    <a:pt x="75" y="351"/>
                  </a:lnTo>
                  <a:lnTo>
                    <a:pt x="73" y="356"/>
                  </a:lnTo>
                  <a:lnTo>
                    <a:pt x="70" y="356"/>
                  </a:lnTo>
                  <a:lnTo>
                    <a:pt x="70" y="356"/>
                  </a:lnTo>
                  <a:lnTo>
                    <a:pt x="70" y="359"/>
                  </a:lnTo>
                  <a:lnTo>
                    <a:pt x="67" y="362"/>
                  </a:lnTo>
                  <a:lnTo>
                    <a:pt x="61" y="370"/>
                  </a:lnTo>
                  <a:lnTo>
                    <a:pt x="61" y="370"/>
                  </a:lnTo>
                  <a:lnTo>
                    <a:pt x="45" y="393"/>
                  </a:lnTo>
                  <a:lnTo>
                    <a:pt x="45" y="393"/>
                  </a:lnTo>
                  <a:lnTo>
                    <a:pt x="41" y="399"/>
                  </a:lnTo>
                  <a:lnTo>
                    <a:pt x="36" y="407"/>
                  </a:lnTo>
                  <a:lnTo>
                    <a:pt x="36" y="407"/>
                  </a:lnTo>
                  <a:lnTo>
                    <a:pt x="33" y="413"/>
                  </a:lnTo>
                  <a:lnTo>
                    <a:pt x="31" y="418"/>
                  </a:lnTo>
                  <a:lnTo>
                    <a:pt x="31" y="418"/>
                  </a:lnTo>
                  <a:lnTo>
                    <a:pt x="25" y="424"/>
                  </a:lnTo>
                  <a:lnTo>
                    <a:pt x="23" y="427"/>
                  </a:lnTo>
                  <a:lnTo>
                    <a:pt x="22" y="432"/>
                  </a:lnTo>
                  <a:lnTo>
                    <a:pt x="20" y="432"/>
                  </a:lnTo>
                  <a:lnTo>
                    <a:pt x="20" y="432"/>
                  </a:lnTo>
                  <a:lnTo>
                    <a:pt x="19" y="435"/>
                  </a:lnTo>
                  <a:lnTo>
                    <a:pt x="19" y="437"/>
                  </a:lnTo>
                  <a:lnTo>
                    <a:pt x="14" y="442"/>
                  </a:lnTo>
                  <a:lnTo>
                    <a:pt x="9" y="446"/>
                  </a:lnTo>
                  <a:lnTo>
                    <a:pt x="5" y="451"/>
                  </a:lnTo>
                  <a:lnTo>
                    <a:pt x="0" y="451"/>
                  </a:lnTo>
                  <a:lnTo>
                    <a:pt x="0" y="451"/>
                  </a:lnTo>
                  <a:lnTo>
                    <a:pt x="0" y="448"/>
                  </a:lnTo>
                  <a:lnTo>
                    <a:pt x="0" y="445"/>
                  </a:lnTo>
                  <a:lnTo>
                    <a:pt x="0" y="438"/>
                  </a:lnTo>
                  <a:lnTo>
                    <a:pt x="0" y="438"/>
                  </a:lnTo>
                  <a:lnTo>
                    <a:pt x="2" y="435"/>
                  </a:lnTo>
                  <a:lnTo>
                    <a:pt x="3" y="432"/>
                  </a:lnTo>
                  <a:lnTo>
                    <a:pt x="3" y="432"/>
                  </a:lnTo>
                  <a:lnTo>
                    <a:pt x="6" y="423"/>
                  </a:lnTo>
                  <a:lnTo>
                    <a:pt x="6" y="423"/>
                  </a:lnTo>
                  <a:lnTo>
                    <a:pt x="14" y="409"/>
                  </a:lnTo>
                  <a:lnTo>
                    <a:pt x="22" y="395"/>
                  </a:lnTo>
                  <a:lnTo>
                    <a:pt x="22" y="395"/>
                  </a:lnTo>
                  <a:lnTo>
                    <a:pt x="33" y="374"/>
                  </a:lnTo>
                  <a:lnTo>
                    <a:pt x="45" y="353"/>
                  </a:lnTo>
                  <a:lnTo>
                    <a:pt x="45" y="353"/>
                  </a:lnTo>
                  <a:lnTo>
                    <a:pt x="51" y="342"/>
                  </a:lnTo>
                  <a:lnTo>
                    <a:pt x="58" y="331"/>
                  </a:lnTo>
                  <a:lnTo>
                    <a:pt x="65" y="321"/>
                  </a:lnTo>
                  <a:lnTo>
                    <a:pt x="73" y="309"/>
                  </a:lnTo>
                  <a:lnTo>
                    <a:pt x="73" y="309"/>
                  </a:lnTo>
                  <a:lnTo>
                    <a:pt x="78" y="301"/>
                  </a:lnTo>
                  <a:lnTo>
                    <a:pt x="83" y="293"/>
                  </a:lnTo>
                  <a:lnTo>
                    <a:pt x="83" y="293"/>
                  </a:lnTo>
                  <a:lnTo>
                    <a:pt x="83" y="292"/>
                  </a:lnTo>
                  <a:lnTo>
                    <a:pt x="84" y="290"/>
                  </a:lnTo>
                  <a:lnTo>
                    <a:pt x="84" y="290"/>
                  </a:lnTo>
                  <a:lnTo>
                    <a:pt x="87" y="287"/>
                  </a:lnTo>
                  <a:lnTo>
                    <a:pt x="89" y="284"/>
                  </a:lnTo>
                  <a:lnTo>
                    <a:pt x="89" y="284"/>
                  </a:lnTo>
                  <a:lnTo>
                    <a:pt x="92" y="278"/>
                  </a:lnTo>
                  <a:lnTo>
                    <a:pt x="97" y="272"/>
                  </a:lnTo>
                  <a:lnTo>
                    <a:pt x="97" y="272"/>
                  </a:lnTo>
                  <a:lnTo>
                    <a:pt x="101" y="265"/>
                  </a:lnTo>
                  <a:lnTo>
                    <a:pt x="104" y="259"/>
                  </a:lnTo>
                  <a:lnTo>
                    <a:pt x="109" y="253"/>
                  </a:lnTo>
                  <a:lnTo>
                    <a:pt x="114" y="247"/>
                  </a:lnTo>
                  <a:lnTo>
                    <a:pt x="114" y="247"/>
                  </a:lnTo>
                  <a:lnTo>
                    <a:pt x="123" y="236"/>
                  </a:lnTo>
                  <a:lnTo>
                    <a:pt x="131" y="223"/>
                  </a:lnTo>
                  <a:lnTo>
                    <a:pt x="131" y="223"/>
                  </a:lnTo>
                  <a:lnTo>
                    <a:pt x="136" y="218"/>
                  </a:lnTo>
                  <a:lnTo>
                    <a:pt x="139" y="215"/>
                  </a:lnTo>
                  <a:lnTo>
                    <a:pt x="139" y="215"/>
                  </a:lnTo>
                  <a:lnTo>
                    <a:pt x="145" y="203"/>
                  </a:lnTo>
                  <a:lnTo>
                    <a:pt x="150" y="198"/>
                  </a:lnTo>
                  <a:lnTo>
                    <a:pt x="154" y="194"/>
                  </a:lnTo>
                  <a:lnTo>
                    <a:pt x="154" y="194"/>
                  </a:lnTo>
                  <a:lnTo>
                    <a:pt x="161" y="186"/>
                  </a:lnTo>
                  <a:lnTo>
                    <a:pt x="165" y="178"/>
                  </a:lnTo>
                  <a:lnTo>
                    <a:pt x="165" y="178"/>
                  </a:lnTo>
                  <a:lnTo>
                    <a:pt x="176" y="167"/>
                  </a:lnTo>
                  <a:lnTo>
                    <a:pt x="184" y="156"/>
                  </a:lnTo>
                  <a:lnTo>
                    <a:pt x="184" y="156"/>
                  </a:lnTo>
                  <a:lnTo>
                    <a:pt x="192" y="147"/>
                  </a:lnTo>
                  <a:lnTo>
                    <a:pt x="201" y="137"/>
                  </a:lnTo>
                  <a:lnTo>
                    <a:pt x="201" y="137"/>
                  </a:lnTo>
                  <a:lnTo>
                    <a:pt x="207" y="131"/>
                  </a:lnTo>
                  <a:lnTo>
                    <a:pt x="214" y="125"/>
                  </a:lnTo>
                  <a:lnTo>
                    <a:pt x="214" y="125"/>
                  </a:lnTo>
                  <a:lnTo>
                    <a:pt x="215" y="122"/>
                  </a:lnTo>
                  <a:lnTo>
                    <a:pt x="218" y="120"/>
                  </a:lnTo>
                  <a:lnTo>
                    <a:pt x="218" y="120"/>
                  </a:lnTo>
                  <a:lnTo>
                    <a:pt x="218" y="117"/>
                  </a:lnTo>
                  <a:lnTo>
                    <a:pt x="221" y="114"/>
                  </a:lnTo>
                  <a:lnTo>
                    <a:pt x="226" y="109"/>
                  </a:lnTo>
                  <a:lnTo>
                    <a:pt x="226" y="109"/>
                  </a:lnTo>
                  <a:lnTo>
                    <a:pt x="232" y="103"/>
                  </a:lnTo>
                  <a:lnTo>
                    <a:pt x="234" y="100"/>
                  </a:lnTo>
                  <a:lnTo>
                    <a:pt x="238" y="100"/>
                  </a:lnTo>
                  <a:lnTo>
                    <a:pt x="238" y="100"/>
                  </a:lnTo>
                  <a:lnTo>
                    <a:pt x="238" y="97"/>
                  </a:lnTo>
                  <a:lnTo>
                    <a:pt x="240" y="94"/>
                  </a:lnTo>
                  <a:lnTo>
                    <a:pt x="246" y="89"/>
                  </a:lnTo>
                  <a:lnTo>
                    <a:pt x="246" y="89"/>
                  </a:lnTo>
                  <a:lnTo>
                    <a:pt x="259" y="77"/>
                  </a:lnTo>
                  <a:lnTo>
                    <a:pt x="259" y="77"/>
                  </a:lnTo>
                  <a:lnTo>
                    <a:pt x="279" y="56"/>
                  </a:lnTo>
                  <a:lnTo>
                    <a:pt x="279" y="56"/>
                  </a:lnTo>
                  <a:lnTo>
                    <a:pt x="293" y="42"/>
                  </a:lnTo>
                  <a:lnTo>
                    <a:pt x="309" y="30"/>
                  </a:lnTo>
                  <a:lnTo>
                    <a:pt x="309" y="30"/>
                  </a:lnTo>
                  <a:lnTo>
                    <a:pt x="316" y="24"/>
                  </a:lnTo>
                  <a:lnTo>
                    <a:pt x="321" y="20"/>
                  </a:lnTo>
                  <a:lnTo>
                    <a:pt x="326" y="17"/>
                  </a:lnTo>
                  <a:lnTo>
                    <a:pt x="326" y="17"/>
                  </a:lnTo>
                  <a:lnTo>
                    <a:pt x="324" y="17"/>
                  </a:lnTo>
                  <a:lnTo>
                    <a:pt x="324" y="17"/>
                  </a:lnTo>
                  <a:lnTo>
                    <a:pt x="330" y="13"/>
                  </a:lnTo>
                  <a:lnTo>
                    <a:pt x="337" y="9"/>
                  </a:lnTo>
                  <a:lnTo>
                    <a:pt x="337" y="9"/>
                  </a:lnTo>
                  <a:lnTo>
                    <a:pt x="338" y="8"/>
                  </a:lnTo>
                  <a:lnTo>
                    <a:pt x="338" y="6"/>
                  </a:lnTo>
                  <a:lnTo>
                    <a:pt x="338" y="6"/>
                  </a:lnTo>
                  <a:lnTo>
                    <a:pt x="344" y="5"/>
                  </a:lnTo>
                  <a:lnTo>
                    <a:pt x="346" y="3"/>
                  </a:lnTo>
                  <a:lnTo>
                    <a:pt x="348" y="0"/>
                  </a:lnTo>
                  <a:lnTo>
                    <a:pt x="348" y="0"/>
                  </a:lnTo>
                  <a:close/>
                </a:path>
              </a:pathLst>
            </a:custGeom>
            <a:solidFill>
              <a:srgbClr val="FFFFFF"/>
            </a:solidFill>
            <a:ln>
              <a:noFill/>
            </a:ln>
            <a:extLst>
              <a:ext uri="{91240B29-F687-4F45-9708-019B960494DF}">
                <a14:hiddenLine xmlns:a14="http://schemas.microsoft.com/office/drawing/2010/main" w="0">
                  <a:solidFill>
                    <a:srgbClr val="007A54"/>
                  </a:solidFill>
                  <a:prstDash val="solid"/>
                  <a:round/>
                  <a:headEnd/>
                  <a:tailEnd/>
                </a14:hiddenLine>
              </a:ext>
            </a:extLst>
          </p:spPr>
          <p:txBody>
            <a:bodyPr/>
            <a:lstStyle/>
            <a:p>
              <a:endParaRPr lang="zh-CN" altLang="en-US" sz="1350"/>
            </a:p>
          </p:txBody>
        </p:sp>
      </p:grpSp>
    </p:spTree>
    <p:extLst>
      <p:ext uri="{BB962C8B-B14F-4D97-AF65-F5344CB8AC3E}">
        <p14:creationId xmlns:p14="http://schemas.microsoft.com/office/powerpoint/2010/main" val="2307673377"/>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992E86-5546-730A-8260-CFB8978D624A}"/>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2DFF6A3-FE8F-8B67-85EC-B05D240959B2}"/>
              </a:ext>
            </a:extLst>
          </p:cNvPr>
          <p:cNvSpPr>
            <a:spLocks noGrp="1"/>
          </p:cNvSpPr>
          <p:nvPr>
            <p:ph idx="1"/>
          </p:nvPr>
        </p:nvSpPr>
        <p:spPr>
          <a:xfrm>
            <a:off x="628650" y="1369219"/>
            <a:ext cx="7886700" cy="32635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2535609"/>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0087A-0382-ECBC-FBF3-4DF3A458AAF1}"/>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C778152C-E5DF-296E-69E7-B63D02F94DBF}"/>
              </a:ext>
            </a:extLst>
          </p:cNvPr>
          <p:cNvSpPr>
            <a:spLocks noGrp="1"/>
          </p:cNvSpPr>
          <p:nvPr>
            <p:ph type="body" idx="1"/>
          </p:nvPr>
        </p:nvSpPr>
        <p:spPr>
          <a:xfrm>
            <a:off x="623888" y="3442098"/>
            <a:ext cx="7886700" cy="1125140"/>
          </a:xfrm>
          <a:prstGeom prst="rect">
            <a:avLst/>
          </a:prstGeo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zh-CN" altLang="en-US"/>
              <a:t>单击此处编辑母版文本样式</a:t>
            </a:r>
          </a:p>
        </p:txBody>
      </p:sp>
    </p:spTree>
    <p:extLst>
      <p:ext uri="{BB962C8B-B14F-4D97-AF65-F5344CB8AC3E}">
        <p14:creationId xmlns:p14="http://schemas.microsoft.com/office/powerpoint/2010/main" val="41213557"/>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A6D90E-C189-C55C-7315-87F0A43E7323}"/>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BED58BD-87A1-2E3E-601A-19A5D6A48DED}"/>
              </a:ext>
            </a:extLst>
          </p:cNvPr>
          <p:cNvSpPr>
            <a:spLocks noGrp="1"/>
          </p:cNvSpPr>
          <p:nvPr>
            <p:ph sz="half" idx="1"/>
          </p:nvPr>
        </p:nvSpPr>
        <p:spPr>
          <a:xfrm>
            <a:off x="628650" y="1369219"/>
            <a:ext cx="3867150" cy="32635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E7E68E-08F1-D62D-6437-1ADD552500B6}"/>
              </a:ext>
            </a:extLst>
          </p:cNvPr>
          <p:cNvSpPr>
            <a:spLocks noGrp="1"/>
          </p:cNvSpPr>
          <p:nvPr>
            <p:ph sz="half" idx="2"/>
          </p:nvPr>
        </p:nvSpPr>
        <p:spPr>
          <a:xfrm>
            <a:off x="4648200" y="1369219"/>
            <a:ext cx="3867150" cy="32635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711752722"/>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741940-9BB0-26F3-7C89-586EA7B29C9D}"/>
              </a:ext>
            </a:extLst>
          </p:cNvPr>
          <p:cNvSpPr>
            <a:spLocks noGrp="1"/>
          </p:cNvSpPr>
          <p:nvPr>
            <p:ph type="title"/>
          </p:nvPr>
        </p:nvSpPr>
        <p:spPr>
          <a:xfrm>
            <a:off x="630238" y="273844"/>
            <a:ext cx="7886700" cy="994172"/>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B241334-81CE-4FDD-DA76-E2F3A1BD4C69}"/>
              </a:ext>
            </a:extLst>
          </p:cNvPr>
          <p:cNvSpPr>
            <a:spLocks noGrp="1"/>
          </p:cNvSpPr>
          <p:nvPr>
            <p:ph type="body" idx="1"/>
          </p:nvPr>
        </p:nvSpPr>
        <p:spPr>
          <a:xfrm>
            <a:off x="630239" y="1260872"/>
            <a:ext cx="3868737"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89018E4-12C0-6B01-96BA-A9557E59AA8C}"/>
              </a:ext>
            </a:extLst>
          </p:cNvPr>
          <p:cNvSpPr>
            <a:spLocks noGrp="1"/>
          </p:cNvSpPr>
          <p:nvPr>
            <p:ph sz="half" idx="2"/>
          </p:nvPr>
        </p:nvSpPr>
        <p:spPr>
          <a:xfrm>
            <a:off x="630239" y="1878806"/>
            <a:ext cx="3868737" cy="2763441"/>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3D4BB04-16FD-3EC4-5DD6-7553BE011665}"/>
              </a:ext>
            </a:extLst>
          </p:cNvPr>
          <p:cNvSpPr>
            <a:spLocks noGrp="1"/>
          </p:cNvSpPr>
          <p:nvPr>
            <p:ph type="body" sz="quarter" idx="3"/>
          </p:nvPr>
        </p:nvSpPr>
        <p:spPr>
          <a:xfrm>
            <a:off x="4629150" y="1260872"/>
            <a:ext cx="3887788"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14F0080-915B-9AD3-DC94-04E92753E5B6}"/>
              </a:ext>
            </a:extLst>
          </p:cNvPr>
          <p:cNvSpPr>
            <a:spLocks noGrp="1"/>
          </p:cNvSpPr>
          <p:nvPr>
            <p:ph sz="quarter" idx="4"/>
          </p:nvPr>
        </p:nvSpPr>
        <p:spPr>
          <a:xfrm>
            <a:off x="4629150" y="1878806"/>
            <a:ext cx="3887788" cy="2763441"/>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252609733"/>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312953-5876-9C2C-3459-3C9886FD82DD}"/>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68162033"/>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205886"/>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578261-541C-C033-5F17-9FD3F847C444}"/>
              </a:ext>
            </a:extLst>
          </p:cNvPr>
          <p:cNvSpPr>
            <a:spLocks noGrp="1"/>
          </p:cNvSpPr>
          <p:nvPr>
            <p:ph type="title"/>
          </p:nvPr>
        </p:nvSpPr>
        <p:spPr>
          <a:xfrm>
            <a:off x="630239" y="342900"/>
            <a:ext cx="2949575" cy="1200150"/>
          </a:xfrm>
          <a:prstGeom prst="rect">
            <a:avLst/>
          </a:prstGeo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12D8EE6A-E801-8783-F20C-FE920275000A}"/>
              </a:ext>
            </a:extLst>
          </p:cNvPr>
          <p:cNvSpPr>
            <a:spLocks noGrp="1"/>
          </p:cNvSpPr>
          <p:nvPr>
            <p:ph idx="1"/>
          </p:nvPr>
        </p:nvSpPr>
        <p:spPr>
          <a:xfrm>
            <a:off x="3887788"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5ACB613-9EAB-C02A-B4A1-4501BA817AB4}"/>
              </a:ext>
            </a:extLst>
          </p:cNvPr>
          <p:cNvSpPr>
            <a:spLocks noGrp="1"/>
          </p:cNvSpPr>
          <p:nvPr>
            <p:ph type="body" sz="half" idx="2"/>
          </p:nvPr>
        </p:nvSpPr>
        <p:spPr>
          <a:xfrm>
            <a:off x="630239" y="1543050"/>
            <a:ext cx="2949575"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Tree>
    <p:extLst>
      <p:ext uri="{BB962C8B-B14F-4D97-AF65-F5344CB8AC3E}">
        <p14:creationId xmlns:p14="http://schemas.microsoft.com/office/powerpoint/2010/main" val="4114710730"/>
      </p:ext>
    </p:extLst>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21E3CA-B347-2838-DB6C-DA286A889BBF}"/>
              </a:ext>
            </a:extLst>
          </p:cNvPr>
          <p:cNvSpPr>
            <a:spLocks noGrp="1"/>
          </p:cNvSpPr>
          <p:nvPr>
            <p:ph type="title"/>
          </p:nvPr>
        </p:nvSpPr>
        <p:spPr>
          <a:xfrm>
            <a:off x="630239" y="342900"/>
            <a:ext cx="2949575" cy="1200150"/>
          </a:xfrm>
          <a:prstGeom prst="rect">
            <a:avLst/>
          </a:prstGeo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8FD2AADA-FE28-B96D-BF97-E9FAA3DA294A}"/>
              </a:ext>
            </a:extLst>
          </p:cNvPr>
          <p:cNvSpPr>
            <a:spLocks noGrp="1"/>
          </p:cNvSpPr>
          <p:nvPr>
            <p:ph type="pic" idx="1"/>
          </p:nvPr>
        </p:nvSpPr>
        <p:spPr>
          <a:xfrm>
            <a:off x="3887788"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CBC8A227-5504-0B37-A03A-995136CCBD01}"/>
              </a:ext>
            </a:extLst>
          </p:cNvPr>
          <p:cNvSpPr>
            <a:spLocks noGrp="1"/>
          </p:cNvSpPr>
          <p:nvPr>
            <p:ph type="body" sz="half" idx="2"/>
          </p:nvPr>
        </p:nvSpPr>
        <p:spPr>
          <a:xfrm>
            <a:off x="630239" y="1543050"/>
            <a:ext cx="2949575"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Tree>
    <p:extLst>
      <p:ext uri="{BB962C8B-B14F-4D97-AF65-F5344CB8AC3E}">
        <p14:creationId xmlns:p14="http://schemas.microsoft.com/office/powerpoint/2010/main" val="2281413804"/>
      </p:ext>
    </p:extLst>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7516EA-D42E-16C2-1CAC-990CB8B6AA10}"/>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9043489-A952-5457-B443-14B690B10A1E}"/>
              </a:ext>
            </a:extLst>
          </p:cNvPr>
          <p:cNvSpPr>
            <a:spLocks noGrp="1"/>
          </p:cNvSpPr>
          <p:nvPr>
            <p:ph type="body" orient="vert" idx="1"/>
          </p:nvPr>
        </p:nvSpPr>
        <p:spPr>
          <a:xfrm>
            <a:off x="628650" y="1369219"/>
            <a:ext cx="7886700" cy="3263504"/>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415483823"/>
      </p:ext>
    </p:extLst>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D5D7C46-3B8E-8A2D-01DF-16A0F7BF5611}"/>
              </a:ext>
            </a:extLst>
          </p:cNvPr>
          <p:cNvSpPr>
            <a:spLocks noGrp="1"/>
          </p:cNvSpPr>
          <p:nvPr>
            <p:ph type="title" orient="vert"/>
          </p:nvPr>
        </p:nvSpPr>
        <p:spPr>
          <a:xfrm>
            <a:off x="6543676" y="273844"/>
            <a:ext cx="1971675" cy="4358879"/>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AD065F9-2B05-B92E-B9DB-8FD6AF8C1A51}"/>
              </a:ext>
            </a:extLst>
          </p:cNvPr>
          <p:cNvSpPr>
            <a:spLocks noGrp="1"/>
          </p:cNvSpPr>
          <p:nvPr>
            <p:ph type="body" orient="vert" idx="1"/>
          </p:nvPr>
        </p:nvSpPr>
        <p:spPr>
          <a:xfrm>
            <a:off x="628651" y="273844"/>
            <a:ext cx="5762625" cy="4358879"/>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13987601"/>
      </p:ext>
    </p:extLst>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B5BB51-58CC-A929-9A55-49EC2C1054B8}"/>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99AB9DC-BF2C-715D-D29D-D01889BCC8CF}"/>
              </a:ext>
            </a:extLst>
          </p:cNvPr>
          <p:cNvSpPr>
            <a:spLocks noGrp="1"/>
          </p:cNvSpPr>
          <p:nvPr>
            <p:ph type="body" sz="half" idx="1"/>
          </p:nvPr>
        </p:nvSpPr>
        <p:spPr>
          <a:xfrm>
            <a:off x="628650" y="1369219"/>
            <a:ext cx="3867150" cy="32635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A0BD927-6BB7-E209-5E93-C6FA74F9E19B}"/>
              </a:ext>
            </a:extLst>
          </p:cNvPr>
          <p:cNvSpPr>
            <a:spLocks noGrp="1"/>
          </p:cNvSpPr>
          <p:nvPr>
            <p:ph sz="half" idx="2"/>
          </p:nvPr>
        </p:nvSpPr>
        <p:spPr>
          <a:xfrm>
            <a:off x="4648200" y="1369219"/>
            <a:ext cx="3867150" cy="32635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015182480"/>
      </p:ext>
    </p:extLst>
  </p:cSld>
  <p:clrMapOvr>
    <a:masterClrMapping/>
  </p:clrMapOvr>
  <p:transition spd="slow"/>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5985A-196A-B93C-C771-4B80CE9721A5}"/>
              </a:ext>
            </a:extLst>
          </p:cNvPr>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097220A-D698-ADC8-2264-4DD308760768}"/>
              </a:ext>
            </a:extLst>
          </p:cNvPr>
          <p:cNvSpPr>
            <a:spLocks noGrp="1"/>
          </p:cNvSpPr>
          <p:nvPr>
            <p:ph type="body" sz="half" idx="1"/>
          </p:nvPr>
        </p:nvSpPr>
        <p:spPr>
          <a:xfrm>
            <a:off x="628650" y="1369219"/>
            <a:ext cx="3867150" cy="32635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96EEA9E-A391-B30A-CD41-DEC13C36CF2F}"/>
              </a:ext>
            </a:extLst>
          </p:cNvPr>
          <p:cNvSpPr>
            <a:spLocks noGrp="1"/>
          </p:cNvSpPr>
          <p:nvPr>
            <p:ph sz="quarter" idx="2"/>
          </p:nvPr>
        </p:nvSpPr>
        <p:spPr>
          <a:xfrm>
            <a:off x="4648200" y="1369219"/>
            <a:ext cx="3867150" cy="1574006"/>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EDF3B040-1D97-FF43-A3EA-020698ED44F9}"/>
              </a:ext>
            </a:extLst>
          </p:cNvPr>
          <p:cNvSpPr>
            <a:spLocks noGrp="1"/>
          </p:cNvSpPr>
          <p:nvPr>
            <p:ph sz="quarter" idx="3"/>
          </p:nvPr>
        </p:nvSpPr>
        <p:spPr>
          <a:xfrm>
            <a:off x="4648200" y="3057526"/>
            <a:ext cx="3867150" cy="157519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70410266"/>
      </p:ext>
    </p:extLst>
  </p:cSld>
  <p:clrMapOvr>
    <a:masterClrMapping/>
  </p:clrMapOvr>
  <p:transition spd="slow"/>
</p:sldLayout>
</file>

<file path=ppt/slideLayouts/slideLayout2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8FF937A-B454-4DCA-BD88-EDD72EB45C64}"/>
              </a:ext>
            </a:extLst>
          </p:cNvPr>
          <p:cNvSpPr>
            <a:spLocks noGrp="1"/>
          </p:cNvSpPr>
          <p:nvPr>
            <p:ph/>
          </p:nvPr>
        </p:nvSpPr>
        <p:spPr>
          <a:xfrm>
            <a:off x="628650" y="273844"/>
            <a:ext cx="7886700" cy="4358879"/>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6338591"/>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3.jpe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2023/10/11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69475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Lst>
  <p:transition spd="slow"/>
  <p:txStyles>
    <p:titleStyle>
      <a:lvl1pPr algn="l" rtl="0" eaLnBrk="0" fontAlgn="base" hangingPunct="0">
        <a:lnSpc>
          <a:spcPct val="80000"/>
        </a:lnSpc>
        <a:spcBef>
          <a:spcPct val="0"/>
        </a:spcBef>
        <a:spcAft>
          <a:spcPct val="0"/>
        </a:spcAft>
        <a:defRPr sz="2400" b="1" kern="1200">
          <a:solidFill>
            <a:srgbClr val="093A80"/>
          </a:solidFill>
          <a:latin typeface="+mj-lt"/>
          <a:ea typeface="+mj-ea"/>
          <a:cs typeface="+mj-cs"/>
        </a:defRPr>
      </a:lvl1pPr>
      <a:lvl2pPr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2pPr>
      <a:lvl3pPr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3pPr>
      <a:lvl4pPr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4pPr>
      <a:lvl5pPr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5pPr>
      <a:lvl6pPr marL="342900"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6pPr>
      <a:lvl7pPr marL="685800"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7pPr>
      <a:lvl8pPr marL="1028700"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8pPr>
      <a:lvl9pPr marL="1371600" algn="l" rtl="0" eaLnBrk="0" fontAlgn="base" hangingPunct="0">
        <a:lnSpc>
          <a:spcPct val="80000"/>
        </a:lnSpc>
        <a:spcBef>
          <a:spcPct val="0"/>
        </a:spcBef>
        <a:spcAft>
          <a:spcPct val="0"/>
        </a:spcAft>
        <a:defRPr sz="2400" b="1">
          <a:solidFill>
            <a:srgbClr val="093A80"/>
          </a:solidFill>
          <a:latin typeface="Arial" panose="020B0604020202020204" pitchFamily="34" charset="0"/>
          <a:ea typeface="楷体" panose="02010609060101010101" pitchFamily="49" charset="-122"/>
        </a:defRPr>
      </a:lvl9pPr>
    </p:titleStyle>
    <p:bodyStyle>
      <a:lvl1pPr marL="171450" indent="-171450" algn="l" rtl="0" eaLnBrk="0" fontAlgn="base" hangingPunct="0">
        <a:lnSpc>
          <a:spcPct val="95000"/>
        </a:lnSpc>
        <a:spcBef>
          <a:spcPct val="50000"/>
        </a:spcBef>
        <a:spcAft>
          <a:spcPct val="0"/>
        </a:spcAft>
        <a:buClr>
          <a:srgbClr val="093A80"/>
        </a:buClr>
        <a:buSzPct val="75000"/>
        <a:buFont typeface="Wingdings" panose="05000000000000000000" pitchFamily="2" charset="2"/>
        <a:buChar char="l"/>
        <a:defRPr sz="1500" kern="1200">
          <a:solidFill>
            <a:schemeClr val="tx1"/>
          </a:solidFill>
          <a:latin typeface="+mn-lt"/>
          <a:ea typeface="+mn-ea"/>
          <a:cs typeface="+mn-cs"/>
        </a:defRPr>
      </a:lvl1pPr>
      <a:lvl2pPr marL="426244" indent="-169069" algn="l" rtl="0" eaLnBrk="0" fontAlgn="base" hangingPunct="0">
        <a:spcBef>
          <a:spcPct val="25000"/>
        </a:spcBef>
        <a:spcAft>
          <a:spcPct val="0"/>
        </a:spcAft>
        <a:buClr>
          <a:schemeClr val="tx1"/>
        </a:buClr>
        <a:buSzPct val="75000"/>
        <a:buChar char="–"/>
        <a:defRPr kern="1200">
          <a:solidFill>
            <a:schemeClr val="tx1"/>
          </a:solidFill>
          <a:latin typeface="+mn-lt"/>
          <a:ea typeface="+mn-ea"/>
          <a:cs typeface="+mn-cs"/>
        </a:defRPr>
      </a:lvl2pPr>
      <a:lvl3pPr marL="597694" indent="-85725" algn="l" rtl="0" eaLnBrk="0" fontAlgn="base" hangingPunct="0">
        <a:spcBef>
          <a:spcPct val="20000"/>
        </a:spcBef>
        <a:spcAft>
          <a:spcPct val="0"/>
        </a:spcAft>
        <a:buClr>
          <a:srgbClr val="093A80"/>
        </a:buClr>
        <a:buSzPct val="75000"/>
        <a:buFont typeface="Wingdings" panose="05000000000000000000" pitchFamily="2" charset="2"/>
        <a:buChar char=""/>
        <a:defRPr sz="1050" kern="1200">
          <a:solidFill>
            <a:schemeClr val="tx1"/>
          </a:solidFill>
          <a:latin typeface="+mn-lt"/>
          <a:ea typeface="+mn-ea"/>
          <a:cs typeface="+mn-cs"/>
        </a:defRPr>
      </a:lvl3pPr>
      <a:lvl4pPr marL="769144" indent="-85725" algn="l" rtl="0" eaLnBrk="0" fontAlgn="base" hangingPunct="0">
        <a:spcBef>
          <a:spcPct val="20000"/>
        </a:spcBef>
        <a:spcAft>
          <a:spcPct val="0"/>
        </a:spcAft>
        <a:buClr>
          <a:srgbClr val="093A80"/>
        </a:buClr>
        <a:buSzPct val="75000"/>
        <a:buChar char="–"/>
        <a:defRPr sz="750" kern="1200">
          <a:solidFill>
            <a:schemeClr val="tx1"/>
          </a:solidFill>
          <a:latin typeface="+mn-lt"/>
          <a:ea typeface="+mn-ea"/>
          <a:cs typeface="+mn-cs"/>
        </a:defRPr>
      </a:lvl4pPr>
      <a:lvl5pPr marL="940594" indent="-85725" algn="l" rtl="0" eaLnBrk="0" fontAlgn="base" hangingPunct="0">
        <a:spcBef>
          <a:spcPct val="20000"/>
        </a:spcBef>
        <a:spcAft>
          <a:spcPct val="0"/>
        </a:spcAft>
        <a:buClr>
          <a:srgbClr val="093A80"/>
        </a:buClr>
        <a:buSzPct val="75000"/>
        <a:buFont typeface="Wingdings" panose="05000000000000000000" pitchFamily="2" charset="2"/>
        <a:buChar char="l"/>
        <a:defRPr sz="67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kjs.mof.gov.cn/zt/kjzzss/kuaijizhunzeshishi/200806/t20080618_46213.htm"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kjs.mof.gov.cn/zt/kjzzss/kuaijizhunzeshishi/200806/t20080618_46242.htm"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bilibili.com/video/BV1Yp4y1979W"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5.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9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7.xml"/></Relationships>
</file>

<file path=ppt/slides/_rels/slide129.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1.bin"/><Relationship Id="rId1" Type="http://schemas.openxmlformats.org/officeDocument/2006/relationships/slideLayout" Target="../slideLayouts/slideLayout2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5.xml.rels><?xml version="1.0" encoding="UTF-8" standalone="yes"?>
<Relationships xmlns="http://schemas.openxmlformats.org/package/2006/relationships"><Relationship Id="rId2" Type="http://schemas.openxmlformats.org/officeDocument/2006/relationships/slide" Target="slide133.xml"/><Relationship Id="rId1" Type="http://schemas.openxmlformats.org/officeDocument/2006/relationships/slideLayout" Target="../slideLayouts/slideLayout17.xml"/></Relationships>
</file>

<file path=ppt/slides/_rels/slide13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17.xml"/><Relationship Id="rId5" Type="http://schemas.openxmlformats.org/officeDocument/2006/relationships/slide" Target="slide149.xml"/><Relationship Id="rId4" Type="http://schemas.openxmlformats.org/officeDocument/2006/relationships/slide" Target="slide147.xml"/></Relationships>
</file>

<file path=ppt/slides/_rels/slide1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1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7.xml"/></Relationships>
</file>

<file path=ppt/slides/_rels/slide1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146.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2.bin"/><Relationship Id="rId1" Type="http://schemas.openxmlformats.org/officeDocument/2006/relationships/slideLayout" Target="../slideLayouts/slideLayout19.xml"/><Relationship Id="rId6" Type="http://schemas.openxmlformats.org/officeDocument/2006/relationships/slide" Target="slide7.xml"/><Relationship Id="rId5" Type="http://schemas.openxmlformats.org/officeDocument/2006/relationships/image" Target="../media/image67.emf"/><Relationship Id="rId4" Type="http://schemas.openxmlformats.org/officeDocument/2006/relationships/oleObject" Target="../embeddings/oleObject3.bin"/></Relationships>
</file>

<file path=ppt/slides/_rels/slide14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9.xml"/></Relationships>
</file>

<file path=ppt/slides/_rels/slide148.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4.bin"/><Relationship Id="rId1" Type="http://schemas.openxmlformats.org/officeDocument/2006/relationships/slideLayout" Target="../slideLayouts/slideLayout29.xml"/></Relationships>
</file>

<file path=ppt/slides/_rels/slide149.xml.rels><?xml version="1.0" encoding="UTF-8" standalone="yes"?>
<Relationships xmlns="http://schemas.openxmlformats.org/package/2006/relationships"><Relationship Id="rId3" Type="http://schemas.openxmlformats.org/officeDocument/2006/relationships/image" Target="../media/image66.wmf"/><Relationship Id="rId7" Type="http://schemas.openxmlformats.org/officeDocument/2006/relationships/image" Target="../media/image70.wmf"/><Relationship Id="rId2" Type="http://schemas.openxmlformats.org/officeDocument/2006/relationships/oleObject" Target="../embeddings/oleObject5.bin"/><Relationship Id="rId1" Type="http://schemas.openxmlformats.org/officeDocument/2006/relationships/slideLayout" Target="../slideLayouts/slideLayout28.xml"/><Relationship Id="rId6" Type="http://schemas.openxmlformats.org/officeDocument/2006/relationships/oleObject" Target="../embeddings/oleObject7.bin"/><Relationship Id="rId5" Type="http://schemas.openxmlformats.org/officeDocument/2006/relationships/image" Target="../media/image69.wmf"/><Relationship Id="rId4" Type="http://schemas.openxmlformats.org/officeDocument/2006/relationships/oleObject" Target="../embeddings/oleObject6.bin"/></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3.xml.rels><?xml version="1.0" encoding="UTF-8" standalone="yes"?>
<Relationships xmlns="http://schemas.openxmlformats.org/package/2006/relationships"><Relationship Id="rId3" Type="http://schemas.openxmlformats.org/officeDocument/2006/relationships/slide" Target="slide155.xml"/><Relationship Id="rId2" Type="http://schemas.openxmlformats.org/officeDocument/2006/relationships/slide" Target="slide154.xml"/><Relationship Id="rId1" Type="http://schemas.openxmlformats.org/officeDocument/2006/relationships/slideLayout" Target="../slideLayouts/slideLayout17.xml"/><Relationship Id="rId4" Type="http://schemas.openxmlformats.org/officeDocument/2006/relationships/slide" Target="slide157.xml"/></Relationships>
</file>

<file path=ppt/slides/_rels/slide154.xml.rels><?xml version="1.0" encoding="UTF-8" standalone="yes"?>
<Relationships xmlns="http://schemas.openxmlformats.org/package/2006/relationships"><Relationship Id="rId2" Type="http://schemas.openxmlformats.org/officeDocument/2006/relationships/slide" Target="slide153.xml"/><Relationship Id="rId1" Type="http://schemas.openxmlformats.org/officeDocument/2006/relationships/slideLayout" Target="../slideLayouts/slideLayout1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8" Type="http://schemas.openxmlformats.org/officeDocument/2006/relationships/image" Target="../media/image73.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134.xml"/><Relationship Id="rId1" Type="http://schemas.openxmlformats.org/officeDocument/2006/relationships/slideLayout" Target="../slideLayouts/slideLayout7.xml"/><Relationship Id="rId6" Type="http://schemas.openxmlformats.org/officeDocument/2006/relationships/image" Target="../media/image72.emf"/><Relationship Id="rId5" Type="http://schemas.openxmlformats.org/officeDocument/2006/relationships/oleObject" Target="../embeddings/oleObject9.bin"/><Relationship Id="rId10" Type="http://schemas.openxmlformats.org/officeDocument/2006/relationships/image" Target="../media/image74.emf"/><Relationship Id="rId4" Type="http://schemas.openxmlformats.org/officeDocument/2006/relationships/image" Target="../media/image71.emf"/><Relationship Id="rId9" Type="http://schemas.openxmlformats.org/officeDocument/2006/relationships/oleObject" Target="../embeddings/oleObject11.bin"/></Relationships>
</file>

<file path=ppt/slides/_rels/slide164.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136.xml"/><Relationship Id="rId1" Type="http://schemas.openxmlformats.org/officeDocument/2006/relationships/slideLayout" Target="../slideLayouts/slideLayout7.xml"/><Relationship Id="rId6" Type="http://schemas.openxmlformats.org/officeDocument/2006/relationships/image" Target="../media/image77.wmf"/><Relationship Id="rId5" Type="http://schemas.openxmlformats.org/officeDocument/2006/relationships/oleObject" Target="../embeddings/oleObject13.bin"/><Relationship Id="rId4" Type="http://schemas.openxmlformats.org/officeDocument/2006/relationships/image" Target="../media/image76.wmf"/></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40.xml"/><Relationship Id="rId1" Type="http://schemas.openxmlformats.org/officeDocument/2006/relationships/slideLayout" Target="../slideLayouts/slideLayout7.xml"/><Relationship Id="rId4" Type="http://schemas.openxmlformats.org/officeDocument/2006/relationships/image" Target="../media/image79.wmf"/></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163.xml"/><Relationship Id="rId1" Type="http://schemas.openxmlformats.org/officeDocument/2006/relationships/slideLayout" Target="../slideLayouts/slideLayout7.xml"/><Relationship Id="rId4" Type="http://schemas.openxmlformats.org/officeDocument/2006/relationships/image" Target="../media/image83.emf"/></Relationships>
</file>

<file path=ppt/slides/_rels/slide193.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28"/>
          <p:cNvSpPr txBox="1"/>
          <p:nvPr/>
        </p:nvSpPr>
        <p:spPr>
          <a:xfrm>
            <a:off x="3676932" y="1177303"/>
            <a:ext cx="1699504" cy="577081"/>
          </a:xfrm>
          <a:prstGeom prst="rect">
            <a:avLst/>
          </a:prstGeom>
          <a:noFill/>
        </p:spPr>
        <p:txBody>
          <a:bodyPr wrap="none" rtlCol="0">
            <a:spAutoFit/>
          </a:bodyPr>
          <a:lstStyle/>
          <a:p>
            <a:pPr algn="ctr"/>
            <a:r>
              <a:rPr lang="zh-CN" altLang="en-US" b="1" dirty="0">
                <a:solidFill>
                  <a:srgbClr val="414455"/>
                </a:solidFill>
                <a:latin typeface="微软雅黑" panose="020B0503020204020204" pitchFamily="34" charset="-122"/>
                <a:ea typeface="微软雅黑" panose="020B0503020204020204" pitchFamily="34" charset="-122"/>
              </a:rPr>
              <a:t>河南大学</a:t>
            </a:r>
            <a:endParaRPr lang="en-US" altLang="zh-CN" b="1" dirty="0">
              <a:solidFill>
                <a:srgbClr val="414455"/>
              </a:solidFill>
              <a:latin typeface="微软雅黑" panose="020B0503020204020204" pitchFamily="34" charset="-122"/>
              <a:ea typeface="微软雅黑" panose="020B0503020204020204" pitchFamily="34" charset="-122"/>
            </a:endParaRPr>
          </a:p>
          <a:p>
            <a:pPr algn="ctr"/>
            <a:r>
              <a:rPr lang="zh-CN" altLang="en-US" sz="1350" b="1" dirty="0">
                <a:solidFill>
                  <a:srgbClr val="414455"/>
                </a:solidFill>
                <a:latin typeface="微软雅黑" panose="020B0503020204020204" pitchFamily="34" charset="-122"/>
                <a:ea typeface="微软雅黑" panose="020B0503020204020204" pitchFamily="34" charset="-122"/>
              </a:rPr>
              <a:t>软件学院  软件工程</a:t>
            </a:r>
            <a:endParaRPr lang="en-US" altLang="zh-CN" sz="1350" b="1" dirty="0">
              <a:solidFill>
                <a:srgbClr val="414455"/>
              </a:solidFill>
              <a:latin typeface="微软雅黑" panose="020B0503020204020204" pitchFamily="34" charset="-122"/>
              <a:ea typeface="微软雅黑" panose="020B0503020204020204" pitchFamily="34" charset="-122"/>
            </a:endParaRPr>
          </a:p>
        </p:txBody>
      </p:sp>
      <p:sp>
        <p:nvSpPr>
          <p:cNvPr id="9" name="矩形 8"/>
          <p:cNvSpPr/>
          <p:nvPr/>
        </p:nvSpPr>
        <p:spPr>
          <a:xfrm>
            <a:off x="-7620" y="2194560"/>
            <a:ext cx="9157335" cy="2948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TextBox 7"/>
          <p:cNvSpPr>
            <a:spLocks noChangeArrowheads="1"/>
          </p:cNvSpPr>
          <p:nvPr/>
        </p:nvSpPr>
        <p:spPr bwMode="auto">
          <a:xfrm>
            <a:off x="2304338" y="2421006"/>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工程经济学</a:t>
            </a:r>
          </a:p>
        </p:txBody>
      </p:sp>
      <p:cxnSp>
        <p:nvCxnSpPr>
          <p:cNvPr id="11" name="直接连接符 10"/>
          <p:cNvCxnSpPr/>
          <p:nvPr/>
        </p:nvCxnSpPr>
        <p:spPr>
          <a:xfrm>
            <a:off x="2682282" y="2973656"/>
            <a:ext cx="3731256"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006233" y="3428961"/>
            <a:ext cx="502789" cy="453321"/>
            <a:chOff x="5424755" y="1340768"/>
            <a:chExt cx="670560" cy="604586"/>
          </a:xfrm>
        </p:grpSpPr>
        <p:grpSp>
          <p:nvGrpSpPr>
            <p:cNvPr id="16" name="组合 15"/>
            <p:cNvGrpSpPr/>
            <p:nvPr/>
          </p:nvGrpSpPr>
          <p:grpSpPr>
            <a:xfrm>
              <a:off x="5424755" y="1340768"/>
              <a:ext cx="670560" cy="604586"/>
              <a:chOff x="3720691" y="2824413"/>
              <a:chExt cx="1341120" cy="1209172"/>
            </a:xfrm>
          </p:grpSpPr>
          <p:sp>
            <p:nvSpPr>
              <p:cNvPr id="1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1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1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20" name="Freeform 126"/>
          <p:cNvSpPr>
            <a:spLocks noChangeAspect="1" noEditPoints="1"/>
          </p:cNvSpPr>
          <p:nvPr/>
        </p:nvSpPr>
        <p:spPr bwMode="auto">
          <a:xfrm>
            <a:off x="3156085" y="3534947"/>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1" name="组合 20"/>
          <p:cNvGrpSpPr/>
          <p:nvPr/>
        </p:nvGrpSpPr>
        <p:grpSpPr>
          <a:xfrm>
            <a:off x="3663929" y="3416377"/>
            <a:ext cx="502789" cy="453321"/>
            <a:chOff x="5424755" y="1340768"/>
            <a:chExt cx="670560" cy="604586"/>
          </a:xfrm>
        </p:grpSpPr>
        <p:grpSp>
          <p:nvGrpSpPr>
            <p:cNvPr id="22" name="组合 21"/>
            <p:cNvGrpSpPr/>
            <p:nvPr/>
          </p:nvGrpSpPr>
          <p:grpSpPr>
            <a:xfrm>
              <a:off x="5424755" y="1340768"/>
              <a:ext cx="670560" cy="604586"/>
              <a:chOff x="3720691" y="2824413"/>
              <a:chExt cx="1341120" cy="1209172"/>
            </a:xfrm>
          </p:grpSpPr>
          <p:sp>
            <p:nvSpPr>
              <p:cNvPr id="36"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37"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9" name="Freeform 261"/>
          <p:cNvSpPr/>
          <p:nvPr/>
        </p:nvSpPr>
        <p:spPr bwMode="auto">
          <a:xfrm>
            <a:off x="3792046" y="3545061"/>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40" name="组合 39"/>
          <p:cNvGrpSpPr/>
          <p:nvPr/>
        </p:nvGrpSpPr>
        <p:grpSpPr>
          <a:xfrm>
            <a:off x="4346239" y="3416377"/>
            <a:ext cx="502789" cy="453321"/>
            <a:chOff x="5424755" y="1340768"/>
            <a:chExt cx="670560" cy="604586"/>
          </a:xfrm>
        </p:grpSpPr>
        <p:grpSp>
          <p:nvGrpSpPr>
            <p:cNvPr id="41" name="组合 40"/>
            <p:cNvGrpSpPr/>
            <p:nvPr/>
          </p:nvGrpSpPr>
          <p:grpSpPr>
            <a:xfrm>
              <a:off x="5424755" y="1340768"/>
              <a:ext cx="670560" cy="604586"/>
              <a:chOff x="3720691" y="2824413"/>
              <a:chExt cx="1341120" cy="1209172"/>
            </a:xfrm>
          </p:grpSpPr>
          <p:sp>
            <p:nvSpPr>
              <p:cNvPr id="4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4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4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45" name="组合 44"/>
          <p:cNvGrpSpPr/>
          <p:nvPr/>
        </p:nvGrpSpPr>
        <p:grpSpPr>
          <a:xfrm>
            <a:off x="5011004" y="3437763"/>
            <a:ext cx="502789" cy="453321"/>
            <a:chOff x="5424755" y="1340768"/>
            <a:chExt cx="670560" cy="604586"/>
          </a:xfrm>
        </p:grpSpPr>
        <p:grpSp>
          <p:nvGrpSpPr>
            <p:cNvPr id="46" name="组合 45"/>
            <p:cNvGrpSpPr/>
            <p:nvPr/>
          </p:nvGrpSpPr>
          <p:grpSpPr>
            <a:xfrm>
              <a:off x="5424755" y="1340768"/>
              <a:ext cx="670560" cy="604586"/>
              <a:chOff x="3720691" y="2824413"/>
              <a:chExt cx="1341120" cy="1209172"/>
            </a:xfrm>
          </p:grpSpPr>
          <p:sp>
            <p:nvSpPr>
              <p:cNvPr id="4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55" name="组合 54"/>
          <p:cNvGrpSpPr/>
          <p:nvPr/>
        </p:nvGrpSpPr>
        <p:grpSpPr>
          <a:xfrm>
            <a:off x="5696038" y="3416377"/>
            <a:ext cx="502789" cy="453321"/>
            <a:chOff x="5424755" y="1340768"/>
            <a:chExt cx="670560" cy="604586"/>
          </a:xfrm>
        </p:grpSpPr>
        <p:grpSp>
          <p:nvGrpSpPr>
            <p:cNvPr id="56" name="组合 55"/>
            <p:cNvGrpSpPr/>
            <p:nvPr/>
          </p:nvGrpSpPr>
          <p:grpSpPr>
            <a:xfrm>
              <a:off x="5424755" y="1340768"/>
              <a:ext cx="670560" cy="604586"/>
              <a:chOff x="3720691" y="2824413"/>
              <a:chExt cx="1341120" cy="1209172"/>
            </a:xfrm>
          </p:grpSpPr>
          <p:sp>
            <p:nvSpPr>
              <p:cNvPr id="5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60" name="组合 59"/>
          <p:cNvGrpSpPr>
            <a:grpSpLocks noChangeAspect="1"/>
          </p:cNvGrpSpPr>
          <p:nvPr/>
        </p:nvGrpSpPr>
        <p:grpSpPr>
          <a:xfrm>
            <a:off x="4466925" y="3536186"/>
            <a:ext cx="265649" cy="227877"/>
            <a:chOff x="5084763" y="971548"/>
            <a:chExt cx="323865" cy="277813"/>
          </a:xfrm>
          <a:solidFill>
            <a:srgbClr val="414455"/>
          </a:solidFill>
        </p:grpSpPr>
        <p:sp>
          <p:nvSpPr>
            <p:cNvPr id="61"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2"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64" name="Freeform 9"/>
          <p:cNvSpPr>
            <a:spLocks noEditPoints="1"/>
          </p:cNvSpPr>
          <p:nvPr/>
        </p:nvSpPr>
        <p:spPr bwMode="auto">
          <a:xfrm rot="19469485">
            <a:off x="5116446" y="3513271"/>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65" name="Freeform 206"/>
          <p:cNvSpPr>
            <a:spLocks noChangeAspect="1" noEditPoints="1"/>
          </p:cNvSpPr>
          <p:nvPr/>
        </p:nvSpPr>
        <p:spPr bwMode="auto">
          <a:xfrm>
            <a:off x="5835345" y="3507513"/>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6" name="组合 65"/>
          <p:cNvGrpSpPr/>
          <p:nvPr/>
        </p:nvGrpSpPr>
        <p:grpSpPr>
          <a:xfrm>
            <a:off x="4131357" y="198391"/>
            <a:ext cx="896855" cy="808616"/>
            <a:chOff x="3720691" y="2824413"/>
            <a:chExt cx="1341120" cy="1209172"/>
          </a:xfrm>
        </p:grpSpPr>
        <p:sp>
          <p:nvSpPr>
            <p:cNvPr id="6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sp>
          <p:nvSpPr>
            <p:cNvPr id="6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grpSp>
      <p:sp>
        <p:nvSpPr>
          <p:cNvPr id="69" name="Freeform 89"/>
          <p:cNvSpPr>
            <a:spLocks noEditPoints="1"/>
          </p:cNvSpPr>
          <p:nvPr/>
        </p:nvSpPr>
        <p:spPr bwMode="auto">
          <a:xfrm>
            <a:off x="4461193" y="411693"/>
            <a:ext cx="237184" cy="382013"/>
          </a:xfrm>
          <a:custGeom>
            <a:avLst/>
            <a:gdLst>
              <a:gd name="T0" fmla="*/ 70 w 124"/>
              <a:gd name="T1" fmla="*/ 160 h 200"/>
              <a:gd name="T2" fmla="*/ 70 w 124"/>
              <a:gd name="T3" fmla="*/ 184 h 200"/>
              <a:gd name="T4" fmla="*/ 97 w 124"/>
              <a:gd name="T5" fmla="*/ 184 h 200"/>
              <a:gd name="T6" fmla="*/ 97 w 124"/>
              <a:gd name="T7" fmla="*/ 200 h 200"/>
              <a:gd name="T8" fmla="*/ 25 w 124"/>
              <a:gd name="T9" fmla="*/ 200 h 200"/>
              <a:gd name="T10" fmla="*/ 25 w 124"/>
              <a:gd name="T11" fmla="*/ 184 h 200"/>
              <a:gd name="T12" fmla="*/ 53 w 124"/>
              <a:gd name="T13" fmla="*/ 184 h 200"/>
              <a:gd name="T14" fmla="*/ 53 w 124"/>
              <a:gd name="T15" fmla="*/ 160 h 200"/>
              <a:gd name="T16" fmla="*/ 0 w 124"/>
              <a:gd name="T17" fmla="*/ 98 h 200"/>
              <a:gd name="T18" fmla="*/ 0 w 124"/>
              <a:gd name="T19" fmla="*/ 76 h 200"/>
              <a:gd name="T20" fmla="*/ 17 w 124"/>
              <a:gd name="T21" fmla="*/ 76 h 200"/>
              <a:gd name="T22" fmla="*/ 17 w 124"/>
              <a:gd name="T23" fmla="*/ 98 h 200"/>
              <a:gd name="T24" fmla="*/ 30 w 124"/>
              <a:gd name="T25" fmla="*/ 130 h 200"/>
              <a:gd name="T26" fmla="*/ 62 w 124"/>
              <a:gd name="T27" fmla="*/ 144 h 200"/>
              <a:gd name="T28" fmla="*/ 94 w 124"/>
              <a:gd name="T29" fmla="*/ 130 h 200"/>
              <a:gd name="T30" fmla="*/ 105 w 124"/>
              <a:gd name="T31" fmla="*/ 98 h 200"/>
              <a:gd name="T32" fmla="*/ 105 w 124"/>
              <a:gd name="T33" fmla="*/ 76 h 200"/>
              <a:gd name="T34" fmla="*/ 124 w 124"/>
              <a:gd name="T35" fmla="*/ 76 h 200"/>
              <a:gd name="T36" fmla="*/ 124 w 124"/>
              <a:gd name="T37" fmla="*/ 98 h 200"/>
              <a:gd name="T38" fmla="*/ 70 w 124"/>
              <a:gd name="T39" fmla="*/ 160 h 200"/>
              <a:gd name="T40" fmla="*/ 63 w 124"/>
              <a:gd name="T41" fmla="*/ 132 h 200"/>
              <a:gd name="T42" fmla="*/ 29 w 124"/>
              <a:gd name="T43" fmla="*/ 97 h 200"/>
              <a:gd name="T44" fmla="*/ 29 w 124"/>
              <a:gd name="T45" fmla="*/ 88 h 200"/>
              <a:gd name="T46" fmla="*/ 77 w 124"/>
              <a:gd name="T47" fmla="*/ 88 h 200"/>
              <a:gd name="T48" fmla="*/ 77 w 124"/>
              <a:gd name="T49" fmla="*/ 80 h 200"/>
              <a:gd name="T50" fmla="*/ 29 w 124"/>
              <a:gd name="T51" fmla="*/ 80 h 200"/>
              <a:gd name="T52" fmla="*/ 29 w 124"/>
              <a:gd name="T53" fmla="*/ 64 h 200"/>
              <a:gd name="T54" fmla="*/ 77 w 124"/>
              <a:gd name="T55" fmla="*/ 64 h 200"/>
              <a:gd name="T56" fmla="*/ 77 w 124"/>
              <a:gd name="T57" fmla="*/ 56 h 200"/>
              <a:gd name="T58" fmla="*/ 29 w 124"/>
              <a:gd name="T59" fmla="*/ 56 h 200"/>
              <a:gd name="T60" fmla="*/ 29 w 124"/>
              <a:gd name="T61" fmla="*/ 44 h 200"/>
              <a:gd name="T62" fmla="*/ 77 w 124"/>
              <a:gd name="T63" fmla="*/ 44 h 200"/>
              <a:gd name="T64" fmla="*/ 77 w 124"/>
              <a:gd name="T65" fmla="*/ 36 h 200"/>
              <a:gd name="T66" fmla="*/ 29 w 124"/>
              <a:gd name="T67" fmla="*/ 36 h 200"/>
              <a:gd name="T68" fmla="*/ 63 w 124"/>
              <a:gd name="T69" fmla="*/ 0 h 200"/>
              <a:gd name="T70" fmla="*/ 97 w 124"/>
              <a:gd name="T71" fmla="*/ 36 h 200"/>
              <a:gd name="T72" fmla="*/ 97 w 124"/>
              <a:gd name="T73" fmla="*/ 97 h 200"/>
              <a:gd name="T74" fmla="*/ 63 w 124"/>
              <a:gd name="T75"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200">
                <a:moveTo>
                  <a:pt x="70" y="160"/>
                </a:moveTo>
                <a:cubicBezTo>
                  <a:pt x="70" y="184"/>
                  <a:pt x="70" y="184"/>
                  <a:pt x="70" y="184"/>
                </a:cubicBezTo>
                <a:cubicBezTo>
                  <a:pt x="97" y="184"/>
                  <a:pt x="97" y="184"/>
                  <a:pt x="97" y="184"/>
                </a:cubicBezTo>
                <a:cubicBezTo>
                  <a:pt x="97" y="200"/>
                  <a:pt x="97" y="200"/>
                  <a:pt x="97" y="200"/>
                </a:cubicBezTo>
                <a:cubicBezTo>
                  <a:pt x="25" y="200"/>
                  <a:pt x="25" y="200"/>
                  <a:pt x="25" y="200"/>
                </a:cubicBezTo>
                <a:cubicBezTo>
                  <a:pt x="25" y="184"/>
                  <a:pt x="25" y="184"/>
                  <a:pt x="25" y="184"/>
                </a:cubicBezTo>
                <a:cubicBezTo>
                  <a:pt x="53" y="184"/>
                  <a:pt x="53" y="184"/>
                  <a:pt x="53" y="184"/>
                </a:cubicBezTo>
                <a:cubicBezTo>
                  <a:pt x="53" y="160"/>
                  <a:pt x="53" y="160"/>
                  <a:pt x="53" y="160"/>
                </a:cubicBezTo>
                <a:cubicBezTo>
                  <a:pt x="23" y="156"/>
                  <a:pt x="0" y="130"/>
                  <a:pt x="0" y="98"/>
                </a:cubicBezTo>
                <a:cubicBezTo>
                  <a:pt x="0" y="76"/>
                  <a:pt x="0" y="76"/>
                  <a:pt x="0" y="76"/>
                </a:cubicBezTo>
                <a:cubicBezTo>
                  <a:pt x="17" y="76"/>
                  <a:pt x="17" y="76"/>
                  <a:pt x="17" y="76"/>
                </a:cubicBezTo>
                <a:cubicBezTo>
                  <a:pt x="17" y="98"/>
                  <a:pt x="17" y="98"/>
                  <a:pt x="17" y="98"/>
                </a:cubicBezTo>
                <a:cubicBezTo>
                  <a:pt x="17" y="111"/>
                  <a:pt x="22" y="122"/>
                  <a:pt x="30" y="130"/>
                </a:cubicBezTo>
                <a:cubicBezTo>
                  <a:pt x="38" y="139"/>
                  <a:pt x="49" y="144"/>
                  <a:pt x="62" y="144"/>
                </a:cubicBezTo>
                <a:cubicBezTo>
                  <a:pt x="75" y="144"/>
                  <a:pt x="86" y="139"/>
                  <a:pt x="94" y="130"/>
                </a:cubicBezTo>
                <a:cubicBezTo>
                  <a:pt x="102" y="122"/>
                  <a:pt x="105" y="111"/>
                  <a:pt x="105" y="98"/>
                </a:cubicBezTo>
                <a:cubicBezTo>
                  <a:pt x="105" y="76"/>
                  <a:pt x="105" y="76"/>
                  <a:pt x="105" y="76"/>
                </a:cubicBezTo>
                <a:cubicBezTo>
                  <a:pt x="124" y="76"/>
                  <a:pt x="124" y="76"/>
                  <a:pt x="124" y="76"/>
                </a:cubicBezTo>
                <a:cubicBezTo>
                  <a:pt x="124" y="98"/>
                  <a:pt x="124" y="98"/>
                  <a:pt x="124" y="98"/>
                </a:cubicBezTo>
                <a:cubicBezTo>
                  <a:pt x="124" y="130"/>
                  <a:pt x="100" y="156"/>
                  <a:pt x="70" y="160"/>
                </a:cubicBezTo>
                <a:close/>
                <a:moveTo>
                  <a:pt x="63" y="132"/>
                </a:moveTo>
                <a:cubicBezTo>
                  <a:pt x="45" y="132"/>
                  <a:pt x="29" y="116"/>
                  <a:pt x="29" y="97"/>
                </a:cubicBezTo>
                <a:cubicBezTo>
                  <a:pt x="29" y="88"/>
                  <a:pt x="29" y="88"/>
                  <a:pt x="29" y="88"/>
                </a:cubicBezTo>
                <a:cubicBezTo>
                  <a:pt x="77" y="88"/>
                  <a:pt x="77" y="88"/>
                  <a:pt x="77" y="88"/>
                </a:cubicBezTo>
                <a:cubicBezTo>
                  <a:pt x="77" y="80"/>
                  <a:pt x="77" y="80"/>
                  <a:pt x="77" y="80"/>
                </a:cubicBezTo>
                <a:cubicBezTo>
                  <a:pt x="29" y="80"/>
                  <a:pt x="29" y="80"/>
                  <a:pt x="29" y="80"/>
                </a:cubicBezTo>
                <a:cubicBezTo>
                  <a:pt x="29" y="64"/>
                  <a:pt x="29" y="64"/>
                  <a:pt x="29" y="64"/>
                </a:cubicBezTo>
                <a:cubicBezTo>
                  <a:pt x="77" y="64"/>
                  <a:pt x="77" y="64"/>
                  <a:pt x="77" y="64"/>
                </a:cubicBezTo>
                <a:cubicBezTo>
                  <a:pt x="77" y="56"/>
                  <a:pt x="77" y="56"/>
                  <a:pt x="77" y="56"/>
                </a:cubicBezTo>
                <a:cubicBezTo>
                  <a:pt x="29" y="56"/>
                  <a:pt x="29" y="56"/>
                  <a:pt x="29" y="56"/>
                </a:cubicBezTo>
                <a:cubicBezTo>
                  <a:pt x="29" y="44"/>
                  <a:pt x="29" y="44"/>
                  <a:pt x="29" y="44"/>
                </a:cubicBezTo>
                <a:cubicBezTo>
                  <a:pt x="77" y="44"/>
                  <a:pt x="77" y="44"/>
                  <a:pt x="77" y="44"/>
                </a:cubicBezTo>
                <a:cubicBezTo>
                  <a:pt x="77" y="36"/>
                  <a:pt x="77" y="36"/>
                  <a:pt x="77" y="36"/>
                </a:cubicBezTo>
                <a:cubicBezTo>
                  <a:pt x="29" y="36"/>
                  <a:pt x="29" y="36"/>
                  <a:pt x="29" y="36"/>
                </a:cubicBezTo>
                <a:cubicBezTo>
                  <a:pt x="30" y="17"/>
                  <a:pt x="46" y="0"/>
                  <a:pt x="63" y="0"/>
                </a:cubicBezTo>
                <a:cubicBezTo>
                  <a:pt x="82" y="0"/>
                  <a:pt x="97" y="16"/>
                  <a:pt x="97" y="36"/>
                </a:cubicBezTo>
                <a:cubicBezTo>
                  <a:pt x="97" y="97"/>
                  <a:pt x="97" y="97"/>
                  <a:pt x="97" y="97"/>
                </a:cubicBezTo>
                <a:cubicBezTo>
                  <a:pt x="97" y="116"/>
                  <a:pt x="82" y="132"/>
                  <a:pt x="63" y="132"/>
                </a:cubicBezTo>
                <a:close/>
              </a:path>
            </a:pathLst>
          </a:custGeom>
          <a:solidFill>
            <a:srgbClr val="414455"/>
          </a:solidFill>
          <a:ln>
            <a:noFill/>
          </a:ln>
        </p:spPr>
        <p:txBody>
          <a:bodyPr vert="horz" wrap="square" lIns="68562" tIns="34281" rIns="68562" bIns="34281" numCol="1" anchor="t" anchorCtr="0" compatLnSpc="1"/>
          <a:lstStyle/>
          <a:p>
            <a:endParaRPr lang="zh-CN" altLang="en-US" sz="1350"/>
          </a:p>
        </p:txBody>
      </p:sp>
      <p:sp>
        <p:nvSpPr>
          <p:cNvPr id="70" name="Freeform 5"/>
          <p:cNvSpPr/>
          <p:nvPr/>
        </p:nvSpPr>
        <p:spPr bwMode="auto">
          <a:xfrm rot="1855731">
            <a:off x="4217889" y="276408"/>
            <a:ext cx="723793" cy="6525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p>
        </p:txBody>
      </p:sp>
      <p:sp>
        <p:nvSpPr>
          <p:cNvPr id="48" name="文本框 1">
            <a:extLst>
              <a:ext uri="{FF2B5EF4-FFF2-40B4-BE49-F238E27FC236}">
                <a16:creationId xmlns:a16="http://schemas.microsoft.com/office/drawing/2014/main" id="{B8B4E996-F280-4BEC-BCB8-93EA6CF8F961}"/>
              </a:ext>
            </a:extLst>
          </p:cNvPr>
          <p:cNvSpPr txBox="1"/>
          <p:nvPr/>
        </p:nvSpPr>
        <p:spPr>
          <a:xfrm>
            <a:off x="1595521" y="4117955"/>
            <a:ext cx="6274105" cy="64633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600" b="1" dirty="0">
                <a:solidFill>
                  <a:schemeClr val="bg1"/>
                </a:solidFill>
                <a:latin typeface="微软雅黑" panose="020B0503020204020204" pitchFamily="34" charset="-122"/>
                <a:ea typeface="微软雅黑" panose="020B0503020204020204" pitchFamily="34" charset="-122"/>
              </a:rPr>
              <a:t> 第</a:t>
            </a:r>
            <a:r>
              <a:rPr lang="en-US" altLang="zh-CN" sz="3600" b="1" dirty="0">
                <a:solidFill>
                  <a:schemeClr val="bg1"/>
                </a:solidFill>
                <a:latin typeface="微软雅黑" panose="020B0503020204020204" pitchFamily="34" charset="-122"/>
                <a:ea typeface="微软雅黑" panose="020B0503020204020204" pitchFamily="34" charset="-122"/>
              </a:rPr>
              <a:t>2</a:t>
            </a:r>
            <a:r>
              <a:rPr lang="zh-CN" altLang="en-US" sz="3600" b="1" dirty="0">
                <a:solidFill>
                  <a:schemeClr val="bg1"/>
                </a:solidFill>
                <a:latin typeface="微软雅黑" panose="020B0503020204020204" pitchFamily="34" charset="-122"/>
                <a:ea typeface="微软雅黑" panose="020B0503020204020204" pitchFamily="34" charset="-122"/>
              </a:rPr>
              <a:t>章 软件工程经济学基础</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animEffect transition="in" filter="fade">
                                      <p:cBhvr>
                                        <p:cTn id="14" dur="500"/>
                                        <p:tgtEl>
                                          <p:spTgt spid="7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p:cTn id="17" dur="500" fill="hold"/>
                                        <p:tgtEl>
                                          <p:spTgt spid="69"/>
                                        </p:tgtEl>
                                        <p:attrNameLst>
                                          <p:attrName>ppt_w</p:attrName>
                                        </p:attrNameLst>
                                      </p:cBhvr>
                                      <p:tavLst>
                                        <p:tav tm="0">
                                          <p:val>
                                            <p:fltVal val="0"/>
                                          </p:val>
                                        </p:tav>
                                        <p:tav tm="100000">
                                          <p:val>
                                            <p:strVal val="#ppt_w"/>
                                          </p:val>
                                        </p:tav>
                                      </p:tavLst>
                                    </p:anim>
                                    <p:anim calcmode="lin" valueType="num">
                                      <p:cBhvr>
                                        <p:cTn id="18" dur="500" fill="hold"/>
                                        <p:tgtEl>
                                          <p:spTgt spid="69"/>
                                        </p:tgtEl>
                                        <p:attrNameLst>
                                          <p:attrName>ppt_h</p:attrName>
                                        </p:attrNameLst>
                                      </p:cBhvr>
                                      <p:tavLst>
                                        <p:tav tm="0">
                                          <p:val>
                                            <p:fltVal val="0"/>
                                          </p:val>
                                        </p:tav>
                                        <p:tav tm="100000">
                                          <p:val>
                                            <p:strVal val="#ppt_h"/>
                                          </p:val>
                                        </p:tav>
                                      </p:tavLst>
                                    </p:anim>
                                    <p:animEffect transition="in" filter="fade">
                                      <p:cBhvr>
                                        <p:cTn id="19" dur="500"/>
                                        <p:tgtEl>
                                          <p:spTgt spid="69"/>
                                        </p:tgtEl>
                                      </p:cBhvr>
                                    </p:animEffect>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outVertical)">
                                      <p:cBhvr>
                                        <p:cTn id="23" dur="500"/>
                                        <p:tgtEl>
                                          <p:spTgt spid="8"/>
                                        </p:tgtEl>
                                      </p:cBhvr>
                                    </p:animEffect>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52" presetClass="entr" presetSubtype="0" fill="hold" grpId="0" nodeType="withEffect">
                                  <p:stCondLst>
                                    <p:cond delay="500"/>
                                  </p:stCondLst>
                                  <p:iterate type="lt">
                                    <p:tmPct val="10000"/>
                                  </p:iterate>
                                  <p:childTnLst>
                                    <p:set>
                                      <p:cBhvr>
                                        <p:cTn id="30" dur="1" fill="hold">
                                          <p:stCondLst>
                                            <p:cond delay="0"/>
                                          </p:stCondLst>
                                        </p:cTn>
                                        <p:tgtEl>
                                          <p:spTgt spid="10"/>
                                        </p:tgtEl>
                                        <p:attrNameLst>
                                          <p:attrName>style.visibility</p:attrName>
                                        </p:attrNameLst>
                                      </p:cBhvr>
                                      <p:to>
                                        <p:strVal val="visible"/>
                                      </p:to>
                                    </p:set>
                                    <p:animScale>
                                      <p:cBhvr>
                                        <p:cTn id="31"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0"/>
                                        </p:tgtEl>
                                        <p:attrNameLst>
                                          <p:attrName>ppt_x</p:attrName>
                                          <p:attrName>ppt_y</p:attrName>
                                        </p:attrNameLst>
                                      </p:cBhvr>
                                    </p:animMotion>
                                    <p:animEffect transition="in" filter="fade">
                                      <p:cBhvr>
                                        <p:cTn id="33" dur="1000"/>
                                        <p:tgtEl>
                                          <p:spTgt spid="10"/>
                                        </p:tgtEl>
                                      </p:cBhvr>
                                    </p:animEffect>
                                  </p:childTnLst>
                                </p:cTn>
                              </p:par>
                              <p:par>
                                <p:cTn id="34" presetID="22" presetClass="entr" presetSubtype="8" fill="hold" nodeType="withEffect">
                                  <p:stCondLst>
                                    <p:cond delay="10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 presetClass="entr" presetSubtype="12" fill="hold"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0-#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10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2000"/>
                                        <p:tgtEl>
                                          <p:spTgt spid="20"/>
                                        </p:tgtEl>
                                      </p:cBhvr>
                                    </p:animEffect>
                                    <p:anim calcmode="lin" valueType="num">
                                      <p:cBhvr>
                                        <p:cTn id="44" dur="2000" fill="hold"/>
                                        <p:tgtEl>
                                          <p:spTgt spid="20"/>
                                        </p:tgtEl>
                                        <p:attrNameLst>
                                          <p:attrName>ppt_w</p:attrName>
                                        </p:attrNameLst>
                                      </p:cBhvr>
                                      <p:tavLst>
                                        <p:tav tm="0" fmla="#ppt_w*sin(2.5*pi*$)">
                                          <p:val>
                                            <p:fltVal val="0"/>
                                          </p:val>
                                        </p:tav>
                                        <p:tav tm="100000">
                                          <p:val>
                                            <p:fltVal val="1"/>
                                          </p:val>
                                        </p:tav>
                                      </p:tavLst>
                                    </p:anim>
                                    <p:anim calcmode="lin" valueType="num">
                                      <p:cBhvr>
                                        <p:cTn id="45" dur="2000" fill="hold"/>
                                        <p:tgtEl>
                                          <p:spTgt spid="20"/>
                                        </p:tgtEl>
                                        <p:attrNameLst>
                                          <p:attrName>ppt_h</p:attrName>
                                        </p:attrNameLst>
                                      </p:cBhvr>
                                      <p:tavLst>
                                        <p:tav tm="0">
                                          <p:val>
                                            <p:strVal val="#ppt_h"/>
                                          </p:val>
                                        </p:tav>
                                        <p:tav tm="100000">
                                          <p:val>
                                            <p:strVal val="#ppt_h"/>
                                          </p:val>
                                        </p:tav>
                                      </p:tavLst>
                                    </p:anim>
                                  </p:childTnLst>
                                </p:cTn>
                              </p:par>
                              <p:par>
                                <p:cTn id="46" presetID="2" presetClass="entr" presetSubtype="12" fill="hold" nodeType="withEffect">
                                  <p:stCondLst>
                                    <p:cond delay="5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0-#ppt_w/2"/>
                                          </p:val>
                                        </p:tav>
                                        <p:tav tm="100000">
                                          <p:val>
                                            <p:strVal val="#ppt_x"/>
                                          </p:val>
                                        </p:tav>
                                      </p:tavLst>
                                    </p:anim>
                                    <p:anim calcmode="lin" valueType="num">
                                      <p:cBhvr additive="base">
                                        <p:cTn id="49" dur="500" fill="hold"/>
                                        <p:tgtEl>
                                          <p:spTgt spid="21"/>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100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2000"/>
                                        <p:tgtEl>
                                          <p:spTgt spid="39"/>
                                        </p:tgtEl>
                                      </p:cBhvr>
                                    </p:animEffect>
                                    <p:anim calcmode="lin" valueType="num">
                                      <p:cBhvr>
                                        <p:cTn id="53" dur="2000" fill="hold"/>
                                        <p:tgtEl>
                                          <p:spTgt spid="39"/>
                                        </p:tgtEl>
                                        <p:attrNameLst>
                                          <p:attrName>ppt_w</p:attrName>
                                        </p:attrNameLst>
                                      </p:cBhvr>
                                      <p:tavLst>
                                        <p:tav tm="0" fmla="#ppt_w*sin(2.5*pi*$)">
                                          <p:val>
                                            <p:fltVal val="0"/>
                                          </p:val>
                                        </p:tav>
                                        <p:tav tm="100000">
                                          <p:val>
                                            <p:fltVal val="1"/>
                                          </p:val>
                                        </p:tav>
                                      </p:tavLst>
                                    </p:anim>
                                    <p:anim calcmode="lin" valueType="num">
                                      <p:cBhvr>
                                        <p:cTn id="54" dur="2000" fill="hold"/>
                                        <p:tgtEl>
                                          <p:spTgt spid="39"/>
                                        </p:tgtEl>
                                        <p:attrNameLst>
                                          <p:attrName>ppt_h</p:attrName>
                                        </p:attrNameLst>
                                      </p:cBhvr>
                                      <p:tavLst>
                                        <p:tav tm="0">
                                          <p:val>
                                            <p:strVal val="#ppt_h"/>
                                          </p:val>
                                        </p:tav>
                                        <p:tav tm="100000">
                                          <p:val>
                                            <p:strVal val="#ppt_h"/>
                                          </p:val>
                                        </p:tav>
                                      </p:tavLst>
                                    </p:anim>
                                  </p:childTnLst>
                                </p:cTn>
                              </p:par>
                              <p:par>
                                <p:cTn id="55" presetID="2" presetClass="entr" presetSubtype="12" fill="hold" nodeType="withEffect">
                                  <p:stCondLst>
                                    <p:cond delay="50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0-#ppt_w/2"/>
                                          </p:val>
                                        </p:tav>
                                        <p:tav tm="100000">
                                          <p:val>
                                            <p:strVal val="#ppt_x"/>
                                          </p:val>
                                        </p:tav>
                                      </p:tavLst>
                                    </p:anim>
                                    <p:anim calcmode="lin" valueType="num">
                                      <p:cBhvr additive="base">
                                        <p:cTn id="58" dur="500" fill="hold"/>
                                        <p:tgtEl>
                                          <p:spTgt spid="40"/>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50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0-#ppt_w/2"/>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50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500" fill="hold"/>
                                        <p:tgtEl>
                                          <p:spTgt spid="55"/>
                                        </p:tgtEl>
                                        <p:attrNameLst>
                                          <p:attrName>ppt_x</p:attrName>
                                        </p:attrNameLst>
                                      </p:cBhvr>
                                      <p:tavLst>
                                        <p:tav tm="0">
                                          <p:val>
                                            <p:strVal val="0-#ppt_w/2"/>
                                          </p:val>
                                        </p:tav>
                                        <p:tav tm="100000">
                                          <p:val>
                                            <p:strVal val="#ppt_x"/>
                                          </p:val>
                                        </p:tav>
                                      </p:tavLst>
                                    </p:anim>
                                    <p:anim calcmode="lin" valueType="num">
                                      <p:cBhvr additive="base">
                                        <p:cTn id="66" dur="500" fill="hold"/>
                                        <p:tgtEl>
                                          <p:spTgt spid="55"/>
                                        </p:tgtEl>
                                        <p:attrNameLst>
                                          <p:attrName>ppt_y</p:attrName>
                                        </p:attrNameLst>
                                      </p:cBhvr>
                                      <p:tavLst>
                                        <p:tav tm="0">
                                          <p:val>
                                            <p:strVal val="1+#ppt_h/2"/>
                                          </p:val>
                                        </p:tav>
                                        <p:tav tm="100000">
                                          <p:val>
                                            <p:strVal val="#ppt_y"/>
                                          </p:val>
                                        </p:tav>
                                      </p:tavLst>
                                    </p:anim>
                                  </p:childTnLst>
                                </p:cTn>
                              </p:par>
                              <p:par>
                                <p:cTn id="67" presetID="45" presetClass="entr" presetSubtype="0" fill="hold" nodeType="withEffect">
                                  <p:stCondLst>
                                    <p:cond delay="100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2000"/>
                                        <p:tgtEl>
                                          <p:spTgt spid="60"/>
                                        </p:tgtEl>
                                      </p:cBhvr>
                                    </p:animEffect>
                                    <p:anim calcmode="lin" valueType="num">
                                      <p:cBhvr>
                                        <p:cTn id="70" dur="2000" fill="hold"/>
                                        <p:tgtEl>
                                          <p:spTgt spid="60"/>
                                        </p:tgtEl>
                                        <p:attrNameLst>
                                          <p:attrName>ppt_w</p:attrName>
                                        </p:attrNameLst>
                                      </p:cBhvr>
                                      <p:tavLst>
                                        <p:tav tm="0" fmla="#ppt_w*sin(2.5*pi*$)">
                                          <p:val>
                                            <p:fltVal val="0"/>
                                          </p:val>
                                        </p:tav>
                                        <p:tav tm="100000">
                                          <p:val>
                                            <p:fltVal val="1"/>
                                          </p:val>
                                        </p:tav>
                                      </p:tavLst>
                                    </p:anim>
                                    <p:anim calcmode="lin" valueType="num">
                                      <p:cBhvr>
                                        <p:cTn id="71" dur="2000" fill="hold"/>
                                        <p:tgtEl>
                                          <p:spTgt spid="60"/>
                                        </p:tgtEl>
                                        <p:attrNameLst>
                                          <p:attrName>ppt_h</p:attrName>
                                        </p:attrNameLst>
                                      </p:cBhvr>
                                      <p:tavLst>
                                        <p:tav tm="0">
                                          <p:val>
                                            <p:strVal val="#ppt_h"/>
                                          </p:val>
                                        </p:tav>
                                        <p:tav tm="100000">
                                          <p:val>
                                            <p:strVal val="#ppt_h"/>
                                          </p:val>
                                        </p:tav>
                                      </p:tavLst>
                                    </p:anim>
                                  </p:childTnLst>
                                </p:cTn>
                              </p:par>
                              <p:par>
                                <p:cTn id="72" presetID="45" presetClass="entr" presetSubtype="0" fill="hold" grpId="0" nodeType="withEffect">
                                  <p:stCondLst>
                                    <p:cond delay="100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2000"/>
                                        <p:tgtEl>
                                          <p:spTgt spid="64"/>
                                        </p:tgtEl>
                                      </p:cBhvr>
                                    </p:animEffect>
                                    <p:anim calcmode="lin" valueType="num">
                                      <p:cBhvr>
                                        <p:cTn id="75" dur="2000" fill="hold"/>
                                        <p:tgtEl>
                                          <p:spTgt spid="64"/>
                                        </p:tgtEl>
                                        <p:attrNameLst>
                                          <p:attrName>ppt_w</p:attrName>
                                        </p:attrNameLst>
                                      </p:cBhvr>
                                      <p:tavLst>
                                        <p:tav tm="0" fmla="#ppt_w*sin(2.5*pi*$)">
                                          <p:val>
                                            <p:fltVal val="0"/>
                                          </p:val>
                                        </p:tav>
                                        <p:tav tm="100000">
                                          <p:val>
                                            <p:fltVal val="1"/>
                                          </p:val>
                                        </p:tav>
                                      </p:tavLst>
                                    </p:anim>
                                    <p:anim calcmode="lin" valueType="num">
                                      <p:cBhvr>
                                        <p:cTn id="76" dur="2000" fill="hold"/>
                                        <p:tgtEl>
                                          <p:spTgt spid="64"/>
                                        </p:tgtEl>
                                        <p:attrNameLst>
                                          <p:attrName>ppt_h</p:attrName>
                                        </p:attrNameLst>
                                      </p:cBhvr>
                                      <p:tavLst>
                                        <p:tav tm="0">
                                          <p:val>
                                            <p:strVal val="#ppt_h"/>
                                          </p:val>
                                        </p:tav>
                                        <p:tav tm="100000">
                                          <p:val>
                                            <p:strVal val="#ppt_h"/>
                                          </p:val>
                                        </p:tav>
                                      </p:tavLst>
                                    </p:anim>
                                  </p:childTnLst>
                                </p:cTn>
                              </p:par>
                              <p:par>
                                <p:cTn id="77" presetID="45" presetClass="entr" presetSubtype="0" fill="hold" grpId="0" nodeType="withEffect">
                                  <p:stCondLst>
                                    <p:cond delay="100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2000"/>
                                        <p:tgtEl>
                                          <p:spTgt spid="65"/>
                                        </p:tgtEl>
                                      </p:cBhvr>
                                    </p:animEffect>
                                    <p:anim calcmode="lin" valueType="num">
                                      <p:cBhvr>
                                        <p:cTn id="80" dur="2000" fill="hold"/>
                                        <p:tgtEl>
                                          <p:spTgt spid="65"/>
                                        </p:tgtEl>
                                        <p:attrNameLst>
                                          <p:attrName>ppt_w</p:attrName>
                                        </p:attrNameLst>
                                      </p:cBhvr>
                                      <p:tavLst>
                                        <p:tav tm="0" fmla="#ppt_w*sin(2.5*pi*$)">
                                          <p:val>
                                            <p:fltVal val="0"/>
                                          </p:val>
                                        </p:tav>
                                        <p:tav tm="100000">
                                          <p:val>
                                            <p:fltVal val="1"/>
                                          </p:val>
                                        </p:tav>
                                      </p:tavLst>
                                    </p:anim>
                                    <p:anim calcmode="lin" valueType="num">
                                      <p:cBhvr>
                                        <p:cTn id="81" dur="2000" fill="hold"/>
                                        <p:tgtEl>
                                          <p:spTgt spid="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20" grpId="0" bldLvl="0" animBg="1"/>
      <p:bldP spid="39" grpId="0" bldLvl="0" animBg="1"/>
      <p:bldP spid="64" grpId="0" bldLvl="0" animBg="1"/>
      <p:bldP spid="65" grpId="0" bldLvl="0" animBg="1"/>
      <p:bldP spid="69" grpId="0" bldLvl="0" animBg="1"/>
      <p:bldP spid="70"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学习目标： </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理解软件项目经济分析和评价的</a:t>
            </a:r>
            <a:r>
              <a:rPr lang="zh-CN" altLang="en-US" b="1" dirty="0">
                <a:solidFill>
                  <a:srgbClr val="7030A0"/>
                </a:solidFill>
                <a:latin typeface="华文楷体" panose="02010600040101010101" pitchFamily="2" charset="-122"/>
                <a:ea typeface="华文楷体" panose="02010600040101010101" pitchFamily="2" charset="-122"/>
              </a:rPr>
              <a:t>出发点</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掌握软件项目可行性的目的、内容和作用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掌握软件工程经济分析的</a:t>
            </a:r>
            <a:r>
              <a:rPr lang="zh-CN" altLang="en-US" dirty="0">
                <a:solidFill>
                  <a:srgbClr val="7030A0"/>
                </a:solidFill>
                <a:latin typeface="华文楷体" panose="02010600040101010101" pitchFamily="2" charset="-122"/>
                <a:ea typeface="华文楷体" panose="02010600040101010101" pitchFamily="2" charset="-122"/>
              </a:rPr>
              <a:t>基本要素</a:t>
            </a:r>
            <a:endParaRPr lang="en-US" altLang="zh-CN"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7030A0"/>
                </a:solidFill>
                <a:latin typeface="华文楷体" panose="02010600040101010101" pitchFamily="2" charset="-122"/>
                <a:ea typeface="华文楷体" panose="02010600040101010101" pitchFamily="2" charset="-122"/>
              </a:rPr>
              <a:t>了解软件企业融资</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掌握基于资金时间价值的</a:t>
            </a:r>
            <a:r>
              <a:rPr lang="zh-CN" altLang="en-US" dirty="0">
                <a:solidFill>
                  <a:srgbClr val="7030A0"/>
                </a:solidFill>
                <a:latin typeface="华文楷体" panose="02010600040101010101" pitchFamily="2" charset="-122"/>
                <a:ea typeface="华文楷体" panose="02010600040101010101" pitchFamily="2" charset="-122"/>
              </a:rPr>
              <a:t>现金流的贴现和预计</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了解</a:t>
            </a:r>
            <a:r>
              <a:rPr lang="zh-CN" altLang="en-US" dirty="0">
                <a:solidFill>
                  <a:srgbClr val="7030A0"/>
                </a:solidFill>
                <a:latin typeface="华文楷体" panose="02010600040101010101" pitchFamily="2" charset="-122"/>
                <a:ea typeface="华文楷体" panose="02010600040101010101" pitchFamily="2" charset="-122"/>
              </a:rPr>
              <a:t>招投标</a:t>
            </a:r>
            <a:r>
              <a:rPr lang="zh-CN" altLang="en-US" dirty="0">
                <a:solidFill>
                  <a:srgbClr val="000000"/>
                </a:solidFill>
                <a:latin typeface="华文楷体" panose="02010600040101010101" pitchFamily="2" charset="-122"/>
                <a:ea typeface="华文楷体" panose="02010600040101010101" pitchFamily="2" charset="-122"/>
              </a:rPr>
              <a:t>的特征、程序和标书的内容</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掌握投标的三个阶段和各阶段的策略</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掌握项目评价与决策方法</a:t>
            </a:r>
          </a:p>
        </p:txBody>
      </p:sp>
    </p:spTree>
    <p:extLst>
      <p:ext uri="{BB962C8B-B14F-4D97-AF65-F5344CB8AC3E}">
        <p14:creationId xmlns:p14="http://schemas.microsoft.com/office/powerpoint/2010/main" val="86160525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2695351"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从信息系统工程的观点来看，任何对软件项目的工程经济分析与评价都必须从</a:t>
            </a:r>
            <a:r>
              <a:rPr lang="zh-CN" altLang="en-US" dirty="0">
                <a:solidFill>
                  <a:srgbClr val="7030A0"/>
                </a:solidFill>
                <a:latin typeface="华文楷体" panose="02010600040101010101" pitchFamily="2" charset="-122"/>
                <a:ea typeface="华文楷体" panose="02010600040101010101" pitchFamily="2" charset="-122"/>
              </a:rPr>
              <a:t>实体维</a:t>
            </a:r>
            <a:r>
              <a:rPr lang="zh-CN" altLang="en-US" dirty="0">
                <a:solidFill>
                  <a:srgbClr val="000000"/>
                </a:solidFill>
                <a:latin typeface="华文楷体" panose="02010600040101010101" pitchFamily="2" charset="-122"/>
                <a:ea typeface="华文楷体" panose="02010600040101010101" pitchFamily="2" charset="-122"/>
              </a:rPr>
              <a:t>、</a:t>
            </a:r>
            <a:r>
              <a:rPr lang="zh-CN" altLang="en-US" dirty="0">
                <a:solidFill>
                  <a:srgbClr val="7030A0"/>
                </a:solidFill>
                <a:latin typeface="华文楷体" panose="02010600040101010101" pitchFamily="2" charset="-122"/>
                <a:ea typeface="华文楷体" panose="02010600040101010101" pitchFamily="2" charset="-122"/>
              </a:rPr>
              <a:t>时间维</a:t>
            </a:r>
            <a:r>
              <a:rPr lang="zh-CN" altLang="en-US" dirty="0">
                <a:solidFill>
                  <a:srgbClr val="000000"/>
                </a:solidFill>
                <a:latin typeface="华文楷体" panose="02010600040101010101" pitchFamily="2" charset="-122"/>
                <a:ea typeface="华文楷体" panose="02010600040101010101" pitchFamily="2" charset="-122"/>
              </a:rPr>
              <a:t>和</a:t>
            </a:r>
            <a:r>
              <a:rPr lang="zh-CN" altLang="en-US" dirty="0">
                <a:solidFill>
                  <a:srgbClr val="7030A0"/>
                </a:solidFill>
                <a:latin typeface="华文楷体" panose="02010600040101010101" pitchFamily="2" charset="-122"/>
                <a:ea typeface="华文楷体" panose="02010600040101010101" pitchFamily="2" charset="-122"/>
              </a:rPr>
              <a:t>要素维</a:t>
            </a:r>
            <a:r>
              <a:rPr lang="zh-CN" altLang="en-US" dirty="0">
                <a:solidFill>
                  <a:srgbClr val="000000"/>
                </a:solidFill>
                <a:latin typeface="华文楷体" panose="02010600040101010101" pitchFamily="2" charset="-122"/>
                <a:ea typeface="华文楷体" panose="02010600040101010101" pitchFamily="2" charset="-122"/>
              </a:rPr>
              <a:t>三个维度的层面来展开。</a:t>
            </a:r>
          </a:p>
        </p:txBody>
      </p:sp>
      <p:grpSp>
        <p:nvGrpSpPr>
          <p:cNvPr id="80" name="组合 79">
            <a:extLst>
              <a:ext uri="{FF2B5EF4-FFF2-40B4-BE49-F238E27FC236}">
                <a16:creationId xmlns:a16="http://schemas.microsoft.com/office/drawing/2014/main" id="{10AF73C5-1B62-454B-AEBC-FA281B3236F3}"/>
              </a:ext>
            </a:extLst>
          </p:cNvPr>
          <p:cNvGrpSpPr/>
          <p:nvPr/>
        </p:nvGrpSpPr>
        <p:grpSpPr>
          <a:xfrm>
            <a:off x="1336081" y="731260"/>
            <a:ext cx="7249901" cy="4130625"/>
            <a:chOff x="684213" y="1700213"/>
            <a:chExt cx="8208962" cy="4862512"/>
          </a:xfrm>
        </p:grpSpPr>
        <p:sp>
          <p:nvSpPr>
            <p:cNvPr id="3" name="Line 4">
              <a:extLst>
                <a:ext uri="{FF2B5EF4-FFF2-40B4-BE49-F238E27FC236}">
                  <a16:creationId xmlns:a16="http://schemas.microsoft.com/office/drawing/2014/main" id="{13F35E58-9AC1-485D-9819-01B6075A7F02}"/>
                </a:ext>
              </a:extLst>
            </p:cNvPr>
            <p:cNvSpPr>
              <a:spLocks noChangeShapeType="1"/>
            </p:cNvSpPr>
            <p:nvPr/>
          </p:nvSpPr>
          <p:spPr bwMode="auto">
            <a:xfrm>
              <a:off x="4140200" y="4941888"/>
              <a:ext cx="4608513" cy="0"/>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 name="Line 5">
              <a:extLst>
                <a:ext uri="{FF2B5EF4-FFF2-40B4-BE49-F238E27FC236}">
                  <a16:creationId xmlns:a16="http://schemas.microsoft.com/office/drawing/2014/main" id="{F5BA69E8-EAB8-4B38-BD0A-478E1F89F2E0}"/>
                </a:ext>
              </a:extLst>
            </p:cNvPr>
            <p:cNvSpPr>
              <a:spLocks noChangeShapeType="1"/>
            </p:cNvSpPr>
            <p:nvPr/>
          </p:nvSpPr>
          <p:spPr bwMode="auto">
            <a:xfrm flipV="1">
              <a:off x="4140200" y="1844675"/>
              <a:ext cx="0" cy="30972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6">
              <a:extLst>
                <a:ext uri="{FF2B5EF4-FFF2-40B4-BE49-F238E27FC236}">
                  <a16:creationId xmlns:a16="http://schemas.microsoft.com/office/drawing/2014/main" id="{1EE11DF3-7581-4BE4-A1B7-44B6DC5009BD}"/>
                </a:ext>
              </a:extLst>
            </p:cNvPr>
            <p:cNvSpPr>
              <a:spLocks noChangeShapeType="1"/>
            </p:cNvSpPr>
            <p:nvPr/>
          </p:nvSpPr>
          <p:spPr bwMode="auto">
            <a:xfrm flipH="1">
              <a:off x="1692275" y="4941888"/>
              <a:ext cx="2447925" cy="143986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Text Box 7">
              <a:extLst>
                <a:ext uri="{FF2B5EF4-FFF2-40B4-BE49-F238E27FC236}">
                  <a16:creationId xmlns:a16="http://schemas.microsoft.com/office/drawing/2014/main" id="{EF8928D4-A0DA-4FE4-9099-D1984BBC4E3B}"/>
                </a:ext>
              </a:extLst>
            </p:cNvPr>
            <p:cNvSpPr txBox="1">
              <a:spLocks noChangeArrowheads="1"/>
            </p:cNvSpPr>
            <p:nvPr/>
          </p:nvSpPr>
          <p:spPr bwMode="auto">
            <a:xfrm>
              <a:off x="4284663" y="1916113"/>
              <a:ext cx="107950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0"/>
                </a:spcBef>
              </a:pPr>
              <a:endParaRPr lang="zh-CN" altLang="en-US" u="none">
                <a:solidFill>
                  <a:schemeClr val="accent2"/>
                </a:solidFill>
                <a:latin typeface="黑体" panose="02010609060101010101" pitchFamily="49" charset="-122"/>
                <a:ea typeface="黑体" panose="02010609060101010101" pitchFamily="49" charset="-122"/>
              </a:endParaRPr>
            </a:p>
          </p:txBody>
        </p:sp>
        <p:sp>
          <p:nvSpPr>
            <p:cNvPr id="9" name="Text Box 8">
              <a:extLst>
                <a:ext uri="{FF2B5EF4-FFF2-40B4-BE49-F238E27FC236}">
                  <a16:creationId xmlns:a16="http://schemas.microsoft.com/office/drawing/2014/main" id="{0CDBC230-8B58-4F6E-B826-1FB962EA3D22}"/>
                </a:ext>
              </a:extLst>
            </p:cNvPr>
            <p:cNvSpPr txBox="1">
              <a:spLocks noChangeArrowheads="1"/>
            </p:cNvSpPr>
            <p:nvPr/>
          </p:nvSpPr>
          <p:spPr bwMode="auto">
            <a:xfrm>
              <a:off x="4140200" y="1700213"/>
              <a:ext cx="950913"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2000" u="none">
                  <a:solidFill>
                    <a:srgbClr val="D60093"/>
                  </a:solidFill>
                </a:rPr>
                <a:t>要素维</a:t>
              </a:r>
            </a:p>
          </p:txBody>
        </p:sp>
        <p:sp>
          <p:nvSpPr>
            <p:cNvPr id="11" name="Text Box 10">
              <a:extLst>
                <a:ext uri="{FF2B5EF4-FFF2-40B4-BE49-F238E27FC236}">
                  <a16:creationId xmlns:a16="http://schemas.microsoft.com/office/drawing/2014/main" id="{A209E8F3-98A0-4043-AB66-D0AE1083A958}"/>
                </a:ext>
              </a:extLst>
            </p:cNvPr>
            <p:cNvSpPr txBox="1">
              <a:spLocks noChangeArrowheads="1"/>
            </p:cNvSpPr>
            <p:nvPr/>
          </p:nvSpPr>
          <p:spPr bwMode="auto">
            <a:xfrm>
              <a:off x="684213" y="6165850"/>
              <a:ext cx="950912"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2000" u="none" dirty="0">
                  <a:solidFill>
                    <a:srgbClr val="D60093"/>
                  </a:solidFill>
                </a:rPr>
                <a:t>实体维</a:t>
              </a:r>
            </a:p>
          </p:txBody>
        </p:sp>
        <p:sp>
          <p:nvSpPr>
            <p:cNvPr id="13" name="Oval 11">
              <a:extLst>
                <a:ext uri="{FF2B5EF4-FFF2-40B4-BE49-F238E27FC236}">
                  <a16:creationId xmlns:a16="http://schemas.microsoft.com/office/drawing/2014/main" id="{91846A78-2C22-4FCE-97B4-CCB62536034E}"/>
                </a:ext>
              </a:extLst>
            </p:cNvPr>
            <p:cNvSpPr>
              <a:spLocks noChangeArrowheads="1"/>
            </p:cNvSpPr>
            <p:nvPr/>
          </p:nvSpPr>
          <p:spPr bwMode="auto">
            <a:xfrm>
              <a:off x="4643438" y="4868863"/>
              <a:ext cx="144462"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2">
              <a:extLst>
                <a:ext uri="{FF2B5EF4-FFF2-40B4-BE49-F238E27FC236}">
                  <a16:creationId xmlns:a16="http://schemas.microsoft.com/office/drawing/2014/main" id="{BD7B173C-C4ED-428F-A5C2-B0BE4C748E25}"/>
                </a:ext>
              </a:extLst>
            </p:cNvPr>
            <p:cNvSpPr>
              <a:spLocks noChangeArrowheads="1"/>
            </p:cNvSpPr>
            <p:nvPr/>
          </p:nvSpPr>
          <p:spPr bwMode="auto">
            <a:xfrm>
              <a:off x="5292725" y="4868863"/>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Oval 13">
              <a:extLst>
                <a:ext uri="{FF2B5EF4-FFF2-40B4-BE49-F238E27FC236}">
                  <a16:creationId xmlns:a16="http://schemas.microsoft.com/office/drawing/2014/main" id="{91683E5A-2A2D-4A8A-BFC4-3C77E19BD3C2}"/>
                </a:ext>
              </a:extLst>
            </p:cNvPr>
            <p:cNvSpPr>
              <a:spLocks noChangeArrowheads="1"/>
            </p:cNvSpPr>
            <p:nvPr/>
          </p:nvSpPr>
          <p:spPr bwMode="auto">
            <a:xfrm>
              <a:off x="6011863" y="4868863"/>
              <a:ext cx="144462"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Oval 14">
              <a:extLst>
                <a:ext uri="{FF2B5EF4-FFF2-40B4-BE49-F238E27FC236}">
                  <a16:creationId xmlns:a16="http://schemas.microsoft.com/office/drawing/2014/main" id="{A8A272D2-0C80-4956-A6CA-93775B52B1A6}"/>
                </a:ext>
              </a:extLst>
            </p:cNvPr>
            <p:cNvSpPr>
              <a:spLocks noChangeArrowheads="1"/>
            </p:cNvSpPr>
            <p:nvPr/>
          </p:nvSpPr>
          <p:spPr bwMode="auto">
            <a:xfrm>
              <a:off x="6732588" y="4868863"/>
              <a:ext cx="144462"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Oval 15">
              <a:extLst>
                <a:ext uri="{FF2B5EF4-FFF2-40B4-BE49-F238E27FC236}">
                  <a16:creationId xmlns:a16="http://schemas.microsoft.com/office/drawing/2014/main" id="{D2339A80-DA72-4CDF-8794-BC70C3D644E4}"/>
                </a:ext>
              </a:extLst>
            </p:cNvPr>
            <p:cNvSpPr>
              <a:spLocks noChangeArrowheads="1"/>
            </p:cNvSpPr>
            <p:nvPr/>
          </p:nvSpPr>
          <p:spPr bwMode="auto">
            <a:xfrm>
              <a:off x="7524750" y="4868863"/>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16">
              <a:extLst>
                <a:ext uri="{FF2B5EF4-FFF2-40B4-BE49-F238E27FC236}">
                  <a16:creationId xmlns:a16="http://schemas.microsoft.com/office/drawing/2014/main" id="{449B61B3-1885-4986-8478-C334549E652C}"/>
                </a:ext>
              </a:extLst>
            </p:cNvPr>
            <p:cNvSpPr>
              <a:spLocks noChangeArrowheads="1"/>
            </p:cNvSpPr>
            <p:nvPr/>
          </p:nvSpPr>
          <p:spPr bwMode="auto">
            <a:xfrm>
              <a:off x="4067175" y="2205038"/>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17">
              <a:extLst>
                <a:ext uri="{FF2B5EF4-FFF2-40B4-BE49-F238E27FC236}">
                  <a16:creationId xmlns:a16="http://schemas.microsoft.com/office/drawing/2014/main" id="{621014F2-18A1-4006-9EFE-0B4F96D7D39E}"/>
                </a:ext>
              </a:extLst>
            </p:cNvPr>
            <p:cNvSpPr>
              <a:spLocks noChangeArrowheads="1"/>
            </p:cNvSpPr>
            <p:nvPr/>
          </p:nvSpPr>
          <p:spPr bwMode="auto">
            <a:xfrm>
              <a:off x="4067175" y="2636838"/>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18">
              <a:extLst>
                <a:ext uri="{FF2B5EF4-FFF2-40B4-BE49-F238E27FC236}">
                  <a16:creationId xmlns:a16="http://schemas.microsoft.com/office/drawing/2014/main" id="{0DE3CBF4-E117-4531-9397-A2186108062E}"/>
                </a:ext>
              </a:extLst>
            </p:cNvPr>
            <p:cNvSpPr>
              <a:spLocks noChangeArrowheads="1"/>
            </p:cNvSpPr>
            <p:nvPr/>
          </p:nvSpPr>
          <p:spPr bwMode="auto">
            <a:xfrm>
              <a:off x="4067175" y="3068638"/>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Oval 19">
              <a:extLst>
                <a:ext uri="{FF2B5EF4-FFF2-40B4-BE49-F238E27FC236}">
                  <a16:creationId xmlns:a16="http://schemas.microsoft.com/office/drawing/2014/main" id="{12A77445-27FD-4534-9C82-1B42A4FA4940}"/>
                </a:ext>
              </a:extLst>
            </p:cNvPr>
            <p:cNvSpPr>
              <a:spLocks noChangeArrowheads="1"/>
            </p:cNvSpPr>
            <p:nvPr/>
          </p:nvSpPr>
          <p:spPr bwMode="auto">
            <a:xfrm>
              <a:off x="4067175" y="3573463"/>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20">
              <a:extLst>
                <a:ext uri="{FF2B5EF4-FFF2-40B4-BE49-F238E27FC236}">
                  <a16:creationId xmlns:a16="http://schemas.microsoft.com/office/drawing/2014/main" id="{E5C6B157-83ED-4560-9ADE-B9E96C5356BD}"/>
                </a:ext>
              </a:extLst>
            </p:cNvPr>
            <p:cNvSpPr>
              <a:spLocks noChangeArrowheads="1"/>
            </p:cNvSpPr>
            <p:nvPr/>
          </p:nvSpPr>
          <p:spPr bwMode="auto">
            <a:xfrm>
              <a:off x="4067175" y="4005263"/>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Oval 21">
              <a:extLst>
                <a:ext uri="{FF2B5EF4-FFF2-40B4-BE49-F238E27FC236}">
                  <a16:creationId xmlns:a16="http://schemas.microsoft.com/office/drawing/2014/main" id="{9BBDC8F3-2979-4F2F-819B-FB7F6993D2DE}"/>
                </a:ext>
              </a:extLst>
            </p:cNvPr>
            <p:cNvSpPr>
              <a:spLocks noChangeArrowheads="1"/>
            </p:cNvSpPr>
            <p:nvPr/>
          </p:nvSpPr>
          <p:spPr bwMode="auto">
            <a:xfrm>
              <a:off x="4067175" y="4437063"/>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Oval 22">
              <a:extLst>
                <a:ext uri="{FF2B5EF4-FFF2-40B4-BE49-F238E27FC236}">
                  <a16:creationId xmlns:a16="http://schemas.microsoft.com/office/drawing/2014/main" id="{76ADB881-2783-41A7-AF94-96B72571DC8A}"/>
                </a:ext>
              </a:extLst>
            </p:cNvPr>
            <p:cNvSpPr>
              <a:spLocks noChangeArrowheads="1"/>
            </p:cNvSpPr>
            <p:nvPr/>
          </p:nvSpPr>
          <p:spPr bwMode="auto">
            <a:xfrm>
              <a:off x="2268538" y="5949950"/>
              <a:ext cx="144462" cy="144463"/>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Oval 23">
              <a:extLst>
                <a:ext uri="{FF2B5EF4-FFF2-40B4-BE49-F238E27FC236}">
                  <a16:creationId xmlns:a16="http://schemas.microsoft.com/office/drawing/2014/main" id="{D5524575-6E24-41D1-A2E8-1C06F3C04060}"/>
                </a:ext>
              </a:extLst>
            </p:cNvPr>
            <p:cNvSpPr>
              <a:spLocks noChangeArrowheads="1"/>
            </p:cNvSpPr>
            <p:nvPr/>
          </p:nvSpPr>
          <p:spPr bwMode="auto">
            <a:xfrm>
              <a:off x="2771775" y="5661025"/>
              <a:ext cx="144463" cy="144463"/>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Oval 24">
              <a:extLst>
                <a:ext uri="{FF2B5EF4-FFF2-40B4-BE49-F238E27FC236}">
                  <a16:creationId xmlns:a16="http://schemas.microsoft.com/office/drawing/2014/main" id="{780C0B3C-5158-4002-892A-9BD6711C20A3}"/>
                </a:ext>
              </a:extLst>
            </p:cNvPr>
            <p:cNvSpPr>
              <a:spLocks noChangeArrowheads="1"/>
            </p:cNvSpPr>
            <p:nvPr/>
          </p:nvSpPr>
          <p:spPr bwMode="auto">
            <a:xfrm>
              <a:off x="3203575" y="5373688"/>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Oval 25">
              <a:extLst>
                <a:ext uri="{FF2B5EF4-FFF2-40B4-BE49-F238E27FC236}">
                  <a16:creationId xmlns:a16="http://schemas.microsoft.com/office/drawing/2014/main" id="{80770241-57DC-4812-AA99-5DC063B8B573}"/>
                </a:ext>
              </a:extLst>
            </p:cNvPr>
            <p:cNvSpPr>
              <a:spLocks noChangeArrowheads="1"/>
            </p:cNvSpPr>
            <p:nvPr/>
          </p:nvSpPr>
          <p:spPr bwMode="auto">
            <a:xfrm>
              <a:off x="3708400" y="5084763"/>
              <a:ext cx="144463" cy="144462"/>
            </a:xfrm>
            <a:prstGeom prst="ellipse">
              <a:avLst/>
            </a:prstGeom>
            <a:solidFill>
              <a:srgbClr val="000099"/>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Text Box 26">
              <a:extLst>
                <a:ext uri="{FF2B5EF4-FFF2-40B4-BE49-F238E27FC236}">
                  <a16:creationId xmlns:a16="http://schemas.microsoft.com/office/drawing/2014/main" id="{53971602-9CA2-4FB4-886E-F4412F4FC560}"/>
                </a:ext>
              </a:extLst>
            </p:cNvPr>
            <p:cNvSpPr txBox="1">
              <a:spLocks noChangeArrowheads="1"/>
            </p:cNvSpPr>
            <p:nvPr/>
          </p:nvSpPr>
          <p:spPr bwMode="auto">
            <a:xfrm>
              <a:off x="4284663" y="2205038"/>
              <a:ext cx="935037"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投资</a:t>
              </a:r>
            </a:p>
          </p:txBody>
        </p:sp>
        <p:sp>
          <p:nvSpPr>
            <p:cNvPr id="51" name="Text Box 27">
              <a:extLst>
                <a:ext uri="{FF2B5EF4-FFF2-40B4-BE49-F238E27FC236}">
                  <a16:creationId xmlns:a16="http://schemas.microsoft.com/office/drawing/2014/main" id="{EFA93880-223B-4AEE-A015-1060B784068B}"/>
                </a:ext>
              </a:extLst>
            </p:cNvPr>
            <p:cNvSpPr txBox="1">
              <a:spLocks noChangeArrowheads="1"/>
            </p:cNvSpPr>
            <p:nvPr/>
          </p:nvSpPr>
          <p:spPr bwMode="auto">
            <a:xfrm>
              <a:off x="5003799" y="4365625"/>
              <a:ext cx="764148" cy="43477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dirty="0">
                  <a:solidFill>
                    <a:srgbClr val="0066CC"/>
                  </a:solidFill>
                  <a:latin typeface="黑体" panose="02010609060101010101" pitchFamily="49" charset="-122"/>
                  <a:ea typeface="黑体" panose="02010609060101010101" pitchFamily="49" charset="-122"/>
                </a:rPr>
                <a:t>分析</a:t>
              </a:r>
            </a:p>
          </p:txBody>
        </p:sp>
        <p:sp>
          <p:nvSpPr>
            <p:cNvPr id="53" name="Text Box 28">
              <a:extLst>
                <a:ext uri="{FF2B5EF4-FFF2-40B4-BE49-F238E27FC236}">
                  <a16:creationId xmlns:a16="http://schemas.microsoft.com/office/drawing/2014/main" id="{9B386027-ECB6-4E7C-ADE4-1262FD5578A0}"/>
                </a:ext>
              </a:extLst>
            </p:cNvPr>
            <p:cNvSpPr txBox="1">
              <a:spLocks noChangeArrowheads="1"/>
            </p:cNvSpPr>
            <p:nvPr/>
          </p:nvSpPr>
          <p:spPr bwMode="auto">
            <a:xfrm>
              <a:off x="5580063" y="5157788"/>
              <a:ext cx="1008062"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设计</a:t>
              </a:r>
            </a:p>
          </p:txBody>
        </p:sp>
        <p:sp>
          <p:nvSpPr>
            <p:cNvPr id="55" name="Text Box 29">
              <a:extLst>
                <a:ext uri="{FF2B5EF4-FFF2-40B4-BE49-F238E27FC236}">
                  <a16:creationId xmlns:a16="http://schemas.microsoft.com/office/drawing/2014/main" id="{AEDB649C-E522-4132-ACE4-2EFAA952CE04}"/>
                </a:ext>
              </a:extLst>
            </p:cNvPr>
            <p:cNvSpPr txBox="1">
              <a:spLocks noChangeArrowheads="1"/>
            </p:cNvSpPr>
            <p:nvPr/>
          </p:nvSpPr>
          <p:spPr bwMode="auto">
            <a:xfrm>
              <a:off x="6300788" y="4365625"/>
              <a:ext cx="860425"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构建</a:t>
              </a:r>
            </a:p>
          </p:txBody>
        </p:sp>
        <p:sp>
          <p:nvSpPr>
            <p:cNvPr id="57" name="Text Box 30">
              <a:extLst>
                <a:ext uri="{FF2B5EF4-FFF2-40B4-BE49-F238E27FC236}">
                  <a16:creationId xmlns:a16="http://schemas.microsoft.com/office/drawing/2014/main" id="{48D911BF-991D-48BD-A1C9-F36C254DD22D}"/>
                </a:ext>
              </a:extLst>
            </p:cNvPr>
            <p:cNvSpPr txBox="1">
              <a:spLocks noChangeArrowheads="1"/>
            </p:cNvSpPr>
            <p:nvPr/>
          </p:nvSpPr>
          <p:spPr bwMode="auto">
            <a:xfrm>
              <a:off x="7308850" y="5157788"/>
              <a:ext cx="1584325"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dirty="0">
                  <a:solidFill>
                    <a:srgbClr val="0066CC"/>
                  </a:solidFill>
                  <a:latin typeface="黑体" panose="02010609060101010101" pitchFamily="49" charset="-122"/>
                  <a:ea typeface="黑体" panose="02010609060101010101" pitchFamily="49" charset="-122"/>
                </a:rPr>
                <a:t>运行和维护</a:t>
              </a:r>
            </a:p>
          </p:txBody>
        </p:sp>
        <p:sp>
          <p:nvSpPr>
            <p:cNvPr id="59" name="Text Box 31">
              <a:extLst>
                <a:ext uri="{FF2B5EF4-FFF2-40B4-BE49-F238E27FC236}">
                  <a16:creationId xmlns:a16="http://schemas.microsoft.com/office/drawing/2014/main" id="{8747520B-0398-45B4-BDA6-D803C802907A}"/>
                </a:ext>
              </a:extLst>
            </p:cNvPr>
            <p:cNvSpPr txBox="1">
              <a:spLocks noChangeArrowheads="1"/>
            </p:cNvSpPr>
            <p:nvPr/>
          </p:nvSpPr>
          <p:spPr bwMode="auto">
            <a:xfrm>
              <a:off x="4356100" y="2997200"/>
              <a:ext cx="107950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效益</a:t>
              </a:r>
            </a:p>
          </p:txBody>
        </p:sp>
        <p:sp>
          <p:nvSpPr>
            <p:cNvPr id="61" name="Text Box 32">
              <a:extLst>
                <a:ext uri="{FF2B5EF4-FFF2-40B4-BE49-F238E27FC236}">
                  <a16:creationId xmlns:a16="http://schemas.microsoft.com/office/drawing/2014/main" id="{563EA687-A01F-49FC-B907-87D8C413338F}"/>
                </a:ext>
              </a:extLst>
            </p:cNvPr>
            <p:cNvSpPr txBox="1">
              <a:spLocks noChangeArrowheads="1"/>
            </p:cNvSpPr>
            <p:nvPr/>
          </p:nvSpPr>
          <p:spPr bwMode="auto">
            <a:xfrm>
              <a:off x="3279626" y="2568915"/>
              <a:ext cx="860425"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dirty="0">
                  <a:solidFill>
                    <a:srgbClr val="0066CC"/>
                  </a:solidFill>
                  <a:latin typeface="黑体" panose="02010609060101010101" pitchFamily="49" charset="-122"/>
                  <a:ea typeface="黑体" panose="02010609060101010101" pitchFamily="49" charset="-122"/>
                </a:rPr>
                <a:t>成本</a:t>
              </a:r>
            </a:p>
          </p:txBody>
        </p:sp>
        <p:sp>
          <p:nvSpPr>
            <p:cNvPr id="63" name="Text Box 33">
              <a:extLst>
                <a:ext uri="{FF2B5EF4-FFF2-40B4-BE49-F238E27FC236}">
                  <a16:creationId xmlns:a16="http://schemas.microsoft.com/office/drawing/2014/main" id="{B6713E9D-A15E-4DDC-9FD9-9F12D600FBE8}"/>
                </a:ext>
              </a:extLst>
            </p:cNvPr>
            <p:cNvSpPr txBox="1">
              <a:spLocks noChangeArrowheads="1"/>
            </p:cNvSpPr>
            <p:nvPr/>
          </p:nvSpPr>
          <p:spPr bwMode="auto">
            <a:xfrm>
              <a:off x="3276600" y="3357563"/>
              <a:ext cx="785811" cy="43477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just"/>
              <a:r>
                <a:rPr lang="zh-CN" altLang="en-US" u="none" dirty="0">
                  <a:solidFill>
                    <a:srgbClr val="0066CC"/>
                  </a:solidFill>
                  <a:latin typeface="黑体" panose="02010609060101010101" pitchFamily="49" charset="-122"/>
                  <a:ea typeface="黑体" panose="02010609060101010101" pitchFamily="49" charset="-122"/>
                </a:rPr>
                <a:t>定价</a:t>
              </a:r>
            </a:p>
          </p:txBody>
        </p:sp>
        <p:sp>
          <p:nvSpPr>
            <p:cNvPr id="65" name="Text Box 34">
              <a:extLst>
                <a:ext uri="{FF2B5EF4-FFF2-40B4-BE49-F238E27FC236}">
                  <a16:creationId xmlns:a16="http://schemas.microsoft.com/office/drawing/2014/main" id="{82D35726-F61C-4388-830C-6B179DC8C3D4}"/>
                </a:ext>
              </a:extLst>
            </p:cNvPr>
            <p:cNvSpPr txBox="1">
              <a:spLocks noChangeArrowheads="1"/>
            </p:cNvSpPr>
            <p:nvPr/>
          </p:nvSpPr>
          <p:spPr bwMode="auto">
            <a:xfrm>
              <a:off x="4356100" y="3716338"/>
              <a:ext cx="1152525"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工期</a:t>
              </a:r>
            </a:p>
          </p:txBody>
        </p:sp>
        <p:sp>
          <p:nvSpPr>
            <p:cNvPr id="67" name="Text Box 35">
              <a:extLst>
                <a:ext uri="{FF2B5EF4-FFF2-40B4-BE49-F238E27FC236}">
                  <a16:creationId xmlns:a16="http://schemas.microsoft.com/office/drawing/2014/main" id="{C593360F-0143-4030-A196-B6CA0226C31C}"/>
                </a:ext>
              </a:extLst>
            </p:cNvPr>
            <p:cNvSpPr txBox="1">
              <a:spLocks noChangeArrowheads="1"/>
            </p:cNvSpPr>
            <p:nvPr/>
          </p:nvSpPr>
          <p:spPr bwMode="auto">
            <a:xfrm>
              <a:off x="3187701" y="4300412"/>
              <a:ext cx="874713"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dirty="0">
                  <a:solidFill>
                    <a:srgbClr val="0066CC"/>
                  </a:solidFill>
                  <a:latin typeface="黑体" panose="02010609060101010101" pitchFamily="49" charset="-122"/>
                  <a:ea typeface="黑体" panose="02010609060101010101" pitchFamily="49" charset="-122"/>
                </a:rPr>
                <a:t>生产率</a:t>
              </a:r>
            </a:p>
          </p:txBody>
        </p:sp>
        <p:sp>
          <p:nvSpPr>
            <p:cNvPr id="69" name="Text Box 36">
              <a:extLst>
                <a:ext uri="{FF2B5EF4-FFF2-40B4-BE49-F238E27FC236}">
                  <a16:creationId xmlns:a16="http://schemas.microsoft.com/office/drawing/2014/main" id="{47533379-10D5-47A1-B0CA-652AA5A41405}"/>
                </a:ext>
              </a:extLst>
            </p:cNvPr>
            <p:cNvSpPr txBox="1">
              <a:spLocks noChangeArrowheads="1"/>
            </p:cNvSpPr>
            <p:nvPr/>
          </p:nvSpPr>
          <p:spPr bwMode="auto">
            <a:xfrm>
              <a:off x="3779838" y="5157788"/>
              <a:ext cx="414337"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dirty="0">
                  <a:solidFill>
                    <a:srgbClr val="0066CC"/>
                  </a:solidFill>
                  <a:latin typeface="黑体" panose="02010609060101010101" pitchFamily="49" charset="-122"/>
                  <a:ea typeface="黑体" panose="02010609060101010101" pitchFamily="49" charset="-122"/>
                </a:rPr>
                <a:t>人</a:t>
              </a:r>
            </a:p>
          </p:txBody>
        </p:sp>
        <p:sp>
          <p:nvSpPr>
            <p:cNvPr id="71" name="Text Box 37">
              <a:extLst>
                <a:ext uri="{FF2B5EF4-FFF2-40B4-BE49-F238E27FC236}">
                  <a16:creationId xmlns:a16="http://schemas.microsoft.com/office/drawing/2014/main" id="{782C3A15-E1ED-4D4A-82B8-FE5F0713C949}"/>
                </a:ext>
              </a:extLst>
            </p:cNvPr>
            <p:cNvSpPr txBox="1">
              <a:spLocks noChangeArrowheads="1"/>
            </p:cNvSpPr>
            <p:nvPr/>
          </p:nvSpPr>
          <p:spPr bwMode="auto">
            <a:xfrm>
              <a:off x="2627313" y="5013325"/>
              <a:ext cx="1004887"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软件</a:t>
              </a:r>
            </a:p>
          </p:txBody>
        </p:sp>
        <p:sp>
          <p:nvSpPr>
            <p:cNvPr id="73" name="Text Box 38">
              <a:extLst>
                <a:ext uri="{FF2B5EF4-FFF2-40B4-BE49-F238E27FC236}">
                  <a16:creationId xmlns:a16="http://schemas.microsoft.com/office/drawing/2014/main" id="{0E13A4AA-CF0E-44AD-9DC8-2DAFC29286CB}"/>
                </a:ext>
              </a:extLst>
            </p:cNvPr>
            <p:cNvSpPr txBox="1">
              <a:spLocks noChangeArrowheads="1"/>
            </p:cNvSpPr>
            <p:nvPr/>
          </p:nvSpPr>
          <p:spPr bwMode="auto">
            <a:xfrm>
              <a:off x="2916238" y="5734050"/>
              <a:ext cx="86360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硬件</a:t>
              </a:r>
            </a:p>
          </p:txBody>
        </p:sp>
        <p:sp>
          <p:nvSpPr>
            <p:cNvPr id="75" name="Text Box 39">
              <a:extLst>
                <a:ext uri="{FF2B5EF4-FFF2-40B4-BE49-F238E27FC236}">
                  <a16:creationId xmlns:a16="http://schemas.microsoft.com/office/drawing/2014/main" id="{F7C875E3-9F22-4A39-961E-DFAA286C545B}"/>
                </a:ext>
              </a:extLst>
            </p:cNvPr>
            <p:cNvSpPr txBox="1">
              <a:spLocks noChangeArrowheads="1"/>
            </p:cNvSpPr>
            <p:nvPr/>
          </p:nvSpPr>
          <p:spPr bwMode="auto">
            <a:xfrm>
              <a:off x="1692275" y="5661025"/>
              <a:ext cx="86360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数据</a:t>
              </a:r>
            </a:p>
          </p:txBody>
        </p:sp>
        <p:sp>
          <p:nvSpPr>
            <p:cNvPr id="77" name="Text Box 40">
              <a:extLst>
                <a:ext uri="{FF2B5EF4-FFF2-40B4-BE49-F238E27FC236}">
                  <a16:creationId xmlns:a16="http://schemas.microsoft.com/office/drawing/2014/main" id="{738B448D-0E09-400D-8712-98211D34F921}"/>
                </a:ext>
              </a:extLst>
            </p:cNvPr>
            <p:cNvSpPr txBox="1">
              <a:spLocks noChangeArrowheads="1"/>
            </p:cNvSpPr>
            <p:nvPr/>
          </p:nvSpPr>
          <p:spPr bwMode="auto">
            <a:xfrm>
              <a:off x="4284663" y="5013325"/>
              <a:ext cx="860425"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solidFill>
                    <a:srgbClr val="0066CC"/>
                  </a:solidFill>
                  <a:latin typeface="黑体" panose="02010609060101010101" pitchFamily="49" charset="-122"/>
                  <a:ea typeface="黑体" panose="02010609060101010101" pitchFamily="49" charset="-122"/>
                </a:rPr>
                <a:t>规划</a:t>
              </a:r>
            </a:p>
          </p:txBody>
        </p:sp>
        <p:sp>
          <p:nvSpPr>
            <p:cNvPr id="79" name="Text Box 42">
              <a:extLst>
                <a:ext uri="{FF2B5EF4-FFF2-40B4-BE49-F238E27FC236}">
                  <a16:creationId xmlns:a16="http://schemas.microsoft.com/office/drawing/2014/main" id="{7D43D124-A1A0-48AD-B480-52ADAA4764B8}"/>
                </a:ext>
              </a:extLst>
            </p:cNvPr>
            <p:cNvSpPr txBox="1">
              <a:spLocks noChangeArrowheads="1"/>
            </p:cNvSpPr>
            <p:nvPr/>
          </p:nvSpPr>
          <p:spPr bwMode="auto">
            <a:xfrm>
              <a:off x="3995738" y="4854575"/>
              <a:ext cx="300037"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solidFill>
                    <a:srgbClr val="D60093"/>
                  </a:solidFill>
                  <a:latin typeface="黑体" panose="02010609060101010101" pitchFamily="49" charset="-122"/>
                  <a:ea typeface="黑体" panose="02010609060101010101" pitchFamily="49" charset="-122"/>
                </a:rPr>
                <a:t>O</a:t>
              </a:r>
              <a:endParaRPr lang="zh-CN" altLang="en-US" u="none">
                <a:solidFill>
                  <a:srgbClr val="D60093"/>
                </a:solidFill>
                <a:latin typeface="黑体" panose="02010609060101010101" pitchFamily="49" charset="-122"/>
                <a:ea typeface="黑体" panose="02010609060101010101" pitchFamily="49" charset="-122"/>
              </a:endParaRPr>
            </a:p>
          </p:txBody>
        </p:sp>
      </p:grpSp>
      <p:sp>
        <p:nvSpPr>
          <p:cNvPr id="6" name="Text Box 10">
            <a:extLst>
              <a:ext uri="{FF2B5EF4-FFF2-40B4-BE49-F238E27FC236}">
                <a16:creationId xmlns:a16="http://schemas.microsoft.com/office/drawing/2014/main" id="{DFF5653C-6F6E-4AC7-BA31-51554BB07C4C}"/>
              </a:ext>
            </a:extLst>
          </p:cNvPr>
          <p:cNvSpPr txBox="1">
            <a:spLocks noChangeArrowheads="1"/>
          </p:cNvSpPr>
          <p:nvPr/>
        </p:nvSpPr>
        <p:spPr bwMode="auto">
          <a:xfrm>
            <a:off x="7565305" y="3010318"/>
            <a:ext cx="954107" cy="40011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2000" dirty="0">
                <a:solidFill>
                  <a:srgbClr val="D60093"/>
                </a:solidFill>
              </a:rPr>
              <a:t>时间</a:t>
            </a:r>
            <a:r>
              <a:rPr lang="zh-CN" altLang="en-US" sz="2000" u="none" dirty="0">
                <a:solidFill>
                  <a:srgbClr val="D60093"/>
                </a:solidFill>
              </a:rPr>
              <a:t>维</a:t>
            </a:r>
          </a:p>
        </p:txBody>
      </p:sp>
    </p:spTree>
    <p:extLst>
      <p:ext uri="{BB962C8B-B14F-4D97-AF65-F5344CB8AC3E}">
        <p14:creationId xmlns:p14="http://schemas.microsoft.com/office/powerpoint/2010/main" val="14174968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工程经济活动关联表</a:t>
            </a:r>
          </a:p>
        </p:txBody>
      </p:sp>
      <p:grpSp>
        <p:nvGrpSpPr>
          <p:cNvPr id="3" name="组合 2">
            <a:extLst>
              <a:ext uri="{FF2B5EF4-FFF2-40B4-BE49-F238E27FC236}">
                <a16:creationId xmlns:a16="http://schemas.microsoft.com/office/drawing/2014/main" id="{ADBAF459-7029-4087-A612-4C5D9925C51F}"/>
              </a:ext>
            </a:extLst>
          </p:cNvPr>
          <p:cNvGrpSpPr/>
          <p:nvPr/>
        </p:nvGrpSpPr>
        <p:grpSpPr>
          <a:xfrm>
            <a:off x="1187547" y="650582"/>
            <a:ext cx="6768905" cy="4099606"/>
            <a:chOff x="0" y="620713"/>
            <a:chExt cx="9144000" cy="5688012"/>
          </a:xfrm>
        </p:grpSpPr>
        <p:sp>
          <p:nvSpPr>
            <p:cNvPr id="65" name="Text Box 4">
              <a:extLst>
                <a:ext uri="{FF2B5EF4-FFF2-40B4-BE49-F238E27FC236}">
                  <a16:creationId xmlns:a16="http://schemas.microsoft.com/office/drawing/2014/main" id="{E0E9DCD5-0F6A-468B-B586-2C1822799200}"/>
                </a:ext>
              </a:extLst>
            </p:cNvPr>
            <p:cNvSpPr txBox="1">
              <a:spLocks noChangeArrowheads="1"/>
            </p:cNvSpPr>
            <p:nvPr/>
          </p:nvSpPr>
          <p:spPr bwMode="auto">
            <a:xfrm>
              <a:off x="0" y="836612"/>
              <a:ext cx="1524000" cy="38432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dirty="0">
                  <a:ea typeface="黑体" panose="02010609060101010101" pitchFamily="49" charset="-122"/>
                </a:rPr>
                <a:t>可行性分析</a:t>
              </a:r>
            </a:p>
          </p:txBody>
        </p:sp>
        <p:sp>
          <p:nvSpPr>
            <p:cNvPr id="66" name="Text Box 5">
              <a:extLst>
                <a:ext uri="{FF2B5EF4-FFF2-40B4-BE49-F238E27FC236}">
                  <a16:creationId xmlns:a16="http://schemas.microsoft.com/office/drawing/2014/main" id="{C3585E4D-393F-472A-9CDD-3680043E236A}"/>
                </a:ext>
              </a:extLst>
            </p:cNvPr>
            <p:cNvSpPr txBox="1">
              <a:spLocks noChangeArrowheads="1"/>
            </p:cNvSpPr>
            <p:nvPr/>
          </p:nvSpPr>
          <p:spPr bwMode="auto">
            <a:xfrm>
              <a:off x="2421697" y="620713"/>
              <a:ext cx="1641545" cy="58250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dirty="0">
                  <a:ea typeface="黑体" panose="02010609060101010101" pitchFamily="49" charset="-122"/>
                </a:rPr>
                <a:t>成本质量、</a:t>
              </a:r>
            </a:p>
            <a:p>
              <a:pPr algn="ctr"/>
              <a:r>
                <a:rPr lang="zh-CN" altLang="en-US" sz="1200" u="none" dirty="0">
                  <a:ea typeface="黑体" panose="02010609060101010101" pitchFamily="49" charset="-122"/>
                </a:rPr>
                <a:t>工期与进度控制</a:t>
              </a:r>
            </a:p>
          </p:txBody>
        </p:sp>
        <p:sp>
          <p:nvSpPr>
            <p:cNvPr id="67" name="Text Box 6">
              <a:extLst>
                <a:ext uri="{FF2B5EF4-FFF2-40B4-BE49-F238E27FC236}">
                  <a16:creationId xmlns:a16="http://schemas.microsoft.com/office/drawing/2014/main" id="{B3422E1B-FC0E-4C57-85FE-CFE3F5ECC2B1}"/>
                </a:ext>
              </a:extLst>
            </p:cNvPr>
            <p:cNvSpPr txBox="1">
              <a:spLocks noChangeArrowheads="1"/>
            </p:cNvSpPr>
            <p:nvPr/>
          </p:nvSpPr>
          <p:spPr bwMode="auto">
            <a:xfrm>
              <a:off x="4284662" y="836612"/>
              <a:ext cx="1040978" cy="349502"/>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200" u="none" dirty="0">
                  <a:ea typeface="黑体" panose="02010609060101010101" pitchFamily="49" charset="-122"/>
                </a:rPr>
                <a:t>风险控制</a:t>
              </a:r>
            </a:p>
          </p:txBody>
        </p:sp>
        <p:sp>
          <p:nvSpPr>
            <p:cNvPr id="68" name="Oval 7">
              <a:extLst>
                <a:ext uri="{FF2B5EF4-FFF2-40B4-BE49-F238E27FC236}">
                  <a16:creationId xmlns:a16="http://schemas.microsoft.com/office/drawing/2014/main" id="{05887F3E-96E9-415B-82BF-FA579A21A83A}"/>
                </a:ext>
              </a:extLst>
            </p:cNvPr>
            <p:cNvSpPr>
              <a:spLocks noChangeArrowheads="1"/>
            </p:cNvSpPr>
            <p:nvPr/>
          </p:nvSpPr>
          <p:spPr bwMode="auto">
            <a:xfrm>
              <a:off x="7775575" y="765175"/>
              <a:ext cx="1368425" cy="576263"/>
            </a:xfrm>
            <a:prstGeom prst="ellipse">
              <a:avLst/>
            </a:prstGeom>
            <a:noFill/>
            <a:ln w="9525" algn="ctr">
              <a:solidFill>
                <a:srgbClr val="03071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税金</a:t>
              </a:r>
            </a:p>
          </p:txBody>
        </p:sp>
        <p:sp>
          <p:nvSpPr>
            <p:cNvPr id="69" name="Rectangle 8">
              <a:extLst>
                <a:ext uri="{FF2B5EF4-FFF2-40B4-BE49-F238E27FC236}">
                  <a16:creationId xmlns:a16="http://schemas.microsoft.com/office/drawing/2014/main" id="{0C20302C-D9A4-4943-AF9F-09CA9B405ED5}"/>
                </a:ext>
              </a:extLst>
            </p:cNvPr>
            <p:cNvSpPr>
              <a:spLocks noChangeArrowheads="1"/>
            </p:cNvSpPr>
            <p:nvPr/>
          </p:nvSpPr>
          <p:spPr bwMode="auto">
            <a:xfrm>
              <a:off x="0" y="2349500"/>
              <a:ext cx="431800" cy="1511300"/>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招</a:t>
              </a:r>
            </a:p>
            <a:p>
              <a:pPr algn="ctr"/>
              <a:r>
                <a:rPr lang="zh-CN" altLang="en-US" sz="1200" u="none">
                  <a:ea typeface="黑体" panose="02010609060101010101" pitchFamily="49" charset="-122"/>
                </a:rPr>
                <a:t>标</a:t>
              </a:r>
            </a:p>
            <a:p>
              <a:pPr algn="ctr"/>
              <a:r>
                <a:rPr lang="zh-CN" altLang="en-US" sz="1200" u="none">
                  <a:ea typeface="黑体" panose="02010609060101010101" pitchFamily="49" charset="-122"/>
                </a:rPr>
                <a:t>与</a:t>
              </a:r>
            </a:p>
            <a:p>
              <a:pPr algn="ctr"/>
              <a:r>
                <a:rPr lang="zh-CN" altLang="en-US" sz="1200" u="none">
                  <a:ea typeface="黑体" panose="02010609060101010101" pitchFamily="49" charset="-122"/>
                </a:rPr>
                <a:t>投</a:t>
              </a:r>
            </a:p>
            <a:p>
              <a:pPr algn="ctr"/>
              <a:r>
                <a:rPr lang="zh-CN" altLang="en-US" sz="1200" u="none">
                  <a:ea typeface="黑体" panose="02010609060101010101" pitchFamily="49" charset="-122"/>
                </a:rPr>
                <a:t>标</a:t>
              </a:r>
            </a:p>
          </p:txBody>
        </p:sp>
        <p:sp>
          <p:nvSpPr>
            <p:cNvPr id="70" name="Rectangle 9">
              <a:extLst>
                <a:ext uri="{FF2B5EF4-FFF2-40B4-BE49-F238E27FC236}">
                  <a16:creationId xmlns:a16="http://schemas.microsoft.com/office/drawing/2014/main" id="{26F02631-4F2C-4132-BFFC-FC1517769EB9}"/>
                </a:ext>
              </a:extLst>
            </p:cNvPr>
            <p:cNvSpPr>
              <a:spLocks noChangeArrowheads="1"/>
            </p:cNvSpPr>
            <p:nvPr/>
          </p:nvSpPr>
          <p:spPr bwMode="auto">
            <a:xfrm>
              <a:off x="684213" y="2349500"/>
              <a:ext cx="431800" cy="273526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时</a:t>
              </a:r>
            </a:p>
            <a:p>
              <a:pPr algn="ctr"/>
              <a:r>
                <a:rPr lang="zh-CN" altLang="en-US" sz="1200" u="none">
                  <a:ea typeface="黑体" panose="02010609060101010101" pitchFamily="49" charset="-122"/>
                </a:rPr>
                <a:t>间</a:t>
              </a:r>
            </a:p>
            <a:p>
              <a:pPr algn="ctr"/>
              <a:r>
                <a:rPr lang="zh-CN" altLang="en-US" sz="1200" u="none">
                  <a:ea typeface="黑体" panose="02010609060101010101" pitchFamily="49" charset="-122"/>
                </a:rPr>
                <a:t>、</a:t>
              </a:r>
            </a:p>
            <a:p>
              <a:pPr algn="ctr"/>
              <a:r>
                <a:rPr lang="zh-CN" altLang="en-US" sz="1200" u="none">
                  <a:ea typeface="黑体" panose="02010609060101010101" pitchFamily="49" charset="-122"/>
                </a:rPr>
                <a:t>资</a:t>
              </a:r>
            </a:p>
            <a:p>
              <a:pPr algn="ctr"/>
              <a:r>
                <a:rPr lang="zh-CN" altLang="en-US" sz="1200" u="none">
                  <a:ea typeface="黑体" panose="02010609060101010101" pitchFamily="49" charset="-122"/>
                </a:rPr>
                <a:t>源</a:t>
              </a:r>
            </a:p>
            <a:p>
              <a:pPr algn="ctr"/>
              <a:r>
                <a:rPr lang="zh-CN" altLang="en-US" sz="1200" u="none">
                  <a:ea typeface="黑体" panose="02010609060101010101" pitchFamily="49" charset="-122"/>
                </a:rPr>
                <a:t>、</a:t>
              </a:r>
            </a:p>
            <a:p>
              <a:pPr algn="ctr"/>
              <a:r>
                <a:rPr lang="zh-CN" altLang="en-US" sz="1200" u="none">
                  <a:ea typeface="黑体" panose="02010609060101010101" pitchFamily="49" charset="-122"/>
                </a:rPr>
                <a:t>成</a:t>
              </a:r>
            </a:p>
            <a:p>
              <a:pPr algn="ctr"/>
              <a:r>
                <a:rPr lang="zh-CN" altLang="en-US" sz="1200" u="none">
                  <a:ea typeface="黑体" panose="02010609060101010101" pitchFamily="49" charset="-122"/>
                </a:rPr>
                <a:t>本</a:t>
              </a:r>
            </a:p>
            <a:p>
              <a:pPr algn="ctr"/>
              <a:r>
                <a:rPr lang="zh-CN" altLang="en-US" sz="1200" u="none">
                  <a:ea typeface="黑体" panose="02010609060101010101" pitchFamily="49" charset="-122"/>
                </a:rPr>
                <a:t>计</a:t>
              </a:r>
            </a:p>
            <a:p>
              <a:pPr algn="ctr"/>
              <a:r>
                <a:rPr lang="zh-CN" altLang="en-US" sz="1200" u="none">
                  <a:ea typeface="黑体" panose="02010609060101010101" pitchFamily="49" charset="-122"/>
                </a:rPr>
                <a:t>划</a:t>
              </a:r>
            </a:p>
          </p:txBody>
        </p:sp>
        <p:sp>
          <p:nvSpPr>
            <p:cNvPr id="71" name="Rectangle 10">
              <a:extLst>
                <a:ext uri="{FF2B5EF4-FFF2-40B4-BE49-F238E27FC236}">
                  <a16:creationId xmlns:a16="http://schemas.microsoft.com/office/drawing/2014/main" id="{C47934F5-813A-4F44-AADE-217ED8BF77DF}"/>
                </a:ext>
              </a:extLst>
            </p:cNvPr>
            <p:cNvSpPr>
              <a:spLocks noChangeArrowheads="1"/>
            </p:cNvSpPr>
            <p:nvPr/>
          </p:nvSpPr>
          <p:spPr bwMode="auto">
            <a:xfrm>
              <a:off x="1476375" y="2349500"/>
              <a:ext cx="431800" cy="1511300"/>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投</a:t>
              </a:r>
            </a:p>
            <a:p>
              <a:pPr algn="ctr"/>
              <a:r>
                <a:rPr lang="zh-CN" altLang="en-US" sz="1200" u="none">
                  <a:ea typeface="黑体" panose="02010609060101010101" pitchFamily="49" charset="-122"/>
                </a:rPr>
                <a:t>资</a:t>
              </a:r>
            </a:p>
            <a:p>
              <a:pPr algn="ctr"/>
              <a:r>
                <a:rPr lang="zh-CN" altLang="en-US" sz="1200" u="none">
                  <a:ea typeface="黑体" panose="02010609060101010101" pitchFamily="49" charset="-122"/>
                </a:rPr>
                <a:t>与</a:t>
              </a:r>
            </a:p>
            <a:p>
              <a:pPr algn="ctr"/>
              <a:r>
                <a:rPr lang="zh-CN" altLang="en-US" sz="1200" u="none">
                  <a:ea typeface="黑体" panose="02010609060101010101" pitchFamily="49" charset="-122"/>
                </a:rPr>
                <a:t>融</a:t>
              </a:r>
            </a:p>
            <a:p>
              <a:pPr algn="ctr"/>
              <a:r>
                <a:rPr lang="zh-CN" altLang="en-US" sz="1200" u="none">
                  <a:ea typeface="黑体" panose="02010609060101010101" pitchFamily="49" charset="-122"/>
                </a:rPr>
                <a:t>资</a:t>
              </a:r>
            </a:p>
          </p:txBody>
        </p:sp>
        <p:sp>
          <p:nvSpPr>
            <p:cNvPr id="72" name="Rectangle 11">
              <a:extLst>
                <a:ext uri="{FF2B5EF4-FFF2-40B4-BE49-F238E27FC236}">
                  <a16:creationId xmlns:a16="http://schemas.microsoft.com/office/drawing/2014/main" id="{3C129912-1C95-4FEF-9042-CF9D117FA89A}"/>
                </a:ext>
              </a:extLst>
            </p:cNvPr>
            <p:cNvSpPr>
              <a:spLocks noChangeArrowheads="1"/>
            </p:cNvSpPr>
            <p:nvPr/>
          </p:nvSpPr>
          <p:spPr bwMode="auto">
            <a:xfrm>
              <a:off x="2411413" y="2349500"/>
              <a:ext cx="431800" cy="295116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固</a:t>
              </a:r>
            </a:p>
            <a:p>
              <a:pPr algn="ctr"/>
              <a:r>
                <a:rPr lang="zh-CN" altLang="en-US" sz="1200" u="none">
                  <a:ea typeface="黑体" panose="02010609060101010101" pitchFamily="49" charset="-122"/>
                </a:rPr>
                <a:t>定</a:t>
              </a:r>
            </a:p>
            <a:p>
              <a:pPr algn="ctr"/>
              <a:r>
                <a:rPr lang="zh-CN" altLang="en-US" sz="1200" u="none">
                  <a:ea typeface="黑体" panose="02010609060101010101" pitchFamily="49" charset="-122"/>
                </a:rPr>
                <a:t>资</a:t>
              </a:r>
            </a:p>
            <a:p>
              <a:pPr algn="ctr"/>
              <a:r>
                <a:rPr lang="zh-CN" altLang="en-US" sz="1200" u="none">
                  <a:ea typeface="黑体" panose="02010609060101010101" pitchFamily="49" charset="-122"/>
                </a:rPr>
                <a:t>产</a:t>
              </a:r>
            </a:p>
            <a:p>
              <a:pPr algn="ctr"/>
              <a:r>
                <a:rPr lang="zh-CN" altLang="en-US" sz="1200" u="none">
                  <a:ea typeface="黑体" panose="02010609060101010101" pitchFamily="49" charset="-122"/>
                </a:rPr>
                <a:t>的</a:t>
              </a:r>
            </a:p>
            <a:p>
              <a:pPr algn="ctr"/>
              <a:r>
                <a:rPr lang="zh-CN" altLang="en-US" sz="1200" u="none">
                  <a:ea typeface="黑体" panose="02010609060101010101" pitchFamily="49" charset="-122"/>
                </a:rPr>
                <a:t>购</a:t>
              </a:r>
            </a:p>
            <a:p>
              <a:pPr algn="ctr"/>
              <a:r>
                <a:rPr lang="zh-CN" altLang="en-US" sz="1200" u="none">
                  <a:ea typeface="黑体" panose="02010609060101010101" pitchFamily="49" charset="-122"/>
                </a:rPr>
                <a:t>买</a:t>
              </a:r>
            </a:p>
            <a:p>
              <a:pPr algn="ctr"/>
              <a:r>
                <a:rPr lang="zh-CN" altLang="en-US" sz="1200" u="none">
                  <a:ea typeface="黑体" panose="02010609060101010101" pitchFamily="49" charset="-122"/>
                </a:rPr>
                <a:t>与</a:t>
              </a:r>
            </a:p>
            <a:p>
              <a:pPr algn="ctr"/>
              <a:r>
                <a:rPr lang="zh-CN" altLang="en-US" sz="1200" u="none">
                  <a:ea typeface="黑体" panose="02010609060101010101" pitchFamily="49" charset="-122"/>
                </a:rPr>
                <a:t>租</a:t>
              </a:r>
            </a:p>
            <a:p>
              <a:pPr algn="ctr"/>
              <a:r>
                <a:rPr lang="zh-CN" altLang="en-US" sz="1200" u="none">
                  <a:ea typeface="黑体" panose="02010609060101010101" pitchFamily="49" charset="-122"/>
                </a:rPr>
                <a:t>赁</a:t>
              </a:r>
            </a:p>
          </p:txBody>
        </p:sp>
        <p:sp>
          <p:nvSpPr>
            <p:cNvPr id="73" name="Rectangle 12">
              <a:extLst>
                <a:ext uri="{FF2B5EF4-FFF2-40B4-BE49-F238E27FC236}">
                  <a16:creationId xmlns:a16="http://schemas.microsoft.com/office/drawing/2014/main" id="{6FFF1F69-391A-4A23-97DD-230064B9A8B8}"/>
                </a:ext>
              </a:extLst>
            </p:cNvPr>
            <p:cNvSpPr>
              <a:spLocks noChangeArrowheads="1"/>
            </p:cNvSpPr>
            <p:nvPr/>
          </p:nvSpPr>
          <p:spPr bwMode="auto">
            <a:xfrm>
              <a:off x="3132138" y="2349500"/>
              <a:ext cx="431800" cy="208756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团</a:t>
              </a:r>
            </a:p>
            <a:p>
              <a:pPr algn="ctr"/>
              <a:r>
                <a:rPr lang="zh-CN" altLang="en-US" sz="1200" u="none">
                  <a:ea typeface="黑体" panose="02010609060101010101" pitchFamily="49" charset="-122"/>
                </a:rPr>
                <a:t>队</a:t>
              </a:r>
            </a:p>
            <a:p>
              <a:pPr algn="ctr"/>
              <a:r>
                <a:rPr lang="zh-CN" altLang="en-US" sz="1200" u="none">
                  <a:ea typeface="黑体" panose="02010609060101010101" pitchFamily="49" charset="-122"/>
                </a:rPr>
                <a:t>组</a:t>
              </a:r>
            </a:p>
            <a:p>
              <a:pPr algn="ctr"/>
              <a:r>
                <a:rPr lang="zh-CN" altLang="en-US" sz="1200" u="none">
                  <a:ea typeface="黑体" panose="02010609060101010101" pitchFamily="49" charset="-122"/>
                </a:rPr>
                <a:t>织</a:t>
              </a:r>
            </a:p>
            <a:p>
              <a:pPr algn="ctr"/>
              <a:r>
                <a:rPr lang="zh-CN" altLang="en-US" sz="1200" u="none">
                  <a:ea typeface="黑体" panose="02010609060101010101" pitchFamily="49" charset="-122"/>
                </a:rPr>
                <a:t>与</a:t>
              </a:r>
            </a:p>
            <a:p>
              <a:pPr algn="ctr"/>
              <a:r>
                <a:rPr lang="zh-CN" altLang="en-US" sz="1200" u="none">
                  <a:ea typeface="黑体" panose="02010609060101010101" pitchFamily="49" charset="-122"/>
                </a:rPr>
                <a:t>建</a:t>
              </a:r>
            </a:p>
            <a:p>
              <a:pPr algn="ctr"/>
              <a:r>
                <a:rPr lang="zh-CN" altLang="en-US" sz="1200" u="none">
                  <a:ea typeface="黑体" panose="02010609060101010101" pitchFamily="49" charset="-122"/>
                </a:rPr>
                <a:t>设</a:t>
              </a:r>
            </a:p>
          </p:txBody>
        </p:sp>
        <p:sp>
          <p:nvSpPr>
            <p:cNvPr id="74" name="Rectangle 13">
              <a:extLst>
                <a:ext uri="{FF2B5EF4-FFF2-40B4-BE49-F238E27FC236}">
                  <a16:creationId xmlns:a16="http://schemas.microsoft.com/office/drawing/2014/main" id="{F614F7C8-32A0-4DFA-AB0E-38BDD5277E65}"/>
                </a:ext>
              </a:extLst>
            </p:cNvPr>
            <p:cNvSpPr>
              <a:spLocks noChangeArrowheads="1"/>
            </p:cNvSpPr>
            <p:nvPr/>
          </p:nvSpPr>
          <p:spPr bwMode="auto">
            <a:xfrm>
              <a:off x="3924300" y="2349500"/>
              <a:ext cx="431800" cy="2592388"/>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生</a:t>
              </a:r>
            </a:p>
            <a:p>
              <a:pPr algn="ctr"/>
              <a:r>
                <a:rPr lang="zh-CN" altLang="en-US" sz="1200" u="none">
                  <a:ea typeface="黑体" panose="02010609060101010101" pitchFamily="49" charset="-122"/>
                </a:rPr>
                <a:t>产</a:t>
              </a:r>
            </a:p>
            <a:p>
              <a:pPr algn="ctr"/>
              <a:r>
                <a:rPr lang="zh-CN" altLang="en-US" sz="1200" u="none">
                  <a:ea typeface="黑体" panose="02010609060101010101" pitchFamily="49" charset="-122"/>
                </a:rPr>
                <a:t>过</a:t>
              </a:r>
            </a:p>
            <a:p>
              <a:pPr algn="ctr"/>
              <a:r>
                <a:rPr lang="zh-CN" altLang="en-US" sz="1200" u="none">
                  <a:ea typeface="黑体" panose="02010609060101010101" pitchFamily="49" charset="-122"/>
                </a:rPr>
                <a:t>程</a:t>
              </a:r>
            </a:p>
            <a:p>
              <a:pPr algn="ctr"/>
              <a:r>
                <a:rPr lang="zh-CN" altLang="en-US" sz="1200" u="none">
                  <a:ea typeface="黑体" panose="02010609060101010101" pitchFamily="49" charset="-122"/>
                </a:rPr>
                <a:t>设</a:t>
              </a:r>
            </a:p>
            <a:p>
              <a:pPr algn="ctr"/>
              <a:r>
                <a:rPr lang="zh-CN" altLang="en-US" sz="1200" u="none">
                  <a:ea typeface="黑体" panose="02010609060101010101" pitchFamily="49" charset="-122"/>
                </a:rPr>
                <a:t>计</a:t>
              </a:r>
            </a:p>
            <a:p>
              <a:pPr algn="ctr"/>
              <a:r>
                <a:rPr lang="zh-CN" altLang="en-US" sz="1200" u="none">
                  <a:ea typeface="黑体" panose="02010609060101010101" pitchFamily="49" charset="-122"/>
                </a:rPr>
                <a:t>与</a:t>
              </a:r>
            </a:p>
            <a:p>
              <a:pPr algn="ctr"/>
              <a:r>
                <a:rPr lang="zh-CN" altLang="en-US" sz="1200" u="none">
                  <a:ea typeface="黑体" panose="02010609060101010101" pitchFamily="49" charset="-122"/>
                </a:rPr>
                <a:t>分</a:t>
              </a:r>
            </a:p>
            <a:p>
              <a:pPr algn="ctr"/>
              <a:r>
                <a:rPr lang="zh-CN" altLang="en-US" sz="1200" u="none">
                  <a:ea typeface="黑体" panose="02010609060101010101" pitchFamily="49" charset="-122"/>
                </a:rPr>
                <a:t>析</a:t>
              </a:r>
            </a:p>
          </p:txBody>
        </p:sp>
        <p:sp>
          <p:nvSpPr>
            <p:cNvPr id="75" name="Rectangle 14">
              <a:extLst>
                <a:ext uri="{FF2B5EF4-FFF2-40B4-BE49-F238E27FC236}">
                  <a16:creationId xmlns:a16="http://schemas.microsoft.com/office/drawing/2014/main" id="{732CB96B-39C1-4DD8-87BD-4247DEC493F8}"/>
                </a:ext>
              </a:extLst>
            </p:cNvPr>
            <p:cNvSpPr>
              <a:spLocks noChangeArrowheads="1"/>
            </p:cNvSpPr>
            <p:nvPr/>
          </p:nvSpPr>
          <p:spPr bwMode="auto">
            <a:xfrm>
              <a:off x="4716463" y="2349500"/>
              <a:ext cx="431800" cy="2592388"/>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测</a:t>
              </a:r>
            </a:p>
            <a:p>
              <a:pPr algn="ctr"/>
              <a:r>
                <a:rPr lang="zh-CN" altLang="en-US" sz="1200" u="none">
                  <a:ea typeface="黑体" panose="02010609060101010101" pitchFamily="49" charset="-122"/>
                </a:rPr>
                <a:t>试</a:t>
              </a:r>
            </a:p>
            <a:p>
              <a:pPr algn="ctr"/>
              <a:r>
                <a:rPr lang="zh-CN" altLang="en-US" sz="1200" u="none">
                  <a:ea typeface="黑体" panose="02010609060101010101" pitchFamily="49" charset="-122"/>
                </a:rPr>
                <a:t>计</a:t>
              </a:r>
            </a:p>
            <a:p>
              <a:pPr algn="ctr"/>
              <a:r>
                <a:rPr lang="zh-CN" altLang="en-US" sz="1200" u="none">
                  <a:ea typeface="黑体" panose="02010609060101010101" pitchFamily="49" charset="-122"/>
                </a:rPr>
                <a:t>划</a:t>
              </a:r>
            </a:p>
            <a:p>
              <a:pPr algn="ctr"/>
              <a:r>
                <a:rPr lang="zh-CN" altLang="en-US" sz="1200" u="none">
                  <a:ea typeface="黑体" panose="02010609060101010101" pitchFamily="49" charset="-122"/>
                </a:rPr>
                <a:t>与</a:t>
              </a:r>
            </a:p>
            <a:p>
              <a:pPr algn="ctr"/>
              <a:r>
                <a:rPr lang="zh-CN" altLang="en-US" sz="1200" u="none">
                  <a:ea typeface="黑体" panose="02010609060101010101" pitchFamily="49" charset="-122"/>
                </a:rPr>
                <a:t>组</a:t>
              </a:r>
            </a:p>
            <a:p>
              <a:pPr algn="ctr"/>
              <a:r>
                <a:rPr lang="zh-CN" altLang="en-US" sz="1200" u="none">
                  <a:ea typeface="黑体" panose="02010609060101010101" pitchFamily="49" charset="-122"/>
                </a:rPr>
                <a:t>织</a:t>
              </a:r>
            </a:p>
          </p:txBody>
        </p:sp>
        <p:sp>
          <p:nvSpPr>
            <p:cNvPr id="76" name="Rectangle 15">
              <a:extLst>
                <a:ext uri="{FF2B5EF4-FFF2-40B4-BE49-F238E27FC236}">
                  <a16:creationId xmlns:a16="http://schemas.microsoft.com/office/drawing/2014/main" id="{9D8F7200-72F5-4446-926E-20495BBFE4B5}"/>
                </a:ext>
              </a:extLst>
            </p:cNvPr>
            <p:cNvSpPr>
              <a:spLocks noChangeArrowheads="1"/>
            </p:cNvSpPr>
            <p:nvPr/>
          </p:nvSpPr>
          <p:spPr bwMode="auto">
            <a:xfrm>
              <a:off x="6011863" y="2420938"/>
              <a:ext cx="1152525" cy="360362"/>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软件发行</a:t>
              </a:r>
            </a:p>
          </p:txBody>
        </p:sp>
        <p:sp>
          <p:nvSpPr>
            <p:cNvPr id="77" name="Rectangle 16">
              <a:extLst>
                <a:ext uri="{FF2B5EF4-FFF2-40B4-BE49-F238E27FC236}">
                  <a16:creationId xmlns:a16="http://schemas.microsoft.com/office/drawing/2014/main" id="{43590552-C90A-419E-9256-C0238ECD5AD2}"/>
                </a:ext>
              </a:extLst>
            </p:cNvPr>
            <p:cNvSpPr>
              <a:spLocks noChangeArrowheads="1"/>
            </p:cNvSpPr>
            <p:nvPr/>
          </p:nvSpPr>
          <p:spPr bwMode="auto">
            <a:xfrm>
              <a:off x="6011863" y="2997200"/>
              <a:ext cx="1152525" cy="36036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软件定价</a:t>
              </a:r>
            </a:p>
          </p:txBody>
        </p:sp>
        <p:sp>
          <p:nvSpPr>
            <p:cNvPr id="78" name="Rectangle 17">
              <a:extLst>
                <a:ext uri="{FF2B5EF4-FFF2-40B4-BE49-F238E27FC236}">
                  <a16:creationId xmlns:a16="http://schemas.microsoft.com/office/drawing/2014/main" id="{86A14823-F48D-49CC-A0A8-70AB289DFF10}"/>
                </a:ext>
              </a:extLst>
            </p:cNvPr>
            <p:cNvSpPr>
              <a:spLocks noChangeArrowheads="1"/>
            </p:cNvSpPr>
            <p:nvPr/>
          </p:nvSpPr>
          <p:spPr bwMode="auto">
            <a:xfrm>
              <a:off x="6011863" y="3644900"/>
              <a:ext cx="1152525" cy="360363"/>
            </a:xfrm>
            <a:prstGeom prst="rect">
              <a:avLst/>
            </a:prstGeom>
            <a:noFill/>
            <a:ln w="9525" algn="ctr">
              <a:solidFill>
                <a:srgbClr val="03071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软件销售</a:t>
              </a:r>
            </a:p>
          </p:txBody>
        </p:sp>
        <p:sp>
          <p:nvSpPr>
            <p:cNvPr id="79" name="Oval 18">
              <a:extLst>
                <a:ext uri="{FF2B5EF4-FFF2-40B4-BE49-F238E27FC236}">
                  <a16:creationId xmlns:a16="http://schemas.microsoft.com/office/drawing/2014/main" id="{FD9FBCCD-1A20-4225-81C9-44EA89C23FA6}"/>
                </a:ext>
              </a:extLst>
            </p:cNvPr>
            <p:cNvSpPr>
              <a:spLocks noChangeArrowheads="1"/>
            </p:cNvSpPr>
            <p:nvPr/>
          </p:nvSpPr>
          <p:spPr bwMode="auto">
            <a:xfrm>
              <a:off x="7451725" y="2492375"/>
              <a:ext cx="504825" cy="1728788"/>
            </a:xfrm>
            <a:prstGeom prst="ellipse">
              <a:avLst/>
            </a:prstGeom>
            <a:noFill/>
            <a:ln w="9525" algn="ctr">
              <a:solidFill>
                <a:srgbClr val="03071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销</a:t>
              </a:r>
            </a:p>
            <a:p>
              <a:pPr algn="ctr"/>
              <a:r>
                <a:rPr lang="zh-CN" altLang="en-US" sz="1200" u="none">
                  <a:ea typeface="黑体" panose="02010609060101010101" pitchFamily="49" charset="-122"/>
                </a:rPr>
                <a:t>售</a:t>
              </a:r>
            </a:p>
            <a:p>
              <a:pPr algn="ctr"/>
              <a:r>
                <a:rPr lang="zh-CN" altLang="en-US" sz="1200" u="none">
                  <a:ea typeface="黑体" panose="02010609060101010101" pitchFamily="49" charset="-122"/>
                </a:rPr>
                <a:t>收</a:t>
              </a:r>
            </a:p>
            <a:p>
              <a:pPr algn="ctr"/>
              <a:r>
                <a:rPr lang="zh-CN" altLang="en-US" sz="1200" u="none">
                  <a:ea typeface="黑体" panose="02010609060101010101" pitchFamily="49" charset="-122"/>
                </a:rPr>
                <a:t>入</a:t>
              </a:r>
            </a:p>
          </p:txBody>
        </p:sp>
        <p:sp>
          <p:nvSpPr>
            <p:cNvPr id="80" name="Oval 19">
              <a:extLst>
                <a:ext uri="{FF2B5EF4-FFF2-40B4-BE49-F238E27FC236}">
                  <a16:creationId xmlns:a16="http://schemas.microsoft.com/office/drawing/2014/main" id="{5F8421FF-B693-49E1-B1E6-F567439A58CC}"/>
                </a:ext>
              </a:extLst>
            </p:cNvPr>
            <p:cNvSpPr>
              <a:spLocks noChangeArrowheads="1"/>
            </p:cNvSpPr>
            <p:nvPr/>
          </p:nvSpPr>
          <p:spPr bwMode="auto">
            <a:xfrm>
              <a:off x="8316913" y="2492375"/>
              <a:ext cx="504825" cy="1728788"/>
            </a:xfrm>
            <a:prstGeom prst="ellipse">
              <a:avLst/>
            </a:prstGeom>
            <a:noFill/>
            <a:ln w="9525" algn="ctr">
              <a:solidFill>
                <a:srgbClr val="03071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dirty="0">
                  <a:ea typeface="黑体" panose="02010609060101010101" pitchFamily="49" charset="-122"/>
                </a:rPr>
                <a:t>效</a:t>
              </a:r>
            </a:p>
            <a:p>
              <a:pPr algn="ctr"/>
              <a:r>
                <a:rPr lang="zh-CN" altLang="en-US" sz="1200" u="none" dirty="0">
                  <a:ea typeface="黑体" panose="02010609060101010101" pitchFamily="49" charset="-122"/>
                </a:rPr>
                <a:t>益</a:t>
              </a:r>
            </a:p>
            <a:p>
              <a:pPr algn="ctr"/>
              <a:r>
                <a:rPr lang="zh-CN" altLang="en-US" sz="1200" u="none" dirty="0">
                  <a:ea typeface="黑体" panose="02010609060101010101" pitchFamily="49" charset="-122"/>
                </a:rPr>
                <a:t>、</a:t>
              </a:r>
            </a:p>
            <a:p>
              <a:pPr algn="ctr"/>
              <a:r>
                <a:rPr lang="zh-CN" altLang="en-US" sz="1200" u="none" dirty="0">
                  <a:ea typeface="黑体" panose="02010609060101010101" pitchFamily="49" charset="-122"/>
                </a:rPr>
                <a:t>利</a:t>
              </a:r>
            </a:p>
            <a:p>
              <a:pPr algn="ctr"/>
              <a:r>
                <a:rPr lang="zh-CN" altLang="en-US" sz="1200" u="none" dirty="0">
                  <a:ea typeface="黑体" panose="02010609060101010101" pitchFamily="49" charset="-122"/>
                </a:rPr>
                <a:t>润</a:t>
              </a:r>
            </a:p>
          </p:txBody>
        </p:sp>
        <p:sp>
          <p:nvSpPr>
            <p:cNvPr id="81" name="Oval 20">
              <a:extLst>
                <a:ext uri="{FF2B5EF4-FFF2-40B4-BE49-F238E27FC236}">
                  <a16:creationId xmlns:a16="http://schemas.microsoft.com/office/drawing/2014/main" id="{231C78FB-D48B-45B5-A0FC-64AC07E425A6}"/>
                </a:ext>
              </a:extLst>
            </p:cNvPr>
            <p:cNvSpPr>
              <a:spLocks noChangeArrowheads="1"/>
            </p:cNvSpPr>
            <p:nvPr/>
          </p:nvSpPr>
          <p:spPr bwMode="auto">
            <a:xfrm>
              <a:off x="1908175" y="5661025"/>
              <a:ext cx="1368425" cy="576263"/>
            </a:xfrm>
            <a:prstGeom prst="ellipse">
              <a:avLst/>
            </a:prstGeom>
            <a:noFill/>
            <a:ln w="9525" algn="ctr">
              <a:solidFill>
                <a:srgbClr val="03071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设备折旧</a:t>
              </a:r>
            </a:p>
          </p:txBody>
        </p:sp>
        <p:sp>
          <p:nvSpPr>
            <p:cNvPr id="82" name="Oval 21">
              <a:extLst>
                <a:ext uri="{FF2B5EF4-FFF2-40B4-BE49-F238E27FC236}">
                  <a16:creationId xmlns:a16="http://schemas.microsoft.com/office/drawing/2014/main" id="{12B99969-6634-464E-B769-BC3A5FD0E2A6}"/>
                </a:ext>
              </a:extLst>
            </p:cNvPr>
            <p:cNvSpPr>
              <a:spLocks noChangeArrowheads="1"/>
            </p:cNvSpPr>
            <p:nvPr/>
          </p:nvSpPr>
          <p:spPr bwMode="auto">
            <a:xfrm>
              <a:off x="3708400" y="5516563"/>
              <a:ext cx="3095625" cy="792162"/>
            </a:xfrm>
            <a:prstGeom prst="ellipse">
              <a:avLst/>
            </a:prstGeom>
            <a:noFill/>
            <a:ln w="9525" algn="ctr">
              <a:solidFill>
                <a:srgbClr val="03071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200" u="none">
                  <a:ea typeface="黑体" panose="02010609060101010101" pitchFamily="49" charset="-122"/>
                </a:rPr>
                <a:t>项目成本</a:t>
              </a:r>
            </a:p>
          </p:txBody>
        </p:sp>
        <p:sp>
          <p:nvSpPr>
            <p:cNvPr id="83" name="Line 22">
              <a:extLst>
                <a:ext uri="{FF2B5EF4-FFF2-40B4-BE49-F238E27FC236}">
                  <a16:creationId xmlns:a16="http://schemas.microsoft.com/office/drawing/2014/main" id="{DB793B5E-AE00-492C-BBF5-623043FEB38F}"/>
                </a:ext>
              </a:extLst>
            </p:cNvPr>
            <p:cNvSpPr>
              <a:spLocks noChangeShapeType="1"/>
            </p:cNvSpPr>
            <p:nvPr/>
          </p:nvSpPr>
          <p:spPr bwMode="auto">
            <a:xfrm>
              <a:off x="250824" y="1220935"/>
              <a:ext cx="1" cy="1128566"/>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84" name="Line 23">
              <a:extLst>
                <a:ext uri="{FF2B5EF4-FFF2-40B4-BE49-F238E27FC236}">
                  <a16:creationId xmlns:a16="http://schemas.microsoft.com/office/drawing/2014/main" id="{AB195596-6DD4-4F43-BDF2-460EABB1AE71}"/>
                </a:ext>
              </a:extLst>
            </p:cNvPr>
            <p:cNvSpPr>
              <a:spLocks noChangeShapeType="1"/>
            </p:cNvSpPr>
            <p:nvPr/>
          </p:nvSpPr>
          <p:spPr bwMode="auto">
            <a:xfrm>
              <a:off x="971548" y="1220935"/>
              <a:ext cx="1" cy="1128566"/>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85" name="Line 24">
              <a:extLst>
                <a:ext uri="{FF2B5EF4-FFF2-40B4-BE49-F238E27FC236}">
                  <a16:creationId xmlns:a16="http://schemas.microsoft.com/office/drawing/2014/main" id="{AFC1F77A-E9B4-4D3C-8AEF-4CE2D5366D09}"/>
                </a:ext>
              </a:extLst>
            </p:cNvPr>
            <p:cNvSpPr>
              <a:spLocks noChangeShapeType="1"/>
            </p:cNvSpPr>
            <p:nvPr/>
          </p:nvSpPr>
          <p:spPr bwMode="auto">
            <a:xfrm>
              <a:off x="1692275" y="1052513"/>
              <a:ext cx="0" cy="1296987"/>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86" name="Line 26">
              <a:extLst>
                <a:ext uri="{FF2B5EF4-FFF2-40B4-BE49-F238E27FC236}">
                  <a16:creationId xmlns:a16="http://schemas.microsoft.com/office/drawing/2014/main" id="{265D3E67-E3B3-486A-87DB-78D01A756146}"/>
                </a:ext>
              </a:extLst>
            </p:cNvPr>
            <p:cNvSpPr>
              <a:spLocks noChangeShapeType="1"/>
            </p:cNvSpPr>
            <p:nvPr/>
          </p:nvSpPr>
          <p:spPr bwMode="auto">
            <a:xfrm>
              <a:off x="3276600" y="1268413"/>
              <a:ext cx="0" cy="720725"/>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dirty="0"/>
            </a:p>
          </p:txBody>
        </p:sp>
        <p:sp>
          <p:nvSpPr>
            <p:cNvPr id="87" name="Line 28">
              <a:extLst>
                <a:ext uri="{FF2B5EF4-FFF2-40B4-BE49-F238E27FC236}">
                  <a16:creationId xmlns:a16="http://schemas.microsoft.com/office/drawing/2014/main" id="{F2FFCD3F-194A-4A01-9952-2DE8D2C03A4F}"/>
                </a:ext>
              </a:extLst>
            </p:cNvPr>
            <p:cNvSpPr>
              <a:spLocks noChangeShapeType="1"/>
            </p:cNvSpPr>
            <p:nvPr/>
          </p:nvSpPr>
          <p:spPr bwMode="auto">
            <a:xfrm>
              <a:off x="4716463" y="1196975"/>
              <a:ext cx="0" cy="792163"/>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88" name="Line 30">
              <a:extLst>
                <a:ext uri="{FF2B5EF4-FFF2-40B4-BE49-F238E27FC236}">
                  <a16:creationId xmlns:a16="http://schemas.microsoft.com/office/drawing/2014/main" id="{F2EA93E7-649F-4F06-B063-B031EAD4F201}"/>
                </a:ext>
              </a:extLst>
            </p:cNvPr>
            <p:cNvSpPr>
              <a:spLocks noChangeShapeType="1"/>
            </p:cNvSpPr>
            <p:nvPr/>
          </p:nvSpPr>
          <p:spPr bwMode="auto">
            <a:xfrm>
              <a:off x="2627313" y="1989138"/>
              <a:ext cx="0" cy="3603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89" name="Line 32">
              <a:extLst>
                <a:ext uri="{FF2B5EF4-FFF2-40B4-BE49-F238E27FC236}">
                  <a16:creationId xmlns:a16="http://schemas.microsoft.com/office/drawing/2014/main" id="{7E1981D9-3D75-4A40-951F-2EDA447E458D}"/>
                </a:ext>
              </a:extLst>
            </p:cNvPr>
            <p:cNvSpPr>
              <a:spLocks noChangeShapeType="1"/>
            </p:cNvSpPr>
            <p:nvPr/>
          </p:nvSpPr>
          <p:spPr bwMode="auto">
            <a:xfrm>
              <a:off x="3348038" y="1989138"/>
              <a:ext cx="0" cy="3603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0" name="Line 33">
              <a:extLst>
                <a:ext uri="{FF2B5EF4-FFF2-40B4-BE49-F238E27FC236}">
                  <a16:creationId xmlns:a16="http://schemas.microsoft.com/office/drawing/2014/main" id="{66D33596-63B9-4A1C-AEB0-084D086C9B71}"/>
                </a:ext>
              </a:extLst>
            </p:cNvPr>
            <p:cNvSpPr>
              <a:spLocks noChangeShapeType="1"/>
            </p:cNvSpPr>
            <p:nvPr/>
          </p:nvSpPr>
          <p:spPr bwMode="auto">
            <a:xfrm>
              <a:off x="4140200" y="1989138"/>
              <a:ext cx="0" cy="3603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1" name="Line 34">
              <a:extLst>
                <a:ext uri="{FF2B5EF4-FFF2-40B4-BE49-F238E27FC236}">
                  <a16:creationId xmlns:a16="http://schemas.microsoft.com/office/drawing/2014/main" id="{96B7FD47-5320-424B-870A-EE6071DD3EBA}"/>
                </a:ext>
              </a:extLst>
            </p:cNvPr>
            <p:cNvSpPr>
              <a:spLocks noChangeShapeType="1"/>
            </p:cNvSpPr>
            <p:nvPr/>
          </p:nvSpPr>
          <p:spPr bwMode="auto">
            <a:xfrm>
              <a:off x="5003800" y="1989138"/>
              <a:ext cx="0" cy="3603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2" name="Line 35">
              <a:extLst>
                <a:ext uri="{FF2B5EF4-FFF2-40B4-BE49-F238E27FC236}">
                  <a16:creationId xmlns:a16="http://schemas.microsoft.com/office/drawing/2014/main" id="{660B0A90-A39F-42C1-BF2A-B6E89EBF345E}"/>
                </a:ext>
              </a:extLst>
            </p:cNvPr>
            <p:cNvSpPr>
              <a:spLocks noChangeShapeType="1"/>
            </p:cNvSpPr>
            <p:nvPr/>
          </p:nvSpPr>
          <p:spPr bwMode="auto">
            <a:xfrm>
              <a:off x="2627313" y="5300663"/>
              <a:ext cx="0" cy="3603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3" name="Line 37">
              <a:extLst>
                <a:ext uri="{FF2B5EF4-FFF2-40B4-BE49-F238E27FC236}">
                  <a16:creationId xmlns:a16="http://schemas.microsoft.com/office/drawing/2014/main" id="{47E07ACE-9DE1-4D40-9C95-18B2C8A914B2}"/>
                </a:ext>
              </a:extLst>
            </p:cNvPr>
            <p:cNvSpPr>
              <a:spLocks noChangeShapeType="1"/>
            </p:cNvSpPr>
            <p:nvPr/>
          </p:nvSpPr>
          <p:spPr bwMode="auto">
            <a:xfrm>
              <a:off x="4140200" y="4941888"/>
              <a:ext cx="0" cy="64770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4" name="Line 39">
              <a:extLst>
                <a:ext uri="{FF2B5EF4-FFF2-40B4-BE49-F238E27FC236}">
                  <a16:creationId xmlns:a16="http://schemas.microsoft.com/office/drawing/2014/main" id="{51749DBE-B01F-4638-A6B2-0A1A56805F77}"/>
                </a:ext>
              </a:extLst>
            </p:cNvPr>
            <p:cNvSpPr>
              <a:spLocks noChangeShapeType="1"/>
            </p:cNvSpPr>
            <p:nvPr/>
          </p:nvSpPr>
          <p:spPr bwMode="auto">
            <a:xfrm>
              <a:off x="4932363" y="4941888"/>
              <a:ext cx="0" cy="64770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5" name="Line 41">
              <a:extLst>
                <a:ext uri="{FF2B5EF4-FFF2-40B4-BE49-F238E27FC236}">
                  <a16:creationId xmlns:a16="http://schemas.microsoft.com/office/drawing/2014/main" id="{0D6A15E9-22FE-4E35-95FE-E60AD0E9F2F0}"/>
                </a:ext>
              </a:extLst>
            </p:cNvPr>
            <p:cNvSpPr>
              <a:spLocks noChangeShapeType="1"/>
            </p:cNvSpPr>
            <p:nvPr/>
          </p:nvSpPr>
          <p:spPr bwMode="auto">
            <a:xfrm>
              <a:off x="6516688" y="4005263"/>
              <a:ext cx="0" cy="16557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6" name="Line 44">
              <a:extLst>
                <a:ext uri="{FF2B5EF4-FFF2-40B4-BE49-F238E27FC236}">
                  <a16:creationId xmlns:a16="http://schemas.microsoft.com/office/drawing/2014/main" id="{7C24F469-864B-4661-8FE1-3F0B90D5E70B}"/>
                </a:ext>
              </a:extLst>
            </p:cNvPr>
            <p:cNvSpPr>
              <a:spLocks noChangeShapeType="1"/>
            </p:cNvSpPr>
            <p:nvPr/>
          </p:nvSpPr>
          <p:spPr bwMode="auto">
            <a:xfrm>
              <a:off x="8532813" y="1341438"/>
              <a:ext cx="0" cy="11509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7" name="Line 46">
              <a:extLst>
                <a:ext uri="{FF2B5EF4-FFF2-40B4-BE49-F238E27FC236}">
                  <a16:creationId xmlns:a16="http://schemas.microsoft.com/office/drawing/2014/main" id="{4558E737-EB46-4E44-A47A-BC64D59879C0}"/>
                </a:ext>
              </a:extLst>
            </p:cNvPr>
            <p:cNvSpPr>
              <a:spLocks noChangeShapeType="1"/>
            </p:cNvSpPr>
            <p:nvPr/>
          </p:nvSpPr>
          <p:spPr bwMode="auto">
            <a:xfrm>
              <a:off x="8532813" y="1341438"/>
              <a:ext cx="0" cy="1150937"/>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8" name="Line 47">
              <a:extLst>
                <a:ext uri="{FF2B5EF4-FFF2-40B4-BE49-F238E27FC236}">
                  <a16:creationId xmlns:a16="http://schemas.microsoft.com/office/drawing/2014/main" id="{9D772181-378A-4CF5-9217-47921F9CC5E3}"/>
                </a:ext>
              </a:extLst>
            </p:cNvPr>
            <p:cNvSpPr>
              <a:spLocks noChangeShapeType="1"/>
            </p:cNvSpPr>
            <p:nvPr/>
          </p:nvSpPr>
          <p:spPr bwMode="auto">
            <a:xfrm>
              <a:off x="1547813" y="1052513"/>
              <a:ext cx="144462"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99" name="Line 48">
              <a:extLst>
                <a:ext uri="{FF2B5EF4-FFF2-40B4-BE49-F238E27FC236}">
                  <a16:creationId xmlns:a16="http://schemas.microsoft.com/office/drawing/2014/main" id="{278E331B-5C27-4134-B0E1-DF0D1B9D250C}"/>
                </a:ext>
              </a:extLst>
            </p:cNvPr>
            <p:cNvSpPr>
              <a:spLocks noChangeShapeType="1"/>
            </p:cNvSpPr>
            <p:nvPr/>
          </p:nvSpPr>
          <p:spPr bwMode="auto">
            <a:xfrm>
              <a:off x="395288" y="3141663"/>
              <a:ext cx="288925"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0" name="Line 50">
              <a:extLst>
                <a:ext uri="{FF2B5EF4-FFF2-40B4-BE49-F238E27FC236}">
                  <a16:creationId xmlns:a16="http://schemas.microsoft.com/office/drawing/2014/main" id="{E93B79B0-A857-4A17-9ACC-6AA8D5B22FE8}"/>
                </a:ext>
              </a:extLst>
            </p:cNvPr>
            <p:cNvSpPr>
              <a:spLocks noChangeShapeType="1"/>
            </p:cNvSpPr>
            <p:nvPr/>
          </p:nvSpPr>
          <p:spPr bwMode="auto">
            <a:xfrm>
              <a:off x="1116013" y="3141663"/>
              <a:ext cx="360362"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1" name="Line 51">
              <a:extLst>
                <a:ext uri="{FF2B5EF4-FFF2-40B4-BE49-F238E27FC236}">
                  <a16:creationId xmlns:a16="http://schemas.microsoft.com/office/drawing/2014/main" id="{9E895358-1871-4994-B439-6C2215A4CD54}"/>
                </a:ext>
              </a:extLst>
            </p:cNvPr>
            <p:cNvSpPr>
              <a:spLocks noChangeShapeType="1"/>
            </p:cNvSpPr>
            <p:nvPr/>
          </p:nvSpPr>
          <p:spPr bwMode="auto">
            <a:xfrm>
              <a:off x="1908175" y="3141663"/>
              <a:ext cx="503238"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2" name="Line 53">
              <a:extLst>
                <a:ext uri="{FF2B5EF4-FFF2-40B4-BE49-F238E27FC236}">
                  <a16:creationId xmlns:a16="http://schemas.microsoft.com/office/drawing/2014/main" id="{1EB96D9C-CAD3-43B2-8B78-323DB217AAC0}"/>
                </a:ext>
              </a:extLst>
            </p:cNvPr>
            <p:cNvSpPr>
              <a:spLocks noChangeShapeType="1"/>
            </p:cNvSpPr>
            <p:nvPr/>
          </p:nvSpPr>
          <p:spPr bwMode="auto">
            <a:xfrm>
              <a:off x="2843213" y="3141663"/>
              <a:ext cx="288925"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3" name="Line 55">
              <a:extLst>
                <a:ext uri="{FF2B5EF4-FFF2-40B4-BE49-F238E27FC236}">
                  <a16:creationId xmlns:a16="http://schemas.microsoft.com/office/drawing/2014/main" id="{6B07988F-13C5-4141-99D3-AE6AA065690F}"/>
                </a:ext>
              </a:extLst>
            </p:cNvPr>
            <p:cNvSpPr>
              <a:spLocks noChangeShapeType="1"/>
            </p:cNvSpPr>
            <p:nvPr/>
          </p:nvSpPr>
          <p:spPr bwMode="auto">
            <a:xfrm>
              <a:off x="3563938" y="3141663"/>
              <a:ext cx="360362"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4" name="Line 58">
              <a:extLst>
                <a:ext uri="{FF2B5EF4-FFF2-40B4-BE49-F238E27FC236}">
                  <a16:creationId xmlns:a16="http://schemas.microsoft.com/office/drawing/2014/main" id="{79B73770-CBEF-4EAE-ADCD-435AC5D698B3}"/>
                </a:ext>
              </a:extLst>
            </p:cNvPr>
            <p:cNvSpPr>
              <a:spLocks noChangeShapeType="1"/>
            </p:cNvSpPr>
            <p:nvPr/>
          </p:nvSpPr>
          <p:spPr bwMode="auto">
            <a:xfrm>
              <a:off x="4356100" y="3141663"/>
              <a:ext cx="360363"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5" name="Line 59">
              <a:extLst>
                <a:ext uri="{FF2B5EF4-FFF2-40B4-BE49-F238E27FC236}">
                  <a16:creationId xmlns:a16="http://schemas.microsoft.com/office/drawing/2014/main" id="{268B15DD-7C5F-4E1A-BC6A-8E138CC8BBDA}"/>
                </a:ext>
              </a:extLst>
            </p:cNvPr>
            <p:cNvSpPr>
              <a:spLocks noChangeShapeType="1"/>
            </p:cNvSpPr>
            <p:nvPr/>
          </p:nvSpPr>
          <p:spPr bwMode="auto">
            <a:xfrm>
              <a:off x="5148263" y="3141663"/>
              <a:ext cx="287337"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6" name="Line 60">
              <a:extLst>
                <a:ext uri="{FF2B5EF4-FFF2-40B4-BE49-F238E27FC236}">
                  <a16:creationId xmlns:a16="http://schemas.microsoft.com/office/drawing/2014/main" id="{12C7D7BA-1A86-4B77-BFBE-524379C10864}"/>
                </a:ext>
              </a:extLst>
            </p:cNvPr>
            <p:cNvSpPr>
              <a:spLocks noChangeShapeType="1"/>
            </p:cNvSpPr>
            <p:nvPr/>
          </p:nvSpPr>
          <p:spPr bwMode="auto">
            <a:xfrm>
              <a:off x="7956550" y="3213100"/>
              <a:ext cx="360363"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7" name="Line 62">
              <a:extLst>
                <a:ext uri="{FF2B5EF4-FFF2-40B4-BE49-F238E27FC236}">
                  <a16:creationId xmlns:a16="http://schemas.microsoft.com/office/drawing/2014/main" id="{FDEDFF6E-5C24-45B1-B59E-365DAF158EC1}"/>
                </a:ext>
              </a:extLst>
            </p:cNvPr>
            <p:cNvSpPr>
              <a:spLocks noChangeShapeType="1"/>
            </p:cNvSpPr>
            <p:nvPr/>
          </p:nvSpPr>
          <p:spPr bwMode="auto">
            <a:xfrm>
              <a:off x="2627313" y="1989138"/>
              <a:ext cx="2376487"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8" name="Line 63">
              <a:extLst>
                <a:ext uri="{FF2B5EF4-FFF2-40B4-BE49-F238E27FC236}">
                  <a16:creationId xmlns:a16="http://schemas.microsoft.com/office/drawing/2014/main" id="{F506D229-3BA1-4499-B22A-A8157E90CCCC}"/>
                </a:ext>
              </a:extLst>
            </p:cNvPr>
            <p:cNvSpPr>
              <a:spLocks noChangeShapeType="1"/>
            </p:cNvSpPr>
            <p:nvPr/>
          </p:nvSpPr>
          <p:spPr bwMode="auto">
            <a:xfrm>
              <a:off x="5435600" y="2636838"/>
              <a:ext cx="0" cy="1223962"/>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09" name="Line 64">
              <a:extLst>
                <a:ext uri="{FF2B5EF4-FFF2-40B4-BE49-F238E27FC236}">
                  <a16:creationId xmlns:a16="http://schemas.microsoft.com/office/drawing/2014/main" id="{250D588A-635B-4614-860B-CD9BEDE89C51}"/>
                </a:ext>
              </a:extLst>
            </p:cNvPr>
            <p:cNvSpPr>
              <a:spLocks noChangeShapeType="1"/>
            </p:cNvSpPr>
            <p:nvPr/>
          </p:nvSpPr>
          <p:spPr bwMode="auto">
            <a:xfrm>
              <a:off x="5435600" y="3860800"/>
              <a:ext cx="576263"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0" name="Line 65">
              <a:extLst>
                <a:ext uri="{FF2B5EF4-FFF2-40B4-BE49-F238E27FC236}">
                  <a16:creationId xmlns:a16="http://schemas.microsoft.com/office/drawing/2014/main" id="{1D833DF1-3EED-4A17-9380-05FDA10FF418}"/>
                </a:ext>
              </a:extLst>
            </p:cNvPr>
            <p:cNvSpPr>
              <a:spLocks noChangeShapeType="1"/>
            </p:cNvSpPr>
            <p:nvPr/>
          </p:nvSpPr>
          <p:spPr bwMode="auto">
            <a:xfrm>
              <a:off x="5435600" y="3141663"/>
              <a:ext cx="576263"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1" name="Line 66">
              <a:extLst>
                <a:ext uri="{FF2B5EF4-FFF2-40B4-BE49-F238E27FC236}">
                  <a16:creationId xmlns:a16="http://schemas.microsoft.com/office/drawing/2014/main" id="{A9C57EBA-F810-4439-BAF7-B714BDFF907D}"/>
                </a:ext>
              </a:extLst>
            </p:cNvPr>
            <p:cNvSpPr>
              <a:spLocks noChangeShapeType="1"/>
            </p:cNvSpPr>
            <p:nvPr/>
          </p:nvSpPr>
          <p:spPr bwMode="auto">
            <a:xfrm>
              <a:off x="5435600" y="2636838"/>
              <a:ext cx="576263"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2" name="Line 67">
              <a:extLst>
                <a:ext uri="{FF2B5EF4-FFF2-40B4-BE49-F238E27FC236}">
                  <a16:creationId xmlns:a16="http://schemas.microsoft.com/office/drawing/2014/main" id="{953E1D92-B44F-4193-A8D0-DC3EFC5B258D}"/>
                </a:ext>
              </a:extLst>
            </p:cNvPr>
            <p:cNvSpPr>
              <a:spLocks noChangeShapeType="1"/>
            </p:cNvSpPr>
            <p:nvPr/>
          </p:nvSpPr>
          <p:spPr bwMode="auto">
            <a:xfrm>
              <a:off x="7164388" y="2565400"/>
              <a:ext cx="71437"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3" name="Line 68">
              <a:extLst>
                <a:ext uri="{FF2B5EF4-FFF2-40B4-BE49-F238E27FC236}">
                  <a16:creationId xmlns:a16="http://schemas.microsoft.com/office/drawing/2014/main" id="{EA167E1D-5B22-4F00-B55F-848DEC1AD352}"/>
                </a:ext>
              </a:extLst>
            </p:cNvPr>
            <p:cNvSpPr>
              <a:spLocks noChangeShapeType="1"/>
            </p:cNvSpPr>
            <p:nvPr/>
          </p:nvSpPr>
          <p:spPr bwMode="auto">
            <a:xfrm>
              <a:off x="7164388" y="3141663"/>
              <a:ext cx="71437"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4" name="Line 69">
              <a:extLst>
                <a:ext uri="{FF2B5EF4-FFF2-40B4-BE49-F238E27FC236}">
                  <a16:creationId xmlns:a16="http://schemas.microsoft.com/office/drawing/2014/main" id="{597A5FAC-6E97-4D5D-AEC9-8542047607E1}"/>
                </a:ext>
              </a:extLst>
            </p:cNvPr>
            <p:cNvSpPr>
              <a:spLocks noChangeShapeType="1"/>
            </p:cNvSpPr>
            <p:nvPr/>
          </p:nvSpPr>
          <p:spPr bwMode="auto">
            <a:xfrm>
              <a:off x="7164388" y="3860800"/>
              <a:ext cx="71437"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5" name="Line 70">
              <a:extLst>
                <a:ext uri="{FF2B5EF4-FFF2-40B4-BE49-F238E27FC236}">
                  <a16:creationId xmlns:a16="http://schemas.microsoft.com/office/drawing/2014/main" id="{EF6DA714-7CE3-47A8-9DDB-FED25ACF6E89}"/>
                </a:ext>
              </a:extLst>
            </p:cNvPr>
            <p:cNvSpPr>
              <a:spLocks noChangeShapeType="1"/>
            </p:cNvSpPr>
            <p:nvPr/>
          </p:nvSpPr>
          <p:spPr bwMode="auto">
            <a:xfrm>
              <a:off x="7164388" y="3789363"/>
              <a:ext cx="71437"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6" name="Line 71">
              <a:extLst>
                <a:ext uri="{FF2B5EF4-FFF2-40B4-BE49-F238E27FC236}">
                  <a16:creationId xmlns:a16="http://schemas.microsoft.com/office/drawing/2014/main" id="{2143D61C-C6FA-4233-AEC9-217E5A46569B}"/>
                </a:ext>
              </a:extLst>
            </p:cNvPr>
            <p:cNvSpPr>
              <a:spLocks noChangeShapeType="1"/>
            </p:cNvSpPr>
            <p:nvPr/>
          </p:nvSpPr>
          <p:spPr bwMode="auto">
            <a:xfrm>
              <a:off x="7235825" y="2565400"/>
              <a:ext cx="0" cy="1223963"/>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7" name="Line 72">
              <a:extLst>
                <a:ext uri="{FF2B5EF4-FFF2-40B4-BE49-F238E27FC236}">
                  <a16:creationId xmlns:a16="http://schemas.microsoft.com/office/drawing/2014/main" id="{04CD8B62-1CE8-4BF2-B603-8B3120705EAA}"/>
                </a:ext>
              </a:extLst>
            </p:cNvPr>
            <p:cNvSpPr>
              <a:spLocks noChangeShapeType="1"/>
            </p:cNvSpPr>
            <p:nvPr/>
          </p:nvSpPr>
          <p:spPr bwMode="auto">
            <a:xfrm>
              <a:off x="7235825" y="3141663"/>
              <a:ext cx="215900"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8" name="Line 73">
              <a:extLst>
                <a:ext uri="{FF2B5EF4-FFF2-40B4-BE49-F238E27FC236}">
                  <a16:creationId xmlns:a16="http://schemas.microsoft.com/office/drawing/2014/main" id="{2E90F058-1D4F-4D7C-8BED-D47B4D1A2B58}"/>
                </a:ext>
              </a:extLst>
            </p:cNvPr>
            <p:cNvSpPr>
              <a:spLocks noChangeShapeType="1"/>
            </p:cNvSpPr>
            <p:nvPr/>
          </p:nvSpPr>
          <p:spPr bwMode="auto">
            <a:xfrm>
              <a:off x="3276600" y="5949950"/>
              <a:ext cx="431800" cy="0"/>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19" name="Line 74">
              <a:extLst>
                <a:ext uri="{FF2B5EF4-FFF2-40B4-BE49-F238E27FC236}">
                  <a16:creationId xmlns:a16="http://schemas.microsoft.com/office/drawing/2014/main" id="{5D214303-CB32-4C34-9D58-29B0AD270994}"/>
                </a:ext>
              </a:extLst>
            </p:cNvPr>
            <p:cNvSpPr>
              <a:spLocks noChangeShapeType="1"/>
            </p:cNvSpPr>
            <p:nvPr/>
          </p:nvSpPr>
          <p:spPr bwMode="auto">
            <a:xfrm>
              <a:off x="6804025" y="5876925"/>
              <a:ext cx="1728788" cy="0"/>
            </a:xfrm>
            <a:prstGeom prst="line">
              <a:avLst/>
            </a:prstGeom>
            <a:noFill/>
            <a:ln w="9525">
              <a:solidFill>
                <a:srgbClr val="03071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120" name="Line 75">
              <a:extLst>
                <a:ext uri="{FF2B5EF4-FFF2-40B4-BE49-F238E27FC236}">
                  <a16:creationId xmlns:a16="http://schemas.microsoft.com/office/drawing/2014/main" id="{21F31A1E-5457-447D-9B99-42136BB13E35}"/>
                </a:ext>
              </a:extLst>
            </p:cNvPr>
            <p:cNvSpPr>
              <a:spLocks noChangeShapeType="1"/>
            </p:cNvSpPr>
            <p:nvPr/>
          </p:nvSpPr>
          <p:spPr bwMode="auto">
            <a:xfrm flipV="1">
              <a:off x="8532813" y="4221163"/>
              <a:ext cx="0" cy="1655762"/>
            </a:xfrm>
            <a:prstGeom prst="line">
              <a:avLst/>
            </a:prstGeom>
            <a:noFill/>
            <a:ln w="9525">
              <a:solidFill>
                <a:srgbClr val="03071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spTree>
    <p:extLst>
      <p:ext uri="{BB962C8B-B14F-4D97-AF65-F5344CB8AC3E}">
        <p14:creationId xmlns:p14="http://schemas.microsoft.com/office/powerpoint/2010/main" val="9859782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515257" y="610450"/>
            <a:ext cx="7920338" cy="3888950"/>
          </a:xfrm>
          <a:prstGeom prst="rect">
            <a:avLst/>
          </a:prstGeom>
        </p:spPr>
        <p:txBody>
          <a:bodyPr wrap="square">
            <a:spAutoFit/>
          </a:bodyPr>
          <a:lstStyle/>
          <a:p>
            <a:pPr algn="just">
              <a:lnSpc>
                <a:spcPct val="150000"/>
              </a:lnSpc>
            </a:pPr>
            <a:r>
              <a:rPr lang="zh-CN" altLang="en-US" dirty="0">
                <a:solidFill>
                  <a:srgbClr val="000000"/>
                </a:solidFill>
                <a:latin typeface="华文楷体" panose="02010600040101010101" pitchFamily="2" charset="-122"/>
                <a:ea typeface="华文楷体" panose="02010600040101010101" pitchFamily="2" charset="-122"/>
              </a:rPr>
              <a:t>上述各工程经济活动的系统分析与评价是软件工程经济学研究的主要任务，且进一步地研究还认识到，这种经济活动的系统分析与评价还具有如下的特征：</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en-US" altLang="zh-CN" sz="1600" b="1" dirty="0">
                <a:solidFill>
                  <a:srgbClr val="000000"/>
                </a:solidFill>
                <a:latin typeface="华文楷体" panose="02010600040101010101" pitchFamily="2" charset="-122"/>
                <a:ea typeface="华文楷体" panose="02010600040101010101" pitchFamily="2" charset="-122"/>
              </a:rPr>
              <a:t>          1. </a:t>
            </a:r>
            <a:r>
              <a:rPr lang="zh-CN" altLang="en-US" sz="1600" b="1" dirty="0">
                <a:solidFill>
                  <a:srgbClr val="000000"/>
                </a:solidFill>
                <a:latin typeface="华文楷体" panose="02010600040101010101" pitchFamily="2" charset="-122"/>
                <a:ea typeface="华文楷体" panose="02010600040101010101" pitchFamily="2" charset="-122"/>
              </a:rPr>
              <a:t>目的是提高工程经济活动的</a:t>
            </a:r>
            <a:r>
              <a:rPr lang="zh-CN" altLang="en-US" sz="1600" b="1" dirty="0">
                <a:solidFill>
                  <a:srgbClr val="FF0000"/>
                </a:solidFill>
                <a:latin typeface="华文楷体" panose="02010600040101010101" pitchFamily="2" charset="-122"/>
                <a:ea typeface="华文楷体" panose="02010600040101010101" pitchFamily="2" charset="-122"/>
              </a:rPr>
              <a:t>效益</a:t>
            </a:r>
            <a:r>
              <a:rPr lang="zh-CN" altLang="en-US" sz="1600" b="1" dirty="0">
                <a:solidFill>
                  <a:srgbClr val="000000"/>
                </a:solidFill>
                <a:latin typeface="华文楷体" panose="02010600040101010101" pitchFamily="2" charset="-122"/>
                <a:ea typeface="华文楷体" panose="02010600040101010101" pitchFamily="2" charset="-122"/>
              </a:rPr>
              <a:t>和效果。</a:t>
            </a:r>
            <a:r>
              <a:rPr lang="zh-CN" altLang="en-US" sz="1600" dirty="0">
                <a:solidFill>
                  <a:srgbClr val="000000"/>
                </a:solidFill>
                <a:latin typeface="华文楷体" panose="02010600040101010101" pitchFamily="2" charset="-122"/>
                <a:ea typeface="华文楷体" panose="02010600040101010101" pitchFamily="2" charset="-122"/>
              </a:rPr>
              <a:t>系统分析的目的是为了提高工程经济活动的经济效果，亦即在有限的资源</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人力、资金、工期、设备或工具</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约束条件下，对各项工程经济活动进行有效的计划、组织、协</a:t>
            </a:r>
            <a:br>
              <a:rPr lang="zh-CN" altLang="en-US" sz="1600" dirty="0">
                <a:solidFill>
                  <a:srgbClr val="000000"/>
                </a:solidFill>
                <a:latin typeface="华文楷体" panose="02010600040101010101" pitchFamily="2" charset="-122"/>
                <a:ea typeface="华文楷体" panose="02010600040101010101" pitchFamily="2" charset="-122"/>
              </a:rPr>
            </a:br>
            <a:r>
              <a:rPr lang="zh-CN" altLang="en-US" sz="1600" dirty="0">
                <a:solidFill>
                  <a:srgbClr val="000000"/>
                </a:solidFill>
                <a:latin typeface="华文楷体" panose="02010600040101010101" pitchFamily="2" charset="-122"/>
                <a:ea typeface="华文楷体" panose="02010600040101010101" pitchFamily="2" charset="-122"/>
              </a:rPr>
              <a:t>调和控制，以最大限度地来提高工程经济活动的效益与效果。</a:t>
            </a:r>
            <a:endParaRPr lang="en-US" altLang="zh-CN" sz="1600"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en-US" altLang="zh-CN" sz="1600" b="1" dirty="0">
                <a:solidFill>
                  <a:srgbClr val="000000"/>
                </a:solidFill>
                <a:latin typeface="华文楷体" panose="02010600040101010101" pitchFamily="2" charset="-122"/>
                <a:ea typeface="华文楷体" panose="02010600040101010101" pitchFamily="2" charset="-122"/>
              </a:rPr>
              <a:t>         2. </a:t>
            </a:r>
            <a:r>
              <a:rPr lang="zh-CN" altLang="en-US" sz="1600" b="1" dirty="0">
                <a:solidFill>
                  <a:srgbClr val="000000"/>
                </a:solidFill>
                <a:latin typeface="华文楷体" panose="02010600040101010101" pitchFamily="2" charset="-122"/>
                <a:ea typeface="华文楷体" panose="02010600040101010101" pitchFamily="2" charset="-122"/>
              </a:rPr>
              <a:t>经济效果必须考虑</a:t>
            </a:r>
            <a:r>
              <a:rPr lang="zh-CN" altLang="en-US" sz="1600" b="1" dirty="0">
                <a:solidFill>
                  <a:srgbClr val="FF0000"/>
                </a:solidFill>
                <a:latin typeface="华文楷体" panose="02010600040101010101" pitchFamily="2" charset="-122"/>
                <a:ea typeface="华文楷体" panose="02010600040101010101" pitchFamily="2" charset="-122"/>
              </a:rPr>
              <a:t>风险</a:t>
            </a:r>
            <a:r>
              <a:rPr lang="zh-CN" altLang="en-US" sz="1600" b="1" dirty="0">
                <a:solidFill>
                  <a:srgbClr val="000000"/>
                </a:solidFill>
                <a:latin typeface="华文楷体" panose="02010600040101010101" pitchFamily="2" charset="-122"/>
                <a:ea typeface="华文楷体" panose="02010600040101010101" pitchFamily="2" charset="-122"/>
              </a:rPr>
              <a:t>的存在，应合理权衡。</a:t>
            </a:r>
            <a:r>
              <a:rPr lang="zh-CN" altLang="en-US" sz="1600" dirty="0">
                <a:solidFill>
                  <a:srgbClr val="000000"/>
                </a:solidFill>
                <a:latin typeface="华文楷体" panose="02010600040101010101" pitchFamily="2" charset="-122"/>
                <a:ea typeface="华文楷体" panose="02010600040101010101" pitchFamily="2" charset="-122"/>
              </a:rPr>
              <a:t>工程经济活动所讨论的经济效果大多与“未来”有关。因此，这种对未来经济效果的认识必须考虑在不确定性因素或随机因素影响下的风险的存在，并寻找经济效果与风险的合理权衡。</a:t>
            </a:r>
          </a:p>
        </p:txBody>
      </p:sp>
    </p:spTree>
    <p:extLst>
      <p:ext uri="{BB962C8B-B14F-4D97-AF65-F5344CB8AC3E}">
        <p14:creationId xmlns:p14="http://schemas.microsoft.com/office/powerpoint/2010/main" val="298742122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53921"/>
          </a:xfrm>
          <a:prstGeom prst="rect">
            <a:avLst/>
          </a:prstGeom>
        </p:spPr>
        <p:txBody>
          <a:bodyPr wrap="square">
            <a:spAutoFit/>
          </a:bodyPr>
          <a:lstStyle/>
          <a:p>
            <a:pPr algn="just">
              <a:lnSpc>
                <a:spcPct val="150000"/>
              </a:lnSpc>
            </a:pPr>
            <a:r>
              <a:rPr lang="en-US" altLang="zh-CN" sz="1600" b="1" dirty="0">
                <a:solidFill>
                  <a:srgbClr val="000000"/>
                </a:solidFill>
                <a:latin typeface="华文楷体" panose="02010600040101010101" pitchFamily="2" charset="-122"/>
                <a:ea typeface="华文楷体" panose="02010600040101010101" pitchFamily="2" charset="-122"/>
              </a:rPr>
              <a:t>3. </a:t>
            </a:r>
            <a:r>
              <a:rPr lang="zh-CN" altLang="en-US" sz="1600" b="1" dirty="0">
                <a:solidFill>
                  <a:srgbClr val="000000"/>
                </a:solidFill>
                <a:latin typeface="华文楷体" panose="02010600040101010101" pitchFamily="2" charset="-122"/>
                <a:ea typeface="华文楷体" panose="02010600040101010101" pitchFamily="2" charset="-122"/>
              </a:rPr>
              <a:t>强调的是在</a:t>
            </a:r>
            <a:r>
              <a:rPr lang="zh-CN" altLang="en-US" sz="1600" b="1" dirty="0">
                <a:solidFill>
                  <a:srgbClr val="FF0000"/>
                </a:solidFill>
                <a:latin typeface="华文楷体" panose="02010600040101010101" pitchFamily="2" charset="-122"/>
                <a:ea typeface="华文楷体" panose="02010600040101010101" pitchFamily="2" charset="-122"/>
              </a:rPr>
              <a:t>技术可行性基础上</a:t>
            </a:r>
            <a:r>
              <a:rPr lang="zh-CN" altLang="en-US" sz="1600" b="1" dirty="0">
                <a:solidFill>
                  <a:srgbClr val="000000"/>
                </a:solidFill>
                <a:latin typeface="华文楷体" panose="02010600040101010101" pitchFamily="2" charset="-122"/>
                <a:ea typeface="华文楷体" panose="02010600040101010101" pitchFamily="2" charset="-122"/>
              </a:rPr>
              <a:t>的经济分析</a:t>
            </a:r>
            <a:r>
              <a:rPr lang="zh-CN" altLang="en-US" sz="1600" dirty="0">
                <a:solidFill>
                  <a:srgbClr val="000000"/>
                </a:solidFill>
                <a:latin typeface="华文楷体" panose="02010600040101010101" pitchFamily="2" charset="-122"/>
                <a:ea typeface="华文楷体" panose="02010600040101010101" pitchFamily="2" charset="-122"/>
              </a:rPr>
              <a:t>。系统分析强调的是在技术可 行性基础  上的经济分析，而不包括技术可行性的分析与论证内容。后者将由软件工程技术学这一分支来解决。</a:t>
            </a:r>
            <a:endParaRPr lang="en-US" altLang="zh-CN" sz="1600"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en-US" altLang="zh-CN" sz="1600" b="1" dirty="0">
                <a:solidFill>
                  <a:srgbClr val="000000"/>
                </a:solidFill>
                <a:latin typeface="华文楷体" panose="02010600040101010101" pitchFamily="2" charset="-122"/>
                <a:ea typeface="华文楷体" panose="02010600040101010101" pitchFamily="2" charset="-122"/>
              </a:rPr>
              <a:t>4. </a:t>
            </a:r>
            <a:r>
              <a:rPr lang="zh-CN" altLang="en-US" sz="1600" b="1" dirty="0">
                <a:solidFill>
                  <a:srgbClr val="000000"/>
                </a:solidFill>
                <a:latin typeface="华文楷体" panose="02010600040101010101" pitchFamily="2" charset="-122"/>
                <a:ea typeface="华文楷体" panose="02010600040101010101" pitchFamily="2" charset="-122"/>
              </a:rPr>
              <a:t>要形成多种经济技术</a:t>
            </a:r>
            <a:r>
              <a:rPr lang="zh-CN" altLang="en-US" sz="1600" b="1" dirty="0">
                <a:solidFill>
                  <a:srgbClr val="FF0000"/>
                </a:solidFill>
                <a:latin typeface="华文楷体" panose="02010600040101010101" pitchFamily="2" charset="-122"/>
                <a:ea typeface="华文楷体" panose="02010600040101010101" pitchFamily="2" charset="-122"/>
              </a:rPr>
              <a:t>备选</a:t>
            </a:r>
            <a:r>
              <a:rPr lang="zh-CN" altLang="en-US" sz="1600" b="1" dirty="0">
                <a:solidFill>
                  <a:srgbClr val="000000"/>
                </a:solidFill>
                <a:latin typeface="华文楷体" panose="02010600040101010101" pitchFamily="2" charset="-122"/>
                <a:ea typeface="华文楷体" panose="02010600040101010101" pitchFamily="2" charset="-122"/>
              </a:rPr>
              <a:t>方案。</a:t>
            </a:r>
            <a:r>
              <a:rPr lang="zh-CN" altLang="en-US" sz="1600" dirty="0">
                <a:solidFill>
                  <a:srgbClr val="000000"/>
                </a:solidFill>
                <a:latin typeface="华文楷体" panose="02010600040101010101" pitchFamily="2" charset="-122"/>
                <a:ea typeface="华文楷体" panose="02010600040101010101" pitchFamily="2" charset="-122"/>
              </a:rPr>
              <a:t>各种工程经济活动的系统评价是通过“比较”来完成的。这就要求在对这些工程经济活动的研究中要形成多种技术经济备选方案，以便从中通过比较来作方案选择。此外，考虑到不同的利益主体追求目标的差异性以及比较的系统性与层次性，故常采用具有一定递阶层次结构的指标体系来完成方案比较的工作</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en-US" altLang="zh-CN" sz="1600" b="1" dirty="0">
                <a:solidFill>
                  <a:srgbClr val="000000"/>
                </a:solidFill>
                <a:latin typeface="华文楷体" panose="02010600040101010101" pitchFamily="2" charset="-122"/>
                <a:ea typeface="华文楷体" panose="02010600040101010101" pitchFamily="2" charset="-122"/>
              </a:rPr>
              <a:t>5. </a:t>
            </a:r>
            <a:r>
              <a:rPr lang="zh-CN" altLang="en-US" sz="1600" b="1" dirty="0">
                <a:solidFill>
                  <a:srgbClr val="000000"/>
                </a:solidFill>
                <a:latin typeface="华文楷体" panose="02010600040101010101" pitchFamily="2" charset="-122"/>
                <a:ea typeface="华文楷体" panose="02010600040101010101" pitchFamily="2" charset="-122"/>
              </a:rPr>
              <a:t>应考虑各利益主体目标的相互协调与均</a:t>
            </a:r>
            <a:r>
              <a:rPr lang="zh-CN" altLang="en-US" sz="1600" dirty="0">
                <a:solidFill>
                  <a:srgbClr val="000000"/>
                </a:solidFill>
                <a:latin typeface="华文楷体" panose="02010600040101010101" pitchFamily="2" charset="-122"/>
                <a:ea typeface="华文楷体" panose="02010600040101010101" pitchFamily="2" charset="-122"/>
              </a:rPr>
              <a:t>衡。考虑到各技术经济方案在按照多指标的比较中，其表现常存在一定的矛盾与对立性，因此系统评价应是各利益主体目标的相互协调与均衡</a:t>
            </a:r>
            <a:r>
              <a:rPr lang="zh-CN" altLang="en-US" dirty="0">
                <a:solidFill>
                  <a:srgbClr val="000000"/>
                </a:solidFill>
                <a:latin typeface="华文楷体" panose="02010600040101010101" pitchFamily="2" charset="-122"/>
                <a:ea typeface="华文楷体" panose="02010600040101010101" pitchFamily="2" charset="-122"/>
              </a:rPr>
              <a:t>。</a:t>
            </a:r>
          </a:p>
          <a:p>
            <a:pPr algn="just">
              <a:lnSpc>
                <a:spcPct val="150000"/>
              </a:lnSpc>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15686358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4" name="文本框 3">
            <a:extLst>
              <a:ext uri="{FF2B5EF4-FFF2-40B4-BE49-F238E27FC236}">
                <a16:creationId xmlns:a16="http://schemas.microsoft.com/office/drawing/2014/main" id="{99E40D4B-73B5-B42F-A77F-18E1A17BE9ED}"/>
              </a:ext>
            </a:extLst>
          </p:cNvPr>
          <p:cNvSpPr txBox="1"/>
          <p:nvPr/>
        </p:nvSpPr>
        <p:spPr>
          <a:xfrm>
            <a:off x="515257" y="1002090"/>
            <a:ext cx="8297145" cy="2031325"/>
          </a:xfrm>
          <a:prstGeom prst="rect">
            <a:avLst/>
          </a:prstGeom>
          <a:noFill/>
        </p:spPr>
        <p:txBody>
          <a:bodyPr wrap="square">
            <a:spAutoFit/>
          </a:bodyPr>
          <a:lstStyle/>
          <a:p>
            <a:r>
              <a:rPr lang="zh-CN" altLang="en-US" dirty="0"/>
              <a:t>本门课将围绕上述</a:t>
            </a:r>
            <a:r>
              <a:rPr lang="en-US" altLang="zh-CN" dirty="0"/>
              <a:t>18</a:t>
            </a:r>
            <a:r>
              <a:rPr lang="zh-CN" altLang="en-US" dirty="0"/>
              <a:t>种经济活动展开。作为软件工程经济学的基础，本章将主要介绍投资、融资与可行性分析；成本、收入、税金和利润的基本概念与关联，资源的计划、组织与控制的重要性；资金的时间价值，现金流的贴现与预计；招标与投标的程序与策略。此外，注意到不同技术经济方案的比较与系统评价亦是软件工程经济学的重要内容，故本章最后一节介绍系统评价的常用数学方法：关联矩阵法、层次分析法、模糊综合评价法以及多种方法运用所获得不同评价结果的集结方法。</a:t>
            </a:r>
          </a:p>
        </p:txBody>
      </p:sp>
    </p:spTree>
    <p:extLst>
      <p:ext uri="{BB962C8B-B14F-4D97-AF65-F5344CB8AC3E}">
        <p14:creationId xmlns:p14="http://schemas.microsoft.com/office/powerpoint/2010/main" val="241110555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b="1" dirty="0">
                <a:solidFill>
                  <a:srgbClr val="7030A0"/>
                </a:solidFill>
                <a:latin typeface="华文楷体" panose="02010600040101010101" pitchFamily="2" charset="-122"/>
                <a:ea typeface="华文楷体" panose="02010600040101010101" pitchFamily="2" charset="-122"/>
              </a:rPr>
              <a:t>2.1 </a:t>
            </a:r>
            <a:r>
              <a:rPr lang="zh-CN" altLang="en-US" b="1" dirty="0">
                <a:solidFill>
                  <a:srgbClr val="7030A0"/>
                </a:solidFill>
                <a:latin typeface="华文楷体" panose="02010600040101010101" pitchFamily="2" charset="-122"/>
                <a:ea typeface="华文楷体" panose="02010600040101010101" pitchFamily="2" charset="-122"/>
              </a:rPr>
              <a:t>软件工程经济分析的基本要素 </a:t>
            </a:r>
            <a:endParaRPr lang="en-US" altLang="zh-CN"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2.2 </a:t>
            </a:r>
            <a:r>
              <a:rPr lang="zh-CN" altLang="en-US" dirty="0">
                <a:solidFill>
                  <a:srgbClr val="000000"/>
                </a:solidFill>
                <a:latin typeface="华文楷体" panose="02010600040101010101" pitchFamily="2" charset="-122"/>
                <a:ea typeface="华文楷体" panose="02010600040101010101" pitchFamily="2" charset="-122"/>
              </a:rPr>
              <a:t>基于货币资金时间价值的现金流的贴现和预计</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2.3 </a:t>
            </a:r>
            <a:r>
              <a:rPr lang="zh-CN" altLang="en-US" dirty="0">
                <a:solidFill>
                  <a:srgbClr val="000000"/>
                </a:solidFill>
                <a:latin typeface="华文楷体" panose="02010600040101010101" pitchFamily="2" charset="-122"/>
                <a:ea typeface="华文楷体" panose="02010600040101010101" pitchFamily="2" charset="-122"/>
              </a:rPr>
              <a:t>招标与投标 </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2.4 </a:t>
            </a:r>
            <a:r>
              <a:rPr lang="zh-CN" altLang="en-US" dirty="0">
                <a:solidFill>
                  <a:srgbClr val="000000"/>
                </a:solidFill>
                <a:latin typeface="华文楷体" panose="02010600040101010101" pitchFamily="2" charset="-122"/>
                <a:ea typeface="华文楷体" panose="02010600040101010101" pitchFamily="2" charset="-122"/>
              </a:rPr>
              <a:t>项目评价与决策方法</a:t>
            </a:r>
          </a:p>
        </p:txBody>
      </p:sp>
    </p:spTree>
    <p:extLst>
      <p:ext uri="{BB962C8B-B14F-4D97-AF65-F5344CB8AC3E}">
        <p14:creationId xmlns:p14="http://schemas.microsoft.com/office/powerpoint/2010/main" val="373330032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软件工程经济分析的基本要素</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投资</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融资</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成本</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收益</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资源分配</a:t>
            </a:r>
          </a:p>
        </p:txBody>
      </p:sp>
    </p:spTree>
    <p:extLst>
      <p:ext uri="{BB962C8B-B14F-4D97-AF65-F5344CB8AC3E}">
        <p14:creationId xmlns:p14="http://schemas.microsoft.com/office/powerpoint/2010/main" val="28431235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企业投资的目的是什么？</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生产性投资和非生产性投资的作用各是什么？</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固定资产投资和流动资产投资的区别表现在哪些方面？</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无形资产投资是如何计入成本费用的？</a:t>
            </a:r>
          </a:p>
        </p:txBody>
      </p:sp>
    </p:spTree>
    <p:extLst>
      <p:ext uri="{BB962C8B-B14F-4D97-AF65-F5344CB8AC3E}">
        <p14:creationId xmlns:p14="http://schemas.microsoft.com/office/powerpoint/2010/main" val="8503082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1253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投资、融资与项目可行性分析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dirty="0">
                <a:solidFill>
                  <a:srgbClr val="002060"/>
                </a:solidFill>
                <a:latin typeface="华文楷体" panose="02010600040101010101" pitchFamily="2" charset="-122"/>
                <a:ea typeface="华文楷体" panose="02010600040101010101" pitchFamily="2" charset="-122"/>
              </a:rPr>
              <a:t>投资</a:t>
            </a:r>
            <a:r>
              <a:rPr lang="zh-CN" altLang="en-US" dirty="0">
                <a:solidFill>
                  <a:srgbClr val="000000"/>
                </a:solidFill>
                <a:latin typeface="华文楷体" panose="02010600040101010101" pitchFamily="2" charset="-122"/>
                <a:ea typeface="华文楷体" panose="02010600040101010101" pitchFamily="2" charset="-122"/>
              </a:rPr>
              <a:t>：投资是企业为了实现某种特定的目标（通常是为了获得收益或避免风险）而进行的某种资金投放或运行的经济活动。</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按其投入的领域，可分为</a:t>
            </a:r>
            <a:r>
              <a:rPr lang="zh-CN" altLang="en-US" dirty="0">
                <a:solidFill>
                  <a:srgbClr val="FF0000"/>
                </a:solidFill>
                <a:latin typeface="华文楷体" panose="02010600040101010101" pitchFamily="2" charset="-122"/>
                <a:ea typeface="华文楷体" panose="02010600040101010101" pitchFamily="2" charset="-122"/>
              </a:rPr>
              <a:t>生产性投资</a:t>
            </a:r>
            <a:r>
              <a:rPr lang="zh-CN" altLang="en-US" dirty="0">
                <a:solidFill>
                  <a:srgbClr val="000000"/>
                </a:solidFill>
                <a:latin typeface="华文楷体" panose="02010600040101010101" pitchFamily="2" charset="-122"/>
                <a:ea typeface="华文楷体" panose="02010600040101010101" pitchFamily="2" charset="-122"/>
              </a:rPr>
              <a:t>和</a:t>
            </a:r>
            <a:r>
              <a:rPr lang="zh-CN" altLang="en-US" dirty="0">
                <a:solidFill>
                  <a:srgbClr val="FF0000"/>
                </a:solidFill>
                <a:latin typeface="华文楷体" panose="02010600040101010101" pitchFamily="2" charset="-122"/>
                <a:ea typeface="华文楷体" panose="02010600040101010101" pitchFamily="2" charset="-122"/>
              </a:rPr>
              <a:t>非生产性投资</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b="1" dirty="0">
                <a:solidFill>
                  <a:srgbClr val="002060"/>
                </a:solidFill>
                <a:latin typeface="华文楷体" panose="02010600040101010101" pitchFamily="2" charset="-122"/>
                <a:ea typeface="华文楷体" panose="02010600040101010101" pitchFamily="2" charset="-122"/>
              </a:rPr>
              <a:t>生产性</a:t>
            </a:r>
            <a:r>
              <a:rPr lang="zh-CN" altLang="en-US" dirty="0">
                <a:solidFill>
                  <a:srgbClr val="000000"/>
                </a:solidFill>
                <a:latin typeface="华文楷体" panose="02010600040101010101" pitchFamily="2" charset="-122"/>
                <a:ea typeface="华文楷体" panose="02010600040101010101" pitchFamily="2" charset="-122"/>
              </a:rPr>
              <a:t>投资</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有形资产投资（固定资产、流动资产）、无形资产投资</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保证生产与经营活动的正常运行；扩大再生产等</a:t>
            </a:r>
          </a:p>
          <a:p>
            <a:pPr marL="742950" lvl="1" indent="-285750" algn="just">
              <a:lnSpc>
                <a:spcPct val="150000"/>
              </a:lnSpc>
              <a:buFont typeface="Arial" panose="020B0604020202020204" pitchFamily="34" charset="0"/>
              <a:buChar char="•"/>
            </a:pPr>
            <a:r>
              <a:rPr lang="zh-CN" altLang="en-US" b="1" dirty="0">
                <a:solidFill>
                  <a:srgbClr val="002060"/>
                </a:solidFill>
                <a:latin typeface="华文楷体" panose="02010600040101010101" pitchFamily="2" charset="-122"/>
                <a:ea typeface="华文楷体" panose="02010600040101010101" pitchFamily="2" charset="-122"/>
              </a:rPr>
              <a:t>非生产性</a:t>
            </a:r>
            <a:r>
              <a:rPr lang="zh-CN" altLang="en-US" dirty="0">
                <a:solidFill>
                  <a:srgbClr val="000000"/>
                </a:solidFill>
                <a:latin typeface="华文楷体" panose="02010600040101010101" pitchFamily="2" charset="-122"/>
                <a:ea typeface="华文楷体" panose="02010600040101010101" pitchFamily="2" charset="-122"/>
              </a:rPr>
              <a:t>投资</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证券投资</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获取投资收益；分散企业的风险；控制被投资方等</a:t>
            </a:r>
          </a:p>
        </p:txBody>
      </p:sp>
    </p:spTree>
    <p:extLst>
      <p:ext uri="{BB962C8B-B14F-4D97-AF65-F5344CB8AC3E}">
        <p14:creationId xmlns:p14="http://schemas.microsoft.com/office/powerpoint/2010/main" val="337316473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投资、融资与项目可行性分析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68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固定资产</a:t>
            </a:r>
            <a:endParaRPr lang="en-US" altLang="zh-CN" sz="15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是指同时具有下列特征的有形资产：</a:t>
            </a:r>
          </a:p>
          <a:p>
            <a:pPr marL="1200150" lvl="2"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为生产商品、提供劳务、出租或经营管理而持有的；</a:t>
            </a:r>
          </a:p>
          <a:p>
            <a:pPr marL="1200150" lvl="2"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使用寿命超过一个会计年度。</a:t>
            </a:r>
            <a:endParaRPr lang="en-US" altLang="zh-CN" sz="15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扩大再生产、技术设备更新等。</a:t>
            </a:r>
            <a:endParaRPr lang="en-US" altLang="zh-CN" sz="15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hlinkClick r:id="rId3"/>
              </a:rPr>
              <a:t>企业会计准则第</a:t>
            </a:r>
            <a:r>
              <a:rPr lang="en-US" altLang="zh-CN" sz="1600" dirty="0">
                <a:hlinkClick r:id="rId3"/>
              </a:rPr>
              <a:t>4</a:t>
            </a:r>
            <a:r>
              <a:rPr lang="zh-CN" altLang="en-US" sz="1600" dirty="0">
                <a:hlinkClick r:id="rId3"/>
              </a:rPr>
              <a:t>号</a:t>
            </a:r>
            <a:r>
              <a:rPr lang="en-US" altLang="zh-CN" sz="1600" dirty="0">
                <a:hlinkClick r:id="rId3"/>
              </a:rPr>
              <a:t>--</a:t>
            </a:r>
            <a:r>
              <a:rPr lang="zh-CN" altLang="en-US" sz="1600" dirty="0">
                <a:hlinkClick r:id="rId3"/>
              </a:rPr>
              <a:t>固定资产 </a:t>
            </a:r>
            <a:r>
              <a:rPr lang="en-US" altLang="zh-CN" sz="1600" dirty="0">
                <a:hlinkClick r:id="rId3"/>
              </a:rPr>
              <a:t>(mof.gov.cn)</a:t>
            </a:r>
            <a:endParaRPr lang="zh-CN" altLang="en-US" sz="15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9247548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投资、融资与项目可行性分析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2936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流动资产</a:t>
            </a:r>
          </a:p>
          <a:p>
            <a:pPr marL="742950" lvl="1"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产前预先垫付，在生产经营过程中用于购买原材料，支付工资，储存费用等一系列从生产到销售出商品之间所需的资金</a:t>
            </a:r>
            <a:r>
              <a:rPr lang="en-US" altLang="zh-CN" sz="15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保证正常的生产经营。</a:t>
            </a:r>
            <a:endParaRPr lang="en-US" altLang="zh-CN" sz="15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无形资产</a:t>
            </a:r>
            <a:endParaRPr lang="en-US" altLang="zh-CN" sz="15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是指企业拥有或者控制的没有实物形态的可辨认非货币性资产。</a:t>
            </a:r>
            <a:endParaRPr lang="en-US" altLang="zh-CN" sz="15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500" dirty="0">
                <a:solidFill>
                  <a:srgbClr val="000000"/>
                </a:solidFill>
                <a:latin typeface="华文楷体" panose="02010600040101010101" pitchFamily="2" charset="-122"/>
                <a:ea typeface="华文楷体" panose="02010600040101010101" pitchFamily="2" charset="-122"/>
              </a:rPr>
              <a:t>包括专利权、商标权、著作权、土地使用权、非专利技术、商誉等。</a:t>
            </a:r>
            <a:endParaRPr lang="en-US" altLang="zh-CN" sz="15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hlinkClick r:id="rId3"/>
              </a:rPr>
              <a:t>企业会计准则第</a:t>
            </a:r>
            <a:r>
              <a:rPr lang="en-US" altLang="zh-CN" sz="1600" dirty="0">
                <a:hlinkClick r:id="rId3"/>
              </a:rPr>
              <a:t>6</a:t>
            </a:r>
            <a:r>
              <a:rPr lang="zh-CN" altLang="en-US" sz="1600" dirty="0">
                <a:hlinkClick r:id="rId3"/>
              </a:rPr>
              <a:t>号</a:t>
            </a:r>
            <a:r>
              <a:rPr lang="en-US" altLang="zh-CN" sz="1600" dirty="0">
                <a:hlinkClick r:id="rId3"/>
              </a:rPr>
              <a:t>--</a:t>
            </a:r>
            <a:r>
              <a:rPr lang="zh-CN" altLang="en-US" sz="1600" dirty="0">
                <a:hlinkClick r:id="rId3"/>
              </a:rPr>
              <a:t>无形资产 </a:t>
            </a:r>
            <a:r>
              <a:rPr lang="en-US" altLang="zh-CN" sz="1600" dirty="0">
                <a:hlinkClick r:id="rId3"/>
              </a:rPr>
              <a:t>(mof.gov.cn)</a:t>
            </a:r>
            <a:endParaRPr lang="zh-CN" altLang="en-US" sz="15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5755527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8589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投资、融资与项目可行性分析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11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各种资产区别</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作为一种支出计入</a:t>
            </a:r>
            <a:r>
              <a:rPr lang="zh-CN" altLang="en-US" sz="1600" b="1" dirty="0">
                <a:solidFill>
                  <a:srgbClr val="FF0000"/>
                </a:solidFill>
                <a:latin typeface="华文楷体" panose="02010600040101010101" pitchFamily="2" charset="-122"/>
                <a:ea typeface="华文楷体" panose="02010600040101010101" pitchFamily="2" charset="-122"/>
              </a:rPr>
              <a:t>产品成本</a:t>
            </a:r>
            <a:r>
              <a:rPr lang="zh-CN" altLang="en-US" sz="1600" b="1" dirty="0">
                <a:solidFill>
                  <a:srgbClr val="000000"/>
                </a:solidFill>
                <a:latin typeface="华文楷体" panose="02010600040101010101" pitchFamily="2" charset="-122"/>
                <a:ea typeface="华文楷体" panose="02010600040101010101" pitchFamily="2" charset="-122"/>
              </a:rPr>
              <a:t>和</a:t>
            </a:r>
            <a:r>
              <a:rPr lang="zh-CN" altLang="en-US" sz="1600" dirty="0">
                <a:solidFill>
                  <a:srgbClr val="000000"/>
                </a:solidFill>
                <a:latin typeface="华文楷体" panose="02010600040101010101" pitchFamily="2" charset="-122"/>
                <a:ea typeface="华文楷体" panose="02010600040101010101" pitchFamily="2" charset="-122"/>
              </a:rPr>
              <a:t>由收入补偿的方式不同。</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固定资产投资</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固定资产投资是在固定资产使用年限内的每个会计期间以</a:t>
            </a:r>
            <a:r>
              <a:rPr lang="zh-CN" altLang="en-US" sz="1600" b="1" dirty="0">
                <a:solidFill>
                  <a:srgbClr val="7030A0"/>
                </a:solidFill>
                <a:latin typeface="华文楷体" panose="02010600040101010101" pitchFamily="2" charset="-122"/>
                <a:ea typeface="华文楷体" panose="02010600040101010101" pitchFamily="2" charset="-122"/>
              </a:rPr>
              <a:t>折旧的形式</a:t>
            </a:r>
            <a:r>
              <a:rPr lang="zh-CN" altLang="en-US" sz="1600" dirty="0">
                <a:solidFill>
                  <a:srgbClr val="000000"/>
                </a:solidFill>
                <a:latin typeface="华文楷体" panose="02010600040101010101" pitchFamily="2" charset="-122"/>
                <a:ea typeface="华文楷体" panose="02010600040101010101" pitchFamily="2" charset="-122"/>
              </a:rPr>
              <a:t>计入产品成本。</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由每个会计期间的产品销售收入</a:t>
            </a:r>
            <a:r>
              <a:rPr lang="zh-CN" altLang="en-US" sz="1600" b="1" dirty="0">
                <a:solidFill>
                  <a:srgbClr val="7030A0"/>
                </a:solidFill>
                <a:latin typeface="华文楷体" panose="02010600040101010101" pitchFamily="2" charset="-122"/>
                <a:ea typeface="华文楷体" panose="02010600040101010101" pitchFamily="2" charset="-122"/>
              </a:rPr>
              <a:t>逐步</a:t>
            </a:r>
            <a:r>
              <a:rPr lang="zh-CN" altLang="en-US" sz="1600" dirty="0">
                <a:solidFill>
                  <a:srgbClr val="000000"/>
                </a:solidFill>
                <a:latin typeface="华文楷体" panose="02010600040101010101" pitchFamily="2" charset="-122"/>
                <a:ea typeface="华文楷体" panose="02010600040101010101" pitchFamily="2" charset="-122"/>
              </a:rPr>
              <a:t>补偿。</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流动资产投资</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流动资产投资一般是</a:t>
            </a:r>
            <a:r>
              <a:rPr lang="zh-CN" altLang="en-US" sz="1600" b="1" dirty="0">
                <a:solidFill>
                  <a:srgbClr val="7030A0"/>
                </a:solidFill>
                <a:latin typeface="华文楷体" panose="02010600040101010101" pitchFamily="2" charset="-122"/>
                <a:ea typeface="华文楷体" panose="02010600040101010101" pitchFamily="2" charset="-122"/>
              </a:rPr>
              <a:t>一次性计入</a:t>
            </a:r>
            <a:r>
              <a:rPr lang="zh-CN" altLang="en-US" sz="1600" dirty="0">
                <a:solidFill>
                  <a:srgbClr val="000000"/>
                </a:solidFill>
                <a:latin typeface="华文楷体" panose="02010600040101010101" pitchFamily="2" charset="-122"/>
                <a:ea typeface="华文楷体" panose="02010600040101010101" pitchFamily="2" charset="-122"/>
              </a:rPr>
              <a:t>产品成本</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由</a:t>
            </a:r>
            <a:r>
              <a:rPr lang="zh-CN" altLang="en-US" sz="1600" b="1" dirty="0">
                <a:solidFill>
                  <a:srgbClr val="7030A0"/>
                </a:solidFill>
                <a:latin typeface="华文楷体" panose="02010600040101010101" pitchFamily="2" charset="-122"/>
                <a:ea typeface="华文楷体" panose="02010600040101010101" pitchFamily="2" charset="-122"/>
              </a:rPr>
              <a:t>当期</a:t>
            </a:r>
            <a:r>
              <a:rPr lang="zh-CN" altLang="en-US" sz="1600" dirty="0">
                <a:solidFill>
                  <a:srgbClr val="000000"/>
                </a:solidFill>
                <a:latin typeface="华文楷体" panose="02010600040101010101" pitchFamily="2" charset="-122"/>
                <a:ea typeface="华文楷体" panose="02010600040101010101" pitchFamily="2" charset="-122"/>
              </a:rPr>
              <a:t>的产品销售收入补偿</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无形资产投资</a:t>
            </a:r>
          </a:p>
          <a:p>
            <a:pPr marL="1200150" lvl="2"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平均摊销的方式，无形资产使用期限内计入每个会计期间的“管理费用”。</a:t>
            </a:r>
          </a:p>
        </p:txBody>
      </p:sp>
    </p:spTree>
    <p:extLst>
      <p:ext uri="{BB962C8B-B14F-4D97-AF65-F5344CB8AC3E}">
        <p14:creationId xmlns:p14="http://schemas.microsoft.com/office/powerpoint/2010/main" val="243911080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6827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软件企业拥有各种资产有哪些？</a:t>
            </a:r>
          </a:p>
        </p:txBody>
      </p:sp>
    </p:spTree>
    <p:extLst>
      <p:ext uri="{BB962C8B-B14F-4D97-AF65-F5344CB8AC3E}">
        <p14:creationId xmlns:p14="http://schemas.microsoft.com/office/powerpoint/2010/main" val="54030671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580571" y="731260"/>
            <a:ext cx="7855024" cy="35152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软件企业拥有各种资产有哪些？</a:t>
            </a:r>
            <a:endParaRPr lang="en-US" altLang="zh-CN" dirty="0">
              <a:solidFill>
                <a:srgbClr val="000000"/>
              </a:solidFill>
              <a:latin typeface="华文楷体" panose="02010600040101010101" pitchFamily="2" charset="-122"/>
              <a:ea typeface="华文楷体" panose="02010600040101010101" pitchFamily="2" charset="-122"/>
            </a:endParaRPr>
          </a:p>
          <a:p>
            <a:pPr>
              <a:lnSpc>
                <a:spcPct val="150000"/>
              </a:lnSpc>
            </a:pPr>
            <a:r>
              <a:rPr lang="zh-CN" altLang="en-US" dirty="0">
                <a:solidFill>
                  <a:srgbClr val="000000"/>
                </a:solidFill>
                <a:latin typeface="华文楷体" panose="02010600040101010101" pitchFamily="2" charset="-122"/>
                <a:ea typeface="华文楷体" panose="02010600040101010101" pitchFamily="2" charset="-122"/>
              </a:rPr>
              <a:t>固定资产主要包括如下内容：</a:t>
            </a:r>
            <a:endParaRPr lang="en-US" altLang="zh-CN" dirty="0">
              <a:solidFill>
                <a:srgbClr val="000000"/>
              </a:solidFill>
              <a:latin typeface="华文楷体" panose="02010600040101010101" pitchFamily="2" charset="-122"/>
              <a:ea typeface="华文楷体" panose="02010600040101010101" pitchFamily="2" charset="-122"/>
            </a:endParaRPr>
          </a:p>
          <a:p>
            <a:pPr marL="342900" indent="-342900">
              <a:lnSpc>
                <a:spcPct val="150000"/>
              </a:lnSpc>
              <a:buAutoNum type="arabicParenBoth"/>
            </a:pPr>
            <a:r>
              <a:rPr lang="zh-CN" altLang="en-US" sz="1600" dirty="0">
                <a:solidFill>
                  <a:srgbClr val="000000"/>
                </a:solidFill>
                <a:latin typeface="华文楷体" panose="02010600040101010101" pitchFamily="2" charset="-122"/>
                <a:ea typeface="华文楷体" panose="02010600040101010101" pitchFamily="2" charset="-122"/>
              </a:rPr>
              <a:t>厂房及其他构建物。</a:t>
            </a:r>
            <a:endParaRPr lang="en-US" altLang="zh-CN" sz="1600" dirty="0">
              <a:solidFill>
                <a:srgbClr val="000000"/>
              </a:solidFill>
              <a:latin typeface="华文楷体" panose="02010600040101010101" pitchFamily="2" charset="-122"/>
              <a:ea typeface="华文楷体" panose="02010600040101010101" pitchFamily="2" charset="-122"/>
            </a:endParaRPr>
          </a:p>
          <a:p>
            <a:pPr marL="342900" indent="-342900">
              <a:lnSpc>
                <a:spcPct val="150000"/>
              </a:lnSpc>
              <a:buAutoNum type="arabicParenBoth"/>
            </a:pPr>
            <a:r>
              <a:rPr lang="zh-CN" altLang="en-US" sz="1600" dirty="0">
                <a:solidFill>
                  <a:srgbClr val="000000"/>
                </a:solidFill>
                <a:latin typeface="华文楷体" panose="02010600040101010101" pitchFamily="2" charset="-122"/>
                <a:ea typeface="华文楷体" panose="02010600040101010101" pitchFamily="2" charset="-122"/>
              </a:rPr>
              <a:t>机器设备。其包括计算机及其外部设备，硬件、软件及网络的测量和控制仪表与试验设备，电气和传动设备，动力机器和设备，其他机器设备如复印机、摄像机等。</a:t>
            </a:r>
            <a:endParaRPr lang="en-US" altLang="zh-CN" sz="1600" dirty="0">
              <a:solidFill>
                <a:srgbClr val="000000"/>
              </a:solidFill>
              <a:latin typeface="华文楷体" panose="02010600040101010101" pitchFamily="2" charset="-122"/>
              <a:ea typeface="华文楷体" panose="02010600040101010101" pitchFamily="2" charset="-122"/>
            </a:endParaRPr>
          </a:p>
          <a:p>
            <a:pPr marL="342900" indent="-342900">
              <a:lnSpc>
                <a:spcPct val="150000"/>
              </a:lnSpc>
              <a:buAutoNum type="arabicParenBoth"/>
            </a:pPr>
            <a:r>
              <a:rPr lang="zh-CN" altLang="en-US" sz="1600" dirty="0">
                <a:solidFill>
                  <a:srgbClr val="000000"/>
                </a:solidFill>
                <a:latin typeface="华文楷体" panose="02010600040101010101" pitchFamily="2" charset="-122"/>
                <a:ea typeface="华文楷体" panose="02010600040101010101" pitchFamily="2" charset="-122"/>
              </a:rPr>
              <a:t>生产工具。其包括软件开发工具、硬件生产工具等。</a:t>
            </a:r>
            <a:endParaRPr lang="en-US" altLang="zh-CN" sz="1600" dirty="0">
              <a:solidFill>
                <a:srgbClr val="000000"/>
              </a:solidFill>
              <a:latin typeface="华文楷体" panose="02010600040101010101" pitchFamily="2" charset="-122"/>
              <a:ea typeface="华文楷体" panose="02010600040101010101" pitchFamily="2" charset="-122"/>
            </a:endParaRPr>
          </a:p>
          <a:p>
            <a:pPr marL="342900" indent="-342900">
              <a:lnSpc>
                <a:spcPct val="150000"/>
              </a:lnSpc>
              <a:buAutoNum type="arabicParenBoth"/>
            </a:pPr>
            <a:r>
              <a:rPr lang="zh-CN" altLang="en-US" sz="1600" dirty="0">
                <a:solidFill>
                  <a:srgbClr val="000000"/>
                </a:solidFill>
                <a:latin typeface="华文楷体" panose="02010600040101010101" pitchFamily="2" charset="-122"/>
                <a:ea typeface="华文楷体" panose="02010600040101010101" pitchFamily="2" charset="-122"/>
              </a:rPr>
              <a:t>器材与配件。其包括传输线、路由器、桥接器、计算机、传感器等的配件与器材。</a:t>
            </a:r>
            <a:endParaRPr lang="en-US" altLang="zh-CN" sz="1600" dirty="0">
              <a:solidFill>
                <a:srgbClr val="000000"/>
              </a:solidFill>
              <a:latin typeface="华文楷体" panose="02010600040101010101" pitchFamily="2" charset="-122"/>
              <a:ea typeface="华文楷体" panose="02010600040101010101" pitchFamily="2" charset="-122"/>
            </a:endParaRPr>
          </a:p>
          <a:p>
            <a:pPr marL="342900" indent="-342900">
              <a:lnSpc>
                <a:spcPct val="150000"/>
              </a:lnSpc>
              <a:buAutoNum type="arabicParenBoth"/>
            </a:pPr>
            <a:r>
              <a:rPr lang="zh-CN" altLang="en-US" sz="1600" dirty="0">
                <a:solidFill>
                  <a:srgbClr val="000000"/>
                </a:solidFill>
                <a:latin typeface="华文楷体" panose="02010600040101010101" pitchFamily="2" charset="-122"/>
                <a:ea typeface="华文楷体" panose="02010600040101010101" pitchFamily="2" charset="-122"/>
              </a:rPr>
              <a:t>运输工具。其包括汽车或其他运输工具。</a:t>
            </a:r>
            <a:endParaRPr lang="en-US" altLang="zh-CN" sz="1600" dirty="0">
              <a:solidFill>
                <a:srgbClr val="000000"/>
              </a:solidFill>
              <a:latin typeface="华文楷体" panose="02010600040101010101" pitchFamily="2" charset="-122"/>
              <a:ea typeface="华文楷体" panose="02010600040101010101" pitchFamily="2" charset="-122"/>
            </a:endParaRPr>
          </a:p>
          <a:p>
            <a:pPr algn="just">
              <a:lnSpc>
                <a:spcPct val="150000"/>
              </a:lnSpc>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54988949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580571" y="731260"/>
            <a:ext cx="7855024"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软件企业拥有各种资产有哪些？</a:t>
            </a:r>
            <a:endParaRPr lang="en-US" altLang="zh-CN" dirty="0">
              <a:solidFill>
                <a:srgbClr val="000000"/>
              </a:solidFill>
              <a:latin typeface="华文楷体" panose="02010600040101010101" pitchFamily="2" charset="-122"/>
              <a:ea typeface="华文楷体" panose="02010600040101010101" pitchFamily="2" charset="-122"/>
            </a:endParaRPr>
          </a:p>
          <a:p>
            <a:pPr>
              <a:lnSpc>
                <a:spcPct val="150000"/>
              </a:lnSpc>
            </a:pPr>
            <a:r>
              <a:rPr lang="zh-CN" altLang="en-US" dirty="0">
                <a:solidFill>
                  <a:srgbClr val="000000"/>
                </a:solidFill>
                <a:latin typeface="华文楷体" panose="02010600040101010101" pitchFamily="2" charset="-122"/>
                <a:ea typeface="华文楷体" panose="02010600040101010101" pitchFamily="2" charset="-122"/>
              </a:rPr>
              <a:t>流动资金常用于支付员工工资，购买原材料和商品物资等。流动资金的特点是其所购买的物质</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包括员工的工资支付</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仅参加一个生产周期，即价值一次性全部计入产品成本，并通过产品销售收回贷款后，在物质形态上予以补偿。流动资金的估算可以采用如下估算方法：</a:t>
            </a:r>
            <a:br>
              <a:rPr lang="zh-CN" altLang="en-US" dirty="0">
                <a:solidFill>
                  <a:srgbClr val="000000"/>
                </a:solidFill>
                <a:latin typeface="华文楷体" panose="02010600040101010101" pitchFamily="2" charset="-122"/>
                <a:ea typeface="华文楷体" panose="02010600040101010101" pitchFamily="2" charset="-122"/>
              </a:rPr>
            </a:br>
            <a:r>
              <a:rPr lang="en-US" altLang="zh-CN" dirty="0">
                <a:solidFill>
                  <a:srgbClr val="000000"/>
                </a:solidFill>
                <a:latin typeface="华文楷体" panose="02010600040101010101" pitchFamily="2" charset="-122"/>
                <a:ea typeface="华文楷体" panose="02010600040101010101" pitchFamily="2" charset="-122"/>
              </a:rPr>
              <a:t>(1) </a:t>
            </a:r>
            <a:r>
              <a:rPr lang="zh-CN" altLang="en-US" dirty="0">
                <a:solidFill>
                  <a:srgbClr val="000000"/>
                </a:solidFill>
                <a:latin typeface="华文楷体" panose="02010600040101010101" pitchFamily="2" charset="-122"/>
                <a:ea typeface="华文楷体" panose="02010600040101010101" pitchFamily="2" charset="-122"/>
              </a:rPr>
              <a:t>按经营成本的一定比例</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例如</a:t>
            </a:r>
            <a:r>
              <a:rPr lang="en-US" altLang="zh-CN" dirty="0">
                <a:solidFill>
                  <a:srgbClr val="000000"/>
                </a:solidFill>
                <a:latin typeface="华文楷体" panose="02010600040101010101" pitchFamily="2" charset="-122"/>
                <a:ea typeface="华文楷体" panose="02010600040101010101" pitchFamily="2" charset="-122"/>
              </a:rPr>
              <a:t>25%~40%)</a:t>
            </a:r>
            <a:r>
              <a:rPr lang="zh-CN" altLang="en-US" dirty="0">
                <a:solidFill>
                  <a:srgbClr val="000000"/>
                </a:solidFill>
                <a:latin typeface="华文楷体" panose="02010600040101010101" pitchFamily="2" charset="-122"/>
                <a:ea typeface="华文楷体" panose="02010600040101010101" pitchFamily="2" charset="-122"/>
              </a:rPr>
              <a:t>估算；</a:t>
            </a:r>
            <a:br>
              <a:rPr lang="zh-CN" altLang="en-US" dirty="0">
                <a:solidFill>
                  <a:srgbClr val="000000"/>
                </a:solidFill>
                <a:latin typeface="华文楷体" panose="02010600040101010101" pitchFamily="2" charset="-122"/>
                <a:ea typeface="华文楷体" panose="02010600040101010101" pitchFamily="2" charset="-122"/>
              </a:rPr>
            </a:br>
            <a:r>
              <a:rPr lang="en-US" altLang="zh-CN" dirty="0">
                <a:solidFill>
                  <a:srgbClr val="000000"/>
                </a:solidFill>
                <a:latin typeface="华文楷体" panose="02010600040101010101" pitchFamily="2" charset="-122"/>
                <a:ea typeface="华文楷体" panose="02010600040101010101" pitchFamily="2" charset="-122"/>
              </a:rPr>
              <a:t>(2) </a:t>
            </a:r>
            <a:r>
              <a:rPr lang="zh-CN" altLang="en-US" dirty="0">
                <a:solidFill>
                  <a:srgbClr val="000000"/>
                </a:solidFill>
                <a:latin typeface="华文楷体" panose="02010600040101010101" pitchFamily="2" charset="-122"/>
                <a:ea typeface="华文楷体" panose="02010600040101010101" pitchFamily="2" charset="-122"/>
              </a:rPr>
              <a:t>按固定资产的一定比例</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例如</a:t>
            </a:r>
            <a:r>
              <a:rPr lang="en-US" altLang="zh-CN" dirty="0">
                <a:solidFill>
                  <a:srgbClr val="000000"/>
                </a:solidFill>
                <a:latin typeface="华文楷体" panose="02010600040101010101" pitchFamily="2" charset="-122"/>
                <a:ea typeface="华文楷体" panose="02010600040101010101" pitchFamily="2" charset="-122"/>
              </a:rPr>
              <a:t>15%~30%)</a:t>
            </a:r>
            <a:r>
              <a:rPr lang="zh-CN" altLang="en-US" dirty="0">
                <a:solidFill>
                  <a:srgbClr val="000000"/>
                </a:solidFill>
                <a:latin typeface="华文楷体" panose="02010600040101010101" pitchFamily="2" charset="-122"/>
                <a:ea typeface="华文楷体" panose="02010600040101010101" pitchFamily="2" charset="-122"/>
              </a:rPr>
              <a:t>估算；</a:t>
            </a:r>
            <a:br>
              <a:rPr lang="zh-CN" altLang="en-US" dirty="0">
                <a:solidFill>
                  <a:srgbClr val="000000"/>
                </a:solidFill>
                <a:latin typeface="华文楷体" panose="02010600040101010101" pitchFamily="2" charset="-122"/>
                <a:ea typeface="华文楷体" panose="02010600040101010101" pitchFamily="2" charset="-122"/>
              </a:rPr>
            </a:br>
            <a:r>
              <a:rPr lang="en-US" altLang="zh-CN" dirty="0">
                <a:solidFill>
                  <a:srgbClr val="000000"/>
                </a:solidFill>
                <a:latin typeface="华文楷体" panose="02010600040101010101" pitchFamily="2" charset="-122"/>
                <a:ea typeface="华文楷体" panose="02010600040101010101" pitchFamily="2" charset="-122"/>
              </a:rPr>
              <a:t>(3) </a:t>
            </a:r>
            <a:r>
              <a:rPr lang="zh-CN" altLang="en-US" dirty="0">
                <a:solidFill>
                  <a:srgbClr val="000000"/>
                </a:solidFill>
                <a:latin typeface="华文楷体" panose="02010600040101010101" pitchFamily="2" charset="-122"/>
                <a:ea typeface="华文楷体" panose="02010600040101010101" pitchFamily="2" charset="-122"/>
              </a:rPr>
              <a:t>按年销售收入的一定比例估算。</a:t>
            </a:r>
          </a:p>
        </p:txBody>
      </p:sp>
    </p:spTree>
    <p:extLst>
      <p:ext uri="{BB962C8B-B14F-4D97-AF65-F5344CB8AC3E}">
        <p14:creationId xmlns:p14="http://schemas.microsoft.com/office/powerpoint/2010/main" val="379548640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580571" y="731260"/>
            <a:ext cx="7855024"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软件企业拥有各种资产有哪些？</a:t>
            </a:r>
            <a:endParaRPr lang="en-US" altLang="zh-CN" dirty="0">
              <a:solidFill>
                <a:srgbClr val="000000"/>
              </a:solidFill>
              <a:latin typeface="华文楷体" panose="02010600040101010101" pitchFamily="2" charset="-122"/>
              <a:ea typeface="华文楷体" panose="02010600040101010101" pitchFamily="2" charset="-122"/>
            </a:endParaRPr>
          </a:p>
          <a:p>
            <a:pPr>
              <a:lnSpc>
                <a:spcPct val="150000"/>
              </a:lnSpc>
            </a:pPr>
            <a:r>
              <a:rPr lang="zh-CN" altLang="en-US" dirty="0">
                <a:solidFill>
                  <a:srgbClr val="000000"/>
                </a:solidFill>
                <a:latin typeface="华文楷体" panose="02010600040101010101" pitchFamily="2" charset="-122"/>
                <a:ea typeface="华文楷体" panose="02010600040101010101" pitchFamily="2" charset="-122"/>
              </a:rPr>
              <a:t>无形资产：例如软件、软件工具、开发技术、开发模型与算法、工程控制图等通过知识产品使有形资产得以充分发挥其作用。</a:t>
            </a:r>
          </a:p>
        </p:txBody>
      </p:sp>
    </p:spTree>
    <p:extLst>
      <p:ext uri="{BB962C8B-B14F-4D97-AF65-F5344CB8AC3E}">
        <p14:creationId xmlns:p14="http://schemas.microsoft.com/office/powerpoint/2010/main" val="235265997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solidFill>
                  <a:srgbClr val="7030A0"/>
                </a:solidFill>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软件企业融资的渠道有哪些？</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企业采用何种融资方式取决于哪些因素？</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软件企业筹（融）资的原则是什么？</a:t>
            </a:r>
          </a:p>
        </p:txBody>
      </p:sp>
    </p:spTree>
    <p:extLst>
      <p:ext uri="{BB962C8B-B14F-4D97-AF65-F5344CB8AC3E}">
        <p14:creationId xmlns:p14="http://schemas.microsoft.com/office/powerpoint/2010/main" val="181754444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solidFill>
                  <a:srgbClr val="7030A0"/>
                </a:solidFill>
                <a:latin typeface="微软雅黑" panose="020B0503020204020204" pitchFamily="34" charset="-122"/>
                <a:ea typeface="微软雅黑" panose="020B0503020204020204" pitchFamily="34" charset="-122"/>
              </a:rPr>
              <a:t>融资</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什么是融资</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融资的方式</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融资的流程</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融资的原则</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从投资者的角度而言，侧重点是什么？</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国内一些互联网企业的融资历史。</a:t>
            </a:r>
          </a:p>
        </p:txBody>
      </p:sp>
    </p:spTree>
    <p:extLst>
      <p:ext uri="{BB962C8B-B14F-4D97-AF65-F5344CB8AC3E}">
        <p14:creationId xmlns:p14="http://schemas.microsoft.com/office/powerpoint/2010/main" val="83430857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软件企业融资的渠道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90379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C00000"/>
                </a:solidFill>
                <a:latin typeface="华文楷体" panose="02010600040101010101" pitchFamily="2" charset="-122"/>
                <a:ea typeface="华文楷体" panose="02010600040101010101" pitchFamily="2" charset="-122"/>
              </a:rPr>
              <a:t>融资</a:t>
            </a:r>
            <a:r>
              <a:rPr lang="zh-CN" altLang="en-US" sz="1600" dirty="0">
                <a:solidFill>
                  <a:srgbClr val="000000"/>
                </a:solidFill>
                <a:latin typeface="华文楷体" panose="02010600040101010101" pitchFamily="2" charset="-122"/>
                <a:ea typeface="华文楷体" panose="02010600040101010101" pitchFamily="2" charset="-122"/>
              </a:rPr>
              <a:t>，从狭义上讲，即是一个企业的资金筹集的行为与过程。</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从广义上讲，融资也叫金融，就是货币资金的融通，当事人通过各种方式到金融市场上筹措或贷放资金的行为。</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新帕尔格雷夫经济学大辞典</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对融资的解释是：融资是指为支付超过现金的购货款而采取的货币交易手段，或为取得资产而集资所采取的货币手段。</a:t>
            </a:r>
          </a:p>
        </p:txBody>
      </p:sp>
    </p:spTree>
    <p:extLst>
      <p:ext uri="{BB962C8B-B14F-4D97-AF65-F5344CB8AC3E}">
        <p14:creationId xmlns:p14="http://schemas.microsoft.com/office/powerpoint/2010/main" val="37216841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软件企业融资的渠道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C00000"/>
                </a:solidFill>
                <a:latin typeface="华文楷体" panose="02010600040101010101" pitchFamily="2" charset="-122"/>
                <a:ea typeface="华文楷体" panose="02010600040101010101" pitchFamily="2" charset="-122"/>
              </a:rPr>
              <a:t>外部融资</a:t>
            </a:r>
            <a:r>
              <a:rPr lang="zh-CN" altLang="en-US" sz="1600" dirty="0">
                <a:solidFill>
                  <a:srgbClr val="000000"/>
                </a:solidFill>
                <a:latin typeface="华文楷体" panose="02010600040101010101" pitchFamily="2" charset="-122"/>
                <a:ea typeface="华文楷体" panose="02010600040101010101" pitchFamily="2" charset="-122"/>
              </a:rPr>
              <a:t>：</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股权性融资：合资经营、合作经营、发行股票</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债权性融资：发行债券、租赁筹资</a:t>
            </a:r>
          </a:p>
          <a:p>
            <a:pPr marL="285750" indent="-285750" algn="just">
              <a:lnSpc>
                <a:spcPct val="150000"/>
              </a:lnSpc>
              <a:buFont typeface="Arial" panose="020B0604020202020204" pitchFamily="34" charset="0"/>
              <a:buChar char="•"/>
            </a:pPr>
            <a:r>
              <a:rPr lang="zh-CN" altLang="en-US" sz="1600" b="1" dirty="0">
                <a:solidFill>
                  <a:srgbClr val="C00000"/>
                </a:solidFill>
                <a:latin typeface="华文楷体" panose="02010600040101010101" pitchFamily="2" charset="-122"/>
                <a:ea typeface="华文楷体" panose="02010600040101010101" pitchFamily="2" charset="-122"/>
              </a:rPr>
              <a:t>内部</a:t>
            </a:r>
            <a:endParaRPr lang="en-US" altLang="zh-CN" sz="1600" b="1" dirty="0">
              <a:solidFill>
                <a:srgbClr val="C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自筹</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银行贷款</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向国家、地方政府，包括高新开发区、经济开发区等管理部门申请基金与贷款</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利用外资</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国际金融机构贷款</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项目融资</a:t>
            </a:r>
          </a:p>
        </p:txBody>
      </p:sp>
    </p:spTree>
    <p:extLst>
      <p:ext uri="{BB962C8B-B14F-4D97-AF65-F5344CB8AC3E}">
        <p14:creationId xmlns:p14="http://schemas.microsoft.com/office/powerpoint/2010/main" val="295779908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软件企业融资的渠道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公司外部融资方式主要为</a:t>
            </a:r>
            <a:r>
              <a:rPr lang="zh-CN" altLang="en-US" sz="1600" b="1" dirty="0">
                <a:solidFill>
                  <a:srgbClr val="C00000"/>
                </a:solidFill>
                <a:latin typeface="华文楷体" panose="02010600040101010101" pitchFamily="2" charset="-122"/>
                <a:ea typeface="华文楷体" panose="02010600040101010101" pitchFamily="2" charset="-122"/>
              </a:rPr>
              <a:t>股权融资</a:t>
            </a:r>
            <a:r>
              <a:rPr lang="zh-CN" altLang="en-US" sz="1600" dirty="0">
                <a:solidFill>
                  <a:srgbClr val="000000"/>
                </a:solidFill>
                <a:latin typeface="华文楷体" panose="02010600040101010101" pitchFamily="2" charset="-122"/>
                <a:ea typeface="华文楷体" panose="02010600040101010101" pitchFamily="2" charset="-122"/>
              </a:rPr>
              <a:t>和</a:t>
            </a:r>
            <a:r>
              <a:rPr lang="zh-CN" altLang="en-US" sz="1600" b="1" dirty="0">
                <a:solidFill>
                  <a:srgbClr val="C00000"/>
                </a:solidFill>
                <a:latin typeface="华文楷体" panose="02010600040101010101" pitchFamily="2" charset="-122"/>
                <a:ea typeface="华文楷体" panose="02010600040101010101" pitchFamily="2" charset="-122"/>
              </a:rPr>
              <a:t>债权融资</a:t>
            </a:r>
            <a:r>
              <a:rPr lang="zh-CN" altLang="en-US" sz="1600" dirty="0">
                <a:solidFill>
                  <a:srgbClr val="000000"/>
                </a:solidFill>
                <a:latin typeface="华文楷体" panose="02010600040101010101" pitchFamily="2" charset="-122"/>
                <a:ea typeface="华文楷体" panose="02010600040101010101" pitchFamily="2" charset="-122"/>
              </a:rPr>
              <a:t>。</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b="1" dirty="0">
                <a:solidFill>
                  <a:srgbClr val="C00000"/>
                </a:solidFill>
                <a:latin typeface="华文楷体" panose="02010600040101010101" pitchFamily="2" charset="-122"/>
                <a:ea typeface="华文楷体" panose="02010600040101010101" pitchFamily="2" charset="-122"/>
              </a:rPr>
              <a:t>股权融资</a:t>
            </a:r>
            <a:r>
              <a:rPr lang="zh-CN" altLang="en-US" sz="1600" dirty="0">
                <a:solidFill>
                  <a:srgbClr val="000000"/>
                </a:solidFill>
                <a:latin typeface="华文楷体" panose="02010600040101010101" pitchFamily="2" charset="-122"/>
                <a:ea typeface="华文楷体" panose="02010600040101010101" pitchFamily="2" charset="-122"/>
              </a:rPr>
              <a:t>：投资者往公司投钱，常听到的的</a:t>
            </a:r>
            <a:r>
              <a:rPr lang="en-US" altLang="zh-CN" sz="1600" dirty="0">
                <a:solidFill>
                  <a:srgbClr val="000000"/>
                </a:solidFill>
                <a:latin typeface="华文楷体" panose="02010600040101010101" pitchFamily="2" charset="-122"/>
                <a:ea typeface="华文楷体" panose="02010600040101010101" pitchFamily="2" charset="-122"/>
              </a:rPr>
              <a:t>PE</a:t>
            </a:r>
            <a:r>
              <a:rPr lang="zh-CN" altLang="en-US" sz="1600" dirty="0">
                <a:solidFill>
                  <a:srgbClr val="000000"/>
                </a:solidFill>
                <a:latin typeface="华文楷体" panose="02010600040101010101" pitchFamily="2" charset="-122"/>
                <a:ea typeface="华文楷体" panose="02010600040101010101" pitchFamily="2" charset="-122"/>
              </a:rPr>
              <a:t>（私募）</a:t>
            </a:r>
            <a:r>
              <a:rPr lang="en-US" altLang="zh-CN" sz="1600" dirty="0">
                <a:solidFill>
                  <a:srgbClr val="000000"/>
                </a:solidFill>
                <a:latin typeface="华文楷体" panose="02010600040101010101" pitchFamily="2" charset="-122"/>
                <a:ea typeface="华文楷体" panose="02010600040101010101" pitchFamily="2" charset="-122"/>
              </a:rPr>
              <a:t>/VC</a:t>
            </a:r>
            <a:r>
              <a:rPr lang="zh-CN" altLang="en-US" sz="1600" dirty="0">
                <a:solidFill>
                  <a:srgbClr val="000000"/>
                </a:solidFill>
                <a:latin typeface="华文楷体" panose="02010600040101010101" pitchFamily="2" charset="-122"/>
                <a:ea typeface="华文楷体" panose="02010600040101010101" pitchFamily="2" charset="-122"/>
              </a:rPr>
              <a:t>（风投）就是股权投资者。</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优势：不用还。</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劣势：贵，股权融资会稀释股权，这是很严重的问题。</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一方面大家都知道原始股是很值钱的，原始股东自然也不想让给其他人。</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另一方面可能导致控制权的转移。</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如果其他方把股权买到足够大，股东会投票的时候很可能就可以把原来创始人的票压下去，进而通过创始人不希望看到的决定。所以有一种说法是，好的公司优先采用债务融资。</a:t>
            </a:r>
          </a:p>
        </p:txBody>
      </p:sp>
    </p:spTree>
    <p:extLst>
      <p:ext uri="{BB962C8B-B14F-4D97-AF65-F5344CB8AC3E}">
        <p14:creationId xmlns:p14="http://schemas.microsoft.com/office/powerpoint/2010/main" val="205034495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软件企业融资的渠道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2.</a:t>
            </a:r>
            <a:r>
              <a:rPr lang="zh-CN" altLang="en-US" sz="1600" b="1" dirty="0">
                <a:solidFill>
                  <a:srgbClr val="C00000"/>
                </a:solidFill>
                <a:latin typeface="华文楷体" panose="02010600040101010101" pitchFamily="2" charset="-122"/>
                <a:ea typeface="华文楷体" panose="02010600040101010101" pitchFamily="2" charset="-122"/>
              </a:rPr>
              <a:t>债权融资</a:t>
            </a:r>
            <a:r>
              <a:rPr lang="zh-CN" altLang="en-US" sz="1600" dirty="0">
                <a:solidFill>
                  <a:srgbClr val="000000"/>
                </a:solidFill>
                <a:latin typeface="华文楷体" panose="02010600040101010101" pitchFamily="2" charset="-122"/>
                <a:ea typeface="华文楷体" panose="02010600040101010101" pitchFamily="2" charset="-122"/>
              </a:rPr>
              <a:t>：最常见的即银行贷款。</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银行贷款都需要足额担保（抵押、质押和保证），比如把房子车子押给银行，然后股东再保证如果公司还不上钱由股东来还。</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优势：不稀释股权。</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劣势：一方面小公司很难有足额的抵押物，银行也不愿借钱给小公司，即常说的「从不雪中送炭」。另一方面到期需要还款，否则可能面临破产。</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（融资优序：内生为上，债权次之，股权更次之）</a:t>
            </a:r>
          </a:p>
        </p:txBody>
      </p:sp>
    </p:spTree>
    <p:extLst>
      <p:ext uri="{BB962C8B-B14F-4D97-AF65-F5344CB8AC3E}">
        <p14:creationId xmlns:p14="http://schemas.microsoft.com/office/powerpoint/2010/main" val="251321195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72464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筹资采取何种渠道取决于哪些因素？</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融资的难易程度</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资金成本</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资金偿付方式</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资本结构（财务风险）</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企业偿债能力（盈利能力）</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注意：考虑收益的同时要充分考虑成本和风险</a:t>
            </a:r>
          </a:p>
        </p:txBody>
      </p:sp>
    </p:spTree>
    <p:extLst>
      <p:ext uri="{BB962C8B-B14F-4D97-AF65-F5344CB8AC3E}">
        <p14:creationId xmlns:p14="http://schemas.microsoft.com/office/powerpoint/2010/main" val="68555844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软件企业的融资原则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．融资规模适度。</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要在充分挖掘企业现有资金潜能的基础，合理分析、预测企业实际的资金需要量，确定融资规模，防止资金不足而影响经营活动或资金过剩而降低经济效益。</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．融资时间合理。</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资金是具有时间价值的，要按照财务预算的要求，安排融资与用资的时间、期限，避免资金闲置或滞后，使资金使用价值最大化。</a:t>
            </a:r>
          </a:p>
        </p:txBody>
      </p:sp>
    </p:spTree>
    <p:extLst>
      <p:ext uri="{BB962C8B-B14F-4D97-AF65-F5344CB8AC3E}">
        <p14:creationId xmlns:p14="http://schemas.microsoft.com/office/powerpoint/2010/main" val="357442995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软件企业的融资原则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．优化融资方式。</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企业融资的渠道和方式有多种，其难易程度、资金成本、财务风险不同，要根据企业具体情况，分析、研究资金来源结构，优化融资方式。</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4</a:t>
            </a:r>
            <a:r>
              <a:rPr lang="zh-CN" altLang="en-US" dirty="0">
                <a:solidFill>
                  <a:srgbClr val="000000"/>
                </a:solidFill>
                <a:latin typeface="华文楷体" panose="02010600040101010101" pitchFamily="2" charset="-122"/>
                <a:ea typeface="华文楷体" panose="02010600040101010101" pitchFamily="2" charset="-122"/>
              </a:rPr>
              <a:t>．降低融资成本。</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通过融资规模、融资时间、融资方式的综合运用与组合，降低资金成本。</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5</a:t>
            </a:r>
            <a:r>
              <a:rPr lang="zh-CN" altLang="en-US" dirty="0">
                <a:solidFill>
                  <a:srgbClr val="000000"/>
                </a:solidFill>
                <a:latin typeface="华文楷体" panose="02010600040101010101" pitchFamily="2" charset="-122"/>
                <a:ea typeface="华文楷体" panose="02010600040101010101" pitchFamily="2" charset="-122"/>
              </a:rPr>
              <a:t>．控制融资风险。</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要合理安排资本和资金结构，保持适当的偿债能力，防止过度负债，导致财务风险过大。</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hlinkClick r:id="rId3"/>
              </a:rPr>
              <a:t>企业融资实务操作大全及典型案例分析（完结）</a:t>
            </a:r>
            <a:r>
              <a:rPr lang="en-US" altLang="zh-CN" dirty="0">
                <a:hlinkClick r:id="rId3"/>
              </a:rPr>
              <a:t>_</a:t>
            </a:r>
            <a:r>
              <a:rPr lang="zh-CN" altLang="en-US" dirty="0">
                <a:hlinkClick r:id="rId3"/>
              </a:rPr>
              <a:t>哔哩哔哩</a:t>
            </a:r>
            <a:r>
              <a:rPr lang="en-US" altLang="zh-CN" dirty="0">
                <a:hlinkClick r:id="rId3"/>
              </a:rPr>
              <a:t>_</a:t>
            </a:r>
            <a:r>
              <a:rPr lang="en-US" altLang="zh-CN" dirty="0" err="1">
                <a:hlinkClick r:id="rId3"/>
              </a:rPr>
              <a:t>bilibili</a:t>
            </a: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440578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融资的流程</a:t>
            </a:r>
          </a:p>
        </p:txBody>
      </p:sp>
      <p:sp>
        <p:nvSpPr>
          <p:cNvPr id="2" name="矩形 1">
            <a:extLst>
              <a:ext uri="{FF2B5EF4-FFF2-40B4-BE49-F238E27FC236}">
                <a16:creationId xmlns:a16="http://schemas.microsoft.com/office/drawing/2014/main" id="{1A343DEC-CFF6-41F5-B87C-0DFC08C67B76}"/>
              </a:ext>
            </a:extLst>
          </p:cNvPr>
          <p:cNvSpPr/>
          <p:nvPr/>
        </p:nvSpPr>
        <p:spPr>
          <a:xfrm>
            <a:off x="1099870" y="4192803"/>
            <a:ext cx="6944259" cy="468270"/>
          </a:xfrm>
          <a:prstGeom prst="rect">
            <a:avLst/>
          </a:prstGeom>
        </p:spPr>
        <p:txBody>
          <a:bodyPr wrap="square">
            <a:spAutoFit/>
          </a:bodyPr>
          <a:lstStyle/>
          <a:p>
            <a:pPr algn="ctr">
              <a:lnSpc>
                <a:spcPct val="150000"/>
              </a:lnSpc>
            </a:pPr>
            <a:r>
              <a:rPr lang="zh-CN" altLang="en-US" dirty="0">
                <a:solidFill>
                  <a:srgbClr val="000000"/>
                </a:solidFill>
                <a:latin typeface="华文楷体" panose="02010600040101010101" pitchFamily="2" charset="-122"/>
                <a:ea typeface="华文楷体" panose="02010600040101010101" pitchFamily="2" charset="-122"/>
              </a:rPr>
              <a:t>访谈项目并决策</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签订</a:t>
            </a:r>
            <a:r>
              <a:rPr lang="en-US" altLang="zh-CN" dirty="0">
                <a:solidFill>
                  <a:srgbClr val="000000"/>
                </a:solidFill>
                <a:latin typeface="华文楷体" panose="02010600040101010101" pitchFamily="2" charset="-122"/>
                <a:ea typeface="华文楷体" panose="02010600040101010101" pitchFamily="2" charset="-122"/>
              </a:rPr>
              <a:t>Term Sheet -</a:t>
            </a:r>
            <a:r>
              <a:rPr lang="zh-CN" altLang="en-US" dirty="0">
                <a:solidFill>
                  <a:srgbClr val="000000"/>
                </a:solidFill>
                <a:latin typeface="华文楷体" panose="02010600040101010101" pitchFamily="2" charset="-122"/>
                <a:ea typeface="华文楷体" panose="02010600040101010101" pitchFamily="2" charset="-122"/>
              </a:rPr>
              <a:t>尽职调查</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签订正式投资协议</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打款</a:t>
            </a:r>
          </a:p>
        </p:txBody>
      </p:sp>
      <p:pic>
        <p:nvPicPr>
          <p:cNvPr id="6" name="图片 5">
            <a:extLst>
              <a:ext uri="{FF2B5EF4-FFF2-40B4-BE49-F238E27FC236}">
                <a16:creationId xmlns:a16="http://schemas.microsoft.com/office/drawing/2014/main" id="{B556ACC2-1189-4632-A8A8-49D4C1DFDB3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Lst>
          </a:blip>
          <a:stretch>
            <a:fillRect/>
          </a:stretch>
        </p:blipFill>
        <p:spPr>
          <a:xfrm>
            <a:off x="876300" y="731260"/>
            <a:ext cx="7391400" cy="3347736"/>
          </a:xfrm>
          <a:prstGeom prst="rect">
            <a:avLst/>
          </a:prstGeom>
        </p:spPr>
      </p:pic>
    </p:spTree>
    <p:extLst>
      <p:ext uri="{BB962C8B-B14F-4D97-AF65-F5344CB8AC3E}">
        <p14:creationId xmlns:p14="http://schemas.microsoft.com/office/powerpoint/2010/main" val="6114801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软件企业的融资原则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4400844"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Term Sheet</a:t>
            </a:r>
            <a:r>
              <a:rPr lang="zh-CN" altLang="en-US" dirty="0">
                <a:solidFill>
                  <a:srgbClr val="000000"/>
                </a:solidFill>
                <a:latin typeface="华文楷体" panose="02010600040101010101" pitchFamily="2" charset="-122"/>
                <a:ea typeface="华文楷体" panose="02010600040101010101" pitchFamily="2" charset="-122"/>
              </a:rPr>
              <a:t>的条款是之后正式协议的框架版本，所以重要的信息比如价格、投资人权益、创业者权益等，会在这个框架里界定清楚。</a:t>
            </a:r>
          </a:p>
        </p:txBody>
      </p:sp>
      <p:pic>
        <p:nvPicPr>
          <p:cNvPr id="4" name="图片 3" descr="文本&#10;&#10;描述已自动生成">
            <a:extLst>
              <a:ext uri="{FF2B5EF4-FFF2-40B4-BE49-F238E27FC236}">
                <a16:creationId xmlns:a16="http://schemas.microsoft.com/office/drawing/2014/main" id="{EC19DFCE-1E99-499C-8172-60B5CA82A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2891" y="0"/>
            <a:ext cx="3643861" cy="5143500"/>
          </a:xfrm>
          <a:prstGeom prst="rect">
            <a:avLst/>
          </a:prstGeom>
        </p:spPr>
      </p:pic>
    </p:spTree>
    <p:extLst>
      <p:ext uri="{BB962C8B-B14F-4D97-AF65-F5344CB8AC3E}">
        <p14:creationId xmlns:p14="http://schemas.microsoft.com/office/powerpoint/2010/main" val="37943465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不同阶段融资关注点</a:t>
            </a:r>
          </a:p>
        </p:txBody>
      </p:sp>
      <p:pic>
        <p:nvPicPr>
          <p:cNvPr id="2050" name="Picture 2" descr="preview">
            <a:extLst>
              <a:ext uri="{FF2B5EF4-FFF2-40B4-BE49-F238E27FC236}">
                <a16:creationId xmlns:a16="http://schemas.microsoft.com/office/drawing/2014/main" id="{CA329AA9-28F9-4172-BB30-6DAF0CFEC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749" y="731260"/>
            <a:ext cx="6080502" cy="395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6985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融资机构关注点</a:t>
            </a:r>
          </a:p>
        </p:txBody>
      </p:sp>
      <p:pic>
        <p:nvPicPr>
          <p:cNvPr id="1026" name="Picture 2" descr="preview">
            <a:extLst>
              <a:ext uri="{FF2B5EF4-FFF2-40B4-BE49-F238E27FC236}">
                <a16:creationId xmlns:a16="http://schemas.microsoft.com/office/drawing/2014/main" id="{DB13D33A-D6A4-448D-AA04-3610AF232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3575" y="657225"/>
            <a:ext cx="5276850"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87614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7153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融资中的</a:t>
            </a:r>
            <a:r>
              <a:rPr lang="en-US" altLang="zh-CN" sz="2400" spc="300" dirty="0">
                <a:latin typeface="微软雅黑" panose="020B0503020204020204" pitchFamily="34" charset="-122"/>
                <a:ea typeface="微软雅黑" panose="020B0503020204020204" pitchFamily="34" charset="-122"/>
              </a:rPr>
              <a:t>ABCD</a:t>
            </a:r>
            <a:endParaRPr lang="zh-CN" altLang="en-US" sz="2400" spc="300" dirty="0">
              <a:latin typeface="微软雅黑" panose="020B0503020204020204" pitchFamily="34" charset="-122"/>
              <a:ea typeface="微软雅黑" panose="020B0503020204020204" pitchFamily="34" charset="-122"/>
            </a:endParaRPr>
          </a:p>
        </p:txBody>
      </p:sp>
      <p:pic>
        <p:nvPicPr>
          <p:cNvPr id="1026" name="Picture 2" descr="preview">
            <a:extLst>
              <a:ext uri="{FF2B5EF4-FFF2-40B4-BE49-F238E27FC236}">
                <a16:creationId xmlns:a16="http://schemas.microsoft.com/office/drawing/2014/main" id="{FF8CBABD-EF19-4210-AA88-C0B2D88F65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430" y="704792"/>
            <a:ext cx="6871139" cy="3953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19045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9BFFD7AE-A697-419A-BA9B-6578A04D01C2}"/>
              </a:ext>
            </a:extLst>
          </p:cNvPr>
          <p:cNvGraphicFramePr>
            <a:graphicFrameLocks noGrp="1"/>
          </p:cNvGraphicFramePr>
          <p:nvPr>
            <p:extLst>
              <p:ext uri="{D42A27DB-BD31-4B8C-83A1-F6EECF244321}">
                <p14:modId xmlns:p14="http://schemas.microsoft.com/office/powerpoint/2010/main" val="2681950069"/>
              </p:ext>
            </p:extLst>
          </p:nvPr>
        </p:nvGraphicFramePr>
        <p:xfrm>
          <a:off x="622300" y="565149"/>
          <a:ext cx="7899400" cy="4367390"/>
        </p:xfrm>
        <a:graphic>
          <a:graphicData uri="http://schemas.openxmlformats.org/drawingml/2006/table">
            <a:tbl>
              <a:tblPr firstRow="1" bandRow="1">
                <a:tableStyleId>{5C22544A-7EE6-4342-B048-85BDC9FD1C3A}</a:tableStyleId>
              </a:tblPr>
              <a:tblGrid>
                <a:gridCol w="914093">
                  <a:extLst>
                    <a:ext uri="{9D8B030D-6E8A-4147-A177-3AD203B41FA5}">
                      <a16:colId xmlns:a16="http://schemas.microsoft.com/office/drawing/2014/main" val="2222828531"/>
                    </a:ext>
                  </a:extLst>
                </a:gridCol>
                <a:gridCol w="6985307">
                  <a:extLst>
                    <a:ext uri="{9D8B030D-6E8A-4147-A177-3AD203B41FA5}">
                      <a16:colId xmlns:a16="http://schemas.microsoft.com/office/drawing/2014/main" val="2686117895"/>
                    </a:ext>
                  </a:extLst>
                </a:gridCol>
              </a:tblGrid>
              <a:tr h="416278">
                <a:tc>
                  <a:txBody>
                    <a:bodyPr/>
                    <a:lstStyle/>
                    <a:p>
                      <a:pPr algn="ctr"/>
                      <a:r>
                        <a:rPr lang="zh-CN" altLang="en-US" dirty="0">
                          <a:latin typeface="Times New Roman" panose="02020603050405020304" pitchFamily="18" charset="0"/>
                          <a:cs typeface="Times New Roman" panose="02020603050405020304" pitchFamily="18" charset="0"/>
                        </a:rPr>
                        <a:t>轮次</a:t>
                      </a:r>
                      <a:endParaRPr lang="en-001"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dirty="0">
                          <a:latin typeface="Times New Roman" panose="02020603050405020304" pitchFamily="18" charset="0"/>
                          <a:cs typeface="Times New Roman" panose="02020603050405020304" pitchFamily="18" charset="0"/>
                        </a:rPr>
                        <a:t>目的</a:t>
                      </a:r>
                      <a:endParaRPr lang="en-00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28366851"/>
                  </a:ext>
                </a:extLst>
              </a:tr>
              <a:tr h="416278">
                <a:tc>
                  <a:txBody>
                    <a:bodyPr/>
                    <a:lstStyle/>
                    <a:p>
                      <a:pPr algn="ct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种子轮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没有团队，只有想法，要一笔钱开始实施想法。</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107543553"/>
                  </a:ext>
                </a:extLst>
              </a:tr>
              <a:tr h="416278">
                <a:tc>
                  <a:txBody>
                    <a:bodyPr/>
                    <a:lstStyle/>
                    <a:p>
                      <a:pPr algn="ct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天使轮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团队基本有了，产品马上要</a:t>
                      </a: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Demo</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了，可以内部看到。</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350658084"/>
                  </a:ext>
                </a:extLst>
              </a:tr>
              <a:tr h="416278">
                <a:tc>
                  <a:txBody>
                    <a:bodyPr/>
                    <a:lstStyle/>
                    <a:p>
                      <a:pPr algn="ct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Pre-A</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A</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轮前最后一轮，产品已经上线，但是还没有太多数据表现，需要融一笔钱支撑团队继续验证。</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441945818"/>
                  </a:ext>
                </a:extLst>
              </a:tr>
              <a:tr h="416278">
                <a:tc>
                  <a:txBody>
                    <a:bodyPr/>
                    <a:lstStyle/>
                    <a:p>
                      <a:pPr algn="ct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A</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基本产品模型已经跑通，需要资本来继续扩量。</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917823691"/>
                  </a:ext>
                </a:extLst>
              </a:tr>
              <a:tr h="416278">
                <a:tc>
                  <a:txBody>
                    <a:bodyPr/>
                    <a:lstStyle/>
                    <a:p>
                      <a:pPr algn="ct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B</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产品已经迅速上量，需要验证商业模式，即赚钱的能力。</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604681468"/>
                  </a:ext>
                </a:extLst>
              </a:tr>
              <a:tr h="416278">
                <a:tc>
                  <a:txBody>
                    <a:bodyPr/>
                    <a:lstStyle/>
                    <a:p>
                      <a:pPr algn="ct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C</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商业模式验证成功，通过资本上量压倒对手，因为已经验证了规模化的赚钱能力，所以理论上应该是最后一轮融资。</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8444200"/>
                  </a:ext>
                </a:extLst>
              </a:tr>
              <a:tr h="416278">
                <a:tc>
                  <a:txBody>
                    <a:bodyPr/>
                    <a:lstStyle/>
                    <a:p>
                      <a:pPr algn="ct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D</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a:t>
                      </a: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F</a:t>
                      </a:r>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轮</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可能是因为公司不符合上市的标准，只能继续融资运营，把公司打造符合上市的标准，以便于投资人退出；又或者公司还没有找到合适的盈利模式；又或者是投资人非要进去。</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652774927"/>
                  </a:ext>
                </a:extLst>
              </a:tr>
              <a:tr h="416278">
                <a:tc>
                  <a:txBody>
                    <a:bodyPr/>
                    <a:lstStyle/>
                    <a:p>
                      <a:pPr algn="ctr"/>
                      <a:r>
                        <a:rPr lang="en-US" altLang="zh-CN" sz="1400" b="0" i="0" kern="1200" dirty="0">
                          <a:solidFill>
                            <a:schemeClr val="dk1"/>
                          </a:solidFill>
                          <a:effectLst/>
                          <a:latin typeface="Times New Roman" panose="02020603050405020304" pitchFamily="18" charset="0"/>
                          <a:ea typeface="+mn-ea"/>
                          <a:cs typeface="Times New Roman" panose="02020603050405020304" pitchFamily="18" charset="0"/>
                        </a:rPr>
                        <a:t>Pre-IPO</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zh-CN" altLang="en-US" sz="1400" b="0" i="0" kern="1200" dirty="0">
                          <a:solidFill>
                            <a:schemeClr val="dk1"/>
                          </a:solidFill>
                          <a:effectLst/>
                          <a:latin typeface="Times New Roman" panose="02020603050405020304" pitchFamily="18" charset="0"/>
                          <a:ea typeface="+mn-ea"/>
                          <a:cs typeface="Times New Roman" panose="02020603050405020304" pitchFamily="18" charset="0"/>
                        </a:rPr>
                        <a:t>为了解决公司在报会和被并购前的最后一次现金需要，进行的融资，这个时候大多数需要的是有资源的投资方，而不仅仅是财务投资者，还有券商投行对企业业务进行梳理，为企业进入资本市场上市和并购做准备。</a:t>
                      </a:r>
                      <a:endParaRPr lang="en-001"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12107744"/>
                  </a:ext>
                </a:extLst>
              </a:tr>
            </a:tbl>
          </a:graphicData>
        </a:graphic>
      </p:graphicFrame>
    </p:spTree>
    <p:extLst>
      <p:ext uri="{BB962C8B-B14F-4D97-AF65-F5344CB8AC3E}">
        <p14:creationId xmlns:p14="http://schemas.microsoft.com/office/powerpoint/2010/main" val="2310535170"/>
      </p:ext>
    </p:extLst>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solidFill>
                  <a:srgbClr val="7030A0"/>
                </a:solidFill>
                <a:latin typeface="微软雅黑" panose="020B0503020204020204" pitchFamily="34" charset="-122"/>
                <a:ea typeface="微软雅黑" panose="020B0503020204020204" pitchFamily="34" charset="-122"/>
              </a:rPr>
              <a:t>思考题</a:t>
            </a:r>
          </a:p>
        </p:txBody>
      </p:sp>
      <p:pic>
        <p:nvPicPr>
          <p:cNvPr id="4" name="图片 3">
            <a:extLst>
              <a:ext uri="{FF2B5EF4-FFF2-40B4-BE49-F238E27FC236}">
                <a16:creationId xmlns:a16="http://schemas.microsoft.com/office/drawing/2014/main" id="{5E522DAD-EFE0-40DB-BA43-D6A01973A28A}"/>
              </a:ext>
            </a:extLst>
          </p:cNvPr>
          <p:cNvPicPr>
            <a:picLocks noChangeAspect="1"/>
          </p:cNvPicPr>
          <p:nvPr/>
        </p:nvPicPr>
        <p:blipFill>
          <a:blip r:embed="rId3"/>
          <a:stretch>
            <a:fillRect/>
          </a:stretch>
        </p:blipFill>
        <p:spPr>
          <a:xfrm>
            <a:off x="2098469" y="0"/>
            <a:ext cx="4947061" cy="5143500"/>
          </a:xfrm>
          <a:prstGeom prst="rect">
            <a:avLst/>
          </a:prstGeom>
        </p:spPr>
      </p:pic>
    </p:spTree>
    <p:extLst>
      <p:ext uri="{BB962C8B-B14F-4D97-AF65-F5344CB8AC3E}">
        <p14:creationId xmlns:p14="http://schemas.microsoft.com/office/powerpoint/2010/main" val="31651686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阿里融资历史</a:t>
            </a:r>
            <a:endParaRPr lang="en-US" altLang="zh-CN"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755300"/>
            <a:ext cx="7920338" cy="393954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1999</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10</a:t>
            </a:r>
            <a:r>
              <a:rPr lang="zh-CN" altLang="en-US" sz="1400" dirty="0">
                <a:solidFill>
                  <a:srgbClr val="000000"/>
                </a:solidFill>
                <a:latin typeface="华文楷体" panose="02010600040101010101" pitchFamily="2" charset="-122"/>
                <a:ea typeface="华文楷体" panose="02010600040101010101" pitchFamily="2" charset="-122"/>
              </a:rPr>
              <a:t>月，阿里巴巴融资</a:t>
            </a:r>
            <a:r>
              <a:rPr lang="en-US" altLang="zh-CN" sz="1400" dirty="0">
                <a:solidFill>
                  <a:srgbClr val="000000"/>
                </a:solidFill>
                <a:latin typeface="华文楷体" panose="02010600040101010101" pitchFamily="2" charset="-122"/>
                <a:ea typeface="华文楷体" panose="02010600040101010101" pitchFamily="2" charset="-122"/>
              </a:rPr>
              <a:t>500</a:t>
            </a:r>
            <a:r>
              <a:rPr lang="zh-CN" altLang="en-US" sz="1400" dirty="0">
                <a:solidFill>
                  <a:srgbClr val="000000"/>
                </a:solidFill>
                <a:latin typeface="华文楷体" panose="02010600040101010101" pitchFamily="2" charset="-122"/>
                <a:ea typeface="华文楷体" panose="02010600040101010101" pitchFamily="2" charset="-122"/>
              </a:rPr>
              <a:t>万美元，主要投资机构：高盛、新加坡</a:t>
            </a:r>
            <a:r>
              <a:rPr lang="en-US" altLang="zh-CN" sz="1400" dirty="0">
                <a:solidFill>
                  <a:srgbClr val="000000"/>
                </a:solidFill>
                <a:latin typeface="华文楷体" panose="02010600040101010101" pitchFamily="2" charset="-122"/>
                <a:ea typeface="华文楷体" panose="02010600040101010101" pitchFamily="2" charset="-122"/>
              </a:rPr>
              <a:t>TDF</a:t>
            </a:r>
            <a:r>
              <a:rPr lang="zh-CN" altLang="en-US" sz="1400" dirty="0">
                <a:solidFill>
                  <a:srgbClr val="000000"/>
                </a:solidFill>
                <a:latin typeface="华文楷体" panose="02010600040101010101" pitchFamily="2" charset="-122"/>
                <a:ea typeface="华文楷体" panose="02010600040101010101" pitchFamily="2" charset="-122"/>
              </a:rPr>
              <a:t>等。</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2</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2000</a:t>
            </a:r>
            <a:r>
              <a:rPr lang="zh-CN" altLang="en-US" sz="1400" dirty="0">
                <a:solidFill>
                  <a:srgbClr val="000000"/>
                </a:solidFill>
                <a:latin typeface="华文楷体" panose="02010600040101010101" pitchFamily="2" charset="-122"/>
                <a:ea typeface="华文楷体" panose="02010600040101010101" pitchFamily="2" charset="-122"/>
              </a:rPr>
              <a:t>年，阿里巴巴融资</a:t>
            </a:r>
            <a:r>
              <a:rPr lang="en-US" altLang="zh-CN" sz="1400" dirty="0">
                <a:solidFill>
                  <a:srgbClr val="000000"/>
                </a:solidFill>
                <a:latin typeface="华文楷体" panose="02010600040101010101" pitchFamily="2" charset="-122"/>
                <a:ea typeface="华文楷体" panose="02010600040101010101" pitchFamily="2" charset="-122"/>
              </a:rPr>
              <a:t>2500</a:t>
            </a:r>
            <a:r>
              <a:rPr lang="zh-CN" altLang="en-US" sz="1400" dirty="0">
                <a:solidFill>
                  <a:srgbClr val="000000"/>
                </a:solidFill>
                <a:latin typeface="华文楷体" panose="02010600040101010101" pitchFamily="2" charset="-122"/>
                <a:ea typeface="华文楷体" panose="02010600040101010101" pitchFamily="2" charset="-122"/>
              </a:rPr>
              <a:t>万美元，主要投资机构：软银、新加坡</a:t>
            </a:r>
            <a:r>
              <a:rPr lang="en-US" altLang="zh-CN" sz="1400" dirty="0">
                <a:solidFill>
                  <a:srgbClr val="000000"/>
                </a:solidFill>
                <a:latin typeface="华文楷体" panose="02010600040101010101" pitchFamily="2" charset="-122"/>
                <a:ea typeface="华文楷体" panose="02010600040101010101" pitchFamily="2" charset="-122"/>
              </a:rPr>
              <a:t>TDF</a:t>
            </a:r>
            <a:r>
              <a:rPr lang="zh-CN" altLang="en-US" sz="1400" dirty="0">
                <a:solidFill>
                  <a:srgbClr val="000000"/>
                </a:solidFill>
                <a:latin typeface="华文楷体" panose="02010600040101010101" pitchFamily="2" charset="-122"/>
                <a:ea typeface="华文楷体" panose="02010600040101010101" pitchFamily="2" charset="-122"/>
              </a:rPr>
              <a:t>、富达、汇亚基金、瑞典</a:t>
            </a:r>
            <a:r>
              <a:rPr lang="en-US" altLang="zh-CN" sz="1400" dirty="0">
                <a:solidFill>
                  <a:srgbClr val="000000"/>
                </a:solidFill>
                <a:latin typeface="华文楷体" panose="02010600040101010101" pitchFamily="2" charset="-122"/>
                <a:ea typeface="华文楷体" panose="02010600040101010101" pitchFamily="2" charset="-122"/>
              </a:rPr>
              <a:t>AB</a:t>
            </a:r>
            <a:r>
              <a:rPr lang="zh-CN" altLang="en-US" sz="1400" dirty="0">
                <a:solidFill>
                  <a:srgbClr val="000000"/>
                </a:solidFill>
                <a:latin typeface="华文楷体" panose="02010600040101010101" pitchFamily="2" charset="-122"/>
                <a:ea typeface="华文楷体" panose="02010600040101010101" pitchFamily="2" charset="-122"/>
              </a:rPr>
              <a:t>等。</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3</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2004</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2</a:t>
            </a:r>
            <a:r>
              <a:rPr lang="zh-CN" altLang="en-US" sz="1400" dirty="0">
                <a:solidFill>
                  <a:srgbClr val="000000"/>
                </a:solidFill>
                <a:latin typeface="华文楷体" panose="02010600040101010101" pitchFamily="2" charset="-122"/>
                <a:ea typeface="华文楷体" panose="02010600040101010101" pitchFamily="2" charset="-122"/>
              </a:rPr>
              <a:t>月，阿里巴巴融资</a:t>
            </a:r>
            <a:r>
              <a:rPr lang="en-US" altLang="zh-CN" sz="1400" dirty="0">
                <a:solidFill>
                  <a:srgbClr val="000000"/>
                </a:solidFill>
                <a:latin typeface="华文楷体" panose="02010600040101010101" pitchFamily="2" charset="-122"/>
                <a:ea typeface="华文楷体" panose="02010600040101010101" pitchFamily="2" charset="-122"/>
              </a:rPr>
              <a:t>8200</a:t>
            </a:r>
            <a:r>
              <a:rPr lang="zh-CN" altLang="en-US" sz="1400" dirty="0">
                <a:solidFill>
                  <a:srgbClr val="000000"/>
                </a:solidFill>
                <a:latin typeface="华文楷体" panose="02010600040101010101" pitchFamily="2" charset="-122"/>
                <a:ea typeface="华文楷体" panose="02010600040101010101" pitchFamily="2" charset="-122"/>
              </a:rPr>
              <a:t>万美元，主要投资机构：软银、新加坡</a:t>
            </a:r>
            <a:r>
              <a:rPr lang="en-US" altLang="zh-CN" sz="1400" dirty="0">
                <a:solidFill>
                  <a:srgbClr val="000000"/>
                </a:solidFill>
                <a:latin typeface="华文楷体" panose="02010600040101010101" pitchFamily="2" charset="-122"/>
                <a:ea typeface="华文楷体" panose="02010600040101010101" pitchFamily="2" charset="-122"/>
              </a:rPr>
              <a:t>TDF</a:t>
            </a:r>
            <a:r>
              <a:rPr lang="zh-CN" altLang="en-US" sz="1400" dirty="0">
                <a:solidFill>
                  <a:srgbClr val="000000"/>
                </a:solidFill>
                <a:latin typeface="华文楷体" panose="02010600040101010101" pitchFamily="2" charset="-122"/>
                <a:ea typeface="华文楷体" panose="02010600040101010101" pitchFamily="2" charset="-122"/>
              </a:rPr>
              <a:t>等。</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4</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2005</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8</a:t>
            </a:r>
            <a:r>
              <a:rPr lang="zh-CN" altLang="en-US" sz="1400" dirty="0">
                <a:solidFill>
                  <a:srgbClr val="000000"/>
                </a:solidFill>
                <a:latin typeface="华文楷体" panose="02010600040101010101" pitchFamily="2" charset="-122"/>
                <a:ea typeface="华文楷体" panose="02010600040101010101" pitchFamily="2" charset="-122"/>
              </a:rPr>
              <a:t>月，阿里巴巴融资</a:t>
            </a:r>
            <a:r>
              <a:rPr lang="en-US" altLang="zh-CN" sz="1400" dirty="0">
                <a:solidFill>
                  <a:srgbClr val="000000"/>
                </a:solidFill>
                <a:latin typeface="华文楷体" panose="02010600040101010101" pitchFamily="2" charset="-122"/>
                <a:ea typeface="华文楷体" panose="02010600040101010101" pitchFamily="2" charset="-122"/>
              </a:rPr>
              <a:t>10</a:t>
            </a:r>
            <a:r>
              <a:rPr lang="zh-CN" altLang="en-US" sz="1400" dirty="0">
                <a:solidFill>
                  <a:srgbClr val="000000"/>
                </a:solidFill>
                <a:latin typeface="华文楷体" panose="02010600040101010101" pitchFamily="2" charset="-122"/>
                <a:ea typeface="华文楷体" panose="02010600040101010101" pitchFamily="2" charset="-122"/>
              </a:rPr>
              <a:t>亿美元，雅虎，兑换阿里巴巴集团</a:t>
            </a:r>
            <a:r>
              <a:rPr lang="en-US" altLang="zh-CN" sz="1400" dirty="0">
                <a:solidFill>
                  <a:srgbClr val="000000"/>
                </a:solidFill>
                <a:latin typeface="华文楷体" panose="02010600040101010101" pitchFamily="2" charset="-122"/>
                <a:ea typeface="华文楷体" panose="02010600040101010101" pitchFamily="2" charset="-122"/>
              </a:rPr>
              <a:t>39%</a:t>
            </a:r>
            <a:r>
              <a:rPr lang="zh-CN" altLang="en-US" sz="1400" dirty="0">
                <a:solidFill>
                  <a:srgbClr val="000000"/>
                </a:solidFill>
                <a:latin typeface="华文楷体" panose="02010600040101010101" pitchFamily="2" charset="-122"/>
                <a:ea typeface="华文楷体" panose="02010600040101010101" pitchFamily="2" charset="-122"/>
              </a:rPr>
              <a:t>的普通股，并获得</a:t>
            </a:r>
            <a:r>
              <a:rPr lang="en-US" altLang="zh-CN" sz="1400" dirty="0">
                <a:solidFill>
                  <a:srgbClr val="000000"/>
                </a:solidFill>
                <a:latin typeface="华文楷体" panose="02010600040101010101" pitchFamily="2" charset="-122"/>
                <a:ea typeface="华文楷体" panose="02010600040101010101" pitchFamily="2" charset="-122"/>
              </a:rPr>
              <a:t>35%</a:t>
            </a:r>
            <a:r>
              <a:rPr lang="zh-CN" altLang="en-US" sz="1400" dirty="0">
                <a:solidFill>
                  <a:srgbClr val="000000"/>
                </a:solidFill>
                <a:latin typeface="华文楷体" panose="02010600040101010101" pitchFamily="2" charset="-122"/>
                <a:ea typeface="华文楷体" panose="02010600040101010101" pitchFamily="2" charset="-122"/>
              </a:rPr>
              <a:t>的投票权。</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5</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2007</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11</a:t>
            </a:r>
            <a:r>
              <a:rPr lang="zh-CN" altLang="en-US" sz="1400" dirty="0">
                <a:solidFill>
                  <a:srgbClr val="000000"/>
                </a:solidFill>
                <a:latin typeface="华文楷体" panose="02010600040101010101" pitchFamily="2" charset="-122"/>
                <a:ea typeface="华文楷体" panose="02010600040101010101" pitchFamily="2" charset="-122"/>
              </a:rPr>
              <a:t>月，阿里巴巴香港港交所上市，融资</a:t>
            </a:r>
            <a:r>
              <a:rPr lang="en-US" altLang="zh-CN" sz="1400" dirty="0">
                <a:solidFill>
                  <a:srgbClr val="000000"/>
                </a:solidFill>
                <a:latin typeface="华文楷体" panose="02010600040101010101" pitchFamily="2" charset="-122"/>
                <a:ea typeface="华文楷体" panose="02010600040101010101" pitchFamily="2" charset="-122"/>
              </a:rPr>
              <a:t>15</a:t>
            </a:r>
            <a:r>
              <a:rPr lang="zh-CN" altLang="en-US" sz="1400" dirty="0">
                <a:solidFill>
                  <a:srgbClr val="000000"/>
                </a:solidFill>
                <a:latin typeface="华文楷体" panose="02010600040101010101" pitchFamily="2" charset="-122"/>
                <a:ea typeface="华文楷体" panose="02010600040101010101" pitchFamily="2" charset="-122"/>
              </a:rPr>
              <a:t>亿美元。</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6</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2011</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9</a:t>
            </a:r>
            <a:r>
              <a:rPr lang="zh-CN" altLang="en-US" sz="1400" dirty="0">
                <a:solidFill>
                  <a:srgbClr val="000000"/>
                </a:solidFill>
                <a:latin typeface="华文楷体" panose="02010600040101010101" pitchFamily="2" charset="-122"/>
                <a:ea typeface="华文楷体" panose="02010600040101010101" pitchFamily="2" charset="-122"/>
              </a:rPr>
              <a:t>月，阿里巴巴融资</a:t>
            </a:r>
            <a:r>
              <a:rPr lang="en-US" altLang="zh-CN" sz="1400" dirty="0">
                <a:solidFill>
                  <a:srgbClr val="000000"/>
                </a:solidFill>
                <a:latin typeface="华文楷体" panose="02010600040101010101" pitchFamily="2" charset="-122"/>
                <a:ea typeface="华文楷体" panose="02010600040101010101" pitchFamily="2" charset="-122"/>
              </a:rPr>
              <a:t>20</a:t>
            </a:r>
            <a:r>
              <a:rPr lang="zh-CN" altLang="en-US" sz="1400" dirty="0">
                <a:solidFill>
                  <a:srgbClr val="000000"/>
                </a:solidFill>
                <a:latin typeface="华文楷体" panose="02010600040101010101" pitchFamily="2" charset="-122"/>
                <a:ea typeface="华文楷体" panose="02010600040101010101" pitchFamily="2" charset="-122"/>
              </a:rPr>
              <a:t>亿美元，主要投资机构：美国银湖、俄罗斯</a:t>
            </a:r>
            <a:r>
              <a:rPr lang="en-US" altLang="zh-CN" sz="1400" dirty="0">
                <a:solidFill>
                  <a:srgbClr val="000000"/>
                </a:solidFill>
                <a:latin typeface="华文楷体" panose="02010600040101010101" pitchFamily="2" charset="-122"/>
                <a:ea typeface="华文楷体" panose="02010600040101010101" pitchFamily="2" charset="-122"/>
              </a:rPr>
              <a:t>DST</a:t>
            </a:r>
            <a:r>
              <a:rPr lang="zh-CN" altLang="en-US" sz="1400" dirty="0">
                <a:solidFill>
                  <a:srgbClr val="000000"/>
                </a:solidFill>
                <a:latin typeface="华文楷体" panose="02010600040101010101" pitchFamily="2" charset="-122"/>
                <a:ea typeface="华文楷体" panose="02010600040101010101" pitchFamily="2" charset="-122"/>
              </a:rPr>
              <a:t>、新加坡淡马锡、中国云峰基金。</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7</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2012</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8</a:t>
            </a:r>
            <a:r>
              <a:rPr lang="zh-CN" altLang="en-US" sz="1400" dirty="0">
                <a:solidFill>
                  <a:srgbClr val="000000"/>
                </a:solidFill>
                <a:latin typeface="华文楷体" panose="02010600040101010101" pitchFamily="2" charset="-122"/>
                <a:ea typeface="华文楷体" panose="02010600040101010101" pitchFamily="2" charset="-122"/>
              </a:rPr>
              <a:t>月，阿里巴巴融资</a:t>
            </a:r>
            <a:r>
              <a:rPr lang="en-US" altLang="zh-CN" sz="1400" dirty="0">
                <a:solidFill>
                  <a:srgbClr val="000000"/>
                </a:solidFill>
                <a:latin typeface="华文楷体" panose="02010600040101010101" pitchFamily="2" charset="-122"/>
                <a:ea typeface="华文楷体" panose="02010600040101010101" pitchFamily="2" charset="-122"/>
              </a:rPr>
              <a:t>43</a:t>
            </a:r>
            <a:r>
              <a:rPr lang="zh-CN" altLang="en-US" sz="1400" dirty="0">
                <a:solidFill>
                  <a:srgbClr val="000000"/>
                </a:solidFill>
                <a:latin typeface="华文楷体" panose="02010600040101010101" pitchFamily="2" charset="-122"/>
                <a:ea typeface="华文楷体" panose="02010600040101010101" pitchFamily="2" charset="-122"/>
              </a:rPr>
              <a:t>亿美元，主要投资机构：中投、中信资本、博裕资本、国开金融、美国银湖、俄罗斯</a:t>
            </a:r>
            <a:r>
              <a:rPr lang="en-US" altLang="zh-CN" sz="1400" dirty="0">
                <a:solidFill>
                  <a:srgbClr val="000000"/>
                </a:solidFill>
                <a:latin typeface="华文楷体" panose="02010600040101010101" pitchFamily="2" charset="-122"/>
                <a:ea typeface="华文楷体" panose="02010600040101010101" pitchFamily="2" charset="-122"/>
              </a:rPr>
              <a:t>DST</a:t>
            </a:r>
            <a:r>
              <a:rPr lang="zh-CN" altLang="en-US" sz="1400" dirty="0">
                <a:solidFill>
                  <a:srgbClr val="000000"/>
                </a:solidFill>
                <a:latin typeface="华文楷体" panose="02010600040101010101" pitchFamily="2" charset="-122"/>
                <a:ea typeface="华文楷体" panose="02010600040101010101" pitchFamily="2" charset="-122"/>
              </a:rPr>
              <a:t>、淡马锡。</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第</a:t>
            </a:r>
            <a:r>
              <a:rPr lang="en-US" altLang="zh-CN" sz="1400" dirty="0">
                <a:solidFill>
                  <a:srgbClr val="000000"/>
                </a:solidFill>
                <a:latin typeface="华文楷体" panose="02010600040101010101" pitchFamily="2" charset="-122"/>
                <a:ea typeface="华文楷体" panose="02010600040101010101" pitchFamily="2" charset="-122"/>
              </a:rPr>
              <a:t>8</a:t>
            </a:r>
            <a:r>
              <a:rPr lang="zh-CN" altLang="en-US" sz="1400" dirty="0">
                <a:solidFill>
                  <a:srgbClr val="000000"/>
                </a:solidFill>
                <a:latin typeface="华文楷体" panose="02010600040101010101" pitchFamily="2" charset="-122"/>
                <a:ea typeface="华文楷体" panose="02010600040101010101" pitchFamily="2" charset="-122"/>
              </a:rPr>
              <a:t>轮融资：</a:t>
            </a:r>
            <a:r>
              <a:rPr lang="en-US" altLang="zh-CN" sz="1400" dirty="0">
                <a:solidFill>
                  <a:srgbClr val="000000"/>
                </a:solidFill>
                <a:latin typeface="华文楷体" panose="02010600040101010101" pitchFamily="2" charset="-122"/>
                <a:ea typeface="华文楷体" panose="02010600040101010101" pitchFamily="2" charset="-122"/>
              </a:rPr>
              <a:t>2014</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9</a:t>
            </a:r>
            <a:r>
              <a:rPr lang="zh-CN" altLang="en-US" sz="1400" dirty="0">
                <a:solidFill>
                  <a:srgbClr val="000000"/>
                </a:solidFill>
                <a:latin typeface="华文楷体" panose="02010600040101010101" pitchFamily="2" charset="-122"/>
                <a:ea typeface="华文楷体" panose="02010600040101010101" pitchFamily="2" charset="-122"/>
              </a:rPr>
              <a:t>月，美国上市，阿里巴巴融资</a:t>
            </a:r>
            <a:r>
              <a:rPr lang="en-US" altLang="zh-CN" sz="1400" dirty="0">
                <a:solidFill>
                  <a:srgbClr val="000000"/>
                </a:solidFill>
                <a:latin typeface="华文楷体" panose="02010600040101010101" pitchFamily="2" charset="-122"/>
                <a:ea typeface="华文楷体" panose="02010600040101010101" pitchFamily="2" charset="-122"/>
              </a:rPr>
              <a:t>220</a:t>
            </a:r>
            <a:r>
              <a:rPr lang="zh-CN" altLang="en-US" sz="1400" dirty="0">
                <a:solidFill>
                  <a:srgbClr val="000000"/>
                </a:solidFill>
                <a:latin typeface="华文楷体" panose="02010600040101010101" pitchFamily="2" charset="-122"/>
                <a:ea typeface="华文楷体" panose="02010600040101010101" pitchFamily="2" charset="-122"/>
              </a:rPr>
              <a:t>亿美元。</a:t>
            </a:r>
          </a:p>
        </p:txBody>
      </p:sp>
    </p:spTree>
    <p:extLst>
      <p:ext uri="{BB962C8B-B14F-4D97-AF65-F5344CB8AC3E}">
        <p14:creationId xmlns:p14="http://schemas.microsoft.com/office/powerpoint/2010/main" val="205089448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136DB6-37DE-4ABE-8E6E-16ED5F3EF74B}"/>
              </a:ext>
            </a:extLst>
          </p:cNvPr>
          <p:cNvSpPr/>
          <p:nvPr/>
        </p:nvSpPr>
        <p:spPr>
          <a:xfrm>
            <a:off x="611831" y="151914"/>
            <a:ext cx="7920338" cy="490903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2012</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3</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9</a:t>
            </a:r>
            <a:r>
              <a:rPr lang="zh-CN" altLang="en-US" sz="1400" dirty="0">
                <a:solidFill>
                  <a:srgbClr val="000000"/>
                </a:solidFill>
                <a:latin typeface="华文楷体" panose="02010600040101010101" pitchFamily="2" charset="-122"/>
                <a:ea typeface="华文楷体" panose="02010600040101010101" pitchFamily="2" charset="-122"/>
              </a:rPr>
              <a:t>日，字节跳动获得数百万元人民币，来自源码资本曹毅与天使投资人刘峻、周子敬的天使轮投资。</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2012</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7</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日，字节跳动获得</a:t>
            </a:r>
            <a:r>
              <a:rPr lang="en-US" altLang="zh-CN" sz="1400" dirty="0">
                <a:solidFill>
                  <a:srgbClr val="000000"/>
                </a:solidFill>
                <a:latin typeface="华文楷体" panose="02010600040101010101" pitchFamily="2" charset="-122"/>
                <a:ea typeface="华文楷体" panose="02010600040101010101" pitchFamily="2" charset="-122"/>
              </a:rPr>
              <a:t>SIG</a:t>
            </a:r>
            <a:r>
              <a:rPr lang="zh-CN" altLang="en-US" sz="1400" dirty="0">
                <a:solidFill>
                  <a:srgbClr val="000000"/>
                </a:solidFill>
                <a:latin typeface="华文楷体" panose="02010600040101010101" pitchFamily="2" charset="-122"/>
                <a:ea typeface="华文楷体" panose="02010600040101010101" pitchFamily="2" charset="-122"/>
              </a:rPr>
              <a:t>海纳亚洲创投基金</a:t>
            </a:r>
            <a:r>
              <a:rPr lang="en-US" altLang="zh-CN" sz="1400" dirty="0">
                <a:solidFill>
                  <a:srgbClr val="000000"/>
                </a:solidFill>
                <a:latin typeface="华文楷体" panose="02010600040101010101" pitchFamily="2" charset="-122"/>
                <a:ea typeface="华文楷体" panose="02010600040101010101" pitchFamily="2" charset="-122"/>
              </a:rPr>
              <a:t>100</a:t>
            </a:r>
            <a:r>
              <a:rPr lang="zh-CN" altLang="en-US" sz="1400" dirty="0">
                <a:solidFill>
                  <a:srgbClr val="000000"/>
                </a:solidFill>
                <a:latin typeface="华文楷体" panose="02010600040101010101" pitchFamily="2" charset="-122"/>
                <a:ea typeface="华文楷体" panose="02010600040101010101" pitchFamily="2" charset="-122"/>
              </a:rPr>
              <a:t>万美元的</a:t>
            </a:r>
            <a:r>
              <a:rPr lang="en-US" altLang="zh-CN" sz="1400" dirty="0">
                <a:solidFill>
                  <a:srgbClr val="000000"/>
                </a:solidFill>
                <a:latin typeface="华文楷体" panose="02010600040101010101" pitchFamily="2" charset="-122"/>
                <a:ea typeface="华文楷体" panose="02010600040101010101" pitchFamily="2" charset="-122"/>
              </a:rPr>
              <a:t>A</a:t>
            </a:r>
            <a:r>
              <a:rPr lang="zh-CN" altLang="en-US" sz="1400" dirty="0">
                <a:solidFill>
                  <a:srgbClr val="000000"/>
                </a:solidFill>
                <a:latin typeface="华文楷体" panose="02010600040101010101" pitchFamily="2" charset="-122"/>
                <a:ea typeface="华文楷体" panose="02010600040101010101" pitchFamily="2" charset="-122"/>
              </a:rPr>
              <a:t>轮融资。</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2013</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9</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日，字节跳动获得</a:t>
            </a:r>
            <a:r>
              <a:rPr lang="en-US" altLang="zh-CN" sz="1400" dirty="0">
                <a:solidFill>
                  <a:srgbClr val="000000"/>
                </a:solidFill>
                <a:latin typeface="华文楷体" panose="02010600040101010101" pitchFamily="2" charset="-122"/>
                <a:ea typeface="华文楷体" panose="02010600040101010101" pitchFamily="2" charset="-122"/>
              </a:rPr>
              <a:t>DST Global</a:t>
            </a:r>
            <a:r>
              <a:rPr lang="zh-CN" altLang="en-US" sz="1400" dirty="0">
                <a:solidFill>
                  <a:srgbClr val="000000"/>
                </a:solidFill>
                <a:latin typeface="华文楷体" panose="02010600040101010101" pitchFamily="2" charset="-122"/>
                <a:ea typeface="华文楷体" panose="02010600040101010101" pitchFamily="2" charset="-122"/>
              </a:rPr>
              <a:t>、奇虎</a:t>
            </a:r>
            <a:r>
              <a:rPr lang="en-US" altLang="zh-CN" sz="1400" dirty="0">
                <a:solidFill>
                  <a:srgbClr val="000000"/>
                </a:solidFill>
                <a:latin typeface="华文楷体" panose="02010600040101010101" pitchFamily="2" charset="-122"/>
                <a:ea typeface="华文楷体" panose="02010600040101010101" pitchFamily="2" charset="-122"/>
              </a:rPr>
              <a:t>360</a:t>
            </a:r>
            <a:r>
              <a:rPr lang="zh-CN" altLang="en-US" sz="1400" dirty="0">
                <a:solidFill>
                  <a:srgbClr val="000000"/>
                </a:solidFill>
                <a:latin typeface="华文楷体" panose="02010600040101010101" pitchFamily="2" charset="-122"/>
                <a:ea typeface="华文楷体" panose="02010600040101010101" pitchFamily="2" charset="-122"/>
              </a:rPr>
              <a:t>的</a:t>
            </a:r>
            <a:r>
              <a:rPr lang="en-US" altLang="zh-CN" sz="1400" dirty="0">
                <a:solidFill>
                  <a:srgbClr val="000000"/>
                </a:solidFill>
                <a:latin typeface="华文楷体" panose="02010600040101010101" pitchFamily="2" charset="-122"/>
                <a:ea typeface="华文楷体" panose="02010600040101010101" pitchFamily="2" charset="-122"/>
              </a:rPr>
              <a:t>1000</a:t>
            </a:r>
            <a:r>
              <a:rPr lang="zh-CN" altLang="en-US" sz="1400" dirty="0">
                <a:solidFill>
                  <a:srgbClr val="000000"/>
                </a:solidFill>
                <a:latin typeface="华文楷体" panose="02010600040101010101" pitchFamily="2" charset="-122"/>
                <a:ea typeface="华文楷体" panose="02010600040101010101" pitchFamily="2" charset="-122"/>
              </a:rPr>
              <a:t>万美元</a:t>
            </a:r>
            <a:r>
              <a:rPr lang="en-US" altLang="zh-CN" sz="1400" dirty="0">
                <a:solidFill>
                  <a:srgbClr val="000000"/>
                </a:solidFill>
                <a:latin typeface="华文楷体" panose="02010600040101010101" pitchFamily="2" charset="-122"/>
                <a:ea typeface="华文楷体" panose="02010600040101010101" pitchFamily="2" charset="-122"/>
              </a:rPr>
              <a:t>B</a:t>
            </a:r>
            <a:r>
              <a:rPr lang="zh-CN" altLang="en-US" sz="1400" dirty="0">
                <a:solidFill>
                  <a:srgbClr val="000000"/>
                </a:solidFill>
                <a:latin typeface="华文楷体" panose="02010600040101010101" pitchFamily="2" charset="-122"/>
                <a:ea typeface="华文楷体" panose="02010600040101010101" pitchFamily="2" charset="-122"/>
              </a:rPr>
              <a:t>轮融资。</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2014</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6</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日，字节跳动获得红杉资本中国、新浪微博基金、顺为资本</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亿美元的</a:t>
            </a:r>
            <a:r>
              <a:rPr lang="en-US" altLang="zh-CN" sz="1400" dirty="0">
                <a:solidFill>
                  <a:srgbClr val="000000"/>
                </a:solidFill>
                <a:latin typeface="华文楷体" panose="02010600040101010101" pitchFamily="2" charset="-122"/>
                <a:ea typeface="华文楷体" panose="02010600040101010101" pitchFamily="2" charset="-122"/>
              </a:rPr>
              <a:t>C</a:t>
            </a:r>
            <a:r>
              <a:rPr lang="zh-CN" altLang="en-US" sz="1400" dirty="0">
                <a:solidFill>
                  <a:srgbClr val="000000"/>
                </a:solidFill>
                <a:latin typeface="华文楷体" panose="02010600040101010101" pitchFamily="2" charset="-122"/>
                <a:ea typeface="华文楷体" panose="02010600040101010101" pitchFamily="2" charset="-122"/>
              </a:rPr>
              <a:t>轮融资，股份占比达到</a:t>
            </a:r>
            <a:r>
              <a:rPr lang="en-US" altLang="zh-CN" sz="1400" dirty="0">
                <a:solidFill>
                  <a:srgbClr val="000000"/>
                </a:solidFill>
                <a:latin typeface="华文楷体" panose="02010600040101010101" pitchFamily="2" charset="-122"/>
                <a:ea typeface="华文楷体" panose="02010600040101010101" pitchFamily="2" charset="-122"/>
              </a:rPr>
              <a:t>20%</a:t>
            </a:r>
            <a:r>
              <a:rPr lang="zh-CN" altLang="en-US" sz="1400" dirty="0">
                <a:solidFill>
                  <a:srgbClr val="000000"/>
                </a:solidFill>
                <a:latin typeface="华文楷体" panose="02010600040101010101" pitchFamily="2" charset="-122"/>
                <a:ea typeface="华文楷体" panose="02010600040101010101" pitchFamily="2" charset="-122"/>
              </a:rPr>
              <a:t>，公司估值达到</a:t>
            </a:r>
            <a:r>
              <a:rPr lang="en-US" altLang="zh-CN" sz="1400" dirty="0">
                <a:solidFill>
                  <a:srgbClr val="000000"/>
                </a:solidFill>
                <a:latin typeface="华文楷体" panose="02010600040101010101" pitchFamily="2" charset="-122"/>
                <a:ea typeface="华文楷体" panose="02010600040101010101" pitchFamily="2" charset="-122"/>
              </a:rPr>
              <a:t>5</a:t>
            </a:r>
            <a:r>
              <a:rPr lang="zh-CN" altLang="en-US" sz="1400" dirty="0">
                <a:solidFill>
                  <a:srgbClr val="000000"/>
                </a:solidFill>
                <a:latin typeface="华文楷体" panose="02010600040101010101" pitchFamily="2" charset="-122"/>
                <a:ea typeface="华文楷体" panose="02010600040101010101" pitchFamily="2" charset="-122"/>
              </a:rPr>
              <a:t>亿美元。</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2016</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12</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30</a:t>
            </a:r>
            <a:r>
              <a:rPr lang="zh-CN" altLang="en-US" sz="1400" dirty="0">
                <a:solidFill>
                  <a:srgbClr val="000000"/>
                </a:solidFill>
                <a:latin typeface="华文楷体" panose="02010600040101010101" pitchFamily="2" charset="-122"/>
                <a:ea typeface="华文楷体" panose="02010600040101010101" pitchFamily="2" charset="-122"/>
              </a:rPr>
              <a:t>日，字节跳动获得红杉资本中国、建银国际</a:t>
            </a:r>
            <a:r>
              <a:rPr lang="en-US" altLang="zh-CN" sz="1400" dirty="0">
                <a:solidFill>
                  <a:srgbClr val="000000"/>
                </a:solidFill>
                <a:latin typeface="华文楷体" panose="02010600040101010101" pitchFamily="2" charset="-122"/>
                <a:ea typeface="华文楷体" panose="02010600040101010101" pitchFamily="2" charset="-122"/>
              </a:rPr>
              <a:t>10</a:t>
            </a:r>
            <a:r>
              <a:rPr lang="zh-CN" altLang="en-US" sz="1400" dirty="0">
                <a:solidFill>
                  <a:srgbClr val="000000"/>
                </a:solidFill>
                <a:latin typeface="华文楷体" panose="02010600040101010101" pitchFamily="2" charset="-122"/>
                <a:ea typeface="华文楷体" panose="02010600040101010101" pitchFamily="2" charset="-122"/>
              </a:rPr>
              <a:t>亿美元的</a:t>
            </a:r>
            <a:r>
              <a:rPr lang="en-US" altLang="zh-CN" sz="1400" dirty="0">
                <a:solidFill>
                  <a:srgbClr val="000000"/>
                </a:solidFill>
                <a:latin typeface="华文楷体" panose="02010600040101010101" pitchFamily="2" charset="-122"/>
                <a:ea typeface="华文楷体" panose="02010600040101010101" pitchFamily="2" charset="-122"/>
              </a:rPr>
              <a:t>D</a:t>
            </a:r>
            <a:r>
              <a:rPr lang="zh-CN" altLang="en-US" sz="1400" dirty="0">
                <a:solidFill>
                  <a:srgbClr val="000000"/>
                </a:solidFill>
                <a:latin typeface="华文楷体" panose="02010600040101010101" pitchFamily="2" charset="-122"/>
                <a:ea typeface="华文楷体" panose="02010600040101010101" pitchFamily="2" charset="-122"/>
              </a:rPr>
              <a:t>轮融资，股份占比达到</a:t>
            </a:r>
            <a:r>
              <a:rPr lang="en-US" altLang="zh-CN" sz="1400" dirty="0">
                <a:solidFill>
                  <a:srgbClr val="000000"/>
                </a:solidFill>
                <a:latin typeface="华文楷体" panose="02010600040101010101" pitchFamily="2" charset="-122"/>
                <a:ea typeface="华文楷体" panose="02010600040101010101" pitchFamily="2" charset="-122"/>
              </a:rPr>
              <a:t>9%</a:t>
            </a:r>
            <a:r>
              <a:rPr lang="zh-CN" altLang="en-US" sz="1400" dirty="0">
                <a:solidFill>
                  <a:srgbClr val="000000"/>
                </a:solidFill>
                <a:latin typeface="华文楷体" panose="02010600040101010101" pitchFamily="2" charset="-122"/>
                <a:ea typeface="华文楷体" panose="02010600040101010101" pitchFamily="2" charset="-122"/>
              </a:rPr>
              <a:t>，公司估值达到</a:t>
            </a:r>
            <a:r>
              <a:rPr lang="en-US" altLang="zh-CN" sz="1400" dirty="0">
                <a:solidFill>
                  <a:srgbClr val="000000"/>
                </a:solidFill>
                <a:latin typeface="华文楷体" panose="02010600040101010101" pitchFamily="2" charset="-122"/>
                <a:ea typeface="华文楷体" panose="02010600040101010101" pitchFamily="2" charset="-122"/>
              </a:rPr>
              <a:t>110</a:t>
            </a:r>
            <a:r>
              <a:rPr lang="zh-CN" altLang="en-US" sz="1400" dirty="0">
                <a:solidFill>
                  <a:srgbClr val="000000"/>
                </a:solidFill>
                <a:latin typeface="华文楷体" panose="02010600040101010101" pitchFamily="2" charset="-122"/>
                <a:ea typeface="华文楷体" panose="02010600040101010101" pitchFamily="2" charset="-122"/>
              </a:rPr>
              <a:t>亿美元。</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2017</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8</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日，字节跳动获得</a:t>
            </a:r>
            <a:r>
              <a:rPr lang="en-US" altLang="zh-CN" sz="1400" dirty="0">
                <a:solidFill>
                  <a:srgbClr val="000000"/>
                </a:solidFill>
                <a:latin typeface="华文楷体" panose="02010600040101010101" pitchFamily="2" charset="-122"/>
                <a:ea typeface="华文楷体" panose="02010600040101010101" pitchFamily="2" charset="-122"/>
              </a:rPr>
              <a:t>General Atlantic (</a:t>
            </a:r>
            <a:r>
              <a:rPr lang="zh-CN" altLang="en-US" sz="1400" dirty="0">
                <a:solidFill>
                  <a:srgbClr val="000000"/>
                </a:solidFill>
                <a:latin typeface="华文楷体" panose="02010600040101010101" pitchFamily="2" charset="-122"/>
                <a:ea typeface="华文楷体" panose="02010600040101010101" pitchFamily="2" charset="-122"/>
              </a:rPr>
              <a:t>泛大西洋投资</a:t>
            </a:r>
            <a:r>
              <a:rPr lang="en-US" altLang="zh-CN" sz="1400" dirty="0">
                <a:solidFill>
                  <a:srgbClr val="000000"/>
                </a:solidFill>
                <a:latin typeface="华文楷体" panose="02010600040101010101" pitchFamily="2" charset="-122"/>
                <a:ea typeface="华文楷体" panose="02010600040101010101" pitchFamily="2" charset="-122"/>
              </a:rPr>
              <a:t>)20</a:t>
            </a:r>
            <a:r>
              <a:rPr lang="zh-CN" altLang="en-US" sz="1400" dirty="0">
                <a:solidFill>
                  <a:srgbClr val="000000"/>
                </a:solidFill>
                <a:latin typeface="华文楷体" panose="02010600040101010101" pitchFamily="2" charset="-122"/>
                <a:ea typeface="华文楷体" panose="02010600040101010101" pitchFamily="2" charset="-122"/>
              </a:rPr>
              <a:t>亿美元的</a:t>
            </a:r>
            <a:r>
              <a:rPr lang="en-US" altLang="zh-CN" sz="1400" dirty="0">
                <a:solidFill>
                  <a:srgbClr val="000000"/>
                </a:solidFill>
                <a:latin typeface="华文楷体" panose="02010600040101010101" pitchFamily="2" charset="-122"/>
                <a:ea typeface="华文楷体" panose="02010600040101010101" pitchFamily="2" charset="-122"/>
              </a:rPr>
              <a:t>E</a:t>
            </a:r>
            <a:r>
              <a:rPr lang="zh-CN" altLang="en-US" sz="1400" dirty="0">
                <a:solidFill>
                  <a:srgbClr val="000000"/>
                </a:solidFill>
                <a:latin typeface="华文楷体" panose="02010600040101010101" pitchFamily="2" charset="-122"/>
                <a:ea typeface="华文楷体" panose="02010600040101010101" pitchFamily="2" charset="-122"/>
              </a:rPr>
              <a:t>轮融资，股份占比达到</a:t>
            </a:r>
            <a:r>
              <a:rPr lang="en-US" altLang="zh-CN" sz="1400" dirty="0">
                <a:solidFill>
                  <a:srgbClr val="000000"/>
                </a:solidFill>
                <a:latin typeface="华文楷体" panose="02010600040101010101" pitchFamily="2" charset="-122"/>
                <a:ea typeface="华文楷体" panose="02010600040101010101" pitchFamily="2" charset="-122"/>
              </a:rPr>
              <a:t>9%</a:t>
            </a:r>
            <a:r>
              <a:rPr lang="zh-CN" altLang="en-US" sz="1400" dirty="0">
                <a:solidFill>
                  <a:srgbClr val="000000"/>
                </a:solidFill>
                <a:latin typeface="华文楷体" panose="02010600040101010101" pitchFamily="2" charset="-122"/>
                <a:ea typeface="华文楷体" panose="02010600040101010101" pitchFamily="2" charset="-122"/>
              </a:rPr>
              <a:t>，公司估值达到</a:t>
            </a:r>
            <a:r>
              <a:rPr lang="en-US" altLang="zh-CN" sz="1400" dirty="0">
                <a:solidFill>
                  <a:srgbClr val="000000"/>
                </a:solidFill>
                <a:latin typeface="华文楷体" panose="02010600040101010101" pitchFamily="2" charset="-122"/>
                <a:ea typeface="华文楷体" panose="02010600040101010101" pitchFamily="2" charset="-122"/>
              </a:rPr>
              <a:t>222.22</a:t>
            </a:r>
            <a:r>
              <a:rPr lang="zh-CN" altLang="en-US" sz="1400" dirty="0">
                <a:solidFill>
                  <a:srgbClr val="000000"/>
                </a:solidFill>
                <a:latin typeface="华文楷体" panose="02010600040101010101" pitchFamily="2" charset="-122"/>
                <a:ea typeface="华文楷体" panose="02010600040101010101" pitchFamily="2" charset="-122"/>
              </a:rPr>
              <a:t>亿美元。</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2017</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12</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1</a:t>
            </a:r>
            <a:r>
              <a:rPr lang="zh-CN" altLang="en-US" sz="1400" dirty="0">
                <a:solidFill>
                  <a:srgbClr val="000000"/>
                </a:solidFill>
                <a:latin typeface="华文楷体" panose="02010600040101010101" pitchFamily="2" charset="-122"/>
                <a:ea typeface="华文楷体" panose="02010600040101010101" pitchFamily="2" charset="-122"/>
              </a:rPr>
              <a:t>日，字节跳动曾经获得战略投资，但是未披露具体金额与投资人。</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2018</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10</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20</a:t>
            </a:r>
            <a:r>
              <a:rPr lang="zh-CN" altLang="en-US" sz="1400" dirty="0">
                <a:solidFill>
                  <a:srgbClr val="000000"/>
                </a:solidFill>
                <a:latin typeface="华文楷体" panose="02010600040101010101" pitchFamily="2" charset="-122"/>
                <a:ea typeface="华文楷体" panose="02010600040101010101" pitchFamily="2" charset="-122"/>
              </a:rPr>
              <a:t>日，字节跳动获得软银愿景基金、</a:t>
            </a:r>
            <a:r>
              <a:rPr lang="en-US" altLang="zh-CN" sz="1400" dirty="0">
                <a:solidFill>
                  <a:srgbClr val="000000"/>
                </a:solidFill>
                <a:latin typeface="华文楷体" panose="02010600040101010101" pitchFamily="2" charset="-122"/>
                <a:ea typeface="华文楷体" panose="02010600040101010101" pitchFamily="2" charset="-122"/>
              </a:rPr>
              <a:t>KKR</a:t>
            </a:r>
            <a:r>
              <a:rPr lang="zh-CN" altLang="en-US" sz="1400" dirty="0">
                <a:solidFill>
                  <a:srgbClr val="000000"/>
                </a:solidFill>
                <a:latin typeface="华文楷体" panose="02010600040101010101" pitchFamily="2" charset="-122"/>
                <a:ea typeface="华文楷体" panose="02010600040101010101" pitchFamily="2" charset="-122"/>
              </a:rPr>
              <a:t>、春华资本、云峰基金、</a:t>
            </a:r>
            <a:r>
              <a:rPr lang="en-US" altLang="zh-CN" sz="1400" dirty="0">
                <a:solidFill>
                  <a:srgbClr val="000000"/>
                </a:solidFill>
                <a:latin typeface="华文楷体" panose="02010600040101010101" pitchFamily="2" charset="-122"/>
                <a:ea typeface="华文楷体" panose="02010600040101010101" pitchFamily="2" charset="-122"/>
              </a:rPr>
              <a:t>General Atlantic (</a:t>
            </a:r>
            <a:r>
              <a:rPr lang="zh-CN" altLang="en-US" sz="1400" dirty="0">
                <a:solidFill>
                  <a:srgbClr val="000000"/>
                </a:solidFill>
                <a:latin typeface="华文楷体" panose="02010600040101010101" pitchFamily="2" charset="-122"/>
                <a:ea typeface="华文楷体" panose="02010600040101010101" pitchFamily="2" charset="-122"/>
              </a:rPr>
              <a:t>泛大西洋投资</a:t>
            </a:r>
            <a:r>
              <a:rPr lang="en-US" altLang="zh-CN" sz="1400" dirty="0">
                <a:solidFill>
                  <a:srgbClr val="000000"/>
                </a:solidFill>
                <a:latin typeface="华文楷体" panose="02010600040101010101" pitchFamily="2" charset="-122"/>
                <a:ea typeface="华文楷体" panose="02010600040101010101" pitchFamily="2" charset="-122"/>
              </a:rPr>
              <a:t>) 40</a:t>
            </a:r>
            <a:r>
              <a:rPr lang="zh-CN" altLang="en-US" sz="1400" dirty="0">
                <a:solidFill>
                  <a:srgbClr val="000000"/>
                </a:solidFill>
                <a:latin typeface="华文楷体" panose="02010600040101010101" pitchFamily="2" charset="-122"/>
                <a:ea typeface="华文楷体" panose="02010600040101010101" pitchFamily="2" charset="-122"/>
              </a:rPr>
              <a:t>亿美元的</a:t>
            </a:r>
            <a:r>
              <a:rPr lang="en-US" altLang="zh-CN" sz="1400" dirty="0">
                <a:solidFill>
                  <a:srgbClr val="000000"/>
                </a:solidFill>
                <a:latin typeface="华文楷体" panose="02010600040101010101" pitchFamily="2" charset="-122"/>
                <a:ea typeface="华文楷体" panose="02010600040101010101" pitchFamily="2" charset="-122"/>
              </a:rPr>
              <a:t>Pre-IPO</a:t>
            </a:r>
            <a:r>
              <a:rPr lang="zh-CN" altLang="en-US" sz="1400" dirty="0">
                <a:solidFill>
                  <a:srgbClr val="000000"/>
                </a:solidFill>
                <a:latin typeface="华文楷体" panose="02010600040101010101" pitchFamily="2" charset="-122"/>
                <a:ea typeface="华文楷体" panose="02010600040101010101" pitchFamily="2" charset="-122"/>
              </a:rPr>
              <a:t>融资，股份占比达到</a:t>
            </a:r>
            <a:r>
              <a:rPr lang="en-US" altLang="zh-CN" sz="1400" dirty="0">
                <a:solidFill>
                  <a:srgbClr val="000000"/>
                </a:solidFill>
                <a:latin typeface="华文楷体" panose="02010600040101010101" pitchFamily="2" charset="-122"/>
                <a:ea typeface="华文楷体" panose="02010600040101010101" pitchFamily="2" charset="-122"/>
              </a:rPr>
              <a:t>5%</a:t>
            </a:r>
            <a:r>
              <a:rPr lang="zh-CN" altLang="en-US" sz="1400" dirty="0">
                <a:solidFill>
                  <a:srgbClr val="000000"/>
                </a:solidFill>
                <a:latin typeface="华文楷体" panose="02010600040101010101" pitchFamily="2" charset="-122"/>
                <a:ea typeface="华文楷体" panose="02010600040101010101" pitchFamily="2" charset="-122"/>
              </a:rPr>
              <a:t>，公司估值达到</a:t>
            </a:r>
            <a:r>
              <a:rPr lang="en-US" altLang="zh-CN" sz="1400" dirty="0">
                <a:solidFill>
                  <a:srgbClr val="000000"/>
                </a:solidFill>
                <a:latin typeface="华文楷体" panose="02010600040101010101" pitchFamily="2" charset="-122"/>
                <a:ea typeface="华文楷体" panose="02010600040101010101" pitchFamily="2" charset="-122"/>
              </a:rPr>
              <a:t>750</a:t>
            </a:r>
            <a:r>
              <a:rPr lang="zh-CN" altLang="en-US" sz="1400" dirty="0">
                <a:solidFill>
                  <a:srgbClr val="000000"/>
                </a:solidFill>
                <a:latin typeface="华文楷体" panose="02010600040101010101" pitchFamily="2" charset="-122"/>
                <a:ea typeface="华文楷体" panose="02010600040101010101" pitchFamily="2" charset="-122"/>
              </a:rPr>
              <a:t>亿美元。</a:t>
            </a:r>
          </a:p>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2020</a:t>
            </a:r>
            <a:r>
              <a:rPr lang="zh-CN" altLang="en-US" sz="1400" dirty="0">
                <a:solidFill>
                  <a:srgbClr val="000000"/>
                </a:solidFill>
                <a:latin typeface="华文楷体" panose="02010600040101010101" pitchFamily="2" charset="-122"/>
                <a:ea typeface="华文楷体" panose="02010600040101010101" pitchFamily="2" charset="-122"/>
              </a:rPr>
              <a:t>年</a:t>
            </a:r>
            <a:r>
              <a:rPr lang="en-US" altLang="zh-CN" sz="1400" dirty="0">
                <a:solidFill>
                  <a:srgbClr val="000000"/>
                </a:solidFill>
                <a:latin typeface="华文楷体" panose="02010600040101010101" pitchFamily="2" charset="-122"/>
                <a:ea typeface="华文楷体" panose="02010600040101010101" pitchFamily="2" charset="-122"/>
              </a:rPr>
              <a:t>3</a:t>
            </a:r>
            <a:r>
              <a:rPr lang="zh-CN" altLang="en-US" sz="1400" dirty="0">
                <a:solidFill>
                  <a:srgbClr val="000000"/>
                </a:solidFill>
                <a:latin typeface="华文楷体" panose="02010600040101010101" pitchFamily="2" charset="-122"/>
                <a:ea typeface="华文楷体" panose="02010600040101010101" pitchFamily="2" charset="-122"/>
              </a:rPr>
              <a:t>月</a:t>
            </a:r>
            <a:r>
              <a:rPr lang="en-US" altLang="zh-CN" sz="1400" dirty="0">
                <a:solidFill>
                  <a:srgbClr val="000000"/>
                </a:solidFill>
                <a:latin typeface="华文楷体" panose="02010600040101010101" pitchFamily="2" charset="-122"/>
                <a:ea typeface="华文楷体" panose="02010600040101010101" pitchFamily="2" charset="-122"/>
              </a:rPr>
              <a:t>30</a:t>
            </a:r>
            <a:r>
              <a:rPr lang="zh-CN" altLang="en-US" sz="1400" dirty="0">
                <a:solidFill>
                  <a:srgbClr val="000000"/>
                </a:solidFill>
                <a:latin typeface="华文楷体" panose="02010600040101010101" pitchFamily="2" charset="-122"/>
                <a:ea typeface="华文楷体" panose="02010600040101010101" pitchFamily="2" charset="-122"/>
              </a:rPr>
              <a:t>日，字节跳动获得</a:t>
            </a:r>
            <a:r>
              <a:rPr lang="en-US" altLang="zh-CN" sz="1400" dirty="0">
                <a:solidFill>
                  <a:srgbClr val="000000"/>
                </a:solidFill>
                <a:latin typeface="华文楷体" panose="02010600040101010101" pitchFamily="2" charset="-122"/>
                <a:ea typeface="华文楷体" panose="02010600040101010101" pitchFamily="2" charset="-122"/>
              </a:rPr>
              <a:t>Tiger Global Management</a:t>
            </a:r>
            <a:r>
              <a:rPr lang="zh-CN" altLang="en-US" sz="1400" dirty="0">
                <a:solidFill>
                  <a:srgbClr val="000000"/>
                </a:solidFill>
                <a:latin typeface="华文楷体" panose="02010600040101010101" pitchFamily="2" charset="-122"/>
                <a:ea typeface="华文楷体" panose="02010600040101010101" pitchFamily="2" charset="-122"/>
              </a:rPr>
              <a:t>（老虎环球基金）的战略投资，未披露具体金额与股份占比，公司估值达到</a:t>
            </a:r>
            <a:r>
              <a:rPr lang="en-US" altLang="zh-CN" sz="1400" dirty="0">
                <a:solidFill>
                  <a:srgbClr val="000000"/>
                </a:solidFill>
                <a:latin typeface="华文楷体" panose="02010600040101010101" pitchFamily="2" charset="-122"/>
                <a:ea typeface="华文楷体" panose="02010600040101010101" pitchFamily="2" charset="-122"/>
              </a:rPr>
              <a:t>1000</a:t>
            </a:r>
            <a:r>
              <a:rPr lang="zh-CN" altLang="en-US" sz="1400" dirty="0">
                <a:solidFill>
                  <a:srgbClr val="000000"/>
                </a:solidFill>
                <a:latin typeface="华文楷体" panose="02010600040101010101" pitchFamily="2" charset="-122"/>
                <a:ea typeface="华文楷体" panose="02010600040101010101" pitchFamily="2" charset="-122"/>
              </a:rPr>
              <a:t>亿美元。</a:t>
            </a:r>
          </a:p>
        </p:txBody>
      </p:sp>
    </p:spTree>
    <p:extLst>
      <p:ext uri="{BB962C8B-B14F-4D97-AF65-F5344CB8AC3E}">
        <p14:creationId xmlns:p14="http://schemas.microsoft.com/office/powerpoint/2010/main" val="1472519577"/>
      </p:ext>
    </p:extLst>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3965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为什么互联网企业经常融资</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成本太高</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转移风险</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提高声望</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旷视、商汤、第四范式、思必驰</a:t>
            </a:r>
            <a:r>
              <a:rPr lang="en-US" altLang="zh-CN"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DeepMind…</a:t>
            </a: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https://www.itjuzi.com/</a:t>
            </a:r>
          </a:p>
        </p:txBody>
      </p:sp>
    </p:spTree>
    <p:extLst>
      <p:ext uri="{BB962C8B-B14F-4D97-AF65-F5344CB8AC3E}">
        <p14:creationId xmlns:p14="http://schemas.microsoft.com/office/powerpoint/2010/main" val="28441046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图片 2">
            <a:extLst>
              <a:ext uri="{FF2B5EF4-FFF2-40B4-BE49-F238E27FC236}">
                <a16:creationId xmlns:a16="http://schemas.microsoft.com/office/drawing/2014/main" id="{00BC25A5-F79C-48EE-B0CB-045CBE8D73E2}"/>
              </a:ext>
            </a:extLst>
          </p:cNvPr>
          <p:cNvPicPr>
            <a:picLocks noChangeAspect="1"/>
          </p:cNvPicPr>
          <p:nvPr/>
        </p:nvPicPr>
        <p:blipFill rotWithShape="1">
          <a:blip r:embed="rId3"/>
          <a:srcRect t="2638" b="39383"/>
          <a:stretch/>
        </p:blipFill>
        <p:spPr>
          <a:xfrm>
            <a:off x="20" y="961"/>
            <a:ext cx="9143980" cy="5142539"/>
          </a:xfrm>
          <a:prstGeom prst="rect">
            <a:avLst/>
          </a:prstGeom>
        </p:spPr>
      </p:pic>
    </p:spTree>
    <p:extLst>
      <p:ext uri="{BB962C8B-B14F-4D97-AF65-F5344CB8AC3E}">
        <p14:creationId xmlns:p14="http://schemas.microsoft.com/office/powerpoint/2010/main" val="1956622413"/>
      </p:ext>
    </p:extLst>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图片 4">
            <a:extLst>
              <a:ext uri="{FF2B5EF4-FFF2-40B4-BE49-F238E27FC236}">
                <a16:creationId xmlns:a16="http://schemas.microsoft.com/office/drawing/2014/main" id="{1311E9CE-7B85-4B79-928E-CF044BA0B53E}"/>
              </a:ext>
            </a:extLst>
          </p:cNvPr>
          <p:cNvPicPr>
            <a:picLocks noChangeAspect="1"/>
          </p:cNvPicPr>
          <p:nvPr/>
        </p:nvPicPr>
        <p:blipFill rotWithShape="1">
          <a:blip r:embed="rId3"/>
          <a:srcRect b="37857"/>
          <a:stretch/>
        </p:blipFill>
        <p:spPr>
          <a:xfrm>
            <a:off x="20" y="961"/>
            <a:ext cx="9143980" cy="5142539"/>
          </a:xfrm>
          <a:prstGeom prst="rect">
            <a:avLst/>
          </a:prstGeom>
        </p:spPr>
      </p:pic>
    </p:spTree>
    <p:extLst>
      <p:ext uri="{BB962C8B-B14F-4D97-AF65-F5344CB8AC3E}">
        <p14:creationId xmlns:p14="http://schemas.microsoft.com/office/powerpoint/2010/main" val="3290024590"/>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图片 2">
            <a:extLst>
              <a:ext uri="{FF2B5EF4-FFF2-40B4-BE49-F238E27FC236}">
                <a16:creationId xmlns:a16="http://schemas.microsoft.com/office/drawing/2014/main" id="{DEB9C5E3-E803-4F81-8421-A42C59B11556}"/>
              </a:ext>
            </a:extLst>
          </p:cNvPr>
          <p:cNvPicPr>
            <a:picLocks noChangeAspect="1"/>
          </p:cNvPicPr>
          <p:nvPr/>
        </p:nvPicPr>
        <p:blipFill rotWithShape="1">
          <a:blip r:embed="rId3"/>
          <a:srcRect b="40956"/>
          <a:stretch/>
        </p:blipFill>
        <p:spPr>
          <a:xfrm>
            <a:off x="20" y="961"/>
            <a:ext cx="9143980" cy="5142539"/>
          </a:xfrm>
          <a:prstGeom prst="rect">
            <a:avLst/>
          </a:prstGeom>
        </p:spPr>
      </p:pic>
    </p:spTree>
    <p:extLst>
      <p:ext uri="{BB962C8B-B14F-4D97-AF65-F5344CB8AC3E}">
        <p14:creationId xmlns:p14="http://schemas.microsoft.com/office/powerpoint/2010/main" val="2737305973"/>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项目的可行性分析</a:t>
            </a:r>
          </a:p>
        </p:txBody>
      </p:sp>
      <p:grpSp>
        <p:nvGrpSpPr>
          <p:cNvPr id="3" name="组合 2">
            <a:extLst>
              <a:ext uri="{FF2B5EF4-FFF2-40B4-BE49-F238E27FC236}">
                <a16:creationId xmlns:a16="http://schemas.microsoft.com/office/drawing/2014/main" id="{23E22999-850F-430B-8C6F-91A7F9BD289F}"/>
              </a:ext>
            </a:extLst>
          </p:cNvPr>
          <p:cNvGrpSpPr/>
          <p:nvPr/>
        </p:nvGrpSpPr>
        <p:grpSpPr>
          <a:xfrm>
            <a:off x="360362" y="843756"/>
            <a:ext cx="8423275" cy="3455987"/>
            <a:chOff x="179388" y="2420938"/>
            <a:chExt cx="8423275" cy="3455987"/>
          </a:xfrm>
        </p:grpSpPr>
        <p:sp>
          <p:nvSpPr>
            <p:cNvPr id="27" name="Oval 3">
              <a:extLst>
                <a:ext uri="{FF2B5EF4-FFF2-40B4-BE49-F238E27FC236}">
                  <a16:creationId xmlns:a16="http://schemas.microsoft.com/office/drawing/2014/main" id="{2BE7AA62-C3D8-41CA-8371-C0F4D5B81A02}"/>
                </a:ext>
              </a:extLst>
            </p:cNvPr>
            <p:cNvSpPr>
              <a:spLocks noChangeArrowheads="1"/>
            </p:cNvSpPr>
            <p:nvPr/>
          </p:nvSpPr>
          <p:spPr bwMode="auto">
            <a:xfrm>
              <a:off x="250825" y="2420938"/>
              <a:ext cx="1873250" cy="863600"/>
            </a:xfrm>
            <a:prstGeom prst="ellipse">
              <a:avLst/>
            </a:prstGeom>
            <a:noFill/>
            <a:ln w="9525" algn="ctr">
              <a:solidFill>
                <a:srgbClr val="000099"/>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solidFill>
                    <a:srgbClr val="0066CC"/>
                  </a:solidFill>
                  <a:latin typeface="华文楷体" panose="02010600040101010101" pitchFamily="2" charset="-122"/>
                  <a:ea typeface="华文楷体" panose="02010600040101010101" pitchFamily="2" charset="-122"/>
                </a:rPr>
                <a:t>项目识别</a:t>
              </a:r>
            </a:p>
          </p:txBody>
        </p:sp>
        <p:sp>
          <p:nvSpPr>
            <p:cNvPr id="28" name="Oval 4">
              <a:extLst>
                <a:ext uri="{FF2B5EF4-FFF2-40B4-BE49-F238E27FC236}">
                  <a16:creationId xmlns:a16="http://schemas.microsoft.com/office/drawing/2014/main" id="{01E0D0B8-8FC3-4C45-A94E-1498572B9912}"/>
                </a:ext>
              </a:extLst>
            </p:cNvPr>
            <p:cNvSpPr>
              <a:spLocks noChangeArrowheads="1"/>
            </p:cNvSpPr>
            <p:nvPr/>
          </p:nvSpPr>
          <p:spPr bwMode="auto">
            <a:xfrm>
              <a:off x="179388" y="3716338"/>
              <a:ext cx="1873250" cy="863600"/>
            </a:xfrm>
            <a:prstGeom prst="ellipse">
              <a:avLst/>
            </a:prstGeom>
            <a:noFill/>
            <a:ln w="9525" algn="ctr">
              <a:solidFill>
                <a:srgbClr val="000099"/>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solidFill>
                    <a:srgbClr val="0066CC"/>
                  </a:solidFill>
                  <a:latin typeface="华文楷体" panose="02010600040101010101" pitchFamily="2" charset="-122"/>
                  <a:ea typeface="华文楷体" panose="02010600040101010101" pitchFamily="2" charset="-122"/>
                </a:rPr>
                <a:t>可行性研究</a:t>
              </a:r>
            </a:p>
          </p:txBody>
        </p:sp>
        <p:sp>
          <p:nvSpPr>
            <p:cNvPr id="29" name="Oval 5">
              <a:extLst>
                <a:ext uri="{FF2B5EF4-FFF2-40B4-BE49-F238E27FC236}">
                  <a16:creationId xmlns:a16="http://schemas.microsoft.com/office/drawing/2014/main" id="{A6B9BC68-6C40-426F-8453-A2B38E9B96C3}"/>
                </a:ext>
              </a:extLst>
            </p:cNvPr>
            <p:cNvSpPr>
              <a:spLocks noChangeArrowheads="1"/>
            </p:cNvSpPr>
            <p:nvPr/>
          </p:nvSpPr>
          <p:spPr bwMode="auto">
            <a:xfrm>
              <a:off x="179388" y="5013325"/>
              <a:ext cx="1873250" cy="863600"/>
            </a:xfrm>
            <a:prstGeom prst="ellipse">
              <a:avLst/>
            </a:prstGeom>
            <a:noFill/>
            <a:ln w="9525" algn="ctr">
              <a:solidFill>
                <a:srgbClr val="000099"/>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solidFill>
                    <a:srgbClr val="0066CC"/>
                  </a:solidFill>
                  <a:latin typeface="华文楷体" panose="02010600040101010101" pitchFamily="2" charset="-122"/>
                  <a:ea typeface="华文楷体" panose="02010600040101010101" pitchFamily="2" charset="-122"/>
                </a:rPr>
                <a:t>项目启动</a:t>
              </a:r>
            </a:p>
          </p:txBody>
        </p:sp>
        <p:sp>
          <p:nvSpPr>
            <p:cNvPr id="30" name="Line 6">
              <a:extLst>
                <a:ext uri="{FF2B5EF4-FFF2-40B4-BE49-F238E27FC236}">
                  <a16:creationId xmlns:a16="http://schemas.microsoft.com/office/drawing/2014/main" id="{F1887731-2529-48F9-B43F-6B63DAFDD2C2}"/>
                </a:ext>
              </a:extLst>
            </p:cNvPr>
            <p:cNvSpPr>
              <a:spLocks noChangeShapeType="1"/>
            </p:cNvSpPr>
            <p:nvPr/>
          </p:nvSpPr>
          <p:spPr bwMode="auto">
            <a:xfrm>
              <a:off x="1187450" y="3284538"/>
              <a:ext cx="0" cy="4318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1" name="Line 7">
              <a:extLst>
                <a:ext uri="{FF2B5EF4-FFF2-40B4-BE49-F238E27FC236}">
                  <a16:creationId xmlns:a16="http://schemas.microsoft.com/office/drawing/2014/main" id="{0EC75007-1547-4083-8498-225E5F9CD5D4}"/>
                </a:ext>
              </a:extLst>
            </p:cNvPr>
            <p:cNvSpPr>
              <a:spLocks noChangeShapeType="1"/>
            </p:cNvSpPr>
            <p:nvPr/>
          </p:nvSpPr>
          <p:spPr bwMode="auto">
            <a:xfrm>
              <a:off x="1187450" y="4581525"/>
              <a:ext cx="0" cy="4318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2" name="Line 8">
              <a:extLst>
                <a:ext uri="{FF2B5EF4-FFF2-40B4-BE49-F238E27FC236}">
                  <a16:creationId xmlns:a16="http://schemas.microsoft.com/office/drawing/2014/main" id="{CA060286-F1E7-459B-B6D9-C21ACA91A720}"/>
                </a:ext>
              </a:extLst>
            </p:cNvPr>
            <p:cNvSpPr>
              <a:spLocks noChangeShapeType="1"/>
            </p:cNvSpPr>
            <p:nvPr/>
          </p:nvSpPr>
          <p:spPr bwMode="auto">
            <a:xfrm>
              <a:off x="2124075" y="2852738"/>
              <a:ext cx="287338"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6" name="Rectangle 9">
              <a:extLst>
                <a:ext uri="{FF2B5EF4-FFF2-40B4-BE49-F238E27FC236}">
                  <a16:creationId xmlns:a16="http://schemas.microsoft.com/office/drawing/2014/main" id="{8D86008B-57EC-48CA-B06D-A8CE62B22719}"/>
                </a:ext>
              </a:extLst>
            </p:cNvPr>
            <p:cNvSpPr>
              <a:spLocks noChangeArrowheads="1"/>
            </p:cNvSpPr>
            <p:nvPr/>
          </p:nvSpPr>
          <p:spPr bwMode="auto">
            <a:xfrm>
              <a:off x="2484438" y="2565400"/>
              <a:ext cx="1727200" cy="503238"/>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solidFill>
                    <a:schemeClr val="accent2"/>
                  </a:solidFill>
                  <a:latin typeface="华文楷体" panose="02010600040101010101" pitchFamily="2" charset="-122"/>
                  <a:ea typeface="华文楷体" panose="02010600040101010101" pitchFamily="2" charset="-122"/>
                </a:rPr>
                <a:t>项目的机会研究</a:t>
              </a:r>
            </a:p>
          </p:txBody>
        </p:sp>
        <p:sp>
          <p:nvSpPr>
            <p:cNvPr id="37" name="Line 10">
              <a:extLst>
                <a:ext uri="{FF2B5EF4-FFF2-40B4-BE49-F238E27FC236}">
                  <a16:creationId xmlns:a16="http://schemas.microsoft.com/office/drawing/2014/main" id="{C828D307-19AB-4111-8E8B-2242E40AA9E2}"/>
                </a:ext>
              </a:extLst>
            </p:cNvPr>
            <p:cNvSpPr>
              <a:spLocks noChangeShapeType="1"/>
            </p:cNvSpPr>
            <p:nvPr/>
          </p:nvSpPr>
          <p:spPr bwMode="auto">
            <a:xfrm>
              <a:off x="4211638" y="2852738"/>
              <a:ext cx="287337"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8" name="Rectangle 11">
              <a:extLst>
                <a:ext uri="{FF2B5EF4-FFF2-40B4-BE49-F238E27FC236}">
                  <a16:creationId xmlns:a16="http://schemas.microsoft.com/office/drawing/2014/main" id="{8F58ACE4-D74E-4652-9002-4CA9E89B3FDA}"/>
                </a:ext>
              </a:extLst>
            </p:cNvPr>
            <p:cNvSpPr>
              <a:spLocks noChangeArrowheads="1"/>
            </p:cNvSpPr>
            <p:nvPr/>
          </p:nvSpPr>
          <p:spPr bwMode="auto">
            <a:xfrm>
              <a:off x="4500563" y="2420938"/>
              <a:ext cx="1800225" cy="647700"/>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识别需求</a:t>
              </a:r>
            </a:p>
            <a:p>
              <a:pPr algn="ctr"/>
              <a:r>
                <a:rPr lang="zh-CN" altLang="en-US" u="none">
                  <a:solidFill>
                    <a:schemeClr val="accent2"/>
                  </a:solidFill>
                  <a:latin typeface="华文楷体" panose="02010600040101010101" pitchFamily="2" charset="-122"/>
                  <a:ea typeface="华文楷体" panose="02010600040101010101" pitchFamily="2" charset="-122"/>
                </a:rPr>
                <a:t>提出项目建议书</a:t>
              </a:r>
            </a:p>
          </p:txBody>
        </p:sp>
        <p:sp>
          <p:nvSpPr>
            <p:cNvPr id="39" name="Line 12">
              <a:extLst>
                <a:ext uri="{FF2B5EF4-FFF2-40B4-BE49-F238E27FC236}">
                  <a16:creationId xmlns:a16="http://schemas.microsoft.com/office/drawing/2014/main" id="{5FE0E34D-C5B4-42B6-AEE0-A58D0E33D1B5}"/>
                </a:ext>
              </a:extLst>
            </p:cNvPr>
            <p:cNvSpPr>
              <a:spLocks noChangeShapeType="1"/>
            </p:cNvSpPr>
            <p:nvPr/>
          </p:nvSpPr>
          <p:spPr bwMode="auto">
            <a:xfrm>
              <a:off x="6372225" y="2852738"/>
              <a:ext cx="287338"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0" name="Rectangle 13">
              <a:extLst>
                <a:ext uri="{FF2B5EF4-FFF2-40B4-BE49-F238E27FC236}">
                  <a16:creationId xmlns:a16="http://schemas.microsoft.com/office/drawing/2014/main" id="{9AF9045E-F549-4342-8795-64A3E7EAFACC}"/>
                </a:ext>
              </a:extLst>
            </p:cNvPr>
            <p:cNvSpPr>
              <a:spLocks noChangeArrowheads="1"/>
            </p:cNvSpPr>
            <p:nvPr/>
          </p:nvSpPr>
          <p:spPr bwMode="auto">
            <a:xfrm>
              <a:off x="6659563" y="2636838"/>
              <a:ext cx="1943100" cy="503237"/>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项目选择</a:t>
              </a:r>
            </a:p>
          </p:txBody>
        </p:sp>
        <p:sp>
          <p:nvSpPr>
            <p:cNvPr id="41" name="Line 14">
              <a:extLst>
                <a:ext uri="{FF2B5EF4-FFF2-40B4-BE49-F238E27FC236}">
                  <a16:creationId xmlns:a16="http://schemas.microsoft.com/office/drawing/2014/main" id="{01ED2AAB-13CA-4DB4-9AF1-859F1A2A6854}"/>
                </a:ext>
              </a:extLst>
            </p:cNvPr>
            <p:cNvSpPr>
              <a:spLocks noChangeShapeType="1"/>
            </p:cNvSpPr>
            <p:nvPr/>
          </p:nvSpPr>
          <p:spPr bwMode="auto">
            <a:xfrm>
              <a:off x="2051050" y="4149725"/>
              <a:ext cx="287338"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2" name="Rectangle 15">
              <a:extLst>
                <a:ext uri="{FF2B5EF4-FFF2-40B4-BE49-F238E27FC236}">
                  <a16:creationId xmlns:a16="http://schemas.microsoft.com/office/drawing/2014/main" id="{379E52BE-B0BB-4959-91C1-F2DA5DCD11AE}"/>
                </a:ext>
              </a:extLst>
            </p:cNvPr>
            <p:cNvSpPr>
              <a:spLocks noChangeArrowheads="1"/>
            </p:cNvSpPr>
            <p:nvPr/>
          </p:nvSpPr>
          <p:spPr bwMode="auto">
            <a:xfrm>
              <a:off x="2339975" y="3860800"/>
              <a:ext cx="1727200" cy="503238"/>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初步可行性研究</a:t>
              </a:r>
            </a:p>
          </p:txBody>
        </p:sp>
        <p:sp>
          <p:nvSpPr>
            <p:cNvPr id="43" name="Line 16">
              <a:extLst>
                <a:ext uri="{FF2B5EF4-FFF2-40B4-BE49-F238E27FC236}">
                  <a16:creationId xmlns:a16="http://schemas.microsoft.com/office/drawing/2014/main" id="{EF1608BA-4950-4B00-8D23-51F59F8D938A}"/>
                </a:ext>
              </a:extLst>
            </p:cNvPr>
            <p:cNvSpPr>
              <a:spLocks noChangeShapeType="1"/>
            </p:cNvSpPr>
            <p:nvPr/>
          </p:nvSpPr>
          <p:spPr bwMode="auto">
            <a:xfrm>
              <a:off x="4067175" y="4149725"/>
              <a:ext cx="287338"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4" name="Rectangle 17">
              <a:extLst>
                <a:ext uri="{FF2B5EF4-FFF2-40B4-BE49-F238E27FC236}">
                  <a16:creationId xmlns:a16="http://schemas.microsoft.com/office/drawing/2014/main" id="{C335B874-3A75-4DAD-A470-9A9F8DFA06F1}"/>
                </a:ext>
              </a:extLst>
            </p:cNvPr>
            <p:cNvSpPr>
              <a:spLocks noChangeArrowheads="1"/>
            </p:cNvSpPr>
            <p:nvPr/>
          </p:nvSpPr>
          <p:spPr bwMode="auto">
            <a:xfrm>
              <a:off x="4356100" y="3860800"/>
              <a:ext cx="2016125" cy="503238"/>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详细可行性研究</a:t>
              </a:r>
            </a:p>
          </p:txBody>
        </p:sp>
        <p:sp>
          <p:nvSpPr>
            <p:cNvPr id="45" name="Line 18">
              <a:extLst>
                <a:ext uri="{FF2B5EF4-FFF2-40B4-BE49-F238E27FC236}">
                  <a16:creationId xmlns:a16="http://schemas.microsoft.com/office/drawing/2014/main" id="{7B1CAEDF-65F7-439D-BD80-6B1D5D12DD7D}"/>
                </a:ext>
              </a:extLst>
            </p:cNvPr>
            <p:cNvSpPr>
              <a:spLocks noChangeShapeType="1"/>
            </p:cNvSpPr>
            <p:nvPr/>
          </p:nvSpPr>
          <p:spPr bwMode="auto">
            <a:xfrm>
              <a:off x="6372225" y="4149725"/>
              <a:ext cx="287338"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6" name="Rectangle 19">
              <a:extLst>
                <a:ext uri="{FF2B5EF4-FFF2-40B4-BE49-F238E27FC236}">
                  <a16:creationId xmlns:a16="http://schemas.microsoft.com/office/drawing/2014/main" id="{23670F9A-555B-4E41-A4A8-F79F55880964}"/>
                </a:ext>
              </a:extLst>
            </p:cNvPr>
            <p:cNvSpPr>
              <a:spLocks noChangeArrowheads="1"/>
            </p:cNvSpPr>
            <p:nvPr/>
          </p:nvSpPr>
          <p:spPr bwMode="auto">
            <a:xfrm>
              <a:off x="6659563" y="3860800"/>
              <a:ext cx="1943100" cy="503238"/>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可行性研究报告</a:t>
              </a:r>
            </a:p>
          </p:txBody>
        </p:sp>
        <p:sp>
          <p:nvSpPr>
            <p:cNvPr id="47" name="Line 20">
              <a:extLst>
                <a:ext uri="{FF2B5EF4-FFF2-40B4-BE49-F238E27FC236}">
                  <a16:creationId xmlns:a16="http://schemas.microsoft.com/office/drawing/2014/main" id="{BE12A565-A685-4E59-BB0F-FA934408BE47}"/>
                </a:ext>
              </a:extLst>
            </p:cNvPr>
            <p:cNvSpPr>
              <a:spLocks noChangeShapeType="1"/>
            </p:cNvSpPr>
            <p:nvPr/>
          </p:nvSpPr>
          <p:spPr bwMode="auto">
            <a:xfrm>
              <a:off x="2051050" y="5518150"/>
              <a:ext cx="287338"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8" name="Rectangle 21">
              <a:extLst>
                <a:ext uri="{FF2B5EF4-FFF2-40B4-BE49-F238E27FC236}">
                  <a16:creationId xmlns:a16="http://schemas.microsoft.com/office/drawing/2014/main" id="{A168B267-6D2B-4403-B4CA-F588ECE098CB}"/>
                </a:ext>
              </a:extLst>
            </p:cNvPr>
            <p:cNvSpPr>
              <a:spLocks noChangeArrowheads="1"/>
            </p:cNvSpPr>
            <p:nvPr/>
          </p:nvSpPr>
          <p:spPr bwMode="auto">
            <a:xfrm>
              <a:off x="2339975" y="5229225"/>
              <a:ext cx="2303463" cy="503238"/>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项目的核准与立项</a:t>
              </a:r>
            </a:p>
          </p:txBody>
        </p:sp>
        <p:sp>
          <p:nvSpPr>
            <p:cNvPr id="49" name="Line 22">
              <a:extLst>
                <a:ext uri="{FF2B5EF4-FFF2-40B4-BE49-F238E27FC236}">
                  <a16:creationId xmlns:a16="http://schemas.microsoft.com/office/drawing/2014/main" id="{DD438DC8-B02B-42E6-915E-6386CDA94606}"/>
                </a:ext>
              </a:extLst>
            </p:cNvPr>
            <p:cNvSpPr>
              <a:spLocks noChangeShapeType="1"/>
            </p:cNvSpPr>
            <p:nvPr/>
          </p:nvSpPr>
          <p:spPr bwMode="auto">
            <a:xfrm>
              <a:off x="4643438" y="5516563"/>
              <a:ext cx="360362" cy="0"/>
            </a:xfrm>
            <a:prstGeom prst="line">
              <a:avLst/>
            </a:prstGeom>
            <a:noFill/>
            <a:ln w="9525">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50" name="Rectangle 23">
              <a:extLst>
                <a:ext uri="{FF2B5EF4-FFF2-40B4-BE49-F238E27FC236}">
                  <a16:creationId xmlns:a16="http://schemas.microsoft.com/office/drawing/2014/main" id="{46FAA5F2-6293-4E57-9FD0-7B41EAFCD682}"/>
                </a:ext>
              </a:extLst>
            </p:cNvPr>
            <p:cNvSpPr>
              <a:spLocks noChangeArrowheads="1"/>
            </p:cNvSpPr>
            <p:nvPr/>
          </p:nvSpPr>
          <p:spPr bwMode="auto">
            <a:xfrm>
              <a:off x="5003800" y="5229225"/>
              <a:ext cx="1655763" cy="503238"/>
            </a:xfrm>
            <a:prstGeom prst="rect">
              <a:avLst/>
            </a:prstGeom>
            <a:noFill/>
            <a:ln w="9525" algn="ctr">
              <a:solidFill>
                <a:srgbClr val="000099"/>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华文楷体" panose="02010600040101010101" pitchFamily="2" charset="-122"/>
                  <a:ea typeface="华文楷体" panose="02010600040101010101" pitchFamily="2" charset="-122"/>
                </a:rPr>
                <a:t>项目启动</a:t>
              </a:r>
            </a:p>
          </p:txBody>
        </p:sp>
      </p:grpSp>
    </p:spTree>
    <p:extLst>
      <p:ext uri="{BB962C8B-B14F-4D97-AF65-F5344CB8AC3E}">
        <p14:creationId xmlns:p14="http://schemas.microsoft.com/office/powerpoint/2010/main" val="30268324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1294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一、项目机会研究 </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．发现问题并提出设想</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．项目机会研究</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软件项目通常有几种产生方式：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企业自己寻找项目机会，经过一定的论证后确定。</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从外界引入，初步的可行性研究已经完成，项目的提出者与投资者在进行详细研究后确定实施该项目。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项目的提出者做完了所有的论证工作，并引入风险投资，确定项目。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外部环境变化，引发了一个项目。</a:t>
            </a:r>
          </a:p>
        </p:txBody>
      </p:sp>
    </p:spTree>
    <p:extLst>
      <p:ext uri="{BB962C8B-B14F-4D97-AF65-F5344CB8AC3E}">
        <p14:creationId xmlns:p14="http://schemas.microsoft.com/office/powerpoint/2010/main" val="165919799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二、识别需求提出项目建议书 </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．识别需求</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．编制项目建议书（</a:t>
            </a:r>
            <a:r>
              <a:rPr lang="en-US" altLang="zh-CN" dirty="0">
                <a:solidFill>
                  <a:srgbClr val="000000"/>
                </a:solidFill>
                <a:latin typeface="华文楷体" panose="02010600040101010101" pitchFamily="2" charset="-122"/>
                <a:ea typeface="华文楷体" panose="02010600040101010101" pitchFamily="2" charset="-122"/>
              </a:rPr>
              <a:t>RFP</a:t>
            </a:r>
            <a:r>
              <a:rPr lang="zh-CN" altLang="en-US"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内容：</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满足需求的工作陈述</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客户提出的相关要求</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项目所应提交的交付物／成果</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客户供应条款、合同形式、付款方式</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客户对项目建议书的要求</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承包商的评价标准</a:t>
            </a:r>
          </a:p>
        </p:txBody>
      </p:sp>
    </p:spTree>
    <p:extLst>
      <p:ext uri="{BB962C8B-B14F-4D97-AF65-F5344CB8AC3E}">
        <p14:creationId xmlns:p14="http://schemas.microsoft.com/office/powerpoint/2010/main" val="390014931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1294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三 、项目选择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项目的合法性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项目的含金量</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项目的成熟度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项目的适用性</a:t>
            </a:r>
          </a:p>
        </p:txBody>
      </p:sp>
    </p:spTree>
    <p:extLst>
      <p:ext uri="{BB962C8B-B14F-4D97-AF65-F5344CB8AC3E}">
        <p14:creationId xmlns:p14="http://schemas.microsoft.com/office/powerpoint/2010/main" val="2319551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可行性分析解决四方面问题：</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必要性、 可实现性、 效果性、 风险性</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可行性分析的步骤：</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机会研究</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初步可行性分析</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详细可行性分析</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评估投资决策</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市场研究</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技术可行性分析：</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项目规模确定、项目技术路线的评价与选择</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财务可行性分析</a:t>
            </a:r>
            <a:r>
              <a:rPr lang="en-US" altLang="zh-CN" dirty="0">
                <a:solidFill>
                  <a:srgbClr val="000000"/>
                </a:solidFill>
                <a:latin typeface="华文楷体" panose="02010600040101010101" pitchFamily="2" charset="-122"/>
                <a:ea typeface="华文楷体" panose="02010600040101010101" pitchFamily="2" charset="-122"/>
              </a:rPr>
              <a:t>:</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基本财务分析、财务盈利分析、偿债能力分析、外汇效果分析</a:t>
            </a:r>
          </a:p>
        </p:txBody>
      </p:sp>
    </p:spTree>
    <p:extLst>
      <p:ext uri="{BB962C8B-B14F-4D97-AF65-F5344CB8AC3E}">
        <p14:creationId xmlns:p14="http://schemas.microsoft.com/office/powerpoint/2010/main" val="400382391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可行性研究的主要内容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投资需求可行性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技术可行性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财务可行性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环境可行性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组织可行性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风险分析与对策</a:t>
            </a:r>
          </a:p>
        </p:txBody>
      </p:sp>
    </p:spTree>
    <p:extLst>
      <p:ext uri="{BB962C8B-B14F-4D97-AF65-F5344CB8AC3E}">
        <p14:creationId xmlns:p14="http://schemas.microsoft.com/office/powerpoint/2010/main" val="15399030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项目可行性分析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可行性分析报告的作用</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经济主体投资决策的依据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筹集资金和向银行贷款的依据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从国外引进技术、设备及外商谈判签约的依据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与项目协作单位（如项目外包）签订合同的依据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项目基础设施建设的重要基础资料</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项目计划编制、团队组织、职工培训、开发组织的依据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项目评价和项目后评价的依据</a:t>
            </a:r>
          </a:p>
        </p:txBody>
      </p:sp>
    </p:spTree>
    <p:extLst>
      <p:ext uri="{BB962C8B-B14F-4D97-AF65-F5344CB8AC3E}">
        <p14:creationId xmlns:p14="http://schemas.microsoft.com/office/powerpoint/2010/main" val="262368395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可行性研究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．初步可行性研究</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项目建设的必要性；</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项目建设的周期；</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项目需要的人力、物力和财力；</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项目功能和目标是否可以实现；</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项目的经济效益、社会效益是否可以保证；</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项目从技术上、经济上是否合理等。</a:t>
            </a:r>
          </a:p>
        </p:txBody>
      </p:sp>
    </p:spTree>
    <p:extLst>
      <p:ext uri="{BB962C8B-B14F-4D97-AF65-F5344CB8AC3E}">
        <p14:creationId xmlns:p14="http://schemas.microsoft.com/office/powerpoint/2010/main" val="288646657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可行性研究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．详细可行性研究</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概述</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需求确定</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现有资源、设施情况分析</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初步设计技术方案</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项目实施进度计划建议。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投资估算和资金筹措计划</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项目组织、人力资源计划、培训计划</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经济和社会效益分析。</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合作与协作方式等。</a:t>
            </a:r>
          </a:p>
        </p:txBody>
      </p:sp>
    </p:spTree>
    <p:extLst>
      <p:ext uri="{BB962C8B-B14F-4D97-AF65-F5344CB8AC3E}">
        <p14:creationId xmlns:p14="http://schemas.microsoft.com/office/powerpoint/2010/main" val="26482691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项目启动</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项目的核准和立项</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．项目启动</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）立项启动准备：建立项目管理制度、整理启动会资料等。 </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项目考核管理制度；</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项目费用管理制度；</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项目例会管理制度；</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项目通报制度；</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项目计划管理制度：明确各级项目计划的制定、检查流程，例如，整体计划、阶段计划、周计划；</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项目文件管理流程。</a:t>
            </a:r>
          </a:p>
        </p:txBody>
      </p:sp>
    </p:spTree>
    <p:extLst>
      <p:ext uri="{BB962C8B-B14F-4D97-AF65-F5344CB8AC3E}">
        <p14:creationId xmlns:p14="http://schemas.microsoft.com/office/powerpoint/2010/main" val="33740597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项目启动</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）召开项目启动会议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项目启动会的任务包括：</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阐述项目背景、价值、目标；</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项目交付物介绍；</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项目组织机构及主要成员职责介绍；</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使双方人员彼此认识，清楚各个层次的接口；</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项目初步计划与风险分析；</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项目管理制度；</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项目将要使用的工作方式。</a:t>
            </a:r>
          </a:p>
        </p:txBody>
      </p:sp>
    </p:spTree>
    <p:extLst>
      <p:ext uri="{BB962C8B-B14F-4D97-AF65-F5344CB8AC3E}">
        <p14:creationId xmlns:p14="http://schemas.microsoft.com/office/powerpoint/2010/main" val="5571328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项目启动</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88376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）任命项目经理</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4861375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成本、收入与税金</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成本、收入、税金、利润及其关联</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销售利润</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销售收入</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7030A0"/>
                </a:solidFill>
                <a:latin typeface="华文楷体" panose="02010600040101010101" pitchFamily="2" charset="-122"/>
                <a:ea typeface="华文楷体" panose="02010600040101010101" pitchFamily="2" charset="-122"/>
              </a:rPr>
              <a:t>总成本费用</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2060"/>
                </a:solidFill>
                <a:latin typeface="华文楷体" panose="02010600040101010101" pitchFamily="2" charset="-122"/>
                <a:ea typeface="华文楷体" panose="02010600040101010101" pitchFamily="2" charset="-122"/>
              </a:rPr>
              <a:t>销售税金及附加</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利润总额</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销售利润</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投资净收益</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营业外收入</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营业外支出</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税后利润</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利润总额</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所得税</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税后利润分配</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注意：</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zh-CN" altLang="en-US" dirty="0">
                <a:solidFill>
                  <a:srgbClr val="7030A0"/>
                </a:solidFill>
                <a:latin typeface="华文楷体" panose="02010600040101010101" pitchFamily="2" charset="-122"/>
                <a:ea typeface="华文楷体" panose="02010600040101010101" pitchFamily="2" charset="-122"/>
              </a:rPr>
              <a:t>总成本费用</a:t>
            </a:r>
            <a:r>
              <a:rPr lang="zh-CN" altLang="en-US" dirty="0">
                <a:solidFill>
                  <a:srgbClr val="000000"/>
                </a:solidFill>
                <a:latin typeface="华文楷体" panose="02010600040101010101" pitchFamily="2" charset="-122"/>
                <a:ea typeface="华文楷体" panose="02010600040101010101" pitchFamily="2" charset="-122"/>
              </a:rPr>
              <a:t>”改为“销售成本和期间费用”更准确</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zh-CN" altLang="en-US" dirty="0">
                <a:solidFill>
                  <a:srgbClr val="002060"/>
                </a:solidFill>
                <a:latin typeface="华文楷体" panose="02010600040101010101" pitchFamily="2" charset="-122"/>
                <a:ea typeface="华文楷体" panose="02010600040101010101" pitchFamily="2" charset="-122"/>
              </a:rPr>
              <a:t>销售税金及附加</a:t>
            </a:r>
            <a:r>
              <a:rPr lang="zh-CN" altLang="en-US" dirty="0">
                <a:solidFill>
                  <a:srgbClr val="000000"/>
                </a:solidFill>
                <a:latin typeface="华文楷体" panose="02010600040101010101" pitchFamily="2" charset="-122"/>
                <a:ea typeface="华文楷体" panose="02010600040101010101" pitchFamily="2" charset="-122"/>
              </a:rPr>
              <a:t>”不包括“增值税和所得税”</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投资净收益</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投资收益</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投资损失</a:t>
            </a:r>
          </a:p>
        </p:txBody>
      </p:sp>
    </p:spTree>
    <p:extLst>
      <p:ext uri="{BB962C8B-B14F-4D97-AF65-F5344CB8AC3E}">
        <p14:creationId xmlns:p14="http://schemas.microsoft.com/office/powerpoint/2010/main" val="112480344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成本、收入与税金</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成本</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定义：为取得各项生产要素、商品及劳务以及实现某些特定经济目的而发生的各种耗费。</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会计成本：是指会计记录在企业账册上的客观的和有形的支出，包括生产经营过程中发生的原材料、动力、工资、租金、广告、利息等支出。</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按我国财务制度规定，总成本费用组成为：</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生产成本</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直接成本</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期间费用：管理费用、财务费用、销售费用</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间接成本</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8517036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成本、收入与税金</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收入</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定义：企业在销售产品、提供劳务及其他使用本企业资产等经济活动中所形成的经济利益的总流入。</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组成：</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营业收入：产品销售收入、劳务收入</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其他业务收入：材料销售、无形资产转让等</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营业外收入：罚金收入、固定资产盘盈等</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投资收益：股利收入、利息收入</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2406329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成本、收入与税金</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税金</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定义：是国家为了实现其发展经济、提高人民生活等职责需要，依据法律规定对具有纳税义务的单位和个人征收的财政资金。</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税收是财政收入的主要来源，也是国家参与国民收入分配和再分配的一种形式。</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税种：</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增值税、所得税</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销售税金及附加：营业税、城市维护建设税、教育费附加</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各税种的纳税对象、纳税依据和税率各不相同</a:t>
            </a:r>
          </a:p>
        </p:txBody>
      </p:sp>
    </p:spTree>
    <p:extLst>
      <p:ext uri="{BB962C8B-B14F-4D97-AF65-F5344CB8AC3E}">
        <p14:creationId xmlns:p14="http://schemas.microsoft.com/office/powerpoint/2010/main" val="150592882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成本、收入与税金</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利润</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定义：是企业经营所追求的主要目标，它体现了企业在一定时期的经营成果，也是工程经济分析的重点。</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根据工程经济分析的不同要求，利润分为：</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销售利润、利润总额和税后利润</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注：一定时期是指一个会计期间，通常为月、季、年。</a:t>
            </a:r>
          </a:p>
        </p:txBody>
      </p:sp>
    </p:spTree>
    <p:extLst>
      <p:ext uri="{BB962C8B-B14F-4D97-AF65-F5344CB8AC3E}">
        <p14:creationId xmlns:p14="http://schemas.microsoft.com/office/powerpoint/2010/main" val="67586444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成本、收入与税金</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资源的计划、组织与控制</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资源：人力、时间、设备和信息</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对应项目管理：人力资源管理、时间管理、采购管理和信息与配置管理</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4243771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2.1 </a:t>
            </a:r>
            <a:r>
              <a:rPr lang="zh-CN" altLang="en-US" dirty="0">
                <a:solidFill>
                  <a:srgbClr val="000000"/>
                </a:solidFill>
                <a:latin typeface="华文楷体" panose="02010600040101010101" pitchFamily="2" charset="-122"/>
                <a:ea typeface="华文楷体" panose="02010600040101010101" pitchFamily="2" charset="-122"/>
              </a:rPr>
              <a:t>软件工程经济分析的基本要素 </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b="1" dirty="0">
                <a:solidFill>
                  <a:srgbClr val="7030A0"/>
                </a:solidFill>
                <a:latin typeface="华文楷体" panose="02010600040101010101" pitchFamily="2" charset="-122"/>
                <a:ea typeface="华文楷体" panose="02010600040101010101" pitchFamily="2" charset="-122"/>
              </a:rPr>
              <a:t>2.2 </a:t>
            </a:r>
            <a:r>
              <a:rPr lang="zh-CN" altLang="en-US" b="1" dirty="0">
                <a:solidFill>
                  <a:srgbClr val="7030A0"/>
                </a:solidFill>
                <a:latin typeface="华文楷体" panose="02010600040101010101" pitchFamily="2" charset="-122"/>
                <a:ea typeface="华文楷体" panose="02010600040101010101" pitchFamily="2" charset="-122"/>
              </a:rPr>
              <a:t>招标与投标 </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2.3 </a:t>
            </a:r>
            <a:r>
              <a:rPr lang="zh-CN" altLang="en-US" dirty="0">
                <a:solidFill>
                  <a:srgbClr val="000000"/>
                </a:solidFill>
                <a:latin typeface="华文楷体" panose="02010600040101010101" pitchFamily="2" charset="-122"/>
                <a:ea typeface="华文楷体" panose="02010600040101010101" pitchFamily="2" charset="-122"/>
              </a:rPr>
              <a:t>基于货币资金时间价值的现金流的贴现和预计</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2.4 </a:t>
            </a:r>
            <a:r>
              <a:rPr lang="zh-CN" altLang="en-US" dirty="0">
                <a:solidFill>
                  <a:srgbClr val="000000"/>
                </a:solidFill>
                <a:latin typeface="华文楷体" panose="02010600040101010101" pitchFamily="2" charset="-122"/>
                <a:ea typeface="华文楷体" panose="02010600040101010101" pitchFamily="2" charset="-122"/>
              </a:rPr>
              <a:t>项目评价与决策方法</a:t>
            </a:r>
            <a:endParaRPr lang="zh-CN" altLang="en-US"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3440191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2.1 </a:t>
            </a:r>
            <a:r>
              <a:rPr lang="zh-CN" altLang="en-US" dirty="0">
                <a:solidFill>
                  <a:srgbClr val="000000"/>
                </a:solidFill>
                <a:latin typeface="华文楷体" panose="02010600040101010101" pitchFamily="2" charset="-122"/>
                <a:ea typeface="华文楷体" panose="02010600040101010101" pitchFamily="2" charset="-122"/>
              </a:rPr>
              <a:t>软件工程经济分析的基本要素 </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2.2 </a:t>
            </a:r>
            <a:r>
              <a:rPr lang="zh-CN" altLang="en-US" dirty="0">
                <a:solidFill>
                  <a:srgbClr val="000000"/>
                </a:solidFill>
                <a:latin typeface="华文楷体" panose="02010600040101010101" pitchFamily="2" charset="-122"/>
                <a:ea typeface="华文楷体" panose="02010600040101010101" pitchFamily="2" charset="-122"/>
              </a:rPr>
              <a:t>招标与投标 </a:t>
            </a:r>
          </a:p>
          <a:p>
            <a:pPr marL="285750" indent="-285750" algn="just">
              <a:lnSpc>
                <a:spcPct val="150000"/>
              </a:lnSpc>
              <a:buFont typeface="Arial" panose="020B0604020202020204" pitchFamily="34" charset="0"/>
              <a:buChar char="•"/>
            </a:pPr>
            <a:r>
              <a:rPr lang="en-US" altLang="zh-CN" b="1" dirty="0">
                <a:solidFill>
                  <a:srgbClr val="7030A0"/>
                </a:solidFill>
                <a:latin typeface="华文楷体" panose="02010600040101010101" pitchFamily="2" charset="-122"/>
                <a:ea typeface="华文楷体" panose="02010600040101010101" pitchFamily="2" charset="-122"/>
              </a:rPr>
              <a:t>2.3 </a:t>
            </a:r>
            <a:r>
              <a:rPr lang="zh-CN" altLang="en-US" b="1" dirty="0">
                <a:solidFill>
                  <a:srgbClr val="7030A0"/>
                </a:solidFill>
                <a:latin typeface="华文楷体" panose="02010600040101010101" pitchFamily="2" charset="-122"/>
                <a:ea typeface="华文楷体" panose="02010600040101010101" pitchFamily="2" charset="-122"/>
              </a:rPr>
              <a:t>基于货币资金时间价值的现金流的贴现和预计</a:t>
            </a:r>
            <a:endParaRPr lang="en-US" altLang="zh-CN"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2.4 </a:t>
            </a:r>
            <a:r>
              <a:rPr lang="zh-CN" altLang="en-US" dirty="0">
                <a:solidFill>
                  <a:srgbClr val="000000"/>
                </a:solidFill>
                <a:latin typeface="华文楷体" panose="02010600040101010101" pitchFamily="2" charset="-122"/>
                <a:ea typeface="华文楷体" panose="02010600040101010101" pitchFamily="2" charset="-122"/>
              </a:rPr>
              <a:t>项目评价与决策方法</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2919624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当你拥有一笔闲置资金，你会放在家里、存入银行，还是进行投资呢？</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假设要通过借款的方式购置一套房产，你会选择哪一种还款方式？依据是什么？</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9839749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资金的时间价值</a:t>
            </a:r>
          </a:p>
        </p:txBody>
      </p:sp>
      <p:sp>
        <p:nvSpPr>
          <p:cNvPr id="2" name="矩形 1">
            <a:extLst>
              <a:ext uri="{FF2B5EF4-FFF2-40B4-BE49-F238E27FC236}">
                <a16:creationId xmlns:a16="http://schemas.microsoft.com/office/drawing/2014/main" id="{1A343DEC-CFF6-41F5-B87C-0DFC08C67B76}"/>
              </a:ext>
            </a:extLst>
          </p:cNvPr>
          <p:cNvSpPr/>
          <p:nvPr/>
        </p:nvSpPr>
        <p:spPr>
          <a:xfrm>
            <a:off x="646880" y="3443154"/>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资金的时间价值可能是增加额也可能是减少额。</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马克思认为：货币只有当作资本投入生产和流通后才能增值。</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同等的资金投入不同的资金周转和运营而产生的资金时间价值是不同的。</a:t>
            </a:r>
          </a:p>
        </p:txBody>
      </p:sp>
      <p:grpSp>
        <p:nvGrpSpPr>
          <p:cNvPr id="3" name="组合 2">
            <a:extLst>
              <a:ext uri="{FF2B5EF4-FFF2-40B4-BE49-F238E27FC236}">
                <a16:creationId xmlns:a16="http://schemas.microsoft.com/office/drawing/2014/main" id="{8A3A47F4-9760-4656-B61E-228E08EF8024}"/>
              </a:ext>
            </a:extLst>
          </p:cNvPr>
          <p:cNvGrpSpPr/>
          <p:nvPr/>
        </p:nvGrpSpPr>
        <p:grpSpPr>
          <a:xfrm>
            <a:off x="323056" y="842963"/>
            <a:ext cx="8497887" cy="2357437"/>
            <a:chOff x="338138" y="2395538"/>
            <a:chExt cx="8497887" cy="2357437"/>
          </a:xfrm>
        </p:grpSpPr>
        <p:sp>
          <p:nvSpPr>
            <p:cNvPr id="6" name="Rectangle 5">
              <a:extLst>
                <a:ext uri="{FF2B5EF4-FFF2-40B4-BE49-F238E27FC236}">
                  <a16:creationId xmlns:a16="http://schemas.microsoft.com/office/drawing/2014/main" id="{7B9F0635-102D-445E-A355-23472EE34BD0}"/>
                </a:ext>
              </a:extLst>
            </p:cNvPr>
            <p:cNvSpPr>
              <a:spLocks noChangeArrowheads="1"/>
            </p:cNvSpPr>
            <p:nvPr/>
          </p:nvSpPr>
          <p:spPr bwMode="auto">
            <a:xfrm>
              <a:off x="338138" y="3152775"/>
              <a:ext cx="1130300" cy="91440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endParaRPr lang="zh-CN" altLang="en-US" sz="2000" u="none">
                <a:solidFill>
                  <a:schemeClr val="tx1"/>
                </a:solidFill>
                <a:latin typeface="华文楷体" panose="02010600040101010101" pitchFamily="2" charset="-122"/>
                <a:ea typeface="华文楷体" panose="02010600040101010101" pitchFamily="2" charset="-122"/>
              </a:endParaRPr>
            </a:p>
            <a:p>
              <a:pPr algn="ctr">
                <a:buClrTx/>
                <a:buFontTx/>
                <a:buNone/>
              </a:pPr>
              <a:r>
                <a:rPr lang="zh-CN" altLang="en-US" sz="2000" u="none">
                  <a:solidFill>
                    <a:schemeClr val="tx1"/>
                  </a:solidFill>
                  <a:latin typeface="华文楷体" panose="02010600040101010101" pitchFamily="2" charset="-122"/>
                  <a:ea typeface="华文楷体" panose="02010600040101010101" pitchFamily="2" charset="-122"/>
                </a:rPr>
                <a:t>资 金</a:t>
              </a:r>
            </a:p>
            <a:p>
              <a:pPr algn="ctr">
                <a:buClrTx/>
                <a:buFontTx/>
                <a:buNone/>
              </a:pPr>
              <a:r>
                <a:rPr lang="zh-CN" altLang="en-US" sz="2000" u="none">
                  <a:solidFill>
                    <a:schemeClr val="tx1"/>
                  </a:solidFill>
                  <a:latin typeface="华文楷体" panose="02010600040101010101" pitchFamily="2" charset="-122"/>
                  <a:ea typeface="华文楷体" panose="02010600040101010101" pitchFamily="2" charset="-122"/>
                </a:rPr>
                <a:t>原 值</a:t>
              </a:r>
            </a:p>
            <a:p>
              <a:pPr algn="ctr">
                <a:buClrTx/>
                <a:buFontTx/>
                <a:buNone/>
              </a:pPr>
              <a:endParaRPr lang="zh-CN" altLang="en-US" sz="2000" b="0" u="none">
                <a:solidFill>
                  <a:schemeClr val="tx1"/>
                </a:solidFill>
                <a:latin typeface="华文楷体" panose="02010600040101010101" pitchFamily="2" charset="-122"/>
                <a:ea typeface="华文楷体" panose="02010600040101010101" pitchFamily="2" charset="-122"/>
              </a:endParaRPr>
            </a:p>
          </p:txBody>
        </p:sp>
        <p:sp>
          <p:nvSpPr>
            <p:cNvPr id="7" name="Rectangle 6">
              <a:extLst>
                <a:ext uri="{FF2B5EF4-FFF2-40B4-BE49-F238E27FC236}">
                  <a16:creationId xmlns:a16="http://schemas.microsoft.com/office/drawing/2014/main" id="{70776988-47DF-48CD-B150-36E53B795F33}"/>
                </a:ext>
              </a:extLst>
            </p:cNvPr>
            <p:cNvSpPr>
              <a:spLocks noChangeArrowheads="1"/>
            </p:cNvSpPr>
            <p:nvPr/>
          </p:nvSpPr>
          <p:spPr bwMode="auto">
            <a:xfrm>
              <a:off x="2222500" y="3400425"/>
              <a:ext cx="1212850" cy="45720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r>
                <a:rPr lang="zh-CN" altLang="en-US" sz="2000" u="none">
                  <a:solidFill>
                    <a:schemeClr val="tx1"/>
                  </a:solidFill>
                  <a:latin typeface="华文楷体" panose="02010600040101010101" pitchFamily="2" charset="-122"/>
                  <a:ea typeface="华文楷体" panose="02010600040101010101" pitchFamily="2" charset="-122"/>
                </a:rPr>
                <a:t>存入银行</a:t>
              </a:r>
            </a:p>
          </p:txBody>
        </p:sp>
        <p:sp>
          <p:nvSpPr>
            <p:cNvPr id="8" name="Rectangle 7">
              <a:extLst>
                <a:ext uri="{FF2B5EF4-FFF2-40B4-BE49-F238E27FC236}">
                  <a16:creationId xmlns:a16="http://schemas.microsoft.com/office/drawing/2014/main" id="{9C048CB3-5BCA-4606-897B-CCFA09FEAE20}"/>
                </a:ext>
              </a:extLst>
            </p:cNvPr>
            <p:cNvSpPr>
              <a:spLocks noChangeArrowheads="1"/>
            </p:cNvSpPr>
            <p:nvPr/>
          </p:nvSpPr>
          <p:spPr bwMode="auto">
            <a:xfrm>
              <a:off x="2230438" y="2395538"/>
              <a:ext cx="1347787" cy="528637"/>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r>
                <a:rPr lang="zh-CN" altLang="en-US" sz="2000" u="none">
                  <a:solidFill>
                    <a:schemeClr val="tx1"/>
                  </a:solidFill>
                  <a:latin typeface="华文楷体" panose="02010600040101010101" pitchFamily="2" charset="-122"/>
                  <a:ea typeface="华文楷体" panose="02010600040101010101" pitchFamily="2" charset="-122"/>
                </a:rPr>
                <a:t>项目投资</a:t>
              </a:r>
            </a:p>
          </p:txBody>
        </p:sp>
        <p:sp>
          <p:nvSpPr>
            <p:cNvPr id="9" name="Rectangle 8">
              <a:extLst>
                <a:ext uri="{FF2B5EF4-FFF2-40B4-BE49-F238E27FC236}">
                  <a16:creationId xmlns:a16="http://schemas.microsoft.com/office/drawing/2014/main" id="{BF56F2E9-F734-4267-B3F6-F78563085E8F}"/>
                </a:ext>
              </a:extLst>
            </p:cNvPr>
            <p:cNvSpPr>
              <a:spLocks noChangeArrowheads="1"/>
            </p:cNvSpPr>
            <p:nvPr/>
          </p:nvSpPr>
          <p:spPr bwMode="auto">
            <a:xfrm>
              <a:off x="2230438" y="4295775"/>
              <a:ext cx="1276350" cy="45720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r>
                <a:rPr lang="zh-CN" altLang="en-US" sz="2000" u="none">
                  <a:solidFill>
                    <a:schemeClr val="tx1"/>
                  </a:solidFill>
                  <a:latin typeface="华文楷体" panose="02010600040101010101" pitchFamily="2" charset="-122"/>
                  <a:ea typeface="华文楷体" panose="02010600040101010101" pitchFamily="2" charset="-122"/>
                </a:rPr>
                <a:t>锁住不用</a:t>
              </a:r>
            </a:p>
          </p:txBody>
        </p:sp>
        <p:sp>
          <p:nvSpPr>
            <p:cNvPr id="10" name="Rectangle 9">
              <a:extLst>
                <a:ext uri="{FF2B5EF4-FFF2-40B4-BE49-F238E27FC236}">
                  <a16:creationId xmlns:a16="http://schemas.microsoft.com/office/drawing/2014/main" id="{4FFCF3BE-FEFA-4C33-9F51-A85471DB7DC8}"/>
                </a:ext>
              </a:extLst>
            </p:cNvPr>
            <p:cNvSpPr>
              <a:spLocks noChangeArrowheads="1"/>
            </p:cNvSpPr>
            <p:nvPr/>
          </p:nvSpPr>
          <p:spPr bwMode="auto">
            <a:xfrm>
              <a:off x="4135438" y="4295775"/>
              <a:ext cx="1963737" cy="45720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r>
                <a:rPr lang="zh-CN" altLang="en-US" sz="2000" u="none">
                  <a:solidFill>
                    <a:schemeClr val="tx1"/>
                  </a:solidFill>
                  <a:latin typeface="华文楷体" panose="02010600040101010101" pitchFamily="2" charset="-122"/>
                  <a:ea typeface="华文楷体" panose="02010600040101010101" pitchFamily="2" charset="-122"/>
                </a:rPr>
                <a:t>资金数额不变</a:t>
              </a:r>
            </a:p>
          </p:txBody>
        </p:sp>
        <p:sp>
          <p:nvSpPr>
            <p:cNvPr id="11" name="Rectangle 10">
              <a:extLst>
                <a:ext uri="{FF2B5EF4-FFF2-40B4-BE49-F238E27FC236}">
                  <a16:creationId xmlns:a16="http://schemas.microsoft.com/office/drawing/2014/main" id="{EF9E347E-084A-4F86-8DCC-17F0CD5C4777}"/>
                </a:ext>
              </a:extLst>
            </p:cNvPr>
            <p:cNvSpPr>
              <a:spLocks noChangeArrowheads="1"/>
            </p:cNvSpPr>
            <p:nvPr/>
          </p:nvSpPr>
          <p:spPr bwMode="auto">
            <a:xfrm>
              <a:off x="4211638" y="2924175"/>
              <a:ext cx="1166812" cy="45720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r>
                <a:rPr lang="zh-CN" altLang="en-US" sz="2000" u="none" dirty="0">
                  <a:solidFill>
                    <a:schemeClr val="tx1"/>
                  </a:solidFill>
                  <a:latin typeface="华文楷体" panose="02010600040101010101" pitchFamily="2" charset="-122"/>
                  <a:ea typeface="华文楷体" panose="02010600040101010101" pitchFamily="2" charset="-122"/>
                </a:rPr>
                <a:t>资金新值</a:t>
              </a:r>
            </a:p>
          </p:txBody>
        </p:sp>
        <p:sp>
          <p:nvSpPr>
            <p:cNvPr id="12" name="Rectangle 11">
              <a:extLst>
                <a:ext uri="{FF2B5EF4-FFF2-40B4-BE49-F238E27FC236}">
                  <a16:creationId xmlns:a16="http://schemas.microsoft.com/office/drawing/2014/main" id="{85EC6077-75CA-46A5-A957-77916D6AF087}"/>
                </a:ext>
              </a:extLst>
            </p:cNvPr>
            <p:cNvSpPr>
              <a:spLocks noChangeArrowheads="1"/>
            </p:cNvSpPr>
            <p:nvPr/>
          </p:nvSpPr>
          <p:spPr bwMode="auto">
            <a:xfrm>
              <a:off x="7412038" y="2695575"/>
              <a:ext cx="1423987" cy="76200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endParaRPr lang="zh-CN" altLang="en-US" u="none">
                <a:solidFill>
                  <a:schemeClr val="tx1"/>
                </a:solidFill>
                <a:latin typeface="华文楷体" panose="02010600040101010101" pitchFamily="2" charset="-122"/>
                <a:ea typeface="华文楷体" panose="02010600040101010101" pitchFamily="2" charset="-122"/>
              </a:endParaRPr>
            </a:p>
            <a:p>
              <a:pPr algn="ctr">
                <a:buClrTx/>
                <a:buFontTx/>
                <a:buNone/>
              </a:pPr>
              <a:r>
                <a:rPr lang="zh-CN" altLang="en-US" u="none">
                  <a:solidFill>
                    <a:schemeClr val="tx1"/>
                  </a:solidFill>
                  <a:latin typeface="华文楷体" panose="02010600040101010101" pitchFamily="2" charset="-122"/>
                  <a:ea typeface="华文楷体" panose="02010600040101010101" pitchFamily="2" charset="-122"/>
                </a:rPr>
                <a:t>资金时间</a:t>
              </a:r>
            </a:p>
            <a:p>
              <a:pPr algn="ctr">
                <a:buClrTx/>
                <a:buFontTx/>
                <a:buNone/>
              </a:pPr>
              <a:r>
                <a:rPr lang="zh-CN" altLang="en-US" u="none">
                  <a:solidFill>
                    <a:schemeClr val="tx1"/>
                  </a:solidFill>
                  <a:latin typeface="华文楷体" panose="02010600040101010101" pitchFamily="2" charset="-122"/>
                  <a:ea typeface="华文楷体" panose="02010600040101010101" pitchFamily="2" charset="-122"/>
                </a:rPr>
                <a:t>价值 </a:t>
              </a:r>
            </a:p>
            <a:p>
              <a:pPr algn="ctr">
                <a:buClrTx/>
                <a:buFontTx/>
                <a:buNone/>
              </a:pPr>
              <a:endParaRPr lang="zh-CN" altLang="en-US" b="0" u="none">
                <a:solidFill>
                  <a:schemeClr val="tx1"/>
                </a:solidFill>
                <a:latin typeface="华文楷体" panose="02010600040101010101" pitchFamily="2" charset="-122"/>
                <a:ea typeface="华文楷体" panose="02010600040101010101" pitchFamily="2" charset="-122"/>
              </a:endParaRPr>
            </a:p>
          </p:txBody>
        </p:sp>
        <p:sp>
          <p:nvSpPr>
            <p:cNvPr id="13" name="Line 12">
              <a:extLst>
                <a:ext uri="{FF2B5EF4-FFF2-40B4-BE49-F238E27FC236}">
                  <a16:creationId xmlns:a16="http://schemas.microsoft.com/office/drawing/2014/main" id="{5CCC7F6C-42CB-411D-8C1D-1D3F073CC3C7}"/>
                </a:ext>
              </a:extLst>
            </p:cNvPr>
            <p:cNvSpPr>
              <a:spLocks noChangeShapeType="1"/>
            </p:cNvSpPr>
            <p:nvPr/>
          </p:nvSpPr>
          <p:spPr bwMode="auto">
            <a:xfrm>
              <a:off x="1468438" y="3609975"/>
              <a:ext cx="762000" cy="0"/>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4" name="Line 13">
              <a:extLst>
                <a:ext uri="{FF2B5EF4-FFF2-40B4-BE49-F238E27FC236}">
                  <a16:creationId xmlns:a16="http://schemas.microsoft.com/office/drawing/2014/main" id="{A170F655-F170-4F7B-8D9B-B144C9C207D1}"/>
                </a:ext>
              </a:extLst>
            </p:cNvPr>
            <p:cNvSpPr>
              <a:spLocks noChangeShapeType="1"/>
            </p:cNvSpPr>
            <p:nvPr/>
          </p:nvSpPr>
          <p:spPr bwMode="auto">
            <a:xfrm flipV="1">
              <a:off x="1468438" y="2695575"/>
              <a:ext cx="762000" cy="533400"/>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5" name="Line 14">
              <a:extLst>
                <a:ext uri="{FF2B5EF4-FFF2-40B4-BE49-F238E27FC236}">
                  <a16:creationId xmlns:a16="http://schemas.microsoft.com/office/drawing/2014/main" id="{4324988F-31A0-4A91-99F6-E319B2C85314}"/>
                </a:ext>
              </a:extLst>
            </p:cNvPr>
            <p:cNvSpPr>
              <a:spLocks noChangeShapeType="1"/>
            </p:cNvSpPr>
            <p:nvPr/>
          </p:nvSpPr>
          <p:spPr bwMode="auto">
            <a:xfrm>
              <a:off x="1468438" y="3914775"/>
              <a:ext cx="762000" cy="609600"/>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6" name="Line 15">
              <a:extLst>
                <a:ext uri="{FF2B5EF4-FFF2-40B4-BE49-F238E27FC236}">
                  <a16:creationId xmlns:a16="http://schemas.microsoft.com/office/drawing/2014/main" id="{647FD04A-425E-402E-B701-D6F264C8C744}"/>
                </a:ext>
              </a:extLst>
            </p:cNvPr>
            <p:cNvSpPr>
              <a:spLocks noChangeShapeType="1"/>
            </p:cNvSpPr>
            <p:nvPr/>
          </p:nvSpPr>
          <p:spPr bwMode="auto">
            <a:xfrm>
              <a:off x="3506788" y="4483100"/>
              <a:ext cx="628650" cy="41275"/>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7" name="Line 16">
              <a:extLst>
                <a:ext uri="{FF2B5EF4-FFF2-40B4-BE49-F238E27FC236}">
                  <a16:creationId xmlns:a16="http://schemas.microsoft.com/office/drawing/2014/main" id="{D7632E8D-5B48-4F65-B7E0-D74596A6B777}"/>
                </a:ext>
              </a:extLst>
            </p:cNvPr>
            <p:cNvSpPr>
              <a:spLocks noChangeShapeType="1"/>
            </p:cNvSpPr>
            <p:nvPr/>
          </p:nvSpPr>
          <p:spPr bwMode="auto">
            <a:xfrm>
              <a:off x="3578225" y="2827338"/>
              <a:ext cx="633413" cy="249237"/>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8" name="Line 17">
              <a:extLst>
                <a:ext uri="{FF2B5EF4-FFF2-40B4-BE49-F238E27FC236}">
                  <a16:creationId xmlns:a16="http://schemas.microsoft.com/office/drawing/2014/main" id="{38CF8E16-C78D-42BC-B5E1-4E851624C188}"/>
                </a:ext>
              </a:extLst>
            </p:cNvPr>
            <p:cNvSpPr>
              <a:spLocks noChangeShapeType="1"/>
            </p:cNvSpPr>
            <p:nvPr/>
          </p:nvSpPr>
          <p:spPr bwMode="auto">
            <a:xfrm flipV="1">
              <a:off x="3435350" y="3228975"/>
              <a:ext cx="776288" cy="390525"/>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9" name="Line 18">
              <a:extLst>
                <a:ext uri="{FF2B5EF4-FFF2-40B4-BE49-F238E27FC236}">
                  <a16:creationId xmlns:a16="http://schemas.microsoft.com/office/drawing/2014/main" id="{B6CD2056-5D80-4495-AB97-76828B07A8A3}"/>
                </a:ext>
              </a:extLst>
            </p:cNvPr>
            <p:cNvSpPr>
              <a:spLocks noChangeShapeType="1"/>
            </p:cNvSpPr>
            <p:nvPr/>
          </p:nvSpPr>
          <p:spPr bwMode="auto">
            <a:xfrm>
              <a:off x="5470525" y="3043238"/>
              <a:ext cx="287338" cy="0"/>
            </a:xfrm>
            <a:prstGeom prst="line">
              <a:avLst/>
            </a:prstGeom>
            <a:noFill/>
            <a:ln w="38100">
              <a:solidFill>
                <a:srgbClr val="04091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0" name="Line 19">
              <a:extLst>
                <a:ext uri="{FF2B5EF4-FFF2-40B4-BE49-F238E27FC236}">
                  <a16:creationId xmlns:a16="http://schemas.microsoft.com/office/drawing/2014/main" id="{D907041B-34D8-4796-BCD8-8134E1B3CF37}"/>
                </a:ext>
              </a:extLst>
            </p:cNvPr>
            <p:cNvSpPr>
              <a:spLocks noChangeShapeType="1"/>
            </p:cNvSpPr>
            <p:nvPr/>
          </p:nvSpPr>
          <p:spPr bwMode="auto">
            <a:xfrm>
              <a:off x="5470525" y="3187700"/>
              <a:ext cx="287338" cy="0"/>
            </a:xfrm>
            <a:prstGeom prst="line">
              <a:avLst/>
            </a:prstGeom>
            <a:noFill/>
            <a:ln w="38100">
              <a:solidFill>
                <a:srgbClr val="04091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1" name="Line 22">
              <a:extLst>
                <a:ext uri="{FF2B5EF4-FFF2-40B4-BE49-F238E27FC236}">
                  <a16:creationId xmlns:a16="http://schemas.microsoft.com/office/drawing/2014/main" id="{31AE22E4-25D0-4E04-AF49-91F9ECD2AF6D}"/>
                </a:ext>
              </a:extLst>
            </p:cNvPr>
            <p:cNvSpPr>
              <a:spLocks noChangeShapeType="1"/>
            </p:cNvSpPr>
            <p:nvPr/>
          </p:nvSpPr>
          <p:spPr bwMode="auto">
            <a:xfrm flipV="1">
              <a:off x="4745038" y="3381375"/>
              <a:ext cx="0" cy="914400"/>
            </a:xfrm>
            <a:prstGeom prst="line">
              <a:avLst/>
            </a:prstGeom>
            <a:noFill/>
            <a:ln w="28575">
              <a:solidFill>
                <a:srgbClr val="D60093"/>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2" name="Text Box 23">
              <a:extLst>
                <a:ext uri="{FF2B5EF4-FFF2-40B4-BE49-F238E27FC236}">
                  <a16:creationId xmlns:a16="http://schemas.microsoft.com/office/drawing/2014/main" id="{250A5ABF-538A-4869-AA34-3303DB0EA427}"/>
                </a:ext>
              </a:extLst>
            </p:cNvPr>
            <p:cNvSpPr txBox="1">
              <a:spLocks noChangeArrowheads="1"/>
            </p:cNvSpPr>
            <p:nvPr/>
          </p:nvSpPr>
          <p:spPr bwMode="auto">
            <a:xfrm>
              <a:off x="5954713" y="2755900"/>
              <a:ext cx="987425" cy="669925"/>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uClrTx/>
                <a:buFontTx/>
                <a:buNone/>
              </a:pPr>
              <a:r>
                <a:rPr lang="zh-CN" altLang="en-US" u="none">
                  <a:solidFill>
                    <a:schemeClr val="tx1"/>
                  </a:solidFill>
                  <a:latin typeface="华文楷体" panose="02010600040101010101" pitchFamily="2" charset="-122"/>
                  <a:ea typeface="华文楷体" panose="02010600040101010101" pitchFamily="2" charset="-122"/>
                </a:rPr>
                <a:t>资金</a:t>
              </a:r>
            </a:p>
            <a:p>
              <a:pPr algn="ctr">
                <a:buClrTx/>
                <a:buFontTx/>
                <a:buNone/>
              </a:pPr>
              <a:r>
                <a:rPr lang="zh-CN" altLang="en-US" u="none">
                  <a:solidFill>
                    <a:schemeClr val="tx1"/>
                  </a:solidFill>
                  <a:latin typeface="华文楷体" panose="02010600040101010101" pitchFamily="2" charset="-122"/>
                  <a:ea typeface="华文楷体" panose="02010600040101010101" pitchFamily="2" charset="-122"/>
                </a:rPr>
                <a:t>原值</a:t>
              </a:r>
            </a:p>
          </p:txBody>
        </p:sp>
        <p:sp>
          <p:nvSpPr>
            <p:cNvPr id="23" name="Text Box 24">
              <a:extLst>
                <a:ext uri="{FF2B5EF4-FFF2-40B4-BE49-F238E27FC236}">
                  <a16:creationId xmlns:a16="http://schemas.microsoft.com/office/drawing/2014/main" id="{5BD694D0-281D-404B-B638-2C6D02DDD7FD}"/>
                </a:ext>
              </a:extLst>
            </p:cNvPr>
            <p:cNvSpPr txBox="1">
              <a:spLocks noChangeArrowheads="1"/>
            </p:cNvSpPr>
            <p:nvPr/>
          </p:nvSpPr>
          <p:spPr bwMode="auto">
            <a:xfrm>
              <a:off x="4802188" y="3690938"/>
              <a:ext cx="1781257" cy="400110"/>
            </a:xfrm>
            <a:prstGeom prst="rect">
              <a:avLst/>
            </a:prstGeom>
            <a:noFill/>
            <a:ln w="2857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Tx/>
                <a:buFontTx/>
                <a:buNone/>
              </a:pPr>
              <a:r>
                <a:rPr lang="zh-CN" altLang="en-US" sz="2000" u="none" dirty="0">
                  <a:solidFill>
                    <a:schemeClr val="tx1"/>
                  </a:solidFill>
                  <a:latin typeface="华文楷体" panose="02010600040101010101" pitchFamily="2" charset="-122"/>
                  <a:ea typeface="华文楷体" panose="02010600040101010101" pitchFamily="2" charset="-122"/>
                </a:rPr>
                <a:t>通货膨胀贬值</a:t>
              </a:r>
              <a:r>
                <a:rPr lang="zh-CN" altLang="en-US" b="0" u="none" dirty="0">
                  <a:solidFill>
                    <a:schemeClr val="tx1"/>
                  </a:solidFill>
                  <a:latin typeface="华文楷体" panose="02010600040101010101" pitchFamily="2" charset="-122"/>
                  <a:ea typeface="华文楷体" panose="02010600040101010101" pitchFamily="2" charset="-122"/>
                </a:rPr>
                <a:t> </a:t>
              </a:r>
            </a:p>
          </p:txBody>
        </p:sp>
        <p:sp>
          <p:nvSpPr>
            <p:cNvPr id="24" name="Text Box 25">
              <a:extLst>
                <a:ext uri="{FF2B5EF4-FFF2-40B4-BE49-F238E27FC236}">
                  <a16:creationId xmlns:a16="http://schemas.microsoft.com/office/drawing/2014/main" id="{560A4A47-03D2-4987-9A81-9FC84BD14D05}"/>
                </a:ext>
              </a:extLst>
            </p:cNvPr>
            <p:cNvSpPr txBox="1">
              <a:spLocks noChangeArrowheads="1"/>
            </p:cNvSpPr>
            <p:nvPr/>
          </p:nvSpPr>
          <p:spPr bwMode="auto">
            <a:xfrm>
              <a:off x="6962775" y="2755900"/>
              <a:ext cx="450850"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sz="3600" u="none">
                  <a:latin typeface="华文楷体" panose="02010600040101010101" pitchFamily="2" charset="-122"/>
                  <a:ea typeface="华文楷体" panose="02010600040101010101" pitchFamily="2" charset="-122"/>
                </a:rPr>
                <a:t>+</a:t>
              </a:r>
            </a:p>
          </p:txBody>
        </p:sp>
      </p:grpSp>
    </p:spTree>
    <p:extLst>
      <p:ext uri="{BB962C8B-B14F-4D97-AF65-F5344CB8AC3E}">
        <p14:creationId xmlns:p14="http://schemas.microsoft.com/office/powerpoint/2010/main" val="3454373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262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spc="300" dirty="0">
                <a:solidFill>
                  <a:srgbClr val="7030A0"/>
                </a:solidFill>
                <a:latin typeface="微软雅黑" panose="020B0503020204020204" pitchFamily="34" charset="-122"/>
                <a:ea typeface="微软雅黑" panose="020B0503020204020204" pitchFamily="34" charset="-122"/>
              </a:rPr>
              <a:t>资金时间价值</a:t>
            </a:r>
            <a:endParaRPr kumimoji="0" lang="zh-CN" altLang="en-US" sz="2400" b="0" i="0" u="none" strike="noStrike" kern="1200" cap="none" spc="30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44A6C3FB-A761-FA37-505D-93D62420DD23}"/>
              </a:ext>
            </a:extLst>
          </p:cNvPr>
          <p:cNvSpPr txBox="1"/>
          <p:nvPr/>
        </p:nvSpPr>
        <p:spPr>
          <a:xfrm>
            <a:off x="705173" y="1003058"/>
            <a:ext cx="7555424" cy="2585323"/>
          </a:xfrm>
          <a:prstGeom prst="rect">
            <a:avLst/>
          </a:prstGeom>
          <a:noFill/>
        </p:spPr>
        <p:txBody>
          <a:bodyPr wrap="square">
            <a:spAutoFit/>
          </a:bodyPr>
          <a:lstStyle/>
          <a:p>
            <a:pPr marL="285750" indent="-285750" eaLnBrk="1" hangingPunct="1">
              <a:buFont typeface="Arial" panose="020B0604020202020204" pitchFamily="34" charset="0"/>
              <a:buChar char="•"/>
            </a:pPr>
            <a:r>
              <a:rPr lang="zh-CN" altLang="en-US" sz="1800" b="1" dirty="0">
                <a:solidFill>
                  <a:srgbClr val="FF0000"/>
                </a:solidFill>
              </a:rPr>
              <a:t>资金的时间价值</a:t>
            </a:r>
            <a:r>
              <a:rPr lang="zh-CN" altLang="en-US" sz="1800" b="1" dirty="0"/>
              <a:t>是指资金的价值是随时间变化而变化的，是时间的函数，随时间的推移而发生价值的增加，增加的那部分价值就是原有资金的时间价值。资金在运动过程中产生增值，这里的时间是指资金的运动时间，</a:t>
            </a:r>
            <a:r>
              <a:rPr lang="zh-CN" altLang="en-US" sz="1800" b="1" dirty="0">
                <a:solidFill>
                  <a:srgbClr val="0033CC"/>
                </a:solidFill>
              </a:rPr>
              <a:t>如果把资金积压起来，不投入运动，时间再长也不会产生资金的时间价值。</a:t>
            </a:r>
            <a:endParaRPr lang="en-US" altLang="zh-CN" sz="1800" b="1" dirty="0">
              <a:solidFill>
                <a:srgbClr val="0033CC"/>
              </a:solidFill>
            </a:endParaRPr>
          </a:p>
          <a:p>
            <a:pPr marL="285750" indent="-285750" eaLnBrk="1" hangingPunct="1">
              <a:buFont typeface="Arial" panose="020B0604020202020204" pitchFamily="34" charset="0"/>
              <a:buChar char="•"/>
            </a:pPr>
            <a:endParaRPr lang="zh-CN" altLang="en-US" sz="1800" b="1" dirty="0">
              <a:solidFill>
                <a:srgbClr val="0033CC"/>
              </a:solidFill>
            </a:endParaRPr>
          </a:p>
          <a:p>
            <a:pPr marL="285750" indent="-285750" eaLnBrk="1" hangingPunct="1">
              <a:buFont typeface="Arial" panose="020B0604020202020204" pitchFamily="34" charset="0"/>
              <a:buChar char="•"/>
            </a:pPr>
            <a:r>
              <a:rPr lang="zh-CN" altLang="en-US" sz="1800" b="1" dirty="0"/>
              <a:t>资金时间价值的大小取决于多方面的因素：</a:t>
            </a:r>
            <a:endParaRPr lang="en-US" altLang="zh-CN" sz="1800" b="1" dirty="0"/>
          </a:p>
          <a:p>
            <a:pPr eaLnBrk="1" hangingPunct="1"/>
            <a:r>
              <a:rPr lang="zh-CN" altLang="en-US" sz="1800" b="1" dirty="0"/>
              <a:t>主要有：投资收益率，银行利率、通货膨胀率、投资风险因素等。实际上，银行利率就是资金时间价值的一种表现方式。</a:t>
            </a:r>
          </a:p>
        </p:txBody>
      </p:sp>
    </p:spTree>
    <p:extLst>
      <p:ext uri="{BB962C8B-B14F-4D97-AF65-F5344CB8AC3E}">
        <p14:creationId xmlns:p14="http://schemas.microsoft.com/office/powerpoint/2010/main" val="408644418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solidFill>
                  <a:srgbClr val="7030A0"/>
                </a:solidFill>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结合资金时间价值，说说如何客观地评价软件项目的经济效果呢？</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要客观地评价软件项目方案的经济效果，不仅要考虑现金流入与流出量的数额，还必须考虑每期现金流量发生的时间，也就是说，资金只有赋予时间的概念才具有真正的完整的价值。</a:t>
            </a:r>
          </a:p>
        </p:txBody>
      </p:sp>
    </p:spTree>
    <p:extLst>
      <p:ext uri="{BB962C8B-B14F-4D97-AF65-F5344CB8AC3E}">
        <p14:creationId xmlns:p14="http://schemas.microsoft.com/office/powerpoint/2010/main" val="584647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8771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spc="300" noProof="0" dirty="0">
                <a:solidFill>
                  <a:srgbClr val="7030A0"/>
                </a:solidFill>
                <a:latin typeface="微软雅黑" panose="020B0503020204020204" pitchFamily="34" charset="-122"/>
                <a:ea typeface="微软雅黑" panose="020B0503020204020204" pitchFamily="34" charset="-122"/>
              </a:rPr>
              <a:t>案例</a:t>
            </a:r>
            <a:endParaRPr kumimoji="0" lang="zh-CN" altLang="en-US" sz="2400" b="0" i="0" u="none" strike="noStrike" kern="1200" cap="none" spc="30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某</a:t>
            </a:r>
            <a:r>
              <a:rPr lang="en-US" altLang="zh-CN" dirty="0">
                <a:solidFill>
                  <a:srgbClr val="000000"/>
                </a:solidFill>
                <a:latin typeface="华文楷体" panose="02010600040101010101" pitchFamily="2" charset="-122"/>
                <a:ea typeface="华文楷体" panose="02010600040101010101" pitchFamily="2" charset="-122"/>
              </a:rPr>
              <a:t>IT</a:t>
            </a:r>
            <a:r>
              <a:rPr lang="zh-CN" altLang="en-US" dirty="0">
                <a:solidFill>
                  <a:srgbClr val="000000"/>
                </a:solidFill>
                <a:latin typeface="华文楷体" panose="02010600040101010101" pitchFamily="2" charset="-122"/>
                <a:ea typeface="华文楷体" panose="02010600040101010101" pitchFamily="2" charset="-122"/>
              </a:rPr>
              <a:t>企业有两个信息系统项目的投资方案需要其管理人员决策，两个方案的寿命期均为</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年，初始投资额均为</a:t>
            </a:r>
            <a:r>
              <a:rPr lang="en-US" altLang="zh-CN" dirty="0">
                <a:solidFill>
                  <a:srgbClr val="000000"/>
                </a:solidFill>
                <a:latin typeface="华文楷体" panose="02010600040101010101" pitchFamily="2" charset="-122"/>
                <a:ea typeface="华文楷体" panose="02010600040101010101" pitchFamily="2" charset="-122"/>
              </a:rPr>
              <a:t>100</a:t>
            </a:r>
            <a:r>
              <a:rPr lang="zh-CN" altLang="en-US" dirty="0">
                <a:solidFill>
                  <a:srgbClr val="000000"/>
                </a:solidFill>
                <a:latin typeface="华文楷体" panose="02010600040101010101" pitchFamily="2" charset="-122"/>
                <a:ea typeface="华文楷体" panose="02010600040101010101" pitchFamily="2" charset="-122"/>
              </a:rPr>
              <a:t>万元（人民币），两个方案每年的收益不同，但收益总额却是相同的，详见表</a:t>
            </a:r>
            <a:r>
              <a:rPr lang="en-US" altLang="zh-CN" dirty="0">
                <a:solidFill>
                  <a:srgbClr val="000000"/>
                </a:solidFill>
                <a:latin typeface="华文楷体" panose="02010600040101010101" pitchFamily="2" charset="-122"/>
                <a:ea typeface="华文楷体" panose="02010600040101010101" pitchFamily="2" charset="-122"/>
              </a:rPr>
              <a:t>2.3</a:t>
            </a:r>
            <a:r>
              <a:rPr lang="zh-CN" altLang="en-US" dirty="0">
                <a:solidFill>
                  <a:srgbClr val="000000"/>
                </a:solidFill>
                <a:latin typeface="华文楷体" panose="02010600040101010101" pitchFamily="2" charset="-122"/>
                <a:ea typeface="华文楷体" panose="02010600040101010101" pitchFamily="2" charset="-122"/>
              </a:rPr>
              <a:t>。如果两个信息系统项目的其他条件都一样，应该如何选择？</a:t>
            </a: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3E91D27E-319C-8227-A382-C45492C52BC6}"/>
              </a:ext>
            </a:extLst>
          </p:cNvPr>
          <p:cNvPicPr>
            <a:picLocks noChangeAspect="1"/>
          </p:cNvPicPr>
          <p:nvPr/>
        </p:nvPicPr>
        <p:blipFill>
          <a:blip r:embed="rId3"/>
          <a:stretch>
            <a:fillRect/>
          </a:stretch>
        </p:blipFill>
        <p:spPr>
          <a:xfrm>
            <a:off x="950303" y="2696704"/>
            <a:ext cx="7517395" cy="1999039"/>
          </a:xfrm>
          <a:prstGeom prst="rect">
            <a:avLst/>
          </a:prstGeom>
        </p:spPr>
      </p:pic>
    </p:spTree>
    <p:extLst>
      <p:ext uri="{BB962C8B-B14F-4D97-AF65-F5344CB8AC3E}">
        <p14:creationId xmlns:p14="http://schemas.microsoft.com/office/powerpoint/2010/main" val="292944015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8771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案例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68270"/>
          </a:xfrm>
          <a:prstGeom prst="rect">
            <a:avLst/>
          </a:prstGeom>
        </p:spPr>
        <p:txBody>
          <a:bodyPr wrap="square">
            <a:spAutoFit/>
          </a:bodyPr>
          <a:lstStyle/>
          <a:p>
            <a:pPr marR="0" lvl="0" algn="just" defTabSz="914400" rtl="0" eaLnBrk="1" fontAlgn="auto" latinLnBrk="0" hangingPunct="1">
              <a:lnSpc>
                <a:spcPct val="150000"/>
              </a:lnSpc>
              <a:spcBef>
                <a:spcPts val="0"/>
              </a:spcBef>
              <a:spcAft>
                <a:spcPts val="0"/>
              </a:spcAft>
              <a:buClrTx/>
              <a:buSzTx/>
              <a:tabLst/>
              <a:defRPr/>
            </a:pP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
        <p:nvSpPr>
          <p:cNvPr id="5" name="文本框 4">
            <a:extLst>
              <a:ext uri="{FF2B5EF4-FFF2-40B4-BE49-F238E27FC236}">
                <a16:creationId xmlns:a16="http://schemas.microsoft.com/office/drawing/2014/main" id="{02B1F3CB-E080-713B-8DF5-1231BBADC136}"/>
              </a:ext>
            </a:extLst>
          </p:cNvPr>
          <p:cNvSpPr txBox="1"/>
          <p:nvPr/>
        </p:nvSpPr>
        <p:spPr>
          <a:xfrm>
            <a:off x="426203" y="1173539"/>
            <a:ext cx="7920338" cy="2031325"/>
          </a:xfrm>
          <a:prstGeom prst="rect">
            <a:avLst/>
          </a:prstGeom>
          <a:noFill/>
        </p:spPr>
        <p:txBody>
          <a:bodyPr wrap="square">
            <a:spAutoFit/>
          </a:bodyPr>
          <a:lstStyle/>
          <a:p>
            <a:r>
              <a:rPr lang="zh-CN" altLang="en-US" dirty="0"/>
              <a:t>解：根据两个项目投资方案的现金流量表可知方案</a:t>
            </a:r>
            <a:r>
              <a:rPr lang="en-US" altLang="zh-CN" dirty="0"/>
              <a:t>A</a:t>
            </a:r>
            <a:r>
              <a:rPr lang="zh-CN" altLang="en-US" dirty="0"/>
              <a:t>在第一年获取的收益小于</a:t>
            </a:r>
            <a:r>
              <a:rPr lang="en-US" altLang="zh-CN" dirty="0"/>
              <a:t>B</a:t>
            </a:r>
            <a:r>
              <a:rPr lang="zh-CN" altLang="en-US" dirty="0"/>
              <a:t>方案，而其第二年的收益大于</a:t>
            </a:r>
            <a:r>
              <a:rPr lang="en-US" altLang="zh-CN" dirty="0"/>
              <a:t>B</a:t>
            </a:r>
            <a:r>
              <a:rPr lang="zh-CN" altLang="en-US" dirty="0"/>
              <a:t>方案，如果考虑到两个信息系统项目所获得的收益都可以再投资，且投资的年收益率假设都为</a:t>
            </a:r>
            <a:r>
              <a:rPr lang="en-US" altLang="zh-CN" dirty="0"/>
              <a:t>8%</a:t>
            </a:r>
            <a:r>
              <a:rPr lang="zh-CN" altLang="en-US" dirty="0"/>
              <a:t>，则在考虑了资金的时间价值的情况下，两个方案的收益如下：</a:t>
            </a:r>
          </a:p>
          <a:p>
            <a:r>
              <a:rPr lang="en-US" altLang="zh-CN" dirty="0"/>
              <a:t>A</a:t>
            </a:r>
            <a:r>
              <a:rPr lang="zh-CN" altLang="en-US" dirty="0"/>
              <a:t>方案的总收益</a:t>
            </a:r>
            <a:r>
              <a:rPr lang="en-US" altLang="zh-CN" dirty="0"/>
              <a:t>=40</a:t>
            </a:r>
            <a:r>
              <a:rPr lang="zh-CN" altLang="en-US" dirty="0"/>
              <a:t>（</a:t>
            </a:r>
            <a:r>
              <a:rPr lang="en-US" altLang="zh-CN" dirty="0"/>
              <a:t>1+8%</a:t>
            </a:r>
            <a:r>
              <a:rPr lang="zh-CN" altLang="en-US" dirty="0"/>
              <a:t>）</a:t>
            </a:r>
            <a:r>
              <a:rPr lang="en-US" altLang="zh-CN" dirty="0"/>
              <a:t>+80=123.2</a:t>
            </a:r>
          </a:p>
          <a:p>
            <a:r>
              <a:rPr lang="en-US" altLang="zh-CN" dirty="0"/>
              <a:t>B</a:t>
            </a:r>
            <a:r>
              <a:rPr lang="zh-CN" altLang="en-US" dirty="0"/>
              <a:t>方案的总收益</a:t>
            </a:r>
            <a:r>
              <a:rPr lang="en-US" altLang="zh-CN" dirty="0"/>
              <a:t>=80</a:t>
            </a:r>
            <a:r>
              <a:rPr lang="zh-CN" altLang="en-US" dirty="0"/>
              <a:t>（</a:t>
            </a:r>
            <a:r>
              <a:rPr lang="en-US" altLang="zh-CN" dirty="0"/>
              <a:t>1+8%</a:t>
            </a:r>
            <a:r>
              <a:rPr lang="zh-CN" altLang="en-US" dirty="0"/>
              <a:t>）</a:t>
            </a:r>
            <a:r>
              <a:rPr lang="en-US" altLang="zh-CN" dirty="0"/>
              <a:t>+40=126.4</a:t>
            </a:r>
          </a:p>
          <a:p>
            <a:r>
              <a:rPr lang="zh-CN" altLang="en-US" dirty="0"/>
              <a:t>从以上计算结果可知，</a:t>
            </a:r>
            <a:r>
              <a:rPr lang="en-US" altLang="zh-CN" dirty="0"/>
              <a:t>B</a:t>
            </a:r>
            <a:r>
              <a:rPr lang="zh-CN" altLang="en-US" dirty="0"/>
              <a:t>方案的收益明显高于</a:t>
            </a:r>
            <a:r>
              <a:rPr lang="en-US" altLang="zh-CN" dirty="0"/>
              <a:t>A</a:t>
            </a:r>
            <a:r>
              <a:rPr lang="zh-CN" altLang="en-US" dirty="0"/>
              <a:t>方案，故选择</a:t>
            </a:r>
            <a:r>
              <a:rPr lang="en-US" altLang="zh-CN" dirty="0"/>
              <a:t>B</a:t>
            </a:r>
            <a:r>
              <a:rPr lang="zh-CN" altLang="en-US" dirty="0"/>
              <a:t>方案。</a:t>
            </a:r>
          </a:p>
        </p:txBody>
      </p:sp>
    </p:spTree>
    <p:extLst>
      <p:ext uri="{BB962C8B-B14F-4D97-AF65-F5344CB8AC3E}">
        <p14:creationId xmlns:p14="http://schemas.microsoft.com/office/powerpoint/2010/main" val="162429870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利息</a:t>
            </a:r>
            <a:endParaRPr lang="en-US" altLang="zh-CN" dirty="0">
              <a:solidFill>
                <a:srgbClr val="000000"/>
              </a:solidFill>
              <a:latin typeface="华文楷体" panose="02010600040101010101" pitchFamily="2" charset="-122"/>
              <a:ea typeface="华文楷体" panose="02010600040101010101" pitchFamily="2" charset="-122"/>
            </a:endParaRPr>
          </a:p>
          <a:p>
            <a:pPr marR="0" lvl="0" algn="just"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利息是衡量资金时间价值的绝对衡量尺度，既包括存款所得到的报酬或者贷款所付出的代价，也包括投资所产生的净收益或利润。</a:t>
            </a:r>
          </a:p>
        </p:txBody>
      </p:sp>
      <p:pic>
        <p:nvPicPr>
          <p:cNvPr id="4" name="图片 3">
            <a:extLst>
              <a:ext uri="{FF2B5EF4-FFF2-40B4-BE49-F238E27FC236}">
                <a16:creationId xmlns:a16="http://schemas.microsoft.com/office/drawing/2014/main" id="{F8FF0669-7440-FDE1-AC23-A2F851BE4A6C}"/>
              </a:ext>
            </a:extLst>
          </p:cNvPr>
          <p:cNvPicPr>
            <a:picLocks noChangeAspect="1"/>
          </p:cNvPicPr>
          <p:nvPr/>
        </p:nvPicPr>
        <p:blipFill>
          <a:blip r:embed="rId3"/>
          <a:stretch>
            <a:fillRect/>
          </a:stretch>
        </p:blipFill>
        <p:spPr>
          <a:xfrm>
            <a:off x="611831" y="2256296"/>
            <a:ext cx="5837342" cy="1109095"/>
          </a:xfrm>
          <a:prstGeom prst="rect">
            <a:avLst/>
          </a:prstGeom>
        </p:spPr>
      </p:pic>
    </p:spTree>
    <p:extLst>
      <p:ext uri="{BB962C8B-B14F-4D97-AF65-F5344CB8AC3E}">
        <p14:creationId xmlns:p14="http://schemas.microsoft.com/office/powerpoint/2010/main" val="25848194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利率</a:t>
            </a:r>
          </a:p>
          <a:p>
            <a:pPr marR="0" lvl="0" algn="just"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利率是衡量资金时间价值的相对衡量尺度，又称为利息率。</a:t>
            </a:r>
          </a:p>
          <a:p>
            <a:pPr marR="0" lvl="0" algn="just"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​利率是指一个计算单位时期内所得到的利息额与借贷金额（本金）的比值，主要反映了资金随时间变化的增值率，利率一般用 </a:t>
            </a:r>
            <a:r>
              <a:rPr kumimoji="0" lang="en-US" altLang="zh-CN" sz="1800" b="0" i="0" u="none" strike="noStrike" kern="1200" cap="none" spc="0" normalizeH="0" baseline="0" noProof="0" dirty="0" err="1">
                <a:ln>
                  <a:noFill/>
                </a:ln>
                <a:solidFill>
                  <a:srgbClr val="000000"/>
                </a:solidFill>
                <a:effectLst/>
                <a:uLnTx/>
                <a:uFillTx/>
                <a:latin typeface="华文楷体" panose="02010600040101010101" pitchFamily="2" charset="-122"/>
                <a:ea typeface="华文楷体" panose="02010600040101010101" pitchFamily="2" charset="-122"/>
                <a:cs typeface="+mn-cs"/>
              </a:rPr>
              <a:t>i</a:t>
            </a:r>
            <a:r>
              <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a:t>
            </a:r>
          </a:p>
        </p:txBody>
      </p:sp>
      <p:pic>
        <p:nvPicPr>
          <p:cNvPr id="8" name="图片 7">
            <a:extLst>
              <a:ext uri="{FF2B5EF4-FFF2-40B4-BE49-F238E27FC236}">
                <a16:creationId xmlns:a16="http://schemas.microsoft.com/office/drawing/2014/main" id="{589AE93B-657F-2728-ACFC-5D0369F1F4F3}"/>
              </a:ext>
            </a:extLst>
          </p:cNvPr>
          <p:cNvPicPr>
            <a:picLocks noChangeAspect="1"/>
          </p:cNvPicPr>
          <p:nvPr/>
        </p:nvPicPr>
        <p:blipFill>
          <a:blip r:embed="rId3"/>
          <a:stretch>
            <a:fillRect/>
          </a:stretch>
        </p:blipFill>
        <p:spPr>
          <a:xfrm>
            <a:off x="646880" y="2777506"/>
            <a:ext cx="6726264" cy="1217866"/>
          </a:xfrm>
          <a:prstGeom prst="rect">
            <a:avLst/>
          </a:prstGeom>
        </p:spPr>
      </p:pic>
    </p:spTree>
    <p:extLst>
      <p:ext uri="{BB962C8B-B14F-4D97-AF65-F5344CB8AC3E}">
        <p14:creationId xmlns:p14="http://schemas.microsoft.com/office/powerpoint/2010/main" val="10360632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例</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2.6】 </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某</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IT</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企业利用闲置资金购买了一年期的国债</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200000</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元，一年后该国债到期时的本利和是</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231120</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元，求其年利率。</a:t>
            </a:r>
          </a:p>
        </p:txBody>
      </p:sp>
      <p:pic>
        <p:nvPicPr>
          <p:cNvPr id="5" name="图片 4">
            <a:extLst>
              <a:ext uri="{FF2B5EF4-FFF2-40B4-BE49-F238E27FC236}">
                <a16:creationId xmlns:a16="http://schemas.microsoft.com/office/drawing/2014/main" id="{58954D83-B856-CEBA-6B4B-E80EA0E2A669}"/>
              </a:ext>
            </a:extLst>
          </p:cNvPr>
          <p:cNvPicPr>
            <a:picLocks noChangeAspect="1"/>
          </p:cNvPicPr>
          <p:nvPr/>
        </p:nvPicPr>
        <p:blipFill>
          <a:blip r:embed="rId3"/>
          <a:stretch>
            <a:fillRect/>
          </a:stretch>
        </p:blipFill>
        <p:spPr>
          <a:xfrm>
            <a:off x="734201" y="1872436"/>
            <a:ext cx="7675597" cy="1398627"/>
          </a:xfrm>
          <a:prstGeom prst="rect">
            <a:avLst/>
          </a:prstGeom>
        </p:spPr>
      </p:pic>
    </p:spTree>
    <p:extLst>
      <p:ext uri="{BB962C8B-B14F-4D97-AF65-F5344CB8AC3E}">
        <p14:creationId xmlns:p14="http://schemas.microsoft.com/office/powerpoint/2010/main" val="372664421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课堂练习</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某</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IT</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企业利用闲置资金购买了一年期的国债</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300000</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元，一年后该国债到期时的本利和是</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331420</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元，求其年利率。</a:t>
            </a:r>
          </a:p>
        </p:txBody>
      </p:sp>
      <p:pic>
        <p:nvPicPr>
          <p:cNvPr id="6" name="图片 5">
            <a:extLst>
              <a:ext uri="{FF2B5EF4-FFF2-40B4-BE49-F238E27FC236}">
                <a16:creationId xmlns:a16="http://schemas.microsoft.com/office/drawing/2014/main" id="{FAC0013E-53DC-C412-F727-69872561C1F5}"/>
              </a:ext>
            </a:extLst>
          </p:cNvPr>
          <p:cNvPicPr>
            <a:picLocks noChangeAspect="1"/>
          </p:cNvPicPr>
          <p:nvPr/>
        </p:nvPicPr>
        <p:blipFill>
          <a:blip r:embed="rId3"/>
          <a:stretch>
            <a:fillRect/>
          </a:stretch>
        </p:blipFill>
        <p:spPr>
          <a:xfrm>
            <a:off x="659130" y="1981570"/>
            <a:ext cx="7387848" cy="1374679"/>
          </a:xfrm>
          <a:prstGeom prst="rect">
            <a:avLst/>
          </a:prstGeom>
        </p:spPr>
      </p:pic>
    </p:spTree>
    <p:extLst>
      <p:ext uri="{BB962C8B-B14F-4D97-AF65-F5344CB8AC3E}">
        <p14:creationId xmlns:p14="http://schemas.microsoft.com/office/powerpoint/2010/main" val="64443835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单利</a:t>
            </a:r>
          </a:p>
        </p:txBody>
      </p:sp>
      <p:pic>
        <p:nvPicPr>
          <p:cNvPr id="2" name="图片 1">
            <a:extLst>
              <a:ext uri="{FF2B5EF4-FFF2-40B4-BE49-F238E27FC236}">
                <a16:creationId xmlns:a16="http://schemas.microsoft.com/office/drawing/2014/main" id="{565D9D09-8339-3F0C-0201-9B341A9CB19D}"/>
              </a:ext>
            </a:extLst>
          </p:cNvPr>
          <p:cNvPicPr>
            <a:picLocks noChangeAspect="1"/>
          </p:cNvPicPr>
          <p:nvPr/>
        </p:nvPicPr>
        <p:blipFill>
          <a:blip r:embed="rId3"/>
          <a:stretch>
            <a:fillRect/>
          </a:stretch>
        </p:blipFill>
        <p:spPr>
          <a:xfrm>
            <a:off x="414517" y="1548863"/>
            <a:ext cx="7675598" cy="1169042"/>
          </a:xfrm>
          <a:prstGeom prst="rect">
            <a:avLst/>
          </a:prstGeom>
        </p:spPr>
      </p:pic>
      <p:pic>
        <p:nvPicPr>
          <p:cNvPr id="3" name="图片 2">
            <a:extLst>
              <a:ext uri="{FF2B5EF4-FFF2-40B4-BE49-F238E27FC236}">
                <a16:creationId xmlns:a16="http://schemas.microsoft.com/office/drawing/2014/main" id="{6621DACD-C038-4FF5-2E2C-093AA46D0BC6}"/>
              </a:ext>
            </a:extLst>
          </p:cNvPr>
          <p:cNvPicPr>
            <a:picLocks noChangeAspect="1"/>
          </p:cNvPicPr>
          <p:nvPr/>
        </p:nvPicPr>
        <p:blipFill>
          <a:blip r:embed="rId4"/>
          <a:stretch>
            <a:fillRect/>
          </a:stretch>
        </p:blipFill>
        <p:spPr>
          <a:xfrm>
            <a:off x="367839" y="2917759"/>
            <a:ext cx="8408322" cy="1957221"/>
          </a:xfrm>
          <a:prstGeom prst="rect">
            <a:avLst/>
          </a:prstGeom>
        </p:spPr>
      </p:pic>
    </p:spTree>
    <p:extLst>
      <p:ext uri="{BB962C8B-B14F-4D97-AF65-F5344CB8AC3E}">
        <p14:creationId xmlns:p14="http://schemas.microsoft.com/office/powerpoint/2010/main" val="31904302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92333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例</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2.7】 </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某软件企业借入人民币</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200000</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元，年利率为</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7%</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，计划第三年末偿还，计算每年的利息与本利和。</a:t>
            </a:r>
          </a:p>
          <a:p>
            <a:pPr marR="0" lvl="0" algn="l" defTabSz="914400" rtl="0" eaLnBrk="1" fontAlgn="auto" latinLnBrk="0" hangingPunct="1">
              <a:lnSpc>
                <a:spcPct val="100000"/>
              </a:lnSpc>
              <a:spcBef>
                <a:spcPts val="0"/>
              </a:spcBef>
              <a:spcAft>
                <a:spcPts val="0"/>
              </a:spcAft>
              <a:buClrTx/>
              <a:buSzTx/>
              <a:tabLst/>
              <a:defRPr/>
            </a:pPr>
            <a:endPar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5" name="图片 4">
            <a:extLst>
              <a:ext uri="{FF2B5EF4-FFF2-40B4-BE49-F238E27FC236}">
                <a16:creationId xmlns:a16="http://schemas.microsoft.com/office/drawing/2014/main" id="{C9D8934F-207F-E6E8-340E-EE29CC10C4D8}"/>
              </a:ext>
            </a:extLst>
          </p:cNvPr>
          <p:cNvPicPr>
            <a:picLocks noChangeAspect="1"/>
          </p:cNvPicPr>
          <p:nvPr/>
        </p:nvPicPr>
        <p:blipFill>
          <a:blip r:embed="rId3"/>
          <a:stretch>
            <a:fillRect/>
          </a:stretch>
        </p:blipFill>
        <p:spPr>
          <a:xfrm>
            <a:off x="646880" y="1756208"/>
            <a:ext cx="6645221" cy="2829085"/>
          </a:xfrm>
          <a:prstGeom prst="rect">
            <a:avLst/>
          </a:prstGeom>
        </p:spPr>
      </p:pic>
    </p:spTree>
    <p:extLst>
      <p:ext uri="{BB962C8B-B14F-4D97-AF65-F5344CB8AC3E}">
        <p14:creationId xmlns:p14="http://schemas.microsoft.com/office/powerpoint/2010/main" val="29108916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课堂练习</a:t>
            </a:r>
            <a:r>
              <a:rPr kumimoji="0" lang="en-US" altLang="zh-CN"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zh-CN" altLang="en-US"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某</a:t>
            </a:r>
            <a:r>
              <a:rPr kumimoji="0" lang="en-US" altLang="zh-CN"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IT</a:t>
            </a:r>
            <a:r>
              <a:rPr kumimoji="0" lang="zh-CN" altLang="en-US"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企业借入人民币</a:t>
            </a:r>
            <a:r>
              <a:rPr kumimoji="0" lang="en-US" altLang="zh-CN"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80000</a:t>
            </a:r>
            <a:r>
              <a:rPr kumimoji="0" lang="zh-CN" altLang="en-US"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元，年利率为</a:t>
            </a:r>
            <a:r>
              <a:rPr kumimoji="0" lang="en-US" altLang="zh-CN"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6.5%</a:t>
            </a:r>
            <a:r>
              <a:rPr kumimoji="0" lang="zh-CN" altLang="en-US"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，计划第四年末偿还，计算第</a:t>
            </a:r>
            <a:r>
              <a:rPr kumimoji="0" lang="en-US" altLang="zh-CN"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4</a:t>
            </a:r>
            <a:r>
              <a:rPr kumimoji="0" lang="zh-CN" altLang="en-US" sz="180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年的本利和。</a:t>
            </a:r>
          </a:p>
        </p:txBody>
      </p:sp>
      <p:pic>
        <p:nvPicPr>
          <p:cNvPr id="2" name="图片 1">
            <a:extLst>
              <a:ext uri="{FF2B5EF4-FFF2-40B4-BE49-F238E27FC236}">
                <a16:creationId xmlns:a16="http://schemas.microsoft.com/office/drawing/2014/main" id="{79719805-0B43-505F-4860-6EDA0C456886}"/>
              </a:ext>
            </a:extLst>
          </p:cNvPr>
          <p:cNvPicPr>
            <a:picLocks noChangeAspect="1"/>
          </p:cNvPicPr>
          <p:nvPr/>
        </p:nvPicPr>
        <p:blipFill>
          <a:blip r:embed="rId3"/>
          <a:stretch>
            <a:fillRect/>
          </a:stretch>
        </p:blipFill>
        <p:spPr>
          <a:xfrm>
            <a:off x="646880" y="1895960"/>
            <a:ext cx="4933950" cy="2095500"/>
          </a:xfrm>
          <a:prstGeom prst="rect">
            <a:avLst/>
          </a:prstGeom>
        </p:spPr>
      </p:pic>
    </p:spTree>
    <p:extLst>
      <p:ext uri="{BB962C8B-B14F-4D97-AF65-F5344CB8AC3E}">
        <p14:creationId xmlns:p14="http://schemas.microsoft.com/office/powerpoint/2010/main" val="181792038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复利</a:t>
            </a:r>
          </a:p>
        </p:txBody>
      </p:sp>
      <p:pic>
        <p:nvPicPr>
          <p:cNvPr id="5" name="图片 4">
            <a:extLst>
              <a:ext uri="{FF2B5EF4-FFF2-40B4-BE49-F238E27FC236}">
                <a16:creationId xmlns:a16="http://schemas.microsoft.com/office/drawing/2014/main" id="{649F556B-159D-AB93-8F4C-2642C04BFE3B}"/>
              </a:ext>
            </a:extLst>
          </p:cNvPr>
          <p:cNvPicPr>
            <a:picLocks noChangeAspect="1"/>
          </p:cNvPicPr>
          <p:nvPr/>
        </p:nvPicPr>
        <p:blipFill>
          <a:blip r:embed="rId3"/>
          <a:stretch>
            <a:fillRect/>
          </a:stretch>
        </p:blipFill>
        <p:spPr>
          <a:xfrm>
            <a:off x="447532" y="1534333"/>
            <a:ext cx="7811044" cy="1511332"/>
          </a:xfrm>
          <a:prstGeom prst="rect">
            <a:avLst/>
          </a:prstGeom>
        </p:spPr>
      </p:pic>
      <p:pic>
        <p:nvPicPr>
          <p:cNvPr id="6" name="图片 5">
            <a:extLst>
              <a:ext uri="{FF2B5EF4-FFF2-40B4-BE49-F238E27FC236}">
                <a16:creationId xmlns:a16="http://schemas.microsoft.com/office/drawing/2014/main" id="{7AEED1C8-5428-4260-29E6-BEE8B2ADAB6C}"/>
              </a:ext>
            </a:extLst>
          </p:cNvPr>
          <p:cNvPicPr>
            <a:picLocks noChangeAspect="1"/>
          </p:cNvPicPr>
          <p:nvPr/>
        </p:nvPicPr>
        <p:blipFill>
          <a:blip r:embed="rId4"/>
          <a:stretch>
            <a:fillRect/>
          </a:stretch>
        </p:blipFill>
        <p:spPr>
          <a:xfrm>
            <a:off x="447532" y="3574942"/>
            <a:ext cx="4845139" cy="780653"/>
          </a:xfrm>
          <a:prstGeom prst="rect">
            <a:avLst/>
          </a:prstGeom>
        </p:spPr>
      </p:pic>
    </p:spTree>
    <p:extLst>
      <p:ext uri="{BB962C8B-B14F-4D97-AF65-F5344CB8AC3E}">
        <p14:creationId xmlns:p14="http://schemas.microsoft.com/office/powerpoint/2010/main" val="110616000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例</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2.8】 </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某软件企业借入人民币</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200000</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元，年利率为</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7%</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，计划第三年末偿还，请用复利计算每年的利息与本利和</a:t>
            </a:r>
            <a:r>
              <a:rPr kumimoji="0" lang="en-US" altLang="zh-CN"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a:t>
            </a:r>
            <a:r>
              <a:rPr kumimoji="0" lang="zh-CN" altLang="en-US" sz="1800" b="1" i="0" u="none" strike="noStrike" kern="1200" cap="none" spc="0" normalizeH="0" baseline="0" noProof="0">
                <a:ln>
                  <a:noFill/>
                </a:ln>
                <a:solidFill>
                  <a:prstClr val="black"/>
                </a:solidFill>
                <a:effectLst/>
                <a:uLnTx/>
                <a:uFillTx/>
                <a:latin typeface="Calibri"/>
                <a:ea typeface="宋体" panose="02010600030101010101" pitchFamily="2" charset="-122"/>
                <a:cs typeface="+mn-cs"/>
              </a:rPr>
              <a:t>。</a:t>
            </a:r>
            <a:endPar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pic>
        <p:nvPicPr>
          <p:cNvPr id="2" name="图片 1">
            <a:extLst>
              <a:ext uri="{FF2B5EF4-FFF2-40B4-BE49-F238E27FC236}">
                <a16:creationId xmlns:a16="http://schemas.microsoft.com/office/drawing/2014/main" id="{7C2627F7-D362-3640-8048-AE1D14D45E6E}"/>
              </a:ext>
            </a:extLst>
          </p:cNvPr>
          <p:cNvPicPr>
            <a:picLocks noChangeAspect="1"/>
          </p:cNvPicPr>
          <p:nvPr/>
        </p:nvPicPr>
        <p:blipFill>
          <a:blip r:embed="rId3"/>
          <a:stretch>
            <a:fillRect/>
          </a:stretch>
        </p:blipFill>
        <p:spPr>
          <a:xfrm>
            <a:off x="646880" y="1877011"/>
            <a:ext cx="6641024" cy="2553273"/>
          </a:xfrm>
          <a:prstGeom prst="rect">
            <a:avLst/>
          </a:prstGeom>
        </p:spPr>
      </p:pic>
    </p:spTree>
    <p:extLst>
      <p:ext uri="{BB962C8B-B14F-4D97-AF65-F5344CB8AC3E}">
        <p14:creationId xmlns:p14="http://schemas.microsoft.com/office/powerpoint/2010/main" val="245229765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4" name="文本框 3">
            <a:extLst>
              <a:ext uri="{FF2B5EF4-FFF2-40B4-BE49-F238E27FC236}">
                <a16:creationId xmlns:a16="http://schemas.microsoft.com/office/drawing/2014/main" id="{1DBECF9C-00A7-BEDF-5222-034512C6E0AC}"/>
              </a:ext>
            </a:extLst>
          </p:cNvPr>
          <p:cNvSpPr txBox="1"/>
          <p:nvPr/>
        </p:nvSpPr>
        <p:spPr>
          <a:xfrm>
            <a:off x="515256" y="979677"/>
            <a:ext cx="7675597" cy="646331"/>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课堂练习</a:t>
            </a:r>
            <a:r>
              <a:rPr kumimoji="0" lang="en-US"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某</a:t>
            </a:r>
            <a:r>
              <a:rPr kumimoji="0" lang="en-US"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IT</a:t>
            </a: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企业借入人民币</a:t>
            </a:r>
            <a:r>
              <a:rPr kumimoji="0" lang="en-US"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80000</a:t>
            </a: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元，年利率为</a:t>
            </a:r>
            <a:r>
              <a:rPr kumimoji="0" lang="en-US"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6.5%</a:t>
            </a: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，计划第</a:t>
            </a:r>
            <a:r>
              <a:rPr kumimoji="0" lang="en-US"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4</a:t>
            </a: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年末偿还，试用复利的方式计算第</a:t>
            </a:r>
            <a:r>
              <a:rPr kumimoji="0" lang="en-US" altLang="zh-CN"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4</a:t>
            </a:r>
            <a:r>
              <a:rPr kumimoji="0" lang="zh-CN" altLang="en-US" sz="18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年末的本利和。</a:t>
            </a:r>
          </a:p>
        </p:txBody>
      </p:sp>
      <p:pic>
        <p:nvPicPr>
          <p:cNvPr id="3" name="图片 2">
            <a:extLst>
              <a:ext uri="{FF2B5EF4-FFF2-40B4-BE49-F238E27FC236}">
                <a16:creationId xmlns:a16="http://schemas.microsoft.com/office/drawing/2014/main" id="{D2F7EADF-7E8E-340A-930D-9F67C194BD23}"/>
              </a:ext>
            </a:extLst>
          </p:cNvPr>
          <p:cNvPicPr>
            <a:picLocks noChangeAspect="1"/>
          </p:cNvPicPr>
          <p:nvPr/>
        </p:nvPicPr>
        <p:blipFill>
          <a:blip r:embed="rId3"/>
          <a:stretch>
            <a:fillRect/>
          </a:stretch>
        </p:blipFill>
        <p:spPr>
          <a:xfrm>
            <a:off x="646880" y="1981570"/>
            <a:ext cx="4450951" cy="1874535"/>
          </a:xfrm>
          <a:prstGeom prst="rect">
            <a:avLst/>
          </a:prstGeom>
        </p:spPr>
      </p:pic>
    </p:spTree>
    <p:extLst>
      <p:ext uri="{BB962C8B-B14F-4D97-AF65-F5344CB8AC3E}">
        <p14:creationId xmlns:p14="http://schemas.microsoft.com/office/powerpoint/2010/main" val="297370699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资金的时间价值</a:t>
            </a:r>
          </a:p>
        </p:txBody>
      </p:sp>
      <p:sp>
        <p:nvSpPr>
          <p:cNvPr id="2" name="Text Box 5">
            <a:extLst>
              <a:ext uri="{FF2B5EF4-FFF2-40B4-BE49-F238E27FC236}">
                <a16:creationId xmlns:a16="http://schemas.microsoft.com/office/drawing/2014/main" id="{2A1D5A72-2381-5A70-71A0-0D9D6A29150C}"/>
              </a:ext>
            </a:extLst>
          </p:cNvPr>
          <p:cNvSpPr txBox="1">
            <a:spLocks noChangeArrowheads="1"/>
          </p:cNvSpPr>
          <p:nvPr/>
        </p:nvSpPr>
        <p:spPr bwMode="auto">
          <a:xfrm>
            <a:off x="501906" y="988737"/>
            <a:ext cx="3505200" cy="1200329"/>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base" hangingPunct="1">
              <a:spcBef>
                <a:spcPct val="50000"/>
              </a:spcBef>
              <a:spcAft>
                <a:spcPct val="0"/>
              </a:spcAft>
            </a:pPr>
            <a:r>
              <a:rPr kumimoji="1" lang="en-US" altLang="zh-CN" b="1" dirty="0">
                <a:solidFill>
                  <a:srgbClr val="000000"/>
                </a:solidFill>
                <a:latin typeface="Arial" panose="020B0604020202020204" pitchFamily="34" charset="0"/>
                <a:ea typeface="仿宋_GB2312" pitchFamily="49" charset="-122"/>
              </a:rPr>
              <a:t>1</a:t>
            </a:r>
            <a:r>
              <a:rPr kumimoji="1" lang="zh-CN" altLang="en-US" b="1" dirty="0">
                <a:solidFill>
                  <a:srgbClr val="000000"/>
                </a:solidFill>
                <a:latin typeface="Arial" panose="020B0604020202020204" pitchFamily="34" charset="0"/>
                <a:ea typeface="仿宋_GB2312" pitchFamily="49" charset="-122"/>
              </a:rPr>
              <a:t>．单利法</a:t>
            </a:r>
          </a:p>
          <a:p>
            <a:pPr eaLnBrk="1" fontAlgn="base" hangingPunct="1">
              <a:spcBef>
                <a:spcPct val="50000"/>
              </a:spcBef>
              <a:spcAft>
                <a:spcPct val="0"/>
              </a:spcAft>
            </a:pPr>
            <a:r>
              <a:rPr kumimoji="1" lang="en-US" altLang="zh-CN" b="1" i="1" dirty="0">
                <a:solidFill>
                  <a:srgbClr val="000000"/>
                </a:solidFill>
                <a:latin typeface="Times New Roman" panose="02020603050405020304" pitchFamily="18" charset="0"/>
              </a:rPr>
              <a:t>I=</a:t>
            </a:r>
            <a:r>
              <a:rPr kumimoji="1" lang="en-US" altLang="zh-CN" b="1" i="1" dirty="0" err="1">
                <a:solidFill>
                  <a:srgbClr val="000000"/>
                </a:solidFill>
                <a:latin typeface="Times New Roman" panose="02020603050405020304" pitchFamily="18" charset="0"/>
              </a:rPr>
              <a:t>P×i</a:t>
            </a:r>
            <a:r>
              <a:rPr kumimoji="1" lang="en-US" altLang="zh-CN" b="1" i="1" dirty="0">
                <a:solidFill>
                  <a:srgbClr val="000000"/>
                </a:solidFill>
                <a:latin typeface="Times New Roman" panose="02020603050405020304" pitchFamily="18" charset="0"/>
              </a:rPr>
              <a:t> ×n</a:t>
            </a:r>
          </a:p>
          <a:p>
            <a:pPr eaLnBrk="1" fontAlgn="base" hangingPunct="1">
              <a:spcBef>
                <a:spcPct val="50000"/>
              </a:spcBef>
              <a:spcAft>
                <a:spcPct val="0"/>
              </a:spcAft>
            </a:pPr>
            <a:r>
              <a:rPr kumimoji="1" lang="en-US" altLang="zh-CN" b="1" i="1" dirty="0">
                <a:solidFill>
                  <a:srgbClr val="000000"/>
                </a:solidFill>
                <a:latin typeface="Times New Roman" panose="02020603050405020304" pitchFamily="18" charset="0"/>
              </a:rPr>
              <a:t>F</a:t>
            </a:r>
            <a:r>
              <a:rPr kumimoji="1" lang="zh-CN" altLang="en-US" b="1" i="1" dirty="0">
                <a:solidFill>
                  <a:srgbClr val="000000"/>
                </a:solidFill>
                <a:latin typeface="Times New Roman" panose="02020603050405020304" pitchFamily="18" charset="0"/>
              </a:rPr>
              <a:t>＝</a:t>
            </a:r>
            <a:r>
              <a:rPr kumimoji="1" lang="en-US" altLang="zh-CN" b="1" i="1" dirty="0">
                <a:solidFill>
                  <a:srgbClr val="000000"/>
                </a:solidFill>
                <a:latin typeface="Times New Roman" panose="02020603050405020304" pitchFamily="18" charset="0"/>
              </a:rPr>
              <a:t>P×</a:t>
            </a:r>
            <a:r>
              <a:rPr kumimoji="1" lang="en-US" altLang="zh-CN" b="1" dirty="0">
                <a:solidFill>
                  <a:srgbClr val="000000"/>
                </a:solidFill>
                <a:latin typeface="Times New Roman" panose="02020603050405020304" pitchFamily="18" charset="0"/>
              </a:rPr>
              <a:t>(1</a:t>
            </a:r>
            <a:r>
              <a:rPr kumimoji="1" lang="en-US" altLang="zh-CN" b="1" i="1" dirty="0">
                <a:solidFill>
                  <a:srgbClr val="000000"/>
                </a:solidFill>
                <a:latin typeface="Times New Roman" panose="02020603050405020304" pitchFamily="18" charset="0"/>
              </a:rPr>
              <a:t>+i ×n</a:t>
            </a:r>
            <a:r>
              <a:rPr kumimoji="1" lang="en-US" altLang="zh-CN" b="1" dirty="0">
                <a:solidFill>
                  <a:srgbClr val="000000"/>
                </a:solidFill>
                <a:latin typeface="Times New Roman" panose="02020603050405020304" pitchFamily="18" charset="0"/>
              </a:rPr>
              <a:t>)</a:t>
            </a:r>
          </a:p>
        </p:txBody>
      </p:sp>
      <p:sp>
        <p:nvSpPr>
          <p:cNvPr id="5" name="Text Box 6">
            <a:extLst>
              <a:ext uri="{FF2B5EF4-FFF2-40B4-BE49-F238E27FC236}">
                <a16:creationId xmlns:a16="http://schemas.microsoft.com/office/drawing/2014/main" id="{0A1EF33B-AEF5-5825-7117-C3954B8E43BC}"/>
              </a:ext>
            </a:extLst>
          </p:cNvPr>
          <p:cNvSpPr txBox="1">
            <a:spLocks noChangeArrowheads="1"/>
          </p:cNvSpPr>
          <p:nvPr/>
        </p:nvSpPr>
        <p:spPr bwMode="auto">
          <a:xfrm>
            <a:off x="4203741" y="988737"/>
            <a:ext cx="3962400" cy="1323439"/>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base" hangingPunct="1">
              <a:spcBef>
                <a:spcPct val="50000"/>
              </a:spcBef>
              <a:spcAft>
                <a:spcPct val="0"/>
              </a:spcAft>
            </a:pPr>
            <a:r>
              <a:rPr kumimoji="1" lang="en-US" altLang="zh-CN" b="1" dirty="0">
                <a:solidFill>
                  <a:srgbClr val="000000"/>
                </a:solidFill>
                <a:latin typeface="Arial" panose="020B0604020202020204" pitchFamily="34" charset="0"/>
                <a:ea typeface="仿宋_GB2312" pitchFamily="49" charset="-122"/>
              </a:rPr>
              <a:t>2</a:t>
            </a:r>
            <a:r>
              <a:rPr kumimoji="1" lang="zh-CN" altLang="en-US" b="1" dirty="0">
                <a:solidFill>
                  <a:srgbClr val="000000"/>
                </a:solidFill>
                <a:latin typeface="Arial" panose="020B0604020202020204" pitchFamily="34" charset="0"/>
                <a:ea typeface="仿宋_GB2312" pitchFamily="49" charset="-122"/>
              </a:rPr>
              <a:t>．</a:t>
            </a:r>
            <a:r>
              <a:rPr kumimoji="1" lang="zh-CN" altLang="en-US" sz="2000" b="1" dirty="0">
                <a:solidFill>
                  <a:srgbClr val="000000"/>
                </a:solidFill>
                <a:latin typeface="Arial" panose="020B0604020202020204" pitchFamily="34" charset="0"/>
                <a:ea typeface="仿宋_GB2312" pitchFamily="49" charset="-122"/>
              </a:rPr>
              <a:t>复利法</a:t>
            </a:r>
          </a:p>
          <a:p>
            <a:pPr eaLnBrk="1" fontAlgn="base" hangingPunct="1">
              <a:spcBef>
                <a:spcPct val="50000"/>
              </a:spcBef>
              <a:spcAft>
                <a:spcPct val="0"/>
              </a:spcAft>
            </a:pPr>
            <a:r>
              <a:rPr kumimoji="1" lang="en-US" altLang="zh-CN" sz="2000" b="1" i="1" dirty="0">
                <a:solidFill>
                  <a:srgbClr val="000000"/>
                </a:solidFill>
                <a:latin typeface="Times New Roman" panose="02020603050405020304" pitchFamily="18" charset="0"/>
              </a:rPr>
              <a:t>F</a:t>
            </a:r>
            <a:r>
              <a:rPr kumimoji="1" lang="zh-CN" altLang="en-US" sz="2000" b="1" i="1" dirty="0">
                <a:solidFill>
                  <a:srgbClr val="000000"/>
                </a:solidFill>
                <a:latin typeface="Times New Roman" panose="02020603050405020304" pitchFamily="18" charset="0"/>
              </a:rPr>
              <a:t>＝</a:t>
            </a:r>
            <a:r>
              <a:rPr kumimoji="1" lang="en-US" altLang="zh-CN" sz="2000" b="1" i="1" dirty="0">
                <a:solidFill>
                  <a:srgbClr val="000000"/>
                </a:solidFill>
                <a:latin typeface="Times New Roman" panose="02020603050405020304" pitchFamily="18" charset="0"/>
              </a:rPr>
              <a:t>P×</a:t>
            </a:r>
            <a:r>
              <a:rPr kumimoji="1" lang="en-US" altLang="zh-CN" sz="2000" b="1" dirty="0">
                <a:solidFill>
                  <a:srgbClr val="000000"/>
                </a:solidFill>
                <a:latin typeface="Times New Roman" panose="02020603050405020304" pitchFamily="18" charset="0"/>
              </a:rPr>
              <a:t>(1</a:t>
            </a:r>
            <a:r>
              <a:rPr kumimoji="1" lang="en-US" altLang="zh-CN" sz="2000" b="1" i="1" dirty="0">
                <a:solidFill>
                  <a:srgbClr val="000000"/>
                </a:solidFill>
                <a:latin typeface="Times New Roman" panose="02020603050405020304" pitchFamily="18" charset="0"/>
              </a:rPr>
              <a:t>+i </a:t>
            </a:r>
            <a:r>
              <a:rPr kumimoji="1" lang="zh-CN" altLang="en-US" sz="2000" b="1" dirty="0">
                <a:solidFill>
                  <a:srgbClr val="000000"/>
                </a:solidFill>
                <a:latin typeface="Times New Roman" panose="02020603050405020304" pitchFamily="18" charset="0"/>
              </a:rPr>
              <a:t>）</a:t>
            </a:r>
            <a:r>
              <a:rPr kumimoji="1" lang="en-US" altLang="zh-CN" sz="2000" b="1" i="1" baseline="38000" dirty="0">
                <a:solidFill>
                  <a:srgbClr val="000000"/>
                </a:solidFill>
                <a:latin typeface="Times New Roman" panose="02020603050405020304" pitchFamily="18" charset="0"/>
              </a:rPr>
              <a:t>n</a:t>
            </a:r>
          </a:p>
          <a:p>
            <a:pPr eaLnBrk="1" fontAlgn="base" hangingPunct="1">
              <a:spcBef>
                <a:spcPct val="50000"/>
              </a:spcBef>
              <a:spcAft>
                <a:spcPct val="0"/>
              </a:spcAft>
            </a:pPr>
            <a:r>
              <a:rPr kumimoji="1" lang="en-US" altLang="zh-CN" sz="2000" b="1" i="1" dirty="0">
                <a:solidFill>
                  <a:srgbClr val="000000"/>
                </a:solidFill>
                <a:latin typeface="Times New Roman" panose="02020603050405020304" pitchFamily="18" charset="0"/>
              </a:rPr>
              <a:t>I=P×</a:t>
            </a:r>
            <a:r>
              <a:rPr kumimoji="1" lang="en-US" altLang="zh-CN" sz="2000" b="1" dirty="0">
                <a:solidFill>
                  <a:srgbClr val="000000"/>
                </a:solidFill>
                <a:latin typeface="Times New Roman" panose="02020603050405020304" pitchFamily="18" charset="0"/>
              </a:rPr>
              <a:t>[(1</a:t>
            </a:r>
            <a:r>
              <a:rPr kumimoji="1" lang="en-US" altLang="zh-CN" sz="2000" b="1" i="1" dirty="0">
                <a:solidFill>
                  <a:srgbClr val="000000"/>
                </a:solidFill>
                <a:latin typeface="Times New Roman" panose="02020603050405020304" pitchFamily="18" charset="0"/>
              </a:rPr>
              <a:t>+i </a:t>
            </a:r>
            <a:r>
              <a:rPr kumimoji="1" lang="zh-CN" altLang="en-US" sz="2000" b="1" dirty="0">
                <a:solidFill>
                  <a:srgbClr val="000000"/>
                </a:solidFill>
                <a:latin typeface="Times New Roman" panose="02020603050405020304" pitchFamily="18" charset="0"/>
              </a:rPr>
              <a:t>）</a:t>
            </a:r>
            <a:r>
              <a:rPr kumimoji="1" lang="en-US" altLang="zh-CN" sz="2000" b="1" i="1" baseline="38000" dirty="0">
                <a:solidFill>
                  <a:srgbClr val="000000"/>
                </a:solidFill>
                <a:latin typeface="Times New Roman" panose="02020603050405020304" pitchFamily="18" charset="0"/>
              </a:rPr>
              <a:t>n</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Times New Roman" panose="02020603050405020304" pitchFamily="18" charset="0"/>
              </a:rPr>
              <a:t>1]</a:t>
            </a:r>
          </a:p>
        </p:txBody>
      </p:sp>
      <p:sp>
        <p:nvSpPr>
          <p:cNvPr id="6" name="Text Box 7">
            <a:extLst>
              <a:ext uri="{FF2B5EF4-FFF2-40B4-BE49-F238E27FC236}">
                <a16:creationId xmlns:a16="http://schemas.microsoft.com/office/drawing/2014/main" id="{132755E1-AF45-B38E-2808-A6E66F9062FA}"/>
              </a:ext>
            </a:extLst>
          </p:cNvPr>
          <p:cNvSpPr txBox="1">
            <a:spLocks noChangeArrowheads="1"/>
          </p:cNvSpPr>
          <p:nvPr/>
        </p:nvSpPr>
        <p:spPr bwMode="auto">
          <a:xfrm>
            <a:off x="515257" y="2553688"/>
            <a:ext cx="2667000" cy="1815882"/>
          </a:xfrm>
          <a:prstGeom prst="rect">
            <a:avLst/>
          </a:prstGeom>
          <a:solidFill>
            <a:srgbClr val="C0C0C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fontAlgn="base" hangingPunct="1">
              <a:spcBef>
                <a:spcPct val="50000"/>
              </a:spcBef>
              <a:spcAft>
                <a:spcPct val="0"/>
              </a:spcAft>
            </a:pPr>
            <a:r>
              <a:rPr kumimoji="1" lang="en-US" altLang="zh-CN" sz="1600" b="1" i="1" dirty="0">
                <a:solidFill>
                  <a:srgbClr val="000000"/>
                </a:solidFill>
                <a:latin typeface="Times New Roman" panose="02020603050405020304" pitchFamily="18" charset="0"/>
                <a:ea typeface="仿宋_GB2312" pitchFamily="49" charset="-122"/>
              </a:rPr>
              <a:t>P</a:t>
            </a:r>
            <a:r>
              <a:rPr kumimoji="1" lang="en-US" altLang="zh-CN" sz="1600" b="1" dirty="0">
                <a:solidFill>
                  <a:srgbClr val="000000"/>
                </a:solidFill>
                <a:latin typeface="Arial" panose="020B0604020202020204" pitchFamily="34" charset="0"/>
                <a:ea typeface="仿宋_GB2312" pitchFamily="49" charset="-122"/>
              </a:rPr>
              <a:t>—</a:t>
            </a:r>
            <a:r>
              <a:rPr kumimoji="1" lang="zh-CN" altLang="en-US" sz="1600" b="1" dirty="0">
                <a:solidFill>
                  <a:srgbClr val="000000"/>
                </a:solidFill>
                <a:latin typeface="Arial" panose="020B0604020202020204" pitchFamily="34" charset="0"/>
                <a:ea typeface="仿宋_GB2312" pitchFamily="49" charset="-122"/>
              </a:rPr>
              <a:t>本金</a:t>
            </a:r>
          </a:p>
          <a:p>
            <a:pPr eaLnBrk="1" fontAlgn="base" hangingPunct="1">
              <a:spcBef>
                <a:spcPct val="50000"/>
              </a:spcBef>
              <a:spcAft>
                <a:spcPct val="0"/>
              </a:spcAft>
            </a:pPr>
            <a:r>
              <a:rPr kumimoji="1" lang="en-US" altLang="zh-CN" sz="1600" b="1" i="1" dirty="0" err="1">
                <a:solidFill>
                  <a:srgbClr val="000000"/>
                </a:solidFill>
                <a:latin typeface="Times New Roman" panose="02020603050405020304" pitchFamily="18" charset="0"/>
                <a:ea typeface="仿宋_GB2312" pitchFamily="49" charset="-122"/>
              </a:rPr>
              <a:t>i</a:t>
            </a:r>
            <a:r>
              <a:rPr kumimoji="1" lang="en-US" altLang="zh-CN" sz="1600" b="1" i="1" dirty="0">
                <a:solidFill>
                  <a:srgbClr val="000000"/>
                </a:solidFill>
                <a:latin typeface="Times New Roman" panose="02020603050405020304" pitchFamily="18" charset="0"/>
                <a:ea typeface="仿宋_GB2312" pitchFamily="49" charset="-122"/>
              </a:rPr>
              <a:t> </a:t>
            </a:r>
            <a:r>
              <a:rPr kumimoji="1" lang="en-US" altLang="zh-CN" sz="1600" b="1" dirty="0">
                <a:solidFill>
                  <a:srgbClr val="000000"/>
                </a:solidFill>
                <a:latin typeface="Arial" panose="020B0604020202020204" pitchFamily="34" charset="0"/>
                <a:ea typeface="仿宋_GB2312" pitchFamily="49" charset="-122"/>
              </a:rPr>
              <a:t>—</a:t>
            </a:r>
            <a:r>
              <a:rPr kumimoji="1" lang="zh-CN" altLang="en-US" sz="1600" b="1" dirty="0">
                <a:solidFill>
                  <a:srgbClr val="000000"/>
                </a:solidFill>
                <a:latin typeface="Arial" panose="020B0604020202020204" pitchFamily="34" charset="0"/>
                <a:ea typeface="仿宋_GB2312" pitchFamily="49" charset="-122"/>
              </a:rPr>
              <a:t>利率</a:t>
            </a:r>
          </a:p>
          <a:p>
            <a:pPr eaLnBrk="1" fontAlgn="base" hangingPunct="1">
              <a:spcBef>
                <a:spcPct val="50000"/>
              </a:spcBef>
              <a:spcAft>
                <a:spcPct val="0"/>
              </a:spcAft>
            </a:pPr>
            <a:r>
              <a:rPr kumimoji="1" lang="en-US" altLang="zh-CN" sz="1600" b="1" i="1" dirty="0">
                <a:solidFill>
                  <a:srgbClr val="000000"/>
                </a:solidFill>
                <a:latin typeface="Times New Roman" panose="02020603050405020304" pitchFamily="18" charset="0"/>
                <a:ea typeface="仿宋_GB2312" pitchFamily="49" charset="-122"/>
              </a:rPr>
              <a:t>n</a:t>
            </a:r>
            <a:r>
              <a:rPr kumimoji="1" lang="en-US" altLang="zh-CN" sz="1600" b="1" dirty="0">
                <a:solidFill>
                  <a:srgbClr val="000000"/>
                </a:solidFill>
                <a:latin typeface="Arial" panose="020B0604020202020204" pitchFamily="34" charset="0"/>
                <a:ea typeface="仿宋_GB2312" pitchFamily="49" charset="-122"/>
              </a:rPr>
              <a:t> —</a:t>
            </a:r>
            <a:r>
              <a:rPr kumimoji="1" lang="zh-CN" altLang="en-US" sz="1600" b="1" dirty="0">
                <a:solidFill>
                  <a:srgbClr val="000000"/>
                </a:solidFill>
                <a:latin typeface="Arial" panose="020B0604020202020204" pitchFamily="34" charset="0"/>
                <a:ea typeface="仿宋_GB2312" pitchFamily="49" charset="-122"/>
              </a:rPr>
              <a:t>计息周期数</a:t>
            </a:r>
          </a:p>
          <a:p>
            <a:pPr eaLnBrk="1" fontAlgn="base" hangingPunct="1">
              <a:spcBef>
                <a:spcPct val="50000"/>
              </a:spcBef>
              <a:spcAft>
                <a:spcPct val="0"/>
              </a:spcAft>
            </a:pPr>
            <a:r>
              <a:rPr kumimoji="1" lang="en-US" altLang="zh-CN" sz="1600" b="1" i="1" dirty="0">
                <a:solidFill>
                  <a:srgbClr val="000000"/>
                </a:solidFill>
                <a:latin typeface="Times New Roman" panose="02020603050405020304" pitchFamily="18" charset="0"/>
                <a:ea typeface="仿宋_GB2312" pitchFamily="49" charset="-122"/>
              </a:rPr>
              <a:t>F</a:t>
            </a:r>
            <a:r>
              <a:rPr kumimoji="1" lang="en-US" altLang="zh-CN" sz="1600" b="1" dirty="0">
                <a:solidFill>
                  <a:srgbClr val="000000"/>
                </a:solidFill>
                <a:latin typeface="Arial" panose="020B0604020202020204" pitchFamily="34" charset="0"/>
                <a:ea typeface="仿宋_GB2312" pitchFamily="49" charset="-122"/>
              </a:rPr>
              <a:t>—</a:t>
            </a:r>
            <a:r>
              <a:rPr kumimoji="1" lang="zh-CN" altLang="en-US" sz="1600" b="1" dirty="0">
                <a:solidFill>
                  <a:srgbClr val="000000"/>
                </a:solidFill>
                <a:latin typeface="Arial" panose="020B0604020202020204" pitchFamily="34" charset="0"/>
                <a:ea typeface="仿宋_GB2312" pitchFamily="49" charset="-122"/>
              </a:rPr>
              <a:t>本利和</a:t>
            </a:r>
          </a:p>
          <a:p>
            <a:pPr eaLnBrk="1" fontAlgn="base" hangingPunct="1">
              <a:spcBef>
                <a:spcPct val="50000"/>
              </a:spcBef>
              <a:spcAft>
                <a:spcPct val="0"/>
              </a:spcAft>
            </a:pPr>
            <a:r>
              <a:rPr kumimoji="1" lang="en-US" altLang="zh-CN" sz="1600" b="1" i="1" dirty="0">
                <a:solidFill>
                  <a:srgbClr val="000000"/>
                </a:solidFill>
                <a:latin typeface="Times New Roman" panose="02020603050405020304" pitchFamily="18" charset="0"/>
                <a:ea typeface="仿宋_GB2312" pitchFamily="49" charset="-122"/>
              </a:rPr>
              <a:t>I</a:t>
            </a:r>
            <a:r>
              <a:rPr kumimoji="1" lang="en-US" altLang="zh-CN" sz="1600" b="1" dirty="0">
                <a:solidFill>
                  <a:srgbClr val="000000"/>
                </a:solidFill>
                <a:latin typeface="Arial" panose="020B0604020202020204" pitchFamily="34" charset="0"/>
                <a:ea typeface="仿宋_GB2312" pitchFamily="49" charset="-122"/>
              </a:rPr>
              <a:t> —</a:t>
            </a:r>
            <a:r>
              <a:rPr kumimoji="1" lang="zh-CN" altLang="en-US" sz="1600" b="1" dirty="0">
                <a:solidFill>
                  <a:srgbClr val="000000"/>
                </a:solidFill>
                <a:latin typeface="Arial" panose="020B0604020202020204" pitchFamily="34" charset="0"/>
                <a:ea typeface="仿宋_GB2312" pitchFamily="49" charset="-122"/>
              </a:rPr>
              <a:t>利息</a:t>
            </a:r>
          </a:p>
        </p:txBody>
      </p:sp>
      <p:sp>
        <p:nvSpPr>
          <p:cNvPr id="8" name="文本框 7">
            <a:extLst>
              <a:ext uri="{FF2B5EF4-FFF2-40B4-BE49-F238E27FC236}">
                <a16:creationId xmlns:a16="http://schemas.microsoft.com/office/drawing/2014/main" id="{1363B548-29AD-6D3C-5BB7-3E215A06753A}"/>
              </a:ext>
            </a:extLst>
          </p:cNvPr>
          <p:cNvSpPr txBox="1"/>
          <p:nvPr/>
        </p:nvSpPr>
        <p:spPr>
          <a:xfrm>
            <a:off x="3594141" y="3418939"/>
            <a:ext cx="4572000" cy="646331"/>
          </a:xfrm>
          <a:prstGeom prst="rect">
            <a:avLst/>
          </a:prstGeom>
          <a:noFill/>
        </p:spPr>
        <p:txBody>
          <a:bodyPr wrap="square">
            <a:spAutoFit/>
          </a:bodyPr>
          <a:lstStyle/>
          <a:p>
            <a:r>
              <a:rPr lang="zh-CN" altLang="en-US" b="1" dirty="0"/>
              <a:t>工程经济分析中，所有的利息和资金时间价值计算均为复利计算。</a:t>
            </a:r>
          </a:p>
        </p:txBody>
      </p:sp>
    </p:spTree>
    <p:extLst>
      <p:ext uri="{BB962C8B-B14F-4D97-AF65-F5344CB8AC3E}">
        <p14:creationId xmlns:p14="http://schemas.microsoft.com/office/powerpoint/2010/main" val="4188395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heckerboard(across)">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checkerboard(across)">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iterate type="wd">
                                    <p:tmPct val="100000"/>
                                  </p:iterate>
                                  <p:childTnLst>
                                    <p:set>
                                      <p:cBhvr>
                                        <p:cTn id="30" dur="1" fill="hold">
                                          <p:stCondLst>
                                            <p:cond delay="0"/>
                                          </p:stCondLst>
                                        </p:cTn>
                                        <p:tgtEl>
                                          <p:spTgt spid="6"/>
                                        </p:tgtEl>
                                        <p:attrNameLst>
                                          <p:attrName>style.visibility</p:attrName>
                                        </p:attrNameLst>
                                      </p:cBhvr>
                                      <p:to>
                                        <p:strVal val="visible"/>
                                      </p:to>
                                    </p:set>
                                    <p:animEffect transition="in" filter="checkerboard(across)">
                                      <p:cBhvr>
                                        <p:cTn id="31"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2" grpId="0" animBg="1" autoUpdateAnimBg="0"/>
      <p:bldP spid="5" grpId="0" animBg="1" autoUpdateAnimBg="0"/>
      <p:bldP spid="6"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资金的等值</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资金的等值是指在时间因素的作用下，不同时间点的不等货币值可能具有相等的价值。</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这里相等的价值是指具有相同的货币购买力。</a:t>
            </a:r>
          </a:p>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案例</a:t>
            </a:r>
            <a:r>
              <a:rPr lang="en-US" altLang="zh-CN" b="1" dirty="0">
                <a:solidFill>
                  <a:srgbClr val="7030A0"/>
                </a:solidFill>
                <a:latin typeface="华文楷体" panose="02010600040101010101" pitchFamily="2" charset="-122"/>
                <a:ea typeface="华文楷体" panose="02010600040101010101" pitchFamily="2" charset="-122"/>
              </a:rPr>
              <a:t>1</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现在的</a:t>
            </a:r>
            <a:r>
              <a:rPr lang="en-US" altLang="zh-CN" dirty="0">
                <a:solidFill>
                  <a:srgbClr val="000000"/>
                </a:solidFill>
                <a:latin typeface="华文楷体" panose="02010600040101010101" pitchFamily="2" charset="-122"/>
                <a:ea typeface="华文楷体" panose="02010600040101010101" pitchFamily="2" charset="-122"/>
              </a:rPr>
              <a:t>100</a:t>
            </a:r>
            <a:r>
              <a:rPr lang="zh-CN" altLang="en-US" dirty="0">
                <a:solidFill>
                  <a:srgbClr val="000000"/>
                </a:solidFill>
                <a:latin typeface="华文楷体" panose="02010600040101010101" pitchFamily="2" charset="-122"/>
                <a:ea typeface="华文楷体" panose="02010600040101010101" pitchFamily="2" charset="-122"/>
              </a:rPr>
              <a:t>元与一年后的</a:t>
            </a:r>
            <a:r>
              <a:rPr lang="en-US" altLang="zh-CN" dirty="0">
                <a:solidFill>
                  <a:srgbClr val="000000"/>
                </a:solidFill>
                <a:latin typeface="华文楷体" panose="02010600040101010101" pitchFamily="2" charset="-122"/>
                <a:ea typeface="华文楷体" panose="02010600040101010101" pitchFamily="2" charset="-122"/>
              </a:rPr>
              <a:t>105</a:t>
            </a:r>
            <a:r>
              <a:rPr lang="zh-CN" altLang="en-US" dirty="0">
                <a:solidFill>
                  <a:srgbClr val="000000"/>
                </a:solidFill>
                <a:latin typeface="华文楷体" panose="02010600040101010101" pitchFamily="2" charset="-122"/>
                <a:ea typeface="华文楷体" panose="02010600040101010101" pitchFamily="2" charset="-122"/>
              </a:rPr>
              <a:t>元从币值来看是不相等的，然而如果年利率为</a:t>
            </a:r>
            <a:r>
              <a:rPr lang="en-US" altLang="zh-CN" dirty="0">
                <a:solidFill>
                  <a:srgbClr val="000000"/>
                </a:solidFill>
                <a:latin typeface="华文楷体" panose="02010600040101010101" pitchFamily="2" charset="-122"/>
                <a:ea typeface="华文楷体" panose="02010600040101010101" pitchFamily="2" charset="-122"/>
              </a:rPr>
              <a:t>4%</a:t>
            </a:r>
            <a:r>
              <a:rPr lang="zh-CN" altLang="en-US" dirty="0">
                <a:solidFill>
                  <a:srgbClr val="000000"/>
                </a:solidFill>
                <a:latin typeface="华文楷体" panose="02010600040101010101" pitchFamily="2" charset="-122"/>
                <a:ea typeface="华文楷体" panose="02010600040101010101" pitchFamily="2" charset="-122"/>
              </a:rPr>
              <a:t>，通货膨胀率为</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，则我们可以认为这两笔资金是等值的。</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案例</a:t>
            </a:r>
            <a:r>
              <a:rPr lang="en-US" altLang="zh-CN" b="1" dirty="0">
                <a:solidFill>
                  <a:srgbClr val="7030A0"/>
                </a:solidFill>
                <a:latin typeface="华文楷体" panose="02010600040101010101" pitchFamily="2" charset="-122"/>
                <a:ea typeface="华文楷体" panose="02010600040101010101" pitchFamily="2" charset="-122"/>
              </a:rPr>
              <a:t>2</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还贷的四种典型等值形式</a:t>
            </a:r>
          </a:p>
        </p:txBody>
      </p:sp>
    </p:spTree>
    <p:extLst>
      <p:ext uri="{BB962C8B-B14F-4D97-AF65-F5344CB8AC3E}">
        <p14:creationId xmlns:p14="http://schemas.microsoft.com/office/powerpoint/2010/main" val="373094253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68270"/>
          </a:xfrm>
          <a:prstGeom prst="rect">
            <a:avLst/>
          </a:prstGeom>
        </p:spPr>
        <p:txBody>
          <a:bodyPr wrap="square">
            <a:spAutoFit/>
          </a:bodyPr>
          <a:lstStyle/>
          <a:p>
            <a:pPr algn="just">
              <a:lnSpc>
                <a:spcPct val="150000"/>
              </a:lnSpc>
            </a:pPr>
            <a:r>
              <a:rPr lang="zh-CN" altLang="en-US" b="1" dirty="0">
                <a:solidFill>
                  <a:srgbClr val="7030A0"/>
                </a:solidFill>
                <a:latin typeface="华文楷体" panose="02010600040101010101" pitchFamily="2" charset="-122"/>
                <a:ea typeface="华文楷体" panose="02010600040101010101" pitchFamily="2" charset="-122"/>
              </a:rPr>
              <a:t>案例</a:t>
            </a:r>
            <a:r>
              <a:rPr lang="en-US" altLang="zh-CN" b="1" dirty="0">
                <a:solidFill>
                  <a:srgbClr val="7030A0"/>
                </a:solidFill>
                <a:latin typeface="华文楷体" panose="02010600040101010101" pitchFamily="2" charset="-122"/>
                <a:ea typeface="华文楷体" panose="02010600040101010101" pitchFamily="2" charset="-122"/>
              </a:rPr>
              <a:t>2  </a:t>
            </a:r>
            <a:r>
              <a:rPr lang="zh-CN" altLang="en-US" dirty="0">
                <a:solidFill>
                  <a:srgbClr val="000000"/>
                </a:solidFill>
                <a:latin typeface="华文楷体" panose="02010600040101010101" pitchFamily="2" charset="-122"/>
                <a:ea typeface="华文楷体" panose="02010600040101010101" pitchFamily="2" charset="-122"/>
              </a:rPr>
              <a:t>还贷的四种典型等值形式</a:t>
            </a:r>
          </a:p>
        </p:txBody>
      </p:sp>
      <p:pic>
        <p:nvPicPr>
          <p:cNvPr id="4" name="图片 3">
            <a:extLst>
              <a:ext uri="{FF2B5EF4-FFF2-40B4-BE49-F238E27FC236}">
                <a16:creationId xmlns:a16="http://schemas.microsoft.com/office/drawing/2014/main" id="{BBF9BC50-0AD1-9147-47E7-58F61C867942}"/>
              </a:ext>
            </a:extLst>
          </p:cNvPr>
          <p:cNvPicPr>
            <a:picLocks noChangeAspect="1"/>
          </p:cNvPicPr>
          <p:nvPr/>
        </p:nvPicPr>
        <p:blipFill>
          <a:blip r:embed="rId3"/>
          <a:stretch>
            <a:fillRect/>
          </a:stretch>
        </p:blipFill>
        <p:spPr>
          <a:xfrm>
            <a:off x="784268" y="1311698"/>
            <a:ext cx="6944588" cy="572444"/>
          </a:xfrm>
          <a:prstGeom prst="rect">
            <a:avLst/>
          </a:prstGeom>
        </p:spPr>
      </p:pic>
    </p:spTree>
    <p:extLst>
      <p:ext uri="{BB962C8B-B14F-4D97-AF65-F5344CB8AC3E}">
        <p14:creationId xmlns:p14="http://schemas.microsoft.com/office/powerpoint/2010/main" val="165094854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pic>
        <p:nvPicPr>
          <p:cNvPr id="6" name="图片 5">
            <a:extLst>
              <a:ext uri="{FF2B5EF4-FFF2-40B4-BE49-F238E27FC236}">
                <a16:creationId xmlns:a16="http://schemas.microsoft.com/office/drawing/2014/main" id="{11F53472-D544-B3B5-07C0-70A102A6478B}"/>
              </a:ext>
            </a:extLst>
          </p:cNvPr>
          <p:cNvPicPr>
            <a:picLocks noChangeAspect="1"/>
          </p:cNvPicPr>
          <p:nvPr/>
        </p:nvPicPr>
        <p:blipFill>
          <a:blip r:embed="rId3"/>
          <a:stretch>
            <a:fillRect/>
          </a:stretch>
        </p:blipFill>
        <p:spPr>
          <a:xfrm>
            <a:off x="573313" y="731259"/>
            <a:ext cx="6923315" cy="4412241"/>
          </a:xfrm>
          <a:prstGeom prst="rect">
            <a:avLst/>
          </a:prstGeom>
        </p:spPr>
      </p:pic>
    </p:spTree>
    <p:extLst>
      <p:ext uri="{BB962C8B-B14F-4D97-AF65-F5344CB8AC3E}">
        <p14:creationId xmlns:p14="http://schemas.microsoft.com/office/powerpoint/2010/main" val="145166035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pic>
        <p:nvPicPr>
          <p:cNvPr id="3" name="图片 2">
            <a:extLst>
              <a:ext uri="{FF2B5EF4-FFF2-40B4-BE49-F238E27FC236}">
                <a16:creationId xmlns:a16="http://schemas.microsoft.com/office/drawing/2014/main" id="{3B28EB0E-5FE7-C445-7024-12CC4631C5B0}"/>
              </a:ext>
            </a:extLst>
          </p:cNvPr>
          <p:cNvPicPr>
            <a:picLocks noChangeAspect="1"/>
          </p:cNvPicPr>
          <p:nvPr/>
        </p:nvPicPr>
        <p:blipFill>
          <a:blip r:embed="rId3"/>
          <a:stretch>
            <a:fillRect/>
          </a:stretch>
        </p:blipFill>
        <p:spPr>
          <a:xfrm>
            <a:off x="515257" y="811003"/>
            <a:ext cx="7389264" cy="4196515"/>
          </a:xfrm>
          <a:prstGeom prst="rect">
            <a:avLst/>
          </a:prstGeom>
        </p:spPr>
      </p:pic>
    </p:spTree>
    <p:extLst>
      <p:ext uri="{BB962C8B-B14F-4D97-AF65-F5344CB8AC3E}">
        <p14:creationId xmlns:p14="http://schemas.microsoft.com/office/powerpoint/2010/main" val="28163235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四种典型等值形式</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每年</a:t>
            </a:r>
            <a:r>
              <a:rPr lang="zh-CN" altLang="en-US" b="1" dirty="0">
                <a:solidFill>
                  <a:srgbClr val="FF0000"/>
                </a:solidFill>
                <a:latin typeface="华文楷体" panose="02010600040101010101" pitchFamily="2" charset="-122"/>
                <a:ea typeface="华文楷体" panose="02010600040101010101" pitchFamily="2" charset="-122"/>
              </a:rPr>
              <a:t>仅付息</a:t>
            </a:r>
            <a:r>
              <a:rPr lang="zh-CN" altLang="en-US" dirty="0">
                <a:solidFill>
                  <a:srgbClr val="000000"/>
                </a:solidFill>
                <a:latin typeface="华文楷体" panose="02010600040101010101" pitchFamily="2" charset="-122"/>
                <a:ea typeface="华文楷体" panose="02010600040101010101" pitchFamily="2" charset="-122"/>
              </a:rPr>
              <a:t>，第五年一次性偿还本金</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每年</a:t>
            </a:r>
            <a:r>
              <a:rPr lang="zh-CN" altLang="en-US" b="1" dirty="0">
                <a:solidFill>
                  <a:srgbClr val="FF0000"/>
                </a:solidFill>
                <a:latin typeface="华文楷体" panose="02010600040101010101" pitchFamily="2" charset="-122"/>
                <a:ea typeface="华文楷体" panose="02010600040101010101" pitchFamily="2" charset="-122"/>
              </a:rPr>
              <a:t>不付息</a:t>
            </a:r>
            <a:r>
              <a:rPr lang="zh-CN" altLang="en-US" dirty="0">
                <a:solidFill>
                  <a:srgbClr val="000000"/>
                </a:solidFill>
                <a:latin typeface="华文楷体" panose="02010600040101010101" pitchFamily="2" charset="-122"/>
                <a:ea typeface="华文楷体" panose="02010600040101010101" pitchFamily="2" charset="-122"/>
              </a:rPr>
              <a:t>，第五年一次性偿还本息</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每年</a:t>
            </a:r>
            <a:r>
              <a:rPr lang="zh-CN" altLang="en-US" b="1" dirty="0">
                <a:solidFill>
                  <a:srgbClr val="FF0000"/>
                </a:solidFill>
                <a:latin typeface="华文楷体" panose="02010600040101010101" pitchFamily="2" charset="-122"/>
                <a:ea typeface="华文楷体" panose="02010600040101010101" pitchFamily="2" charset="-122"/>
              </a:rPr>
              <a:t>均付息</a:t>
            </a:r>
            <a:r>
              <a:rPr lang="zh-CN" altLang="en-US" dirty="0">
                <a:solidFill>
                  <a:srgbClr val="000000"/>
                </a:solidFill>
                <a:latin typeface="华文楷体" panose="02010600040101010101" pitchFamily="2" charset="-122"/>
                <a:ea typeface="华文楷体" panose="02010600040101010101" pitchFamily="2" charset="-122"/>
              </a:rPr>
              <a:t>，同时每年</a:t>
            </a:r>
            <a:r>
              <a:rPr lang="zh-CN" altLang="en-US" b="1" dirty="0">
                <a:solidFill>
                  <a:srgbClr val="000000"/>
                </a:solidFill>
                <a:latin typeface="华文楷体" panose="02010600040101010101" pitchFamily="2" charset="-122"/>
                <a:ea typeface="华文楷体" panose="02010600040101010101" pitchFamily="2" charset="-122"/>
              </a:rPr>
              <a:t>均匀偿还本金</a:t>
            </a:r>
            <a:r>
              <a:rPr lang="zh-CN" altLang="en-US" dirty="0">
                <a:solidFill>
                  <a:srgbClr val="000000"/>
                </a:solidFill>
                <a:latin typeface="华文楷体" panose="02010600040101010101" pitchFamily="2" charset="-122"/>
                <a:ea typeface="华文楷体" panose="02010600040101010101" pitchFamily="2" charset="-122"/>
              </a:rPr>
              <a:t>的</a:t>
            </a:r>
            <a:r>
              <a:rPr lang="en-US" altLang="zh-CN" dirty="0">
                <a:solidFill>
                  <a:srgbClr val="000000"/>
                </a:solidFill>
                <a:latin typeface="华文楷体" panose="02010600040101010101" pitchFamily="2" charset="-122"/>
                <a:ea typeface="华文楷体" panose="02010600040101010101" pitchFamily="2" charset="-122"/>
              </a:rPr>
              <a:t>1/5</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每年均付息，同时每年不均匀偿本金，但使每年 偿还的本息和</a:t>
            </a:r>
            <a:r>
              <a:rPr lang="zh-CN" altLang="en-US" b="1" dirty="0">
                <a:solidFill>
                  <a:srgbClr val="FF0000"/>
                </a:solidFill>
                <a:latin typeface="华文楷体" panose="02010600040101010101" pitchFamily="2" charset="-122"/>
                <a:ea typeface="华文楷体" panose="02010600040101010101" pitchFamily="2" charset="-122"/>
              </a:rPr>
              <a:t>等额</a:t>
            </a:r>
            <a:endParaRPr lang="en-US" altLang="zh-CN" b="1" dirty="0">
              <a:solidFill>
                <a:srgbClr val="FF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房贷</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等额本息</a:t>
            </a:r>
            <a:r>
              <a:rPr lang="zh-CN" altLang="en-US" dirty="0">
                <a:solidFill>
                  <a:srgbClr val="000000"/>
                </a:solidFill>
                <a:latin typeface="华文楷体" panose="02010600040101010101" pitchFamily="2" charset="-122"/>
                <a:ea typeface="华文楷体" panose="02010600040101010101" pitchFamily="2" charset="-122"/>
              </a:rPr>
              <a:t>：等额本息是将本金和利息拆分成若干份，每个月偿还一样数额的本金和利息。</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等额本金</a:t>
            </a:r>
            <a:r>
              <a:rPr lang="zh-CN" altLang="en-US" dirty="0">
                <a:solidFill>
                  <a:srgbClr val="000000"/>
                </a:solidFill>
                <a:latin typeface="华文楷体" panose="02010600040101010101" pitchFamily="2" charset="-122"/>
                <a:ea typeface="华文楷体" panose="02010600040101010101" pitchFamily="2" charset="-122"/>
              </a:rPr>
              <a:t>：每个月偿还固定的本金，随着本金的减少，利息也减少。逐月减少。</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734880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b="1" dirty="0">
                <a:solidFill>
                  <a:srgbClr val="FF0000"/>
                </a:solidFill>
                <a:latin typeface="华文楷体" panose="02010600040101010101" pitchFamily="2" charset="-122"/>
                <a:ea typeface="华文楷体" panose="02010600040101010101" pitchFamily="2" charset="-122"/>
              </a:rPr>
              <a:t>现金流量图</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便于考察软件项目在整个生命周期内各阶段的投入费用与收益，以分析它们的经济效果。</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利用现金流量图可以直观、形象地描述各投资方案的实施过程。</a:t>
            </a:r>
          </a:p>
        </p:txBody>
      </p:sp>
    </p:spTree>
    <p:extLst>
      <p:ext uri="{BB962C8B-B14F-4D97-AF65-F5344CB8AC3E}">
        <p14:creationId xmlns:p14="http://schemas.microsoft.com/office/powerpoint/2010/main" val="361156270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资金的等值与现金流量图</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现金流量图的绘制</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横坐标时间尺度的单位（年、半年、季、月）</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相对于时间坐标的垂直线则代表不同时点的现金流量状况，箭头向上表示现金流入，向下表示现金流出，垂线的长短则是现金流量的大小按比例画出。</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注意：</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现金流入或流出的标准（即站在谁的立场上来看）</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建立在假设基础上，即现金流入或流出在年末或年初</a:t>
            </a:r>
          </a:p>
        </p:txBody>
      </p:sp>
    </p:spTree>
    <p:extLst>
      <p:ext uri="{BB962C8B-B14F-4D97-AF65-F5344CB8AC3E}">
        <p14:creationId xmlns:p14="http://schemas.microsoft.com/office/powerpoint/2010/main" val="125021938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9514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四种等值形式的现金流量图</a:t>
            </a:r>
          </a:p>
        </p:txBody>
      </p:sp>
      <p:pic>
        <p:nvPicPr>
          <p:cNvPr id="5" name="图片 4">
            <a:extLst>
              <a:ext uri="{FF2B5EF4-FFF2-40B4-BE49-F238E27FC236}">
                <a16:creationId xmlns:a16="http://schemas.microsoft.com/office/drawing/2014/main" id="{9BD7CFDF-C253-4D56-963E-4DAD478B57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2510444" y="-532141"/>
            <a:ext cx="4123111" cy="6596977"/>
          </a:xfrm>
          <a:prstGeom prst="rect">
            <a:avLst/>
          </a:prstGeom>
        </p:spPr>
      </p:pic>
    </p:spTree>
    <p:extLst>
      <p:ext uri="{BB962C8B-B14F-4D97-AF65-F5344CB8AC3E}">
        <p14:creationId xmlns:p14="http://schemas.microsoft.com/office/powerpoint/2010/main" val="421130878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21657" y="108876"/>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现金流的贴现与预计</a:t>
            </a:r>
          </a:p>
        </p:txBody>
      </p:sp>
      <p:sp>
        <p:nvSpPr>
          <p:cNvPr id="4" name="文本框 3">
            <a:extLst>
              <a:ext uri="{FF2B5EF4-FFF2-40B4-BE49-F238E27FC236}">
                <a16:creationId xmlns:a16="http://schemas.microsoft.com/office/drawing/2014/main" id="{DDCDB6EB-091F-EFD5-53EB-A20014EB368A}"/>
              </a:ext>
            </a:extLst>
          </p:cNvPr>
          <p:cNvSpPr txBox="1"/>
          <p:nvPr/>
        </p:nvSpPr>
        <p:spPr>
          <a:xfrm>
            <a:off x="410705" y="982900"/>
            <a:ext cx="8489258" cy="2862322"/>
          </a:xfrm>
          <a:prstGeom prst="rect">
            <a:avLst/>
          </a:prstGeom>
          <a:noFill/>
        </p:spPr>
        <p:txBody>
          <a:bodyPr wrap="square">
            <a:spAutoFit/>
          </a:bodyPr>
          <a:lstStyle/>
          <a:p>
            <a:r>
              <a:rPr lang="zh-CN" altLang="en-US" dirty="0"/>
              <a:t>贴现又称为折现，是指把将来某个时点的资金金额换算成现在时点的等值金额</a:t>
            </a:r>
          </a:p>
          <a:p>
            <a:r>
              <a:rPr lang="zh-CN" altLang="en-US" dirty="0"/>
              <a:t>贴现率是指贴现时所使用的利率（</a:t>
            </a:r>
            <a:r>
              <a:rPr lang="en-US" altLang="zh-CN" dirty="0" err="1"/>
              <a:t>i</a:t>
            </a:r>
            <a:r>
              <a:rPr lang="zh-CN" altLang="en-US" dirty="0"/>
              <a:t>），又称为折现率</a:t>
            </a:r>
            <a:endParaRPr lang="en-US" altLang="zh-CN" dirty="0"/>
          </a:p>
          <a:p>
            <a:endParaRPr lang="zh-CN" altLang="en-US" dirty="0"/>
          </a:p>
          <a:p>
            <a:r>
              <a:rPr lang="zh-CN" altLang="en-US" dirty="0"/>
              <a:t>现值</a:t>
            </a:r>
            <a:r>
              <a:rPr lang="en-US" altLang="zh-CN" dirty="0"/>
              <a:t>P</a:t>
            </a:r>
            <a:r>
              <a:rPr lang="zh-CN" altLang="en-US" dirty="0"/>
              <a:t>（</a:t>
            </a:r>
            <a:r>
              <a:rPr lang="en-US" altLang="zh-CN" dirty="0"/>
              <a:t>Present Value</a:t>
            </a:r>
            <a:r>
              <a:rPr lang="zh-CN" altLang="en-US" dirty="0"/>
              <a:t>）：是指资金贴现到现在时刻的价值。现值是一个相对的概念，如将</a:t>
            </a:r>
            <a:r>
              <a:rPr lang="en-US" altLang="zh-CN" dirty="0" err="1"/>
              <a:t>t+n</a:t>
            </a:r>
            <a:r>
              <a:rPr lang="zh-CN" altLang="en-US" dirty="0"/>
              <a:t>个时点上所发生的资金折现到第</a:t>
            </a:r>
            <a:r>
              <a:rPr lang="en-US" altLang="zh-CN" dirty="0"/>
              <a:t>t</a:t>
            </a:r>
            <a:r>
              <a:rPr lang="zh-CN" altLang="en-US" dirty="0"/>
              <a:t>个时点，所得的等值金额则就是</a:t>
            </a:r>
            <a:r>
              <a:rPr lang="en-US" altLang="zh-CN" dirty="0" err="1"/>
              <a:t>t+n</a:t>
            </a:r>
            <a:r>
              <a:rPr lang="zh-CN" altLang="en-US" dirty="0"/>
              <a:t>个时点上的资金额在</a:t>
            </a:r>
            <a:r>
              <a:rPr lang="en-US" altLang="zh-CN" dirty="0"/>
              <a:t>t</a:t>
            </a:r>
            <a:r>
              <a:rPr lang="zh-CN" altLang="en-US" dirty="0"/>
              <a:t>时点的现值</a:t>
            </a:r>
            <a:endParaRPr lang="en-US" altLang="zh-CN" dirty="0"/>
          </a:p>
          <a:p>
            <a:endParaRPr lang="zh-CN" altLang="en-US" dirty="0"/>
          </a:p>
          <a:p>
            <a:r>
              <a:rPr lang="zh-CN" altLang="en-US" dirty="0"/>
              <a:t>终值</a:t>
            </a:r>
            <a:r>
              <a:rPr lang="en-US" altLang="zh-CN" dirty="0"/>
              <a:t>F</a:t>
            </a:r>
            <a:r>
              <a:rPr lang="zh-CN" altLang="en-US" dirty="0"/>
              <a:t>（</a:t>
            </a:r>
            <a:r>
              <a:rPr lang="en-US" altLang="zh-CN" dirty="0"/>
              <a:t>Future Value</a:t>
            </a:r>
            <a:r>
              <a:rPr lang="zh-CN" altLang="en-US" dirty="0"/>
              <a:t>）：又称为将来值或未来值，是指计息期期末的资金价值，或者表示现在某个时点在未来某个时点的资金价值</a:t>
            </a:r>
          </a:p>
          <a:p>
            <a:endParaRPr lang="zh-CN" altLang="en-US" dirty="0"/>
          </a:p>
        </p:txBody>
      </p:sp>
    </p:spTree>
    <p:extLst>
      <p:ext uri="{BB962C8B-B14F-4D97-AF65-F5344CB8AC3E}">
        <p14:creationId xmlns:p14="http://schemas.microsoft.com/office/powerpoint/2010/main" val="1946382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21657" y="108876"/>
            <a:ext cx="330090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4" name="文本框 3">
            <a:extLst>
              <a:ext uri="{FF2B5EF4-FFF2-40B4-BE49-F238E27FC236}">
                <a16:creationId xmlns:a16="http://schemas.microsoft.com/office/drawing/2014/main" id="{DDCDB6EB-091F-EFD5-53EB-A20014EB368A}"/>
              </a:ext>
            </a:extLst>
          </p:cNvPr>
          <p:cNvSpPr txBox="1"/>
          <p:nvPr/>
        </p:nvSpPr>
        <p:spPr>
          <a:xfrm>
            <a:off x="410705" y="982900"/>
            <a:ext cx="8489258"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年金</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Annual Value</a:t>
            </a: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又称为年值或等额年值，是指每期都发生的等额现金流的金额。年金又分为普通年金、预付年金以及延期年金三种。普通年金又称为后付年金，是指每期期末收、付款的现金流量序列，是最常用的年金形式；预付年金是指每期期初收、付款的现金流量序列；而延期年金是指距今若干期以后所发生的每期期末收、付款的现金流量序列。</a:t>
            </a:r>
          </a:p>
        </p:txBody>
      </p:sp>
      <p:pic>
        <p:nvPicPr>
          <p:cNvPr id="2" name="图片 1">
            <a:extLst>
              <a:ext uri="{FF2B5EF4-FFF2-40B4-BE49-F238E27FC236}">
                <a16:creationId xmlns:a16="http://schemas.microsoft.com/office/drawing/2014/main" id="{8C888EA7-36C3-1905-CB83-FE1F6096896D}"/>
              </a:ext>
            </a:extLst>
          </p:cNvPr>
          <p:cNvPicPr>
            <a:picLocks noChangeAspect="1"/>
          </p:cNvPicPr>
          <p:nvPr/>
        </p:nvPicPr>
        <p:blipFill>
          <a:blip r:embed="rId3"/>
          <a:stretch>
            <a:fillRect/>
          </a:stretch>
        </p:blipFill>
        <p:spPr>
          <a:xfrm>
            <a:off x="515257" y="2683273"/>
            <a:ext cx="8016437" cy="1357901"/>
          </a:xfrm>
          <a:prstGeom prst="rect">
            <a:avLst/>
          </a:prstGeom>
        </p:spPr>
      </p:pic>
    </p:spTree>
    <p:extLst>
      <p:ext uri="{BB962C8B-B14F-4D97-AF65-F5344CB8AC3E}">
        <p14:creationId xmlns:p14="http://schemas.microsoft.com/office/powerpoint/2010/main" val="226134595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327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a:t>
            </a:r>
            <a:r>
              <a:rPr lang="zh-CN" altLang="en-US" sz="2400" spc="300" dirty="0">
                <a:latin typeface="微软雅黑" panose="020B0503020204020204" pitchFamily="34" charset="-122"/>
                <a:ea typeface="微软雅黑" panose="020B0503020204020204" pitchFamily="34" charset="-122"/>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7164387"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buClr>
                <a:schemeClr val="tx1"/>
              </a:buClr>
              <a:buFont typeface="Wingdings" panose="05000000000000000000" pitchFamily="2" charset="2"/>
              <a:buNone/>
            </a:pPr>
            <a:r>
              <a:rPr lang="zh-CN" altLang="en-US" sz="1800" dirty="0">
                <a:solidFill>
                  <a:srgbClr val="FF0000"/>
                </a:solidFill>
                <a:latin typeface="华文楷体" panose="02010600040101010101" pitchFamily="2" charset="-122"/>
                <a:ea typeface="华文楷体" panose="02010600040101010101" pitchFamily="2" charset="-122"/>
              </a:rPr>
              <a:t>资金的等值计算</a:t>
            </a:r>
            <a:endParaRPr lang="en-US" altLang="zh-CN" sz="1800" dirty="0">
              <a:solidFill>
                <a:srgbClr val="FF0000"/>
              </a:solidFill>
              <a:latin typeface="华文楷体" panose="02010600040101010101" pitchFamily="2" charset="-122"/>
              <a:ea typeface="华文楷体" panose="02010600040101010101" pitchFamily="2" charset="-122"/>
            </a:endParaRPr>
          </a:p>
          <a:p>
            <a:pPr>
              <a:lnSpc>
                <a:spcPct val="90000"/>
              </a:lnSpc>
              <a:buClr>
                <a:schemeClr val="tx1"/>
              </a:buClr>
              <a:buFont typeface="Wingdings" panose="05000000000000000000" pitchFamily="2" charset="2"/>
              <a:buNone/>
            </a:pPr>
            <a:endParaRPr lang="en-US" altLang="zh-CN" sz="1800" dirty="0">
              <a:solidFill>
                <a:srgbClr val="FF0000"/>
              </a:solidFill>
              <a:latin typeface="华文楷体" panose="02010600040101010101" pitchFamily="2" charset="-122"/>
              <a:ea typeface="华文楷体" panose="02010600040101010101" pitchFamily="2" charset="-122"/>
            </a:endParaRPr>
          </a:p>
          <a:p>
            <a:pPr>
              <a:lnSpc>
                <a:spcPct val="90000"/>
              </a:lnSpc>
              <a:buClr>
                <a:schemeClr val="tx1"/>
              </a:buClr>
              <a:buFont typeface="Wingdings" panose="05000000000000000000" pitchFamily="2" charset="2"/>
              <a:buNone/>
            </a:pPr>
            <a:r>
              <a:rPr lang="en-US" altLang="zh-CN" sz="1800" dirty="0">
                <a:solidFill>
                  <a:srgbClr val="000000"/>
                </a:solidFill>
                <a:latin typeface="华文楷体" panose="02010600040101010101" pitchFamily="2" charset="-122"/>
                <a:ea typeface="华文楷体" panose="02010600040101010101" pitchFamily="2" charset="-122"/>
              </a:rPr>
              <a:t>(1) </a:t>
            </a:r>
            <a:r>
              <a:rPr lang="zh-CN" altLang="en-US" sz="1800" dirty="0">
                <a:solidFill>
                  <a:srgbClr val="000000"/>
                </a:solidFill>
                <a:latin typeface="华文楷体" panose="02010600040101010101" pitchFamily="2" charset="-122"/>
                <a:ea typeface="华文楷体" panose="02010600040101010101" pitchFamily="2" charset="-122"/>
              </a:rPr>
              <a:t>一次性支付复利终值公式（已知</a:t>
            </a:r>
            <a:r>
              <a:rPr lang="en-US" altLang="zh-CN" sz="1800" dirty="0">
                <a:solidFill>
                  <a:srgbClr val="000000"/>
                </a:solidFill>
                <a:latin typeface="华文楷体" panose="02010600040101010101" pitchFamily="2" charset="-122"/>
                <a:ea typeface="华文楷体" panose="02010600040101010101" pitchFamily="2" charset="-122"/>
              </a:rPr>
              <a:t>P</a:t>
            </a:r>
            <a:r>
              <a:rPr lang="zh-CN" altLang="en-US" sz="1800" dirty="0">
                <a:solidFill>
                  <a:srgbClr val="000000"/>
                </a:solidFill>
                <a:latin typeface="华文楷体" panose="02010600040101010101" pitchFamily="2" charset="-122"/>
                <a:ea typeface="华文楷体" panose="02010600040101010101" pitchFamily="2" charset="-122"/>
              </a:rPr>
              <a:t>，求</a:t>
            </a:r>
            <a:r>
              <a:rPr lang="en-US" altLang="zh-CN" sz="1800" dirty="0">
                <a:solidFill>
                  <a:srgbClr val="000000"/>
                </a:solidFill>
                <a:latin typeface="华文楷体" panose="02010600040101010101" pitchFamily="2" charset="-122"/>
                <a:ea typeface="华文楷体" panose="02010600040101010101" pitchFamily="2" charset="-122"/>
              </a:rPr>
              <a:t>F</a:t>
            </a:r>
            <a:r>
              <a:rPr lang="zh-CN" altLang="en-US" sz="1800" dirty="0">
                <a:solidFill>
                  <a:srgbClr val="000000"/>
                </a:solidFill>
                <a:latin typeface="华文楷体" panose="02010600040101010101" pitchFamily="2" charset="-122"/>
                <a:ea typeface="华文楷体" panose="02010600040101010101" pitchFamily="2" charset="-122"/>
              </a:rPr>
              <a:t>）：</a:t>
            </a:r>
          </a:p>
          <a:p>
            <a:pPr>
              <a:lnSpc>
                <a:spcPct val="90000"/>
              </a:lnSpc>
              <a:buClr>
                <a:schemeClr val="tx1"/>
              </a:buClr>
              <a:buFont typeface="Wingdings" panose="05000000000000000000" pitchFamily="2" charset="2"/>
              <a:buNone/>
            </a:pPr>
            <a:endParaRPr lang="zh-CN" altLang="en-US" sz="1800" dirty="0">
              <a:solidFill>
                <a:srgbClr val="000000"/>
              </a:solidFill>
              <a:latin typeface="华文楷体" panose="02010600040101010101" pitchFamily="2" charset="-122"/>
              <a:ea typeface="华文楷体" panose="02010600040101010101" pitchFamily="2" charset="-122"/>
            </a:endParaRPr>
          </a:p>
          <a:p>
            <a:pPr>
              <a:lnSpc>
                <a:spcPct val="90000"/>
              </a:lnSpc>
              <a:buClr>
                <a:schemeClr val="tx1"/>
              </a:buClr>
              <a:buFont typeface="Wingdings" panose="05000000000000000000" pitchFamily="2" charset="2"/>
              <a:buNone/>
            </a:pPr>
            <a:r>
              <a:rPr lang="zh-CN" altLang="en-US" sz="1800" dirty="0">
                <a:solidFill>
                  <a:srgbClr val="000000"/>
                </a:solidFill>
                <a:latin typeface="华文楷体" panose="02010600040101010101" pitchFamily="2" charset="-122"/>
                <a:ea typeface="华文楷体" panose="02010600040101010101" pitchFamily="2" charset="-122"/>
              </a:rPr>
              <a:t>​ 假设某软件企业有一笔资金</a:t>
            </a:r>
            <a:r>
              <a:rPr lang="en-US" altLang="zh-CN" sz="1800" dirty="0">
                <a:solidFill>
                  <a:srgbClr val="000000"/>
                </a:solidFill>
                <a:latin typeface="华文楷体" panose="02010600040101010101" pitchFamily="2" charset="-122"/>
                <a:ea typeface="华文楷体" panose="02010600040101010101" pitchFamily="2" charset="-122"/>
              </a:rPr>
              <a:t>P</a:t>
            </a:r>
            <a:r>
              <a:rPr lang="zh-CN" altLang="en-US" sz="1800" dirty="0">
                <a:solidFill>
                  <a:srgbClr val="000000"/>
                </a:solidFill>
                <a:latin typeface="华文楷体" panose="02010600040101010101" pitchFamily="2" charset="-122"/>
                <a:ea typeface="华文楷体" panose="02010600040101010101" pitchFamily="2" charset="-122"/>
              </a:rPr>
              <a:t>，如果按年利率 </a:t>
            </a:r>
            <a:r>
              <a:rPr lang="en-US" altLang="zh-CN" sz="1800" dirty="0" err="1">
                <a:solidFill>
                  <a:srgbClr val="000000"/>
                </a:solidFill>
                <a:latin typeface="华文楷体" panose="02010600040101010101" pitchFamily="2" charset="-122"/>
                <a:ea typeface="华文楷体" panose="02010600040101010101" pitchFamily="2" charset="-122"/>
              </a:rPr>
              <a:t>i</a:t>
            </a:r>
            <a:r>
              <a:rPr lang="en-US" altLang="zh-CN" sz="1800" dirty="0">
                <a:solidFill>
                  <a:srgbClr val="000000"/>
                </a:solidFill>
                <a:latin typeface="华文楷体" panose="02010600040101010101" pitchFamily="2" charset="-122"/>
                <a:ea typeface="华文楷体" panose="02010600040101010101" pitchFamily="2" charset="-122"/>
              </a:rPr>
              <a:t> </a:t>
            </a:r>
            <a:r>
              <a:rPr lang="zh-CN" altLang="en-US" sz="1800" dirty="0">
                <a:solidFill>
                  <a:srgbClr val="000000"/>
                </a:solidFill>
                <a:latin typeface="华文楷体" panose="02010600040101010101" pitchFamily="2" charset="-122"/>
                <a:ea typeface="华文楷体" panose="02010600040101010101" pitchFamily="2" charset="-122"/>
              </a:rPr>
              <a:t>计算，则</a:t>
            </a:r>
            <a:r>
              <a:rPr lang="en-US" altLang="zh-CN" sz="1800" dirty="0">
                <a:solidFill>
                  <a:srgbClr val="000000"/>
                </a:solidFill>
                <a:latin typeface="华文楷体" panose="02010600040101010101" pitchFamily="2" charset="-122"/>
                <a:ea typeface="华文楷体" panose="02010600040101010101" pitchFamily="2" charset="-122"/>
              </a:rPr>
              <a:t>n</a:t>
            </a:r>
            <a:r>
              <a:rPr lang="zh-CN" altLang="en-US" sz="1800" dirty="0">
                <a:solidFill>
                  <a:srgbClr val="000000"/>
                </a:solidFill>
                <a:latin typeface="华文楷体" panose="02010600040101010101" pitchFamily="2" charset="-122"/>
                <a:ea typeface="华文楷体" panose="02010600040101010101" pitchFamily="2" charset="-122"/>
              </a:rPr>
              <a:t>年后的本利和</a:t>
            </a:r>
            <a:r>
              <a:rPr lang="en-US" altLang="zh-CN" sz="1800" dirty="0">
                <a:solidFill>
                  <a:srgbClr val="000000"/>
                </a:solidFill>
                <a:latin typeface="华文楷体" panose="02010600040101010101" pitchFamily="2" charset="-122"/>
                <a:ea typeface="华文楷体" panose="02010600040101010101" pitchFamily="2" charset="-122"/>
              </a:rPr>
              <a:t>F</a:t>
            </a:r>
            <a:r>
              <a:rPr lang="zh-CN" altLang="en-US" sz="1800" dirty="0">
                <a:solidFill>
                  <a:srgbClr val="000000"/>
                </a:solidFill>
                <a:latin typeface="华文楷体" panose="02010600040101010101" pitchFamily="2" charset="-122"/>
                <a:ea typeface="华文楷体" panose="02010600040101010101" pitchFamily="2" charset="-122"/>
              </a:rPr>
              <a:t>可根据复利的概念来求得，其计算过程详见表</a:t>
            </a:r>
            <a:r>
              <a:rPr lang="en-US" altLang="zh-CN" sz="1800" dirty="0">
                <a:solidFill>
                  <a:srgbClr val="000000"/>
                </a:solidFill>
                <a:latin typeface="华文楷体" panose="02010600040101010101" pitchFamily="2" charset="-122"/>
                <a:ea typeface="华文楷体" panose="02010600040101010101" pitchFamily="2" charset="-122"/>
              </a:rPr>
              <a:t>2.6</a:t>
            </a:r>
            <a:r>
              <a:rPr lang="zh-CN" altLang="en-US" sz="1800" dirty="0">
                <a:solidFill>
                  <a:srgbClr val="000000"/>
                </a:solidFill>
                <a:latin typeface="华文楷体" panose="02010600040101010101" pitchFamily="2" charset="-122"/>
                <a:ea typeface="华文楷体" panose="02010600040101010101" pitchFamily="2" charset="-122"/>
              </a:rPr>
              <a:t>所示。</a:t>
            </a:r>
            <a:endParaRPr lang="en-US" altLang="zh-CN" sz="1800" dirty="0">
              <a:solidFill>
                <a:srgbClr val="000000"/>
              </a:solidFill>
              <a:latin typeface="华文楷体" panose="02010600040101010101" pitchFamily="2" charset="-122"/>
              <a:ea typeface="华文楷体" panose="02010600040101010101" pitchFamily="2" charset="-122"/>
            </a:endParaRPr>
          </a:p>
        </p:txBody>
      </p:sp>
      <p:pic>
        <p:nvPicPr>
          <p:cNvPr id="2" name="图片 1">
            <a:extLst>
              <a:ext uri="{FF2B5EF4-FFF2-40B4-BE49-F238E27FC236}">
                <a16:creationId xmlns:a16="http://schemas.microsoft.com/office/drawing/2014/main" id="{7386FBD1-71A2-FA0D-EE6E-298DF4E6E4B5}"/>
              </a:ext>
            </a:extLst>
          </p:cNvPr>
          <p:cNvPicPr>
            <a:picLocks noChangeAspect="1"/>
          </p:cNvPicPr>
          <p:nvPr/>
        </p:nvPicPr>
        <p:blipFill>
          <a:blip r:embed="rId3"/>
          <a:stretch>
            <a:fillRect/>
          </a:stretch>
        </p:blipFill>
        <p:spPr>
          <a:xfrm>
            <a:off x="424313" y="2668519"/>
            <a:ext cx="7164387" cy="2338999"/>
          </a:xfrm>
          <a:prstGeom prst="rect">
            <a:avLst/>
          </a:prstGeom>
        </p:spPr>
      </p:pic>
    </p:spTree>
    <p:extLst>
      <p:ext uri="{BB962C8B-B14F-4D97-AF65-F5344CB8AC3E}">
        <p14:creationId xmlns:p14="http://schemas.microsoft.com/office/powerpoint/2010/main" val="221212570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blinds(horizontal)">
                                      <p:cBhvr>
                                        <p:cTn id="21" dur="500"/>
                                        <p:tgtEl>
                                          <p:spTgt spid="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blinds(horizontal)">
                                      <p:cBhvr>
                                        <p:cTn id="26" dur="500"/>
                                        <p:tgtEl>
                                          <p:spTgt spid="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Effect transition="in" filter="blinds(horizontal)">
                                      <p:cBhvr>
                                        <p:cTn id="31"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7164387"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资金的等值计算</a:t>
            </a:r>
            <a:endParaRPr kumimoji="0" lang="en-US" altLang="zh-CN" sz="18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endParaRPr kumimoji="0" lang="en-US" altLang="zh-CN" sz="1800" b="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(1) </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一次性支付复利终值公式（已知</a:t>
            </a:r>
            <a:r>
              <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P</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，求</a:t>
            </a:r>
            <a:r>
              <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F</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04C5D4FB-7EFD-3130-AB6A-99190556B98A}"/>
              </a:ext>
            </a:extLst>
          </p:cNvPr>
          <p:cNvPicPr>
            <a:picLocks noChangeAspect="1"/>
          </p:cNvPicPr>
          <p:nvPr/>
        </p:nvPicPr>
        <p:blipFill>
          <a:blip r:embed="rId3"/>
          <a:stretch>
            <a:fillRect/>
          </a:stretch>
        </p:blipFill>
        <p:spPr>
          <a:xfrm>
            <a:off x="646880" y="2036298"/>
            <a:ext cx="5922375" cy="2601858"/>
          </a:xfrm>
          <a:prstGeom prst="rect">
            <a:avLst/>
          </a:prstGeom>
        </p:spPr>
      </p:pic>
    </p:spTree>
    <p:extLst>
      <p:ext uri="{BB962C8B-B14F-4D97-AF65-F5344CB8AC3E}">
        <p14:creationId xmlns:p14="http://schemas.microsoft.com/office/powerpoint/2010/main" val="43899348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blinds(horizontal)">
                                      <p:cBhvr>
                                        <p:cTn id="21" dur="500"/>
                                        <p:tgtEl>
                                          <p:spTgt spid="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blinds(horizontal)">
                                      <p:cBhvr>
                                        <p:cTn id="26" dur="500"/>
                                        <p:tgtEl>
                                          <p:spTgt spid="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Effect transition="in" filter="blinds(horizontal)">
                                      <p:cBhvr>
                                        <p:cTn id="31"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7164387"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
        <p:nvSpPr>
          <p:cNvPr id="4" name="文本框 3">
            <a:extLst>
              <a:ext uri="{FF2B5EF4-FFF2-40B4-BE49-F238E27FC236}">
                <a16:creationId xmlns:a16="http://schemas.microsoft.com/office/drawing/2014/main" id="{1236868D-901C-8533-84C4-AF68224DD60F}"/>
              </a:ext>
            </a:extLst>
          </p:cNvPr>
          <p:cNvSpPr txBox="1"/>
          <p:nvPr/>
        </p:nvSpPr>
        <p:spPr>
          <a:xfrm>
            <a:off x="379708" y="835969"/>
            <a:ext cx="7594169" cy="646331"/>
          </a:xfrm>
          <a:prstGeom prst="rect">
            <a:avLst/>
          </a:prstGeom>
          <a:noFill/>
        </p:spPr>
        <p:txBody>
          <a:bodyPr wrap="square">
            <a:spAutoFit/>
          </a:bodyPr>
          <a:lstStyle/>
          <a:p>
            <a:r>
              <a:rPr lang="en-US" altLang="zh-CN" dirty="0"/>
              <a:t>【</a:t>
            </a:r>
            <a:r>
              <a:rPr lang="zh-CN" altLang="en-US" dirty="0"/>
              <a:t>例</a:t>
            </a:r>
            <a:r>
              <a:rPr lang="en-US" altLang="zh-CN" dirty="0"/>
              <a:t>2.9】</a:t>
            </a:r>
            <a:r>
              <a:rPr lang="zh-CN" altLang="en-US" dirty="0"/>
              <a:t>某软件企业向银行贷款</a:t>
            </a:r>
            <a:r>
              <a:rPr lang="en-US" altLang="zh-CN" dirty="0"/>
              <a:t>100</a:t>
            </a:r>
            <a:r>
              <a:rPr lang="zh-CN" altLang="en-US" dirty="0"/>
              <a:t>万元，按年利率为</a:t>
            </a:r>
            <a:r>
              <a:rPr lang="en-US" altLang="zh-CN" dirty="0"/>
              <a:t>8%</a:t>
            </a:r>
            <a:r>
              <a:rPr lang="zh-CN" altLang="en-US" dirty="0"/>
              <a:t>进行复利计息，试求该企业第</a:t>
            </a:r>
            <a:r>
              <a:rPr lang="en-US" altLang="zh-CN" dirty="0"/>
              <a:t>4</a:t>
            </a:r>
            <a:r>
              <a:rPr lang="zh-CN" altLang="en-US" dirty="0"/>
              <a:t>年末连本带利一次偿还银行的金额，并画出其现金流量图。</a:t>
            </a:r>
          </a:p>
        </p:txBody>
      </p:sp>
      <p:pic>
        <p:nvPicPr>
          <p:cNvPr id="5" name="图片 4">
            <a:extLst>
              <a:ext uri="{FF2B5EF4-FFF2-40B4-BE49-F238E27FC236}">
                <a16:creationId xmlns:a16="http://schemas.microsoft.com/office/drawing/2014/main" id="{AAEC6443-7A34-898E-E21C-69AE69ED9793}"/>
              </a:ext>
            </a:extLst>
          </p:cNvPr>
          <p:cNvPicPr>
            <a:picLocks noChangeAspect="1"/>
          </p:cNvPicPr>
          <p:nvPr/>
        </p:nvPicPr>
        <p:blipFill>
          <a:blip r:embed="rId3"/>
          <a:stretch>
            <a:fillRect/>
          </a:stretch>
        </p:blipFill>
        <p:spPr>
          <a:xfrm>
            <a:off x="515257" y="1482300"/>
            <a:ext cx="6048386" cy="1934524"/>
          </a:xfrm>
          <a:prstGeom prst="rect">
            <a:avLst/>
          </a:prstGeom>
        </p:spPr>
      </p:pic>
      <p:pic>
        <p:nvPicPr>
          <p:cNvPr id="7" name="图片 6">
            <a:extLst>
              <a:ext uri="{FF2B5EF4-FFF2-40B4-BE49-F238E27FC236}">
                <a16:creationId xmlns:a16="http://schemas.microsoft.com/office/drawing/2014/main" id="{1A83D92A-F881-D1A9-3B32-70A9F57E6990}"/>
              </a:ext>
            </a:extLst>
          </p:cNvPr>
          <p:cNvPicPr>
            <a:picLocks noChangeAspect="1"/>
          </p:cNvPicPr>
          <p:nvPr/>
        </p:nvPicPr>
        <p:blipFill>
          <a:blip r:embed="rId4"/>
          <a:stretch>
            <a:fillRect/>
          </a:stretch>
        </p:blipFill>
        <p:spPr>
          <a:xfrm>
            <a:off x="515257" y="3297354"/>
            <a:ext cx="6048386" cy="1798306"/>
          </a:xfrm>
          <a:prstGeom prst="rect">
            <a:avLst/>
          </a:prstGeom>
        </p:spPr>
      </p:pic>
    </p:spTree>
    <p:extLst>
      <p:ext uri="{BB962C8B-B14F-4D97-AF65-F5344CB8AC3E}">
        <p14:creationId xmlns:p14="http://schemas.microsoft.com/office/powerpoint/2010/main" val="2026262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blinds(horizontal)">
                                      <p:cBhvr>
                                        <p:cTn id="21"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7164387"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nSpc>
                <a:spcPct val="90000"/>
              </a:lnSpc>
              <a:buClr>
                <a:prstClr val="black"/>
              </a:buClr>
              <a:buNone/>
            </a:pPr>
            <a:r>
              <a:rPr lang="en-US" altLang="zh-CN" sz="1800" dirty="0">
                <a:latin typeface="华文楷体" panose="02010600040101010101" pitchFamily="2" charset="-122"/>
                <a:ea typeface="华文楷体" panose="02010600040101010101" pitchFamily="2" charset="-122"/>
              </a:rPr>
              <a:t>(2) </a:t>
            </a:r>
            <a:r>
              <a:rPr lang="zh-CN" altLang="en-US" sz="1800" dirty="0">
                <a:latin typeface="华文楷体" panose="02010600040101010101" pitchFamily="2" charset="-122"/>
                <a:ea typeface="华文楷体" panose="02010600040101010101" pitchFamily="2" charset="-122"/>
              </a:rPr>
              <a:t>一次性支付复利现值公式（已知</a:t>
            </a:r>
            <a:r>
              <a:rPr lang="en-US" altLang="zh-CN" sz="1800" dirty="0">
                <a:latin typeface="华文楷体" panose="02010600040101010101" pitchFamily="2" charset="-122"/>
                <a:ea typeface="华文楷体" panose="02010600040101010101" pitchFamily="2" charset="-122"/>
              </a:rPr>
              <a:t>F </a:t>
            </a:r>
            <a:r>
              <a:rPr lang="zh-CN" altLang="en-US" sz="1800" dirty="0">
                <a:latin typeface="华文楷体" panose="02010600040101010101" pitchFamily="2" charset="-122"/>
                <a:ea typeface="华文楷体" panose="02010600040101010101" pitchFamily="2" charset="-122"/>
              </a:rPr>
              <a:t>，求</a:t>
            </a:r>
            <a:r>
              <a:rPr lang="en-US" altLang="zh-CN" sz="1800" dirty="0">
                <a:latin typeface="华文楷体" panose="02010600040101010101" pitchFamily="2" charset="-122"/>
                <a:ea typeface="华文楷体" panose="02010600040101010101" pitchFamily="2" charset="-122"/>
              </a:rPr>
              <a:t>P </a:t>
            </a:r>
            <a:r>
              <a:rPr lang="zh-CN" altLang="en-US" sz="1800" dirty="0">
                <a:latin typeface="华文楷体" panose="02010600040101010101" pitchFamily="2" charset="-122"/>
                <a:ea typeface="华文楷体" panose="02010600040101010101" pitchFamily="2" charset="-122"/>
              </a:rPr>
              <a:t>）</a:t>
            </a:r>
            <a:endParaRPr kumimoji="0" lang="en-US" altLang="zh-CN" sz="1800"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A98378B8-9D1C-6B3C-0C57-DAE949EECCF7}"/>
              </a:ext>
            </a:extLst>
          </p:cNvPr>
          <p:cNvPicPr>
            <a:picLocks noChangeAspect="1"/>
          </p:cNvPicPr>
          <p:nvPr/>
        </p:nvPicPr>
        <p:blipFill>
          <a:blip r:embed="rId3"/>
          <a:stretch>
            <a:fillRect/>
          </a:stretch>
        </p:blipFill>
        <p:spPr>
          <a:xfrm>
            <a:off x="565331" y="1486678"/>
            <a:ext cx="8206352" cy="2397596"/>
          </a:xfrm>
          <a:prstGeom prst="rect">
            <a:avLst/>
          </a:prstGeom>
        </p:spPr>
      </p:pic>
    </p:spTree>
    <p:extLst>
      <p:ext uri="{BB962C8B-B14F-4D97-AF65-F5344CB8AC3E}">
        <p14:creationId xmlns:p14="http://schemas.microsoft.com/office/powerpoint/2010/main" val="3504787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blinds(horizontal)">
                                      <p:cBhvr>
                                        <p:cTn id="21"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7164387"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nSpc>
                <a:spcPct val="90000"/>
              </a:lnSpc>
              <a:buClr>
                <a:prstClr val="black"/>
              </a:buClr>
              <a:buNone/>
            </a:pPr>
            <a:r>
              <a:rPr lang="en-US" altLang="zh-CN" sz="1800" dirty="0">
                <a:solidFill>
                  <a:prstClr val="black"/>
                </a:solidFill>
                <a:latin typeface="华文楷体" panose="02010600040101010101" pitchFamily="2" charset="-122"/>
                <a:ea typeface="华文楷体" panose="02010600040101010101" pitchFamily="2" charset="-122"/>
              </a:rPr>
              <a:t>(【</a:t>
            </a:r>
            <a:r>
              <a:rPr lang="zh-CN" altLang="en-US" sz="1800" dirty="0">
                <a:solidFill>
                  <a:prstClr val="black"/>
                </a:solidFill>
                <a:latin typeface="华文楷体" panose="02010600040101010101" pitchFamily="2" charset="-122"/>
                <a:ea typeface="华文楷体" panose="02010600040101010101" pitchFamily="2" charset="-122"/>
              </a:rPr>
              <a:t>例</a:t>
            </a:r>
            <a:r>
              <a:rPr lang="en-US" altLang="zh-CN" sz="1800" dirty="0">
                <a:solidFill>
                  <a:prstClr val="black"/>
                </a:solidFill>
                <a:latin typeface="华文楷体" panose="02010600040101010101" pitchFamily="2" charset="-122"/>
                <a:ea typeface="华文楷体" panose="02010600040101010101" pitchFamily="2" charset="-122"/>
              </a:rPr>
              <a:t>2.10】</a:t>
            </a:r>
            <a:r>
              <a:rPr lang="zh-CN" altLang="en-US" sz="1800" dirty="0">
                <a:solidFill>
                  <a:prstClr val="black"/>
                </a:solidFill>
                <a:latin typeface="华文楷体" panose="02010600040101010101" pitchFamily="2" charset="-122"/>
                <a:ea typeface="华文楷体" panose="02010600040101010101" pitchFamily="2" charset="-122"/>
              </a:rPr>
              <a:t>某软件企业希望通过某信息化项目投资在第</a:t>
            </a:r>
            <a:r>
              <a:rPr lang="en-US" altLang="zh-CN" sz="1800" dirty="0">
                <a:solidFill>
                  <a:prstClr val="black"/>
                </a:solidFill>
                <a:latin typeface="华文楷体" panose="02010600040101010101" pitchFamily="2" charset="-122"/>
                <a:ea typeface="华文楷体" panose="02010600040101010101" pitchFamily="2" charset="-122"/>
              </a:rPr>
              <a:t>4</a:t>
            </a:r>
            <a:r>
              <a:rPr lang="zh-CN" altLang="en-US" sz="1800" dirty="0">
                <a:solidFill>
                  <a:prstClr val="black"/>
                </a:solidFill>
                <a:latin typeface="华文楷体" panose="02010600040101010101" pitchFamily="2" charset="-122"/>
                <a:ea typeface="华文楷体" panose="02010600040101010101" pitchFamily="2" charset="-122"/>
              </a:rPr>
              <a:t>年末得到</a:t>
            </a:r>
            <a:r>
              <a:rPr lang="en-US" altLang="zh-CN" sz="1800" dirty="0">
                <a:solidFill>
                  <a:prstClr val="black"/>
                </a:solidFill>
                <a:latin typeface="华文楷体" panose="02010600040101010101" pitchFamily="2" charset="-122"/>
                <a:ea typeface="华文楷体" panose="02010600040101010101" pitchFamily="2" charset="-122"/>
              </a:rPr>
              <a:t>200</a:t>
            </a:r>
            <a:r>
              <a:rPr lang="zh-CN" altLang="en-US" sz="1800" dirty="0">
                <a:solidFill>
                  <a:prstClr val="black"/>
                </a:solidFill>
                <a:latin typeface="华文楷体" panose="02010600040101010101" pitchFamily="2" charset="-122"/>
                <a:ea typeface="华文楷体" panose="02010600040101010101" pitchFamily="2" charset="-122"/>
              </a:rPr>
              <a:t>万元的资金，若按年利率为</a:t>
            </a:r>
            <a:r>
              <a:rPr lang="en-US" altLang="zh-CN" sz="1800" dirty="0">
                <a:solidFill>
                  <a:prstClr val="black"/>
                </a:solidFill>
                <a:latin typeface="华文楷体" panose="02010600040101010101" pitchFamily="2" charset="-122"/>
                <a:ea typeface="华文楷体" panose="02010600040101010101" pitchFamily="2" charset="-122"/>
              </a:rPr>
              <a:t>8%</a:t>
            </a:r>
            <a:r>
              <a:rPr lang="zh-CN" altLang="en-US" sz="1800" dirty="0">
                <a:solidFill>
                  <a:prstClr val="black"/>
                </a:solidFill>
                <a:latin typeface="华文楷体" panose="02010600040101010101" pitchFamily="2" charset="-122"/>
                <a:ea typeface="华文楷体" panose="02010600040101010101" pitchFamily="2" charset="-122"/>
              </a:rPr>
              <a:t>进行复利计息，试问该企业现需要一次性投入多少资金？</a:t>
            </a: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4CC97E62-CE18-8EFD-9F3B-02DD04664BD1}"/>
              </a:ext>
            </a:extLst>
          </p:cNvPr>
          <p:cNvPicPr>
            <a:picLocks noChangeAspect="1"/>
          </p:cNvPicPr>
          <p:nvPr/>
        </p:nvPicPr>
        <p:blipFill>
          <a:blip r:embed="rId3"/>
          <a:stretch>
            <a:fillRect/>
          </a:stretch>
        </p:blipFill>
        <p:spPr>
          <a:xfrm>
            <a:off x="515257" y="1969198"/>
            <a:ext cx="7803397" cy="2790347"/>
          </a:xfrm>
          <a:prstGeom prst="rect">
            <a:avLst/>
          </a:prstGeom>
        </p:spPr>
      </p:pic>
    </p:spTree>
    <p:extLst>
      <p:ext uri="{BB962C8B-B14F-4D97-AF65-F5344CB8AC3E}">
        <p14:creationId xmlns:p14="http://schemas.microsoft.com/office/powerpoint/2010/main" val="9598500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blinds(horizontal)">
                                      <p:cBhvr>
                                        <p:cTn id="21"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21657" y="108876"/>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现金流的贴现与预计</a:t>
            </a:r>
          </a:p>
        </p:txBody>
      </p:sp>
      <p:sp>
        <p:nvSpPr>
          <p:cNvPr id="4" name="文本框 3">
            <a:extLst>
              <a:ext uri="{FF2B5EF4-FFF2-40B4-BE49-F238E27FC236}">
                <a16:creationId xmlns:a16="http://schemas.microsoft.com/office/drawing/2014/main" id="{1E9F60F6-8989-D005-E87E-DD8DCF187384}"/>
              </a:ext>
            </a:extLst>
          </p:cNvPr>
          <p:cNvSpPr txBox="1"/>
          <p:nvPr/>
        </p:nvSpPr>
        <p:spPr>
          <a:xfrm>
            <a:off x="371847" y="934167"/>
            <a:ext cx="8256896" cy="646331"/>
          </a:xfrm>
          <a:prstGeom prst="rect">
            <a:avLst/>
          </a:prstGeom>
          <a:noFill/>
        </p:spPr>
        <p:txBody>
          <a:bodyPr wrap="square">
            <a:spAutoFit/>
          </a:bodyPr>
          <a:lstStyle/>
          <a:p>
            <a:r>
              <a:rPr lang="zh-CN" altLang="en-US" dirty="0"/>
              <a:t> 在软件工程项目的多方案比较与评价时，通常选择现在的时点作为现值，把方案所预计的不同时点的现金流量折算为现值，并按照现值的代数和来做方案的决策</a:t>
            </a:r>
          </a:p>
        </p:txBody>
      </p:sp>
      <p:pic>
        <p:nvPicPr>
          <p:cNvPr id="5" name="图片 4">
            <a:extLst>
              <a:ext uri="{FF2B5EF4-FFF2-40B4-BE49-F238E27FC236}">
                <a16:creationId xmlns:a16="http://schemas.microsoft.com/office/drawing/2014/main" id="{7E8DE3A2-8284-A10C-A3DF-C77385488B1F}"/>
              </a:ext>
            </a:extLst>
          </p:cNvPr>
          <p:cNvPicPr>
            <a:picLocks noChangeAspect="1"/>
          </p:cNvPicPr>
          <p:nvPr/>
        </p:nvPicPr>
        <p:blipFill>
          <a:blip r:embed="rId3"/>
          <a:stretch>
            <a:fillRect/>
          </a:stretch>
        </p:blipFill>
        <p:spPr>
          <a:xfrm>
            <a:off x="515257" y="1716448"/>
            <a:ext cx="6774392" cy="2945070"/>
          </a:xfrm>
          <a:prstGeom prst="rect">
            <a:avLst/>
          </a:prstGeom>
        </p:spPr>
      </p:pic>
    </p:spTree>
    <p:extLst>
      <p:ext uri="{BB962C8B-B14F-4D97-AF65-F5344CB8AC3E}">
        <p14:creationId xmlns:p14="http://schemas.microsoft.com/office/powerpoint/2010/main" val="35303666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nSpc>
                <a:spcPct val="90000"/>
              </a:lnSpc>
              <a:buClr>
                <a:prstClr val="black"/>
              </a:buClr>
              <a:buNone/>
            </a:pPr>
            <a:r>
              <a:rPr lang="zh-CN" altLang="en-US" sz="1800" dirty="0">
                <a:solidFill>
                  <a:prstClr val="black"/>
                </a:solidFill>
                <a:latin typeface="华文楷体" panose="02010600040101010101" pitchFamily="2" charset="-122"/>
                <a:ea typeface="华文楷体" panose="02010600040101010101" pitchFamily="2" charset="-122"/>
              </a:rPr>
              <a:t>（</a:t>
            </a:r>
            <a:r>
              <a:rPr lang="en-US" altLang="zh-CN" sz="1800" dirty="0">
                <a:solidFill>
                  <a:prstClr val="black"/>
                </a:solidFill>
                <a:latin typeface="华文楷体" panose="02010600040101010101" pitchFamily="2" charset="-122"/>
                <a:ea typeface="华文楷体" panose="02010600040101010101" pitchFamily="2" charset="-122"/>
              </a:rPr>
              <a:t>3</a:t>
            </a:r>
            <a:r>
              <a:rPr lang="zh-CN" altLang="en-US" sz="1800" dirty="0">
                <a:solidFill>
                  <a:prstClr val="black"/>
                </a:solidFill>
                <a:latin typeface="华文楷体" panose="02010600040101010101" pitchFamily="2" charset="-122"/>
                <a:ea typeface="华文楷体" panose="02010600040101010101" pitchFamily="2" charset="-122"/>
              </a:rPr>
              <a:t>）等额支付终值公式（又称为年金终值公式，已知</a:t>
            </a:r>
            <a:r>
              <a:rPr lang="en-US" altLang="zh-CN" sz="1800" dirty="0">
                <a:solidFill>
                  <a:prstClr val="black"/>
                </a:solidFill>
                <a:latin typeface="华文楷体" panose="02010600040101010101" pitchFamily="2" charset="-122"/>
                <a:ea typeface="华文楷体" panose="02010600040101010101" pitchFamily="2" charset="-122"/>
              </a:rPr>
              <a:t>A</a:t>
            </a:r>
            <a:r>
              <a:rPr lang="zh-CN" altLang="en-US" sz="1800" dirty="0">
                <a:solidFill>
                  <a:prstClr val="black"/>
                </a:solidFill>
                <a:latin typeface="华文楷体" panose="02010600040101010101" pitchFamily="2" charset="-122"/>
                <a:ea typeface="华文楷体" panose="02010600040101010101" pitchFamily="2" charset="-122"/>
              </a:rPr>
              <a:t>，求</a:t>
            </a:r>
            <a:r>
              <a:rPr lang="en-US" altLang="zh-CN" sz="1800" dirty="0">
                <a:solidFill>
                  <a:prstClr val="black"/>
                </a:solidFill>
                <a:latin typeface="华文楷体" panose="02010600040101010101" pitchFamily="2" charset="-122"/>
                <a:ea typeface="华文楷体" panose="02010600040101010101" pitchFamily="2" charset="-122"/>
              </a:rPr>
              <a:t>F</a:t>
            </a:r>
            <a:r>
              <a:rPr lang="zh-CN" altLang="en-US" sz="1800" dirty="0">
                <a:solidFill>
                  <a:prstClr val="black"/>
                </a:solidFill>
                <a:latin typeface="华文楷体" panose="02010600040101010101" pitchFamily="2" charset="-122"/>
                <a:ea typeface="华文楷体" panose="02010600040101010101" pitchFamily="2" charset="-122"/>
              </a:rPr>
              <a:t>）</a:t>
            </a:r>
          </a:p>
          <a:p>
            <a:pPr lvl="0">
              <a:lnSpc>
                <a:spcPct val="90000"/>
              </a:lnSpc>
              <a:buClr>
                <a:prstClr val="black"/>
              </a:buClr>
              <a:buNone/>
            </a:pPr>
            <a:endParaRPr lang="zh-CN" altLang="en-US" sz="1800" dirty="0">
              <a:solidFill>
                <a:prstClr val="black"/>
              </a:solidFill>
              <a:latin typeface="华文楷体" panose="02010600040101010101" pitchFamily="2" charset="-122"/>
              <a:ea typeface="华文楷体" panose="02010600040101010101" pitchFamily="2" charset="-122"/>
            </a:endParaRPr>
          </a:p>
          <a:p>
            <a:pPr lvl="0">
              <a:lnSpc>
                <a:spcPct val="90000"/>
              </a:lnSpc>
              <a:buClr>
                <a:prstClr val="black"/>
              </a:buClr>
              <a:buNone/>
            </a:pPr>
            <a:r>
              <a:rPr lang="zh-CN" altLang="en-US" sz="1800" dirty="0">
                <a:solidFill>
                  <a:prstClr val="black"/>
                </a:solidFill>
                <a:latin typeface="华文楷体" panose="02010600040101010101" pitchFamily="2" charset="-122"/>
                <a:ea typeface="华文楷体" panose="02010600040101010101" pitchFamily="2" charset="-122"/>
              </a:rPr>
              <a:t>​ 对于某个</a:t>
            </a:r>
            <a:r>
              <a:rPr lang="en-US" altLang="zh-CN" sz="1800" dirty="0">
                <a:solidFill>
                  <a:prstClr val="black"/>
                </a:solidFill>
                <a:latin typeface="华文楷体" panose="02010600040101010101" pitchFamily="2" charset="-122"/>
                <a:ea typeface="华文楷体" panose="02010600040101010101" pitchFamily="2" charset="-122"/>
              </a:rPr>
              <a:t>IT</a:t>
            </a:r>
            <a:r>
              <a:rPr lang="zh-CN" altLang="en-US" sz="1800" dirty="0">
                <a:solidFill>
                  <a:prstClr val="black"/>
                </a:solidFill>
                <a:latin typeface="华文楷体" panose="02010600040101010101" pitchFamily="2" charset="-122"/>
                <a:ea typeface="华文楷体" panose="02010600040101010101" pitchFamily="2" charset="-122"/>
              </a:rPr>
              <a:t>项目相应的经济系统，在其每个计息周期的期末（不含第</a:t>
            </a:r>
            <a:r>
              <a:rPr lang="en-US" altLang="zh-CN" sz="1800" dirty="0">
                <a:solidFill>
                  <a:prstClr val="black"/>
                </a:solidFill>
                <a:latin typeface="华文楷体" panose="02010600040101010101" pitchFamily="2" charset="-122"/>
                <a:ea typeface="华文楷体" panose="02010600040101010101" pitchFamily="2" charset="-122"/>
              </a:rPr>
              <a:t>0</a:t>
            </a:r>
            <a:r>
              <a:rPr lang="zh-CN" altLang="en-US" sz="1800" dirty="0">
                <a:solidFill>
                  <a:prstClr val="black"/>
                </a:solidFill>
                <a:latin typeface="华文楷体" panose="02010600040101010101" pitchFamily="2" charset="-122"/>
                <a:ea typeface="华文楷体" panose="02010600040101010101" pitchFamily="2" charset="-122"/>
              </a:rPr>
              <a:t>期）都支付相同数额的</a:t>
            </a:r>
            <a:r>
              <a:rPr lang="en-US" altLang="zh-CN" sz="1800" dirty="0">
                <a:solidFill>
                  <a:prstClr val="black"/>
                </a:solidFill>
                <a:latin typeface="华文楷体" panose="02010600040101010101" pitchFamily="2" charset="-122"/>
                <a:ea typeface="华文楷体" panose="02010600040101010101" pitchFamily="2" charset="-122"/>
              </a:rPr>
              <a:t>A</a:t>
            </a:r>
            <a:r>
              <a:rPr lang="zh-CN" altLang="en-US" sz="1800" dirty="0">
                <a:solidFill>
                  <a:prstClr val="black"/>
                </a:solidFill>
                <a:latin typeface="华文楷体" panose="02010600040101010101" pitchFamily="2" charset="-122"/>
                <a:ea typeface="华文楷体" panose="02010600040101010101" pitchFamily="2" charset="-122"/>
              </a:rPr>
              <a:t>，在年利率为 𝑖 时，求该系统</a:t>
            </a:r>
            <a:r>
              <a:rPr lang="en-US" altLang="zh-CN" sz="1800" dirty="0">
                <a:solidFill>
                  <a:prstClr val="black"/>
                </a:solidFill>
                <a:latin typeface="华文楷体" panose="02010600040101010101" pitchFamily="2" charset="-122"/>
                <a:ea typeface="华文楷体" panose="02010600040101010101" pitchFamily="2" charset="-122"/>
              </a:rPr>
              <a:t>n</a:t>
            </a:r>
            <a:r>
              <a:rPr lang="zh-CN" altLang="en-US" sz="1800" dirty="0">
                <a:solidFill>
                  <a:prstClr val="black"/>
                </a:solidFill>
                <a:latin typeface="华文楷体" panose="02010600040101010101" pitchFamily="2" charset="-122"/>
                <a:ea typeface="华文楷体" panose="02010600040101010101" pitchFamily="2" charset="-122"/>
              </a:rPr>
              <a:t>年后的终值，即为等额支付终值的计算问题，其现金流量图如图</a:t>
            </a:r>
            <a:r>
              <a:rPr lang="en-US" altLang="zh-CN" sz="1800" dirty="0">
                <a:solidFill>
                  <a:prstClr val="black"/>
                </a:solidFill>
                <a:latin typeface="华文楷体" panose="02010600040101010101" pitchFamily="2" charset="-122"/>
                <a:ea typeface="华文楷体" panose="02010600040101010101" pitchFamily="2" charset="-122"/>
              </a:rPr>
              <a:t>2.12</a:t>
            </a:r>
            <a:r>
              <a:rPr lang="zh-CN" altLang="en-US" sz="1800" dirty="0">
                <a:solidFill>
                  <a:prstClr val="black"/>
                </a:solidFill>
                <a:latin typeface="华文楷体" panose="02010600040101010101" pitchFamily="2" charset="-122"/>
                <a:ea typeface="华文楷体" panose="02010600040101010101" pitchFamily="2" charset="-122"/>
              </a:rPr>
              <a:t>所示。</a:t>
            </a: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72DAC673-0777-361F-9E2B-704813594C63}"/>
              </a:ext>
            </a:extLst>
          </p:cNvPr>
          <p:cNvPicPr>
            <a:picLocks noChangeAspect="1"/>
          </p:cNvPicPr>
          <p:nvPr/>
        </p:nvPicPr>
        <p:blipFill>
          <a:blip r:embed="rId3"/>
          <a:stretch>
            <a:fillRect/>
          </a:stretch>
        </p:blipFill>
        <p:spPr>
          <a:xfrm>
            <a:off x="646880" y="2537504"/>
            <a:ext cx="4829921" cy="1981882"/>
          </a:xfrm>
          <a:prstGeom prst="rect">
            <a:avLst/>
          </a:prstGeom>
        </p:spPr>
      </p:pic>
    </p:spTree>
    <p:extLst>
      <p:ext uri="{BB962C8B-B14F-4D97-AF65-F5344CB8AC3E}">
        <p14:creationId xmlns:p14="http://schemas.microsoft.com/office/powerpoint/2010/main" val="152047116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blinds(horizontal)">
                                      <p:cBhvr>
                                        <p:cTn id="21"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）等额支付终值公式（又称为年金终值公式，已知</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，求</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F</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endPar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87327FCF-4A10-B221-C18B-4C0B0F383292}"/>
              </a:ext>
            </a:extLst>
          </p:cNvPr>
          <p:cNvPicPr>
            <a:picLocks noChangeAspect="1"/>
          </p:cNvPicPr>
          <p:nvPr/>
        </p:nvPicPr>
        <p:blipFill>
          <a:blip r:embed="rId3"/>
          <a:stretch>
            <a:fillRect/>
          </a:stretch>
        </p:blipFill>
        <p:spPr>
          <a:xfrm>
            <a:off x="708985" y="1337060"/>
            <a:ext cx="7194657" cy="3571113"/>
          </a:xfrm>
          <a:prstGeom prst="rect">
            <a:avLst/>
          </a:prstGeom>
        </p:spPr>
      </p:pic>
    </p:spTree>
    <p:extLst>
      <p:ext uri="{BB962C8B-B14F-4D97-AF65-F5344CB8AC3E}">
        <p14:creationId xmlns:p14="http://schemas.microsoft.com/office/powerpoint/2010/main" val="417960813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例</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2.11】</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某</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IT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企业在</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年内，每年年末存入银行</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万元，按年利率均为</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的复利计算，在第</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年末该企业可以连本带利取出多少资金？</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67B7593B-7B4D-BA7E-1B2F-96D60DC8CEE9}"/>
              </a:ext>
            </a:extLst>
          </p:cNvPr>
          <p:cNvPicPr>
            <a:picLocks noChangeAspect="1"/>
          </p:cNvPicPr>
          <p:nvPr/>
        </p:nvPicPr>
        <p:blipFill>
          <a:blip r:embed="rId3"/>
          <a:stretch>
            <a:fillRect/>
          </a:stretch>
        </p:blipFill>
        <p:spPr>
          <a:xfrm>
            <a:off x="515257" y="1723320"/>
            <a:ext cx="7935132" cy="919141"/>
          </a:xfrm>
          <a:prstGeom prst="rect">
            <a:avLst/>
          </a:prstGeom>
        </p:spPr>
      </p:pic>
      <p:pic>
        <p:nvPicPr>
          <p:cNvPr id="4" name="图片 3">
            <a:extLst>
              <a:ext uri="{FF2B5EF4-FFF2-40B4-BE49-F238E27FC236}">
                <a16:creationId xmlns:a16="http://schemas.microsoft.com/office/drawing/2014/main" id="{6DB6CF8B-B3E5-4F52-C7A6-6F1DB0FCE148}"/>
              </a:ext>
            </a:extLst>
          </p:cNvPr>
          <p:cNvPicPr>
            <a:picLocks noChangeAspect="1"/>
          </p:cNvPicPr>
          <p:nvPr/>
        </p:nvPicPr>
        <p:blipFill>
          <a:blip r:embed="rId4"/>
          <a:stretch>
            <a:fillRect/>
          </a:stretch>
        </p:blipFill>
        <p:spPr>
          <a:xfrm>
            <a:off x="198915" y="2971529"/>
            <a:ext cx="8768227" cy="1666627"/>
          </a:xfrm>
          <a:prstGeom prst="rect">
            <a:avLst/>
          </a:prstGeom>
        </p:spPr>
      </p:pic>
    </p:spTree>
    <p:extLst>
      <p:ext uri="{BB962C8B-B14F-4D97-AF65-F5344CB8AC3E}">
        <p14:creationId xmlns:p14="http://schemas.microsoft.com/office/powerpoint/2010/main" val="183815766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(4</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）等额支付偿债基金公式（已知</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F</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，求</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endPar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偿债基金的计算是等额支付终值计算的逆运算，当年利率为 𝑖 ，求</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n</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年年末的资金</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F</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换算为与其等值的</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n</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年中每年年末的等额资金（</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），即为偿债基金的计算问题，其现金流量图如图</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2.13</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所示。</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3E04FDC3-2F46-114E-3199-7A1BD8F0EA82}"/>
              </a:ext>
            </a:extLst>
          </p:cNvPr>
          <p:cNvPicPr>
            <a:picLocks noChangeAspect="1"/>
          </p:cNvPicPr>
          <p:nvPr/>
        </p:nvPicPr>
        <p:blipFill>
          <a:blip r:embed="rId3"/>
          <a:stretch>
            <a:fillRect/>
          </a:stretch>
        </p:blipFill>
        <p:spPr>
          <a:xfrm>
            <a:off x="646880" y="2470839"/>
            <a:ext cx="4840556" cy="2346228"/>
          </a:xfrm>
          <a:prstGeom prst="rect">
            <a:avLst/>
          </a:prstGeom>
        </p:spPr>
      </p:pic>
    </p:spTree>
    <p:extLst>
      <p:ext uri="{BB962C8B-B14F-4D97-AF65-F5344CB8AC3E}">
        <p14:creationId xmlns:p14="http://schemas.microsoft.com/office/powerpoint/2010/main" val="15083271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4</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）等额支付偿债基金公式（已知</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F</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，求</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endPar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517CB4FA-C6DA-B630-C2F5-CDF4C7F2D4D2}"/>
              </a:ext>
            </a:extLst>
          </p:cNvPr>
          <p:cNvPicPr>
            <a:picLocks noChangeAspect="1"/>
          </p:cNvPicPr>
          <p:nvPr/>
        </p:nvPicPr>
        <p:blipFill>
          <a:blip r:embed="rId3"/>
          <a:stretch>
            <a:fillRect/>
          </a:stretch>
        </p:blipFill>
        <p:spPr>
          <a:xfrm>
            <a:off x="515257" y="1790751"/>
            <a:ext cx="7952732" cy="2458617"/>
          </a:xfrm>
          <a:prstGeom prst="rect">
            <a:avLst/>
          </a:prstGeom>
        </p:spPr>
      </p:pic>
    </p:spTree>
    <p:extLst>
      <p:ext uri="{BB962C8B-B14F-4D97-AF65-F5344CB8AC3E}">
        <p14:creationId xmlns:p14="http://schemas.microsoft.com/office/powerpoint/2010/main" val="9296953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例</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2.12】</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某</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ERP</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企业计划自筹资金在</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年后获得</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500</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万元资金进行某新技术开发，依据市场行情，银行利率为</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，则从今年开始每年年末应筹集多少资金存入银行？</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endPar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EACD69CA-2C84-871D-BCB4-1E9750FA73AD}"/>
              </a:ext>
            </a:extLst>
          </p:cNvPr>
          <p:cNvPicPr>
            <a:picLocks noChangeAspect="1"/>
          </p:cNvPicPr>
          <p:nvPr/>
        </p:nvPicPr>
        <p:blipFill>
          <a:blip r:embed="rId3"/>
          <a:stretch>
            <a:fillRect/>
          </a:stretch>
        </p:blipFill>
        <p:spPr>
          <a:xfrm>
            <a:off x="515257" y="2034254"/>
            <a:ext cx="8222343" cy="2013635"/>
          </a:xfrm>
          <a:prstGeom prst="rect">
            <a:avLst/>
          </a:prstGeom>
        </p:spPr>
      </p:pic>
    </p:spTree>
    <p:extLst>
      <p:ext uri="{BB962C8B-B14F-4D97-AF65-F5344CB8AC3E}">
        <p14:creationId xmlns:p14="http://schemas.microsoft.com/office/powerpoint/2010/main" val="226055795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(5</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）等额支付现值公式（又称为年金现值公式，已知</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，求</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P</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1679B2C2-3B4F-13D5-3B68-495EA43E4B84}"/>
              </a:ext>
            </a:extLst>
          </p:cNvPr>
          <p:cNvPicPr>
            <a:picLocks noChangeAspect="1"/>
          </p:cNvPicPr>
          <p:nvPr/>
        </p:nvPicPr>
        <p:blipFill>
          <a:blip r:embed="rId3"/>
          <a:stretch>
            <a:fillRect/>
          </a:stretch>
        </p:blipFill>
        <p:spPr>
          <a:xfrm>
            <a:off x="515257" y="1586927"/>
            <a:ext cx="8299342" cy="3051229"/>
          </a:xfrm>
          <a:prstGeom prst="rect">
            <a:avLst/>
          </a:prstGeom>
        </p:spPr>
      </p:pic>
    </p:spTree>
    <p:extLst>
      <p:ext uri="{BB962C8B-B14F-4D97-AF65-F5344CB8AC3E}">
        <p14:creationId xmlns:p14="http://schemas.microsoft.com/office/powerpoint/2010/main" val="4370526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例</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2.13】</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假设某</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IT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企业期望在</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8</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年时间内的每年年末能从银行取回</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200</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万元，如果按</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的复利计息，则该企业现在需要存入银行多少资金？​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D568AC40-565A-34CF-2FAE-F00F6F972E19}"/>
              </a:ext>
            </a:extLst>
          </p:cNvPr>
          <p:cNvPicPr>
            <a:picLocks noChangeAspect="1"/>
          </p:cNvPicPr>
          <p:nvPr/>
        </p:nvPicPr>
        <p:blipFill>
          <a:blip r:embed="rId3"/>
          <a:stretch>
            <a:fillRect/>
          </a:stretch>
        </p:blipFill>
        <p:spPr>
          <a:xfrm>
            <a:off x="515257" y="1818801"/>
            <a:ext cx="8379677" cy="1894686"/>
          </a:xfrm>
          <a:prstGeom prst="rect">
            <a:avLst/>
          </a:prstGeom>
        </p:spPr>
      </p:pic>
    </p:spTree>
    <p:extLst>
      <p:ext uri="{BB962C8B-B14F-4D97-AF65-F5344CB8AC3E}">
        <p14:creationId xmlns:p14="http://schemas.microsoft.com/office/powerpoint/2010/main" val="15977374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）等额支付资金回收公式（已知</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P</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，求</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BA08F96A-1872-E703-6A09-1D4461F46E52}"/>
              </a:ext>
            </a:extLst>
          </p:cNvPr>
          <p:cNvPicPr>
            <a:picLocks noChangeAspect="1"/>
          </p:cNvPicPr>
          <p:nvPr/>
        </p:nvPicPr>
        <p:blipFill>
          <a:blip r:embed="rId3"/>
          <a:stretch>
            <a:fillRect/>
          </a:stretch>
        </p:blipFill>
        <p:spPr>
          <a:xfrm>
            <a:off x="646880" y="1621793"/>
            <a:ext cx="8338088" cy="3016363"/>
          </a:xfrm>
          <a:prstGeom prst="rect">
            <a:avLst/>
          </a:prstGeom>
        </p:spPr>
      </p:pic>
    </p:spTree>
    <p:extLst>
      <p:ext uri="{BB962C8B-B14F-4D97-AF65-F5344CB8AC3E}">
        <p14:creationId xmlns:p14="http://schemas.microsoft.com/office/powerpoint/2010/main" val="194739409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例</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2.14】</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某</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IT</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企业向银行贷款</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3500</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万元投入某项目建设，按年利率为</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8%</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的复利计算，若在</a:t>
            </a:r>
            <a:r>
              <a:rPr kumimoji="0" lang="en-US" altLang="zh-CN"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6</a:t>
            </a: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年内每年年末按等额还款的方式，则每年年末应还款的资金是多少？​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3" name="图片 2">
            <a:extLst>
              <a:ext uri="{FF2B5EF4-FFF2-40B4-BE49-F238E27FC236}">
                <a16:creationId xmlns:a16="http://schemas.microsoft.com/office/drawing/2014/main" id="{72D677EA-058D-7FDA-06EE-838382A393C1}"/>
              </a:ext>
            </a:extLst>
          </p:cNvPr>
          <p:cNvPicPr>
            <a:picLocks noChangeAspect="1"/>
          </p:cNvPicPr>
          <p:nvPr/>
        </p:nvPicPr>
        <p:blipFill>
          <a:blip r:embed="rId3"/>
          <a:stretch>
            <a:fillRect/>
          </a:stretch>
        </p:blipFill>
        <p:spPr>
          <a:xfrm>
            <a:off x="515257" y="2095076"/>
            <a:ext cx="8345837" cy="1990358"/>
          </a:xfrm>
          <a:prstGeom prst="rect">
            <a:avLst/>
          </a:prstGeom>
        </p:spPr>
      </p:pic>
    </p:spTree>
    <p:extLst>
      <p:ext uri="{BB962C8B-B14F-4D97-AF65-F5344CB8AC3E}">
        <p14:creationId xmlns:p14="http://schemas.microsoft.com/office/powerpoint/2010/main" val="28684821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lang="zh-CN" altLang="en-US" sz="1800" b="1" dirty="0">
                <a:solidFill>
                  <a:prstClr val="black"/>
                </a:solidFill>
                <a:latin typeface="华文楷体" panose="02010600040101010101" pitchFamily="2" charset="-122"/>
                <a:ea typeface="华文楷体" panose="02010600040101010101" pitchFamily="2" charset="-122"/>
              </a:rPr>
              <a:t>等值计算公式</a:t>
            </a:r>
            <a:r>
              <a:rPr kumimoji="0" lang="zh-CN" altLang="en-US" sz="1800" b="1"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4" name="图片 3">
            <a:extLst>
              <a:ext uri="{FF2B5EF4-FFF2-40B4-BE49-F238E27FC236}">
                <a16:creationId xmlns:a16="http://schemas.microsoft.com/office/drawing/2014/main" id="{1F584AE7-F78A-CC88-CB99-B7B13E554BA2}"/>
              </a:ext>
            </a:extLst>
          </p:cNvPr>
          <p:cNvPicPr>
            <a:picLocks noChangeAspect="1"/>
          </p:cNvPicPr>
          <p:nvPr/>
        </p:nvPicPr>
        <p:blipFill>
          <a:blip r:embed="rId3"/>
          <a:stretch>
            <a:fillRect/>
          </a:stretch>
        </p:blipFill>
        <p:spPr>
          <a:xfrm>
            <a:off x="2175762" y="867664"/>
            <a:ext cx="6263064" cy="3570421"/>
          </a:xfrm>
          <a:prstGeom prst="rect">
            <a:avLst/>
          </a:prstGeom>
        </p:spPr>
      </p:pic>
    </p:spTree>
    <p:extLst>
      <p:ext uri="{BB962C8B-B14F-4D97-AF65-F5344CB8AC3E}">
        <p14:creationId xmlns:p14="http://schemas.microsoft.com/office/powerpoint/2010/main" val="26143557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sp>
        <p:nvSpPr>
          <p:cNvPr id="6" name="Rectangle 3">
            <a:extLst>
              <a:ext uri="{FF2B5EF4-FFF2-40B4-BE49-F238E27FC236}">
                <a16:creationId xmlns:a16="http://schemas.microsoft.com/office/drawing/2014/main" id="{AD12EDDB-659C-4FE1-B015-9B156E3C4EA3}"/>
              </a:ext>
            </a:extLst>
          </p:cNvPr>
          <p:cNvSpPr txBox="1">
            <a:spLocks noChangeArrowheads="1"/>
          </p:cNvSpPr>
          <p:nvPr/>
        </p:nvSpPr>
        <p:spPr>
          <a:xfrm>
            <a:off x="515257" y="894132"/>
            <a:ext cx="8113486" cy="37440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例</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2.15】</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某</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IT</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企业计划投资某信息系统项目，该项目在前</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年初分别投资</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180</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160</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万元和</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150</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万元；预计第</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年至第</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8</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年获得收益，其中每年的营业收入为</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300</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万元，经营成本预计为</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90</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万元。投资者希望能通过投资该项目能达到</a:t>
            </a:r>
            <a:r>
              <a:rPr kumimoji="0" lang="en-US" altLang="zh-CN"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25%</a:t>
            </a:r>
            <a:r>
              <a:rPr kumimoji="0" lang="zh-CN" altLang="en-US" sz="1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的毛利率（即不考虑税收），试问该企业如何决策是否投资该信息系统项目？​ </a:t>
            </a:r>
          </a:p>
          <a:p>
            <a:pPr marL="342900" marR="0" lvl="0" indent="-342900" algn="l" defTabSz="914400" rtl="0" eaLnBrk="1" fontAlgn="auto" latinLnBrk="0" hangingPunct="1">
              <a:lnSpc>
                <a:spcPct val="90000"/>
              </a:lnSpc>
              <a:spcBef>
                <a:spcPct val="20000"/>
              </a:spcBef>
              <a:spcAft>
                <a:spcPts val="0"/>
              </a:spcAft>
              <a:buClr>
                <a:prstClr val="black"/>
              </a:buClr>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pic>
        <p:nvPicPr>
          <p:cNvPr id="2" name="图片 1">
            <a:extLst>
              <a:ext uri="{FF2B5EF4-FFF2-40B4-BE49-F238E27FC236}">
                <a16:creationId xmlns:a16="http://schemas.microsoft.com/office/drawing/2014/main" id="{5B900980-CE25-C523-A0E3-5CB71EDDAE90}"/>
              </a:ext>
            </a:extLst>
          </p:cNvPr>
          <p:cNvPicPr>
            <a:picLocks noChangeAspect="1"/>
          </p:cNvPicPr>
          <p:nvPr/>
        </p:nvPicPr>
        <p:blipFill>
          <a:blip r:embed="rId3"/>
          <a:stretch>
            <a:fillRect/>
          </a:stretch>
        </p:blipFill>
        <p:spPr>
          <a:xfrm>
            <a:off x="784268" y="2416758"/>
            <a:ext cx="6160656" cy="2287623"/>
          </a:xfrm>
          <a:prstGeom prst="rect">
            <a:avLst/>
          </a:prstGeom>
        </p:spPr>
      </p:pic>
    </p:spTree>
    <p:extLst>
      <p:ext uri="{BB962C8B-B14F-4D97-AF65-F5344CB8AC3E}">
        <p14:creationId xmlns:p14="http://schemas.microsoft.com/office/powerpoint/2010/main" val="61852060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pic>
        <p:nvPicPr>
          <p:cNvPr id="3" name="图片 2">
            <a:extLst>
              <a:ext uri="{FF2B5EF4-FFF2-40B4-BE49-F238E27FC236}">
                <a16:creationId xmlns:a16="http://schemas.microsoft.com/office/drawing/2014/main" id="{10B14A20-15F7-6BB9-4141-07D9EF19DE68}"/>
              </a:ext>
            </a:extLst>
          </p:cNvPr>
          <p:cNvPicPr>
            <a:picLocks noChangeAspect="1"/>
          </p:cNvPicPr>
          <p:nvPr/>
        </p:nvPicPr>
        <p:blipFill>
          <a:blip r:embed="rId3"/>
          <a:stretch>
            <a:fillRect/>
          </a:stretch>
        </p:blipFill>
        <p:spPr>
          <a:xfrm>
            <a:off x="515256" y="880690"/>
            <a:ext cx="7636851" cy="3948941"/>
          </a:xfrm>
          <a:prstGeom prst="rect">
            <a:avLst/>
          </a:prstGeom>
        </p:spPr>
      </p:pic>
    </p:spTree>
    <p:extLst>
      <p:ext uri="{BB962C8B-B14F-4D97-AF65-F5344CB8AC3E}">
        <p14:creationId xmlns:p14="http://schemas.microsoft.com/office/powerpoint/2010/main" val="40044225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63272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现金流的贴现与预计</a:t>
            </a:r>
          </a:p>
        </p:txBody>
      </p:sp>
      <p:pic>
        <p:nvPicPr>
          <p:cNvPr id="2" name="图片 1">
            <a:extLst>
              <a:ext uri="{FF2B5EF4-FFF2-40B4-BE49-F238E27FC236}">
                <a16:creationId xmlns:a16="http://schemas.microsoft.com/office/drawing/2014/main" id="{761CBC79-E0E9-8B8D-5DBF-D7D50C37EE41}"/>
              </a:ext>
            </a:extLst>
          </p:cNvPr>
          <p:cNvPicPr>
            <a:picLocks noChangeAspect="1"/>
          </p:cNvPicPr>
          <p:nvPr/>
        </p:nvPicPr>
        <p:blipFill>
          <a:blip r:embed="rId3"/>
          <a:stretch>
            <a:fillRect/>
          </a:stretch>
        </p:blipFill>
        <p:spPr>
          <a:xfrm>
            <a:off x="453387" y="1152098"/>
            <a:ext cx="8175356" cy="2658326"/>
          </a:xfrm>
          <a:prstGeom prst="rect">
            <a:avLst/>
          </a:prstGeom>
        </p:spPr>
      </p:pic>
    </p:spTree>
    <p:extLst>
      <p:ext uri="{BB962C8B-B14F-4D97-AF65-F5344CB8AC3E}">
        <p14:creationId xmlns:p14="http://schemas.microsoft.com/office/powerpoint/2010/main" val="279236378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2.1 </a:t>
            </a:r>
            <a:r>
              <a:rPr lang="zh-CN" altLang="en-US" dirty="0">
                <a:solidFill>
                  <a:srgbClr val="000000"/>
                </a:solidFill>
                <a:latin typeface="华文楷体" panose="02010600040101010101" pitchFamily="2" charset="-122"/>
                <a:ea typeface="华文楷体" panose="02010600040101010101" pitchFamily="2" charset="-122"/>
              </a:rPr>
              <a:t>软件工程经济分析的基本要素 </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2.2 </a:t>
            </a:r>
            <a:r>
              <a:rPr lang="zh-CN" altLang="en-US" dirty="0">
                <a:solidFill>
                  <a:srgbClr val="000000"/>
                </a:solidFill>
                <a:latin typeface="华文楷体" panose="02010600040101010101" pitchFamily="2" charset="-122"/>
                <a:ea typeface="华文楷体" panose="02010600040101010101" pitchFamily="2" charset="-122"/>
              </a:rPr>
              <a:t>招标与投标 </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2.3 </a:t>
            </a:r>
            <a:r>
              <a:rPr lang="zh-CN" altLang="en-US" dirty="0">
                <a:solidFill>
                  <a:srgbClr val="000000"/>
                </a:solidFill>
                <a:latin typeface="华文楷体" panose="02010600040101010101" pitchFamily="2" charset="-122"/>
                <a:ea typeface="华文楷体" panose="02010600040101010101" pitchFamily="2" charset="-122"/>
              </a:rPr>
              <a:t>基于货币资金时间价值的现金流的贴现和预计</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b="1" dirty="0">
                <a:solidFill>
                  <a:srgbClr val="7030A0"/>
                </a:solidFill>
                <a:latin typeface="华文楷体" panose="02010600040101010101" pitchFamily="2" charset="-122"/>
                <a:ea typeface="华文楷体" panose="02010600040101010101" pitchFamily="2" charset="-122"/>
              </a:rPr>
              <a:t>2.4 </a:t>
            </a:r>
            <a:r>
              <a:rPr lang="zh-CN" altLang="en-US" b="1" dirty="0">
                <a:solidFill>
                  <a:srgbClr val="7030A0"/>
                </a:solidFill>
                <a:latin typeface="华文楷体" panose="02010600040101010101" pitchFamily="2" charset="-122"/>
                <a:ea typeface="华文楷体" panose="02010600040101010101" pitchFamily="2" charset="-122"/>
              </a:rPr>
              <a:t>项目评价与决策方法</a:t>
            </a:r>
            <a:endParaRPr lang="en-US" altLang="zh-CN"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28397969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2.1 </a:t>
            </a:r>
            <a:r>
              <a:rPr lang="zh-CN" altLang="en-US" dirty="0">
                <a:solidFill>
                  <a:srgbClr val="000000"/>
                </a:solidFill>
                <a:latin typeface="华文楷体" panose="02010600040101010101" pitchFamily="2" charset="-122"/>
                <a:ea typeface="华文楷体" panose="02010600040101010101" pitchFamily="2" charset="-122"/>
              </a:rPr>
              <a:t>软件工程经济分析的基本要素 </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2.2 </a:t>
            </a:r>
            <a:r>
              <a:rPr lang="zh-CN" altLang="en-US" dirty="0">
                <a:solidFill>
                  <a:srgbClr val="000000"/>
                </a:solidFill>
                <a:latin typeface="华文楷体" panose="02010600040101010101" pitchFamily="2" charset="-122"/>
                <a:ea typeface="华文楷体" panose="02010600040101010101" pitchFamily="2" charset="-122"/>
              </a:rPr>
              <a:t>招标与投标</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2.3 </a:t>
            </a:r>
            <a:r>
              <a:rPr lang="zh-CN" altLang="en-US" dirty="0">
                <a:solidFill>
                  <a:srgbClr val="000000"/>
                </a:solidFill>
                <a:latin typeface="华文楷体" panose="02010600040101010101" pitchFamily="2" charset="-122"/>
                <a:ea typeface="华文楷体" panose="02010600040101010101" pitchFamily="2" charset="-122"/>
              </a:rPr>
              <a:t>基于货币资金时间价值的现金流的贴现和预计</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b="1" dirty="0">
                <a:solidFill>
                  <a:srgbClr val="7030A0"/>
                </a:solidFill>
                <a:latin typeface="华文楷体" panose="02010600040101010101" pitchFamily="2" charset="-122"/>
                <a:ea typeface="华文楷体" panose="02010600040101010101" pitchFamily="2" charset="-122"/>
              </a:rPr>
              <a:t>2.4 </a:t>
            </a:r>
            <a:r>
              <a:rPr lang="zh-CN" altLang="en-US" b="1" dirty="0">
                <a:solidFill>
                  <a:srgbClr val="7030A0"/>
                </a:solidFill>
                <a:latin typeface="华文楷体" panose="02010600040101010101" pitchFamily="2" charset="-122"/>
                <a:ea typeface="华文楷体" panose="02010600040101010101" pitchFamily="2" charset="-122"/>
              </a:rPr>
              <a:t>项目评价与决策方法</a:t>
            </a:r>
          </a:p>
        </p:txBody>
      </p:sp>
    </p:spTree>
    <p:extLst>
      <p:ext uri="{BB962C8B-B14F-4D97-AF65-F5344CB8AC3E}">
        <p14:creationId xmlns:p14="http://schemas.microsoft.com/office/powerpoint/2010/main" val="263640822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思考题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问题</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软件项目的规划、设计、编码与测试过程中不同技术经济方案的比较、评价与选择？</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问题</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在建立开发平台中的硬件（服务器、测试设备、传感器等）设备选型与采购问题？</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问题</a:t>
            </a: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在组建团队时，对项目经理的选择？</a:t>
            </a:r>
          </a:p>
        </p:txBody>
      </p:sp>
    </p:spTree>
    <p:extLst>
      <p:ext uri="{BB962C8B-B14F-4D97-AF65-F5344CB8AC3E}">
        <p14:creationId xmlns:p14="http://schemas.microsoft.com/office/powerpoint/2010/main" val="109828867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项目评价与决策方法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7291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分析问题</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各软件开发方案要考虑：成本耗费、进度和工期、产出和效益、质量与可靠性等多个属性。</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分析问题</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硬件设备的选择要考虑：价格、功能与性能、运算速度、存储空间等多个属性。</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分析问题</a:t>
            </a: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选择项目经理要考虑：组织协调能力、知识与管理专业技术能力、管理与决策能力等多个属性。</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上述系统评价与决策问题从本质上看是一种</a:t>
            </a:r>
            <a:r>
              <a:rPr lang="zh-CN" altLang="en-US" b="1" dirty="0">
                <a:solidFill>
                  <a:srgbClr val="FF0000"/>
                </a:solidFill>
                <a:latin typeface="华文楷体" panose="02010600040101010101" pitchFamily="2" charset="-122"/>
                <a:ea typeface="华文楷体" panose="02010600040101010101" pitchFamily="2" charset="-122"/>
              </a:rPr>
              <a:t>多属性评价与决策问题</a:t>
            </a:r>
            <a:r>
              <a:rPr lang="zh-CN" altLang="en-US"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214012929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项目评价与决策方法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7291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项目投资决策的评价可从</a:t>
            </a:r>
            <a:r>
              <a:rPr lang="zh-CN" altLang="en-US" b="1" dirty="0">
                <a:solidFill>
                  <a:srgbClr val="FF0000"/>
                </a:solidFill>
                <a:latin typeface="华文楷体" panose="02010600040101010101" pitchFamily="2" charset="-122"/>
                <a:ea typeface="华文楷体" panose="02010600040101010101" pitchFamily="2" charset="-122"/>
              </a:rPr>
              <a:t>技术可行性</a:t>
            </a:r>
            <a:r>
              <a:rPr lang="zh-CN" altLang="en-US" dirty="0">
                <a:solidFill>
                  <a:srgbClr val="000000"/>
                </a:solidFill>
                <a:latin typeface="华文楷体" panose="02010600040101010101" pitchFamily="2" charset="-122"/>
                <a:ea typeface="华文楷体" panose="02010600040101010101" pitchFamily="2" charset="-122"/>
              </a:rPr>
              <a:t>、</a:t>
            </a:r>
            <a:r>
              <a:rPr lang="zh-CN" altLang="en-US" b="1" dirty="0">
                <a:solidFill>
                  <a:srgbClr val="FF0000"/>
                </a:solidFill>
                <a:latin typeface="华文楷体" panose="02010600040101010101" pitchFamily="2" charset="-122"/>
                <a:ea typeface="华文楷体" panose="02010600040101010101" pitchFamily="2" charset="-122"/>
              </a:rPr>
              <a:t>经济可行性</a:t>
            </a:r>
            <a:r>
              <a:rPr lang="zh-CN" altLang="en-US" dirty="0">
                <a:solidFill>
                  <a:srgbClr val="000000"/>
                </a:solidFill>
                <a:latin typeface="华文楷体" panose="02010600040101010101" pitchFamily="2" charset="-122"/>
                <a:ea typeface="华文楷体" panose="02010600040101010101" pitchFamily="2" charset="-122"/>
              </a:rPr>
              <a:t>和</a:t>
            </a:r>
            <a:r>
              <a:rPr lang="zh-CN" altLang="en-US" b="1" dirty="0">
                <a:solidFill>
                  <a:srgbClr val="FF0000"/>
                </a:solidFill>
                <a:latin typeface="华文楷体" panose="02010600040101010101" pitchFamily="2" charset="-122"/>
                <a:ea typeface="华文楷体" panose="02010600040101010101" pitchFamily="2" charset="-122"/>
              </a:rPr>
              <a:t>财务可行性</a:t>
            </a:r>
            <a:r>
              <a:rPr lang="zh-CN" altLang="en-US" dirty="0">
                <a:solidFill>
                  <a:srgbClr val="000000"/>
                </a:solidFill>
                <a:latin typeface="华文楷体" panose="02010600040101010101" pitchFamily="2" charset="-122"/>
                <a:ea typeface="华文楷体" panose="02010600040101010101" pitchFamily="2" charset="-122"/>
              </a:rPr>
              <a:t>等方面进行。</a:t>
            </a:r>
          </a:p>
          <a:p>
            <a:pPr marL="285750"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财务评价指标</a:t>
            </a:r>
            <a:r>
              <a:rPr lang="zh-CN" altLang="en-US" dirty="0">
                <a:solidFill>
                  <a:srgbClr val="000000"/>
                </a:solidFill>
                <a:latin typeface="华文楷体" panose="02010600040101010101" pitchFamily="2" charset="-122"/>
                <a:ea typeface="华文楷体" panose="02010600040101010101" pitchFamily="2" charset="-122"/>
              </a:rPr>
              <a:t>主要包括：静态投资回收期、投资利润率、净现值、净现值率、内部收益率等。它们按不同标志可分为静态指标与动态指标，正指标与反指标，绝对数指标与相对数指标。</a:t>
            </a:r>
          </a:p>
          <a:p>
            <a:pPr marL="285750" indent="-285750" algn="just">
              <a:lnSpc>
                <a:spcPct val="150000"/>
              </a:lnSpc>
              <a:buFont typeface="Arial" panose="020B0604020202020204" pitchFamily="34" charset="0"/>
              <a:buChar char="•"/>
            </a:pPr>
            <a:r>
              <a:rPr lang="zh-CN" altLang="en-US" b="1" dirty="0">
                <a:solidFill>
                  <a:srgbClr val="FF0000"/>
                </a:solidFill>
                <a:latin typeface="华文楷体" panose="02010600040101010101" pitchFamily="2" charset="-122"/>
                <a:ea typeface="华文楷体" panose="02010600040101010101" pitchFamily="2" charset="-122"/>
              </a:rPr>
              <a:t>动态评价指标</a:t>
            </a:r>
            <a:r>
              <a:rPr lang="zh-CN" altLang="en-US" dirty="0">
                <a:solidFill>
                  <a:srgbClr val="000000"/>
                </a:solidFill>
                <a:latin typeface="华文楷体" panose="02010600040101010101" pitchFamily="2" charset="-122"/>
                <a:ea typeface="华文楷体" panose="02010600040101010101" pitchFamily="2" charset="-122"/>
              </a:rPr>
              <a:t>包括净现值、净现值率、内部收益率或内含报酬率（</a:t>
            </a:r>
            <a:r>
              <a:rPr lang="en-US" altLang="zh-CN" dirty="0">
                <a:solidFill>
                  <a:srgbClr val="000000"/>
                </a:solidFill>
                <a:latin typeface="华文楷体" panose="02010600040101010101" pitchFamily="2" charset="-122"/>
                <a:ea typeface="华文楷体" panose="02010600040101010101" pitchFamily="2" charset="-122"/>
              </a:rPr>
              <a:t>IRR</a:t>
            </a:r>
            <a:r>
              <a:rPr lang="zh-CN" altLang="en-US" dirty="0">
                <a:solidFill>
                  <a:srgbClr val="000000"/>
                </a:solidFill>
                <a:latin typeface="华文楷体" panose="02010600040101010101" pitchFamily="2" charset="-122"/>
                <a:ea typeface="华文楷体" panose="02010600040101010101" pitchFamily="2" charset="-122"/>
              </a:rPr>
              <a:t>等，注意这些方法的计算与实际运用时的要求与决策规则。</a:t>
            </a:r>
          </a:p>
        </p:txBody>
      </p:sp>
    </p:spTree>
    <p:extLst>
      <p:ext uri="{BB962C8B-B14F-4D97-AF65-F5344CB8AC3E}">
        <p14:creationId xmlns:p14="http://schemas.microsoft.com/office/powerpoint/2010/main" val="21740130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项目评价与决策方法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解决上述问题的</a:t>
            </a:r>
            <a:r>
              <a:rPr lang="zh-CN" altLang="en-US" b="1" dirty="0">
                <a:solidFill>
                  <a:srgbClr val="FF0000"/>
                </a:solidFill>
                <a:latin typeface="华文楷体" panose="02010600040101010101" pitchFamily="2" charset="-122"/>
                <a:ea typeface="华文楷体" panose="02010600040101010101" pitchFamily="2" charset="-122"/>
              </a:rPr>
              <a:t>顺序</a:t>
            </a:r>
            <a:r>
              <a:rPr lang="zh-CN" altLang="en-US" dirty="0">
                <a:solidFill>
                  <a:srgbClr val="000000"/>
                </a:solidFill>
                <a:latin typeface="华文楷体" panose="02010600040101010101" pitchFamily="2" charset="-122"/>
                <a:ea typeface="华文楷体" panose="02010600040101010101" pitchFamily="2" charset="-122"/>
              </a:rPr>
              <a:t>：</a:t>
            </a:r>
          </a:p>
          <a:p>
            <a:pPr marL="800100" lvl="1"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确定评价主体（单位或个人）</a:t>
            </a:r>
          </a:p>
          <a:p>
            <a:pPr marL="800100" lvl="1"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确定评价对象（备选方案、不同设计开发方案、不同采购方案等）</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使用</a:t>
            </a:r>
            <a:r>
              <a:rPr lang="en-US" altLang="zh-CN" dirty="0">
                <a:solidFill>
                  <a:srgbClr val="000000"/>
                </a:solidFill>
                <a:latin typeface="华文楷体" panose="02010600040101010101" pitchFamily="2" charset="-122"/>
                <a:ea typeface="华文楷体" panose="02010600040101010101" pitchFamily="2" charset="-122"/>
              </a:rPr>
              <a:t>A</a:t>
            </a:r>
            <a:r>
              <a:rPr lang="zh-CN" altLang="en-US" dirty="0">
                <a:solidFill>
                  <a:srgbClr val="000000"/>
                </a:solidFill>
                <a:latin typeface="华文楷体" panose="02010600040101010101" pitchFamily="2" charset="-122"/>
                <a:ea typeface="华文楷体" panose="02010600040101010101" pitchFamily="2" charset="-122"/>
              </a:rPr>
              <a:t>表示</a:t>
            </a:r>
          </a:p>
          <a:p>
            <a:pPr marL="800100" lvl="1"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建立</a:t>
            </a:r>
            <a:r>
              <a:rPr lang="zh-CN" altLang="en-US" b="1" dirty="0">
                <a:solidFill>
                  <a:srgbClr val="FF0000"/>
                </a:solidFill>
                <a:latin typeface="华文楷体" panose="02010600040101010101" pitchFamily="2" charset="-122"/>
                <a:ea typeface="华文楷体" panose="02010600040101010101" pitchFamily="2" charset="-122"/>
              </a:rPr>
              <a:t>评价指标体系结构</a:t>
            </a:r>
          </a:p>
          <a:p>
            <a:pPr marL="800100" lvl="1"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确定每个指标</a:t>
            </a:r>
            <a:r>
              <a:rPr lang="en-US" altLang="zh-CN" dirty="0">
                <a:solidFill>
                  <a:srgbClr val="000000"/>
                </a:solidFill>
                <a:latin typeface="华文楷体" panose="02010600040101010101" pitchFamily="2" charset="-122"/>
                <a:ea typeface="华文楷体" panose="02010600040101010101" pitchFamily="2" charset="-122"/>
              </a:rPr>
              <a:t>X</a:t>
            </a:r>
            <a:r>
              <a:rPr lang="zh-CN" altLang="en-US" dirty="0">
                <a:solidFill>
                  <a:srgbClr val="000000"/>
                </a:solidFill>
                <a:latin typeface="华文楷体" panose="02010600040101010101" pitchFamily="2" charset="-122"/>
                <a:ea typeface="华文楷体" panose="02010600040101010101" pitchFamily="2" charset="-122"/>
              </a:rPr>
              <a:t>的</a:t>
            </a:r>
            <a:r>
              <a:rPr lang="zh-CN" altLang="en-US" b="1" dirty="0">
                <a:solidFill>
                  <a:srgbClr val="FF0000"/>
                </a:solidFill>
                <a:latin typeface="华文楷体" panose="02010600040101010101" pitchFamily="2" charset="-122"/>
                <a:ea typeface="华文楷体" panose="02010600040101010101" pitchFamily="2" charset="-122"/>
              </a:rPr>
              <a:t>权重</a:t>
            </a:r>
            <a:r>
              <a:rPr lang="en-US" altLang="zh-CN" dirty="0">
                <a:solidFill>
                  <a:srgbClr val="000000"/>
                </a:solidFill>
                <a:latin typeface="华文楷体" panose="02010600040101010101" pitchFamily="2" charset="-122"/>
                <a:ea typeface="华文楷体" panose="02010600040101010101" pitchFamily="2" charset="-122"/>
              </a:rPr>
              <a:t>W</a:t>
            </a:r>
            <a:endParaRPr lang="zh-CN" altLang="en-US" dirty="0">
              <a:solidFill>
                <a:srgbClr val="000000"/>
              </a:solidFill>
              <a:latin typeface="华文楷体" panose="02010600040101010101" pitchFamily="2" charset="-122"/>
              <a:ea typeface="华文楷体" panose="02010600040101010101" pitchFamily="2" charset="-122"/>
            </a:endParaRPr>
          </a:p>
          <a:p>
            <a:pPr marL="800100" lvl="1"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建立</a:t>
            </a:r>
            <a:r>
              <a:rPr lang="zh-CN" altLang="en-US" b="1" dirty="0">
                <a:solidFill>
                  <a:srgbClr val="FF0000"/>
                </a:solidFill>
                <a:latin typeface="华文楷体" panose="02010600040101010101" pitchFamily="2" charset="-122"/>
                <a:ea typeface="华文楷体" panose="02010600040101010101" pitchFamily="2" charset="-122"/>
              </a:rPr>
              <a:t>综合评价模型</a:t>
            </a:r>
            <a:endParaRPr lang="en-US" altLang="zh-CN" b="1" dirty="0">
              <a:solidFill>
                <a:srgbClr val="FF0000"/>
              </a:solidFill>
              <a:latin typeface="华文楷体" panose="02010600040101010101" pitchFamily="2" charset="-122"/>
              <a:ea typeface="华文楷体" panose="02010600040101010101" pitchFamily="2" charset="-122"/>
            </a:endParaRPr>
          </a:p>
          <a:p>
            <a:pPr lvl="1" algn="just">
              <a:lnSpc>
                <a:spcPct val="150000"/>
              </a:lnSpc>
            </a:pPr>
            <a:r>
              <a:rPr lang="zh-CN" altLang="en-US" b="1" dirty="0">
                <a:latin typeface="华文楷体" panose="02010600040101010101" pitchFamily="2" charset="-122"/>
                <a:ea typeface="华文楷体" panose="02010600040101010101" pitchFamily="2" charset="-122"/>
              </a:rPr>
              <a:t>关键：体系结构、</a:t>
            </a:r>
            <a:r>
              <a:rPr lang="zh-CN" altLang="en-US" b="1" dirty="0">
                <a:solidFill>
                  <a:srgbClr val="7030A0"/>
                </a:solidFill>
                <a:latin typeface="华文楷体" panose="02010600040101010101" pitchFamily="2" charset="-122"/>
                <a:ea typeface="华文楷体" panose="02010600040101010101" pitchFamily="2" charset="-122"/>
              </a:rPr>
              <a:t>权重系统</a:t>
            </a:r>
            <a:r>
              <a:rPr lang="zh-CN" altLang="en-US" b="1" dirty="0">
                <a:latin typeface="华文楷体" panose="02010600040101010101" pitchFamily="2" charset="-122"/>
                <a:ea typeface="华文楷体" panose="02010600040101010101" pitchFamily="2" charset="-122"/>
              </a:rPr>
              <a:t>、</a:t>
            </a:r>
            <a:r>
              <a:rPr lang="zh-CN" altLang="en-US" b="1" dirty="0">
                <a:solidFill>
                  <a:srgbClr val="7030A0"/>
                </a:solidFill>
                <a:latin typeface="华文楷体" panose="02010600040101010101" pitchFamily="2" charset="-122"/>
                <a:ea typeface="华文楷体" panose="02010600040101010101" pitchFamily="2" charset="-122"/>
              </a:rPr>
              <a:t>综合评价模型</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5009641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评价指标体系结构</a:t>
            </a:r>
          </a:p>
        </p:txBody>
      </p:sp>
      <p:grpSp>
        <p:nvGrpSpPr>
          <p:cNvPr id="130" name="组合 129">
            <a:extLst>
              <a:ext uri="{FF2B5EF4-FFF2-40B4-BE49-F238E27FC236}">
                <a16:creationId xmlns:a16="http://schemas.microsoft.com/office/drawing/2014/main" id="{35736F52-FFA2-48E0-8928-9ACB8A1948B1}"/>
              </a:ext>
            </a:extLst>
          </p:cNvPr>
          <p:cNvGrpSpPr/>
          <p:nvPr/>
        </p:nvGrpSpPr>
        <p:grpSpPr>
          <a:xfrm>
            <a:off x="728485" y="704792"/>
            <a:ext cx="7045443" cy="4105217"/>
            <a:chOff x="971550" y="1844675"/>
            <a:chExt cx="8172450" cy="4610100"/>
          </a:xfrm>
        </p:grpSpPr>
        <p:sp>
          <p:nvSpPr>
            <p:cNvPr id="3" name="Text Box 4">
              <a:extLst>
                <a:ext uri="{FF2B5EF4-FFF2-40B4-BE49-F238E27FC236}">
                  <a16:creationId xmlns:a16="http://schemas.microsoft.com/office/drawing/2014/main" id="{4FAF013D-13F5-4AE2-9AD9-3A6AE91F1E77}"/>
                </a:ext>
              </a:extLst>
            </p:cNvPr>
            <p:cNvSpPr txBox="1">
              <a:spLocks noChangeArrowheads="1"/>
            </p:cNvSpPr>
            <p:nvPr/>
          </p:nvSpPr>
          <p:spPr bwMode="auto">
            <a:xfrm>
              <a:off x="3264679" y="1917701"/>
              <a:ext cx="1047227" cy="345629"/>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dirty="0">
                  <a:latin typeface="黑体" panose="02010609060101010101" pitchFamily="49" charset="-122"/>
                  <a:ea typeface="黑体" panose="02010609060101010101" pitchFamily="49" charset="-122"/>
                </a:rPr>
                <a:t>综合评价</a:t>
              </a:r>
            </a:p>
          </p:txBody>
        </p:sp>
        <p:sp>
          <p:nvSpPr>
            <p:cNvPr id="4" name="Line 5">
              <a:extLst>
                <a:ext uri="{FF2B5EF4-FFF2-40B4-BE49-F238E27FC236}">
                  <a16:creationId xmlns:a16="http://schemas.microsoft.com/office/drawing/2014/main" id="{7B8F0916-5BFB-4FF6-8B1E-025AAB45844B}"/>
                </a:ext>
              </a:extLst>
            </p:cNvPr>
            <p:cNvSpPr>
              <a:spLocks noChangeShapeType="1"/>
            </p:cNvSpPr>
            <p:nvPr/>
          </p:nvSpPr>
          <p:spPr bwMode="auto">
            <a:xfrm>
              <a:off x="3779838" y="2349500"/>
              <a:ext cx="0" cy="21590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5" name="Line 6">
              <a:extLst>
                <a:ext uri="{FF2B5EF4-FFF2-40B4-BE49-F238E27FC236}">
                  <a16:creationId xmlns:a16="http://schemas.microsoft.com/office/drawing/2014/main" id="{178CC899-E83F-41FF-95DD-1DBCFF2B8566}"/>
                </a:ext>
              </a:extLst>
            </p:cNvPr>
            <p:cNvSpPr>
              <a:spLocks noChangeShapeType="1"/>
            </p:cNvSpPr>
            <p:nvPr/>
          </p:nvSpPr>
          <p:spPr bwMode="auto">
            <a:xfrm>
              <a:off x="1763713" y="2565400"/>
              <a:ext cx="4176712"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7" name="Line 7">
              <a:extLst>
                <a:ext uri="{FF2B5EF4-FFF2-40B4-BE49-F238E27FC236}">
                  <a16:creationId xmlns:a16="http://schemas.microsoft.com/office/drawing/2014/main" id="{9F242A11-ABD8-4467-A44E-96A36C4A5606}"/>
                </a:ext>
              </a:extLst>
            </p:cNvPr>
            <p:cNvSpPr>
              <a:spLocks noChangeShapeType="1"/>
            </p:cNvSpPr>
            <p:nvPr/>
          </p:nvSpPr>
          <p:spPr bwMode="auto">
            <a:xfrm>
              <a:off x="1763713" y="25654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 name="Line 8">
              <a:extLst>
                <a:ext uri="{FF2B5EF4-FFF2-40B4-BE49-F238E27FC236}">
                  <a16:creationId xmlns:a16="http://schemas.microsoft.com/office/drawing/2014/main" id="{09D98AD3-928E-419B-B3DD-A7E378FD6885}"/>
                </a:ext>
              </a:extLst>
            </p:cNvPr>
            <p:cNvSpPr>
              <a:spLocks noChangeShapeType="1"/>
            </p:cNvSpPr>
            <p:nvPr/>
          </p:nvSpPr>
          <p:spPr bwMode="auto">
            <a:xfrm>
              <a:off x="2771775" y="25654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1" name="Line 9">
              <a:extLst>
                <a:ext uri="{FF2B5EF4-FFF2-40B4-BE49-F238E27FC236}">
                  <a16:creationId xmlns:a16="http://schemas.microsoft.com/office/drawing/2014/main" id="{0ADA5E53-24DB-4919-9632-5D30AD189F93}"/>
                </a:ext>
              </a:extLst>
            </p:cNvPr>
            <p:cNvSpPr>
              <a:spLocks noChangeShapeType="1"/>
            </p:cNvSpPr>
            <p:nvPr/>
          </p:nvSpPr>
          <p:spPr bwMode="auto">
            <a:xfrm>
              <a:off x="3779838" y="25654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3" name="Line 10">
              <a:extLst>
                <a:ext uri="{FF2B5EF4-FFF2-40B4-BE49-F238E27FC236}">
                  <a16:creationId xmlns:a16="http://schemas.microsoft.com/office/drawing/2014/main" id="{AF5E45A9-0609-4642-BD90-16AC0ED17AEC}"/>
                </a:ext>
              </a:extLst>
            </p:cNvPr>
            <p:cNvSpPr>
              <a:spLocks noChangeShapeType="1"/>
            </p:cNvSpPr>
            <p:nvPr/>
          </p:nvSpPr>
          <p:spPr bwMode="auto">
            <a:xfrm>
              <a:off x="4716463" y="25654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5" name="Line 11">
              <a:extLst>
                <a:ext uri="{FF2B5EF4-FFF2-40B4-BE49-F238E27FC236}">
                  <a16:creationId xmlns:a16="http://schemas.microsoft.com/office/drawing/2014/main" id="{70B577F6-04F0-48CF-8020-E2F3EBC6DF81}"/>
                </a:ext>
              </a:extLst>
            </p:cNvPr>
            <p:cNvSpPr>
              <a:spLocks noChangeShapeType="1"/>
            </p:cNvSpPr>
            <p:nvPr/>
          </p:nvSpPr>
          <p:spPr bwMode="auto">
            <a:xfrm>
              <a:off x="5940425" y="25654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7" name="Oval 12">
              <a:extLst>
                <a:ext uri="{FF2B5EF4-FFF2-40B4-BE49-F238E27FC236}">
                  <a16:creationId xmlns:a16="http://schemas.microsoft.com/office/drawing/2014/main" id="{B78D151A-90B7-40A0-89A1-EDC3B621D3A9}"/>
                </a:ext>
              </a:extLst>
            </p:cNvPr>
            <p:cNvSpPr>
              <a:spLocks noChangeArrowheads="1"/>
            </p:cNvSpPr>
            <p:nvPr/>
          </p:nvSpPr>
          <p:spPr bwMode="auto">
            <a:xfrm>
              <a:off x="1403350" y="3141663"/>
              <a:ext cx="647700" cy="6477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B1</a:t>
              </a:r>
            </a:p>
          </p:txBody>
        </p:sp>
        <p:sp>
          <p:nvSpPr>
            <p:cNvPr id="19" name="Oval 13">
              <a:extLst>
                <a:ext uri="{FF2B5EF4-FFF2-40B4-BE49-F238E27FC236}">
                  <a16:creationId xmlns:a16="http://schemas.microsoft.com/office/drawing/2014/main" id="{5B9F6A56-4C22-44AF-A534-B6E60B85BB05}"/>
                </a:ext>
              </a:extLst>
            </p:cNvPr>
            <p:cNvSpPr>
              <a:spLocks noChangeArrowheads="1"/>
            </p:cNvSpPr>
            <p:nvPr/>
          </p:nvSpPr>
          <p:spPr bwMode="auto">
            <a:xfrm>
              <a:off x="2411413" y="3141663"/>
              <a:ext cx="647700" cy="6477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B2</a:t>
              </a:r>
            </a:p>
          </p:txBody>
        </p:sp>
        <p:sp>
          <p:nvSpPr>
            <p:cNvPr id="21" name="Oval 14">
              <a:extLst>
                <a:ext uri="{FF2B5EF4-FFF2-40B4-BE49-F238E27FC236}">
                  <a16:creationId xmlns:a16="http://schemas.microsoft.com/office/drawing/2014/main" id="{4ABE1674-E9E8-457B-B40C-AA29B57DA6C6}"/>
                </a:ext>
              </a:extLst>
            </p:cNvPr>
            <p:cNvSpPr>
              <a:spLocks noChangeArrowheads="1"/>
            </p:cNvSpPr>
            <p:nvPr/>
          </p:nvSpPr>
          <p:spPr bwMode="auto">
            <a:xfrm>
              <a:off x="3419475" y="3141663"/>
              <a:ext cx="647700" cy="6477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B3</a:t>
              </a:r>
            </a:p>
          </p:txBody>
        </p:sp>
        <p:sp>
          <p:nvSpPr>
            <p:cNvPr id="23" name="Oval 15">
              <a:extLst>
                <a:ext uri="{FF2B5EF4-FFF2-40B4-BE49-F238E27FC236}">
                  <a16:creationId xmlns:a16="http://schemas.microsoft.com/office/drawing/2014/main" id="{6F674EB9-C9F4-4066-8894-FA2E8751B0DE}"/>
                </a:ext>
              </a:extLst>
            </p:cNvPr>
            <p:cNvSpPr>
              <a:spLocks noChangeArrowheads="1"/>
            </p:cNvSpPr>
            <p:nvPr/>
          </p:nvSpPr>
          <p:spPr bwMode="auto">
            <a:xfrm>
              <a:off x="4356100" y="3141663"/>
              <a:ext cx="647700" cy="6477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B4</a:t>
              </a:r>
            </a:p>
          </p:txBody>
        </p:sp>
        <p:sp>
          <p:nvSpPr>
            <p:cNvPr id="25" name="Oval 16">
              <a:extLst>
                <a:ext uri="{FF2B5EF4-FFF2-40B4-BE49-F238E27FC236}">
                  <a16:creationId xmlns:a16="http://schemas.microsoft.com/office/drawing/2014/main" id="{4E29766A-809D-462F-9EDE-95F78D2D239E}"/>
                </a:ext>
              </a:extLst>
            </p:cNvPr>
            <p:cNvSpPr>
              <a:spLocks noChangeArrowheads="1"/>
            </p:cNvSpPr>
            <p:nvPr/>
          </p:nvSpPr>
          <p:spPr bwMode="auto">
            <a:xfrm>
              <a:off x="5651500" y="3141663"/>
              <a:ext cx="647700" cy="6477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B5</a:t>
              </a:r>
            </a:p>
          </p:txBody>
        </p:sp>
        <p:sp>
          <p:nvSpPr>
            <p:cNvPr id="27" name="Line 17">
              <a:extLst>
                <a:ext uri="{FF2B5EF4-FFF2-40B4-BE49-F238E27FC236}">
                  <a16:creationId xmlns:a16="http://schemas.microsoft.com/office/drawing/2014/main" id="{7E7C744E-C66C-4217-9184-DAF22A839289}"/>
                </a:ext>
              </a:extLst>
            </p:cNvPr>
            <p:cNvSpPr>
              <a:spLocks noChangeShapeType="1"/>
            </p:cNvSpPr>
            <p:nvPr/>
          </p:nvSpPr>
          <p:spPr bwMode="auto">
            <a:xfrm>
              <a:off x="1692275" y="3789363"/>
              <a:ext cx="0" cy="28733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29" name="Line 18">
              <a:extLst>
                <a:ext uri="{FF2B5EF4-FFF2-40B4-BE49-F238E27FC236}">
                  <a16:creationId xmlns:a16="http://schemas.microsoft.com/office/drawing/2014/main" id="{02FAA934-85D5-4479-BDB9-70CFA32DE9D0}"/>
                </a:ext>
              </a:extLst>
            </p:cNvPr>
            <p:cNvSpPr>
              <a:spLocks noChangeShapeType="1"/>
            </p:cNvSpPr>
            <p:nvPr/>
          </p:nvSpPr>
          <p:spPr bwMode="auto">
            <a:xfrm>
              <a:off x="1258888" y="4076700"/>
              <a:ext cx="865187"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31" name="Line 19">
              <a:extLst>
                <a:ext uri="{FF2B5EF4-FFF2-40B4-BE49-F238E27FC236}">
                  <a16:creationId xmlns:a16="http://schemas.microsoft.com/office/drawing/2014/main" id="{10D67890-7AF7-457B-A90E-6A0F440EFAB6}"/>
                </a:ext>
              </a:extLst>
            </p:cNvPr>
            <p:cNvSpPr>
              <a:spLocks noChangeShapeType="1"/>
            </p:cNvSpPr>
            <p:nvPr/>
          </p:nvSpPr>
          <p:spPr bwMode="auto">
            <a:xfrm>
              <a:off x="1258888"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39" name="Line 20">
              <a:extLst>
                <a:ext uri="{FF2B5EF4-FFF2-40B4-BE49-F238E27FC236}">
                  <a16:creationId xmlns:a16="http://schemas.microsoft.com/office/drawing/2014/main" id="{E3DB3FB3-CC50-4C67-A200-2938B14BB71C}"/>
                </a:ext>
              </a:extLst>
            </p:cNvPr>
            <p:cNvSpPr>
              <a:spLocks noChangeShapeType="1"/>
            </p:cNvSpPr>
            <p:nvPr/>
          </p:nvSpPr>
          <p:spPr bwMode="auto">
            <a:xfrm>
              <a:off x="1692275"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41" name="Line 21">
              <a:extLst>
                <a:ext uri="{FF2B5EF4-FFF2-40B4-BE49-F238E27FC236}">
                  <a16:creationId xmlns:a16="http://schemas.microsoft.com/office/drawing/2014/main" id="{BE194026-752F-4C42-8E25-E9A45D4D78A3}"/>
                </a:ext>
              </a:extLst>
            </p:cNvPr>
            <p:cNvSpPr>
              <a:spLocks noChangeShapeType="1"/>
            </p:cNvSpPr>
            <p:nvPr/>
          </p:nvSpPr>
          <p:spPr bwMode="auto">
            <a:xfrm>
              <a:off x="2124075"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43" name="Oval 22">
              <a:extLst>
                <a:ext uri="{FF2B5EF4-FFF2-40B4-BE49-F238E27FC236}">
                  <a16:creationId xmlns:a16="http://schemas.microsoft.com/office/drawing/2014/main" id="{56ECF44F-2F54-4069-8925-976EBEF3F5AD}"/>
                </a:ext>
              </a:extLst>
            </p:cNvPr>
            <p:cNvSpPr>
              <a:spLocks noChangeArrowheads="1"/>
            </p:cNvSpPr>
            <p:nvPr/>
          </p:nvSpPr>
          <p:spPr bwMode="auto">
            <a:xfrm>
              <a:off x="971550" y="4652963"/>
              <a:ext cx="431800"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X1</a:t>
              </a:r>
            </a:p>
          </p:txBody>
        </p:sp>
        <p:sp>
          <p:nvSpPr>
            <p:cNvPr id="45" name="Oval 23">
              <a:extLst>
                <a:ext uri="{FF2B5EF4-FFF2-40B4-BE49-F238E27FC236}">
                  <a16:creationId xmlns:a16="http://schemas.microsoft.com/office/drawing/2014/main" id="{CF541154-F44C-44AB-B0C2-0B654DD23DDC}"/>
                </a:ext>
              </a:extLst>
            </p:cNvPr>
            <p:cNvSpPr>
              <a:spLocks noChangeArrowheads="1"/>
            </p:cNvSpPr>
            <p:nvPr/>
          </p:nvSpPr>
          <p:spPr bwMode="auto">
            <a:xfrm>
              <a:off x="1476375" y="4652963"/>
              <a:ext cx="430213"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X2</a:t>
              </a:r>
            </a:p>
          </p:txBody>
        </p:sp>
        <p:sp>
          <p:nvSpPr>
            <p:cNvPr id="47" name="Oval 24">
              <a:extLst>
                <a:ext uri="{FF2B5EF4-FFF2-40B4-BE49-F238E27FC236}">
                  <a16:creationId xmlns:a16="http://schemas.microsoft.com/office/drawing/2014/main" id="{0BD920CF-0E2C-4EF4-B819-4940ACF6ABE8}"/>
                </a:ext>
              </a:extLst>
            </p:cNvPr>
            <p:cNvSpPr>
              <a:spLocks noChangeArrowheads="1"/>
            </p:cNvSpPr>
            <p:nvPr/>
          </p:nvSpPr>
          <p:spPr bwMode="auto">
            <a:xfrm>
              <a:off x="1979613" y="4652963"/>
              <a:ext cx="430212"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X3</a:t>
              </a:r>
            </a:p>
          </p:txBody>
        </p:sp>
        <p:sp>
          <p:nvSpPr>
            <p:cNvPr id="49" name="Line 25">
              <a:extLst>
                <a:ext uri="{FF2B5EF4-FFF2-40B4-BE49-F238E27FC236}">
                  <a16:creationId xmlns:a16="http://schemas.microsoft.com/office/drawing/2014/main" id="{D65F1E70-F64D-46A8-A0A4-8726345D933D}"/>
                </a:ext>
              </a:extLst>
            </p:cNvPr>
            <p:cNvSpPr>
              <a:spLocks noChangeShapeType="1"/>
            </p:cNvSpPr>
            <p:nvPr/>
          </p:nvSpPr>
          <p:spPr bwMode="auto">
            <a:xfrm>
              <a:off x="2700338" y="3789363"/>
              <a:ext cx="0" cy="86360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51" name="Oval 26">
              <a:extLst>
                <a:ext uri="{FF2B5EF4-FFF2-40B4-BE49-F238E27FC236}">
                  <a16:creationId xmlns:a16="http://schemas.microsoft.com/office/drawing/2014/main" id="{25513869-9E4A-4A51-AD56-3D3B64F574A7}"/>
                </a:ext>
              </a:extLst>
            </p:cNvPr>
            <p:cNvSpPr>
              <a:spLocks noChangeArrowheads="1"/>
            </p:cNvSpPr>
            <p:nvPr/>
          </p:nvSpPr>
          <p:spPr bwMode="auto">
            <a:xfrm>
              <a:off x="2484438" y="4652963"/>
              <a:ext cx="430212"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X4</a:t>
              </a:r>
            </a:p>
          </p:txBody>
        </p:sp>
        <p:sp>
          <p:nvSpPr>
            <p:cNvPr id="53" name="Line 27">
              <a:extLst>
                <a:ext uri="{FF2B5EF4-FFF2-40B4-BE49-F238E27FC236}">
                  <a16:creationId xmlns:a16="http://schemas.microsoft.com/office/drawing/2014/main" id="{8DD01A15-DCB3-4D9A-87B8-02DDCC48D6A7}"/>
                </a:ext>
              </a:extLst>
            </p:cNvPr>
            <p:cNvSpPr>
              <a:spLocks noChangeShapeType="1"/>
            </p:cNvSpPr>
            <p:nvPr/>
          </p:nvSpPr>
          <p:spPr bwMode="auto">
            <a:xfrm>
              <a:off x="3708400" y="3789363"/>
              <a:ext cx="0" cy="28733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55" name="Line 28">
              <a:extLst>
                <a:ext uri="{FF2B5EF4-FFF2-40B4-BE49-F238E27FC236}">
                  <a16:creationId xmlns:a16="http://schemas.microsoft.com/office/drawing/2014/main" id="{CDA0C33E-10ED-4E73-AEEF-9F5B5283DE60}"/>
                </a:ext>
              </a:extLst>
            </p:cNvPr>
            <p:cNvSpPr>
              <a:spLocks noChangeShapeType="1"/>
            </p:cNvSpPr>
            <p:nvPr/>
          </p:nvSpPr>
          <p:spPr bwMode="auto">
            <a:xfrm>
              <a:off x="3419475" y="4076700"/>
              <a:ext cx="576263"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57" name="Line 29">
              <a:extLst>
                <a:ext uri="{FF2B5EF4-FFF2-40B4-BE49-F238E27FC236}">
                  <a16:creationId xmlns:a16="http://schemas.microsoft.com/office/drawing/2014/main" id="{5424E34F-A77F-43E1-9055-BC024C1DE858}"/>
                </a:ext>
              </a:extLst>
            </p:cNvPr>
            <p:cNvSpPr>
              <a:spLocks noChangeShapeType="1"/>
            </p:cNvSpPr>
            <p:nvPr/>
          </p:nvSpPr>
          <p:spPr bwMode="auto">
            <a:xfrm>
              <a:off x="3419475"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59" name="Line 30">
              <a:extLst>
                <a:ext uri="{FF2B5EF4-FFF2-40B4-BE49-F238E27FC236}">
                  <a16:creationId xmlns:a16="http://schemas.microsoft.com/office/drawing/2014/main" id="{67BD67FA-3B0F-489F-B4B9-1B9E416ABDD3}"/>
                </a:ext>
              </a:extLst>
            </p:cNvPr>
            <p:cNvSpPr>
              <a:spLocks noChangeShapeType="1"/>
            </p:cNvSpPr>
            <p:nvPr/>
          </p:nvSpPr>
          <p:spPr bwMode="auto">
            <a:xfrm>
              <a:off x="3995738"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61" name="Oval 31">
              <a:extLst>
                <a:ext uri="{FF2B5EF4-FFF2-40B4-BE49-F238E27FC236}">
                  <a16:creationId xmlns:a16="http://schemas.microsoft.com/office/drawing/2014/main" id="{8157B694-4363-4CB6-8A94-22DB55676672}"/>
                </a:ext>
              </a:extLst>
            </p:cNvPr>
            <p:cNvSpPr>
              <a:spLocks noChangeArrowheads="1"/>
            </p:cNvSpPr>
            <p:nvPr/>
          </p:nvSpPr>
          <p:spPr bwMode="auto">
            <a:xfrm>
              <a:off x="3203575" y="4652963"/>
              <a:ext cx="430213"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X5</a:t>
              </a:r>
            </a:p>
          </p:txBody>
        </p:sp>
        <p:sp>
          <p:nvSpPr>
            <p:cNvPr id="63" name="Oval 32">
              <a:extLst>
                <a:ext uri="{FF2B5EF4-FFF2-40B4-BE49-F238E27FC236}">
                  <a16:creationId xmlns:a16="http://schemas.microsoft.com/office/drawing/2014/main" id="{C46D7DCB-5658-496D-A95A-19C640D05FBE}"/>
                </a:ext>
              </a:extLst>
            </p:cNvPr>
            <p:cNvSpPr>
              <a:spLocks noChangeArrowheads="1"/>
            </p:cNvSpPr>
            <p:nvPr/>
          </p:nvSpPr>
          <p:spPr bwMode="auto">
            <a:xfrm>
              <a:off x="3779838" y="4652963"/>
              <a:ext cx="430212"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X6</a:t>
              </a:r>
            </a:p>
          </p:txBody>
        </p:sp>
        <p:sp>
          <p:nvSpPr>
            <p:cNvPr id="65" name="Line 33">
              <a:extLst>
                <a:ext uri="{FF2B5EF4-FFF2-40B4-BE49-F238E27FC236}">
                  <a16:creationId xmlns:a16="http://schemas.microsoft.com/office/drawing/2014/main" id="{057DFDCA-1861-48F2-B19B-8A05DC474659}"/>
                </a:ext>
              </a:extLst>
            </p:cNvPr>
            <p:cNvSpPr>
              <a:spLocks noChangeShapeType="1"/>
            </p:cNvSpPr>
            <p:nvPr/>
          </p:nvSpPr>
          <p:spPr bwMode="auto">
            <a:xfrm>
              <a:off x="4716463" y="3789363"/>
              <a:ext cx="0" cy="86360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67" name="Oval 34">
              <a:extLst>
                <a:ext uri="{FF2B5EF4-FFF2-40B4-BE49-F238E27FC236}">
                  <a16:creationId xmlns:a16="http://schemas.microsoft.com/office/drawing/2014/main" id="{11A80978-7B12-4070-992A-9EFCBC4A5747}"/>
                </a:ext>
              </a:extLst>
            </p:cNvPr>
            <p:cNvSpPr>
              <a:spLocks noChangeArrowheads="1"/>
            </p:cNvSpPr>
            <p:nvPr/>
          </p:nvSpPr>
          <p:spPr bwMode="auto">
            <a:xfrm>
              <a:off x="4500563" y="4652963"/>
              <a:ext cx="430212"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X7</a:t>
              </a:r>
            </a:p>
          </p:txBody>
        </p:sp>
        <p:sp>
          <p:nvSpPr>
            <p:cNvPr id="69" name="Line 35">
              <a:extLst>
                <a:ext uri="{FF2B5EF4-FFF2-40B4-BE49-F238E27FC236}">
                  <a16:creationId xmlns:a16="http://schemas.microsoft.com/office/drawing/2014/main" id="{9BD1C1CD-2E03-4D9D-B64B-0A627C8B04A0}"/>
                </a:ext>
              </a:extLst>
            </p:cNvPr>
            <p:cNvSpPr>
              <a:spLocks noChangeShapeType="1"/>
            </p:cNvSpPr>
            <p:nvPr/>
          </p:nvSpPr>
          <p:spPr bwMode="auto">
            <a:xfrm>
              <a:off x="5940425" y="3789363"/>
              <a:ext cx="0" cy="28733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71" name="Line 36">
              <a:extLst>
                <a:ext uri="{FF2B5EF4-FFF2-40B4-BE49-F238E27FC236}">
                  <a16:creationId xmlns:a16="http://schemas.microsoft.com/office/drawing/2014/main" id="{B230CE70-C1E0-4C79-828C-E7449E7F10CB}"/>
                </a:ext>
              </a:extLst>
            </p:cNvPr>
            <p:cNvSpPr>
              <a:spLocks noChangeShapeType="1"/>
            </p:cNvSpPr>
            <p:nvPr/>
          </p:nvSpPr>
          <p:spPr bwMode="auto">
            <a:xfrm>
              <a:off x="5651500" y="4076700"/>
              <a:ext cx="576263"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73" name="Line 37">
              <a:extLst>
                <a:ext uri="{FF2B5EF4-FFF2-40B4-BE49-F238E27FC236}">
                  <a16:creationId xmlns:a16="http://schemas.microsoft.com/office/drawing/2014/main" id="{E8886301-511B-4329-8ADA-F293BE79B34C}"/>
                </a:ext>
              </a:extLst>
            </p:cNvPr>
            <p:cNvSpPr>
              <a:spLocks noChangeShapeType="1"/>
            </p:cNvSpPr>
            <p:nvPr/>
          </p:nvSpPr>
          <p:spPr bwMode="auto">
            <a:xfrm>
              <a:off x="5651500"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75" name="Line 38">
              <a:extLst>
                <a:ext uri="{FF2B5EF4-FFF2-40B4-BE49-F238E27FC236}">
                  <a16:creationId xmlns:a16="http://schemas.microsoft.com/office/drawing/2014/main" id="{EC4C2C33-AE83-428F-B6D7-80140B31F27E}"/>
                </a:ext>
              </a:extLst>
            </p:cNvPr>
            <p:cNvSpPr>
              <a:spLocks noChangeShapeType="1"/>
            </p:cNvSpPr>
            <p:nvPr/>
          </p:nvSpPr>
          <p:spPr bwMode="auto">
            <a:xfrm>
              <a:off x="6227763" y="4076700"/>
              <a:ext cx="0" cy="576263"/>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77" name="Oval 39">
              <a:extLst>
                <a:ext uri="{FF2B5EF4-FFF2-40B4-BE49-F238E27FC236}">
                  <a16:creationId xmlns:a16="http://schemas.microsoft.com/office/drawing/2014/main" id="{DB576A43-5BB1-493E-B023-3583BC8CC203}"/>
                </a:ext>
              </a:extLst>
            </p:cNvPr>
            <p:cNvSpPr>
              <a:spLocks noChangeArrowheads="1"/>
            </p:cNvSpPr>
            <p:nvPr/>
          </p:nvSpPr>
          <p:spPr bwMode="auto">
            <a:xfrm>
              <a:off x="5435600" y="4652963"/>
              <a:ext cx="430213"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dirty="0">
                  <a:latin typeface="黑体" panose="02010609060101010101" pitchFamily="49" charset="-122"/>
                  <a:ea typeface="黑体" panose="02010609060101010101" pitchFamily="49" charset="-122"/>
                </a:rPr>
                <a:t>X8</a:t>
              </a:r>
            </a:p>
          </p:txBody>
        </p:sp>
        <p:sp>
          <p:nvSpPr>
            <p:cNvPr id="79" name="Oval 40">
              <a:extLst>
                <a:ext uri="{FF2B5EF4-FFF2-40B4-BE49-F238E27FC236}">
                  <a16:creationId xmlns:a16="http://schemas.microsoft.com/office/drawing/2014/main" id="{7F762309-E818-4400-8CE4-F1CE499F6F10}"/>
                </a:ext>
              </a:extLst>
            </p:cNvPr>
            <p:cNvSpPr>
              <a:spLocks noChangeArrowheads="1"/>
            </p:cNvSpPr>
            <p:nvPr/>
          </p:nvSpPr>
          <p:spPr bwMode="auto">
            <a:xfrm>
              <a:off x="6011863" y="4652963"/>
              <a:ext cx="430212"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a:latin typeface="黑体" panose="02010609060101010101" pitchFamily="49" charset="-122"/>
                  <a:ea typeface="黑体" panose="02010609060101010101" pitchFamily="49" charset="-122"/>
                </a:rPr>
                <a:t>X9</a:t>
              </a:r>
            </a:p>
          </p:txBody>
        </p:sp>
        <p:sp>
          <p:nvSpPr>
            <p:cNvPr id="81" name="Line 41">
              <a:extLst>
                <a:ext uri="{FF2B5EF4-FFF2-40B4-BE49-F238E27FC236}">
                  <a16:creationId xmlns:a16="http://schemas.microsoft.com/office/drawing/2014/main" id="{8950CDDF-AD63-4F61-A67D-094E4251A9B3}"/>
                </a:ext>
              </a:extLst>
            </p:cNvPr>
            <p:cNvSpPr>
              <a:spLocks noChangeShapeType="1"/>
            </p:cNvSpPr>
            <p:nvPr/>
          </p:nvSpPr>
          <p:spPr bwMode="auto">
            <a:xfrm>
              <a:off x="1187450"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83" name="Line 42">
              <a:extLst>
                <a:ext uri="{FF2B5EF4-FFF2-40B4-BE49-F238E27FC236}">
                  <a16:creationId xmlns:a16="http://schemas.microsoft.com/office/drawing/2014/main" id="{EC9BC28F-1CBB-44EA-9FAE-04831F098293}"/>
                </a:ext>
              </a:extLst>
            </p:cNvPr>
            <p:cNvSpPr>
              <a:spLocks noChangeShapeType="1"/>
            </p:cNvSpPr>
            <p:nvPr/>
          </p:nvSpPr>
          <p:spPr bwMode="auto">
            <a:xfrm>
              <a:off x="1692275"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85" name="Line 43">
              <a:extLst>
                <a:ext uri="{FF2B5EF4-FFF2-40B4-BE49-F238E27FC236}">
                  <a16:creationId xmlns:a16="http://schemas.microsoft.com/office/drawing/2014/main" id="{394E949A-B8C9-43CF-8A7C-2310F445D6EA}"/>
                </a:ext>
              </a:extLst>
            </p:cNvPr>
            <p:cNvSpPr>
              <a:spLocks noChangeShapeType="1"/>
            </p:cNvSpPr>
            <p:nvPr/>
          </p:nvSpPr>
          <p:spPr bwMode="auto">
            <a:xfrm>
              <a:off x="2195513"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87" name="Line 44">
              <a:extLst>
                <a:ext uri="{FF2B5EF4-FFF2-40B4-BE49-F238E27FC236}">
                  <a16:creationId xmlns:a16="http://schemas.microsoft.com/office/drawing/2014/main" id="{4B2D5941-89D7-47E5-A1FF-682E41F0B344}"/>
                </a:ext>
              </a:extLst>
            </p:cNvPr>
            <p:cNvSpPr>
              <a:spLocks noChangeShapeType="1"/>
            </p:cNvSpPr>
            <p:nvPr/>
          </p:nvSpPr>
          <p:spPr bwMode="auto">
            <a:xfrm>
              <a:off x="2700338"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89" name="Line 45">
              <a:extLst>
                <a:ext uri="{FF2B5EF4-FFF2-40B4-BE49-F238E27FC236}">
                  <a16:creationId xmlns:a16="http://schemas.microsoft.com/office/drawing/2014/main" id="{C3B40D3E-1007-4150-B742-95761E20AB49}"/>
                </a:ext>
              </a:extLst>
            </p:cNvPr>
            <p:cNvSpPr>
              <a:spLocks noChangeShapeType="1"/>
            </p:cNvSpPr>
            <p:nvPr/>
          </p:nvSpPr>
          <p:spPr bwMode="auto">
            <a:xfrm>
              <a:off x="3419475"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1" name="Line 46">
              <a:extLst>
                <a:ext uri="{FF2B5EF4-FFF2-40B4-BE49-F238E27FC236}">
                  <a16:creationId xmlns:a16="http://schemas.microsoft.com/office/drawing/2014/main" id="{A4D3EC22-C64E-4AFA-9D1A-E4C35E352728}"/>
                </a:ext>
              </a:extLst>
            </p:cNvPr>
            <p:cNvSpPr>
              <a:spLocks noChangeShapeType="1"/>
            </p:cNvSpPr>
            <p:nvPr/>
          </p:nvSpPr>
          <p:spPr bwMode="auto">
            <a:xfrm>
              <a:off x="3995738"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3" name="Line 47">
              <a:extLst>
                <a:ext uri="{FF2B5EF4-FFF2-40B4-BE49-F238E27FC236}">
                  <a16:creationId xmlns:a16="http://schemas.microsoft.com/office/drawing/2014/main" id="{B1ABD4FF-F268-45A0-A2A1-3B2325E6DD90}"/>
                </a:ext>
              </a:extLst>
            </p:cNvPr>
            <p:cNvSpPr>
              <a:spLocks noChangeShapeType="1"/>
            </p:cNvSpPr>
            <p:nvPr/>
          </p:nvSpPr>
          <p:spPr bwMode="auto">
            <a:xfrm>
              <a:off x="4716463"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5" name="Line 48">
              <a:extLst>
                <a:ext uri="{FF2B5EF4-FFF2-40B4-BE49-F238E27FC236}">
                  <a16:creationId xmlns:a16="http://schemas.microsoft.com/office/drawing/2014/main" id="{B4CE8D83-08E0-4FE7-97A9-BFB99FD654EA}"/>
                </a:ext>
              </a:extLst>
            </p:cNvPr>
            <p:cNvSpPr>
              <a:spLocks noChangeShapeType="1"/>
            </p:cNvSpPr>
            <p:nvPr/>
          </p:nvSpPr>
          <p:spPr bwMode="auto">
            <a:xfrm>
              <a:off x="5651500"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7" name="Line 49">
              <a:extLst>
                <a:ext uri="{FF2B5EF4-FFF2-40B4-BE49-F238E27FC236}">
                  <a16:creationId xmlns:a16="http://schemas.microsoft.com/office/drawing/2014/main" id="{AD5CAC81-E692-40C1-9316-9185C6183C20}"/>
                </a:ext>
              </a:extLst>
            </p:cNvPr>
            <p:cNvSpPr>
              <a:spLocks noChangeShapeType="1"/>
            </p:cNvSpPr>
            <p:nvPr/>
          </p:nvSpPr>
          <p:spPr bwMode="auto">
            <a:xfrm>
              <a:off x="6227763" y="5084763"/>
              <a:ext cx="0" cy="288925"/>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99" name="Line 50">
              <a:extLst>
                <a:ext uri="{FF2B5EF4-FFF2-40B4-BE49-F238E27FC236}">
                  <a16:creationId xmlns:a16="http://schemas.microsoft.com/office/drawing/2014/main" id="{75E209F6-8A70-44C4-822D-5A22FFA0D922}"/>
                </a:ext>
              </a:extLst>
            </p:cNvPr>
            <p:cNvSpPr>
              <a:spLocks noChangeShapeType="1"/>
            </p:cNvSpPr>
            <p:nvPr/>
          </p:nvSpPr>
          <p:spPr bwMode="auto">
            <a:xfrm>
              <a:off x="1187450" y="5373688"/>
              <a:ext cx="5040313"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01" name="Line 51">
              <a:extLst>
                <a:ext uri="{FF2B5EF4-FFF2-40B4-BE49-F238E27FC236}">
                  <a16:creationId xmlns:a16="http://schemas.microsoft.com/office/drawing/2014/main" id="{71C31DC6-7024-4C11-AD72-E8D8FC754380}"/>
                </a:ext>
              </a:extLst>
            </p:cNvPr>
            <p:cNvSpPr>
              <a:spLocks noChangeShapeType="1"/>
            </p:cNvSpPr>
            <p:nvPr/>
          </p:nvSpPr>
          <p:spPr bwMode="auto">
            <a:xfrm>
              <a:off x="3708400" y="5373688"/>
              <a:ext cx="0" cy="21590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03" name="Line 52">
              <a:extLst>
                <a:ext uri="{FF2B5EF4-FFF2-40B4-BE49-F238E27FC236}">
                  <a16:creationId xmlns:a16="http://schemas.microsoft.com/office/drawing/2014/main" id="{406581E6-A74E-47EF-83C7-89199941007C}"/>
                </a:ext>
              </a:extLst>
            </p:cNvPr>
            <p:cNvSpPr>
              <a:spLocks noChangeShapeType="1"/>
            </p:cNvSpPr>
            <p:nvPr/>
          </p:nvSpPr>
          <p:spPr bwMode="auto">
            <a:xfrm>
              <a:off x="2268538" y="5589588"/>
              <a:ext cx="3382962"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05" name="Line 53">
              <a:extLst>
                <a:ext uri="{FF2B5EF4-FFF2-40B4-BE49-F238E27FC236}">
                  <a16:creationId xmlns:a16="http://schemas.microsoft.com/office/drawing/2014/main" id="{70432AF1-8AF3-4B70-AA84-28CF7A3904AC}"/>
                </a:ext>
              </a:extLst>
            </p:cNvPr>
            <p:cNvSpPr>
              <a:spLocks noChangeShapeType="1"/>
            </p:cNvSpPr>
            <p:nvPr/>
          </p:nvSpPr>
          <p:spPr bwMode="auto">
            <a:xfrm>
              <a:off x="3132138" y="5589588"/>
              <a:ext cx="0" cy="36036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07" name="Line 54">
              <a:extLst>
                <a:ext uri="{FF2B5EF4-FFF2-40B4-BE49-F238E27FC236}">
                  <a16:creationId xmlns:a16="http://schemas.microsoft.com/office/drawing/2014/main" id="{11DFAA08-934C-45FF-B028-21A0F72B2EFA}"/>
                </a:ext>
              </a:extLst>
            </p:cNvPr>
            <p:cNvSpPr>
              <a:spLocks noChangeShapeType="1"/>
            </p:cNvSpPr>
            <p:nvPr/>
          </p:nvSpPr>
          <p:spPr bwMode="auto">
            <a:xfrm>
              <a:off x="2268538" y="5589588"/>
              <a:ext cx="0" cy="36036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09" name="Line 55">
              <a:extLst>
                <a:ext uri="{FF2B5EF4-FFF2-40B4-BE49-F238E27FC236}">
                  <a16:creationId xmlns:a16="http://schemas.microsoft.com/office/drawing/2014/main" id="{A37C0202-04F5-44D0-8AC8-42C4B21DCFD3}"/>
                </a:ext>
              </a:extLst>
            </p:cNvPr>
            <p:cNvSpPr>
              <a:spLocks noChangeShapeType="1"/>
            </p:cNvSpPr>
            <p:nvPr/>
          </p:nvSpPr>
          <p:spPr bwMode="auto">
            <a:xfrm>
              <a:off x="5651500" y="5589588"/>
              <a:ext cx="0" cy="36036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11" name="Oval 56">
              <a:extLst>
                <a:ext uri="{FF2B5EF4-FFF2-40B4-BE49-F238E27FC236}">
                  <a16:creationId xmlns:a16="http://schemas.microsoft.com/office/drawing/2014/main" id="{7B5B383C-20C5-48EC-BC12-A1EE61F5114B}"/>
                </a:ext>
              </a:extLst>
            </p:cNvPr>
            <p:cNvSpPr>
              <a:spLocks noChangeArrowheads="1"/>
            </p:cNvSpPr>
            <p:nvPr/>
          </p:nvSpPr>
          <p:spPr bwMode="auto">
            <a:xfrm>
              <a:off x="2051050" y="5949950"/>
              <a:ext cx="431800"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u="none" dirty="0">
                  <a:latin typeface="黑体" panose="02010609060101010101" pitchFamily="49" charset="-122"/>
                  <a:ea typeface="黑体" panose="02010609060101010101" pitchFamily="49" charset="-122"/>
                </a:rPr>
                <a:t>A1</a:t>
              </a:r>
            </a:p>
          </p:txBody>
        </p:sp>
        <p:sp>
          <p:nvSpPr>
            <p:cNvPr id="113" name="Oval 57">
              <a:extLst>
                <a:ext uri="{FF2B5EF4-FFF2-40B4-BE49-F238E27FC236}">
                  <a16:creationId xmlns:a16="http://schemas.microsoft.com/office/drawing/2014/main" id="{72B88146-42D7-4664-B17C-8F486DFAE628}"/>
                </a:ext>
              </a:extLst>
            </p:cNvPr>
            <p:cNvSpPr>
              <a:spLocks noChangeArrowheads="1"/>
            </p:cNvSpPr>
            <p:nvPr/>
          </p:nvSpPr>
          <p:spPr bwMode="auto">
            <a:xfrm>
              <a:off x="2916238" y="5949950"/>
              <a:ext cx="431800"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dirty="0">
                  <a:latin typeface="黑体" panose="02010609060101010101" pitchFamily="49" charset="-122"/>
                  <a:ea typeface="黑体" panose="02010609060101010101" pitchFamily="49" charset="-122"/>
                </a:rPr>
                <a:t>A2</a:t>
              </a:r>
              <a:endParaRPr lang="en-US" altLang="zh-CN" u="none" dirty="0">
                <a:latin typeface="黑体" panose="02010609060101010101" pitchFamily="49" charset="-122"/>
                <a:ea typeface="黑体" panose="02010609060101010101" pitchFamily="49" charset="-122"/>
              </a:endParaRPr>
            </a:p>
          </p:txBody>
        </p:sp>
        <p:sp>
          <p:nvSpPr>
            <p:cNvPr id="115" name="Oval 58">
              <a:extLst>
                <a:ext uri="{FF2B5EF4-FFF2-40B4-BE49-F238E27FC236}">
                  <a16:creationId xmlns:a16="http://schemas.microsoft.com/office/drawing/2014/main" id="{00BE8529-1F70-4E7A-9845-BF5B19315EF3}"/>
                </a:ext>
              </a:extLst>
            </p:cNvPr>
            <p:cNvSpPr>
              <a:spLocks noChangeArrowheads="1"/>
            </p:cNvSpPr>
            <p:nvPr/>
          </p:nvSpPr>
          <p:spPr bwMode="auto">
            <a:xfrm>
              <a:off x="5435600" y="5949950"/>
              <a:ext cx="431800" cy="431800"/>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dirty="0">
                  <a:latin typeface="黑体" panose="02010609060101010101" pitchFamily="49" charset="-122"/>
                  <a:ea typeface="黑体" panose="02010609060101010101" pitchFamily="49" charset="-122"/>
                </a:rPr>
                <a:t>An</a:t>
              </a:r>
              <a:endParaRPr lang="en-US" altLang="zh-CN" u="none" dirty="0">
                <a:latin typeface="黑体" panose="02010609060101010101" pitchFamily="49" charset="-122"/>
                <a:ea typeface="黑体" panose="02010609060101010101" pitchFamily="49" charset="-122"/>
              </a:endParaRPr>
            </a:p>
          </p:txBody>
        </p:sp>
        <p:sp>
          <p:nvSpPr>
            <p:cNvPr id="117" name="Text Box 59">
              <a:extLst>
                <a:ext uri="{FF2B5EF4-FFF2-40B4-BE49-F238E27FC236}">
                  <a16:creationId xmlns:a16="http://schemas.microsoft.com/office/drawing/2014/main" id="{95A5555C-D6B3-4CEB-8008-AEC1058C8107}"/>
                </a:ext>
              </a:extLst>
            </p:cNvPr>
            <p:cNvSpPr txBox="1">
              <a:spLocks noChangeArrowheads="1"/>
            </p:cNvSpPr>
            <p:nvPr/>
          </p:nvSpPr>
          <p:spPr bwMode="auto">
            <a:xfrm>
              <a:off x="4067175" y="5876925"/>
              <a:ext cx="415498" cy="36933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ea typeface="黑体" panose="02010609060101010101" pitchFamily="49" charset="-122"/>
                </a:rPr>
                <a:t>…</a:t>
              </a:r>
              <a:endParaRPr lang="en-US" altLang="zh-CN" u="none">
                <a:latin typeface="黑体" panose="02010609060101010101" pitchFamily="49" charset="-122"/>
                <a:ea typeface="黑体" panose="02010609060101010101" pitchFamily="49" charset="-122"/>
              </a:endParaRPr>
            </a:p>
          </p:txBody>
        </p:sp>
        <p:sp>
          <p:nvSpPr>
            <p:cNvPr id="119" name="Line 60">
              <a:extLst>
                <a:ext uri="{FF2B5EF4-FFF2-40B4-BE49-F238E27FC236}">
                  <a16:creationId xmlns:a16="http://schemas.microsoft.com/office/drawing/2014/main" id="{1F266D5A-7185-48E0-A48E-FF4542FF84E0}"/>
                </a:ext>
              </a:extLst>
            </p:cNvPr>
            <p:cNvSpPr>
              <a:spLocks noChangeShapeType="1"/>
            </p:cNvSpPr>
            <p:nvPr/>
          </p:nvSpPr>
          <p:spPr bwMode="auto">
            <a:xfrm>
              <a:off x="4572000" y="2133600"/>
              <a:ext cx="2447925" cy="0"/>
            </a:xfrm>
            <a:prstGeom prst="line">
              <a:avLst/>
            </a:prstGeom>
            <a:noFill/>
            <a:ln w="2857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21" name="Oval 61">
              <a:extLst>
                <a:ext uri="{FF2B5EF4-FFF2-40B4-BE49-F238E27FC236}">
                  <a16:creationId xmlns:a16="http://schemas.microsoft.com/office/drawing/2014/main" id="{80A76137-8717-4A26-90BA-C4ABABB289D7}"/>
                </a:ext>
              </a:extLst>
            </p:cNvPr>
            <p:cNvSpPr>
              <a:spLocks noChangeArrowheads="1"/>
            </p:cNvSpPr>
            <p:nvPr/>
          </p:nvSpPr>
          <p:spPr bwMode="auto">
            <a:xfrm>
              <a:off x="7019925" y="1844675"/>
              <a:ext cx="1944688" cy="649288"/>
            </a:xfrm>
            <a:prstGeom prst="ellipse">
              <a:avLst/>
            </a:prstGeom>
            <a:noFill/>
            <a:ln w="9525" algn="ctr">
              <a:solidFill>
                <a:srgbClr val="06661D"/>
              </a:solidFill>
              <a:prstDash val="sysDot"/>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ea typeface="黑体" panose="02010609060101010101" pitchFamily="49" charset="-122"/>
                </a:rPr>
                <a:t>目标层</a:t>
              </a:r>
            </a:p>
          </p:txBody>
        </p:sp>
        <p:sp>
          <p:nvSpPr>
            <p:cNvPr id="123" name="AutoShape 62">
              <a:extLst>
                <a:ext uri="{FF2B5EF4-FFF2-40B4-BE49-F238E27FC236}">
                  <a16:creationId xmlns:a16="http://schemas.microsoft.com/office/drawing/2014/main" id="{83197D66-41BF-459B-8085-A33335E85925}"/>
                </a:ext>
              </a:extLst>
            </p:cNvPr>
            <p:cNvSpPr>
              <a:spLocks/>
            </p:cNvSpPr>
            <p:nvPr/>
          </p:nvSpPr>
          <p:spPr bwMode="auto">
            <a:xfrm>
              <a:off x="6443663" y="2565400"/>
              <a:ext cx="936625" cy="2808288"/>
            </a:xfrm>
            <a:prstGeom prst="rightBrace">
              <a:avLst>
                <a:gd name="adj1" fmla="val 18031"/>
                <a:gd name="adj2" fmla="val 49495"/>
              </a:avLst>
            </a:prstGeom>
            <a:noFill/>
            <a:ln w="28575">
              <a:solidFill>
                <a:srgbClr val="06661D"/>
              </a:solidFill>
              <a:prstDash val="sysDot"/>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125" name="Oval 63">
              <a:extLst>
                <a:ext uri="{FF2B5EF4-FFF2-40B4-BE49-F238E27FC236}">
                  <a16:creationId xmlns:a16="http://schemas.microsoft.com/office/drawing/2014/main" id="{C1EB4B64-CA69-43A5-B98F-D1F547B2CB19}"/>
                </a:ext>
              </a:extLst>
            </p:cNvPr>
            <p:cNvSpPr>
              <a:spLocks noChangeArrowheads="1"/>
            </p:cNvSpPr>
            <p:nvPr/>
          </p:nvSpPr>
          <p:spPr bwMode="auto">
            <a:xfrm>
              <a:off x="7380288" y="3644900"/>
              <a:ext cx="1763712" cy="649288"/>
            </a:xfrm>
            <a:prstGeom prst="ellipse">
              <a:avLst/>
            </a:prstGeom>
            <a:noFill/>
            <a:ln w="9525" algn="ctr">
              <a:solidFill>
                <a:srgbClr val="06661D"/>
              </a:solidFill>
              <a:prstDash val="sysDot"/>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黑体" panose="02010609060101010101" pitchFamily="49" charset="-122"/>
                  <a:ea typeface="黑体" panose="02010609060101010101" pitchFamily="49" charset="-122"/>
                </a:rPr>
                <a:t>准则层</a:t>
              </a:r>
            </a:p>
          </p:txBody>
        </p:sp>
        <p:sp>
          <p:nvSpPr>
            <p:cNvPr id="127" name="Line 64">
              <a:extLst>
                <a:ext uri="{FF2B5EF4-FFF2-40B4-BE49-F238E27FC236}">
                  <a16:creationId xmlns:a16="http://schemas.microsoft.com/office/drawing/2014/main" id="{67468646-6657-4AD8-B85D-90FEA510A1EA}"/>
                </a:ext>
              </a:extLst>
            </p:cNvPr>
            <p:cNvSpPr>
              <a:spLocks noChangeShapeType="1"/>
            </p:cNvSpPr>
            <p:nvPr/>
          </p:nvSpPr>
          <p:spPr bwMode="auto">
            <a:xfrm>
              <a:off x="5940425" y="6165850"/>
              <a:ext cx="1439863" cy="0"/>
            </a:xfrm>
            <a:prstGeom prst="line">
              <a:avLst/>
            </a:prstGeom>
            <a:noFill/>
            <a:ln w="2857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p>
          </p:txBody>
        </p:sp>
        <p:sp>
          <p:nvSpPr>
            <p:cNvPr id="129" name="Oval 65">
              <a:extLst>
                <a:ext uri="{FF2B5EF4-FFF2-40B4-BE49-F238E27FC236}">
                  <a16:creationId xmlns:a16="http://schemas.microsoft.com/office/drawing/2014/main" id="{83AD7966-8903-432C-8B03-2DA228A91280}"/>
                </a:ext>
              </a:extLst>
            </p:cNvPr>
            <p:cNvSpPr>
              <a:spLocks noChangeArrowheads="1"/>
            </p:cNvSpPr>
            <p:nvPr/>
          </p:nvSpPr>
          <p:spPr bwMode="auto">
            <a:xfrm>
              <a:off x="7380288" y="5805488"/>
              <a:ext cx="1584325" cy="649287"/>
            </a:xfrm>
            <a:prstGeom prst="ellipse">
              <a:avLst/>
            </a:prstGeom>
            <a:noFill/>
            <a:ln w="9525" algn="ctr">
              <a:solidFill>
                <a:srgbClr val="06661D"/>
              </a:solidFill>
              <a:prstDash val="sysDot"/>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solidFill>
                    <a:schemeClr val="accent2"/>
                  </a:solidFill>
                  <a:latin typeface="黑体" panose="02010609060101010101" pitchFamily="49" charset="-122"/>
                  <a:ea typeface="黑体" panose="02010609060101010101" pitchFamily="49" charset="-122"/>
                </a:rPr>
                <a:t>方案层</a:t>
              </a:r>
            </a:p>
          </p:txBody>
        </p:sp>
      </p:grpSp>
      <p:sp>
        <p:nvSpPr>
          <p:cNvPr id="2" name="文本框 1">
            <a:extLst>
              <a:ext uri="{FF2B5EF4-FFF2-40B4-BE49-F238E27FC236}">
                <a16:creationId xmlns:a16="http://schemas.microsoft.com/office/drawing/2014/main" id="{23733BDF-8561-4F2F-B09D-82BA3A0771CF}"/>
              </a:ext>
            </a:extLst>
          </p:cNvPr>
          <p:cNvSpPr txBox="1"/>
          <p:nvPr/>
        </p:nvSpPr>
        <p:spPr>
          <a:xfrm>
            <a:off x="6278801" y="3214231"/>
            <a:ext cx="646331" cy="369332"/>
          </a:xfrm>
          <a:prstGeom prst="rect">
            <a:avLst/>
          </a:prstGeom>
          <a:noFill/>
        </p:spPr>
        <p:txBody>
          <a:bodyPr wrap="none" rtlCol="0">
            <a:spAutoFit/>
          </a:bodyPr>
          <a:lstStyle/>
          <a:p>
            <a:r>
              <a:rPr lang="zh-CN" altLang="en-US" dirty="0"/>
              <a:t>指标</a:t>
            </a:r>
          </a:p>
        </p:txBody>
      </p:sp>
      <p:cxnSp>
        <p:nvCxnSpPr>
          <p:cNvPr id="8" name="直接箭头连接符 7">
            <a:extLst>
              <a:ext uri="{FF2B5EF4-FFF2-40B4-BE49-F238E27FC236}">
                <a16:creationId xmlns:a16="http://schemas.microsoft.com/office/drawing/2014/main" id="{D8CEBB46-3EFC-4CDF-B0B3-F1320D9C79D5}"/>
              </a:ext>
            </a:extLst>
          </p:cNvPr>
          <p:cNvCxnSpPr>
            <a:stCxn id="79" idx="6"/>
            <a:endCxn id="2" idx="1"/>
          </p:cNvCxnSpPr>
          <p:nvPr/>
        </p:nvCxnSpPr>
        <p:spPr>
          <a:xfrm>
            <a:off x="5444607" y="3397782"/>
            <a:ext cx="834194" cy="1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335393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项目评价与决策方法</a:t>
            </a:r>
          </a:p>
        </p:txBody>
      </p:sp>
      <p:grpSp>
        <p:nvGrpSpPr>
          <p:cNvPr id="3" name="组合 2">
            <a:extLst>
              <a:ext uri="{FF2B5EF4-FFF2-40B4-BE49-F238E27FC236}">
                <a16:creationId xmlns:a16="http://schemas.microsoft.com/office/drawing/2014/main" id="{57FD4A34-B801-40C1-9CA8-D67F1884628D}"/>
              </a:ext>
            </a:extLst>
          </p:cNvPr>
          <p:cNvGrpSpPr/>
          <p:nvPr/>
        </p:nvGrpSpPr>
        <p:grpSpPr>
          <a:xfrm>
            <a:off x="257628" y="655285"/>
            <a:ext cx="8628743" cy="4125098"/>
            <a:chOff x="0" y="1844675"/>
            <a:chExt cx="9144000" cy="4537273"/>
          </a:xfrm>
        </p:grpSpPr>
        <p:sp>
          <p:nvSpPr>
            <p:cNvPr id="6" name="Oval 4">
              <a:extLst>
                <a:ext uri="{FF2B5EF4-FFF2-40B4-BE49-F238E27FC236}">
                  <a16:creationId xmlns:a16="http://schemas.microsoft.com/office/drawing/2014/main" id="{B4B3CFD2-6553-42BA-B7F2-26129EB3ECB8}"/>
                </a:ext>
              </a:extLst>
            </p:cNvPr>
            <p:cNvSpPr>
              <a:spLocks noChangeArrowheads="1"/>
            </p:cNvSpPr>
            <p:nvPr/>
          </p:nvSpPr>
          <p:spPr bwMode="auto">
            <a:xfrm>
              <a:off x="0" y="2636838"/>
              <a:ext cx="2195513" cy="1152525"/>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a:solidFill>
                    <a:srgbClr val="0066CC"/>
                  </a:solidFill>
                  <a:latin typeface="华文楷体" panose="02010600040101010101" pitchFamily="2" charset="-122"/>
                  <a:ea typeface="华文楷体" panose="02010600040101010101" pitchFamily="2" charset="-122"/>
                </a:rPr>
                <a:t>综合评价模型</a:t>
              </a:r>
            </a:p>
          </p:txBody>
        </p:sp>
        <p:sp>
          <p:nvSpPr>
            <p:cNvPr id="7" name="Line 5">
              <a:extLst>
                <a:ext uri="{FF2B5EF4-FFF2-40B4-BE49-F238E27FC236}">
                  <a16:creationId xmlns:a16="http://schemas.microsoft.com/office/drawing/2014/main" id="{4FD2DC00-2799-4C78-BA67-794DB3B50FC6}"/>
                </a:ext>
              </a:extLst>
            </p:cNvPr>
            <p:cNvSpPr>
              <a:spLocks noChangeShapeType="1"/>
            </p:cNvSpPr>
            <p:nvPr/>
          </p:nvSpPr>
          <p:spPr bwMode="auto">
            <a:xfrm flipV="1">
              <a:off x="1979613" y="2242190"/>
              <a:ext cx="1152525" cy="61054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8" name="Text Box 6">
              <a:extLst>
                <a:ext uri="{FF2B5EF4-FFF2-40B4-BE49-F238E27FC236}">
                  <a16:creationId xmlns:a16="http://schemas.microsoft.com/office/drawing/2014/main" id="{EA08789F-D2CA-42D4-AE20-71CBA9991405}"/>
                </a:ext>
              </a:extLst>
            </p:cNvPr>
            <p:cNvSpPr txBox="1">
              <a:spLocks noChangeArrowheads="1"/>
            </p:cNvSpPr>
            <p:nvPr/>
          </p:nvSpPr>
          <p:spPr bwMode="auto">
            <a:xfrm>
              <a:off x="3132137" y="2066809"/>
              <a:ext cx="3756025"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基于线性加权和的综合评价模型</a:t>
              </a:r>
            </a:p>
          </p:txBody>
        </p:sp>
        <p:sp>
          <p:nvSpPr>
            <p:cNvPr id="9" name="Line 7">
              <a:extLst>
                <a:ext uri="{FF2B5EF4-FFF2-40B4-BE49-F238E27FC236}">
                  <a16:creationId xmlns:a16="http://schemas.microsoft.com/office/drawing/2014/main" id="{16F69645-577F-46BB-A4BE-84CA509A6934}"/>
                </a:ext>
              </a:extLst>
            </p:cNvPr>
            <p:cNvSpPr>
              <a:spLocks noChangeShapeType="1"/>
            </p:cNvSpPr>
            <p:nvPr/>
          </p:nvSpPr>
          <p:spPr bwMode="auto">
            <a:xfrm>
              <a:off x="2195514" y="3068638"/>
              <a:ext cx="936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10" name="Text Box 8">
              <a:extLst>
                <a:ext uri="{FF2B5EF4-FFF2-40B4-BE49-F238E27FC236}">
                  <a16:creationId xmlns:a16="http://schemas.microsoft.com/office/drawing/2014/main" id="{B8027B85-E6A3-4846-8AB0-A628EB08707A}"/>
                </a:ext>
              </a:extLst>
            </p:cNvPr>
            <p:cNvSpPr txBox="1">
              <a:spLocks noChangeArrowheads="1"/>
            </p:cNvSpPr>
            <p:nvPr/>
          </p:nvSpPr>
          <p:spPr bwMode="auto">
            <a:xfrm>
              <a:off x="3132138" y="2852738"/>
              <a:ext cx="3546475"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基于模糊数学的综合评价模型</a:t>
              </a:r>
            </a:p>
          </p:txBody>
        </p:sp>
        <p:sp>
          <p:nvSpPr>
            <p:cNvPr id="11" name="Line 9">
              <a:extLst>
                <a:ext uri="{FF2B5EF4-FFF2-40B4-BE49-F238E27FC236}">
                  <a16:creationId xmlns:a16="http://schemas.microsoft.com/office/drawing/2014/main" id="{1FCB157B-3594-48AD-8B6F-B3BBC61532DC}"/>
                </a:ext>
              </a:extLst>
            </p:cNvPr>
            <p:cNvSpPr>
              <a:spLocks noChangeShapeType="1"/>
            </p:cNvSpPr>
            <p:nvPr/>
          </p:nvSpPr>
          <p:spPr bwMode="auto">
            <a:xfrm>
              <a:off x="2124075" y="3429000"/>
              <a:ext cx="1008063"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12" name="Text Box 10">
              <a:extLst>
                <a:ext uri="{FF2B5EF4-FFF2-40B4-BE49-F238E27FC236}">
                  <a16:creationId xmlns:a16="http://schemas.microsoft.com/office/drawing/2014/main" id="{309B8E00-B711-4C02-8107-3635243DBD72}"/>
                </a:ext>
              </a:extLst>
            </p:cNvPr>
            <p:cNvSpPr txBox="1">
              <a:spLocks noChangeArrowheads="1"/>
            </p:cNvSpPr>
            <p:nvPr/>
          </p:nvSpPr>
          <p:spPr bwMode="auto">
            <a:xfrm>
              <a:off x="3132137" y="3536951"/>
              <a:ext cx="3527426"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基于灰色系统的综合评价模型</a:t>
              </a:r>
            </a:p>
          </p:txBody>
        </p:sp>
        <p:sp>
          <p:nvSpPr>
            <p:cNvPr id="13" name="Line 11">
              <a:extLst>
                <a:ext uri="{FF2B5EF4-FFF2-40B4-BE49-F238E27FC236}">
                  <a16:creationId xmlns:a16="http://schemas.microsoft.com/office/drawing/2014/main" id="{9716C98B-7378-4E36-AE59-F03304375411}"/>
                </a:ext>
              </a:extLst>
            </p:cNvPr>
            <p:cNvSpPr>
              <a:spLocks noChangeShapeType="1"/>
            </p:cNvSpPr>
            <p:nvPr/>
          </p:nvSpPr>
          <p:spPr bwMode="auto">
            <a:xfrm flipV="1">
              <a:off x="6888162" y="2060575"/>
              <a:ext cx="492125" cy="1444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14" name="Line 12">
              <a:extLst>
                <a:ext uri="{FF2B5EF4-FFF2-40B4-BE49-F238E27FC236}">
                  <a16:creationId xmlns:a16="http://schemas.microsoft.com/office/drawing/2014/main" id="{B44CC025-2A13-4D06-978F-BA1CB060C4D9}"/>
                </a:ext>
              </a:extLst>
            </p:cNvPr>
            <p:cNvSpPr>
              <a:spLocks noChangeShapeType="1"/>
            </p:cNvSpPr>
            <p:nvPr/>
          </p:nvSpPr>
          <p:spPr bwMode="auto">
            <a:xfrm>
              <a:off x="6875462" y="2264455"/>
              <a:ext cx="504826" cy="1564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15" name="Text Box 13">
              <a:extLst>
                <a:ext uri="{FF2B5EF4-FFF2-40B4-BE49-F238E27FC236}">
                  <a16:creationId xmlns:a16="http://schemas.microsoft.com/office/drawing/2014/main" id="{2E2E513F-486B-45E9-99A7-D202887AFFEF}"/>
                </a:ext>
              </a:extLst>
            </p:cNvPr>
            <p:cNvSpPr txBox="1">
              <a:spLocks noChangeArrowheads="1"/>
            </p:cNvSpPr>
            <p:nvPr/>
          </p:nvSpPr>
          <p:spPr bwMode="auto">
            <a:xfrm>
              <a:off x="7380288" y="1844675"/>
              <a:ext cx="1535112"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关联矩阵法</a:t>
              </a:r>
            </a:p>
          </p:txBody>
        </p:sp>
        <p:sp>
          <p:nvSpPr>
            <p:cNvPr id="16" name="Text Box 14">
              <a:extLst>
                <a:ext uri="{FF2B5EF4-FFF2-40B4-BE49-F238E27FC236}">
                  <a16:creationId xmlns:a16="http://schemas.microsoft.com/office/drawing/2014/main" id="{87A96FD5-3456-41F8-9792-425083E4EF85}"/>
                </a:ext>
              </a:extLst>
            </p:cNvPr>
            <p:cNvSpPr txBox="1">
              <a:spLocks noChangeArrowheads="1"/>
            </p:cNvSpPr>
            <p:nvPr/>
          </p:nvSpPr>
          <p:spPr bwMode="auto">
            <a:xfrm>
              <a:off x="7380288" y="2276474"/>
              <a:ext cx="1535112"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层次分析法</a:t>
              </a:r>
            </a:p>
          </p:txBody>
        </p:sp>
        <p:sp>
          <p:nvSpPr>
            <p:cNvPr id="17" name="Line 15">
              <a:extLst>
                <a:ext uri="{FF2B5EF4-FFF2-40B4-BE49-F238E27FC236}">
                  <a16:creationId xmlns:a16="http://schemas.microsoft.com/office/drawing/2014/main" id="{0DD61869-9E2A-4A09-8683-375FFA7F7E50}"/>
                </a:ext>
              </a:extLst>
            </p:cNvPr>
            <p:cNvSpPr>
              <a:spLocks noChangeShapeType="1"/>
            </p:cNvSpPr>
            <p:nvPr/>
          </p:nvSpPr>
          <p:spPr bwMode="auto">
            <a:xfrm>
              <a:off x="6659563" y="3068638"/>
              <a:ext cx="5048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18" name="Text Box 16">
              <a:extLst>
                <a:ext uri="{FF2B5EF4-FFF2-40B4-BE49-F238E27FC236}">
                  <a16:creationId xmlns:a16="http://schemas.microsoft.com/office/drawing/2014/main" id="{3FFB9BF6-286C-4B74-A6B7-31F3897EC2E1}"/>
                </a:ext>
              </a:extLst>
            </p:cNvPr>
            <p:cNvSpPr txBox="1">
              <a:spLocks noChangeArrowheads="1"/>
            </p:cNvSpPr>
            <p:nvPr/>
          </p:nvSpPr>
          <p:spPr bwMode="auto">
            <a:xfrm>
              <a:off x="7164387" y="2852737"/>
              <a:ext cx="1323998"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模糊分析法</a:t>
              </a:r>
            </a:p>
          </p:txBody>
        </p:sp>
        <p:sp>
          <p:nvSpPr>
            <p:cNvPr id="19" name="Oval 17">
              <a:extLst>
                <a:ext uri="{FF2B5EF4-FFF2-40B4-BE49-F238E27FC236}">
                  <a16:creationId xmlns:a16="http://schemas.microsoft.com/office/drawing/2014/main" id="{4B9320D0-21B1-43DE-9E14-6D32A0FA1A5A}"/>
                </a:ext>
              </a:extLst>
            </p:cNvPr>
            <p:cNvSpPr>
              <a:spLocks noChangeArrowheads="1"/>
            </p:cNvSpPr>
            <p:nvPr/>
          </p:nvSpPr>
          <p:spPr bwMode="auto">
            <a:xfrm>
              <a:off x="0" y="4868863"/>
              <a:ext cx="2195513" cy="1152525"/>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a:solidFill>
                    <a:srgbClr val="0066CC"/>
                  </a:solidFill>
                  <a:latin typeface="华文楷体" panose="02010600040101010101" pitchFamily="2" charset="-122"/>
                  <a:ea typeface="华文楷体" panose="02010600040101010101" pitchFamily="2" charset="-122"/>
                </a:rPr>
                <a:t>权重系数的确定</a:t>
              </a:r>
            </a:p>
          </p:txBody>
        </p:sp>
        <p:sp>
          <p:nvSpPr>
            <p:cNvPr id="20" name="Text Box 18">
              <a:extLst>
                <a:ext uri="{FF2B5EF4-FFF2-40B4-BE49-F238E27FC236}">
                  <a16:creationId xmlns:a16="http://schemas.microsoft.com/office/drawing/2014/main" id="{52B3341C-0E7F-4457-BE49-1B4A8129A951}"/>
                </a:ext>
              </a:extLst>
            </p:cNvPr>
            <p:cNvSpPr txBox="1">
              <a:spLocks noChangeArrowheads="1"/>
            </p:cNvSpPr>
            <p:nvPr/>
          </p:nvSpPr>
          <p:spPr bwMode="auto">
            <a:xfrm>
              <a:off x="3132138" y="4724401"/>
              <a:ext cx="1535112"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dirty="0">
                  <a:solidFill>
                    <a:schemeClr val="accent2"/>
                  </a:solidFill>
                  <a:latin typeface="华文楷体" panose="02010600040101010101" pitchFamily="2" charset="-122"/>
                  <a:ea typeface="华文楷体" panose="02010600040101010101" pitchFamily="2" charset="-122"/>
                </a:rPr>
                <a:t>二分比较法</a:t>
              </a:r>
            </a:p>
          </p:txBody>
        </p:sp>
        <p:sp>
          <p:nvSpPr>
            <p:cNvPr id="21" name="Line 19">
              <a:extLst>
                <a:ext uri="{FF2B5EF4-FFF2-40B4-BE49-F238E27FC236}">
                  <a16:creationId xmlns:a16="http://schemas.microsoft.com/office/drawing/2014/main" id="{AE4919E3-EFF4-49F6-AB4B-6C4E9AB3FE8B}"/>
                </a:ext>
              </a:extLst>
            </p:cNvPr>
            <p:cNvSpPr>
              <a:spLocks noChangeShapeType="1"/>
            </p:cNvSpPr>
            <p:nvPr/>
          </p:nvSpPr>
          <p:spPr bwMode="auto">
            <a:xfrm flipV="1">
              <a:off x="2124075" y="4925331"/>
              <a:ext cx="1006475" cy="30389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22" name="Line 20">
              <a:extLst>
                <a:ext uri="{FF2B5EF4-FFF2-40B4-BE49-F238E27FC236}">
                  <a16:creationId xmlns:a16="http://schemas.microsoft.com/office/drawing/2014/main" id="{4B48F7BE-8E18-4043-9AE6-6732A9030DE8}"/>
                </a:ext>
              </a:extLst>
            </p:cNvPr>
            <p:cNvSpPr>
              <a:spLocks noChangeShapeType="1"/>
            </p:cNvSpPr>
            <p:nvPr/>
          </p:nvSpPr>
          <p:spPr bwMode="auto">
            <a:xfrm flipV="1">
              <a:off x="2195512" y="5573030"/>
              <a:ext cx="935038" cy="165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23" name="Text Box 21">
              <a:extLst>
                <a:ext uri="{FF2B5EF4-FFF2-40B4-BE49-F238E27FC236}">
                  <a16:creationId xmlns:a16="http://schemas.microsoft.com/office/drawing/2014/main" id="{A811FDED-F1D2-424E-B673-E5A3FD98CC54}"/>
                </a:ext>
              </a:extLst>
            </p:cNvPr>
            <p:cNvSpPr txBox="1">
              <a:spLocks noChangeArrowheads="1"/>
            </p:cNvSpPr>
            <p:nvPr/>
          </p:nvSpPr>
          <p:spPr bwMode="auto">
            <a:xfrm>
              <a:off x="3132138" y="5373100"/>
              <a:ext cx="1535112"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a:solidFill>
                    <a:schemeClr val="accent2"/>
                  </a:solidFill>
                  <a:latin typeface="华文楷体" panose="02010600040101010101" pitchFamily="2" charset="-122"/>
                  <a:ea typeface="华文楷体" panose="02010600040101010101" pitchFamily="2" charset="-122"/>
                </a:rPr>
                <a:t>九分比较法</a:t>
              </a:r>
            </a:p>
          </p:txBody>
        </p:sp>
        <p:sp>
          <p:nvSpPr>
            <p:cNvPr id="24" name="Line 22">
              <a:extLst>
                <a:ext uri="{FF2B5EF4-FFF2-40B4-BE49-F238E27FC236}">
                  <a16:creationId xmlns:a16="http://schemas.microsoft.com/office/drawing/2014/main" id="{97E2D5D8-0A13-4C59-AF75-F0F3C04425A5}"/>
                </a:ext>
              </a:extLst>
            </p:cNvPr>
            <p:cNvSpPr>
              <a:spLocks noChangeShapeType="1"/>
            </p:cNvSpPr>
            <p:nvPr/>
          </p:nvSpPr>
          <p:spPr bwMode="auto">
            <a:xfrm>
              <a:off x="1900516" y="5789519"/>
              <a:ext cx="1230036" cy="44323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华文楷体" panose="02010600040101010101" pitchFamily="2" charset="-122"/>
                <a:ea typeface="华文楷体" panose="02010600040101010101" pitchFamily="2" charset="-122"/>
              </a:endParaRPr>
            </a:p>
          </p:txBody>
        </p:sp>
        <p:sp>
          <p:nvSpPr>
            <p:cNvPr id="25" name="Text Box 23">
              <a:extLst>
                <a:ext uri="{FF2B5EF4-FFF2-40B4-BE49-F238E27FC236}">
                  <a16:creationId xmlns:a16="http://schemas.microsoft.com/office/drawing/2014/main" id="{7F6E29C6-52DE-422F-8363-EFEA2B27F4B2}"/>
                </a:ext>
              </a:extLst>
            </p:cNvPr>
            <p:cNvSpPr txBox="1">
              <a:spLocks noChangeArrowheads="1"/>
            </p:cNvSpPr>
            <p:nvPr/>
          </p:nvSpPr>
          <p:spPr bwMode="auto">
            <a:xfrm>
              <a:off x="3132138" y="6009566"/>
              <a:ext cx="1535112"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600" u="none">
                  <a:solidFill>
                    <a:schemeClr val="accent2"/>
                  </a:solidFill>
                  <a:latin typeface="华文楷体" panose="02010600040101010101" pitchFamily="2" charset="-122"/>
                  <a:ea typeface="华文楷体" panose="02010600040101010101" pitchFamily="2" charset="-122"/>
                </a:rPr>
                <a:t> </a:t>
              </a:r>
              <a:r>
                <a:rPr lang="en-US" altLang="zh-CN" sz="1600" u="none">
                  <a:solidFill>
                    <a:schemeClr val="accent2"/>
                  </a:solidFill>
                  <a:latin typeface="华文楷体" panose="02010600040101010101" pitchFamily="2" charset="-122"/>
                  <a:ea typeface="华文楷体" panose="02010600040101010101" pitchFamily="2" charset="-122"/>
                </a:rPr>
                <a:t>……</a:t>
              </a:r>
              <a:r>
                <a:rPr lang="zh-CN" altLang="en-US" sz="1600" u="none">
                  <a:solidFill>
                    <a:schemeClr val="accent2"/>
                  </a:solidFill>
                  <a:latin typeface="华文楷体" panose="02010600040101010101" pitchFamily="2" charset="-122"/>
                  <a:ea typeface="华文楷体" panose="02010600040101010101" pitchFamily="2" charset="-122"/>
                </a:rPr>
                <a:t>法</a:t>
              </a:r>
            </a:p>
          </p:txBody>
        </p:sp>
        <p:sp>
          <p:nvSpPr>
            <p:cNvPr id="26" name="AutoShape 25">
              <a:extLst>
                <a:ext uri="{FF2B5EF4-FFF2-40B4-BE49-F238E27FC236}">
                  <a16:creationId xmlns:a16="http://schemas.microsoft.com/office/drawing/2014/main" id="{4D588953-FCD0-4951-B25E-72C1DD4561E2}"/>
                </a:ext>
              </a:extLst>
            </p:cNvPr>
            <p:cNvSpPr>
              <a:spLocks noChangeArrowheads="1"/>
            </p:cNvSpPr>
            <p:nvPr/>
          </p:nvSpPr>
          <p:spPr bwMode="auto">
            <a:xfrm>
              <a:off x="6767513" y="3429000"/>
              <a:ext cx="2376487" cy="1871663"/>
            </a:xfrm>
            <a:prstGeom prst="downArrow">
              <a:avLst>
                <a:gd name="adj1" fmla="val 50000"/>
                <a:gd name="adj2"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a:solidFill>
                    <a:srgbClr val="0066CC"/>
                  </a:solidFill>
                  <a:latin typeface="华文楷体" panose="02010600040101010101" pitchFamily="2" charset="-122"/>
                  <a:ea typeface="华文楷体" panose="02010600040101010101" pitchFamily="2" charset="-122"/>
                </a:rPr>
                <a:t>不同求解</a:t>
              </a:r>
            </a:p>
            <a:p>
              <a:pPr algn="ctr"/>
              <a:r>
                <a:rPr lang="zh-CN" altLang="en-US" sz="1600" u="none">
                  <a:solidFill>
                    <a:srgbClr val="0066CC"/>
                  </a:solidFill>
                  <a:latin typeface="华文楷体" panose="02010600040101010101" pitchFamily="2" charset="-122"/>
                  <a:ea typeface="华文楷体" panose="02010600040101010101" pitchFamily="2" charset="-122"/>
                </a:rPr>
                <a:t>结果的</a:t>
              </a:r>
            </a:p>
            <a:p>
              <a:pPr algn="ctr"/>
              <a:r>
                <a:rPr lang="zh-CN" altLang="en-US" sz="1600" u="none">
                  <a:solidFill>
                    <a:srgbClr val="0066CC"/>
                  </a:solidFill>
                  <a:latin typeface="华文楷体" panose="02010600040101010101" pitchFamily="2" charset="-122"/>
                  <a:ea typeface="华文楷体" panose="02010600040101010101" pitchFamily="2" charset="-122"/>
                </a:rPr>
                <a:t>集结方法</a:t>
              </a:r>
            </a:p>
          </p:txBody>
        </p:sp>
        <p:sp>
          <p:nvSpPr>
            <p:cNvPr id="27" name="Text Box 28">
              <a:extLst>
                <a:ext uri="{FF2B5EF4-FFF2-40B4-BE49-F238E27FC236}">
                  <a16:creationId xmlns:a16="http://schemas.microsoft.com/office/drawing/2014/main" id="{622EFCC7-A4D5-4CBD-8B51-DD3DB8881418}"/>
                </a:ext>
              </a:extLst>
            </p:cNvPr>
            <p:cNvSpPr txBox="1">
              <a:spLocks noChangeArrowheads="1"/>
            </p:cNvSpPr>
            <p:nvPr/>
          </p:nvSpPr>
          <p:spPr bwMode="auto">
            <a:xfrm>
              <a:off x="6864351" y="5322974"/>
              <a:ext cx="2182812" cy="37238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dirty="0">
                  <a:solidFill>
                    <a:schemeClr val="accent2"/>
                  </a:solidFill>
                  <a:latin typeface="华文楷体" panose="02010600040101010101" pitchFamily="2" charset="-122"/>
                  <a:ea typeface="华文楷体" panose="02010600040101010101" pitchFamily="2" charset="-122"/>
                </a:rPr>
                <a:t> 平均值法</a:t>
              </a:r>
            </a:p>
          </p:txBody>
        </p:sp>
      </p:grpSp>
    </p:spTree>
    <p:extLst>
      <p:ext uri="{BB962C8B-B14F-4D97-AF65-F5344CB8AC3E}">
        <p14:creationId xmlns:p14="http://schemas.microsoft.com/office/powerpoint/2010/main" val="16292709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EA0660B-5158-49A6-8BE8-B57093B013CA}"/>
              </a:ext>
            </a:extLst>
          </p:cNvPr>
          <p:cNvGraphicFramePr>
            <a:graphicFrameLocks noGrp="1"/>
          </p:cNvGraphicFramePr>
          <p:nvPr>
            <p:extLst>
              <p:ext uri="{D42A27DB-BD31-4B8C-83A1-F6EECF244321}">
                <p14:modId xmlns:p14="http://schemas.microsoft.com/office/powerpoint/2010/main" val="2145326650"/>
              </p:ext>
            </p:extLst>
          </p:nvPr>
        </p:nvGraphicFramePr>
        <p:xfrm>
          <a:off x="1180611" y="1059303"/>
          <a:ext cx="6782778" cy="2322183"/>
        </p:xfrm>
        <a:graphic>
          <a:graphicData uri="http://schemas.openxmlformats.org/drawingml/2006/table">
            <a:tbl>
              <a:tblPr firstRow="1" bandRow="1">
                <a:tableStyleId>{5C22544A-7EE6-4342-B048-85BDC9FD1C3A}</a:tableStyleId>
              </a:tblPr>
              <a:tblGrid>
                <a:gridCol w="2260926">
                  <a:extLst>
                    <a:ext uri="{9D8B030D-6E8A-4147-A177-3AD203B41FA5}">
                      <a16:colId xmlns:a16="http://schemas.microsoft.com/office/drawing/2014/main" val="4205279629"/>
                    </a:ext>
                  </a:extLst>
                </a:gridCol>
                <a:gridCol w="2260926">
                  <a:extLst>
                    <a:ext uri="{9D8B030D-6E8A-4147-A177-3AD203B41FA5}">
                      <a16:colId xmlns:a16="http://schemas.microsoft.com/office/drawing/2014/main" val="2223939123"/>
                    </a:ext>
                  </a:extLst>
                </a:gridCol>
                <a:gridCol w="2260926">
                  <a:extLst>
                    <a:ext uri="{9D8B030D-6E8A-4147-A177-3AD203B41FA5}">
                      <a16:colId xmlns:a16="http://schemas.microsoft.com/office/drawing/2014/main" val="3823713066"/>
                    </a:ext>
                  </a:extLst>
                </a:gridCol>
              </a:tblGrid>
              <a:tr h="4933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评价指标体系</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权重系统</a:t>
                      </a:r>
                    </a:p>
                  </a:txBody>
                  <a:tcPr anchor="ctr"/>
                </a:tc>
                <a:tc>
                  <a:txBody>
                    <a:bodyPr/>
                    <a:lstStyle/>
                    <a:p>
                      <a:pPr algn="ctr"/>
                      <a:r>
                        <a:rPr lang="zh-CN" altLang="en-US" dirty="0"/>
                        <a:t>综合评价模型</a:t>
                      </a:r>
                    </a:p>
                  </a:txBody>
                  <a:tcPr anchor="ctr"/>
                </a:tc>
                <a:extLst>
                  <a:ext uri="{0D108BD9-81ED-4DB2-BD59-A6C34878D82A}">
                    <a16:rowId xmlns:a16="http://schemas.microsoft.com/office/drawing/2014/main" val="201271046"/>
                  </a:ext>
                </a:extLst>
              </a:tr>
              <a:tr h="310004">
                <a:tc>
                  <a:txBody>
                    <a:bodyPr/>
                    <a:lstStyle/>
                    <a:p>
                      <a:pPr algn="ctr"/>
                      <a:r>
                        <a:rPr lang="zh-CN" altLang="en-US" dirty="0"/>
                        <a:t>三层结构</a:t>
                      </a:r>
                    </a:p>
                  </a:txBody>
                  <a:tcPr anchor="ctr"/>
                </a:tc>
                <a:tc>
                  <a:txBody>
                    <a:bodyPr/>
                    <a:lstStyle/>
                    <a:p>
                      <a:pPr algn="ctr"/>
                      <a:r>
                        <a:rPr lang="en-US" altLang="zh-CN" dirty="0"/>
                        <a:t>Delphi</a:t>
                      </a:r>
                      <a:r>
                        <a:rPr lang="zh-CN" altLang="en-US" dirty="0"/>
                        <a:t>法</a:t>
                      </a:r>
                    </a:p>
                  </a:txBody>
                  <a:tcPr anchor="ctr"/>
                </a:tc>
                <a:tc>
                  <a:txBody>
                    <a:bodyPr/>
                    <a:lstStyle/>
                    <a:p>
                      <a:pPr algn="ctr"/>
                      <a:r>
                        <a:rPr lang="zh-CN" altLang="en-US" dirty="0"/>
                        <a:t>线性加权</a:t>
                      </a:r>
                    </a:p>
                  </a:txBody>
                  <a:tcPr anchor="ctr"/>
                </a:tc>
                <a:extLst>
                  <a:ext uri="{0D108BD9-81ED-4DB2-BD59-A6C34878D82A}">
                    <a16:rowId xmlns:a16="http://schemas.microsoft.com/office/drawing/2014/main" val="150495050"/>
                  </a:ext>
                </a:extLst>
              </a:tr>
              <a:tr h="310004">
                <a:tc>
                  <a:txBody>
                    <a:bodyPr/>
                    <a:lstStyle/>
                    <a:p>
                      <a:pPr algn="ctr"/>
                      <a:r>
                        <a:rPr lang="zh-CN" altLang="en-US" dirty="0"/>
                        <a:t>多层结构</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二分比较法</a:t>
                      </a:r>
                    </a:p>
                  </a:txBody>
                  <a:tcPr anchor="ctr"/>
                </a:tc>
                <a:tc>
                  <a:txBody>
                    <a:bodyPr/>
                    <a:lstStyle/>
                    <a:p>
                      <a:pPr algn="ctr"/>
                      <a:r>
                        <a:rPr lang="zh-CN" altLang="en-US" dirty="0"/>
                        <a:t>模糊数学 </a:t>
                      </a:r>
                    </a:p>
                  </a:txBody>
                  <a:tcPr anchor="ctr"/>
                </a:tc>
                <a:extLst>
                  <a:ext uri="{0D108BD9-81ED-4DB2-BD59-A6C34878D82A}">
                    <a16:rowId xmlns:a16="http://schemas.microsoft.com/office/drawing/2014/main" val="3942599106"/>
                  </a:ext>
                </a:extLst>
              </a:tr>
              <a:tr h="310004">
                <a:tc>
                  <a:txBody>
                    <a:bodyPr/>
                    <a:lstStyle/>
                    <a:p>
                      <a:pPr algn="ctr"/>
                      <a:endParaRPr lang="zh-CN" altLang="en-US"/>
                    </a:p>
                  </a:txBody>
                  <a:tcPr anchor="ctr"/>
                </a:tc>
                <a:tc>
                  <a:txBody>
                    <a:bodyPr/>
                    <a:lstStyle/>
                    <a:p>
                      <a:pPr algn="ctr"/>
                      <a:r>
                        <a:rPr lang="zh-CN" altLang="en-US" dirty="0"/>
                        <a:t>六分比较法</a:t>
                      </a:r>
                    </a:p>
                  </a:txBody>
                  <a:tcPr anchor="ctr"/>
                </a:tc>
                <a:tc>
                  <a:txBody>
                    <a:bodyPr/>
                    <a:lstStyle/>
                    <a:p>
                      <a:pPr algn="ctr"/>
                      <a:r>
                        <a:rPr lang="zh-CN" altLang="en-US" dirty="0"/>
                        <a:t>灰色系统</a:t>
                      </a:r>
                    </a:p>
                  </a:txBody>
                  <a:tcPr anchor="ctr"/>
                </a:tc>
                <a:extLst>
                  <a:ext uri="{0D108BD9-81ED-4DB2-BD59-A6C34878D82A}">
                    <a16:rowId xmlns:a16="http://schemas.microsoft.com/office/drawing/2014/main" val="3255720262"/>
                  </a:ext>
                </a:extLst>
              </a:tr>
              <a:tr h="310004">
                <a:tc>
                  <a:txBody>
                    <a:bodyPr/>
                    <a:lstStyle/>
                    <a:p>
                      <a:pPr algn="ctr"/>
                      <a:endParaRPr lang="zh-CN" altLang="en-US"/>
                    </a:p>
                  </a:txBody>
                  <a:tcPr anchor="ctr"/>
                </a:tc>
                <a:tc>
                  <a:txBody>
                    <a:bodyPr/>
                    <a:lstStyle/>
                    <a:p>
                      <a:pPr algn="ctr"/>
                      <a:r>
                        <a:rPr lang="zh-CN" altLang="en-US" dirty="0"/>
                        <a:t>九分比较法</a:t>
                      </a:r>
                    </a:p>
                  </a:txBody>
                  <a:tcPr anchor="ctr"/>
                </a:tc>
                <a:tc>
                  <a:txBody>
                    <a:bodyPr/>
                    <a:lstStyle/>
                    <a:p>
                      <a:pPr algn="ctr"/>
                      <a:r>
                        <a:rPr lang="zh-CN" altLang="en-US" dirty="0"/>
                        <a:t>神经网络</a:t>
                      </a:r>
                    </a:p>
                  </a:txBody>
                  <a:tcPr anchor="ctr"/>
                </a:tc>
                <a:extLst>
                  <a:ext uri="{0D108BD9-81ED-4DB2-BD59-A6C34878D82A}">
                    <a16:rowId xmlns:a16="http://schemas.microsoft.com/office/drawing/2014/main" val="4086570245"/>
                  </a:ext>
                </a:extLst>
              </a:tr>
              <a:tr h="310004">
                <a:tc>
                  <a:txBody>
                    <a:bodyPr/>
                    <a:lstStyle/>
                    <a:p>
                      <a:pPr algn="ctr"/>
                      <a:endParaRPr lang="zh-CN" altLang="en-US" dirty="0"/>
                    </a:p>
                  </a:txBody>
                  <a:tcPr anchor="ctr"/>
                </a:tc>
                <a:tc>
                  <a:txBody>
                    <a:bodyPr/>
                    <a:lstStyle/>
                    <a:p>
                      <a:pPr algn="ctr"/>
                      <a:endParaRPr lang="zh-CN" altLang="en-US"/>
                    </a:p>
                  </a:txBody>
                  <a:tcPr anchor="ctr"/>
                </a:tc>
                <a:tc>
                  <a:txBody>
                    <a:bodyPr/>
                    <a:lstStyle/>
                    <a:p>
                      <a:pPr algn="ctr"/>
                      <a:endParaRPr lang="zh-CN" altLang="en-US" dirty="0"/>
                    </a:p>
                  </a:txBody>
                  <a:tcPr anchor="ctr"/>
                </a:tc>
                <a:extLst>
                  <a:ext uri="{0D108BD9-81ED-4DB2-BD59-A6C34878D82A}">
                    <a16:rowId xmlns:a16="http://schemas.microsoft.com/office/drawing/2014/main" val="2865789942"/>
                  </a:ext>
                </a:extLst>
              </a:tr>
            </a:tbl>
          </a:graphicData>
        </a:graphic>
      </p:graphicFrame>
    </p:spTree>
    <p:extLst>
      <p:ext uri="{BB962C8B-B14F-4D97-AF65-F5344CB8AC3E}">
        <p14:creationId xmlns:p14="http://schemas.microsoft.com/office/powerpoint/2010/main" val="386239656"/>
      </p:ext>
    </p:extLst>
  </p:cSld>
  <p:clrMapOvr>
    <a:masterClrMapping/>
  </p:clrMapOvr>
  <p:transition spd="slow">
    <p:pull/>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关联矩阵法</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层次分析法（</a:t>
            </a:r>
            <a:r>
              <a:rPr lang="en-US" altLang="zh-CN" dirty="0">
                <a:solidFill>
                  <a:srgbClr val="000000"/>
                </a:solidFill>
                <a:latin typeface="华文楷体" panose="02010600040101010101" pitchFamily="2" charset="-122"/>
                <a:ea typeface="华文楷体" panose="02010600040101010101" pitchFamily="2" charset="-122"/>
              </a:rPr>
              <a:t>AHP</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模糊综合评判法</a:t>
            </a:r>
          </a:p>
        </p:txBody>
      </p:sp>
      <p:graphicFrame>
        <p:nvGraphicFramePr>
          <p:cNvPr id="3" name="表格 2">
            <a:extLst>
              <a:ext uri="{FF2B5EF4-FFF2-40B4-BE49-F238E27FC236}">
                <a16:creationId xmlns:a16="http://schemas.microsoft.com/office/drawing/2014/main" id="{0D7BA951-8DA4-4CFF-9DA3-8C18FA59C378}"/>
              </a:ext>
            </a:extLst>
          </p:cNvPr>
          <p:cNvGraphicFramePr>
            <a:graphicFrameLocks noGrp="1"/>
          </p:cNvGraphicFramePr>
          <p:nvPr>
            <p:extLst>
              <p:ext uri="{D42A27DB-BD31-4B8C-83A1-F6EECF244321}">
                <p14:modId xmlns:p14="http://schemas.microsoft.com/office/powerpoint/2010/main" val="3744558839"/>
              </p:ext>
            </p:extLst>
          </p:nvPr>
        </p:nvGraphicFramePr>
        <p:xfrm>
          <a:off x="677898" y="2197399"/>
          <a:ext cx="7920340" cy="1305371"/>
        </p:xfrm>
        <a:graphic>
          <a:graphicData uri="http://schemas.openxmlformats.org/drawingml/2006/table">
            <a:tbl>
              <a:tblPr firstRow="1" bandRow="1">
                <a:tableStyleId>{5C22544A-7EE6-4342-B048-85BDC9FD1C3A}</a:tableStyleId>
              </a:tblPr>
              <a:tblGrid>
                <a:gridCol w="1980085">
                  <a:extLst>
                    <a:ext uri="{9D8B030D-6E8A-4147-A177-3AD203B41FA5}">
                      <a16:colId xmlns:a16="http://schemas.microsoft.com/office/drawing/2014/main" val="371551849"/>
                    </a:ext>
                  </a:extLst>
                </a:gridCol>
                <a:gridCol w="1980085">
                  <a:extLst>
                    <a:ext uri="{9D8B030D-6E8A-4147-A177-3AD203B41FA5}">
                      <a16:colId xmlns:a16="http://schemas.microsoft.com/office/drawing/2014/main" val="4205279629"/>
                    </a:ext>
                  </a:extLst>
                </a:gridCol>
                <a:gridCol w="1980085">
                  <a:extLst>
                    <a:ext uri="{9D8B030D-6E8A-4147-A177-3AD203B41FA5}">
                      <a16:colId xmlns:a16="http://schemas.microsoft.com/office/drawing/2014/main" val="2223939123"/>
                    </a:ext>
                  </a:extLst>
                </a:gridCol>
                <a:gridCol w="1980085">
                  <a:extLst>
                    <a:ext uri="{9D8B030D-6E8A-4147-A177-3AD203B41FA5}">
                      <a16:colId xmlns:a16="http://schemas.microsoft.com/office/drawing/2014/main" val="3823713066"/>
                    </a:ext>
                  </a:extLst>
                </a:gridCol>
              </a:tblGrid>
              <a:tr h="573851">
                <a:tc>
                  <a:txBody>
                    <a:bodyPr/>
                    <a:lstStyle/>
                    <a:p>
                      <a:pPr algn="ct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评价指标体系</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权重系统</a:t>
                      </a:r>
                    </a:p>
                  </a:txBody>
                  <a:tcPr anchor="ctr"/>
                </a:tc>
                <a:tc>
                  <a:txBody>
                    <a:bodyPr/>
                    <a:lstStyle/>
                    <a:p>
                      <a:pPr algn="ctr"/>
                      <a:r>
                        <a:rPr lang="zh-CN" altLang="en-US" dirty="0"/>
                        <a:t>综合评价模型</a:t>
                      </a:r>
                    </a:p>
                  </a:txBody>
                  <a:tcPr anchor="ctr"/>
                </a:tc>
                <a:extLst>
                  <a:ext uri="{0D108BD9-81ED-4DB2-BD59-A6C34878D82A}">
                    <a16:rowId xmlns:a16="http://schemas.microsoft.com/office/drawing/2014/main" val="201271046"/>
                  </a:ext>
                </a:extLst>
              </a:tr>
              <a:tr h="360565">
                <a:tc>
                  <a:txBody>
                    <a:bodyPr/>
                    <a:lstStyle/>
                    <a:p>
                      <a:pPr algn="ctr"/>
                      <a:r>
                        <a:rPr lang="zh-CN" altLang="en-US" dirty="0"/>
                        <a:t>关联矩阵法</a:t>
                      </a:r>
                    </a:p>
                  </a:txBody>
                  <a:tcPr anchor="ctr"/>
                </a:tc>
                <a:tc>
                  <a:txBody>
                    <a:bodyPr/>
                    <a:lstStyle/>
                    <a:p>
                      <a:pPr algn="ctr"/>
                      <a:r>
                        <a:rPr lang="zh-CN" altLang="en-US" dirty="0"/>
                        <a:t>三层结构</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二分比较法</a:t>
                      </a:r>
                    </a:p>
                  </a:txBody>
                  <a:tcPr anchor="ctr"/>
                </a:tc>
                <a:tc>
                  <a:txBody>
                    <a:bodyPr/>
                    <a:lstStyle/>
                    <a:p>
                      <a:pPr algn="ctr"/>
                      <a:r>
                        <a:rPr lang="zh-CN" altLang="en-US" dirty="0"/>
                        <a:t>线性加权</a:t>
                      </a:r>
                    </a:p>
                  </a:txBody>
                  <a:tcPr anchor="ctr"/>
                </a:tc>
                <a:extLst>
                  <a:ext uri="{0D108BD9-81ED-4DB2-BD59-A6C34878D82A}">
                    <a16:rowId xmlns:a16="http://schemas.microsoft.com/office/drawing/2014/main" val="150495050"/>
                  </a:ext>
                </a:extLst>
              </a:tr>
              <a:tr h="360565">
                <a:tc>
                  <a:txBody>
                    <a:bodyPr/>
                    <a:lstStyle/>
                    <a:p>
                      <a:pPr algn="ctr"/>
                      <a:r>
                        <a:rPr lang="zh-CN" altLang="en-US" dirty="0"/>
                        <a:t>层次分析法</a:t>
                      </a:r>
                    </a:p>
                  </a:txBody>
                  <a:tcPr anchor="ctr"/>
                </a:tc>
                <a:tc>
                  <a:txBody>
                    <a:bodyPr/>
                    <a:lstStyle/>
                    <a:p>
                      <a:pPr algn="ctr"/>
                      <a:r>
                        <a:rPr lang="zh-CN" altLang="en-US" dirty="0"/>
                        <a:t>可多于三层</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九分比较法</a:t>
                      </a:r>
                    </a:p>
                  </a:txBody>
                  <a:tcPr anchor="ctr"/>
                </a:tc>
                <a:tc>
                  <a:txBody>
                    <a:bodyPr/>
                    <a:lstStyle/>
                    <a:p>
                      <a:pPr algn="ctr"/>
                      <a:r>
                        <a:rPr lang="zh-CN" altLang="en-US" dirty="0"/>
                        <a:t>线性加权</a:t>
                      </a:r>
                    </a:p>
                  </a:txBody>
                  <a:tcPr anchor="ctr"/>
                </a:tc>
                <a:extLst>
                  <a:ext uri="{0D108BD9-81ED-4DB2-BD59-A6C34878D82A}">
                    <a16:rowId xmlns:a16="http://schemas.microsoft.com/office/drawing/2014/main" val="3942599106"/>
                  </a:ext>
                </a:extLst>
              </a:tr>
            </a:tbl>
          </a:graphicData>
        </a:graphic>
      </p:graphicFrame>
    </p:spTree>
    <p:extLst>
      <p:ext uri="{BB962C8B-B14F-4D97-AF65-F5344CB8AC3E}">
        <p14:creationId xmlns:p14="http://schemas.microsoft.com/office/powerpoint/2010/main" val="40000632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关联矩阵法</a:t>
            </a:r>
            <a:endParaRPr lang="en-US" altLang="zh-CN"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层次分析法（</a:t>
            </a:r>
            <a:r>
              <a:rPr lang="en-US" altLang="zh-CN" dirty="0">
                <a:solidFill>
                  <a:srgbClr val="000000"/>
                </a:solidFill>
                <a:latin typeface="华文楷体" panose="02010600040101010101" pitchFamily="2" charset="-122"/>
                <a:ea typeface="华文楷体" panose="02010600040101010101" pitchFamily="2" charset="-122"/>
              </a:rPr>
              <a:t>AHP</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模糊综合评判法</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6550595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关联矩阵法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关联矩阵法是常用的系统综合评价法，它主要是用矩阵形式来表示各替代方案有关评价指标及其重要度与方案关于具体指标的价值评定量之间的关系。</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应用关联矩阵法的关键，在于确定各评价指标的权重，以及根据评价主体给定的评价指标的评价尺度，确定方案关于评价指标的价值评定量。</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关联矩阵法的特点是：使用数学化方法描述复杂系统问题的思维过程，将多目标问题分解为两指标的重要度对比，简化评价过程。</a:t>
            </a:r>
          </a:p>
        </p:txBody>
      </p:sp>
    </p:spTree>
    <p:extLst>
      <p:ext uri="{BB962C8B-B14F-4D97-AF65-F5344CB8AC3E}">
        <p14:creationId xmlns:p14="http://schemas.microsoft.com/office/powerpoint/2010/main" val="404557688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关联矩阵法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模型：</a:t>
            </a:r>
            <a:r>
              <a:rPr lang="en-US" altLang="zh-CN" dirty="0">
                <a:latin typeface="华文楷体" panose="02010600040101010101" pitchFamily="2" charset="-122"/>
                <a:ea typeface="华文楷体" panose="02010600040101010101" pitchFamily="2" charset="-122"/>
              </a:rPr>
              <a:t>M={A, X, W, U, V}</a:t>
            </a: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方案集：</a:t>
            </a:r>
            <a:r>
              <a:rPr lang="en-US" altLang="zh-CN" dirty="0">
                <a:latin typeface="华文楷体" panose="02010600040101010101" pitchFamily="2" charset="-122"/>
                <a:ea typeface="华文楷体" panose="02010600040101010101" pitchFamily="2" charset="-122"/>
              </a:rPr>
              <a:t>A={A1, A2, …, Am}</a:t>
            </a: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指标集：</a:t>
            </a:r>
            <a:r>
              <a:rPr lang="en-US" altLang="zh-CN" dirty="0">
                <a:latin typeface="华文楷体" panose="02010600040101010101" pitchFamily="2" charset="-122"/>
                <a:ea typeface="华文楷体" panose="02010600040101010101" pitchFamily="2" charset="-122"/>
              </a:rPr>
              <a:t>X={X1,</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X2,</a:t>
            </a:r>
            <a:r>
              <a:rPr lang="zh-CN" altLang="en-US"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Xn</a:t>
            </a:r>
            <a:r>
              <a:rPr lang="en-US" altLang="zh-CN" dirty="0">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权重集：</a:t>
            </a:r>
            <a:r>
              <a:rPr lang="en-US" altLang="zh-CN" b="1" dirty="0">
                <a:solidFill>
                  <a:srgbClr val="7030A0"/>
                </a:solidFill>
                <a:latin typeface="华文楷体" panose="02010600040101010101" pitchFamily="2" charset="-122"/>
                <a:ea typeface="华文楷体" panose="02010600040101010101" pitchFamily="2" charset="-122"/>
              </a:rPr>
              <a:t>W={W1,</a:t>
            </a:r>
            <a:r>
              <a:rPr lang="zh-CN" altLang="en-US" b="1" dirty="0">
                <a:solidFill>
                  <a:srgbClr val="7030A0"/>
                </a:solidFill>
                <a:latin typeface="华文楷体" panose="02010600040101010101" pitchFamily="2" charset="-122"/>
                <a:ea typeface="华文楷体" panose="02010600040101010101" pitchFamily="2" charset="-122"/>
              </a:rPr>
              <a:t> </a:t>
            </a:r>
            <a:r>
              <a:rPr lang="en-US" altLang="zh-CN" b="1" dirty="0">
                <a:solidFill>
                  <a:srgbClr val="7030A0"/>
                </a:solidFill>
                <a:latin typeface="华文楷体" panose="02010600040101010101" pitchFamily="2" charset="-122"/>
                <a:ea typeface="华文楷体" panose="02010600040101010101" pitchFamily="2" charset="-122"/>
              </a:rPr>
              <a:t>W2,</a:t>
            </a:r>
            <a:r>
              <a:rPr lang="zh-CN" altLang="en-US" b="1" dirty="0">
                <a:solidFill>
                  <a:srgbClr val="7030A0"/>
                </a:solidFill>
                <a:latin typeface="华文楷体" panose="02010600040101010101" pitchFamily="2" charset="-122"/>
                <a:ea typeface="华文楷体" panose="02010600040101010101" pitchFamily="2" charset="-122"/>
              </a:rPr>
              <a:t> </a:t>
            </a:r>
            <a:r>
              <a:rPr lang="en-US" altLang="zh-CN" b="1" dirty="0">
                <a:solidFill>
                  <a:srgbClr val="7030A0"/>
                </a:solidFill>
                <a:latin typeface="华文楷体" panose="02010600040101010101" pitchFamily="2" charset="-122"/>
                <a:ea typeface="华文楷体" panose="02010600040101010101" pitchFamily="2" charset="-122"/>
              </a:rPr>
              <a:t>…,</a:t>
            </a:r>
            <a:r>
              <a:rPr lang="zh-CN" altLang="en-US" b="1" dirty="0">
                <a:solidFill>
                  <a:srgbClr val="7030A0"/>
                </a:solidFill>
                <a:latin typeface="华文楷体" panose="02010600040101010101" pitchFamily="2" charset="-122"/>
                <a:ea typeface="华文楷体" panose="02010600040101010101" pitchFamily="2" charset="-122"/>
              </a:rPr>
              <a:t> </a:t>
            </a:r>
            <a:r>
              <a:rPr lang="en-US" altLang="zh-CN" b="1" dirty="0" err="1">
                <a:solidFill>
                  <a:srgbClr val="7030A0"/>
                </a:solidFill>
                <a:latin typeface="华文楷体" panose="02010600040101010101" pitchFamily="2" charset="-122"/>
                <a:ea typeface="华文楷体" panose="02010600040101010101" pitchFamily="2" charset="-122"/>
              </a:rPr>
              <a:t>Wn</a:t>
            </a:r>
            <a:r>
              <a:rPr lang="en-US" altLang="zh-CN" b="1" dirty="0">
                <a:solidFill>
                  <a:srgbClr val="7030A0"/>
                </a:solidFill>
                <a:latin typeface="华文楷体" panose="02010600040101010101" pitchFamily="2" charset="-122"/>
                <a:ea typeface="华文楷体" panose="02010600040101010101" pitchFamily="2" charset="-122"/>
              </a:rPr>
              <a:t>}, </a:t>
            </a:r>
            <a:r>
              <a:rPr lang="en-US" altLang="zh-CN" b="1" dirty="0" err="1">
                <a:solidFill>
                  <a:srgbClr val="7030A0"/>
                </a:solidFill>
                <a:latin typeface="华文楷体" panose="02010600040101010101" pitchFamily="2" charset="-122"/>
                <a:ea typeface="华文楷体" panose="02010600040101010101" pitchFamily="2" charset="-122"/>
              </a:rPr>
              <a:t>Wj</a:t>
            </a:r>
            <a:r>
              <a:rPr lang="zh-CN" altLang="en-US" b="1" dirty="0">
                <a:solidFill>
                  <a:srgbClr val="7030A0"/>
                </a:solidFill>
                <a:latin typeface="华文楷体" panose="02010600040101010101" pitchFamily="2" charset="-122"/>
                <a:ea typeface="华文楷体" panose="02010600040101010101" pitchFamily="2" charset="-122"/>
              </a:rPr>
              <a:t>为</a:t>
            </a:r>
            <a:r>
              <a:rPr lang="en-US" altLang="zh-CN" b="1" dirty="0" err="1">
                <a:solidFill>
                  <a:srgbClr val="7030A0"/>
                </a:solidFill>
                <a:latin typeface="华文楷体" panose="02010600040101010101" pitchFamily="2" charset="-122"/>
                <a:ea typeface="华文楷体" panose="02010600040101010101" pitchFamily="2" charset="-122"/>
              </a:rPr>
              <a:t>Xj</a:t>
            </a:r>
            <a:r>
              <a:rPr lang="zh-CN" altLang="en-US" b="1" dirty="0">
                <a:solidFill>
                  <a:srgbClr val="7030A0"/>
                </a:solidFill>
                <a:latin typeface="华文楷体" panose="02010600040101010101" pitchFamily="2" charset="-122"/>
                <a:ea typeface="华文楷体" panose="02010600040101010101" pitchFamily="2" charset="-122"/>
              </a:rPr>
              <a:t>对应的权重系数。</a:t>
            </a:r>
            <a:endParaRPr lang="en-US" altLang="zh-CN"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价值矩阵：</a:t>
            </a:r>
            <a:r>
              <a:rPr lang="en-US" altLang="zh-CN" dirty="0">
                <a:latin typeface="华文楷体" panose="02010600040101010101" pitchFamily="2" charset="-122"/>
                <a:ea typeface="华文楷体" panose="02010600040101010101" pitchFamily="2" charset="-122"/>
              </a:rPr>
              <a:t>U=(</a:t>
            </a:r>
            <a:r>
              <a:rPr lang="en-US" altLang="zh-CN" dirty="0" err="1">
                <a:latin typeface="华文楷体" panose="02010600040101010101" pitchFamily="2" charset="-122"/>
                <a:ea typeface="华文楷体" panose="02010600040101010101" pitchFamily="2" charset="-122"/>
              </a:rPr>
              <a:t>uij</a:t>
            </a:r>
            <a:r>
              <a:rPr lang="en-US" altLang="zh-CN" dirty="0">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en-US" altLang="zh-CN" dirty="0" err="1">
                <a:latin typeface="华文楷体" panose="02010600040101010101" pitchFamily="2" charset="-122"/>
                <a:ea typeface="华文楷体" panose="02010600040101010101" pitchFamily="2" charset="-122"/>
              </a:rPr>
              <a:t>Uij</a:t>
            </a:r>
            <a:r>
              <a:rPr lang="zh-CN" altLang="en-US" dirty="0">
                <a:latin typeface="华文楷体" panose="02010600040101010101" pitchFamily="2" charset="-122"/>
                <a:ea typeface="华文楷体" panose="02010600040101010101" pitchFamily="2" charset="-122"/>
              </a:rPr>
              <a:t>表示方案</a:t>
            </a:r>
            <a:r>
              <a:rPr lang="en-US" altLang="zh-CN" dirty="0">
                <a:latin typeface="华文楷体" panose="02010600040101010101" pitchFamily="2" charset="-122"/>
                <a:ea typeface="华文楷体" panose="02010600040101010101" pitchFamily="2" charset="-122"/>
              </a:rPr>
              <a:t>Ai</a:t>
            </a:r>
            <a:r>
              <a:rPr lang="zh-CN" altLang="en-US" dirty="0">
                <a:latin typeface="华文楷体" panose="02010600040101010101" pitchFamily="2" charset="-122"/>
                <a:ea typeface="华文楷体" panose="02010600040101010101" pitchFamily="2" charset="-122"/>
              </a:rPr>
              <a:t>关于</a:t>
            </a:r>
            <a:r>
              <a:rPr lang="en-US" altLang="zh-CN" dirty="0" err="1">
                <a:latin typeface="华文楷体" panose="02010600040101010101" pitchFamily="2" charset="-122"/>
                <a:ea typeface="华文楷体" panose="02010600040101010101" pitchFamily="2" charset="-122"/>
              </a:rPr>
              <a:t>Xj</a:t>
            </a:r>
            <a:r>
              <a:rPr lang="zh-CN" altLang="en-US" dirty="0">
                <a:latin typeface="华文楷体" panose="02010600040101010101" pitchFamily="2" charset="-122"/>
                <a:ea typeface="华文楷体" panose="02010600040101010101" pitchFamily="2" charset="-122"/>
              </a:rPr>
              <a:t>的价值量。</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latin typeface="华文楷体" panose="02010600040101010101" pitchFamily="2" charset="-122"/>
                <a:ea typeface="华文楷体" panose="02010600040101010101" pitchFamily="2" charset="-122"/>
              </a:rPr>
              <a:t>V={V1, V2, …, </a:t>
            </a:r>
            <a:r>
              <a:rPr lang="en-US" altLang="zh-CN" dirty="0" err="1">
                <a:latin typeface="华文楷体" panose="02010600040101010101" pitchFamily="2" charset="-122"/>
                <a:ea typeface="华文楷体" panose="02010600040101010101" pitchFamily="2" charset="-122"/>
              </a:rPr>
              <a:t>Vn</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为综合价值向量，</a:t>
            </a:r>
            <a:r>
              <a:rPr lang="en-US" altLang="zh-CN" dirty="0" err="1">
                <a:latin typeface="华文楷体" panose="02010600040101010101" pitchFamily="2" charset="-122"/>
                <a:ea typeface="华文楷体" panose="02010600040101010101" pitchFamily="2" charset="-122"/>
              </a:rPr>
              <a:t>Vj</a:t>
            </a:r>
            <a:r>
              <a:rPr lang="zh-CN" altLang="en-US" dirty="0">
                <a:latin typeface="华文楷体" panose="02010600040101010101" pitchFamily="2" charset="-122"/>
                <a:ea typeface="华文楷体" panose="02010600040101010101" pitchFamily="2" charset="-122"/>
              </a:rPr>
              <a:t>为方案</a:t>
            </a:r>
            <a:r>
              <a:rPr lang="en-US" altLang="zh-CN" dirty="0" err="1">
                <a:latin typeface="华文楷体" panose="02010600040101010101" pitchFamily="2" charset="-122"/>
                <a:ea typeface="华文楷体" panose="02010600040101010101" pitchFamily="2" charset="-122"/>
              </a:rPr>
              <a:t>Aj</a:t>
            </a:r>
            <a:r>
              <a:rPr lang="zh-CN" altLang="en-US" dirty="0">
                <a:latin typeface="华文楷体" panose="02010600040101010101" pitchFamily="2" charset="-122"/>
                <a:ea typeface="华文楷体" panose="02010600040101010101" pitchFamily="2" charset="-122"/>
              </a:rPr>
              <a:t>对应的综合价值量。</a:t>
            </a:r>
            <a:endParaRPr lang="en-US" altLang="zh-CN"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11053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关联矩阵法</a:t>
            </a:r>
          </a:p>
        </p:txBody>
      </p:sp>
      <p:grpSp>
        <p:nvGrpSpPr>
          <p:cNvPr id="3" name="组合 2">
            <a:extLst>
              <a:ext uri="{FF2B5EF4-FFF2-40B4-BE49-F238E27FC236}">
                <a16:creationId xmlns:a16="http://schemas.microsoft.com/office/drawing/2014/main" id="{DF525827-5ACD-48E0-9603-ACF39AA8B734}"/>
              </a:ext>
            </a:extLst>
          </p:cNvPr>
          <p:cNvGrpSpPr/>
          <p:nvPr/>
        </p:nvGrpSpPr>
        <p:grpSpPr>
          <a:xfrm>
            <a:off x="103188" y="731260"/>
            <a:ext cx="8964612" cy="3959225"/>
            <a:chOff x="103188" y="731260"/>
            <a:chExt cx="8964612" cy="3959225"/>
          </a:xfrm>
        </p:grpSpPr>
        <p:sp>
          <p:nvSpPr>
            <p:cNvPr id="6" name="Oval 4">
              <a:extLst>
                <a:ext uri="{FF2B5EF4-FFF2-40B4-BE49-F238E27FC236}">
                  <a16:creationId xmlns:a16="http://schemas.microsoft.com/office/drawing/2014/main" id="{E06D8799-17AD-4A64-8DBE-044079588ADE}"/>
                </a:ext>
              </a:extLst>
            </p:cNvPr>
            <p:cNvSpPr>
              <a:spLocks noChangeArrowheads="1"/>
            </p:cNvSpPr>
            <p:nvPr/>
          </p:nvSpPr>
          <p:spPr bwMode="auto">
            <a:xfrm>
              <a:off x="103188" y="1955223"/>
              <a:ext cx="720725" cy="187325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latin typeface="华文楷体" panose="02010600040101010101" pitchFamily="2" charset="-122"/>
                  <a:ea typeface="华文楷体" panose="02010600040101010101" pitchFamily="2" charset="-122"/>
                </a:rPr>
                <a:t>评</a:t>
              </a:r>
            </a:p>
            <a:p>
              <a:pPr algn="ctr"/>
              <a:r>
                <a:rPr lang="zh-CN" altLang="en-US" sz="2000" u="none">
                  <a:latin typeface="华文楷体" panose="02010600040101010101" pitchFamily="2" charset="-122"/>
                  <a:ea typeface="华文楷体" panose="02010600040101010101" pitchFamily="2" charset="-122"/>
                </a:rPr>
                <a:t>价</a:t>
              </a:r>
            </a:p>
            <a:p>
              <a:pPr algn="ctr"/>
              <a:r>
                <a:rPr lang="zh-CN" altLang="en-US" sz="2000" u="none">
                  <a:latin typeface="华文楷体" panose="02010600040101010101" pitchFamily="2" charset="-122"/>
                  <a:ea typeface="华文楷体" panose="02010600040101010101" pitchFamily="2" charset="-122"/>
                </a:rPr>
                <a:t>问</a:t>
              </a:r>
            </a:p>
            <a:p>
              <a:pPr algn="ctr"/>
              <a:r>
                <a:rPr lang="zh-CN" altLang="en-US" sz="2000" u="none">
                  <a:latin typeface="华文楷体" panose="02010600040101010101" pitchFamily="2" charset="-122"/>
                  <a:ea typeface="华文楷体" panose="02010600040101010101" pitchFamily="2" charset="-122"/>
                </a:rPr>
                <a:t>题</a:t>
              </a:r>
            </a:p>
          </p:txBody>
        </p:sp>
        <p:sp>
          <p:nvSpPr>
            <p:cNvPr id="7" name="Line 5">
              <a:extLst>
                <a:ext uri="{FF2B5EF4-FFF2-40B4-BE49-F238E27FC236}">
                  <a16:creationId xmlns:a16="http://schemas.microsoft.com/office/drawing/2014/main" id="{1AFA1C3E-AC54-42F1-B9C4-48184AA5CBE9}"/>
                </a:ext>
              </a:extLst>
            </p:cNvPr>
            <p:cNvSpPr>
              <a:spLocks noChangeShapeType="1"/>
            </p:cNvSpPr>
            <p:nvPr/>
          </p:nvSpPr>
          <p:spPr bwMode="auto">
            <a:xfrm>
              <a:off x="823913" y="2820410"/>
              <a:ext cx="215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8" name="Rectangle 6">
              <a:extLst>
                <a:ext uri="{FF2B5EF4-FFF2-40B4-BE49-F238E27FC236}">
                  <a16:creationId xmlns:a16="http://schemas.microsoft.com/office/drawing/2014/main" id="{FE923B73-4BDE-491B-9C06-FA1BD833DAEA}"/>
                </a:ext>
              </a:extLst>
            </p:cNvPr>
            <p:cNvSpPr>
              <a:spLocks noChangeArrowheads="1"/>
            </p:cNvSpPr>
            <p:nvPr/>
          </p:nvSpPr>
          <p:spPr bwMode="auto">
            <a:xfrm>
              <a:off x="1039813" y="1883785"/>
              <a:ext cx="503237" cy="1944688"/>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确</a:t>
              </a:r>
            </a:p>
            <a:p>
              <a:pPr algn="ctr"/>
              <a:r>
                <a:rPr lang="zh-CN" altLang="en-US" u="none">
                  <a:latin typeface="华文楷体" panose="02010600040101010101" pitchFamily="2" charset="-122"/>
                  <a:ea typeface="华文楷体" panose="02010600040101010101" pitchFamily="2" charset="-122"/>
                </a:rPr>
                <a:t>定</a:t>
              </a:r>
            </a:p>
            <a:p>
              <a:pPr algn="ctr"/>
              <a:r>
                <a:rPr lang="zh-CN" altLang="en-US" u="none">
                  <a:latin typeface="华文楷体" panose="02010600040101010101" pitchFamily="2" charset="-122"/>
                  <a:ea typeface="华文楷体" panose="02010600040101010101" pitchFamily="2" charset="-122"/>
                </a:rPr>
                <a:t>目</a:t>
              </a:r>
            </a:p>
            <a:p>
              <a:pPr algn="ctr"/>
              <a:r>
                <a:rPr lang="zh-CN" altLang="en-US" u="none">
                  <a:latin typeface="华文楷体" panose="02010600040101010101" pitchFamily="2" charset="-122"/>
                  <a:ea typeface="华文楷体" panose="02010600040101010101" pitchFamily="2" charset="-122"/>
                </a:rPr>
                <a:t>标</a:t>
              </a:r>
            </a:p>
          </p:txBody>
        </p:sp>
        <p:grpSp>
          <p:nvGrpSpPr>
            <p:cNvPr id="9" name="Group 16">
              <a:extLst>
                <a:ext uri="{FF2B5EF4-FFF2-40B4-BE49-F238E27FC236}">
                  <a16:creationId xmlns:a16="http://schemas.microsoft.com/office/drawing/2014/main" id="{EBCFBD70-439D-4943-8AA6-E0856F03571D}"/>
                </a:ext>
              </a:extLst>
            </p:cNvPr>
            <p:cNvGrpSpPr>
              <a:grpSpLocks/>
            </p:cNvGrpSpPr>
            <p:nvPr/>
          </p:nvGrpSpPr>
          <p:grpSpPr bwMode="auto">
            <a:xfrm>
              <a:off x="1543050" y="2028248"/>
              <a:ext cx="431800" cy="1511300"/>
              <a:chOff x="1020" y="1979"/>
              <a:chExt cx="272" cy="952"/>
            </a:xfrm>
          </p:grpSpPr>
          <p:sp>
            <p:nvSpPr>
              <p:cNvPr id="10" name="Line 7">
                <a:extLst>
                  <a:ext uri="{FF2B5EF4-FFF2-40B4-BE49-F238E27FC236}">
                    <a16:creationId xmlns:a16="http://schemas.microsoft.com/office/drawing/2014/main" id="{153B51F4-7825-4424-9B85-BE13C1190518}"/>
                  </a:ext>
                </a:extLst>
              </p:cNvPr>
              <p:cNvSpPr>
                <a:spLocks noChangeShapeType="1"/>
              </p:cNvSpPr>
              <p:nvPr/>
            </p:nvSpPr>
            <p:spPr bwMode="auto">
              <a:xfrm>
                <a:off x="1020" y="2478"/>
                <a:ext cx="1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1" name="Line 8">
                <a:extLst>
                  <a:ext uri="{FF2B5EF4-FFF2-40B4-BE49-F238E27FC236}">
                    <a16:creationId xmlns:a16="http://schemas.microsoft.com/office/drawing/2014/main" id="{F7D2E6FD-7DD7-411B-94F1-BBE5847CEED7}"/>
                  </a:ext>
                </a:extLst>
              </p:cNvPr>
              <p:cNvSpPr>
                <a:spLocks noChangeShapeType="1"/>
              </p:cNvSpPr>
              <p:nvPr/>
            </p:nvSpPr>
            <p:spPr bwMode="auto">
              <a:xfrm>
                <a:off x="1156" y="1979"/>
                <a:ext cx="0" cy="9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2" name="Line 9">
                <a:extLst>
                  <a:ext uri="{FF2B5EF4-FFF2-40B4-BE49-F238E27FC236}">
                    <a16:creationId xmlns:a16="http://schemas.microsoft.com/office/drawing/2014/main" id="{CB5CB7E1-2C20-421A-AFD2-AF680C463282}"/>
                  </a:ext>
                </a:extLst>
              </p:cNvPr>
              <p:cNvSpPr>
                <a:spLocks noChangeShapeType="1"/>
              </p:cNvSpPr>
              <p:nvPr/>
            </p:nvSpPr>
            <p:spPr bwMode="auto">
              <a:xfrm>
                <a:off x="1156" y="1979"/>
                <a:ext cx="1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3" name="Line 10">
                <a:extLst>
                  <a:ext uri="{FF2B5EF4-FFF2-40B4-BE49-F238E27FC236}">
                    <a16:creationId xmlns:a16="http://schemas.microsoft.com/office/drawing/2014/main" id="{C28A9878-355D-4B8F-BFD6-D798637B4EAB}"/>
                  </a:ext>
                </a:extLst>
              </p:cNvPr>
              <p:cNvSpPr>
                <a:spLocks noChangeShapeType="1"/>
              </p:cNvSpPr>
              <p:nvPr/>
            </p:nvSpPr>
            <p:spPr bwMode="auto">
              <a:xfrm>
                <a:off x="1156" y="2931"/>
                <a:ext cx="1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grpSp>
        <p:sp>
          <p:nvSpPr>
            <p:cNvPr id="14" name="Rectangle 11">
              <a:extLst>
                <a:ext uri="{FF2B5EF4-FFF2-40B4-BE49-F238E27FC236}">
                  <a16:creationId xmlns:a16="http://schemas.microsoft.com/office/drawing/2014/main" id="{45DCA9D0-D763-4161-94FE-027C8F75ACAA}"/>
                </a:ext>
              </a:extLst>
            </p:cNvPr>
            <p:cNvSpPr>
              <a:spLocks noChangeArrowheads="1"/>
            </p:cNvSpPr>
            <p:nvPr/>
          </p:nvSpPr>
          <p:spPr bwMode="auto">
            <a:xfrm>
              <a:off x="1974850" y="1667885"/>
              <a:ext cx="1727200" cy="647700"/>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确定方案</a:t>
              </a:r>
            </a:p>
            <a:p>
              <a:pPr algn="ctr"/>
              <a:r>
                <a:rPr lang="en-US" altLang="zh-CN" u="none">
                  <a:latin typeface="华文楷体" panose="02010600040101010101" pitchFamily="2" charset="-122"/>
                  <a:ea typeface="华文楷体" panose="02010600040101010101" pitchFamily="2" charset="-122"/>
                </a:rPr>
                <a:t>A=(A</a:t>
              </a:r>
              <a:r>
                <a:rPr lang="en-US" altLang="zh-CN" u="none" baseline="-25000">
                  <a:latin typeface="华文楷体" panose="02010600040101010101" pitchFamily="2" charset="-122"/>
                  <a:ea typeface="华文楷体" panose="02010600040101010101" pitchFamily="2" charset="-122"/>
                </a:rPr>
                <a:t>1</a:t>
              </a:r>
              <a:r>
                <a:rPr lang="en-US" altLang="zh-CN" u="none">
                  <a:latin typeface="华文楷体" panose="02010600040101010101" pitchFamily="2" charset="-122"/>
                  <a:ea typeface="华文楷体" panose="02010600040101010101" pitchFamily="2" charset="-122"/>
                </a:rPr>
                <a:t>,A</a:t>
              </a:r>
              <a:r>
                <a:rPr lang="en-US" altLang="zh-CN" u="none" baseline="-25000">
                  <a:latin typeface="华文楷体" panose="02010600040101010101" pitchFamily="2" charset="-122"/>
                  <a:ea typeface="华文楷体" panose="02010600040101010101" pitchFamily="2" charset="-122"/>
                </a:rPr>
                <a:t>2</a:t>
              </a:r>
              <a:r>
                <a:rPr lang="en-US" altLang="zh-CN" u="none">
                  <a:latin typeface="华文楷体" panose="02010600040101010101" pitchFamily="2" charset="-122"/>
                  <a:ea typeface="华文楷体" panose="02010600040101010101" pitchFamily="2" charset="-122"/>
                </a:rPr>
                <a:t>…A</a:t>
              </a:r>
              <a:r>
                <a:rPr lang="en-US" altLang="zh-CN" u="none" baseline="-25000">
                  <a:latin typeface="华文楷体" panose="02010600040101010101" pitchFamily="2" charset="-122"/>
                  <a:ea typeface="华文楷体" panose="02010600040101010101" pitchFamily="2" charset="-122"/>
                </a:rPr>
                <a:t>m</a:t>
              </a:r>
              <a:r>
                <a:rPr lang="en-US" altLang="zh-CN" u="none">
                  <a:latin typeface="华文楷体" panose="02010600040101010101" pitchFamily="2" charset="-122"/>
                  <a:ea typeface="华文楷体" panose="02010600040101010101" pitchFamily="2" charset="-122"/>
                </a:rPr>
                <a:t>)</a:t>
              </a:r>
            </a:p>
          </p:txBody>
        </p:sp>
        <p:sp>
          <p:nvSpPr>
            <p:cNvPr id="15" name="Rectangle 12">
              <a:extLst>
                <a:ext uri="{FF2B5EF4-FFF2-40B4-BE49-F238E27FC236}">
                  <a16:creationId xmlns:a16="http://schemas.microsoft.com/office/drawing/2014/main" id="{3826D1D6-8718-400E-8438-36E9F5552C02}"/>
                </a:ext>
              </a:extLst>
            </p:cNvPr>
            <p:cNvSpPr>
              <a:spLocks noChangeArrowheads="1"/>
            </p:cNvSpPr>
            <p:nvPr/>
          </p:nvSpPr>
          <p:spPr bwMode="auto">
            <a:xfrm>
              <a:off x="1974850" y="3036310"/>
              <a:ext cx="1727200" cy="792163"/>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确定指标体系</a:t>
              </a:r>
              <a:endParaRPr lang="en-US" altLang="zh-CN" u="none">
                <a:latin typeface="华文楷体" panose="02010600040101010101" pitchFamily="2" charset="-122"/>
                <a:ea typeface="华文楷体" panose="02010600040101010101" pitchFamily="2" charset="-122"/>
              </a:endParaRPr>
            </a:p>
            <a:p>
              <a:pPr algn="ctr"/>
              <a:r>
                <a:rPr lang="en-US" altLang="zh-CN" u="none">
                  <a:latin typeface="华文楷体" panose="02010600040101010101" pitchFamily="2" charset="-122"/>
                  <a:ea typeface="华文楷体" panose="02010600040101010101" pitchFamily="2" charset="-122"/>
                </a:rPr>
                <a:t>X=(X</a:t>
              </a:r>
              <a:r>
                <a:rPr lang="en-US" altLang="zh-CN" u="none" baseline="-25000">
                  <a:latin typeface="华文楷体" panose="02010600040101010101" pitchFamily="2" charset="-122"/>
                  <a:ea typeface="华文楷体" panose="02010600040101010101" pitchFamily="2" charset="-122"/>
                </a:rPr>
                <a:t>1</a:t>
              </a:r>
              <a:r>
                <a:rPr lang="en-US" altLang="zh-CN" u="none">
                  <a:latin typeface="华文楷体" panose="02010600040101010101" pitchFamily="2" charset="-122"/>
                  <a:ea typeface="华文楷体" panose="02010600040101010101" pitchFamily="2" charset="-122"/>
                </a:rPr>
                <a:t>,X</a:t>
              </a:r>
              <a:r>
                <a:rPr lang="en-US" altLang="zh-CN" u="none" baseline="-25000">
                  <a:latin typeface="华文楷体" panose="02010600040101010101" pitchFamily="2" charset="-122"/>
                  <a:ea typeface="华文楷体" panose="02010600040101010101" pitchFamily="2" charset="-122"/>
                </a:rPr>
                <a:t>2</a:t>
              </a:r>
              <a:r>
                <a:rPr lang="en-US" altLang="zh-CN" u="none">
                  <a:latin typeface="华文楷体" panose="02010600040101010101" pitchFamily="2" charset="-122"/>
                  <a:ea typeface="华文楷体" panose="02010600040101010101" pitchFamily="2" charset="-122"/>
                </a:rPr>
                <a:t>…X</a:t>
              </a:r>
              <a:r>
                <a:rPr lang="en-US" altLang="zh-CN" u="none" baseline="-25000">
                  <a:latin typeface="华文楷体" panose="02010600040101010101" pitchFamily="2" charset="-122"/>
                  <a:ea typeface="华文楷体" panose="02010600040101010101" pitchFamily="2" charset="-122"/>
                </a:rPr>
                <a:t>m</a:t>
              </a:r>
              <a:r>
                <a:rPr lang="en-US" altLang="zh-CN" u="none">
                  <a:latin typeface="华文楷体" panose="02010600040101010101" pitchFamily="2" charset="-122"/>
                  <a:ea typeface="华文楷体" panose="02010600040101010101" pitchFamily="2" charset="-122"/>
                </a:rPr>
                <a:t>)</a:t>
              </a:r>
            </a:p>
          </p:txBody>
        </p:sp>
        <p:grpSp>
          <p:nvGrpSpPr>
            <p:cNvPr id="16" name="Group 24">
              <a:extLst>
                <a:ext uri="{FF2B5EF4-FFF2-40B4-BE49-F238E27FC236}">
                  <a16:creationId xmlns:a16="http://schemas.microsoft.com/office/drawing/2014/main" id="{7C8B8242-3AC8-4DCF-81AA-0416F8ED210F}"/>
                </a:ext>
              </a:extLst>
            </p:cNvPr>
            <p:cNvGrpSpPr>
              <a:grpSpLocks/>
            </p:cNvGrpSpPr>
            <p:nvPr/>
          </p:nvGrpSpPr>
          <p:grpSpPr bwMode="auto">
            <a:xfrm>
              <a:off x="3703638" y="2028248"/>
              <a:ext cx="287337" cy="1511300"/>
              <a:chOff x="2381" y="1979"/>
              <a:chExt cx="181" cy="952"/>
            </a:xfrm>
          </p:grpSpPr>
          <p:sp>
            <p:nvSpPr>
              <p:cNvPr id="17" name="Line 13">
                <a:extLst>
                  <a:ext uri="{FF2B5EF4-FFF2-40B4-BE49-F238E27FC236}">
                    <a16:creationId xmlns:a16="http://schemas.microsoft.com/office/drawing/2014/main" id="{A74BF234-2ED8-463F-BA48-7B989798462D}"/>
                  </a:ext>
                </a:extLst>
              </p:cNvPr>
              <p:cNvSpPr>
                <a:spLocks noChangeShapeType="1"/>
              </p:cNvSpPr>
              <p:nvPr/>
            </p:nvSpPr>
            <p:spPr bwMode="auto">
              <a:xfrm>
                <a:off x="2562" y="1979"/>
                <a:ext cx="0" cy="9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8" name="Line 14">
                <a:extLst>
                  <a:ext uri="{FF2B5EF4-FFF2-40B4-BE49-F238E27FC236}">
                    <a16:creationId xmlns:a16="http://schemas.microsoft.com/office/drawing/2014/main" id="{3900C458-90BF-48D7-BA33-F00DFE9BA4B8}"/>
                  </a:ext>
                </a:extLst>
              </p:cNvPr>
              <p:cNvSpPr>
                <a:spLocks noChangeShapeType="1"/>
              </p:cNvSpPr>
              <p:nvPr/>
            </p:nvSpPr>
            <p:spPr bwMode="auto">
              <a:xfrm flipH="1">
                <a:off x="2381" y="1979"/>
                <a:ext cx="18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9" name="Line 15">
                <a:extLst>
                  <a:ext uri="{FF2B5EF4-FFF2-40B4-BE49-F238E27FC236}">
                    <a16:creationId xmlns:a16="http://schemas.microsoft.com/office/drawing/2014/main" id="{F6EB384C-C7C1-4D0D-BECF-8B879819958B}"/>
                  </a:ext>
                </a:extLst>
              </p:cNvPr>
              <p:cNvSpPr>
                <a:spLocks noChangeShapeType="1"/>
              </p:cNvSpPr>
              <p:nvPr/>
            </p:nvSpPr>
            <p:spPr bwMode="auto">
              <a:xfrm flipH="1">
                <a:off x="2381" y="2931"/>
                <a:ext cx="18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grpSp>
        <p:grpSp>
          <p:nvGrpSpPr>
            <p:cNvPr id="20" name="Group 17">
              <a:extLst>
                <a:ext uri="{FF2B5EF4-FFF2-40B4-BE49-F238E27FC236}">
                  <a16:creationId xmlns:a16="http://schemas.microsoft.com/office/drawing/2014/main" id="{9FFA0BF5-4FC6-4BB5-8F98-2707D2E4B8BC}"/>
                </a:ext>
              </a:extLst>
            </p:cNvPr>
            <p:cNvGrpSpPr>
              <a:grpSpLocks/>
            </p:cNvGrpSpPr>
            <p:nvPr/>
          </p:nvGrpSpPr>
          <p:grpSpPr bwMode="auto">
            <a:xfrm>
              <a:off x="3990975" y="2028248"/>
              <a:ext cx="431800" cy="1511300"/>
              <a:chOff x="1020" y="1979"/>
              <a:chExt cx="272" cy="952"/>
            </a:xfrm>
          </p:grpSpPr>
          <p:sp>
            <p:nvSpPr>
              <p:cNvPr id="21" name="Line 18">
                <a:extLst>
                  <a:ext uri="{FF2B5EF4-FFF2-40B4-BE49-F238E27FC236}">
                    <a16:creationId xmlns:a16="http://schemas.microsoft.com/office/drawing/2014/main" id="{2533DAFE-7098-427E-8843-9EB71BE26100}"/>
                  </a:ext>
                </a:extLst>
              </p:cNvPr>
              <p:cNvSpPr>
                <a:spLocks noChangeShapeType="1"/>
              </p:cNvSpPr>
              <p:nvPr/>
            </p:nvSpPr>
            <p:spPr bwMode="auto">
              <a:xfrm>
                <a:off x="1020" y="2478"/>
                <a:ext cx="1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2" name="Line 19">
                <a:extLst>
                  <a:ext uri="{FF2B5EF4-FFF2-40B4-BE49-F238E27FC236}">
                    <a16:creationId xmlns:a16="http://schemas.microsoft.com/office/drawing/2014/main" id="{B80D14C7-A4B4-4D3B-AFDA-533401638E30}"/>
                  </a:ext>
                </a:extLst>
              </p:cNvPr>
              <p:cNvSpPr>
                <a:spLocks noChangeShapeType="1"/>
              </p:cNvSpPr>
              <p:nvPr/>
            </p:nvSpPr>
            <p:spPr bwMode="auto">
              <a:xfrm>
                <a:off x="1156" y="1979"/>
                <a:ext cx="0" cy="9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3" name="Line 20">
                <a:extLst>
                  <a:ext uri="{FF2B5EF4-FFF2-40B4-BE49-F238E27FC236}">
                    <a16:creationId xmlns:a16="http://schemas.microsoft.com/office/drawing/2014/main" id="{465A2FA1-3745-4288-9D89-59D66E8FD6B5}"/>
                  </a:ext>
                </a:extLst>
              </p:cNvPr>
              <p:cNvSpPr>
                <a:spLocks noChangeShapeType="1"/>
              </p:cNvSpPr>
              <p:nvPr/>
            </p:nvSpPr>
            <p:spPr bwMode="auto">
              <a:xfrm>
                <a:off x="1156" y="1979"/>
                <a:ext cx="1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4" name="Line 21">
                <a:extLst>
                  <a:ext uri="{FF2B5EF4-FFF2-40B4-BE49-F238E27FC236}">
                    <a16:creationId xmlns:a16="http://schemas.microsoft.com/office/drawing/2014/main" id="{19B29505-B4F1-4ABD-81D9-0E6041363B62}"/>
                  </a:ext>
                </a:extLst>
              </p:cNvPr>
              <p:cNvSpPr>
                <a:spLocks noChangeShapeType="1"/>
              </p:cNvSpPr>
              <p:nvPr/>
            </p:nvSpPr>
            <p:spPr bwMode="auto">
              <a:xfrm>
                <a:off x="1156" y="2931"/>
                <a:ext cx="1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grpSp>
        <p:sp>
          <p:nvSpPr>
            <p:cNvPr id="25" name="Rectangle 22">
              <a:extLst>
                <a:ext uri="{FF2B5EF4-FFF2-40B4-BE49-F238E27FC236}">
                  <a16:creationId xmlns:a16="http://schemas.microsoft.com/office/drawing/2014/main" id="{539EE9B1-D94C-42C9-B21E-63C781DF956A}"/>
                </a:ext>
              </a:extLst>
            </p:cNvPr>
            <p:cNvSpPr>
              <a:spLocks noChangeArrowheads="1"/>
            </p:cNvSpPr>
            <p:nvPr/>
          </p:nvSpPr>
          <p:spPr bwMode="auto">
            <a:xfrm>
              <a:off x="4424363" y="1739323"/>
              <a:ext cx="1727200" cy="720725"/>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latin typeface="华文楷体" panose="02010600040101010101" pitchFamily="2" charset="-122"/>
                  <a:ea typeface="华文楷体" panose="02010600040101010101" pitchFamily="2" charset="-122"/>
                </a:rPr>
                <a:t>计算权重</a:t>
              </a:r>
            </a:p>
            <a:p>
              <a:pPr algn="ctr"/>
              <a:r>
                <a:rPr lang="en-US" altLang="zh-CN" u="none" dirty="0">
                  <a:latin typeface="华文楷体" panose="02010600040101010101" pitchFamily="2" charset="-122"/>
                  <a:ea typeface="华文楷体" panose="02010600040101010101" pitchFamily="2" charset="-122"/>
                </a:rPr>
                <a:t>W=(W</a:t>
              </a:r>
              <a:r>
                <a:rPr lang="en-US" altLang="zh-CN" u="none" baseline="-25000" dirty="0">
                  <a:latin typeface="华文楷体" panose="02010600040101010101" pitchFamily="2" charset="-122"/>
                  <a:ea typeface="华文楷体" panose="02010600040101010101" pitchFamily="2" charset="-122"/>
                </a:rPr>
                <a:t>1</a:t>
              </a:r>
              <a:r>
                <a:rPr lang="en-US" altLang="zh-CN" u="none" dirty="0">
                  <a:latin typeface="华文楷体" panose="02010600040101010101" pitchFamily="2" charset="-122"/>
                  <a:ea typeface="华文楷体" panose="02010600040101010101" pitchFamily="2" charset="-122"/>
                </a:rPr>
                <a:t>,W</a:t>
              </a:r>
              <a:r>
                <a:rPr lang="en-US" altLang="zh-CN" u="none" baseline="-25000" dirty="0">
                  <a:latin typeface="华文楷体" panose="02010600040101010101" pitchFamily="2" charset="-122"/>
                  <a:ea typeface="华文楷体" panose="02010600040101010101" pitchFamily="2" charset="-122"/>
                </a:rPr>
                <a:t>2</a:t>
              </a:r>
              <a:r>
                <a:rPr lang="en-US" altLang="zh-CN" u="none" dirty="0">
                  <a:latin typeface="华文楷体" panose="02010600040101010101" pitchFamily="2" charset="-122"/>
                  <a:ea typeface="华文楷体" panose="02010600040101010101" pitchFamily="2" charset="-122"/>
                </a:rPr>
                <a:t>…</a:t>
              </a:r>
              <a:r>
                <a:rPr lang="en-US" altLang="zh-CN" u="none" dirty="0" err="1">
                  <a:latin typeface="华文楷体" panose="02010600040101010101" pitchFamily="2" charset="-122"/>
                  <a:ea typeface="华文楷体" panose="02010600040101010101" pitchFamily="2" charset="-122"/>
                </a:rPr>
                <a:t>W</a:t>
              </a:r>
              <a:r>
                <a:rPr lang="en-US" altLang="zh-CN" u="none" baseline="-25000" dirty="0" err="1">
                  <a:latin typeface="华文楷体" panose="02010600040101010101" pitchFamily="2" charset="-122"/>
                  <a:ea typeface="华文楷体" panose="02010600040101010101" pitchFamily="2" charset="-122"/>
                </a:rPr>
                <a:t>n</a:t>
              </a:r>
              <a:r>
                <a:rPr lang="en-US" altLang="zh-CN" u="none" dirty="0">
                  <a:latin typeface="华文楷体" panose="02010600040101010101" pitchFamily="2" charset="-122"/>
                  <a:ea typeface="华文楷体" panose="02010600040101010101" pitchFamily="2" charset="-122"/>
                </a:rPr>
                <a:t>)</a:t>
              </a:r>
            </a:p>
          </p:txBody>
        </p:sp>
        <p:sp>
          <p:nvSpPr>
            <p:cNvPr id="26" name="Rectangle 23">
              <a:extLst>
                <a:ext uri="{FF2B5EF4-FFF2-40B4-BE49-F238E27FC236}">
                  <a16:creationId xmlns:a16="http://schemas.microsoft.com/office/drawing/2014/main" id="{C5960A79-4FD2-4306-89F3-4DA1868CDF15}"/>
                </a:ext>
              </a:extLst>
            </p:cNvPr>
            <p:cNvSpPr>
              <a:spLocks noChangeArrowheads="1"/>
            </p:cNvSpPr>
            <p:nvPr/>
          </p:nvSpPr>
          <p:spPr bwMode="auto">
            <a:xfrm>
              <a:off x="4424363" y="2891848"/>
              <a:ext cx="1727200" cy="792162"/>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latin typeface="华文楷体" panose="02010600040101010101" pitchFamily="2" charset="-122"/>
                  <a:ea typeface="华文楷体" panose="02010600040101010101" pitchFamily="2" charset="-122"/>
                </a:rPr>
                <a:t>确定价值矩阵</a:t>
              </a:r>
            </a:p>
            <a:p>
              <a:pPr algn="ctr"/>
              <a:r>
                <a:rPr lang="en-US" altLang="zh-CN" u="none" dirty="0">
                  <a:latin typeface="华文楷体" panose="02010600040101010101" pitchFamily="2" charset="-122"/>
                  <a:ea typeface="华文楷体" panose="02010600040101010101" pitchFamily="2" charset="-122"/>
                </a:rPr>
                <a:t>U=(</a:t>
              </a:r>
              <a:r>
                <a:rPr lang="en-US" altLang="zh-CN" u="none" dirty="0" err="1">
                  <a:latin typeface="华文楷体" panose="02010600040101010101" pitchFamily="2" charset="-122"/>
                  <a:ea typeface="华文楷体" panose="02010600040101010101" pitchFamily="2" charset="-122"/>
                </a:rPr>
                <a:t>U</a:t>
              </a:r>
              <a:r>
                <a:rPr lang="en-US" altLang="zh-CN" u="none" baseline="-25000" dirty="0" err="1">
                  <a:latin typeface="华文楷体" panose="02010600040101010101" pitchFamily="2" charset="-122"/>
                  <a:ea typeface="华文楷体" panose="02010600040101010101" pitchFamily="2" charset="-122"/>
                </a:rPr>
                <a:t>ij</a:t>
              </a:r>
              <a:r>
                <a:rPr lang="en-US" altLang="zh-CN" u="none" dirty="0">
                  <a:latin typeface="华文楷体" panose="02010600040101010101" pitchFamily="2" charset="-122"/>
                  <a:ea typeface="华文楷体" panose="02010600040101010101" pitchFamily="2" charset="-122"/>
                </a:rPr>
                <a:t>)</a:t>
              </a:r>
            </a:p>
          </p:txBody>
        </p:sp>
        <p:grpSp>
          <p:nvGrpSpPr>
            <p:cNvPr id="27" name="Group 25">
              <a:extLst>
                <a:ext uri="{FF2B5EF4-FFF2-40B4-BE49-F238E27FC236}">
                  <a16:creationId xmlns:a16="http://schemas.microsoft.com/office/drawing/2014/main" id="{C56B6CE6-26B1-44F6-AB3B-6FA632EA34AB}"/>
                </a:ext>
              </a:extLst>
            </p:cNvPr>
            <p:cNvGrpSpPr>
              <a:grpSpLocks/>
            </p:cNvGrpSpPr>
            <p:nvPr/>
          </p:nvGrpSpPr>
          <p:grpSpPr bwMode="auto">
            <a:xfrm>
              <a:off x="6151563" y="2028248"/>
              <a:ext cx="287337" cy="1511300"/>
              <a:chOff x="2381" y="1979"/>
              <a:chExt cx="181" cy="952"/>
            </a:xfrm>
          </p:grpSpPr>
          <p:sp>
            <p:nvSpPr>
              <p:cNvPr id="28" name="Line 26">
                <a:extLst>
                  <a:ext uri="{FF2B5EF4-FFF2-40B4-BE49-F238E27FC236}">
                    <a16:creationId xmlns:a16="http://schemas.microsoft.com/office/drawing/2014/main" id="{89492B62-C933-4025-9027-80FE939DAE39}"/>
                  </a:ext>
                </a:extLst>
              </p:cNvPr>
              <p:cNvSpPr>
                <a:spLocks noChangeShapeType="1"/>
              </p:cNvSpPr>
              <p:nvPr/>
            </p:nvSpPr>
            <p:spPr bwMode="auto">
              <a:xfrm>
                <a:off x="2562" y="1979"/>
                <a:ext cx="0" cy="9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29" name="Line 27">
                <a:extLst>
                  <a:ext uri="{FF2B5EF4-FFF2-40B4-BE49-F238E27FC236}">
                    <a16:creationId xmlns:a16="http://schemas.microsoft.com/office/drawing/2014/main" id="{F390FF5D-DDF2-41A3-842D-50EE0D6F6435}"/>
                  </a:ext>
                </a:extLst>
              </p:cNvPr>
              <p:cNvSpPr>
                <a:spLocks noChangeShapeType="1"/>
              </p:cNvSpPr>
              <p:nvPr/>
            </p:nvSpPr>
            <p:spPr bwMode="auto">
              <a:xfrm flipH="1">
                <a:off x="2381" y="1979"/>
                <a:ext cx="18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0" name="Line 28">
                <a:extLst>
                  <a:ext uri="{FF2B5EF4-FFF2-40B4-BE49-F238E27FC236}">
                    <a16:creationId xmlns:a16="http://schemas.microsoft.com/office/drawing/2014/main" id="{231BA10E-9730-4C5C-820D-93D88C7C972D}"/>
                  </a:ext>
                </a:extLst>
              </p:cNvPr>
              <p:cNvSpPr>
                <a:spLocks noChangeShapeType="1"/>
              </p:cNvSpPr>
              <p:nvPr/>
            </p:nvSpPr>
            <p:spPr bwMode="auto">
              <a:xfrm flipH="1">
                <a:off x="2381" y="2931"/>
                <a:ext cx="181"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grpSp>
        <p:sp>
          <p:nvSpPr>
            <p:cNvPr id="31" name="Line 29">
              <a:extLst>
                <a:ext uri="{FF2B5EF4-FFF2-40B4-BE49-F238E27FC236}">
                  <a16:creationId xmlns:a16="http://schemas.microsoft.com/office/drawing/2014/main" id="{D44401D2-BE02-4406-B3F0-4290782FF549}"/>
                </a:ext>
              </a:extLst>
            </p:cNvPr>
            <p:cNvSpPr>
              <a:spLocks noChangeShapeType="1"/>
            </p:cNvSpPr>
            <p:nvPr/>
          </p:nvSpPr>
          <p:spPr bwMode="auto">
            <a:xfrm>
              <a:off x="6440488" y="2747385"/>
              <a:ext cx="215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2" name="Rectangle 30">
              <a:extLst>
                <a:ext uri="{FF2B5EF4-FFF2-40B4-BE49-F238E27FC236}">
                  <a16:creationId xmlns:a16="http://schemas.microsoft.com/office/drawing/2014/main" id="{B7A7A9AF-5114-4FB0-8C68-55C376D278ED}"/>
                </a:ext>
              </a:extLst>
            </p:cNvPr>
            <p:cNvSpPr>
              <a:spLocks noChangeArrowheads="1"/>
            </p:cNvSpPr>
            <p:nvPr/>
          </p:nvSpPr>
          <p:spPr bwMode="auto">
            <a:xfrm>
              <a:off x="6656388" y="2460048"/>
              <a:ext cx="1081087" cy="71913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计算综合</a:t>
              </a:r>
            </a:p>
            <a:p>
              <a:pPr algn="ctr"/>
              <a:r>
                <a:rPr lang="zh-CN" altLang="en-US" u="none">
                  <a:latin typeface="华文楷体" panose="02010600040101010101" pitchFamily="2" charset="-122"/>
                  <a:ea typeface="华文楷体" panose="02010600040101010101" pitchFamily="2" charset="-122"/>
                </a:rPr>
                <a:t>价值量</a:t>
              </a:r>
              <a:r>
                <a:rPr lang="en-US" altLang="zh-CN" u="none">
                  <a:latin typeface="华文楷体" panose="02010600040101010101" pitchFamily="2" charset="-122"/>
                  <a:ea typeface="华文楷体" panose="02010600040101010101" pitchFamily="2" charset="-122"/>
                </a:rPr>
                <a:t>V</a:t>
              </a:r>
            </a:p>
          </p:txBody>
        </p:sp>
        <p:sp>
          <p:nvSpPr>
            <p:cNvPr id="36" name="Line 31">
              <a:extLst>
                <a:ext uri="{FF2B5EF4-FFF2-40B4-BE49-F238E27FC236}">
                  <a16:creationId xmlns:a16="http://schemas.microsoft.com/office/drawing/2014/main" id="{236D6D39-D353-4BC6-AC5E-1AAD9C20D4D3}"/>
                </a:ext>
              </a:extLst>
            </p:cNvPr>
            <p:cNvSpPr>
              <a:spLocks noChangeShapeType="1"/>
            </p:cNvSpPr>
            <p:nvPr/>
          </p:nvSpPr>
          <p:spPr bwMode="auto">
            <a:xfrm>
              <a:off x="7770813" y="2747385"/>
              <a:ext cx="215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37" name="Rectangle 32">
              <a:extLst>
                <a:ext uri="{FF2B5EF4-FFF2-40B4-BE49-F238E27FC236}">
                  <a16:creationId xmlns:a16="http://schemas.microsoft.com/office/drawing/2014/main" id="{F510992B-1F21-41F9-8328-4B77372CEB0E}"/>
                </a:ext>
              </a:extLst>
            </p:cNvPr>
            <p:cNvSpPr>
              <a:spLocks noChangeArrowheads="1"/>
            </p:cNvSpPr>
            <p:nvPr/>
          </p:nvSpPr>
          <p:spPr bwMode="auto">
            <a:xfrm>
              <a:off x="7986713" y="2387023"/>
              <a:ext cx="1081087" cy="64928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方案排序</a:t>
              </a:r>
            </a:p>
          </p:txBody>
        </p:sp>
        <p:sp>
          <p:nvSpPr>
            <p:cNvPr id="38" name="Oval 33">
              <a:extLst>
                <a:ext uri="{FF2B5EF4-FFF2-40B4-BE49-F238E27FC236}">
                  <a16:creationId xmlns:a16="http://schemas.microsoft.com/office/drawing/2014/main" id="{23B092AD-22CB-4793-86B4-1E958A2EE52D}"/>
                </a:ext>
              </a:extLst>
            </p:cNvPr>
            <p:cNvSpPr>
              <a:spLocks noChangeArrowheads="1"/>
            </p:cNvSpPr>
            <p:nvPr/>
          </p:nvSpPr>
          <p:spPr bwMode="auto">
            <a:xfrm>
              <a:off x="4351338" y="731260"/>
              <a:ext cx="2089150" cy="719138"/>
            </a:xfrm>
            <a:prstGeom prst="ellipse">
              <a:avLst/>
            </a:prstGeom>
            <a:solidFill>
              <a:srgbClr val="CCFF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latin typeface="华文楷体" panose="02010600040101010101" pitchFamily="2" charset="-122"/>
                  <a:ea typeface="华文楷体" panose="02010600040101010101" pitchFamily="2" charset="-122"/>
                </a:rPr>
                <a:t>二分比较法</a:t>
              </a:r>
            </a:p>
          </p:txBody>
        </p:sp>
        <p:sp>
          <p:nvSpPr>
            <p:cNvPr id="39" name="Line 34">
              <a:extLst>
                <a:ext uri="{FF2B5EF4-FFF2-40B4-BE49-F238E27FC236}">
                  <a16:creationId xmlns:a16="http://schemas.microsoft.com/office/drawing/2014/main" id="{49483B90-E420-4A76-AEDA-1E065EE1ADEB}"/>
                </a:ext>
              </a:extLst>
            </p:cNvPr>
            <p:cNvSpPr>
              <a:spLocks noChangeShapeType="1"/>
            </p:cNvSpPr>
            <p:nvPr/>
          </p:nvSpPr>
          <p:spPr bwMode="auto">
            <a:xfrm flipV="1">
              <a:off x="5359400" y="1451985"/>
              <a:ext cx="0" cy="358775"/>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0" name="Line 35">
              <a:extLst>
                <a:ext uri="{FF2B5EF4-FFF2-40B4-BE49-F238E27FC236}">
                  <a16:creationId xmlns:a16="http://schemas.microsoft.com/office/drawing/2014/main" id="{925EE023-A94C-4672-AE27-2458F7DA12C3}"/>
                </a:ext>
              </a:extLst>
            </p:cNvPr>
            <p:cNvSpPr>
              <a:spLocks noChangeShapeType="1"/>
            </p:cNvSpPr>
            <p:nvPr/>
          </p:nvSpPr>
          <p:spPr bwMode="auto">
            <a:xfrm>
              <a:off x="5287963" y="3684010"/>
              <a:ext cx="0" cy="287338"/>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41" name="Oval 36">
              <a:extLst>
                <a:ext uri="{FF2B5EF4-FFF2-40B4-BE49-F238E27FC236}">
                  <a16:creationId xmlns:a16="http://schemas.microsoft.com/office/drawing/2014/main" id="{C81D352A-C942-4995-A5B5-B5104649BFB8}"/>
                </a:ext>
              </a:extLst>
            </p:cNvPr>
            <p:cNvSpPr>
              <a:spLocks noChangeArrowheads="1"/>
            </p:cNvSpPr>
            <p:nvPr/>
          </p:nvSpPr>
          <p:spPr bwMode="auto">
            <a:xfrm>
              <a:off x="4279900" y="3971348"/>
              <a:ext cx="2016125" cy="719137"/>
            </a:xfrm>
            <a:prstGeom prst="ellipse">
              <a:avLst/>
            </a:prstGeom>
            <a:solidFill>
              <a:srgbClr val="CCFF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等级分法</a:t>
              </a:r>
            </a:p>
          </p:txBody>
        </p:sp>
        <p:sp>
          <p:nvSpPr>
            <p:cNvPr id="42" name="Oval 38">
              <a:extLst>
                <a:ext uri="{FF2B5EF4-FFF2-40B4-BE49-F238E27FC236}">
                  <a16:creationId xmlns:a16="http://schemas.microsoft.com/office/drawing/2014/main" id="{F7E67679-F3BF-409A-846C-AB5DF9E1F7CC}"/>
                </a:ext>
              </a:extLst>
            </p:cNvPr>
            <p:cNvSpPr>
              <a:spLocks noChangeArrowheads="1"/>
            </p:cNvSpPr>
            <p:nvPr/>
          </p:nvSpPr>
          <p:spPr bwMode="auto">
            <a:xfrm>
              <a:off x="6296025" y="1378960"/>
              <a:ext cx="2087563" cy="719138"/>
            </a:xfrm>
            <a:prstGeom prst="ellipse">
              <a:avLst/>
            </a:prstGeom>
            <a:solidFill>
              <a:srgbClr val="CCFF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线性加权和</a:t>
              </a:r>
            </a:p>
          </p:txBody>
        </p:sp>
        <p:sp>
          <p:nvSpPr>
            <p:cNvPr id="43" name="Line 39">
              <a:extLst>
                <a:ext uri="{FF2B5EF4-FFF2-40B4-BE49-F238E27FC236}">
                  <a16:creationId xmlns:a16="http://schemas.microsoft.com/office/drawing/2014/main" id="{F3D86762-A2A3-4235-8918-A70AC461D56B}"/>
                </a:ext>
              </a:extLst>
            </p:cNvPr>
            <p:cNvSpPr>
              <a:spLocks noChangeShapeType="1"/>
            </p:cNvSpPr>
            <p:nvPr/>
          </p:nvSpPr>
          <p:spPr bwMode="auto">
            <a:xfrm flipV="1">
              <a:off x="7304088" y="2099685"/>
              <a:ext cx="0" cy="358775"/>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grpSp>
    </p:spTree>
    <p:extLst>
      <p:ext uri="{BB962C8B-B14F-4D97-AF65-F5344CB8AC3E}">
        <p14:creationId xmlns:p14="http://schemas.microsoft.com/office/powerpoint/2010/main" val="170587349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关联矩阵法</a:t>
            </a:r>
            <a:endParaRPr lang="en-US" altLang="zh-CN"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确实权重，也就是哪个因素更加重要。</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同一个因素仍然有不同的指标等级。</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进行比较。</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algn="just">
              <a:lnSpc>
                <a:spcPct val="150000"/>
              </a:lnSpc>
            </a:pPr>
            <a:r>
              <a:rPr lang="zh-CN" altLang="en-US" b="1" dirty="0">
                <a:solidFill>
                  <a:srgbClr val="000000"/>
                </a:solidFill>
                <a:latin typeface="华文楷体" panose="02010600040101010101" pitchFamily="2" charset="-122"/>
                <a:ea typeface="华文楷体" panose="02010600040101010101" pitchFamily="2" charset="-122"/>
              </a:rPr>
              <a:t>教材</a:t>
            </a:r>
            <a:r>
              <a:rPr lang="en-US" altLang="zh-CN" b="1" dirty="0">
                <a:solidFill>
                  <a:srgbClr val="000000"/>
                </a:solidFill>
                <a:latin typeface="华文楷体" panose="02010600040101010101" pitchFamily="2" charset="-122"/>
                <a:ea typeface="华文楷体" panose="02010600040101010101" pitchFamily="2" charset="-122"/>
              </a:rPr>
              <a:t>89</a:t>
            </a:r>
            <a:r>
              <a:rPr lang="zh-CN" altLang="en-US" b="1" dirty="0">
                <a:solidFill>
                  <a:srgbClr val="000000"/>
                </a:solidFill>
                <a:latin typeface="华文楷体" panose="02010600040101010101" pitchFamily="2" charset="-122"/>
                <a:ea typeface="华文楷体" panose="02010600040101010101" pitchFamily="2" charset="-122"/>
              </a:rPr>
              <a:t>页 例题 </a:t>
            </a:r>
            <a:r>
              <a:rPr lang="en-US" altLang="zh-CN" b="1" dirty="0">
                <a:solidFill>
                  <a:srgbClr val="000000"/>
                </a:solidFill>
                <a:latin typeface="华文楷体" panose="02010600040101010101" pitchFamily="2" charset="-122"/>
                <a:ea typeface="华文楷体" panose="02010600040101010101" pitchFamily="2" charset="-122"/>
              </a:rPr>
              <a:t>4-1</a:t>
            </a:r>
          </a:p>
        </p:txBody>
      </p:sp>
    </p:spTree>
    <p:extLst>
      <p:ext uri="{BB962C8B-B14F-4D97-AF65-F5344CB8AC3E}">
        <p14:creationId xmlns:p14="http://schemas.microsoft.com/office/powerpoint/2010/main" val="115960781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关联矩阵法</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层次分析法（</a:t>
            </a:r>
            <a:r>
              <a:rPr lang="en-US" altLang="zh-CN" b="1" dirty="0">
                <a:solidFill>
                  <a:srgbClr val="7030A0"/>
                </a:solidFill>
                <a:latin typeface="华文楷体" panose="02010600040101010101" pitchFamily="2" charset="-122"/>
                <a:ea typeface="华文楷体" panose="02010600040101010101" pitchFamily="2" charset="-122"/>
              </a:rPr>
              <a:t>AHP</a:t>
            </a:r>
            <a:r>
              <a:rPr lang="zh-CN" altLang="en-US" b="1" dirty="0">
                <a:solidFill>
                  <a:srgbClr val="7030A0"/>
                </a:solidFill>
                <a:latin typeface="华文楷体" panose="02010600040101010101" pitchFamily="2" charset="-122"/>
                <a:ea typeface="华文楷体" panose="02010600040101010101" pitchFamily="2" charset="-122"/>
              </a:rPr>
              <a:t>）</a:t>
            </a:r>
            <a:endParaRPr lang="en-US" altLang="zh-CN"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模糊综合评判法</a:t>
            </a:r>
            <a:endParaRPr lang="en-US" altLang="zh-CN"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34519219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层次分析法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关联矩阵在实际应用中存在哪些问题呢？</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、指标两两比较的</a:t>
            </a:r>
            <a:r>
              <a:rPr lang="zh-CN" altLang="en-US" b="1" dirty="0">
                <a:solidFill>
                  <a:srgbClr val="7030A0"/>
                </a:solidFill>
                <a:latin typeface="华文楷体" panose="02010600040101010101" pitchFamily="2" charset="-122"/>
                <a:ea typeface="华文楷体" panose="02010600040101010101" pitchFamily="2" charset="-122"/>
              </a:rPr>
              <a:t>前后一致性</a:t>
            </a:r>
            <a:r>
              <a:rPr lang="zh-CN" altLang="en-US" dirty="0">
                <a:solidFill>
                  <a:srgbClr val="000000"/>
                </a:solidFill>
                <a:latin typeface="华文楷体" panose="02010600040101010101" pitchFamily="2" charset="-122"/>
                <a:ea typeface="华文楷体" panose="02010600040101010101" pitchFamily="2" charset="-122"/>
              </a:rPr>
              <a:t>问题。</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、指标比较时相对</a:t>
            </a:r>
            <a:r>
              <a:rPr lang="zh-CN" altLang="en-US" b="1" dirty="0">
                <a:solidFill>
                  <a:srgbClr val="7030A0"/>
                </a:solidFill>
                <a:latin typeface="华文楷体" panose="02010600040101010101" pitchFamily="2" charset="-122"/>
                <a:ea typeface="华文楷体" panose="02010600040101010101" pitchFamily="2" charset="-122"/>
              </a:rPr>
              <a:t>重要性差异</a:t>
            </a:r>
            <a:r>
              <a:rPr lang="zh-CN" altLang="en-US" dirty="0">
                <a:solidFill>
                  <a:srgbClr val="000000"/>
                </a:solidFill>
                <a:latin typeface="华文楷体" panose="02010600040101010101" pitchFamily="2" charset="-122"/>
                <a:ea typeface="华文楷体" panose="02010600040101010101" pitchFamily="2" charset="-122"/>
              </a:rPr>
              <a:t>的刻画程度问题。</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、对各指标层次关联刻画问题。</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层次分析法有效解决了上述问题。从下面层次分析法流程图中体会该方法与关联矩阵法的不同，以及如何有效解决了上述问题</a:t>
            </a:r>
            <a:r>
              <a:rPr lang="en-US" altLang="zh-CN" dirty="0">
                <a:solidFill>
                  <a:srgbClr val="000000"/>
                </a:solidFill>
                <a:latin typeface="华文楷体" panose="02010600040101010101" pitchFamily="2" charset="-122"/>
                <a:ea typeface="华文楷体" panose="02010600040101010101" pitchFamily="2" charset="-122"/>
              </a:rPr>
              <a:t>?</a:t>
            </a: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37011789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层次分析法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层次分析法（</a:t>
            </a:r>
            <a:r>
              <a:rPr lang="en-US" altLang="zh-CN" dirty="0">
                <a:solidFill>
                  <a:srgbClr val="000000"/>
                </a:solidFill>
                <a:latin typeface="华文楷体" panose="02010600040101010101" pitchFamily="2" charset="-122"/>
                <a:ea typeface="华文楷体" panose="02010600040101010101" pitchFamily="2" charset="-122"/>
              </a:rPr>
              <a:t>Analytic </a:t>
            </a:r>
            <a:r>
              <a:rPr lang="en-US" altLang="zh-CN" dirty="0" err="1">
                <a:solidFill>
                  <a:srgbClr val="000000"/>
                </a:solidFill>
                <a:latin typeface="华文楷体" panose="02010600040101010101" pitchFamily="2" charset="-122"/>
                <a:ea typeface="华文楷体" panose="02010600040101010101" pitchFamily="2" charset="-122"/>
              </a:rPr>
              <a:t>Hierachy</a:t>
            </a:r>
            <a:r>
              <a:rPr lang="en-US" altLang="zh-CN" dirty="0">
                <a:solidFill>
                  <a:srgbClr val="000000"/>
                </a:solidFill>
                <a:latin typeface="华文楷体" panose="02010600040101010101" pitchFamily="2" charset="-122"/>
                <a:ea typeface="华文楷体" panose="02010600040101010101" pitchFamily="2" charset="-122"/>
              </a:rPr>
              <a:t> process .AHP</a:t>
            </a:r>
            <a:r>
              <a:rPr lang="zh-CN" altLang="en-US" dirty="0">
                <a:solidFill>
                  <a:srgbClr val="000000"/>
                </a:solidFill>
                <a:latin typeface="华文楷体" panose="02010600040101010101" pitchFamily="2" charset="-122"/>
                <a:ea typeface="华文楷体" panose="02010600040101010101" pitchFamily="2" charset="-122"/>
              </a:rPr>
              <a:t>）与关联矩阵法的比较：</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）关联矩阵法在作各属性指标的两两比较时未考虑指标两两比较的前后一致性问题，因而数学处理虽然简单，但不够严密，而层次分析法则考虑了两两比较的一致性问题，并建立起较为系统、严密的数学理论。</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）关联矩阵法作两两比较时采用了简单的二分度量（</a:t>
            </a:r>
            <a:r>
              <a:rPr lang="en-US" altLang="zh-CN" dirty="0">
                <a:solidFill>
                  <a:srgbClr val="000000"/>
                </a:solidFill>
                <a:latin typeface="华文楷体" panose="02010600040101010101" pitchFamily="2" charset="-122"/>
                <a:ea typeface="华文楷体" panose="02010600040101010101" pitchFamily="2" charset="-122"/>
              </a:rPr>
              <a:t>0</a:t>
            </a:r>
            <a:r>
              <a:rPr lang="zh-CN" altLang="en-US" dirty="0">
                <a:solidFill>
                  <a:srgbClr val="000000"/>
                </a:solidFill>
                <a:latin typeface="华文楷体" panose="02010600040101010101" pitchFamily="2" charset="-122"/>
                <a:ea typeface="华文楷体" panose="02010600040101010101" pitchFamily="2" charset="-122"/>
              </a:rPr>
              <a:t>或</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），而层次分析法作两两给出的是九分度量（</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3……9</a:t>
            </a:r>
            <a:r>
              <a:rPr lang="zh-CN" altLang="en-US" dirty="0">
                <a:solidFill>
                  <a:srgbClr val="000000"/>
                </a:solidFill>
                <a:latin typeface="华文楷体" panose="02010600040101010101" pitchFamily="2" charset="-122"/>
                <a:ea typeface="华文楷体" panose="02010600040101010101" pitchFamily="2" charset="-122"/>
              </a:rPr>
              <a:t>），从而使相对重要性差异的刻画更为细微。</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）关联矩阵法要求指标体系的层次结构较简单（目标层，准则层、方案层共三层），而层次分析法则允许指标体系构成多于三层的多级递阶层次结构，对各指标的层次关联刻画更为细微。</a:t>
            </a:r>
          </a:p>
        </p:txBody>
      </p:sp>
    </p:spTree>
    <p:extLst>
      <p:ext uri="{BB962C8B-B14F-4D97-AF65-F5344CB8AC3E}">
        <p14:creationId xmlns:p14="http://schemas.microsoft.com/office/powerpoint/2010/main" val="4924421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层次分析法</a:t>
            </a:r>
          </a:p>
        </p:txBody>
      </p:sp>
      <p:sp>
        <p:nvSpPr>
          <p:cNvPr id="4" name="文本框 3">
            <a:extLst>
              <a:ext uri="{FF2B5EF4-FFF2-40B4-BE49-F238E27FC236}">
                <a16:creationId xmlns:a16="http://schemas.microsoft.com/office/drawing/2014/main" id="{41C725FE-98A6-7056-F3A8-A1E9EA489EF9}"/>
              </a:ext>
            </a:extLst>
          </p:cNvPr>
          <p:cNvSpPr txBox="1"/>
          <p:nvPr/>
        </p:nvSpPr>
        <p:spPr>
          <a:xfrm>
            <a:off x="515256" y="917750"/>
            <a:ext cx="7844973" cy="1477328"/>
          </a:xfrm>
          <a:prstGeom prst="rect">
            <a:avLst/>
          </a:prstGeom>
          <a:noFill/>
        </p:spPr>
        <p:txBody>
          <a:bodyPr wrap="square">
            <a:spAutoFit/>
          </a:bodyPr>
          <a:lstStyle/>
          <a:p>
            <a:r>
              <a:rPr lang="zh-CN" altLang="en-US" dirty="0"/>
              <a:t>层次分析法（</a:t>
            </a:r>
            <a:r>
              <a:rPr lang="en-US" altLang="zh-CN" dirty="0"/>
              <a:t>Analytic  Hierarchy  process,</a:t>
            </a:r>
            <a:r>
              <a:rPr lang="zh-CN" altLang="en-US" dirty="0"/>
              <a:t>简记</a:t>
            </a:r>
            <a:r>
              <a:rPr lang="en-US" altLang="zh-CN" dirty="0"/>
              <a:t>AHP)</a:t>
            </a:r>
            <a:r>
              <a:rPr lang="zh-CN" altLang="en-US" dirty="0"/>
              <a:t>，在</a:t>
            </a:r>
            <a:r>
              <a:rPr lang="en-US" altLang="zh-CN" dirty="0"/>
              <a:t>20</a:t>
            </a:r>
            <a:r>
              <a:rPr lang="zh-CN" altLang="en-US" dirty="0"/>
              <a:t>世纪</a:t>
            </a:r>
            <a:r>
              <a:rPr lang="en-US" altLang="zh-CN" dirty="0"/>
              <a:t>70</a:t>
            </a:r>
            <a:r>
              <a:rPr lang="zh-CN" altLang="en-US" dirty="0"/>
              <a:t>年代中期由</a:t>
            </a:r>
            <a:r>
              <a:rPr lang="en-US" altLang="zh-CN" dirty="0" err="1"/>
              <a:t>saaty</a:t>
            </a:r>
            <a:r>
              <a:rPr lang="zh-CN" altLang="en-US" dirty="0"/>
              <a:t>正式提出，它是一种定性和定量相结合的、系统化、层次化的分析方法。由于它在处理复杂的决策问题上的实用和有效性，很快在世界范围得到重视，它的应用已遍及经济计划和管理、能源政策和分配、行为科学、军事指挥、运输、农业、教育、人才、医疗、环境等领域。 </a:t>
            </a:r>
          </a:p>
        </p:txBody>
      </p:sp>
    </p:spTree>
    <p:extLst>
      <p:ext uri="{BB962C8B-B14F-4D97-AF65-F5344CB8AC3E}">
        <p14:creationId xmlns:p14="http://schemas.microsoft.com/office/powerpoint/2010/main" val="313735546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4715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层次分析法的基本原理</a:t>
            </a:r>
          </a:p>
        </p:txBody>
      </p:sp>
      <p:sp>
        <p:nvSpPr>
          <p:cNvPr id="2" name="Rectangle 3">
            <a:extLst>
              <a:ext uri="{FF2B5EF4-FFF2-40B4-BE49-F238E27FC236}">
                <a16:creationId xmlns:a16="http://schemas.microsoft.com/office/drawing/2014/main" id="{0972204E-EC05-5188-E3B5-6A84F596306F}"/>
              </a:ext>
            </a:extLst>
          </p:cNvPr>
          <p:cNvSpPr txBox="1">
            <a:spLocks noChangeArrowheads="1"/>
          </p:cNvSpPr>
          <p:nvPr/>
        </p:nvSpPr>
        <p:spPr bwMode="auto">
          <a:xfrm>
            <a:off x="283028" y="894444"/>
            <a:ext cx="8229600" cy="2342242"/>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800" dirty="0"/>
              <a:t>先分解后综合的系统思想</a:t>
            </a:r>
          </a:p>
          <a:p>
            <a:pPr>
              <a:buFont typeface="Wingdings" panose="05000000000000000000" pitchFamily="2" charset="2"/>
              <a:buNone/>
            </a:pPr>
            <a:r>
              <a:rPr lang="zh-CN" altLang="en-US" sz="1800" dirty="0"/>
              <a:t>      ＡＨＰ是通过分析复杂问题包含的因素及其相互联系，将问题分解为不同的要素，并将这些要素归并为不同的层次，从而形成多层次结构，在每一层次可按某一规定准则，对该层要素进行逐对比较建立判断矩阵．通过计算判断矩阵的最大特征值和对应的正交化特征向量，得出该层要素对于该准则的权重，在这个基础上计算出各层次要素对于总体目标的组合权重．从而得出不同设想方案的权值，为选择最优方案提供依据．</a:t>
            </a:r>
          </a:p>
          <a:p>
            <a:pPr>
              <a:buFont typeface="Wingdings" panose="05000000000000000000" pitchFamily="2" charset="2"/>
              <a:buNone/>
            </a:pPr>
            <a:endParaRPr lang="zh-CN" altLang="en-US" dirty="0"/>
          </a:p>
        </p:txBody>
      </p:sp>
      <p:pic>
        <p:nvPicPr>
          <p:cNvPr id="3" name="图片 2">
            <a:extLst>
              <a:ext uri="{FF2B5EF4-FFF2-40B4-BE49-F238E27FC236}">
                <a16:creationId xmlns:a16="http://schemas.microsoft.com/office/drawing/2014/main" id="{E9062188-A311-D5B1-5488-5E3866075CCB}"/>
              </a:ext>
            </a:extLst>
          </p:cNvPr>
          <p:cNvPicPr>
            <a:picLocks noChangeAspect="1"/>
          </p:cNvPicPr>
          <p:nvPr/>
        </p:nvPicPr>
        <p:blipFill>
          <a:blip r:embed="rId3"/>
          <a:stretch>
            <a:fillRect/>
          </a:stretch>
        </p:blipFill>
        <p:spPr>
          <a:xfrm>
            <a:off x="731801" y="3426025"/>
            <a:ext cx="6925656" cy="823031"/>
          </a:xfrm>
          <a:prstGeom prst="rect">
            <a:avLst/>
          </a:prstGeom>
        </p:spPr>
      </p:pic>
    </p:spTree>
    <p:extLst>
      <p:ext uri="{BB962C8B-B14F-4D97-AF65-F5344CB8AC3E}">
        <p14:creationId xmlns:p14="http://schemas.microsoft.com/office/powerpoint/2010/main" val="40440755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5" name="Rectangle 3">
            <a:extLst>
              <a:ext uri="{FF2B5EF4-FFF2-40B4-BE49-F238E27FC236}">
                <a16:creationId xmlns:a16="http://schemas.microsoft.com/office/drawing/2014/main" id="{1D226541-F125-06BA-0B37-D4DDA8154D50}"/>
              </a:ext>
            </a:extLst>
          </p:cNvPr>
          <p:cNvSpPr>
            <a:spLocks noGrp="1" noChangeArrowheads="1"/>
          </p:cNvSpPr>
          <p:nvPr>
            <p:ph type="body" idx="1"/>
          </p:nvPr>
        </p:nvSpPr>
        <p:spPr bwMode="auto">
          <a:xfrm>
            <a:off x="1485900" y="1200150"/>
            <a:ext cx="6057900" cy="145732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pPr>
              <a:buFont typeface="Wingdings" panose="05000000000000000000" pitchFamily="2" charset="2"/>
              <a:buNone/>
            </a:pPr>
            <a:r>
              <a:rPr kumimoji="1" lang="zh-CN" altLang="en-US" b="1"/>
              <a:t>基本原理</a:t>
            </a:r>
            <a:r>
              <a:rPr kumimoji="1" lang="zh-CN" altLang="en-US"/>
              <a:t> </a:t>
            </a:r>
          </a:p>
          <a:p>
            <a:pPr>
              <a:buFont typeface="Wingdings" panose="05000000000000000000" pitchFamily="2" charset="2"/>
              <a:buNone/>
            </a:pPr>
            <a:r>
              <a:rPr kumimoji="1" lang="en-US" altLang="zh-CN"/>
              <a:t>            AHP</a:t>
            </a:r>
            <a:r>
              <a:rPr kumimoji="1" lang="zh-CN" altLang="en-US"/>
              <a:t>决策分析方法的基本原理，可以用以下的简单事例分析来说明。               </a:t>
            </a:r>
          </a:p>
          <a:p>
            <a:pPr>
              <a:buFont typeface="Wingdings" panose="05000000000000000000" pitchFamily="2" charset="2"/>
              <a:buNone/>
            </a:pPr>
            <a:r>
              <a:rPr kumimoji="1" lang="zh-CN" altLang="en-US"/>
              <a:t>             假设有</a:t>
            </a:r>
            <a:r>
              <a:rPr kumimoji="1" lang="en-US" altLang="zh-CN" i="1"/>
              <a:t>n</a:t>
            </a:r>
            <a:r>
              <a:rPr kumimoji="1" lang="zh-CN" altLang="en-US"/>
              <a:t>个物体</a:t>
            </a:r>
            <a:r>
              <a:rPr kumimoji="1" lang="en-US" altLang="zh-CN" i="1"/>
              <a:t>A</a:t>
            </a:r>
            <a:r>
              <a:rPr kumimoji="1" lang="en-US" altLang="zh-CN"/>
              <a:t>1，</a:t>
            </a:r>
            <a:r>
              <a:rPr kumimoji="1" lang="en-US" altLang="zh-CN" i="1"/>
              <a:t>A</a:t>
            </a:r>
            <a:r>
              <a:rPr kumimoji="1" lang="en-US" altLang="zh-CN"/>
              <a:t>2，…，</a:t>
            </a:r>
            <a:r>
              <a:rPr kumimoji="1" lang="en-US" altLang="zh-CN" i="1"/>
              <a:t>An</a:t>
            </a:r>
            <a:r>
              <a:rPr kumimoji="1" lang="en-US" altLang="zh-CN"/>
              <a:t>，</a:t>
            </a:r>
            <a:r>
              <a:rPr kumimoji="1" lang="zh-CN" altLang="en-US"/>
              <a:t>它们的重量分别记为</a:t>
            </a:r>
            <a:r>
              <a:rPr kumimoji="1" lang="en-US" altLang="zh-CN" i="1"/>
              <a:t>W</a:t>
            </a:r>
            <a:r>
              <a:rPr kumimoji="1" lang="en-US" altLang="zh-CN"/>
              <a:t>1，</a:t>
            </a:r>
            <a:r>
              <a:rPr kumimoji="1" lang="en-US" altLang="zh-CN" i="1"/>
              <a:t>W</a:t>
            </a:r>
            <a:r>
              <a:rPr kumimoji="1" lang="en-US" altLang="zh-CN"/>
              <a:t>2，…，</a:t>
            </a:r>
            <a:r>
              <a:rPr kumimoji="1" lang="en-US" altLang="zh-CN" i="1"/>
              <a:t>Wn</a:t>
            </a:r>
            <a:r>
              <a:rPr kumimoji="1" lang="en-US" altLang="zh-CN"/>
              <a:t>。</a:t>
            </a:r>
            <a:r>
              <a:rPr kumimoji="1" lang="zh-CN" altLang="en-US"/>
              <a:t>现将每个物体的重量两两进行比较如下：</a:t>
            </a:r>
          </a:p>
          <a:p>
            <a:pPr>
              <a:buFont typeface="Wingdings" panose="05000000000000000000" pitchFamily="2" charset="2"/>
              <a:buNone/>
            </a:pPr>
            <a:endParaRPr lang="zh-CN" altLang="en-US"/>
          </a:p>
        </p:txBody>
      </p:sp>
      <p:pic>
        <p:nvPicPr>
          <p:cNvPr id="4006917" name="Picture 5">
            <a:extLst>
              <a:ext uri="{FF2B5EF4-FFF2-40B4-BE49-F238E27FC236}">
                <a16:creationId xmlns:a16="http://schemas.microsoft.com/office/drawing/2014/main" id="{37EFB308-2570-7921-BFB4-1AA2E4F20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832" y="3028951"/>
            <a:ext cx="5550694" cy="1565672"/>
          </a:xfrm>
          <a:prstGeom prst="rect">
            <a:avLst/>
          </a:prstGeom>
          <a:noFill/>
          <a:extLst>
            <a:ext uri="{909E8E84-426E-40DD-AFC4-6F175D3DCCD1}">
              <a14:hiddenFill xmlns:a14="http://schemas.microsoft.com/office/drawing/2010/main">
                <a:solidFill>
                  <a:srgbClr val="FFFFFF"/>
                </a:solidFill>
              </a14:hiddenFill>
            </a:ext>
          </a:extLst>
        </p:spPr>
      </p:pic>
      <p:sp>
        <p:nvSpPr>
          <p:cNvPr id="4006918" name="Rectangle 6">
            <a:extLst>
              <a:ext uri="{FF2B5EF4-FFF2-40B4-BE49-F238E27FC236}">
                <a16:creationId xmlns:a16="http://schemas.microsoft.com/office/drawing/2014/main" id="{0E6E1971-9CB4-FFE9-2882-41B17515D9D7}"/>
              </a:ext>
            </a:extLst>
          </p:cNvPr>
          <p:cNvSpPr>
            <a:spLocks noChangeArrowheads="1"/>
          </p:cNvSpPr>
          <p:nvPr/>
        </p:nvSpPr>
        <p:spPr bwMode="auto">
          <a:xfrm>
            <a:off x="2243138" y="312152"/>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6919" name="Rectangle 7">
            <a:extLst>
              <a:ext uri="{FF2B5EF4-FFF2-40B4-BE49-F238E27FC236}">
                <a16:creationId xmlns:a16="http://schemas.microsoft.com/office/drawing/2014/main" id="{FC224AF0-C47C-D86C-1F01-684D96967EB5}"/>
              </a:ext>
            </a:extLst>
          </p:cNvPr>
          <p:cNvSpPr>
            <a:spLocks noGrp="1" noChangeArrowheads="1"/>
          </p:cNvSpPr>
          <p:nvPr>
            <p:ph type="title"/>
          </p:nvPr>
        </p:nvSpPr>
        <p:spPr bwMode="auto">
          <a:xfrm>
            <a:off x="2228850" y="371475"/>
            <a:ext cx="4552950" cy="533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ＡＨＰ的基本原理</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4006918"/>
                                        </p:tgtEl>
                                        <p:attrNameLst>
                                          <p:attrName>style.visibility</p:attrName>
                                        </p:attrNameLst>
                                      </p:cBhvr>
                                      <p:to>
                                        <p:strVal val="visible"/>
                                      </p:to>
                                    </p:set>
                                    <p:anim calcmode="lin" valueType="num">
                                      <p:cBhvr additive="base">
                                        <p:cTn id="7" dur="1000" fill="hold"/>
                                        <p:tgtEl>
                                          <p:spTgt spid="4006918"/>
                                        </p:tgtEl>
                                        <p:attrNameLst>
                                          <p:attrName>ppt_x</p:attrName>
                                        </p:attrNameLst>
                                      </p:cBhvr>
                                      <p:tavLst>
                                        <p:tav tm="0">
                                          <p:val>
                                            <p:strVal val="#ppt_x"/>
                                          </p:val>
                                        </p:tav>
                                        <p:tav tm="100000">
                                          <p:val>
                                            <p:strVal val="#ppt_x"/>
                                          </p:val>
                                        </p:tav>
                                      </p:tavLst>
                                    </p:anim>
                                    <p:anim calcmode="lin" valueType="num">
                                      <p:cBhvr additive="base">
                                        <p:cTn id="8" dur="1000" fill="hold"/>
                                        <p:tgtEl>
                                          <p:spTgt spid="40069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947" name="Rectangle 11">
            <a:extLst>
              <a:ext uri="{FF2B5EF4-FFF2-40B4-BE49-F238E27FC236}">
                <a16:creationId xmlns:a16="http://schemas.microsoft.com/office/drawing/2014/main" id="{C95CAE77-B1A0-FDF2-AE9D-A0AC3036E90B}"/>
              </a:ext>
            </a:extLst>
          </p:cNvPr>
          <p:cNvSpPr>
            <a:spLocks noChangeArrowheads="1"/>
          </p:cNvSpPr>
          <p:nvPr/>
        </p:nvSpPr>
        <p:spPr bwMode="auto">
          <a:xfrm>
            <a:off x="2243138" y="312152"/>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aphicFrame>
        <p:nvGraphicFramePr>
          <p:cNvPr id="4007940" name="Object 4">
            <a:extLst>
              <a:ext uri="{FF2B5EF4-FFF2-40B4-BE49-F238E27FC236}">
                <a16:creationId xmlns:a16="http://schemas.microsoft.com/office/drawing/2014/main" id="{865F6193-C777-DA35-AC6C-9D2C66CB0A83}"/>
              </a:ext>
            </a:extLst>
          </p:cNvPr>
          <p:cNvGraphicFramePr>
            <a:graphicFrameLocks noGrp="1" noChangeAspect="1"/>
          </p:cNvGraphicFramePr>
          <p:nvPr>
            <p:ph sz="half" idx="2"/>
          </p:nvPr>
        </p:nvGraphicFramePr>
        <p:xfrm>
          <a:off x="2556273" y="1600200"/>
          <a:ext cx="2820590" cy="1457325"/>
        </p:xfrm>
        <a:graphic>
          <a:graphicData uri="http://schemas.openxmlformats.org/presentationml/2006/ole">
            <mc:AlternateContent xmlns:mc="http://schemas.openxmlformats.org/markup-compatibility/2006">
              <mc:Choice xmlns:v="urn:schemas-microsoft-com:vml" Requires="v">
                <p:oleObj name="公式" r:id="rId2" imgW="2158920" imgH="939600" progId="Equation.3">
                  <p:embed/>
                </p:oleObj>
              </mc:Choice>
              <mc:Fallback>
                <p:oleObj name="公式" r:id="rId2" imgW="2158920" imgH="939600" progId="Equation.3">
                  <p:embed/>
                  <p:pic>
                    <p:nvPicPr>
                      <p:cNvPr id="4007940" name="Object 4">
                        <a:extLst>
                          <a:ext uri="{FF2B5EF4-FFF2-40B4-BE49-F238E27FC236}">
                            <a16:creationId xmlns:a16="http://schemas.microsoft.com/office/drawing/2014/main" id="{865F6193-C777-DA35-AC6C-9D2C66CB0A83}"/>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273" y="1600200"/>
                        <a:ext cx="282059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07939" name="Rectangle 3">
            <a:extLst>
              <a:ext uri="{FF2B5EF4-FFF2-40B4-BE49-F238E27FC236}">
                <a16:creationId xmlns:a16="http://schemas.microsoft.com/office/drawing/2014/main" id="{236285FA-8B32-AAF6-AA39-89050FEAFD47}"/>
              </a:ext>
            </a:extLst>
          </p:cNvPr>
          <p:cNvSpPr>
            <a:spLocks noGrp="1" noChangeArrowheads="1"/>
          </p:cNvSpPr>
          <p:nvPr>
            <p:ph type="body" sz="half" idx="1"/>
          </p:nvPr>
        </p:nvSpPr>
        <p:spPr bwMode="auto">
          <a:xfrm>
            <a:off x="2170510" y="1028700"/>
            <a:ext cx="5197078" cy="4000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kumimoji="1" lang="zh-CN" altLang="en-US" sz="1800" dirty="0">
                <a:ea typeface="宋体" panose="02010600030101010101" pitchFamily="2" charset="-122"/>
              </a:rPr>
              <a:t>若以矩阵来表示各物体的这种相互重量关系</a:t>
            </a:r>
            <a:r>
              <a:rPr kumimoji="1" lang="zh-CN" altLang="en-US" sz="1800" dirty="0"/>
              <a:t>，</a:t>
            </a:r>
          </a:p>
          <a:p>
            <a:pPr>
              <a:buFont typeface="Wingdings" panose="05000000000000000000" pitchFamily="2" charset="2"/>
              <a:buNone/>
            </a:pPr>
            <a:r>
              <a:rPr kumimoji="1" lang="en-US" altLang="zh-CN" sz="1425" i="1" dirty="0"/>
              <a:t>              </a:t>
            </a:r>
          </a:p>
          <a:p>
            <a:pPr>
              <a:buFont typeface="Wingdings" panose="05000000000000000000" pitchFamily="2" charset="2"/>
              <a:buNone/>
            </a:pPr>
            <a:endParaRPr kumimoji="1" lang="en-US" altLang="zh-CN" sz="1425" i="1" dirty="0"/>
          </a:p>
          <a:p>
            <a:pPr>
              <a:buFont typeface="Wingdings" panose="05000000000000000000" pitchFamily="2" charset="2"/>
              <a:buNone/>
            </a:pPr>
            <a:endParaRPr kumimoji="1" lang="en-US" altLang="zh-CN" sz="1425" dirty="0"/>
          </a:p>
          <a:p>
            <a:pPr>
              <a:buFont typeface="Wingdings" panose="05000000000000000000" pitchFamily="2" charset="2"/>
              <a:buNone/>
            </a:pPr>
            <a:r>
              <a:rPr kumimoji="1" lang="en-US" altLang="zh-CN" sz="1425" i="1" dirty="0"/>
              <a:t>A</a:t>
            </a:r>
            <a:r>
              <a:rPr kumimoji="1" lang="en-US" altLang="zh-CN" sz="1425" dirty="0"/>
              <a:t>＝</a:t>
            </a:r>
            <a:endParaRPr kumimoji="1" lang="en-US" altLang="zh-CN" sz="1425" i="1" dirty="0"/>
          </a:p>
          <a:p>
            <a:pPr>
              <a:buFont typeface="Wingdings" panose="05000000000000000000" pitchFamily="2" charset="2"/>
              <a:buNone/>
            </a:pPr>
            <a:endParaRPr kumimoji="1" lang="en-US" altLang="zh-CN" sz="1425" i="1" dirty="0"/>
          </a:p>
          <a:p>
            <a:pPr>
              <a:buFont typeface="Wingdings" panose="05000000000000000000" pitchFamily="2" charset="2"/>
              <a:buNone/>
            </a:pPr>
            <a:endParaRPr kumimoji="1" lang="en-US" altLang="zh-CN" sz="1425" i="1" dirty="0"/>
          </a:p>
          <a:p>
            <a:pPr>
              <a:buFont typeface="Wingdings" panose="05000000000000000000" pitchFamily="2" charset="2"/>
              <a:buNone/>
            </a:pPr>
            <a:endParaRPr kumimoji="1" lang="zh-CN" altLang="en-US" sz="1425" dirty="0"/>
          </a:p>
          <a:p>
            <a:endParaRPr lang="zh-CN" altLang="en-US" sz="1425" dirty="0"/>
          </a:p>
        </p:txBody>
      </p:sp>
      <p:sp>
        <p:nvSpPr>
          <p:cNvPr id="4007943" name="Rectangle 7">
            <a:extLst>
              <a:ext uri="{FF2B5EF4-FFF2-40B4-BE49-F238E27FC236}">
                <a16:creationId xmlns:a16="http://schemas.microsoft.com/office/drawing/2014/main" id="{44705F07-1F01-C4DF-2C23-E3FF2265244E}"/>
              </a:ext>
            </a:extLst>
          </p:cNvPr>
          <p:cNvSpPr>
            <a:spLocks noChangeArrowheads="1"/>
          </p:cNvSpPr>
          <p:nvPr/>
        </p:nvSpPr>
        <p:spPr bwMode="auto">
          <a:xfrm>
            <a:off x="1752600" y="3287316"/>
            <a:ext cx="5359004" cy="1177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kumimoji="1" lang="zh-CN" altLang="en-US" sz="1200">
                <a:solidFill>
                  <a:srgbClr val="000000"/>
                </a:solidFill>
                <a:latin typeface="Arial" panose="020B0604020202020204" pitchFamily="34" charset="0"/>
                <a:ea typeface="宋体" panose="02010600030101010101" pitchFamily="2" charset="-122"/>
              </a:rPr>
              <a:t>若取重量向量</a:t>
            </a:r>
            <a:r>
              <a:rPr kumimoji="1" lang="en-US" altLang="zh-CN" sz="1200" i="1">
                <a:solidFill>
                  <a:srgbClr val="000000"/>
                </a:solidFill>
                <a:latin typeface="Arial" panose="020B0604020202020204" pitchFamily="34" charset="0"/>
                <a:ea typeface="宋体" panose="02010600030101010101" pitchFamily="2" charset="-122"/>
              </a:rPr>
              <a:t>W</a:t>
            </a:r>
            <a:r>
              <a:rPr kumimoji="1" lang="en-US" altLang="zh-CN" sz="1200">
                <a:solidFill>
                  <a:srgbClr val="000000"/>
                </a:solidFill>
                <a:latin typeface="Arial" panose="020B0604020202020204" pitchFamily="34" charset="0"/>
                <a:ea typeface="宋体" panose="02010600030101010101" pitchFamily="2" charset="-122"/>
              </a:rPr>
              <a:t>＝ </a:t>
            </a:r>
            <a:r>
              <a:rPr kumimoji="1" lang="en-US" altLang="zh-CN" sz="1200">
                <a:solidFill>
                  <a:srgbClr val="000000"/>
                </a:solidFill>
                <a:latin typeface="Times New Roman" panose="02020603050405020304" pitchFamily="18" charset="0"/>
                <a:ea typeface="宋体" panose="02010600030101010101" pitchFamily="2" charset="-122"/>
              </a:rPr>
              <a:t>[</a:t>
            </a:r>
            <a:r>
              <a:rPr kumimoji="1" lang="en-US" altLang="zh-CN" sz="1200" i="1">
                <a:solidFill>
                  <a:srgbClr val="000000"/>
                </a:solidFill>
                <a:latin typeface="Times New Roman" panose="02020603050405020304" pitchFamily="18" charset="0"/>
                <a:ea typeface="宋体" panose="02010600030101010101" pitchFamily="2" charset="-122"/>
              </a:rPr>
              <a:t>W</a:t>
            </a:r>
            <a:r>
              <a:rPr kumimoji="1" lang="en-US" altLang="zh-CN" sz="1200">
                <a:solidFill>
                  <a:srgbClr val="000000"/>
                </a:solidFill>
                <a:latin typeface="Times New Roman" panose="02020603050405020304" pitchFamily="18" charset="0"/>
                <a:ea typeface="宋体" panose="02010600030101010101" pitchFamily="2" charset="-122"/>
              </a:rPr>
              <a:t>1，</a:t>
            </a:r>
            <a:r>
              <a:rPr kumimoji="1" lang="en-US" altLang="zh-CN" sz="1200" i="1">
                <a:solidFill>
                  <a:srgbClr val="000000"/>
                </a:solidFill>
                <a:latin typeface="Times New Roman" panose="02020603050405020304" pitchFamily="18" charset="0"/>
                <a:ea typeface="宋体" panose="02010600030101010101" pitchFamily="2" charset="-122"/>
              </a:rPr>
              <a:t>W</a:t>
            </a:r>
            <a:r>
              <a:rPr kumimoji="1" lang="en-US" altLang="zh-CN" sz="1200">
                <a:solidFill>
                  <a:srgbClr val="000000"/>
                </a:solidFill>
                <a:latin typeface="Times New Roman" panose="02020603050405020304" pitchFamily="18" charset="0"/>
                <a:ea typeface="宋体" panose="02010600030101010101" pitchFamily="2" charset="-122"/>
              </a:rPr>
              <a:t>2，</a:t>
            </a:r>
            <a:r>
              <a:rPr kumimoji="1" lang="en-US" altLang="zh-CN" sz="1200" b="1">
                <a:solidFill>
                  <a:srgbClr val="000000"/>
                </a:solidFill>
                <a:latin typeface="Times New Roman" panose="02020603050405020304" pitchFamily="18" charset="0"/>
                <a:ea typeface="宋体" panose="02010600030101010101" pitchFamily="2" charset="-122"/>
              </a:rPr>
              <a:t>… </a:t>
            </a:r>
            <a:r>
              <a:rPr kumimoji="1" lang="en-US" altLang="zh-CN" sz="1200">
                <a:solidFill>
                  <a:srgbClr val="000000"/>
                </a:solidFill>
                <a:latin typeface="Times New Roman" panose="02020603050405020304" pitchFamily="18" charset="0"/>
                <a:ea typeface="宋体" panose="02010600030101010101" pitchFamily="2" charset="-122"/>
              </a:rPr>
              <a:t>， </a:t>
            </a:r>
            <a:r>
              <a:rPr kumimoji="1" lang="en-US" altLang="zh-CN" sz="1200" i="1">
                <a:solidFill>
                  <a:srgbClr val="000000"/>
                </a:solidFill>
                <a:latin typeface="Times New Roman" panose="02020603050405020304" pitchFamily="18" charset="0"/>
                <a:ea typeface="宋体" panose="02010600030101010101" pitchFamily="2" charset="-122"/>
              </a:rPr>
              <a:t>Wn</a:t>
            </a:r>
            <a:r>
              <a:rPr kumimoji="1" lang="en-US" altLang="zh-CN" sz="1200">
                <a:solidFill>
                  <a:srgbClr val="000000"/>
                </a:solidFill>
                <a:latin typeface="Times New Roman" panose="02020603050405020304" pitchFamily="18" charset="0"/>
                <a:ea typeface="宋体" panose="02010600030101010101" pitchFamily="2" charset="-122"/>
              </a:rPr>
              <a:t>]</a:t>
            </a:r>
            <a:r>
              <a:rPr kumimoji="1" lang="en-US" altLang="zh-CN" sz="1200" baseline="10000">
                <a:solidFill>
                  <a:srgbClr val="000000"/>
                </a:solidFill>
                <a:latin typeface="Times New Roman" panose="02020603050405020304" pitchFamily="18" charset="0"/>
                <a:ea typeface="宋体" panose="02010600030101010101" pitchFamily="2" charset="-122"/>
              </a:rPr>
              <a:t>T</a:t>
            </a:r>
            <a:r>
              <a:rPr kumimoji="1" lang="en-US" altLang="zh-CN" sz="1200">
                <a:solidFill>
                  <a:srgbClr val="000000"/>
                </a:solidFill>
                <a:latin typeface="Arial" panose="020B0604020202020204" pitchFamily="34" charset="0"/>
                <a:ea typeface="宋体" panose="02010600030101010101" pitchFamily="2" charset="-122"/>
              </a:rPr>
              <a:t> ，</a:t>
            </a:r>
            <a:r>
              <a:rPr kumimoji="1" lang="zh-CN" altLang="en-US" sz="1200">
                <a:solidFill>
                  <a:srgbClr val="000000"/>
                </a:solidFill>
                <a:latin typeface="Arial" panose="020B0604020202020204" pitchFamily="34" charset="0"/>
                <a:ea typeface="宋体" panose="02010600030101010101" pitchFamily="2" charset="-122"/>
              </a:rPr>
              <a:t>则有：</a:t>
            </a:r>
          </a:p>
          <a:p>
            <a:pPr defTabSz="685800" eaLnBrk="0" fontAlgn="base" hangingPunct="0">
              <a:spcBef>
                <a:spcPct val="50000"/>
              </a:spcBef>
              <a:spcAft>
                <a:spcPct val="0"/>
              </a:spcAft>
            </a:pPr>
            <a:r>
              <a:rPr kumimoji="1" lang="zh-CN" altLang="en-US" sz="1200" i="1">
                <a:solidFill>
                  <a:srgbClr val="000000"/>
                </a:solidFill>
                <a:latin typeface="Arial" panose="020B0604020202020204" pitchFamily="34" charset="0"/>
                <a:ea typeface="宋体" panose="02010600030101010101" pitchFamily="2" charset="-122"/>
              </a:rPr>
              <a:t>                   </a:t>
            </a:r>
            <a:r>
              <a:rPr kumimoji="1" lang="en-US" altLang="zh-CN" sz="1500" b="1" i="1">
                <a:solidFill>
                  <a:srgbClr val="000000"/>
                </a:solidFill>
                <a:latin typeface="Arial" panose="020B0604020202020204" pitchFamily="34" charset="0"/>
                <a:ea typeface="宋体" panose="02010600030101010101" pitchFamily="2" charset="-122"/>
              </a:rPr>
              <a:t>AW</a:t>
            </a:r>
            <a:r>
              <a:rPr kumimoji="1" lang="en-US" altLang="zh-CN" sz="1500" b="1">
                <a:solidFill>
                  <a:srgbClr val="000000"/>
                </a:solidFill>
                <a:latin typeface="Arial" panose="020B0604020202020204" pitchFamily="34" charset="0"/>
                <a:ea typeface="宋体" panose="02010600030101010101" pitchFamily="2" charset="-122"/>
              </a:rPr>
              <a:t>＝</a:t>
            </a:r>
            <a:r>
              <a:rPr kumimoji="1" lang="en-US" altLang="zh-CN" sz="1500" b="1" i="1">
                <a:solidFill>
                  <a:srgbClr val="000000"/>
                </a:solidFill>
                <a:latin typeface="Arial" panose="020B0604020202020204" pitchFamily="34" charset="0"/>
                <a:ea typeface="宋体" panose="02010600030101010101" pitchFamily="2" charset="-122"/>
              </a:rPr>
              <a:t>n</a:t>
            </a:r>
            <a:r>
              <a:rPr kumimoji="1" lang="en-US" altLang="zh-CN" sz="1500" b="1">
                <a:solidFill>
                  <a:srgbClr val="000000"/>
                </a:solidFill>
                <a:latin typeface="Arial" panose="020B0604020202020204" pitchFamily="34" charset="0"/>
                <a:ea typeface="宋体" panose="02010600030101010101" pitchFamily="2" charset="-122"/>
              </a:rPr>
              <a:t>•</a:t>
            </a:r>
            <a:r>
              <a:rPr kumimoji="1" lang="en-US" altLang="zh-CN" sz="1500" b="1" i="1">
                <a:solidFill>
                  <a:srgbClr val="000000"/>
                </a:solidFill>
                <a:latin typeface="Arial" panose="020B0604020202020204" pitchFamily="34" charset="0"/>
                <a:ea typeface="宋体" panose="02010600030101010101" pitchFamily="2" charset="-122"/>
              </a:rPr>
              <a:t>W</a:t>
            </a:r>
          </a:p>
          <a:p>
            <a:pPr defTabSz="685800" eaLnBrk="0" fontAlgn="base" hangingPunct="0">
              <a:spcBef>
                <a:spcPct val="50000"/>
              </a:spcBef>
              <a:spcAft>
                <a:spcPct val="0"/>
              </a:spcAft>
            </a:pPr>
            <a:r>
              <a:rPr kumimoji="1" lang="en-US" altLang="zh-CN" sz="1200" i="1">
                <a:solidFill>
                  <a:srgbClr val="000000"/>
                </a:solidFill>
                <a:latin typeface="Arial" panose="020B0604020202020204" pitchFamily="34" charset="0"/>
                <a:ea typeface="宋体" panose="02010600030101010101" pitchFamily="2" charset="-122"/>
              </a:rPr>
              <a:t>W</a:t>
            </a:r>
            <a:r>
              <a:rPr kumimoji="1" lang="zh-CN" altLang="en-US" sz="1200">
                <a:solidFill>
                  <a:srgbClr val="000000"/>
                </a:solidFill>
                <a:latin typeface="Arial" panose="020B0604020202020204" pitchFamily="34" charset="0"/>
                <a:ea typeface="宋体" panose="02010600030101010101" pitchFamily="2" charset="-122"/>
              </a:rPr>
              <a:t>是判断矩阵</a:t>
            </a:r>
            <a:r>
              <a:rPr kumimoji="1" lang="en-US" altLang="zh-CN" sz="1200" i="1">
                <a:solidFill>
                  <a:srgbClr val="000000"/>
                </a:solidFill>
                <a:latin typeface="Arial" panose="020B0604020202020204" pitchFamily="34" charset="0"/>
                <a:ea typeface="宋体" panose="02010600030101010101" pitchFamily="2" charset="-122"/>
              </a:rPr>
              <a:t>A</a:t>
            </a:r>
            <a:r>
              <a:rPr kumimoji="1" lang="zh-CN" altLang="en-US" sz="1200">
                <a:solidFill>
                  <a:srgbClr val="000000"/>
                </a:solidFill>
                <a:latin typeface="Arial" panose="020B0604020202020204" pitchFamily="34" charset="0"/>
                <a:ea typeface="宋体" panose="02010600030101010101" pitchFamily="2" charset="-122"/>
              </a:rPr>
              <a:t>的特征向量，</a:t>
            </a:r>
            <a:r>
              <a:rPr kumimoji="1" lang="en-US" altLang="zh-CN" sz="1200" i="1">
                <a:solidFill>
                  <a:srgbClr val="000000"/>
                </a:solidFill>
                <a:latin typeface="Arial" panose="020B0604020202020204" pitchFamily="34" charset="0"/>
                <a:ea typeface="宋体" panose="02010600030101010101" pitchFamily="2" charset="-122"/>
              </a:rPr>
              <a:t>n</a:t>
            </a:r>
            <a:r>
              <a:rPr kumimoji="1" lang="zh-CN" altLang="en-US" sz="1200">
                <a:solidFill>
                  <a:srgbClr val="000000"/>
                </a:solidFill>
                <a:latin typeface="Arial" panose="020B0604020202020204" pitchFamily="34" charset="0"/>
                <a:ea typeface="宋体" panose="02010600030101010101" pitchFamily="2" charset="-122"/>
              </a:rPr>
              <a:t>是</a:t>
            </a:r>
            <a:r>
              <a:rPr kumimoji="1" lang="en-US" altLang="zh-CN" sz="1200" i="1">
                <a:solidFill>
                  <a:srgbClr val="000000"/>
                </a:solidFill>
                <a:latin typeface="Arial" panose="020B0604020202020204" pitchFamily="34" charset="0"/>
                <a:ea typeface="宋体" panose="02010600030101010101" pitchFamily="2" charset="-122"/>
              </a:rPr>
              <a:t>A</a:t>
            </a:r>
            <a:r>
              <a:rPr kumimoji="1" lang="zh-CN" altLang="en-US" sz="1200">
                <a:solidFill>
                  <a:srgbClr val="000000"/>
                </a:solidFill>
                <a:latin typeface="Arial" panose="020B0604020202020204" pitchFamily="34" charset="0"/>
                <a:ea typeface="宋体" panose="02010600030101010101" pitchFamily="2" charset="-122"/>
              </a:rPr>
              <a:t>的一个特征值。</a:t>
            </a:r>
          </a:p>
          <a:p>
            <a:pPr defTabSz="685800" eaLnBrk="0" fontAlgn="base" hangingPunct="0">
              <a:spcBef>
                <a:spcPct val="50000"/>
              </a:spcBef>
              <a:spcAft>
                <a:spcPct val="0"/>
              </a:spcAft>
            </a:pPr>
            <a:r>
              <a:rPr kumimoji="1" lang="zh-CN" altLang="en-US" sz="1200">
                <a:solidFill>
                  <a:srgbClr val="000000"/>
                </a:solidFill>
                <a:latin typeface="Arial" panose="020B0604020202020204" pitchFamily="34" charset="0"/>
                <a:ea typeface="宋体" panose="02010600030101010101" pitchFamily="2" charset="-122"/>
              </a:rPr>
              <a:t>根据线性代数知识可以证明，</a:t>
            </a:r>
            <a:r>
              <a:rPr kumimoji="1" lang="en-US" altLang="zh-CN" sz="1200" b="1">
                <a:solidFill>
                  <a:srgbClr val="000000"/>
                </a:solidFill>
                <a:latin typeface="Arial" panose="020B0604020202020204" pitchFamily="34" charset="0"/>
                <a:ea typeface="宋体" panose="02010600030101010101" pitchFamily="2" charset="-122"/>
              </a:rPr>
              <a:t>n</a:t>
            </a:r>
            <a:r>
              <a:rPr kumimoji="1" lang="zh-CN" altLang="en-US" sz="1200" b="1">
                <a:solidFill>
                  <a:srgbClr val="000000"/>
                </a:solidFill>
                <a:latin typeface="Arial" panose="020B0604020202020204" pitchFamily="34" charset="0"/>
                <a:ea typeface="宋体" panose="02010600030101010101" pitchFamily="2" charset="-122"/>
              </a:rPr>
              <a:t>是矩阵</a:t>
            </a:r>
            <a:r>
              <a:rPr kumimoji="1" lang="en-US" altLang="zh-CN" sz="1200" b="1">
                <a:solidFill>
                  <a:srgbClr val="000000"/>
                </a:solidFill>
                <a:latin typeface="Arial" panose="020B0604020202020204" pitchFamily="34" charset="0"/>
                <a:ea typeface="宋体" panose="02010600030101010101" pitchFamily="2" charset="-122"/>
              </a:rPr>
              <a:t>A</a:t>
            </a:r>
            <a:r>
              <a:rPr kumimoji="1" lang="zh-CN" altLang="en-US" sz="1200" b="1">
                <a:solidFill>
                  <a:srgbClr val="000000"/>
                </a:solidFill>
                <a:latin typeface="Arial" panose="020B0604020202020204" pitchFamily="34" charset="0"/>
                <a:ea typeface="宋体" panose="02010600030101010101" pitchFamily="2" charset="-122"/>
              </a:rPr>
              <a:t>的唯一非零的，也是最大的特征值。</a:t>
            </a:r>
          </a:p>
        </p:txBody>
      </p:sp>
      <p:sp>
        <p:nvSpPr>
          <p:cNvPr id="4007944" name="Rectangle 8">
            <a:extLst>
              <a:ext uri="{FF2B5EF4-FFF2-40B4-BE49-F238E27FC236}">
                <a16:creationId xmlns:a16="http://schemas.microsoft.com/office/drawing/2014/main" id="{30AAFB38-C667-FDBF-B4CE-C4D7E1256861}"/>
              </a:ext>
            </a:extLst>
          </p:cNvPr>
          <p:cNvSpPr>
            <a:spLocks noChangeArrowheads="1"/>
          </p:cNvSpPr>
          <p:nvPr/>
        </p:nvSpPr>
        <p:spPr bwMode="auto">
          <a:xfrm>
            <a:off x="5805488" y="2066926"/>
            <a:ext cx="136447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kumimoji="1" lang="en-US" altLang="zh-CN" sz="1200" i="1">
                <a:solidFill>
                  <a:srgbClr val="000000"/>
                </a:solidFill>
                <a:latin typeface="Arial" panose="020B0604020202020204" pitchFamily="34" charset="0"/>
                <a:ea typeface="宋体" panose="02010600030101010101" pitchFamily="2" charset="-122"/>
              </a:rPr>
              <a:t>A</a:t>
            </a:r>
            <a:r>
              <a:rPr kumimoji="1" lang="zh-CN" altLang="en-US" sz="1200">
                <a:solidFill>
                  <a:srgbClr val="000000"/>
                </a:solidFill>
                <a:latin typeface="Arial" panose="020B0604020202020204" pitchFamily="34" charset="0"/>
                <a:ea typeface="宋体" panose="02010600030101010101" pitchFamily="2" charset="-122"/>
              </a:rPr>
              <a:t>称为判断矩阵。</a:t>
            </a:r>
          </a:p>
        </p:txBody>
      </p:sp>
      <p:sp>
        <p:nvSpPr>
          <p:cNvPr id="4007946" name="Rectangle 10">
            <a:extLst>
              <a:ext uri="{FF2B5EF4-FFF2-40B4-BE49-F238E27FC236}">
                <a16:creationId xmlns:a16="http://schemas.microsoft.com/office/drawing/2014/main" id="{FD777182-9781-35B5-50E0-B84725782B80}"/>
              </a:ext>
            </a:extLst>
          </p:cNvPr>
          <p:cNvSpPr>
            <a:spLocks noGrp="1" noChangeArrowheads="1"/>
          </p:cNvSpPr>
          <p:nvPr>
            <p:ph type="title"/>
          </p:nvPr>
        </p:nvSpPr>
        <p:spPr bwMode="auto">
          <a:xfrm>
            <a:off x="2228850" y="371475"/>
            <a:ext cx="4552950" cy="533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ＡＨＰ的基本原理</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079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4007947"/>
                                        </p:tgtEl>
                                        <p:attrNameLst>
                                          <p:attrName>style.visibility</p:attrName>
                                        </p:attrNameLst>
                                      </p:cBhvr>
                                      <p:to>
                                        <p:strVal val="visible"/>
                                      </p:to>
                                    </p:set>
                                    <p:anim calcmode="lin" valueType="num">
                                      <p:cBhvr additive="base">
                                        <p:cTn id="11" dur="1000" fill="hold"/>
                                        <p:tgtEl>
                                          <p:spTgt spid="4007947"/>
                                        </p:tgtEl>
                                        <p:attrNameLst>
                                          <p:attrName>ppt_x</p:attrName>
                                        </p:attrNameLst>
                                      </p:cBhvr>
                                      <p:tavLst>
                                        <p:tav tm="0">
                                          <p:val>
                                            <p:strVal val="#ppt_x"/>
                                          </p:val>
                                        </p:tav>
                                        <p:tav tm="100000">
                                          <p:val>
                                            <p:strVal val="#ppt_x"/>
                                          </p:val>
                                        </p:tav>
                                      </p:tavLst>
                                    </p:anim>
                                    <p:anim calcmode="lin" valueType="num">
                                      <p:cBhvr additive="base">
                                        <p:cTn id="12" dur="1000" fill="hold"/>
                                        <p:tgtEl>
                                          <p:spTgt spid="400794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988" name="Rectangle 4">
            <a:extLst>
              <a:ext uri="{FF2B5EF4-FFF2-40B4-BE49-F238E27FC236}">
                <a16:creationId xmlns:a16="http://schemas.microsoft.com/office/drawing/2014/main" id="{E47F28AB-4B4E-C558-93A7-D98D42724818}"/>
              </a:ext>
            </a:extLst>
          </p:cNvPr>
          <p:cNvSpPr>
            <a:spLocks noGrp="1" noChangeArrowheads="1"/>
          </p:cNvSpPr>
          <p:nvPr>
            <p:ph type="body" idx="1"/>
          </p:nvPr>
        </p:nvSpPr>
        <p:spPr bwMode="auto">
          <a:xfrm>
            <a:off x="1971675" y="1571625"/>
            <a:ext cx="5476875" cy="176212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pPr>
              <a:lnSpc>
                <a:spcPct val="140000"/>
              </a:lnSpc>
              <a:spcBef>
                <a:spcPct val="0"/>
              </a:spcBef>
            </a:pPr>
            <a:r>
              <a:rPr lang="zh-CN" altLang="en-US">
                <a:latin typeface="宋体" panose="02010600030101010101" pitchFamily="2" charset="-122"/>
                <a:ea typeface="宋体" panose="02010600030101010101" pitchFamily="2" charset="-122"/>
              </a:rPr>
              <a:t>上述事实告诉我们，如果有一组物体，需要知道它们的重量，而又没有衡器，那么就可以通过两两比较它们的相互重量，得出每一对物体重量比的判断，从而构成判断矩阵；然后通过求解判断矩阵的最大特征值</a:t>
            </a:r>
            <a:r>
              <a:rPr lang="en-US" altLang="zh-CN" i="1">
                <a:latin typeface="宋体" panose="02010600030101010101" pitchFamily="2" charset="-122"/>
                <a:ea typeface="宋体" panose="02010600030101010101" pitchFamily="2" charset="-122"/>
              </a:rPr>
              <a:t>λmax</a:t>
            </a:r>
            <a:r>
              <a:rPr lang="zh-CN" altLang="en-US">
                <a:latin typeface="宋体" panose="02010600030101010101" pitchFamily="2" charset="-122"/>
                <a:ea typeface="宋体" panose="02010600030101010101" pitchFamily="2" charset="-122"/>
              </a:rPr>
              <a:t>和它所对应的特征向量，就可以得出这一组物体的相对重量。</a:t>
            </a:r>
          </a:p>
        </p:txBody>
      </p:sp>
      <p:sp>
        <p:nvSpPr>
          <p:cNvPr id="4009989" name="Rectangle 5">
            <a:extLst>
              <a:ext uri="{FF2B5EF4-FFF2-40B4-BE49-F238E27FC236}">
                <a16:creationId xmlns:a16="http://schemas.microsoft.com/office/drawing/2014/main" id="{617FF220-41C1-60BB-78FF-59D34D09D29F}"/>
              </a:ext>
            </a:extLst>
          </p:cNvPr>
          <p:cNvSpPr>
            <a:spLocks noChangeArrowheads="1"/>
          </p:cNvSpPr>
          <p:nvPr/>
        </p:nvSpPr>
        <p:spPr bwMode="auto">
          <a:xfrm>
            <a:off x="2243138" y="300611"/>
            <a:ext cx="4324350" cy="300082"/>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endParaRPr lang="zh-CN" altLang="en-US" sz="1350"/>
          </a:p>
        </p:txBody>
      </p:sp>
      <p:sp>
        <p:nvSpPr>
          <p:cNvPr id="4009990" name="Rectangle 6">
            <a:extLst>
              <a:ext uri="{FF2B5EF4-FFF2-40B4-BE49-F238E27FC236}">
                <a16:creationId xmlns:a16="http://schemas.microsoft.com/office/drawing/2014/main" id="{89BA4859-0A8E-9704-0894-B380BDC31890}"/>
              </a:ext>
            </a:extLst>
          </p:cNvPr>
          <p:cNvSpPr>
            <a:spLocks noGrp="1" noChangeArrowheads="1"/>
          </p:cNvSpPr>
          <p:nvPr>
            <p:ph type="title"/>
          </p:nvPr>
        </p:nvSpPr>
        <p:spPr bwMode="auto">
          <a:xfrm>
            <a:off x="2228850" y="371475"/>
            <a:ext cx="4552950" cy="533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ＡＨＰ的基本原理</a:t>
            </a:r>
          </a:p>
        </p:txBody>
      </p:sp>
    </p:spTree>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层次分析法</a:t>
            </a:r>
          </a:p>
        </p:txBody>
      </p:sp>
      <p:grpSp>
        <p:nvGrpSpPr>
          <p:cNvPr id="116" name="组合 115">
            <a:extLst>
              <a:ext uri="{FF2B5EF4-FFF2-40B4-BE49-F238E27FC236}">
                <a16:creationId xmlns:a16="http://schemas.microsoft.com/office/drawing/2014/main" id="{A2B91CB3-BB64-4191-9F30-09741B1A265C}"/>
              </a:ext>
            </a:extLst>
          </p:cNvPr>
          <p:cNvGrpSpPr/>
          <p:nvPr/>
        </p:nvGrpSpPr>
        <p:grpSpPr>
          <a:xfrm>
            <a:off x="246856" y="597647"/>
            <a:ext cx="8789685" cy="4409871"/>
            <a:chOff x="179388" y="597647"/>
            <a:chExt cx="9109075" cy="4679950"/>
          </a:xfrm>
        </p:grpSpPr>
        <p:sp>
          <p:nvSpPr>
            <p:cNvPr id="61" name="Text Box 5">
              <a:extLst>
                <a:ext uri="{FF2B5EF4-FFF2-40B4-BE49-F238E27FC236}">
                  <a16:creationId xmlns:a16="http://schemas.microsoft.com/office/drawing/2014/main" id="{6294DF6D-2623-49E2-AB46-EAF453A89D89}"/>
                </a:ext>
              </a:extLst>
            </p:cNvPr>
            <p:cNvSpPr txBox="1">
              <a:spLocks noChangeArrowheads="1"/>
            </p:cNvSpPr>
            <p:nvPr/>
          </p:nvSpPr>
          <p:spPr bwMode="auto">
            <a:xfrm>
              <a:off x="1759591" y="669084"/>
              <a:ext cx="4180833"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dirty="0">
                  <a:latin typeface="华文楷体" panose="02010600040101010101" pitchFamily="2" charset="-122"/>
                  <a:ea typeface="华文楷体" panose="02010600040101010101" pitchFamily="2" charset="-122"/>
                </a:rPr>
                <a:t>确定待评方案</a:t>
              </a:r>
              <a:r>
                <a:rPr lang="en-US" altLang="zh-CN" u="none" dirty="0">
                  <a:latin typeface="华文楷体" panose="02010600040101010101" pitchFamily="2" charset="-122"/>
                  <a:ea typeface="华文楷体" panose="02010600040101010101" pitchFamily="2" charset="-122"/>
                </a:rPr>
                <a:t>A </a:t>
              </a:r>
              <a:r>
                <a:rPr lang="zh-CN" altLang="en-US" u="none" dirty="0">
                  <a:latin typeface="华文楷体" panose="02010600040101010101" pitchFamily="2" charset="-122"/>
                  <a:ea typeface="华文楷体" panose="02010600040101010101" pitchFamily="2" charset="-122"/>
                </a:rPr>
                <a:t>、指标</a:t>
              </a:r>
              <a:r>
                <a:rPr lang="en-US" altLang="zh-CN" u="none" dirty="0">
                  <a:latin typeface="华文楷体" panose="02010600040101010101" pitchFamily="2" charset="-122"/>
                  <a:ea typeface="华文楷体" panose="02010600040101010101" pitchFamily="2" charset="-122"/>
                </a:rPr>
                <a:t>X</a:t>
              </a:r>
              <a:r>
                <a:rPr lang="zh-CN" altLang="en-US" u="none" dirty="0">
                  <a:latin typeface="华文楷体" panose="02010600040101010101" pitchFamily="2" charset="-122"/>
                  <a:ea typeface="华文楷体" panose="02010600040101010101" pitchFamily="2" charset="-122"/>
                </a:rPr>
                <a:t>及其层次结构</a:t>
              </a:r>
              <a:endParaRPr lang="en-US" altLang="zh-CN" u="none" dirty="0">
                <a:latin typeface="华文楷体" panose="02010600040101010101" pitchFamily="2" charset="-122"/>
                <a:ea typeface="华文楷体" panose="02010600040101010101" pitchFamily="2" charset="-122"/>
              </a:endParaRPr>
            </a:p>
          </p:txBody>
        </p:sp>
        <p:sp>
          <p:nvSpPr>
            <p:cNvPr id="63" name="Text Box 6">
              <a:extLst>
                <a:ext uri="{FF2B5EF4-FFF2-40B4-BE49-F238E27FC236}">
                  <a16:creationId xmlns:a16="http://schemas.microsoft.com/office/drawing/2014/main" id="{FAE3F1EA-6680-4220-A128-BAC53F4128A8}"/>
                </a:ext>
              </a:extLst>
            </p:cNvPr>
            <p:cNvSpPr txBox="1">
              <a:spLocks noChangeArrowheads="1"/>
            </p:cNvSpPr>
            <p:nvPr/>
          </p:nvSpPr>
          <p:spPr bwMode="auto">
            <a:xfrm>
              <a:off x="1835150" y="1245347"/>
              <a:ext cx="3960813"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给出指标间的比较判断矩阵</a:t>
              </a:r>
              <a:r>
                <a:rPr lang="en-US" altLang="zh-CN" u="none">
                  <a:latin typeface="华文楷体" panose="02010600040101010101" pitchFamily="2" charset="-122"/>
                  <a:ea typeface="华文楷体" panose="02010600040101010101" pitchFamily="2" charset="-122"/>
                </a:rPr>
                <a:t>B</a:t>
              </a:r>
            </a:p>
          </p:txBody>
        </p:sp>
        <p:sp>
          <p:nvSpPr>
            <p:cNvPr id="65" name="Text Box 7">
              <a:extLst>
                <a:ext uri="{FF2B5EF4-FFF2-40B4-BE49-F238E27FC236}">
                  <a16:creationId xmlns:a16="http://schemas.microsoft.com/office/drawing/2014/main" id="{7484CDAD-CC4C-4D92-A261-C61F78DF6E9A}"/>
                </a:ext>
              </a:extLst>
            </p:cNvPr>
            <p:cNvSpPr txBox="1">
              <a:spLocks noChangeArrowheads="1"/>
            </p:cNvSpPr>
            <p:nvPr/>
          </p:nvSpPr>
          <p:spPr bwMode="auto">
            <a:xfrm>
              <a:off x="1835150" y="1893047"/>
              <a:ext cx="3962400"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计算各指标的对应权重</a:t>
              </a:r>
              <a:r>
                <a:rPr lang="en-US" altLang="zh-CN" u="none">
                  <a:latin typeface="华文楷体" panose="02010600040101010101" pitchFamily="2" charset="-122"/>
                  <a:ea typeface="华文楷体" panose="02010600040101010101" pitchFamily="2" charset="-122"/>
                </a:rPr>
                <a:t>W</a:t>
              </a:r>
              <a:r>
                <a:rPr lang="zh-CN" altLang="en-US" u="none">
                  <a:latin typeface="华文楷体" panose="02010600040101010101" pitchFamily="2" charset="-122"/>
                  <a:ea typeface="华文楷体" panose="02010600040101010101" pitchFamily="2" charset="-122"/>
                </a:rPr>
                <a:t>和单排序</a:t>
              </a:r>
            </a:p>
          </p:txBody>
        </p:sp>
        <p:sp>
          <p:nvSpPr>
            <p:cNvPr id="67" name="Text Box 8">
              <a:extLst>
                <a:ext uri="{FF2B5EF4-FFF2-40B4-BE49-F238E27FC236}">
                  <a16:creationId xmlns:a16="http://schemas.microsoft.com/office/drawing/2014/main" id="{39EB204C-9F8C-42BB-B447-7A9AB477F28C}"/>
                </a:ext>
              </a:extLst>
            </p:cNvPr>
            <p:cNvSpPr txBox="1">
              <a:spLocks noChangeArrowheads="1"/>
            </p:cNvSpPr>
            <p:nvPr/>
          </p:nvSpPr>
          <p:spPr bwMode="auto">
            <a:xfrm>
              <a:off x="1619250" y="2540747"/>
              <a:ext cx="4334536"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latin typeface="华文楷体" panose="02010600040101010101" pitchFamily="2" charset="-122"/>
                  <a:ea typeface="华文楷体" panose="02010600040101010101" pitchFamily="2" charset="-122"/>
                </a:rPr>
                <a:t>计算</a:t>
              </a:r>
              <a:r>
                <a:rPr lang="en-US" altLang="zh-CN" u="none">
                  <a:latin typeface="华文楷体" panose="02010600040101010101" pitchFamily="2" charset="-122"/>
                  <a:ea typeface="华文楷体" panose="02010600040101010101" pitchFamily="2" charset="-122"/>
                </a:rPr>
                <a:t>B</a:t>
              </a:r>
              <a:r>
                <a:rPr lang="zh-CN" altLang="en-US" u="none">
                  <a:latin typeface="华文楷体" panose="02010600040101010101" pitchFamily="2" charset="-122"/>
                  <a:ea typeface="华文楷体" panose="02010600040101010101" pitchFamily="2" charset="-122"/>
                </a:rPr>
                <a:t>对应的</a:t>
              </a:r>
              <a:r>
                <a:rPr lang="el-GR" altLang="zh-CN" u="none">
                  <a:latin typeface="华文楷体" panose="02010600040101010101" pitchFamily="2" charset="-122"/>
                  <a:ea typeface="华文楷体" panose="02010600040101010101" pitchFamily="2" charset="-122"/>
                </a:rPr>
                <a:t>λ</a:t>
              </a:r>
              <a:r>
                <a:rPr lang="en-US" altLang="zh-CN" u="none" baseline="-25000">
                  <a:latin typeface="华文楷体" panose="02010600040101010101" pitchFamily="2" charset="-122"/>
                  <a:ea typeface="华文楷体" panose="02010600040101010101" pitchFamily="2" charset="-122"/>
                </a:rPr>
                <a:t>max</a:t>
              </a:r>
              <a:r>
                <a:rPr lang="zh-CN" altLang="en-US" u="none">
                  <a:latin typeface="华文楷体" panose="02010600040101010101" pitchFamily="2" charset="-122"/>
                  <a:ea typeface="华文楷体" panose="02010600040101010101" pitchFamily="2" charset="-122"/>
                </a:rPr>
                <a:t>和偏离一致性指标</a:t>
              </a:r>
              <a:r>
                <a:rPr lang="en-US" altLang="zh-CN" u="none">
                  <a:latin typeface="华文楷体" panose="02010600040101010101" pitchFamily="2" charset="-122"/>
                  <a:ea typeface="华文楷体" panose="02010600040101010101" pitchFamily="2" charset="-122"/>
                </a:rPr>
                <a:t>CI(B)</a:t>
              </a:r>
              <a:endParaRPr lang="el-GR" altLang="zh-CN" u="none">
                <a:latin typeface="华文楷体" panose="02010600040101010101" pitchFamily="2" charset="-122"/>
                <a:ea typeface="华文楷体" panose="02010600040101010101" pitchFamily="2" charset="-122"/>
              </a:endParaRPr>
            </a:p>
          </p:txBody>
        </p:sp>
        <p:sp>
          <p:nvSpPr>
            <p:cNvPr id="69" name="Text Box 9">
              <a:extLst>
                <a:ext uri="{FF2B5EF4-FFF2-40B4-BE49-F238E27FC236}">
                  <a16:creationId xmlns:a16="http://schemas.microsoft.com/office/drawing/2014/main" id="{5DDA9006-E654-442B-B19F-421BEF7A2FAB}"/>
                </a:ext>
              </a:extLst>
            </p:cNvPr>
            <p:cNvSpPr txBox="1">
              <a:spLocks noChangeArrowheads="1"/>
            </p:cNvSpPr>
            <p:nvPr/>
          </p:nvSpPr>
          <p:spPr bwMode="auto">
            <a:xfrm>
              <a:off x="1908175" y="3190034"/>
              <a:ext cx="3970723"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latin typeface="华文楷体" panose="02010600040101010101" pitchFamily="2" charset="-122"/>
                  <a:ea typeface="华文楷体" panose="02010600040101010101" pitchFamily="2" charset="-122"/>
                </a:rPr>
                <a:t>查</a:t>
              </a:r>
              <a:r>
                <a:rPr lang="en-US" altLang="zh-CN" u="none">
                  <a:latin typeface="华文楷体" panose="02010600040101010101" pitchFamily="2" charset="-122"/>
                  <a:ea typeface="华文楷体" panose="02010600040101010101" pitchFamily="2" charset="-122"/>
                </a:rPr>
                <a:t>B</a:t>
              </a:r>
              <a:r>
                <a:rPr lang="zh-CN" altLang="en-US" u="none">
                  <a:latin typeface="华文楷体" panose="02010600040101010101" pitchFamily="2" charset="-122"/>
                  <a:ea typeface="华文楷体" panose="02010600040101010101" pitchFamily="2" charset="-122"/>
                </a:rPr>
                <a:t>对应的平均随机一致性指标</a:t>
              </a:r>
              <a:r>
                <a:rPr lang="en-US" altLang="zh-CN" u="none">
                  <a:latin typeface="华文楷体" panose="02010600040101010101" pitchFamily="2" charset="-122"/>
                  <a:ea typeface="华文楷体" panose="02010600040101010101" pitchFamily="2" charset="-122"/>
                </a:rPr>
                <a:t>RI(B)</a:t>
              </a:r>
            </a:p>
          </p:txBody>
        </p:sp>
        <p:sp>
          <p:nvSpPr>
            <p:cNvPr id="71" name="Text Box 10">
              <a:extLst>
                <a:ext uri="{FF2B5EF4-FFF2-40B4-BE49-F238E27FC236}">
                  <a16:creationId xmlns:a16="http://schemas.microsoft.com/office/drawing/2014/main" id="{7A39B0FA-E6A2-471A-8934-EA75821D435B}"/>
                </a:ext>
              </a:extLst>
            </p:cNvPr>
            <p:cNvSpPr txBox="1">
              <a:spLocks noChangeArrowheads="1"/>
            </p:cNvSpPr>
            <p:nvPr/>
          </p:nvSpPr>
          <p:spPr bwMode="auto">
            <a:xfrm>
              <a:off x="1908175" y="3837734"/>
              <a:ext cx="3887788"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计算相对一致性指标</a:t>
              </a:r>
              <a:r>
                <a:rPr lang="en-US" altLang="zh-CN" u="none">
                  <a:latin typeface="华文楷体" panose="02010600040101010101" pitchFamily="2" charset="-122"/>
                  <a:ea typeface="华文楷体" panose="02010600040101010101" pitchFamily="2" charset="-122"/>
                </a:rPr>
                <a:t>CR(B)</a:t>
              </a:r>
            </a:p>
          </p:txBody>
        </p:sp>
        <p:sp>
          <p:nvSpPr>
            <p:cNvPr id="73" name="Text Box 11">
              <a:extLst>
                <a:ext uri="{FF2B5EF4-FFF2-40B4-BE49-F238E27FC236}">
                  <a16:creationId xmlns:a16="http://schemas.microsoft.com/office/drawing/2014/main" id="{13CDE6E2-27C3-41DD-BE0A-9F5E5113F0BC}"/>
                </a:ext>
              </a:extLst>
            </p:cNvPr>
            <p:cNvSpPr txBox="1">
              <a:spLocks noChangeArrowheads="1"/>
            </p:cNvSpPr>
            <p:nvPr/>
          </p:nvSpPr>
          <p:spPr bwMode="auto">
            <a:xfrm>
              <a:off x="6877050" y="4269534"/>
              <a:ext cx="1838325" cy="979879"/>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latin typeface="华文楷体" panose="02010600040101010101" pitchFamily="2" charset="-122"/>
                  <a:ea typeface="华文楷体" panose="02010600040101010101" pitchFamily="2" charset="-122"/>
                </a:rPr>
                <a:t>做层次总排序，输出</a:t>
              </a:r>
              <a:r>
                <a:rPr lang="en-US" altLang="zh-CN" u="none">
                  <a:latin typeface="华文楷体" panose="02010600040101010101" pitchFamily="2" charset="-122"/>
                  <a:ea typeface="华文楷体" panose="02010600040101010101" pitchFamily="2" charset="-122"/>
                </a:rPr>
                <a:t>W</a:t>
              </a:r>
              <a:r>
                <a:rPr lang="zh-CN" altLang="en-US" u="none">
                  <a:latin typeface="华文楷体" panose="02010600040101010101" pitchFamily="2" charset="-122"/>
                  <a:ea typeface="华文楷体" panose="02010600040101010101" pitchFamily="2" charset="-122"/>
                </a:rPr>
                <a:t>，并作方案排序</a:t>
              </a:r>
              <a:endParaRPr lang="en-US" altLang="zh-CN" u="none">
                <a:latin typeface="华文楷体" panose="02010600040101010101" pitchFamily="2" charset="-122"/>
                <a:ea typeface="华文楷体" panose="02010600040101010101" pitchFamily="2" charset="-122"/>
              </a:endParaRPr>
            </a:p>
          </p:txBody>
        </p:sp>
        <p:sp>
          <p:nvSpPr>
            <p:cNvPr id="75" name="AutoShape 13">
              <a:extLst>
                <a:ext uri="{FF2B5EF4-FFF2-40B4-BE49-F238E27FC236}">
                  <a16:creationId xmlns:a16="http://schemas.microsoft.com/office/drawing/2014/main" id="{A12D92FC-5AA3-453F-8C2C-43BF02AB1E07}"/>
                </a:ext>
              </a:extLst>
            </p:cNvPr>
            <p:cNvSpPr>
              <a:spLocks noChangeArrowheads="1"/>
            </p:cNvSpPr>
            <p:nvPr/>
          </p:nvSpPr>
          <p:spPr bwMode="auto">
            <a:xfrm>
              <a:off x="1692275" y="4413997"/>
              <a:ext cx="4248150" cy="863600"/>
            </a:xfrm>
            <a:prstGeom prst="diamond">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a:latin typeface="华文楷体" panose="02010600040101010101" pitchFamily="2" charset="-122"/>
                  <a:ea typeface="华文楷体" panose="02010600040101010101" pitchFamily="2" charset="-122"/>
                </a:rPr>
                <a:t>是否满足一致性检验条件？</a:t>
              </a:r>
            </a:p>
          </p:txBody>
        </p:sp>
        <p:sp>
          <p:nvSpPr>
            <p:cNvPr id="77" name="Line 14">
              <a:extLst>
                <a:ext uri="{FF2B5EF4-FFF2-40B4-BE49-F238E27FC236}">
                  <a16:creationId xmlns:a16="http://schemas.microsoft.com/office/drawing/2014/main" id="{0BFC8379-7A5A-4CF6-BD97-4B472F4ACA8A}"/>
                </a:ext>
              </a:extLst>
            </p:cNvPr>
            <p:cNvSpPr>
              <a:spLocks noChangeShapeType="1"/>
            </p:cNvSpPr>
            <p:nvPr/>
          </p:nvSpPr>
          <p:spPr bwMode="auto">
            <a:xfrm>
              <a:off x="3708400" y="1029447"/>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79" name="Line 15">
              <a:extLst>
                <a:ext uri="{FF2B5EF4-FFF2-40B4-BE49-F238E27FC236}">
                  <a16:creationId xmlns:a16="http://schemas.microsoft.com/office/drawing/2014/main" id="{CE8FD590-DE92-42BD-833A-D4AEF6805768}"/>
                </a:ext>
              </a:extLst>
            </p:cNvPr>
            <p:cNvSpPr>
              <a:spLocks noChangeShapeType="1"/>
            </p:cNvSpPr>
            <p:nvPr/>
          </p:nvSpPr>
          <p:spPr bwMode="auto">
            <a:xfrm>
              <a:off x="3708400" y="1605709"/>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81" name="Line 16">
              <a:extLst>
                <a:ext uri="{FF2B5EF4-FFF2-40B4-BE49-F238E27FC236}">
                  <a16:creationId xmlns:a16="http://schemas.microsoft.com/office/drawing/2014/main" id="{3745C5DD-4C22-498C-925D-4B1ECFD0E524}"/>
                </a:ext>
              </a:extLst>
            </p:cNvPr>
            <p:cNvSpPr>
              <a:spLocks noChangeShapeType="1"/>
            </p:cNvSpPr>
            <p:nvPr/>
          </p:nvSpPr>
          <p:spPr bwMode="auto">
            <a:xfrm>
              <a:off x="3708400" y="2253409"/>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83" name="Line 17">
              <a:extLst>
                <a:ext uri="{FF2B5EF4-FFF2-40B4-BE49-F238E27FC236}">
                  <a16:creationId xmlns:a16="http://schemas.microsoft.com/office/drawing/2014/main" id="{E2CD23FE-00B3-4BF5-956C-BCD1A4E2010D}"/>
                </a:ext>
              </a:extLst>
            </p:cNvPr>
            <p:cNvSpPr>
              <a:spLocks noChangeShapeType="1"/>
            </p:cNvSpPr>
            <p:nvPr/>
          </p:nvSpPr>
          <p:spPr bwMode="auto">
            <a:xfrm>
              <a:off x="3708400" y="2901109"/>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85" name="Line 18">
              <a:extLst>
                <a:ext uri="{FF2B5EF4-FFF2-40B4-BE49-F238E27FC236}">
                  <a16:creationId xmlns:a16="http://schemas.microsoft.com/office/drawing/2014/main" id="{FD3602D2-8D20-4284-BB76-D1B10AA329A1}"/>
                </a:ext>
              </a:extLst>
            </p:cNvPr>
            <p:cNvSpPr>
              <a:spLocks noChangeShapeType="1"/>
            </p:cNvSpPr>
            <p:nvPr/>
          </p:nvSpPr>
          <p:spPr bwMode="auto">
            <a:xfrm>
              <a:off x="3708400" y="3548809"/>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87" name="Line 19">
              <a:extLst>
                <a:ext uri="{FF2B5EF4-FFF2-40B4-BE49-F238E27FC236}">
                  <a16:creationId xmlns:a16="http://schemas.microsoft.com/office/drawing/2014/main" id="{31197112-7B20-4431-AE79-69CEA5F0181C}"/>
                </a:ext>
              </a:extLst>
            </p:cNvPr>
            <p:cNvSpPr>
              <a:spLocks noChangeShapeType="1"/>
            </p:cNvSpPr>
            <p:nvPr/>
          </p:nvSpPr>
          <p:spPr bwMode="auto">
            <a:xfrm>
              <a:off x="3779838" y="4198097"/>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89" name="Line 20">
              <a:extLst>
                <a:ext uri="{FF2B5EF4-FFF2-40B4-BE49-F238E27FC236}">
                  <a16:creationId xmlns:a16="http://schemas.microsoft.com/office/drawing/2014/main" id="{D53921D7-9576-47D5-8F90-65528CB1078C}"/>
                </a:ext>
              </a:extLst>
            </p:cNvPr>
            <p:cNvSpPr>
              <a:spLocks noChangeShapeType="1"/>
            </p:cNvSpPr>
            <p:nvPr/>
          </p:nvSpPr>
          <p:spPr bwMode="auto">
            <a:xfrm>
              <a:off x="5940425" y="4845797"/>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91" name="Text Box 21">
              <a:extLst>
                <a:ext uri="{FF2B5EF4-FFF2-40B4-BE49-F238E27FC236}">
                  <a16:creationId xmlns:a16="http://schemas.microsoft.com/office/drawing/2014/main" id="{4610C9CB-026E-42CD-8356-5BD91C1F7C43}"/>
                </a:ext>
              </a:extLst>
            </p:cNvPr>
            <p:cNvSpPr txBox="1">
              <a:spLocks noChangeArrowheads="1"/>
            </p:cNvSpPr>
            <p:nvPr/>
          </p:nvSpPr>
          <p:spPr bwMode="auto">
            <a:xfrm>
              <a:off x="179388" y="1966072"/>
              <a:ext cx="863600" cy="39195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latin typeface="华文楷体" panose="02010600040101010101" pitchFamily="2" charset="-122"/>
                  <a:ea typeface="华文楷体" panose="02010600040101010101" pitchFamily="2" charset="-122"/>
                </a:rPr>
                <a:t>修改</a:t>
              </a:r>
              <a:r>
                <a:rPr lang="en-US" altLang="zh-CN" u="none">
                  <a:latin typeface="华文楷体" panose="02010600040101010101" pitchFamily="2" charset="-122"/>
                  <a:ea typeface="华文楷体" panose="02010600040101010101" pitchFamily="2" charset="-122"/>
                </a:rPr>
                <a:t>B</a:t>
              </a:r>
            </a:p>
          </p:txBody>
        </p:sp>
        <p:sp>
          <p:nvSpPr>
            <p:cNvPr id="93" name="Line 22">
              <a:extLst>
                <a:ext uri="{FF2B5EF4-FFF2-40B4-BE49-F238E27FC236}">
                  <a16:creationId xmlns:a16="http://schemas.microsoft.com/office/drawing/2014/main" id="{2795899F-5B53-4AD8-AEB0-4CE4F447B846}"/>
                </a:ext>
              </a:extLst>
            </p:cNvPr>
            <p:cNvSpPr>
              <a:spLocks noChangeShapeType="1"/>
            </p:cNvSpPr>
            <p:nvPr/>
          </p:nvSpPr>
          <p:spPr bwMode="auto">
            <a:xfrm flipH="1">
              <a:off x="468313" y="4845797"/>
              <a:ext cx="12239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95" name="Line 23">
              <a:extLst>
                <a:ext uri="{FF2B5EF4-FFF2-40B4-BE49-F238E27FC236}">
                  <a16:creationId xmlns:a16="http://schemas.microsoft.com/office/drawing/2014/main" id="{E4221246-3801-4E0F-A7D5-825CE1BFE821}"/>
                </a:ext>
              </a:extLst>
            </p:cNvPr>
            <p:cNvSpPr>
              <a:spLocks noChangeShapeType="1"/>
            </p:cNvSpPr>
            <p:nvPr/>
          </p:nvSpPr>
          <p:spPr bwMode="auto">
            <a:xfrm flipV="1">
              <a:off x="468313" y="2324847"/>
              <a:ext cx="0" cy="2520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97" name="Line 24">
              <a:extLst>
                <a:ext uri="{FF2B5EF4-FFF2-40B4-BE49-F238E27FC236}">
                  <a16:creationId xmlns:a16="http://schemas.microsoft.com/office/drawing/2014/main" id="{60C9A43D-741E-43E3-B184-A01D03672FD2}"/>
                </a:ext>
              </a:extLst>
            </p:cNvPr>
            <p:cNvSpPr>
              <a:spLocks noChangeShapeType="1"/>
            </p:cNvSpPr>
            <p:nvPr/>
          </p:nvSpPr>
          <p:spPr bwMode="auto">
            <a:xfrm flipV="1">
              <a:off x="468313" y="884984"/>
              <a:ext cx="0" cy="10810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99" name="Line 25">
              <a:extLst>
                <a:ext uri="{FF2B5EF4-FFF2-40B4-BE49-F238E27FC236}">
                  <a16:creationId xmlns:a16="http://schemas.microsoft.com/office/drawing/2014/main" id="{33A33A71-EC67-4F43-A852-B99A81519779}"/>
                </a:ext>
              </a:extLst>
            </p:cNvPr>
            <p:cNvSpPr>
              <a:spLocks noChangeShapeType="1"/>
            </p:cNvSpPr>
            <p:nvPr/>
          </p:nvSpPr>
          <p:spPr bwMode="auto">
            <a:xfrm flipV="1">
              <a:off x="468313" y="884984"/>
              <a:ext cx="129127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01" name="Text Box 26">
              <a:extLst>
                <a:ext uri="{FF2B5EF4-FFF2-40B4-BE49-F238E27FC236}">
                  <a16:creationId xmlns:a16="http://schemas.microsoft.com/office/drawing/2014/main" id="{3DCDB337-B01F-48D0-8B4D-76E2B613C3C8}"/>
                </a:ext>
              </a:extLst>
            </p:cNvPr>
            <p:cNvSpPr txBox="1">
              <a:spLocks noChangeArrowheads="1"/>
            </p:cNvSpPr>
            <p:nvPr/>
          </p:nvSpPr>
          <p:spPr bwMode="auto">
            <a:xfrm>
              <a:off x="611188" y="4485434"/>
              <a:ext cx="504825" cy="39195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latin typeface="华文楷体" panose="02010600040101010101" pitchFamily="2" charset="-122"/>
                  <a:ea typeface="华文楷体" panose="02010600040101010101" pitchFamily="2" charset="-122"/>
                </a:rPr>
                <a:t>否</a:t>
              </a:r>
            </a:p>
          </p:txBody>
        </p:sp>
        <p:sp>
          <p:nvSpPr>
            <p:cNvPr id="103" name="Text Box 27">
              <a:extLst>
                <a:ext uri="{FF2B5EF4-FFF2-40B4-BE49-F238E27FC236}">
                  <a16:creationId xmlns:a16="http://schemas.microsoft.com/office/drawing/2014/main" id="{DCDD58BB-C987-462F-BEB9-A662C0B945E6}"/>
                </a:ext>
              </a:extLst>
            </p:cNvPr>
            <p:cNvSpPr txBox="1">
              <a:spLocks noChangeArrowheads="1"/>
            </p:cNvSpPr>
            <p:nvPr/>
          </p:nvSpPr>
          <p:spPr bwMode="auto">
            <a:xfrm>
              <a:off x="6156325" y="4485434"/>
              <a:ext cx="504825" cy="39195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latin typeface="华文楷体" panose="02010600040101010101" pitchFamily="2" charset="-122"/>
                  <a:ea typeface="华文楷体" panose="02010600040101010101" pitchFamily="2" charset="-122"/>
                </a:rPr>
                <a:t>是</a:t>
              </a:r>
            </a:p>
          </p:txBody>
        </p:sp>
        <p:sp>
          <p:nvSpPr>
            <p:cNvPr id="105" name="Line 28">
              <a:extLst>
                <a:ext uri="{FF2B5EF4-FFF2-40B4-BE49-F238E27FC236}">
                  <a16:creationId xmlns:a16="http://schemas.microsoft.com/office/drawing/2014/main" id="{FD833130-9758-43DD-BA5E-B25F9F852DE8}"/>
                </a:ext>
              </a:extLst>
            </p:cNvPr>
            <p:cNvSpPr>
              <a:spLocks noChangeShapeType="1"/>
            </p:cNvSpPr>
            <p:nvPr/>
          </p:nvSpPr>
          <p:spPr bwMode="auto">
            <a:xfrm>
              <a:off x="5795963" y="1532684"/>
              <a:ext cx="936625" cy="0"/>
            </a:xfrm>
            <a:prstGeom prst="line">
              <a:avLst/>
            </a:prstGeom>
            <a:noFill/>
            <a:ln w="28575">
              <a:solidFill>
                <a:schemeClr val="accent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07" name="Oval 29">
              <a:extLst>
                <a:ext uri="{FF2B5EF4-FFF2-40B4-BE49-F238E27FC236}">
                  <a16:creationId xmlns:a16="http://schemas.microsoft.com/office/drawing/2014/main" id="{B0C2FED7-1717-4371-9AF5-B8B3DD000AF7}"/>
                </a:ext>
              </a:extLst>
            </p:cNvPr>
            <p:cNvSpPr>
              <a:spLocks noChangeArrowheads="1"/>
            </p:cNvSpPr>
            <p:nvPr/>
          </p:nvSpPr>
          <p:spPr bwMode="auto">
            <a:xfrm>
              <a:off x="6732588" y="1244553"/>
              <a:ext cx="2484437" cy="504825"/>
            </a:xfrm>
            <a:prstGeom prst="ellipse">
              <a:avLst/>
            </a:prstGeom>
            <a:noFill/>
            <a:ln w="9525" algn="ctr">
              <a:solidFill>
                <a:schemeClr val="accent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dirty="0">
                  <a:solidFill>
                    <a:schemeClr val="accent2"/>
                  </a:solidFill>
                  <a:latin typeface="华文楷体" panose="02010600040101010101" pitchFamily="2" charset="-122"/>
                  <a:ea typeface="华文楷体" panose="02010600040101010101" pitchFamily="2" charset="-122"/>
                </a:rPr>
                <a:t>九分比较法</a:t>
              </a:r>
            </a:p>
          </p:txBody>
        </p:sp>
        <p:sp>
          <p:nvSpPr>
            <p:cNvPr id="109" name="AutoShape 30">
              <a:extLst>
                <a:ext uri="{FF2B5EF4-FFF2-40B4-BE49-F238E27FC236}">
                  <a16:creationId xmlns:a16="http://schemas.microsoft.com/office/drawing/2014/main" id="{C886B27B-C9F9-4B16-83D3-66085A28C842}"/>
                </a:ext>
              </a:extLst>
            </p:cNvPr>
            <p:cNvSpPr>
              <a:spLocks/>
            </p:cNvSpPr>
            <p:nvPr/>
          </p:nvSpPr>
          <p:spPr bwMode="auto">
            <a:xfrm>
              <a:off x="5867400" y="2037509"/>
              <a:ext cx="865188" cy="1944688"/>
            </a:xfrm>
            <a:prstGeom prst="rightBrace">
              <a:avLst>
                <a:gd name="adj1" fmla="val 18731"/>
                <a:gd name="adj2" fmla="val 50000"/>
              </a:avLst>
            </a:prstGeom>
            <a:noFill/>
            <a:ln w="28575">
              <a:solidFill>
                <a:schemeClr val="accent1"/>
              </a:solidFill>
              <a:prstDash val="dash"/>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111" name="Oval 31">
              <a:extLst>
                <a:ext uri="{FF2B5EF4-FFF2-40B4-BE49-F238E27FC236}">
                  <a16:creationId xmlns:a16="http://schemas.microsoft.com/office/drawing/2014/main" id="{879EA5AF-5766-47EF-B53B-6CC32BEE0671}"/>
                </a:ext>
              </a:extLst>
            </p:cNvPr>
            <p:cNvSpPr>
              <a:spLocks noChangeArrowheads="1"/>
            </p:cNvSpPr>
            <p:nvPr/>
          </p:nvSpPr>
          <p:spPr bwMode="auto">
            <a:xfrm>
              <a:off x="6661150" y="2612978"/>
              <a:ext cx="2555875" cy="720725"/>
            </a:xfrm>
            <a:prstGeom prst="ellipse">
              <a:avLst/>
            </a:prstGeom>
            <a:noFill/>
            <a:ln w="9525" algn="ctr">
              <a:solidFill>
                <a:schemeClr val="accent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solidFill>
                    <a:schemeClr val="accent2"/>
                  </a:solidFill>
                  <a:latin typeface="华文楷体" panose="02010600040101010101" pitchFamily="2" charset="-122"/>
                  <a:ea typeface="华文楷体" panose="02010600040101010101" pitchFamily="2" charset="-122"/>
                </a:rPr>
                <a:t>一致性检验</a:t>
              </a:r>
            </a:p>
          </p:txBody>
        </p:sp>
        <p:sp>
          <p:nvSpPr>
            <p:cNvPr id="113" name="Line 32">
              <a:extLst>
                <a:ext uri="{FF2B5EF4-FFF2-40B4-BE49-F238E27FC236}">
                  <a16:creationId xmlns:a16="http://schemas.microsoft.com/office/drawing/2014/main" id="{26BE0E1A-E18F-4D38-833A-B563ADE88E86}"/>
                </a:ext>
              </a:extLst>
            </p:cNvPr>
            <p:cNvSpPr>
              <a:spLocks noChangeShapeType="1"/>
            </p:cNvSpPr>
            <p:nvPr/>
          </p:nvSpPr>
          <p:spPr bwMode="auto">
            <a:xfrm>
              <a:off x="5940425" y="884984"/>
              <a:ext cx="792163" cy="0"/>
            </a:xfrm>
            <a:prstGeom prst="line">
              <a:avLst/>
            </a:prstGeom>
            <a:noFill/>
            <a:ln w="28575">
              <a:solidFill>
                <a:schemeClr val="accent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华文楷体" panose="02010600040101010101" pitchFamily="2" charset="-122"/>
                <a:ea typeface="华文楷体" panose="02010600040101010101" pitchFamily="2" charset="-122"/>
              </a:endParaRPr>
            </a:p>
          </p:txBody>
        </p:sp>
        <p:sp>
          <p:nvSpPr>
            <p:cNvPr id="115" name="Oval 33">
              <a:extLst>
                <a:ext uri="{FF2B5EF4-FFF2-40B4-BE49-F238E27FC236}">
                  <a16:creationId xmlns:a16="http://schemas.microsoft.com/office/drawing/2014/main" id="{D0506E37-C428-4C46-938A-D5677B623381}"/>
                </a:ext>
              </a:extLst>
            </p:cNvPr>
            <p:cNvSpPr>
              <a:spLocks noChangeArrowheads="1"/>
            </p:cNvSpPr>
            <p:nvPr/>
          </p:nvSpPr>
          <p:spPr bwMode="auto">
            <a:xfrm>
              <a:off x="6732588" y="597647"/>
              <a:ext cx="2555875" cy="576262"/>
            </a:xfrm>
            <a:prstGeom prst="ellipse">
              <a:avLst/>
            </a:prstGeom>
            <a:noFill/>
            <a:ln w="9525" algn="ctr">
              <a:solidFill>
                <a:schemeClr val="accent1"/>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solidFill>
                    <a:schemeClr val="accent2"/>
                  </a:solidFill>
                  <a:latin typeface="华文楷体" panose="02010600040101010101" pitchFamily="2" charset="-122"/>
                  <a:ea typeface="华文楷体" panose="02010600040101010101" pitchFamily="2" charset="-122"/>
                </a:rPr>
                <a:t>多级递阶层次结构</a:t>
              </a:r>
            </a:p>
          </p:txBody>
        </p:sp>
      </p:grpSp>
    </p:spTree>
    <p:extLst>
      <p:ext uri="{BB962C8B-B14F-4D97-AF65-F5344CB8AC3E}">
        <p14:creationId xmlns:p14="http://schemas.microsoft.com/office/powerpoint/2010/main" val="43344829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6709" name="Rectangle 37">
            <a:extLst>
              <a:ext uri="{FF2B5EF4-FFF2-40B4-BE49-F238E27FC236}">
                <a16:creationId xmlns:a16="http://schemas.microsoft.com/office/drawing/2014/main" id="{0101C7F2-3C53-1F37-0D1C-EFC59149BA7A}"/>
              </a:ext>
            </a:extLst>
          </p:cNvPr>
          <p:cNvSpPr>
            <a:spLocks noChangeArrowheads="1"/>
          </p:cNvSpPr>
          <p:nvPr/>
        </p:nvSpPr>
        <p:spPr bwMode="auto">
          <a:xfrm>
            <a:off x="2305050" y="321677"/>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676" name="Rectangle 4">
            <a:extLst>
              <a:ext uri="{FF2B5EF4-FFF2-40B4-BE49-F238E27FC236}">
                <a16:creationId xmlns:a16="http://schemas.microsoft.com/office/drawing/2014/main" id="{7C5F4CA4-4E21-AD92-1B7D-2C5C5719CECA}"/>
              </a:ext>
            </a:extLst>
          </p:cNvPr>
          <p:cNvSpPr>
            <a:spLocks noGrp="1" noChangeArrowheads="1"/>
          </p:cNvSpPr>
          <p:nvPr>
            <p:ph type="body" idx="1"/>
          </p:nvPr>
        </p:nvSpPr>
        <p:spPr bwMode="auto">
          <a:xfrm>
            <a:off x="1485900" y="1200150"/>
            <a:ext cx="6172200" cy="3619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最简单的层次结构</a:t>
            </a:r>
          </a:p>
          <a:p>
            <a:pPr>
              <a:buFont typeface="Wingdings" panose="05000000000000000000" pitchFamily="2" charset="2"/>
              <a:buNone/>
            </a:pPr>
            <a:endParaRPr lang="zh-CN" altLang="en-US"/>
          </a:p>
        </p:txBody>
      </p:sp>
      <p:sp>
        <p:nvSpPr>
          <p:cNvPr id="3996677" name="Text Box 5">
            <a:extLst>
              <a:ext uri="{FF2B5EF4-FFF2-40B4-BE49-F238E27FC236}">
                <a16:creationId xmlns:a16="http://schemas.microsoft.com/office/drawing/2014/main" id="{EA3E2263-8FCF-9A73-61A0-6CDD6D9AACEE}"/>
              </a:ext>
            </a:extLst>
          </p:cNvPr>
          <p:cNvSpPr txBox="1">
            <a:spLocks noChangeArrowheads="1"/>
          </p:cNvSpPr>
          <p:nvPr/>
        </p:nvSpPr>
        <p:spPr bwMode="auto">
          <a:xfrm>
            <a:off x="2312194" y="338138"/>
            <a:ext cx="3647152"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2700">
                <a:solidFill>
                  <a:srgbClr val="000000"/>
                </a:solidFill>
                <a:latin typeface="Arial" panose="020B0604020202020204" pitchFamily="34" charset="0"/>
                <a:ea typeface="宋体" panose="02010600030101010101" pitchFamily="2" charset="-122"/>
              </a:rPr>
              <a:t>建立多级递阶层次结构</a:t>
            </a:r>
          </a:p>
        </p:txBody>
      </p:sp>
      <p:sp>
        <p:nvSpPr>
          <p:cNvPr id="3996678" name="Text Box 6">
            <a:extLst>
              <a:ext uri="{FF2B5EF4-FFF2-40B4-BE49-F238E27FC236}">
                <a16:creationId xmlns:a16="http://schemas.microsoft.com/office/drawing/2014/main" id="{4E43EFD5-1005-E4D8-610C-E6F27D18892A}"/>
              </a:ext>
            </a:extLst>
          </p:cNvPr>
          <p:cNvSpPr txBox="1">
            <a:spLocks noChangeArrowheads="1"/>
          </p:cNvSpPr>
          <p:nvPr/>
        </p:nvSpPr>
        <p:spPr bwMode="auto">
          <a:xfrm>
            <a:off x="1743075" y="1733551"/>
            <a:ext cx="5774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第</a:t>
            </a:r>
            <a:r>
              <a:rPr lang="en-US" altLang="zh-CN" sz="1200">
                <a:solidFill>
                  <a:srgbClr val="000000"/>
                </a:solidFill>
                <a:latin typeface="Arial" panose="020B0604020202020204" pitchFamily="34" charset="0"/>
                <a:ea typeface="宋体" panose="02010600030101010101" pitchFamily="2" charset="-122"/>
              </a:rPr>
              <a:t>1</a:t>
            </a:r>
            <a:r>
              <a:rPr lang="zh-CN" altLang="en-US" sz="1200">
                <a:solidFill>
                  <a:srgbClr val="000000"/>
                </a:solidFill>
                <a:latin typeface="Arial" panose="020B0604020202020204" pitchFamily="34" charset="0"/>
                <a:ea typeface="宋体" panose="02010600030101010101" pitchFamily="2" charset="-122"/>
              </a:rPr>
              <a:t>级</a:t>
            </a:r>
          </a:p>
        </p:txBody>
      </p:sp>
      <p:sp>
        <p:nvSpPr>
          <p:cNvPr id="3996679" name="Text Box 7">
            <a:extLst>
              <a:ext uri="{FF2B5EF4-FFF2-40B4-BE49-F238E27FC236}">
                <a16:creationId xmlns:a16="http://schemas.microsoft.com/office/drawing/2014/main" id="{97798356-08A3-F507-9A96-83E4E67D0500}"/>
              </a:ext>
            </a:extLst>
          </p:cNvPr>
          <p:cNvSpPr txBox="1">
            <a:spLocks noChangeArrowheads="1"/>
          </p:cNvSpPr>
          <p:nvPr/>
        </p:nvSpPr>
        <p:spPr bwMode="auto">
          <a:xfrm>
            <a:off x="1743075" y="2883694"/>
            <a:ext cx="5774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第</a:t>
            </a:r>
            <a:r>
              <a:rPr lang="en-US" altLang="zh-CN" sz="1200">
                <a:solidFill>
                  <a:srgbClr val="000000"/>
                </a:solidFill>
                <a:latin typeface="Arial" panose="020B0604020202020204" pitchFamily="34" charset="0"/>
                <a:ea typeface="宋体" panose="02010600030101010101" pitchFamily="2" charset="-122"/>
              </a:rPr>
              <a:t>2</a:t>
            </a:r>
            <a:r>
              <a:rPr lang="zh-CN" altLang="en-US" sz="1200">
                <a:solidFill>
                  <a:srgbClr val="000000"/>
                </a:solidFill>
                <a:latin typeface="Arial" panose="020B0604020202020204" pitchFamily="34" charset="0"/>
                <a:ea typeface="宋体" panose="02010600030101010101" pitchFamily="2" charset="-122"/>
              </a:rPr>
              <a:t>级</a:t>
            </a:r>
          </a:p>
        </p:txBody>
      </p:sp>
      <p:sp>
        <p:nvSpPr>
          <p:cNvPr id="3996680" name="Text Box 8">
            <a:extLst>
              <a:ext uri="{FF2B5EF4-FFF2-40B4-BE49-F238E27FC236}">
                <a16:creationId xmlns:a16="http://schemas.microsoft.com/office/drawing/2014/main" id="{4A0AF3DD-147B-99C7-2867-B495947FBB65}"/>
              </a:ext>
            </a:extLst>
          </p:cNvPr>
          <p:cNvSpPr txBox="1">
            <a:spLocks noChangeArrowheads="1"/>
          </p:cNvSpPr>
          <p:nvPr/>
        </p:nvSpPr>
        <p:spPr bwMode="auto">
          <a:xfrm>
            <a:off x="1743075" y="4079082"/>
            <a:ext cx="5774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第</a:t>
            </a:r>
            <a:r>
              <a:rPr lang="en-US" altLang="zh-CN" sz="1200">
                <a:solidFill>
                  <a:srgbClr val="000000"/>
                </a:solidFill>
                <a:latin typeface="Arial" panose="020B0604020202020204" pitchFamily="34" charset="0"/>
                <a:ea typeface="宋体" panose="02010600030101010101" pitchFamily="2" charset="-122"/>
              </a:rPr>
              <a:t>3</a:t>
            </a:r>
            <a:r>
              <a:rPr lang="zh-CN" altLang="en-US" sz="1200">
                <a:solidFill>
                  <a:srgbClr val="000000"/>
                </a:solidFill>
                <a:latin typeface="Arial" panose="020B0604020202020204" pitchFamily="34" charset="0"/>
                <a:ea typeface="宋体" panose="02010600030101010101" pitchFamily="2" charset="-122"/>
              </a:rPr>
              <a:t>级</a:t>
            </a:r>
          </a:p>
        </p:txBody>
      </p:sp>
      <p:sp>
        <p:nvSpPr>
          <p:cNvPr id="3996681" name="Rectangle 9">
            <a:extLst>
              <a:ext uri="{FF2B5EF4-FFF2-40B4-BE49-F238E27FC236}">
                <a16:creationId xmlns:a16="http://schemas.microsoft.com/office/drawing/2014/main" id="{EA2D161F-5A97-0346-12B5-E6D4CA41A7B8}"/>
              </a:ext>
            </a:extLst>
          </p:cNvPr>
          <p:cNvSpPr>
            <a:spLocks noChangeArrowheads="1"/>
          </p:cNvSpPr>
          <p:nvPr/>
        </p:nvSpPr>
        <p:spPr bwMode="auto">
          <a:xfrm>
            <a:off x="4238625" y="1779598"/>
            <a:ext cx="685800" cy="276999"/>
          </a:xfrm>
          <a:prstGeom prst="rect">
            <a:avLst/>
          </a:prstGeom>
          <a:gradFill rotWithShape="1">
            <a:gsLst>
              <a:gs pos="0">
                <a:srgbClr val="000066">
                  <a:gamma/>
                  <a:shade val="46275"/>
                  <a:invGamma/>
                </a:srgbClr>
              </a:gs>
              <a:gs pos="50000">
                <a:srgbClr val="000066"/>
              </a:gs>
              <a:gs pos="100000">
                <a:srgbClr val="000066">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目标</a:t>
            </a:r>
          </a:p>
        </p:txBody>
      </p:sp>
      <p:sp>
        <p:nvSpPr>
          <p:cNvPr id="3996682" name="Text Box 10">
            <a:extLst>
              <a:ext uri="{FF2B5EF4-FFF2-40B4-BE49-F238E27FC236}">
                <a16:creationId xmlns:a16="http://schemas.microsoft.com/office/drawing/2014/main" id="{DA3D7220-497D-8F89-ADD5-89BE0D4E7F90}"/>
              </a:ext>
            </a:extLst>
          </p:cNvPr>
          <p:cNvSpPr txBox="1">
            <a:spLocks noChangeArrowheads="1"/>
          </p:cNvSpPr>
          <p:nvPr/>
        </p:nvSpPr>
        <p:spPr bwMode="auto">
          <a:xfrm>
            <a:off x="7086601" y="18597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66"/>
                </a:solidFill>
                <a:effectLst>
                  <a:outerShdw blurRad="38100" dist="38100" dir="2700000" algn="tl">
                    <a:srgbClr val="C0C0C0"/>
                  </a:outerShdw>
                </a:effectLst>
                <a:latin typeface="Arial" panose="020B0604020202020204" pitchFamily="34" charset="0"/>
                <a:ea typeface="宋体" panose="02010600030101010101" pitchFamily="2" charset="-122"/>
              </a:rPr>
              <a:t>目标层</a:t>
            </a:r>
          </a:p>
        </p:txBody>
      </p:sp>
      <p:sp>
        <p:nvSpPr>
          <p:cNvPr id="3996683" name="Rectangle 11">
            <a:extLst>
              <a:ext uri="{FF2B5EF4-FFF2-40B4-BE49-F238E27FC236}">
                <a16:creationId xmlns:a16="http://schemas.microsoft.com/office/drawing/2014/main" id="{E7B0AA25-7850-B013-7DC6-972BDC74B764}"/>
              </a:ext>
            </a:extLst>
          </p:cNvPr>
          <p:cNvSpPr>
            <a:spLocks noChangeArrowheads="1"/>
          </p:cNvSpPr>
          <p:nvPr/>
        </p:nvSpPr>
        <p:spPr bwMode="auto">
          <a:xfrm>
            <a:off x="2800350" y="2878544"/>
            <a:ext cx="685800" cy="276999"/>
          </a:xfrm>
          <a:prstGeom prst="rect">
            <a:avLst/>
          </a:prstGeom>
          <a:gradFill rotWithShape="1">
            <a:gsLst>
              <a:gs pos="0">
                <a:srgbClr val="FF6600"/>
              </a:gs>
              <a:gs pos="100000">
                <a:srgbClr val="FF6600">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准则</a:t>
            </a:r>
            <a:r>
              <a:rPr lang="en-US" altLang="zh-CN" sz="1200">
                <a:solidFill>
                  <a:srgbClr val="FFFFFF"/>
                </a:solidFill>
                <a:latin typeface="Arial" panose="020B0604020202020204" pitchFamily="34" charset="0"/>
                <a:ea typeface="宋体" panose="02010600030101010101" pitchFamily="2" charset="-122"/>
              </a:rPr>
              <a:t>1</a:t>
            </a:r>
          </a:p>
        </p:txBody>
      </p:sp>
      <p:sp>
        <p:nvSpPr>
          <p:cNvPr id="3996686" name="Text Box 14">
            <a:extLst>
              <a:ext uri="{FF2B5EF4-FFF2-40B4-BE49-F238E27FC236}">
                <a16:creationId xmlns:a16="http://schemas.microsoft.com/office/drawing/2014/main" id="{96947556-5D05-B75A-AFA5-40FA41833122}"/>
              </a:ext>
            </a:extLst>
          </p:cNvPr>
          <p:cNvSpPr txBox="1">
            <a:spLocks noChangeArrowheads="1"/>
          </p:cNvSpPr>
          <p:nvPr/>
        </p:nvSpPr>
        <p:spPr bwMode="auto">
          <a:xfrm>
            <a:off x="7062788" y="286940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FF6600"/>
                </a:solidFill>
                <a:effectLst>
                  <a:outerShdw blurRad="38100" dist="38100" dir="2700000" algn="tl">
                    <a:srgbClr val="C0C0C0"/>
                  </a:outerShdw>
                </a:effectLst>
                <a:latin typeface="Arial" panose="020B0604020202020204" pitchFamily="34" charset="0"/>
                <a:ea typeface="宋体" panose="02010600030101010101" pitchFamily="2" charset="-122"/>
              </a:rPr>
              <a:t>准则层</a:t>
            </a:r>
          </a:p>
        </p:txBody>
      </p:sp>
      <p:sp>
        <p:nvSpPr>
          <p:cNvPr id="3996687" name="Rectangle 15">
            <a:extLst>
              <a:ext uri="{FF2B5EF4-FFF2-40B4-BE49-F238E27FC236}">
                <a16:creationId xmlns:a16="http://schemas.microsoft.com/office/drawing/2014/main" id="{73F4ADDA-B981-DCB1-D58C-44F38A2EE9D5}"/>
              </a:ext>
            </a:extLst>
          </p:cNvPr>
          <p:cNvSpPr>
            <a:spLocks noChangeArrowheads="1"/>
          </p:cNvSpPr>
          <p:nvPr/>
        </p:nvSpPr>
        <p:spPr bwMode="auto">
          <a:xfrm>
            <a:off x="2800350" y="4059644"/>
            <a:ext cx="685800" cy="276999"/>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方案</a:t>
            </a:r>
            <a:r>
              <a:rPr lang="en-US" altLang="zh-CN" sz="1200">
                <a:solidFill>
                  <a:srgbClr val="FFFFFF"/>
                </a:solidFill>
                <a:latin typeface="Arial" panose="020B0604020202020204" pitchFamily="34" charset="0"/>
                <a:ea typeface="宋体" panose="02010600030101010101" pitchFamily="2" charset="-122"/>
              </a:rPr>
              <a:t>1</a:t>
            </a:r>
          </a:p>
        </p:txBody>
      </p:sp>
      <p:sp>
        <p:nvSpPr>
          <p:cNvPr id="3996690" name="Rectangle 18">
            <a:extLst>
              <a:ext uri="{FF2B5EF4-FFF2-40B4-BE49-F238E27FC236}">
                <a16:creationId xmlns:a16="http://schemas.microsoft.com/office/drawing/2014/main" id="{C8A2E409-0CA6-3E3A-83E5-143F85910CDD}"/>
              </a:ext>
            </a:extLst>
          </p:cNvPr>
          <p:cNvSpPr>
            <a:spLocks noChangeArrowheads="1"/>
          </p:cNvSpPr>
          <p:nvPr/>
        </p:nvSpPr>
        <p:spPr bwMode="auto">
          <a:xfrm>
            <a:off x="3895725" y="2864257"/>
            <a:ext cx="685800" cy="276999"/>
          </a:xfrm>
          <a:prstGeom prst="rect">
            <a:avLst/>
          </a:prstGeom>
          <a:gradFill rotWithShape="1">
            <a:gsLst>
              <a:gs pos="0">
                <a:srgbClr val="FF6600"/>
              </a:gs>
              <a:gs pos="100000">
                <a:srgbClr val="FF6600">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准则</a:t>
            </a:r>
            <a:r>
              <a:rPr lang="en-US" altLang="zh-CN" sz="1200">
                <a:solidFill>
                  <a:srgbClr val="FFFFFF"/>
                </a:solidFill>
                <a:latin typeface="Arial" panose="020B0604020202020204" pitchFamily="34" charset="0"/>
                <a:ea typeface="宋体" panose="02010600030101010101" pitchFamily="2" charset="-122"/>
              </a:rPr>
              <a:t>2</a:t>
            </a:r>
          </a:p>
        </p:txBody>
      </p:sp>
      <p:sp>
        <p:nvSpPr>
          <p:cNvPr id="3996691" name="Rectangle 19">
            <a:extLst>
              <a:ext uri="{FF2B5EF4-FFF2-40B4-BE49-F238E27FC236}">
                <a16:creationId xmlns:a16="http://schemas.microsoft.com/office/drawing/2014/main" id="{A598FAC9-ECB5-5CB5-0F68-DEC03CF41410}"/>
              </a:ext>
            </a:extLst>
          </p:cNvPr>
          <p:cNvSpPr>
            <a:spLocks noChangeArrowheads="1"/>
          </p:cNvSpPr>
          <p:nvPr/>
        </p:nvSpPr>
        <p:spPr bwMode="auto">
          <a:xfrm>
            <a:off x="5988844" y="2849969"/>
            <a:ext cx="685800" cy="276999"/>
          </a:xfrm>
          <a:prstGeom prst="rect">
            <a:avLst/>
          </a:prstGeom>
          <a:gradFill rotWithShape="1">
            <a:gsLst>
              <a:gs pos="0">
                <a:srgbClr val="FF6600"/>
              </a:gs>
              <a:gs pos="100000">
                <a:srgbClr val="FF6600">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准则</a:t>
            </a:r>
            <a:r>
              <a:rPr lang="en-US" altLang="zh-CN" sz="1200">
                <a:solidFill>
                  <a:srgbClr val="FFFFFF"/>
                </a:solidFill>
                <a:latin typeface="Arial" panose="020B0604020202020204" pitchFamily="34" charset="0"/>
                <a:ea typeface="宋体" panose="02010600030101010101" pitchFamily="2" charset="-122"/>
              </a:rPr>
              <a:t>n</a:t>
            </a:r>
          </a:p>
        </p:txBody>
      </p:sp>
      <p:sp>
        <p:nvSpPr>
          <p:cNvPr id="3996692" name="Rectangle 20">
            <a:extLst>
              <a:ext uri="{FF2B5EF4-FFF2-40B4-BE49-F238E27FC236}">
                <a16:creationId xmlns:a16="http://schemas.microsoft.com/office/drawing/2014/main" id="{029AD32A-2EEE-41B0-C58E-0198708D44A8}"/>
              </a:ext>
            </a:extLst>
          </p:cNvPr>
          <p:cNvSpPr>
            <a:spLocks noChangeArrowheads="1"/>
          </p:cNvSpPr>
          <p:nvPr/>
        </p:nvSpPr>
        <p:spPr bwMode="auto">
          <a:xfrm>
            <a:off x="3895725" y="4059644"/>
            <a:ext cx="685800" cy="276999"/>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方案</a:t>
            </a:r>
            <a:r>
              <a:rPr lang="en-US" altLang="zh-CN" sz="1200">
                <a:solidFill>
                  <a:srgbClr val="FFFFFF"/>
                </a:solidFill>
                <a:latin typeface="Arial" panose="020B0604020202020204" pitchFamily="34" charset="0"/>
                <a:ea typeface="宋体" panose="02010600030101010101" pitchFamily="2" charset="-122"/>
              </a:rPr>
              <a:t>2</a:t>
            </a:r>
          </a:p>
        </p:txBody>
      </p:sp>
      <p:sp>
        <p:nvSpPr>
          <p:cNvPr id="3996693" name="Rectangle 21">
            <a:extLst>
              <a:ext uri="{FF2B5EF4-FFF2-40B4-BE49-F238E27FC236}">
                <a16:creationId xmlns:a16="http://schemas.microsoft.com/office/drawing/2014/main" id="{4B703AFB-A22B-7240-3EA2-C34BBD8371B6}"/>
              </a:ext>
            </a:extLst>
          </p:cNvPr>
          <p:cNvSpPr>
            <a:spLocks noChangeArrowheads="1"/>
          </p:cNvSpPr>
          <p:nvPr/>
        </p:nvSpPr>
        <p:spPr bwMode="auto">
          <a:xfrm>
            <a:off x="5988844" y="4088219"/>
            <a:ext cx="685800" cy="276999"/>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方案</a:t>
            </a:r>
            <a:r>
              <a:rPr lang="en-US" altLang="zh-CN" sz="1200">
                <a:solidFill>
                  <a:srgbClr val="FFFFFF"/>
                </a:solidFill>
                <a:latin typeface="Arial" panose="020B0604020202020204" pitchFamily="34" charset="0"/>
                <a:ea typeface="宋体" panose="02010600030101010101" pitchFamily="2" charset="-122"/>
              </a:rPr>
              <a:t>n</a:t>
            </a:r>
          </a:p>
        </p:txBody>
      </p:sp>
      <p:sp>
        <p:nvSpPr>
          <p:cNvPr id="3996694" name="Text Box 22">
            <a:extLst>
              <a:ext uri="{FF2B5EF4-FFF2-40B4-BE49-F238E27FC236}">
                <a16:creationId xmlns:a16="http://schemas.microsoft.com/office/drawing/2014/main" id="{BB67C3E7-0D47-3ED7-0FCF-17E29843C108}"/>
              </a:ext>
            </a:extLst>
          </p:cNvPr>
          <p:cNvSpPr txBox="1">
            <a:spLocks noChangeArrowheads="1"/>
          </p:cNvSpPr>
          <p:nvPr/>
        </p:nvSpPr>
        <p:spPr bwMode="auto">
          <a:xfrm>
            <a:off x="5017294" y="2897982"/>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FF6600"/>
                </a:solidFill>
                <a:latin typeface="Arial" panose="020B0604020202020204" pitchFamily="34" charset="0"/>
                <a:ea typeface="宋体" panose="02010600030101010101" pitchFamily="2" charset="-122"/>
              </a:rPr>
              <a:t>。。。</a:t>
            </a:r>
          </a:p>
        </p:txBody>
      </p:sp>
      <p:sp>
        <p:nvSpPr>
          <p:cNvPr id="3996695" name="Text Box 23">
            <a:extLst>
              <a:ext uri="{FF2B5EF4-FFF2-40B4-BE49-F238E27FC236}">
                <a16:creationId xmlns:a16="http://schemas.microsoft.com/office/drawing/2014/main" id="{FAB0434D-91F3-E996-CB98-77152DEE95C3}"/>
              </a:ext>
            </a:extLst>
          </p:cNvPr>
          <p:cNvSpPr txBox="1">
            <a:spLocks noChangeArrowheads="1"/>
          </p:cNvSpPr>
          <p:nvPr/>
        </p:nvSpPr>
        <p:spPr bwMode="auto">
          <a:xfrm>
            <a:off x="5036344" y="401240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8000"/>
                </a:solidFill>
                <a:latin typeface="Arial" panose="020B0604020202020204" pitchFamily="34" charset="0"/>
                <a:ea typeface="宋体" panose="02010600030101010101" pitchFamily="2" charset="-122"/>
              </a:rPr>
              <a:t>。。。</a:t>
            </a:r>
          </a:p>
        </p:txBody>
      </p:sp>
      <p:sp>
        <p:nvSpPr>
          <p:cNvPr id="3996696" name="Text Box 24">
            <a:extLst>
              <a:ext uri="{FF2B5EF4-FFF2-40B4-BE49-F238E27FC236}">
                <a16:creationId xmlns:a16="http://schemas.microsoft.com/office/drawing/2014/main" id="{A5770894-83DA-4DE6-8C2F-200B3A7B5482}"/>
              </a:ext>
            </a:extLst>
          </p:cNvPr>
          <p:cNvSpPr txBox="1">
            <a:spLocks noChangeArrowheads="1"/>
          </p:cNvSpPr>
          <p:nvPr/>
        </p:nvSpPr>
        <p:spPr bwMode="auto">
          <a:xfrm>
            <a:off x="7091363" y="4079082"/>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8000"/>
                </a:solidFill>
                <a:effectLst>
                  <a:outerShdw blurRad="38100" dist="38100" dir="2700000" algn="tl">
                    <a:srgbClr val="C0C0C0"/>
                  </a:outerShdw>
                </a:effectLst>
                <a:latin typeface="Arial" panose="020B0604020202020204" pitchFamily="34" charset="0"/>
                <a:ea typeface="宋体" panose="02010600030101010101" pitchFamily="2" charset="-122"/>
              </a:rPr>
              <a:t>方案层</a:t>
            </a:r>
          </a:p>
        </p:txBody>
      </p:sp>
      <p:sp>
        <p:nvSpPr>
          <p:cNvPr id="3996697" name="Line 25">
            <a:extLst>
              <a:ext uri="{FF2B5EF4-FFF2-40B4-BE49-F238E27FC236}">
                <a16:creationId xmlns:a16="http://schemas.microsoft.com/office/drawing/2014/main" id="{C8DED43D-1236-1A88-979F-833585593383}"/>
              </a:ext>
            </a:extLst>
          </p:cNvPr>
          <p:cNvSpPr>
            <a:spLocks noChangeShapeType="1"/>
          </p:cNvSpPr>
          <p:nvPr/>
        </p:nvSpPr>
        <p:spPr bwMode="auto">
          <a:xfrm flipH="1">
            <a:off x="3067050" y="2051447"/>
            <a:ext cx="1400175" cy="81795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698" name="Line 26">
            <a:extLst>
              <a:ext uri="{FF2B5EF4-FFF2-40B4-BE49-F238E27FC236}">
                <a16:creationId xmlns:a16="http://schemas.microsoft.com/office/drawing/2014/main" id="{29BA53EF-33DD-818E-BF09-D7F27690F17B}"/>
              </a:ext>
            </a:extLst>
          </p:cNvPr>
          <p:cNvSpPr>
            <a:spLocks noChangeShapeType="1"/>
          </p:cNvSpPr>
          <p:nvPr/>
        </p:nvSpPr>
        <p:spPr bwMode="auto">
          <a:xfrm flipH="1">
            <a:off x="4238625" y="2051447"/>
            <a:ext cx="228600" cy="803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699" name="Line 27">
            <a:extLst>
              <a:ext uri="{FF2B5EF4-FFF2-40B4-BE49-F238E27FC236}">
                <a16:creationId xmlns:a16="http://schemas.microsoft.com/office/drawing/2014/main" id="{C5EE8B4E-24A1-B429-270B-98DFE401378A}"/>
              </a:ext>
            </a:extLst>
          </p:cNvPr>
          <p:cNvSpPr>
            <a:spLocks noChangeShapeType="1"/>
          </p:cNvSpPr>
          <p:nvPr/>
        </p:nvSpPr>
        <p:spPr bwMode="auto">
          <a:xfrm>
            <a:off x="4467225" y="2051447"/>
            <a:ext cx="1790700" cy="803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0" name="Line 28">
            <a:extLst>
              <a:ext uri="{FF2B5EF4-FFF2-40B4-BE49-F238E27FC236}">
                <a16:creationId xmlns:a16="http://schemas.microsoft.com/office/drawing/2014/main" id="{4B1B1C52-53AC-98B3-214D-4971D4F6F221}"/>
              </a:ext>
            </a:extLst>
          </p:cNvPr>
          <p:cNvSpPr>
            <a:spLocks noChangeShapeType="1"/>
          </p:cNvSpPr>
          <p:nvPr/>
        </p:nvSpPr>
        <p:spPr bwMode="auto">
          <a:xfrm>
            <a:off x="3067050" y="3150394"/>
            <a:ext cx="0" cy="914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1" name="Line 29">
            <a:extLst>
              <a:ext uri="{FF2B5EF4-FFF2-40B4-BE49-F238E27FC236}">
                <a16:creationId xmlns:a16="http://schemas.microsoft.com/office/drawing/2014/main" id="{4764692C-726F-6D28-E003-680A452F8F32}"/>
              </a:ext>
            </a:extLst>
          </p:cNvPr>
          <p:cNvSpPr>
            <a:spLocks noChangeShapeType="1"/>
          </p:cNvSpPr>
          <p:nvPr/>
        </p:nvSpPr>
        <p:spPr bwMode="auto">
          <a:xfrm>
            <a:off x="3067050" y="3150394"/>
            <a:ext cx="1171575" cy="914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2" name="Line 30">
            <a:extLst>
              <a:ext uri="{FF2B5EF4-FFF2-40B4-BE49-F238E27FC236}">
                <a16:creationId xmlns:a16="http://schemas.microsoft.com/office/drawing/2014/main" id="{9F57F4E2-C6A1-7EA2-5B74-BDDCC4ECEA60}"/>
              </a:ext>
            </a:extLst>
          </p:cNvPr>
          <p:cNvSpPr>
            <a:spLocks noChangeShapeType="1"/>
          </p:cNvSpPr>
          <p:nvPr/>
        </p:nvSpPr>
        <p:spPr bwMode="auto">
          <a:xfrm>
            <a:off x="3067050" y="3150394"/>
            <a:ext cx="3343275" cy="9429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3" name="Line 31">
            <a:extLst>
              <a:ext uri="{FF2B5EF4-FFF2-40B4-BE49-F238E27FC236}">
                <a16:creationId xmlns:a16="http://schemas.microsoft.com/office/drawing/2014/main" id="{F8BFE982-27F1-4CC2-D757-B53529DEF239}"/>
              </a:ext>
            </a:extLst>
          </p:cNvPr>
          <p:cNvSpPr>
            <a:spLocks noChangeShapeType="1"/>
          </p:cNvSpPr>
          <p:nvPr/>
        </p:nvSpPr>
        <p:spPr bwMode="auto">
          <a:xfrm flipH="1">
            <a:off x="3067050" y="3150394"/>
            <a:ext cx="1171575" cy="914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4" name="Line 32">
            <a:extLst>
              <a:ext uri="{FF2B5EF4-FFF2-40B4-BE49-F238E27FC236}">
                <a16:creationId xmlns:a16="http://schemas.microsoft.com/office/drawing/2014/main" id="{11595B08-DC6B-028F-9B05-77EA1139051D}"/>
              </a:ext>
            </a:extLst>
          </p:cNvPr>
          <p:cNvSpPr>
            <a:spLocks noChangeShapeType="1"/>
          </p:cNvSpPr>
          <p:nvPr/>
        </p:nvSpPr>
        <p:spPr bwMode="auto">
          <a:xfrm>
            <a:off x="4238625" y="3150394"/>
            <a:ext cx="0" cy="914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5" name="Line 33">
            <a:extLst>
              <a:ext uri="{FF2B5EF4-FFF2-40B4-BE49-F238E27FC236}">
                <a16:creationId xmlns:a16="http://schemas.microsoft.com/office/drawing/2014/main" id="{7EF5360C-D837-EB70-C468-308C97638D12}"/>
              </a:ext>
            </a:extLst>
          </p:cNvPr>
          <p:cNvSpPr>
            <a:spLocks noChangeShapeType="1"/>
          </p:cNvSpPr>
          <p:nvPr/>
        </p:nvSpPr>
        <p:spPr bwMode="auto">
          <a:xfrm>
            <a:off x="4238625" y="3150394"/>
            <a:ext cx="2171700" cy="9429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6" name="Line 34">
            <a:extLst>
              <a:ext uri="{FF2B5EF4-FFF2-40B4-BE49-F238E27FC236}">
                <a16:creationId xmlns:a16="http://schemas.microsoft.com/office/drawing/2014/main" id="{9650B9BD-D24D-E18D-9AD5-97E3FABD6365}"/>
              </a:ext>
            </a:extLst>
          </p:cNvPr>
          <p:cNvSpPr>
            <a:spLocks noChangeShapeType="1"/>
          </p:cNvSpPr>
          <p:nvPr/>
        </p:nvSpPr>
        <p:spPr bwMode="auto">
          <a:xfrm flipH="1">
            <a:off x="3067050" y="3136106"/>
            <a:ext cx="3190875" cy="9286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7" name="Line 35">
            <a:extLst>
              <a:ext uri="{FF2B5EF4-FFF2-40B4-BE49-F238E27FC236}">
                <a16:creationId xmlns:a16="http://schemas.microsoft.com/office/drawing/2014/main" id="{4AC4A442-1272-620A-2B81-EC3CAB2FA763}"/>
              </a:ext>
            </a:extLst>
          </p:cNvPr>
          <p:cNvSpPr>
            <a:spLocks noChangeShapeType="1"/>
          </p:cNvSpPr>
          <p:nvPr/>
        </p:nvSpPr>
        <p:spPr bwMode="auto">
          <a:xfrm flipH="1">
            <a:off x="4238625" y="3150394"/>
            <a:ext cx="2019300" cy="914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6708" name="Line 36">
            <a:extLst>
              <a:ext uri="{FF2B5EF4-FFF2-40B4-BE49-F238E27FC236}">
                <a16:creationId xmlns:a16="http://schemas.microsoft.com/office/drawing/2014/main" id="{9287476A-4E33-72E7-6A17-CAA81D7E2796}"/>
              </a:ext>
            </a:extLst>
          </p:cNvPr>
          <p:cNvSpPr>
            <a:spLocks noChangeShapeType="1"/>
          </p:cNvSpPr>
          <p:nvPr/>
        </p:nvSpPr>
        <p:spPr bwMode="auto">
          <a:xfrm>
            <a:off x="6257925" y="3121819"/>
            <a:ext cx="152400" cy="9572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7711" name="Rectangle 15">
            <a:extLst>
              <a:ext uri="{FF2B5EF4-FFF2-40B4-BE49-F238E27FC236}">
                <a16:creationId xmlns:a16="http://schemas.microsoft.com/office/drawing/2014/main" id="{0107355E-37D5-B290-3EF6-49D44D9FE436}"/>
              </a:ext>
            </a:extLst>
          </p:cNvPr>
          <p:cNvSpPr>
            <a:spLocks noChangeArrowheads="1"/>
          </p:cNvSpPr>
          <p:nvPr/>
        </p:nvSpPr>
        <p:spPr bwMode="auto">
          <a:xfrm>
            <a:off x="2209800" y="239525"/>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7700" name="Text Box 4">
            <a:extLst>
              <a:ext uri="{FF2B5EF4-FFF2-40B4-BE49-F238E27FC236}">
                <a16:creationId xmlns:a16="http://schemas.microsoft.com/office/drawing/2014/main" id="{FB0D1304-9BC1-1539-1C89-FDF7B6739B17}"/>
              </a:ext>
            </a:extLst>
          </p:cNvPr>
          <p:cNvSpPr txBox="1">
            <a:spLocks noGrp="1" noChangeArrowheads="1"/>
          </p:cNvSpPr>
          <p:nvPr>
            <p:ph type="title"/>
          </p:nvPr>
        </p:nvSpPr>
        <p:spPr bwMode="auto">
          <a:xfrm>
            <a:off x="2295525" y="264319"/>
            <a:ext cx="3971925" cy="47982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vert="horz" wrap="square" lIns="68580" tIns="34290" rIns="68580" bIns="34290" numCol="1" anchor="t" anchorCtr="0" compatLnSpc="1">
            <a:prstTxWarp prst="textNoShape">
              <a:avLst/>
            </a:prstTxWarp>
          </a:bodyPr>
          <a:lstStyle/>
          <a:p>
            <a:pPr>
              <a:lnSpc>
                <a:spcPct val="100000"/>
              </a:lnSpc>
              <a:spcBef>
                <a:spcPct val="50000"/>
              </a:spcBef>
            </a:pPr>
            <a:r>
              <a:rPr lang="zh-CN" altLang="en-US" sz="2700">
                <a:solidFill>
                  <a:schemeClr val="tx1"/>
                </a:solidFill>
                <a:latin typeface="Times New Roman" panose="02020603050405020304" pitchFamily="18" charset="0"/>
                <a:ea typeface="宋体" panose="02010600030101010101" pitchFamily="2" charset="-122"/>
              </a:rPr>
              <a:t>建立多级递阶层次结构</a:t>
            </a:r>
          </a:p>
        </p:txBody>
      </p:sp>
      <p:sp>
        <p:nvSpPr>
          <p:cNvPr id="3997706" name="Oval 10">
            <a:extLst>
              <a:ext uri="{FF2B5EF4-FFF2-40B4-BE49-F238E27FC236}">
                <a16:creationId xmlns:a16="http://schemas.microsoft.com/office/drawing/2014/main" id="{A8CD0E92-6AF7-8AE7-6C84-4B5F1E6667D8}"/>
              </a:ext>
            </a:extLst>
          </p:cNvPr>
          <p:cNvSpPr>
            <a:spLocks noChangeArrowheads="1"/>
          </p:cNvSpPr>
          <p:nvPr/>
        </p:nvSpPr>
        <p:spPr bwMode="auto">
          <a:xfrm>
            <a:off x="5314950" y="899904"/>
            <a:ext cx="1800225" cy="908864"/>
          </a:xfrm>
          <a:prstGeom prst="ellipse">
            <a:avLst/>
          </a:prstGeom>
          <a:gradFill rotWithShape="1">
            <a:gsLst>
              <a:gs pos="0">
                <a:srgbClr val="333399">
                  <a:gamma/>
                  <a:shade val="46275"/>
                  <a:invGamma/>
                </a:srgbClr>
              </a:gs>
              <a:gs pos="50000">
                <a:srgbClr val="333399"/>
              </a:gs>
              <a:gs pos="100000">
                <a:srgbClr val="333399">
                  <a:gamma/>
                  <a:shade val="46275"/>
                  <a:invGamma/>
                </a:srgbClr>
              </a:gs>
            </a:gsLst>
            <a:lin ang="5400000" scaled="1"/>
          </a:gra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a:solidFill>
                  <a:srgbClr val="FFFFFF"/>
                </a:solidFill>
                <a:latin typeface="Arial" panose="020B0604020202020204" pitchFamily="34" charset="0"/>
                <a:ea typeface="宋体" panose="02010600030101010101" pitchFamily="2" charset="-122"/>
              </a:rPr>
              <a:t>完全相关性结构</a:t>
            </a:r>
          </a:p>
        </p:txBody>
      </p:sp>
      <p:sp>
        <p:nvSpPr>
          <p:cNvPr id="3997707" name="Oval 11">
            <a:extLst>
              <a:ext uri="{FF2B5EF4-FFF2-40B4-BE49-F238E27FC236}">
                <a16:creationId xmlns:a16="http://schemas.microsoft.com/office/drawing/2014/main" id="{2F08B82E-5933-2B12-3D91-67E713015709}"/>
              </a:ext>
            </a:extLst>
          </p:cNvPr>
          <p:cNvSpPr>
            <a:spLocks noChangeArrowheads="1"/>
          </p:cNvSpPr>
          <p:nvPr/>
        </p:nvSpPr>
        <p:spPr bwMode="auto">
          <a:xfrm>
            <a:off x="5391150" y="2304841"/>
            <a:ext cx="1800225" cy="908864"/>
          </a:xfrm>
          <a:prstGeom prst="ellipse">
            <a:avLst/>
          </a:prstGeom>
          <a:gradFill rotWithShape="1">
            <a:gsLst>
              <a:gs pos="0">
                <a:srgbClr val="333399">
                  <a:gamma/>
                  <a:shade val="46275"/>
                  <a:invGamma/>
                </a:srgbClr>
              </a:gs>
              <a:gs pos="50000">
                <a:srgbClr val="333399"/>
              </a:gs>
              <a:gs pos="100000">
                <a:srgbClr val="333399">
                  <a:gamma/>
                  <a:shade val="46275"/>
                  <a:invGamma/>
                </a:srgbClr>
              </a:gs>
            </a:gsLst>
            <a:lin ang="5400000" scaled="1"/>
          </a:gra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a:solidFill>
                  <a:srgbClr val="FFFFFF"/>
                </a:solidFill>
                <a:latin typeface="Arial" panose="020B0604020202020204" pitchFamily="34" charset="0"/>
                <a:ea typeface="宋体" panose="02010600030101010101" pitchFamily="2" charset="-122"/>
              </a:rPr>
              <a:t>完全独立性结构</a:t>
            </a:r>
          </a:p>
        </p:txBody>
      </p:sp>
      <p:sp>
        <p:nvSpPr>
          <p:cNvPr id="3997708" name="Oval 12">
            <a:extLst>
              <a:ext uri="{FF2B5EF4-FFF2-40B4-BE49-F238E27FC236}">
                <a16:creationId xmlns:a16="http://schemas.microsoft.com/office/drawing/2014/main" id="{67E802D2-D3CC-1DA6-99A1-7C71066425D4}"/>
              </a:ext>
            </a:extLst>
          </p:cNvPr>
          <p:cNvSpPr>
            <a:spLocks noChangeArrowheads="1"/>
          </p:cNvSpPr>
          <p:nvPr/>
        </p:nvSpPr>
        <p:spPr bwMode="auto">
          <a:xfrm>
            <a:off x="5391150" y="3648626"/>
            <a:ext cx="1800225" cy="1493133"/>
          </a:xfrm>
          <a:prstGeom prst="ellipse">
            <a:avLst/>
          </a:prstGeom>
          <a:gradFill rotWithShape="1">
            <a:gsLst>
              <a:gs pos="0">
                <a:srgbClr val="333399">
                  <a:gamma/>
                  <a:shade val="46275"/>
                  <a:invGamma/>
                </a:srgbClr>
              </a:gs>
              <a:gs pos="50000">
                <a:srgbClr val="333399"/>
              </a:gs>
              <a:gs pos="100000">
                <a:srgbClr val="333399">
                  <a:gamma/>
                  <a:shade val="46275"/>
                  <a:invGamma/>
                </a:srgbClr>
              </a:gs>
            </a:gsLst>
            <a:lin ang="5400000" scaled="1"/>
          </a:gra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a:solidFill>
                  <a:srgbClr val="FFFFFF"/>
                </a:solidFill>
                <a:latin typeface="Arial" panose="020B0604020202020204" pitchFamily="34" charset="0"/>
                <a:ea typeface="宋体" panose="02010600030101010101" pitchFamily="2" charset="-122"/>
              </a:rPr>
              <a:t>混合性结构</a:t>
            </a:r>
          </a:p>
          <a:p>
            <a:pPr algn="ctr" defTabSz="685800" eaLnBrk="0" fontAlgn="base" hangingPunct="0">
              <a:spcBef>
                <a:spcPct val="50000"/>
              </a:spcBef>
              <a:spcAft>
                <a:spcPct val="0"/>
              </a:spcAft>
            </a:pPr>
            <a:endParaRPr lang="zh-CN" altLang="en-US">
              <a:solidFill>
                <a:srgbClr val="FFFFFF"/>
              </a:solidFill>
              <a:latin typeface="Arial" panose="020B0604020202020204" pitchFamily="34" charset="0"/>
              <a:ea typeface="宋体" panose="02010600030101010101" pitchFamily="2" charset="-122"/>
            </a:endParaRPr>
          </a:p>
        </p:txBody>
      </p:sp>
      <p:sp>
        <p:nvSpPr>
          <p:cNvPr id="3997710" name="Rectangle 14">
            <a:extLst>
              <a:ext uri="{FF2B5EF4-FFF2-40B4-BE49-F238E27FC236}">
                <a16:creationId xmlns:a16="http://schemas.microsoft.com/office/drawing/2014/main" id="{F35E093C-EAD3-6E07-9C94-437FC8CC462E}"/>
              </a:ext>
            </a:extLst>
          </p:cNvPr>
          <p:cNvSpPr>
            <a:spLocks noChangeArrowheads="1"/>
          </p:cNvSpPr>
          <p:nvPr/>
        </p:nvSpPr>
        <p:spPr bwMode="auto">
          <a:xfrm>
            <a:off x="2085975" y="2322672"/>
            <a:ext cx="2009775" cy="738664"/>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000000"/>
                </a:solidFill>
                <a:latin typeface="Arial" panose="020B0604020202020204" pitchFamily="34" charset="0"/>
                <a:ea typeface="宋体" panose="02010600030101010101" pitchFamily="2" charset="-122"/>
              </a:rPr>
              <a:t>常见的多级递阶结构</a:t>
            </a: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8745" name="Rectangle 25">
            <a:extLst>
              <a:ext uri="{FF2B5EF4-FFF2-40B4-BE49-F238E27FC236}">
                <a16:creationId xmlns:a16="http://schemas.microsoft.com/office/drawing/2014/main" id="{7E107EA6-3642-91B6-3B9A-FDD63F17DCEB}"/>
              </a:ext>
            </a:extLst>
          </p:cNvPr>
          <p:cNvSpPr>
            <a:spLocks noChangeArrowheads="1"/>
          </p:cNvSpPr>
          <p:nvPr/>
        </p:nvSpPr>
        <p:spPr bwMode="auto">
          <a:xfrm>
            <a:off x="2314575" y="235952"/>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22" name="Rectangle 2">
            <a:extLst>
              <a:ext uri="{FF2B5EF4-FFF2-40B4-BE49-F238E27FC236}">
                <a16:creationId xmlns:a16="http://schemas.microsoft.com/office/drawing/2014/main" id="{5AE0909F-0B1F-6B30-05D7-DFA7C445FD21}"/>
              </a:ext>
            </a:extLst>
          </p:cNvPr>
          <p:cNvSpPr>
            <a:spLocks noGrp="1" noChangeArrowheads="1"/>
          </p:cNvSpPr>
          <p:nvPr>
            <p:ph type="title"/>
          </p:nvPr>
        </p:nvSpPr>
        <p:spPr bwMode="auto">
          <a:xfrm>
            <a:off x="2314575" y="205978"/>
            <a:ext cx="3800475" cy="45124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solidFill>
                  <a:schemeClr val="tx1"/>
                </a:solidFill>
              </a:rPr>
              <a:t>建立多级递阶层次结构</a:t>
            </a:r>
          </a:p>
        </p:txBody>
      </p:sp>
      <p:sp>
        <p:nvSpPr>
          <p:cNvPr id="3998723" name="Rectangle 3">
            <a:extLst>
              <a:ext uri="{FF2B5EF4-FFF2-40B4-BE49-F238E27FC236}">
                <a16:creationId xmlns:a16="http://schemas.microsoft.com/office/drawing/2014/main" id="{AE54ED63-72B1-A0DA-B49E-21B1116599E2}"/>
              </a:ext>
            </a:extLst>
          </p:cNvPr>
          <p:cNvSpPr>
            <a:spLocks noGrp="1" noChangeArrowheads="1"/>
          </p:cNvSpPr>
          <p:nvPr>
            <p:ph type="body" idx="1"/>
          </p:nvPr>
        </p:nvSpPr>
        <p:spPr bwMode="auto">
          <a:xfrm>
            <a:off x="1485900" y="1200150"/>
            <a:ext cx="6172200" cy="29527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完全相关性结构</a:t>
            </a:r>
          </a:p>
        </p:txBody>
      </p:sp>
      <p:sp>
        <p:nvSpPr>
          <p:cNvPr id="3998724" name="Text Box 4">
            <a:extLst>
              <a:ext uri="{FF2B5EF4-FFF2-40B4-BE49-F238E27FC236}">
                <a16:creationId xmlns:a16="http://schemas.microsoft.com/office/drawing/2014/main" id="{D5972BAD-28AE-F108-E039-A667EA2D0E47}"/>
              </a:ext>
            </a:extLst>
          </p:cNvPr>
          <p:cNvSpPr txBox="1">
            <a:spLocks noChangeArrowheads="1"/>
          </p:cNvSpPr>
          <p:nvPr/>
        </p:nvSpPr>
        <p:spPr bwMode="auto">
          <a:xfrm>
            <a:off x="1940719" y="1646635"/>
            <a:ext cx="418576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特点：上一层次的每一要素与下一层次的所有要素完全相关</a:t>
            </a:r>
          </a:p>
        </p:txBody>
      </p:sp>
      <p:sp>
        <p:nvSpPr>
          <p:cNvPr id="3998725" name="Rectangle 5">
            <a:extLst>
              <a:ext uri="{FF2B5EF4-FFF2-40B4-BE49-F238E27FC236}">
                <a16:creationId xmlns:a16="http://schemas.microsoft.com/office/drawing/2014/main" id="{27B38077-9076-4D64-4BB3-D851D46A5F19}"/>
              </a:ext>
            </a:extLst>
          </p:cNvPr>
          <p:cNvSpPr>
            <a:spLocks noChangeArrowheads="1"/>
          </p:cNvSpPr>
          <p:nvPr/>
        </p:nvSpPr>
        <p:spPr bwMode="auto">
          <a:xfrm>
            <a:off x="3600450" y="2095113"/>
            <a:ext cx="1628775" cy="276999"/>
          </a:xfrm>
          <a:prstGeom prst="rect">
            <a:avLst/>
          </a:prstGeom>
          <a:gradFill rotWithShape="1">
            <a:gsLst>
              <a:gs pos="0">
                <a:srgbClr val="333399">
                  <a:gamma/>
                  <a:shade val="46275"/>
                  <a:invGamma/>
                </a:srgbClr>
              </a:gs>
              <a:gs pos="50000">
                <a:srgbClr val="333399"/>
              </a:gs>
              <a:gs pos="100000">
                <a:srgbClr val="3333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购一台满意的设备</a:t>
            </a:r>
          </a:p>
        </p:txBody>
      </p:sp>
      <p:sp>
        <p:nvSpPr>
          <p:cNvPr id="3998726" name="Rectangle 6">
            <a:extLst>
              <a:ext uri="{FF2B5EF4-FFF2-40B4-BE49-F238E27FC236}">
                <a16:creationId xmlns:a16="http://schemas.microsoft.com/office/drawing/2014/main" id="{08FCF91F-1EB5-6945-7758-35A1348B29F0}"/>
              </a:ext>
            </a:extLst>
          </p:cNvPr>
          <p:cNvSpPr>
            <a:spLocks noChangeArrowheads="1"/>
          </p:cNvSpPr>
          <p:nvPr/>
        </p:nvSpPr>
        <p:spPr bwMode="auto">
          <a:xfrm>
            <a:off x="1971675" y="3014276"/>
            <a:ext cx="685800"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功能强</a:t>
            </a:r>
          </a:p>
        </p:txBody>
      </p:sp>
      <p:sp>
        <p:nvSpPr>
          <p:cNvPr id="3998727" name="Rectangle 7">
            <a:extLst>
              <a:ext uri="{FF2B5EF4-FFF2-40B4-BE49-F238E27FC236}">
                <a16:creationId xmlns:a16="http://schemas.microsoft.com/office/drawing/2014/main" id="{8D7F0DF1-7767-EEDC-3695-CA7DD14BCE90}"/>
              </a:ext>
            </a:extLst>
          </p:cNvPr>
          <p:cNvSpPr>
            <a:spLocks noChangeArrowheads="1"/>
          </p:cNvSpPr>
          <p:nvPr/>
        </p:nvSpPr>
        <p:spPr bwMode="auto">
          <a:xfrm>
            <a:off x="4010025" y="3042851"/>
            <a:ext cx="685800"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价格低</a:t>
            </a:r>
          </a:p>
        </p:txBody>
      </p:sp>
      <p:sp>
        <p:nvSpPr>
          <p:cNvPr id="3998728" name="Rectangle 8">
            <a:extLst>
              <a:ext uri="{FF2B5EF4-FFF2-40B4-BE49-F238E27FC236}">
                <a16:creationId xmlns:a16="http://schemas.microsoft.com/office/drawing/2014/main" id="{8A1F88AE-E7B5-234B-FFA5-184E12A10479}"/>
              </a:ext>
            </a:extLst>
          </p:cNvPr>
          <p:cNvSpPr>
            <a:spLocks noChangeArrowheads="1"/>
          </p:cNvSpPr>
          <p:nvPr/>
        </p:nvSpPr>
        <p:spPr bwMode="auto">
          <a:xfrm>
            <a:off x="6457950" y="3080951"/>
            <a:ext cx="885825"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容易维修</a:t>
            </a:r>
          </a:p>
        </p:txBody>
      </p:sp>
      <p:sp>
        <p:nvSpPr>
          <p:cNvPr id="3998729" name="Rectangle 9">
            <a:extLst>
              <a:ext uri="{FF2B5EF4-FFF2-40B4-BE49-F238E27FC236}">
                <a16:creationId xmlns:a16="http://schemas.microsoft.com/office/drawing/2014/main" id="{7835FD9C-80BD-7312-4E48-6F23D4B65CE3}"/>
              </a:ext>
            </a:extLst>
          </p:cNvPr>
          <p:cNvSpPr>
            <a:spLocks noChangeArrowheads="1"/>
          </p:cNvSpPr>
          <p:nvPr/>
        </p:nvSpPr>
        <p:spPr bwMode="auto">
          <a:xfrm>
            <a:off x="1971675" y="4204901"/>
            <a:ext cx="685800" cy="276999"/>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en-US" altLang="zh-CN" sz="1200">
                <a:solidFill>
                  <a:srgbClr val="FFFFFF"/>
                </a:solidFill>
                <a:latin typeface="Arial" panose="020B0604020202020204" pitchFamily="34" charset="0"/>
                <a:ea typeface="宋体" panose="02010600030101010101" pitchFamily="2" charset="-122"/>
              </a:rPr>
              <a:t>A</a:t>
            </a:r>
          </a:p>
        </p:txBody>
      </p:sp>
      <p:sp>
        <p:nvSpPr>
          <p:cNvPr id="3998730" name="Rectangle 10">
            <a:extLst>
              <a:ext uri="{FF2B5EF4-FFF2-40B4-BE49-F238E27FC236}">
                <a16:creationId xmlns:a16="http://schemas.microsoft.com/office/drawing/2014/main" id="{ACCC7CE7-A599-F11D-C144-0CA7150E0102}"/>
              </a:ext>
            </a:extLst>
          </p:cNvPr>
          <p:cNvSpPr>
            <a:spLocks noChangeArrowheads="1"/>
          </p:cNvSpPr>
          <p:nvPr/>
        </p:nvSpPr>
        <p:spPr bwMode="auto">
          <a:xfrm>
            <a:off x="4010025" y="4166801"/>
            <a:ext cx="685800" cy="276999"/>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en-US" altLang="zh-CN" sz="1200">
                <a:solidFill>
                  <a:srgbClr val="FFFFFF"/>
                </a:solidFill>
                <a:latin typeface="Arial" panose="020B0604020202020204" pitchFamily="34" charset="0"/>
                <a:ea typeface="宋体" panose="02010600030101010101" pitchFamily="2" charset="-122"/>
              </a:rPr>
              <a:t>B</a:t>
            </a:r>
          </a:p>
        </p:txBody>
      </p:sp>
      <p:sp>
        <p:nvSpPr>
          <p:cNvPr id="3998731" name="Rectangle 11">
            <a:extLst>
              <a:ext uri="{FF2B5EF4-FFF2-40B4-BE49-F238E27FC236}">
                <a16:creationId xmlns:a16="http://schemas.microsoft.com/office/drawing/2014/main" id="{5D44C477-5EAE-CC02-936E-D8B9A43EB26F}"/>
              </a:ext>
            </a:extLst>
          </p:cNvPr>
          <p:cNvSpPr>
            <a:spLocks noChangeArrowheads="1"/>
          </p:cNvSpPr>
          <p:nvPr/>
        </p:nvSpPr>
        <p:spPr bwMode="auto">
          <a:xfrm>
            <a:off x="6457950" y="4204901"/>
            <a:ext cx="685800" cy="276999"/>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en-US" altLang="zh-CN" sz="1200">
                <a:solidFill>
                  <a:srgbClr val="FFFFFF"/>
                </a:solidFill>
                <a:latin typeface="Arial" panose="020B0604020202020204" pitchFamily="34" charset="0"/>
                <a:ea typeface="宋体" panose="02010600030101010101" pitchFamily="2" charset="-122"/>
              </a:rPr>
              <a:t>C</a:t>
            </a:r>
          </a:p>
        </p:txBody>
      </p:sp>
      <p:sp>
        <p:nvSpPr>
          <p:cNvPr id="3998732" name="Line 12">
            <a:extLst>
              <a:ext uri="{FF2B5EF4-FFF2-40B4-BE49-F238E27FC236}">
                <a16:creationId xmlns:a16="http://schemas.microsoft.com/office/drawing/2014/main" id="{23BA4956-0744-E878-301C-A0242AF38DB1}"/>
              </a:ext>
            </a:extLst>
          </p:cNvPr>
          <p:cNvSpPr>
            <a:spLocks noChangeShapeType="1"/>
          </p:cNvSpPr>
          <p:nvPr/>
        </p:nvSpPr>
        <p:spPr bwMode="auto">
          <a:xfrm flipH="1">
            <a:off x="2314575" y="2366962"/>
            <a:ext cx="2028825" cy="6524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3" name="Line 13">
            <a:extLst>
              <a:ext uri="{FF2B5EF4-FFF2-40B4-BE49-F238E27FC236}">
                <a16:creationId xmlns:a16="http://schemas.microsoft.com/office/drawing/2014/main" id="{1DFE5D0F-61A3-EC40-0D49-A65AB062B7BC}"/>
              </a:ext>
            </a:extLst>
          </p:cNvPr>
          <p:cNvSpPr>
            <a:spLocks noChangeShapeType="1"/>
          </p:cNvSpPr>
          <p:nvPr/>
        </p:nvSpPr>
        <p:spPr bwMode="auto">
          <a:xfrm>
            <a:off x="4343400" y="2366962"/>
            <a:ext cx="0" cy="6810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4" name="Line 14">
            <a:extLst>
              <a:ext uri="{FF2B5EF4-FFF2-40B4-BE49-F238E27FC236}">
                <a16:creationId xmlns:a16="http://schemas.microsoft.com/office/drawing/2014/main" id="{FAEDC230-55DD-53E0-B20B-186B384CA3C1}"/>
              </a:ext>
            </a:extLst>
          </p:cNvPr>
          <p:cNvSpPr>
            <a:spLocks noChangeShapeType="1"/>
          </p:cNvSpPr>
          <p:nvPr/>
        </p:nvSpPr>
        <p:spPr bwMode="auto">
          <a:xfrm>
            <a:off x="4343400" y="2366962"/>
            <a:ext cx="2562225" cy="7191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5" name="Line 15">
            <a:extLst>
              <a:ext uri="{FF2B5EF4-FFF2-40B4-BE49-F238E27FC236}">
                <a16:creationId xmlns:a16="http://schemas.microsoft.com/office/drawing/2014/main" id="{9DCCD041-15D4-BA58-E5C9-5D4FC7515646}"/>
              </a:ext>
            </a:extLst>
          </p:cNvPr>
          <p:cNvSpPr>
            <a:spLocks noChangeShapeType="1"/>
          </p:cNvSpPr>
          <p:nvPr/>
        </p:nvSpPr>
        <p:spPr bwMode="auto">
          <a:xfrm>
            <a:off x="2314575" y="3286125"/>
            <a:ext cx="0" cy="923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6" name="Line 16">
            <a:extLst>
              <a:ext uri="{FF2B5EF4-FFF2-40B4-BE49-F238E27FC236}">
                <a16:creationId xmlns:a16="http://schemas.microsoft.com/office/drawing/2014/main" id="{48F94C43-6018-E56D-5E35-7EA9FEEF809E}"/>
              </a:ext>
            </a:extLst>
          </p:cNvPr>
          <p:cNvSpPr>
            <a:spLocks noChangeShapeType="1"/>
          </p:cNvSpPr>
          <p:nvPr/>
        </p:nvSpPr>
        <p:spPr bwMode="auto">
          <a:xfrm>
            <a:off x="2314575" y="3286125"/>
            <a:ext cx="2028825" cy="885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7" name="Line 17">
            <a:extLst>
              <a:ext uri="{FF2B5EF4-FFF2-40B4-BE49-F238E27FC236}">
                <a16:creationId xmlns:a16="http://schemas.microsoft.com/office/drawing/2014/main" id="{3370A4D7-D4F5-704F-9AC2-4D6855D3D79E}"/>
              </a:ext>
            </a:extLst>
          </p:cNvPr>
          <p:cNvSpPr>
            <a:spLocks noChangeShapeType="1"/>
          </p:cNvSpPr>
          <p:nvPr/>
        </p:nvSpPr>
        <p:spPr bwMode="auto">
          <a:xfrm>
            <a:off x="2314575" y="3286125"/>
            <a:ext cx="4591050" cy="923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8" name="Line 18">
            <a:extLst>
              <a:ext uri="{FF2B5EF4-FFF2-40B4-BE49-F238E27FC236}">
                <a16:creationId xmlns:a16="http://schemas.microsoft.com/office/drawing/2014/main" id="{CBC76D57-D22B-3CE3-6B6E-79093C2416BC}"/>
              </a:ext>
            </a:extLst>
          </p:cNvPr>
          <p:cNvSpPr>
            <a:spLocks noChangeShapeType="1"/>
          </p:cNvSpPr>
          <p:nvPr/>
        </p:nvSpPr>
        <p:spPr bwMode="auto">
          <a:xfrm flipH="1">
            <a:off x="2314575" y="3352800"/>
            <a:ext cx="2028825" cy="8191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39" name="Line 19">
            <a:extLst>
              <a:ext uri="{FF2B5EF4-FFF2-40B4-BE49-F238E27FC236}">
                <a16:creationId xmlns:a16="http://schemas.microsoft.com/office/drawing/2014/main" id="{254FED76-7339-A8CE-C115-C76F4418055E}"/>
              </a:ext>
            </a:extLst>
          </p:cNvPr>
          <p:cNvSpPr>
            <a:spLocks noChangeShapeType="1"/>
          </p:cNvSpPr>
          <p:nvPr/>
        </p:nvSpPr>
        <p:spPr bwMode="auto">
          <a:xfrm>
            <a:off x="4343400" y="3352800"/>
            <a:ext cx="0" cy="8572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40" name="Line 20">
            <a:extLst>
              <a:ext uri="{FF2B5EF4-FFF2-40B4-BE49-F238E27FC236}">
                <a16:creationId xmlns:a16="http://schemas.microsoft.com/office/drawing/2014/main" id="{C0C90BB6-7BE9-4264-2675-61D198D662A8}"/>
              </a:ext>
            </a:extLst>
          </p:cNvPr>
          <p:cNvSpPr>
            <a:spLocks noChangeShapeType="1"/>
          </p:cNvSpPr>
          <p:nvPr/>
        </p:nvSpPr>
        <p:spPr bwMode="auto">
          <a:xfrm>
            <a:off x="4343400" y="3352800"/>
            <a:ext cx="2562225" cy="8572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41" name="Line 21">
            <a:extLst>
              <a:ext uri="{FF2B5EF4-FFF2-40B4-BE49-F238E27FC236}">
                <a16:creationId xmlns:a16="http://schemas.microsoft.com/office/drawing/2014/main" id="{8D571A95-743A-D8FC-92CF-544481C54F72}"/>
              </a:ext>
            </a:extLst>
          </p:cNvPr>
          <p:cNvSpPr>
            <a:spLocks noChangeShapeType="1"/>
          </p:cNvSpPr>
          <p:nvPr/>
        </p:nvSpPr>
        <p:spPr bwMode="auto">
          <a:xfrm flipH="1">
            <a:off x="4343400" y="3352800"/>
            <a:ext cx="2562225" cy="8191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42" name="Line 22">
            <a:extLst>
              <a:ext uri="{FF2B5EF4-FFF2-40B4-BE49-F238E27FC236}">
                <a16:creationId xmlns:a16="http://schemas.microsoft.com/office/drawing/2014/main" id="{47B26C53-A2A5-6E4E-C09A-0EBC04BDEDE1}"/>
              </a:ext>
            </a:extLst>
          </p:cNvPr>
          <p:cNvSpPr>
            <a:spLocks noChangeShapeType="1"/>
          </p:cNvSpPr>
          <p:nvPr/>
        </p:nvSpPr>
        <p:spPr bwMode="auto">
          <a:xfrm flipH="1">
            <a:off x="2314575" y="3352800"/>
            <a:ext cx="4591050" cy="8191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43" name="Line 23">
            <a:extLst>
              <a:ext uri="{FF2B5EF4-FFF2-40B4-BE49-F238E27FC236}">
                <a16:creationId xmlns:a16="http://schemas.microsoft.com/office/drawing/2014/main" id="{6CC24AA0-A0D9-752E-DA26-1CD87C49FF93}"/>
              </a:ext>
            </a:extLst>
          </p:cNvPr>
          <p:cNvSpPr>
            <a:spLocks noChangeShapeType="1"/>
          </p:cNvSpPr>
          <p:nvPr/>
        </p:nvSpPr>
        <p:spPr bwMode="auto">
          <a:xfrm>
            <a:off x="6905625" y="3314700"/>
            <a:ext cx="0" cy="895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8744" name="Text Box 24">
            <a:extLst>
              <a:ext uri="{FF2B5EF4-FFF2-40B4-BE49-F238E27FC236}">
                <a16:creationId xmlns:a16="http://schemas.microsoft.com/office/drawing/2014/main" id="{A1795E1C-FB88-AB5C-BDDB-858930C77A80}"/>
              </a:ext>
            </a:extLst>
          </p:cNvPr>
          <p:cNvSpPr txBox="1">
            <a:spLocks noChangeArrowheads="1"/>
          </p:cNvSpPr>
          <p:nvPr/>
        </p:nvSpPr>
        <p:spPr bwMode="auto">
          <a:xfrm>
            <a:off x="1624012" y="2100263"/>
            <a:ext cx="4024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Bodoni MT" panose="02070603080606020203" pitchFamily="18" charset="0"/>
                <a:ea typeface="宋体" panose="02010600030101010101" pitchFamily="2" charset="-122"/>
              </a:rPr>
              <a:t>eg</a:t>
            </a:r>
          </a:p>
        </p:txBody>
      </p:sp>
    </p:spTree>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9779" name="Rectangle 35">
            <a:extLst>
              <a:ext uri="{FF2B5EF4-FFF2-40B4-BE49-F238E27FC236}">
                <a16:creationId xmlns:a16="http://schemas.microsoft.com/office/drawing/2014/main" id="{860A1D1C-0FB5-74E2-8956-3E317AA4F959}"/>
              </a:ext>
            </a:extLst>
          </p:cNvPr>
          <p:cNvSpPr>
            <a:spLocks noChangeArrowheads="1"/>
          </p:cNvSpPr>
          <p:nvPr/>
        </p:nvSpPr>
        <p:spPr bwMode="auto">
          <a:xfrm>
            <a:off x="2371725" y="255002"/>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46" name="Rectangle 2">
            <a:extLst>
              <a:ext uri="{FF2B5EF4-FFF2-40B4-BE49-F238E27FC236}">
                <a16:creationId xmlns:a16="http://schemas.microsoft.com/office/drawing/2014/main" id="{47900CF2-E864-76CD-A290-7E4C735B454B}"/>
              </a:ext>
            </a:extLst>
          </p:cNvPr>
          <p:cNvSpPr>
            <a:spLocks noGrp="1" noChangeArrowheads="1"/>
          </p:cNvSpPr>
          <p:nvPr>
            <p:ph type="title"/>
          </p:nvPr>
        </p:nvSpPr>
        <p:spPr bwMode="auto">
          <a:xfrm>
            <a:off x="2428875" y="205978"/>
            <a:ext cx="3571875" cy="37504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solidFill>
                  <a:schemeClr val="tx1"/>
                </a:solidFill>
              </a:rPr>
              <a:t>建立多级递阶层次结构</a:t>
            </a:r>
          </a:p>
        </p:txBody>
      </p:sp>
      <p:sp>
        <p:nvSpPr>
          <p:cNvPr id="3999748" name="Text Box 4">
            <a:extLst>
              <a:ext uri="{FF2B5EF4-FFF2-40B4-BE49-F238E27FC236}">
                <a16:creationId xmlns:a16="http://schemas.microsoft.com/office/drawing/2014/main" id="{7B9FA225-A67B-05A7-05B6-326C9CE83EE2}"/>
              </a:ext>
            </a:extLst>
          </p:cNvPr>
          <p:cNvSpPr txBox="1">
            <a:spLocks noChangeArrowheads="1"/>
          </p:cNvSpPr>
          <p:nvPr/>
        </p:nvSpPr>
        <p:spPr bwMode="auto">
          <a:xfrm>
            <a:off x="2016919" y="1151335"/>
            <a:ext cx="418576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特点：上一层要素都各自有独立的、完全不同的下层要素。</a:t>
            </a:r>
          </a:p>
        </p:txBody>
      </p:sp>
      <p:sp>
        <p:nvSpPr>
          <p:cNvPr id="3999749" name="Rectangle 5">
            <a:extLst>
              <a:ext uri="{FF2B5EF4-FFF2-40B4-BE49-F238E27FC236}">
                <a16:creationId xmlns:a16="http://schemas.microsoft.com/office/drawing/2014/main" id="{782D90D7-8538-0DE5-DB19-B7D2C7E3EFE3}"/>
              </a:ext>
            </a:extLst>
          </p:cNvPr>
          <p:cNvSpPr>
            <a:spLocks noChangeArrowheads="1"/>
          </p:cNvSpPr>
          <p:nvPr/>
        </p:nvSpPr>
        <p:spPr bwMode="auto">
          <a:xfrm>
            <a:off x="3600450" y="1542663"/>
            <a:ext cx="1628775" cy="276999"/>
          </a:xfrm>
          <a:prstGeom prst="rect">
            <a:avLst/>
          </a:prstGeom>
          <a:gradFill rotWithShape="1">
            <a:gsLst>
              <a:gs pos="0">
                <a:srgbClr val="333399">
                  <a:gamma/>
                  <a:shade val="46275"/>
                  <a:invGamma/>
                </a:srgbClr>
              </a:gs>
              <a:gs pos="50000">
                <a:srgbClr val="333399"/>
              </a:gs>
              <a:gs pos="100000">
                <a:srgbClr val="3333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减少交通事故损失</a:t>
            </a:r>
          </a:p>
        </p:txBody>
      </p:sp>
      <p:sp>
        <p:nvSpPr>
          <p:cNvPr id="3999750" name="Rectangle 6">
            <a:extLst>
              <a:ext uri="{FF2B5EF4-FFF2-40B4-BE49-F238E27FC236}">
                <a16:creationId xmlns:a16="http://schemas.microsoft.com/office/drawing/2014/main" id="{07A9C3CC-126E-27CB-F30C-3D04109AEE87}"/>
              </a:ext>
            </a:extLst>
          </p:cNvPr>
          <p:cNvSpPr>
            <a:spLocks noChangeArrowheads="1"/>
          </p:cNvSpPr>
          <p:nvPr/>
        </p:nvSpPr>
        <p:spPr bwMode="auto">
          <a:xfrm>
            <a:off x="2016919" y="2357051"/>
            <a:ext cx="1247775"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防止事故发生</a:t>
            </a:r>
          </a:p>
        </p:txBody>
      </p:sp>
      <p:sp>
        <p:nvSpPr>
          <p:cNvPr id="3999751" name="Rectangle 7">
            <a:extLst>
              <a:ext uri="{FF2B5EF4-FFF2-40B4-BE49-F238E27FC236}">
                <a16:creationId xmlns:a16="http://schemas.microsoft.com/office/drawing/2014/main" id="{882F9929-B8E7-3927-8CF7-0452D51CF7F5}"/>
              </a:ext>
            </a:extLst>
          </p:cNvPr>
          <p:cNvSpPr>
            <a:spLocks noChangeArrowheads="1"/>
          </p:cNvSpPr>
          <p:nvPr/>
        </p:nvSpPr>
        <p:spPr bwMode="auto">
          <a:xfrm>
            <a:off x="4067175" y="2357051"/>
            <a:ext cx="1162050"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减少事故损失</a:t>
            </a:r>
          </a:p>
        </p:txBody>
      </p:sp>
      <p:sp>
        <p:nvSpPr>
          <p:cNvPr id="3999752" name="Rectangle 8">
            <a:extLst>
              <a:ext uri="{FF2B5EF4-FFF2-40B4-BE49-F238E27FC236}">
                <a16:creationId xmlns:a16="http://schemas.microsoft.com/office/drawing/2014/main" id="{5349FC31-9889-E9BF-E171-1BFCF640F801}"/>
              </a:ext>
            </a:extLst>
          </p:cNvPr>
          <p:cNvSpPr>
            <a:spLocks noChangeArrowheads="1"/>
          </p:cNvSpPr>
          <p:nvPr/>
        </p:nvSpPr>
        <p:spPr bwMode="auto">
          <a:xfrm>
            <a:off x="6260307" y="2357051"/>
            <a:ext cx="1197769"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促进恢复</a:t>
            </a:r>
          </a:p>
        </p:txBody>
      </p:sp>
      <p:sp>
        <p:nvSpPr>
          <p:cNvPr id="3999753" name="Rectangle 9">
            <a:extLst>
              <a:ext uri="{FF2B5EF4-FFF2-40B4-BE49-F238E27FC236}">
                <a16:creationId xmlns:a16="http://schemas.microsoft.com/office/drawing/2014/main" id="{A685C660-FAF9-BF82-5BA6-873EE489E222}"/>
              </a:ext>
            </a:extLst>
          </p:cNvPr>
          <p:cNvSpPr>
            <a:spLocks noChangeArrowheads="1"/>
          </p:cNvSpPr>
          <p:nvPr/>
        </p:nvSpPr>
        <p:spPr bwMode="auto">
          <a:xfrm>
            <a:off x="1971675" y="3051244"/>
            <a:ext cx="342900" cy="1938992"/>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提高司机的安全责任感</a:t>
            </a:r>
          </a:p>
        </p:txBody>
      </p:sp>
      <p:sp>
        <p:nvSpPr>
          <p:cNvPr id="3999755" name="Rectangle 11">
            <a:extLst>
              <a:ext uri="{FF2B5EF4-FFF2-40B4-BE49-F238E27FC236}">
                <a16:creationId xmlns:a16="http://schemas.microsoft.com/office/drawing/2014/main" id="{424574CF-CFB4-D48F-8723-D4B200EBC585}"/>
              </a:ext>
            </a:extLst>
          </p:cNvPr>
          <p:cNvSpPr>
            <a:spLocks noGrp="1" noChangeArrowheads="1"/>
          </p:cNvSpPr>
          <p:nvPr>
            <p:ph type="body" idx="1"/>
          </p:nvPr>
        </p:nvSpPr>
        <p:spPr bwMode="auto">
          <a:xfrm>
            <a:off x="2016919" y="733425"/>
            <a:ext cx="6172200" cy="29527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完全独立性结构</a:t>
            </a:r>
          </a:p>
        </p:txBody>
      </p:sp>
      <p:sp>
        <p:nvSpPr>
          <p:cNvPr id="3999756" name="Rectangle 12">
            <a:extLst>
              <a:ext uri="{FF2B5EF4-FFF2-40B4-BE49-F238E27FC236}">
                <a16:creationId xmlns:a16="http://schemas.microsoft.com/office/drawing/2014/main" id="{CA4E68B0-65F2-6138-E7C8-6F555DDDBDA3}"/>
              </a:ext>
            </a:extLst>
          </p:cNvPr>
          <p:cNvSpPr>
            <a:spLocks noChangeArrowheads="1"/>
          </p:cNvSpPr>
          <p:nvPr/>
        </p:nvSpPr>
        <p:spPr bwMode="auto">
          <a:xfrm>
            <a:off x="2476500" y="3062288"/>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提高车辆的操作技　　　　　　　能</a:t>
            </a:r>
          </a:p>
        </p:txBody>
      </p:sp>
      <p:sp>
        <p:nvSpPr>
          <p:cNvPr id="3999757" name="Rectangle 13">
            <a:extLst>
              <a:ext uri="{FF2B5EF4-FFF2-40B4-BE49-F238E27FC236}">
                <a16:creationId xmlns:a16="http://schemas.microsoft.com/office/drawing/2014/main" id="{FA08A001-9494-8EC5-FA0D-D336F41386F8}"/>
              </a:ext>
            </a:extLst>
          </p:cNvPr>
          <p:cNvSpPr>
            <a:spLocks noChangeArrowheads="1"/>
          </p:cNvSpPr>
          <p:nvPr/>
        </p:nvSpPr>
        <p:spPr bwMode="auto">
          <a:xfrm>
            <a:off x="3048000" y="3062288"/>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改善道路设施</a:t>
            </a:r>
          </a:p>
        </p:txBody>
      </p:sp>
      <p:sp>
        <p:nvSpPr>
          <p:cNvPr id="3999758" name="Rectangle 14">
            <a:extLst>
              <a:ext uri="{FF2B5EF4-FFF2-40B4-BE49-F238E27FC236}">
                <a16:creationId xmlns:a16="http://schemas.microsoft.com/office/drawing/2014/main" id="{B10260D1-540D-A195-E6E8-7D73B278A7DF}"/>
              </a:ext>
            </a:extLst>
          </p:cNvPr>
          <p:cNvSpPr>
            <a:spLocks noChangeArrowheads="1"/>
          </p:cNvSpPr>
          <p:nvPr/>
        </p:nvSpPr>
        <p:spPr bwMode="auto">
          <a:xfrm>
            <a:off x="3895725" y="3062288"/>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提高车辆安全保障功能</a:t>
            </a:r>
          </a:p>
        </p:txBody>
      </p:sp>
      <p:sp>
        <p:nvSpPr>
          <p:cNvPr id="3999759" name="Rectangle 15">
            <a:extLst>
              <a:ext uri="{FF2B5EF4-FFF2-40B4-BE49-F238E27FC236}">
                <a16:creationId xmlns:a16="http://schemas.microsoft.com/office/drawing/2014/main" id="{DADD90AB-BBCF-1083-940F-F20667044191}"/>
              </a:ext>
            </a:extLst>
          </p:cNvPr>
          <p:cNvSpPr>
            <a:spLocks noChangeArrowheads="1"/>
          </p:cNvSpPr>
          <p:nvPr/>
        </p:nvSpPr>
        <p:spPr bwMode="auto">
          <a:xfrm>
            <a:off x="4562475" y="3062288"/>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加强十字路口交通管理</a:t>
            </a:r>
          </a:p>
        </p:txBody>
      </p:sp>
      <p:sp>
        <p:nvSpPr>
          <p:cNvPr id="3999760" name="Rectangle 16">
            <a:extLst>
              <a:ext uri="{FF2B5EF4-FFF2-40B4-BE49-F238E27FC236}">
                <a16:creationId xmlns:a16="http://schemas.microsoft.com/office/drawing/2014/main" id="{96DE56D0-DF9D-7F37-7E4C-7D390A42D39E}"/>
              </a:ext>
            </a:extLst>
          </p:cNvPr>
          <p:cNvSpPr>
            <a:spLocks noChangeArrowheads="1"/>
          </p:cNvSpPr>
          <p:nvPr/>
        </p:nvSpPr>
        <p:spPr bwMode="auto">
          <a:xfrm>
            <a:off x="5229225" y="3062288"/>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充实急救医疗体制</a:t>
            </a:r>
          </a:p>
        </p:txBody>
      </p:sp>
      <p:sp>
        <p:nvSpPr>
          <p:cNvPr id="3999761" name="Rectangle 17">
            <a:extLst>
              <a:ext uri="{FF2B5EF4-FFF2-40B4-BE49-F238E27FC236}">
                <a16:creationId xmlns:a16="http://schemas.microsoft.com/office/drawing/2014/main" id="{DFA5450B-E41B-B971-A104-C9CDFEEB967C}"/>
              </a:ext>
            </a:extLst>
          </p:cNvPr>
          <p:cNvSpPr>
            <a:spLocks noChangeArrowheads="1"/>
          </p:cNvSpPr>
          <p:nvPr/>
        </p:nvSpPr>
        <p:spPr bwMode="auto">
          <a:xfrm>
            <a:off x="6088856" y="3062288"/>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健全医疗体制</a:t>
            </a:r>
          </a:p>
        </p:txBody>
      </p:sp>
      <p:sp>
        <p:nvSpPr>
          <p:cNvPr id="3999762" name="Rectangle 18">
            <a:extLst>
              <a:ext uri="{FF2B5EF4-FFF2-40B4-BE49-F238E27FC236}">
                <a16:creationId xmlns:a16="http://schemas.microsoft.com/office/drawing/2014/main" id="{93666A95-9A4A-005B-033A-074F134F667A}"/>
              </a:ext>
            </a:extLst>
          </p:cNvPr>
          <p:cNvSpPr>
            <a:spLocks noChangeArrowheads="1"/>
          </p:cNvSpPr>
          <p:nvPr/>
        </p:nvSpPr>
        <p:spPr bwMode="auto">
          <a:xfrm>
            <a:off x="7286625" y="3048001"/>
            <a:ext cx="342900" cy="1916906"/>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lstStyle/>
          <a:p>
            <a:pPr algn="ctr" defTabSz="685800" eaLnBrk="0" fontAlgn="base" hangingPunct="0">
              <a:spcBef>
                <a:spcPct val="50000"/>
              </a:spcBef>
              <a:spcAft>
                <a:spcPct val="0"/>
              </a:spcAft>
            </a:pPr>
            <a:r>
              <a:rPr lang="zh-CN" altLang="en-US" sz="1050">
                <a:solidFill>
                  <a:srgbClr val="FFFFFF"/>
                </a:solidFill>
                <a:latin typeface="Arial" panose="020B0604020202020204" pitchFamily="34" charset="0"/>
                <a:ea typeface="宋体" panose="02010600030101010101" pitchFamily="2" charset="-122"/>
              </a:rPr>
              <a:t>充实残疾人治疗培训体制</a:t>
            </a:r>
          </a:p>
        </p:txBody>
      </p:sp>
      <p:sp>
        <p:nvSpPr>
          <p:cNvPr id="3999763" name="Line 19">
            <a:extLst>
              <a:ext uri="{FF2B5EF4-FFF2-40B4-BE49-F238E27FC236}">
                <a16:creationId xmlns:a16="http://schemas.microsoft.com/office/drawing/2014/main" id="{3CF0EAB5-8C9C-4478-2C56-15FE096E228A}"/>
              </a:ext>
            </a:extLst>
          </p:cNvPr>
          <p:cNvSpPr>
            <a:spLocks noChangeShapeType="1"/>
          </p:cNvSpPr>
          <p:nvPr/>
        </p:nvSpPr>
        <p:spPr bwMode="auto">
          <a:xfrm>
            <a:off x="4410075" y="1814512"/>
            <a:ext cx="0" cy="5476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64" name="Line 20">
            <a:extLst>
              <a:ext uri="{FF2B5EF4-FFF2-40B4-BE49-F238E27FC236}">
                <a16:creationId xmlns:a16="http://schemas.microsoft.com/office/drawing/2014/main" id="{838DBCAE-37B8-D253-7ECF-DFB23554A659}"/>
              </a:ext>
            </a:extLst>
          </p:cNvPr>
          <p:cNvSpPr>
            <a:spLocks noChangeShapeType="1"/>
          </p:cNvSpPr>
          <p:nvPr/>
        </p:nvSpPr>
        <p:spPr bwMode="auto">
          <a:xfrm flipV="1">
            <a:off x="2667000" y="2000250"/>
            <a:ext cx="4210050"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65" name="Line 21">
            <a:extLst>
              <a:ext uri="{FF2B5EF4-FFF2-40B4-BE49-F238E27FC236}">
                <a16:creationId xmlns:a16="http://schemas.microsoft.com/office/drawing/2014/main" id="{5C74DB57-C44C-BDC5-894D-2A21EA4CAD88}"/>
              </a:ext>
            </a:extLst>
          </p:cNvPr>
          <p:cNvSpPr>
            <a:spLocks noChangeShapeType="1"/>
          </p:cNvSpPr>
          <p:nvPr/>
        </p:nvSpPr>
        <p:spPr bwMode="auto">
          <a:xfrm>
            <a:off x="2667000" y="2000250"/>
            <a:ext cx="0" cy="361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66" name="Line 22">
            <a:extLst>
              <a:ext uri="{FF2B5EF4-FFF2-40B4-BE49-F238E27FC236}">
                <a16:creationId xmlns:a16="http://schemas.microsoft.com/office/drawing/2014/main" id="{34D69965-73A0-4873-FA13-8F2AA7485B13}"/>
              </a:ext>
            </a:extLst>
          </p:cNvPr>
          <p:cNvSpPr>
            <a:spLocks noChangeShapeType="1"/>
          </p:cNvSpPr>
          <p:nvPr/>
        </p:nvSpPr>
        <p:spPr bwMode="auto">
          <a:xfrm>
            <a:off x="6877050" y="2000250"/>
            <a:ext cx="0" cy="361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67" name="Line 23">
            <a:extLst>
              <a:ext uri="{FF2B5EF4-FFF2-40B4-BE49-F238E27FC236}">
                <a16:creationId xmlns:a16="http://schemas.microsoft.com/office/drawing/2014/main" id="{F8603FAB-C615-D239-BFE0-78EFD97169EC}"/>
              </a:ext>
            </a:extLst>
          </p:cNvPr>
          <p:cNvSpPr>
            <a:spLocks noChangeShapeType="1"/>
          </p:cNvSpPr>
          <p:nvPr/>
        </p:nvSpPr>
        <p:spPr bwMode="auto">
          <a:xfrm>
            <a:off x="2667000" y="2628900"/>
            <a:ext cx="0" cy="4333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68" name="Line 24">
            <a:extLst>
              <a:ext uri="{FF2B5EF4-FFF2-40B4-BE49-F238E27FC236}">
                <a16:creationId xmlns:a16="http://schemas.microsoft.com/office/drawing/2014/main" id="{A212EB69-5BB7-4975-E5C6-44AB39910068}"/>
              </a:ext>
            </a:extLst>
          </p:cNvPr>
          <p:cNvSpPr>
            <a:spLocks noChangeShapeType="1"/>
          </p:cNvSpPr>
          <p:nvPr/>
        </p:nvSpPr>
        <p:spPr bwMode="auto">
          <a:xfrm>
            <a:off x="2112169" y="2886075"/>
            <a:ext cx="0" cy="1762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69" name="Line 25">
            <a:extLst>
              <a:ext uri="{FF2B5EF4-FFF2-40B4-BE49-F238E27FC236}">
                <a16:creationId xmlns:a16="http://schemas.microsoft.com/office/drawing/2014/main" id="{712A7D86-7C9E-BBA9-EA77-BC812FB70BC9}"/>
              </a:ext>
            </a:extLst>
          </p:cNvPr>
          <p:cNvSpPr>
            <a:spLocks noChangeShapeType="1"/>
          </p:cNvSpPr>
          <p:nvPr/>
        </p:nvSpPr>
        <p:spPr bwMode="auto">
          <a:xfrm>
            <a:off x="2112169" y="2886075"/>
            <a:ext cx="11525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0" name="Line 26">
            <a:extLst>
              <a:ext uri="{FF2B5EF4-FFF2-40B4-BE49-F238E27FC236}">
                <a16:creationId xmlns:a16="http://schemas.microsoft.com/office/drawing/2014/main" id="{AB9FBD8B-119E-3980-3DD4-B8004A1B402E}"/>
              </a:ext>
            </a:extLst>
          </p:cNvPr>
          <p:cNvSpPr>
            <a:spLocks noChangeShapeType="1"/>
          </p:cNvSpPr>
          <p:nvPr/>
        </p:nvSpPr>
        <p:spPr bwMode="auto">
          <a:xfrm>
            <a:off x="3264694" y="2871787"/>
            <a:ext cx="0" cy="1762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1" name="Line 27">
            <a:extLst>
              <a:ext uri="{FF2B5EF4-FFF2-40B4-BE49-F238E27FC236}">
                <a16:creationId xmlns:a16="http://schemas.microsoft.com/office/drawing/2014/main" id="{3C15CB00-39F2-508D-73AE-7AE8E9DA888A}"/>
              </a:ext>
            </a:extLst>
          </p:cNvPr>
          <p:cNvSpPr>
            <a:spLocks noChangeShapeType="1"/>
          </p:cNvSpPr>
          <p:nvPr/>
        </p:nvSpPr>
        <p:spPr bwMode="auto">
          <a:xfrm>
            <a:off x="4714875" y="2628900"/>
            <a:ext cx="0" cy="4191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2" name="Line 28">
            <a:extLst>
              <a:ext uri="{FF2B5EF4-FFF2-40B4-BE49-F238E27FC236}">
                <a16:creationId xmlns:a16="http://schemas.microsoft.com/office/drawing/2014/main" id="{BEEA5FA4-CE36-C8A4-489E-1A1CE1FAB4D0}"/>
              </a:ext>
            </a:extLst>
          </p:cNvPr>
          <p:cNvSpPr>
            <a:spLocks noChangeShapeType="1"/>
          </p:cNvSpPr>
          <p:nvPr/>
        </p:nvSpPr>
        <p:spPr bwMode="auto">
          <a:xfrm>
            <a:off x="4067175" y="2871787"/>
            <a:ext cx="1371600" cy="14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3" name="Line 29">
            <a:extLst>
              <a:ext uri="{FF2B5EF4-FFF2-40B4-BE49-F238E27FC236}">
                <a16:creationId xmlns:a16="http://schemas.microsoft.com/office/drawing/2014/main" id="{F4CCDE0A-184F-0E3C-5E43-47327A50335B}"/>
              </a:ext>
            </a:extLst>
          </p:cNvPr>
          <p:cNvSpPr>
            <a:spLocks noChangeShapeType="1"/>
          </p:cNvSpPr>
          <p:nvPr/>
        </p:nvSpPr>
        <p:spPr bwMode="auto">
          <a:xfrm>
            <a:off x="4067175" y="2871788"/>
            <a:ext cx="0" cy="190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4" name="Line 30">
            <a:extLst>
              <a:ext uri="{FF2B5EF4-FFF2-40B4-BE49-F238E27FC236}">
                <a16:creationId xmlns:a16="http://schemas.microsoft.com/office/drawing/2014/main" id="{7CDB8945-4F82-BB2C-3AFF-7FF29E9B5ABA}"/>
              </a:ext>
            </a:extLst>
          </p:cNvPr>
          <p:cNvSpPr>
            <a:spLocks noChangeShapeType="1"/>
          </p:cNvSpPr>
          <p:nvPr/>
        </p:nvSpPr>
        <p:spPr bwMode="auto">
          <a:xfrm>
            <a:off x="5438775" y="2886075"/>
            <a:ext cx="0" cy="1762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5" name="Line 31">
            <a:extLst>
              <a:ext uri="{FF2B5EF4-FFF2-40B4-BE49-F238E27FC236}">
                <a16:creationId xmlns:a16="http://schemas.microsoft.com/office/drawing/2014/main" id="{8A2267B2-6652-4E3A-AA49-7215901F4136}"/>
              </a:ext>
            </a:extLst>
          </p:cNvPr>
          <p:cNvSpPr>
            <a:spLocks noChangeShapeType="1"/>
          </p:cNvSpPr>
          <p:nvPr/>
        </p:nvSpPr>
        <p:spPr bwMode="auto">
          <a:xfrm>
            <a:off x="6877050" y="2628900"/>
            <a:ext cx="0" cy="2428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6" name="Line 32">
            <a:extLst>
              <a:ext uri="{FF2B5EF4-FFF2-40B4-BE49-F238E27FC236}">
                <a16:creationId xmlns:a16="http://schemas.microsoft.com/office/drawing/2014/main" id="{25BBEAE4-9DCF-DE81-4255-20BFEFFB0C03}"/>
              </a:ext>
            </a:extLst>
          </p:cNvPr>
          <p:cNvSpPr>
            <a:spLocks noChangeShapeType="1"/>
          </p:cNvSpPr>
          <p:nvPr/>
        </p:nvSpPr>
        <p:spPr bwMode="auto">
          <a:xfrm flipV="1">
            <a:off x="6260307" y="2871787"/>
            <a:ext cx="1197769" cy="14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7" name="Line 33">
            <a:extLst>
              <a:ext uri="{FF2B5EF4-FFF2-40B4-BE49-F238E27FC236}">
                <a16:creationId xmlns:a16="http://schemas.microsoft.com/office/drawing/2014/main" id="{754CE6FC-F597-A92F-8F11-2C9B65E0F32D}"/>
              </a:ext>
            </a:extLst>
          </p:cNvPr>
          <p:cNvSpPr>
            <a:spLocks noChangeShapeType="1"/>
          </p:cNvSpPr>
          <p:nvPr/>
        </p:nvSpPr>
        <p:spPr bwMode="auto">
          <a:xfrm>
            <a:off x="6260306" y="2871787"/>
            <a:ext cx="0" cy="1762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78" name="Line 34">
            <a:extLst>
              <a:ext uri="{FF2B5EF4-FFF2-40B4-BE49-F238E27FC236}">
                <a16:creationId xmlns:a16="http://schemas.microsoft.com/office/drawing/2014/main" id="{B433FA4B-6C16-9571-E46A-26A6CBD37C7A}"/>
              </a:ext>
            </a:extLst>
          </p:cNvPr>
          <p:cNvSpPr>
            <a:spLocks noChangeShapeType="1"/>
          </p:cNvSpPr>
          <p:nvPr/>
        </p:nvSpPr>
        <p:spPr bwMode="auto">
          <a:xfrm>
            <a:off x="7458075" y="2871787"/>
            <a:ext cx="0" cy="1762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3999780" name="AutoShape 36">
            <a:hlinkClick r:id="rId2" action="ppaction://hlinksldjump" highlightClick="1"/>
            <a:extLst>
              <a:ext uri="{FF2B5EF4-FFF2-40B4-BE49-F238E27FC236}">
                <a16:creationId xmlns:a16="http://schemas.microsoft.com/office/drawing/2014/main" id="{3F899B74-D0EE-BE7C-C6F6-46FB58406E79}"/>
              </a:ext>
            </a:extLst>
          </p:cNvPr>
          <p:cNvSpPr>
            <a:spLocks noChangeArrowheads="1"/>
          </p:cNvSpPr>
          <p:nvPr/>
        </p:nvSpPr>
        <p:spPr bwMode="auto">
          <a:xfrm>
            <a:off x="1143000" y="4785926"/>
            <a:ext cx="447675" cy="276999"/>
          </a:xfrm>
          <a:prstGeom prst="actionButtonHome">
            <a:avLst/>
          </a:prstGeom>
          <a:gradFill rotWithShape="1">
            <a:gsLst>
              <a:gs pos="0">
                <a:schemeClr val="tx2"/>
              </a:gs>
              <a:gs pos="100000">
                <a:schemeClr val="tx2">
                  <a:gamma/>
                  <a:shade val="46275"/>
                  <a:invGamma/>
                </a:schemeClr>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0805" name="Rectangle 37">
            <a:extLst>
              <a:ext uri="{FF2B5EF4-FFF2-40B4-BE49-F238E27FC236}">
                <a16:creationId xmlns:a16="http://schemas.microsoft.com/office/drawing/2014/main" id="{AE90C8C0-22DD-FC8C-3115-7225C0600294}"/>
              </a:ext>
            </a:extLst>
          </p:cNvPr>
          <p:cNvSpPr>
            <a:spLocks noChangeArrowheads="1"/>
          </p:cNvSpPr>
          <p:nvPr/>
        </p:nvSpPr>
        <p:spPr bwMode="auto">
          <a:xfrm>
            <a:off x="2283619" y="235952"/>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70" name="Rectangle 2">
            <a:extLst>
              <a:ext uri="{FF2B5EF4-FFF2-40B4-BE49-F238E27FC236}">
                <a16:creationId xmlns:a16="http://schemas.microsoft.com/office/drawing/2014/main" id="{6458D504-AFFE-7138-9A87-11B57338DB75}"/>
              </a:ext>
            </a:extLst>
          </p:cNvPr>
          <p:cNvSpPr>
            <a:spLocks noGrp="1" noChangeArrowheads="1"/>
          </p:cNvSpPr>
          <p:nvPr>
            <p:ph type="title"/>
          </p:nvPr>
        </p:nvSpPr>
        <p:spPr bwMode="auto">
          <a:xfrm>
            <a:off x="2352675" y="205978"/>
            <a:ext cx="3600450" cy="45124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solidFill>
                  <a:schemeClr val="tx1"/>
                </a:solidFill>
              </a:rPr>
              <a:t>建立多级递阶层次结构</a:t>
            </a:r>
          </a:p>
        </p:txBody>
      </p:sp>
      <p:sp>
        <p:nvSpPr>
          <p:cNvPr id="4000771" name="Rectangle 3">
            <a:extLst>
              <a:ext uri="{FF2B5EF4-FFF2-40B4-BE49-F238E27FC236}">
                <a16:creationId xmlns:a16="http://schemas.microsoft.com/office/drawing/2014/main" id="{930EF792-B4E8-0F6A-34EA-E9656E3BEEBB}"/>
              </a:ext>
            </a:extLst>
          </p:cNvPr>
          <p:cNvSpPr>
            <a:spLocks noGrp="1" noChangeArrowheads="1"/>
          </p:cNvSpPr>
          <p:nvPr>
            <p:ph type="body" idx="1"/>
          </p:nvPr>
        </p:nvSpPr>
        <p:spPr bwMode="auto">
          <a:xfrm>
            <a:off x="2095500" y="657225"/>
            <a:ext cx="1295400" cy="4000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混合结构</a:t>
            </a:r>
          </a:p>
        </p:txBody>
      </p:sp>
      <p:sp>
        <p:nvSpPr>
          <p:cNvPr id="4000772" name="Text Box 4">
            <a:extLst>
              <a:ext uri="{FF2B5EF4-FFF2-40B4-BE49-F238E27FC236}">
                <a16:creationId xmlns:a16="http://schemas.microsoft.com/office/drawing/2014/main" id="{84A62D41-9917-D5FB-4F48-AB7AE834A298}"/>
              </a:ext>
            </a:extLst>
          </p:cNvPr>
          <p:cNvSpPr txBox="1">
            <a:spLocks noChangeArrowheads="1"/>
          </p:cNvSpPr>
          <p:nvPr/>
        </p:nvSpPr>
        <p:spPr bwMode="auto">
          <a:xfrm>
            <a:off x="2283619" y="1008460"/>
            <a:ext cx="52629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特点：是上述两种结构的结合，是一个既非完全相关又非完全独立的结构。</a:t>
            </a:r>
          </a:p>
        </p:txBody>
      </p:sp>
      <p:sp>
        <p:nvSpPr>
          <p:cNvPr id="4000773" name="Rectangle 5">
            <a:extLst>
              <a:ext uri="{FF2B5EF4-FFF2-40B4-BE49-F238E27FC236}">
                <a16:creationId xmlns:a16="http://schemas.microsoft.com/office/drawing/2014/main" id="{3E8CDF30-46FB-48AE-269C-CBD80BC31936}"/>
              </a:ext>
            </a:extLst>
          </p:cNvPr>
          <p:cNvSpPr>
            <a:spLocks noChangeArrowheads="1"/>
          </p:cNvSpPr>
          <p:nvPr/>
        </p:nvSpPr>
        <p:spPr bwMode="auto">
          <a:xfrm>
            <a:off x="3623073" y="1609338"/>
            <a:ext cx="1759744" cy="276999"/>
          </a:xfrm>
          <a:prstGeom prst="rect">
            <a:avLst/>
          </a:prstGeom>
          <a:gradFill rotWithShape="1">
            <a:gsLst>
              <a:gs pos="0">
                <a:schemeClr val="tx2">
                  <a:gamma/>
                  <a:shade val="46275"/>
                  <a:invGamma/>
                </a:schemeClr>
              </a:gs>
              <a:gs pos="50000">
                <a:schemeClr val="tx2"/>
              </a:gs>
              <a:gs pos="100000">
                <a:schemeClr val="tx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引进技术的综合效益</a:t>
            </a:r>
          </a:p>
        </p:txBody>
      </p:sp>
      <p:sp>
        <p:nvSpPr>
          <p:cNvPr id="4000774" name="Rectangle 6">
            <a:extLst>
              <a:ext uri="{FF2B5EF4-FFF2-40B4-BE49-F238E27FC236}">
                <a16:creationId xmlns:a16="http://schemas.microsoft.com/office/drawing/2014/main" id="{04A3FB07-17E2-B1F8-713F-03BE43034F70}"/>
              </a:ext>
            </a:extLst>
          </p:cNvPr>
          <p:cNvSpPr>
            <a:spLocks noChangeArrowheads="1"/>
          </p:cNvSpPr>
          <p:nvPr/>
        </p:nvSpPr>
        <p:spPr bwMode="auto">
          <a:xfrm>
            <a:off x="2072521" y="2719001"/>
            <a:ext cx="1107996"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提高技术水平</a:t>
            </a:r>
          </a:p>
        </p:txBody>
      </p:sp>
      <p:sp>
        <p:nvSpPr>
          <p:cNvPr id="4000775" name="Rectangle 7">
            <a:extLst>
              <a:ext uri="{FF2B5EF4-FFF2-40B4-BE49-F238E27FC236}">
                <a16:creationId xmlns:a16="http://schemas.microsoft.com/office/drawing/2014/main" id="{C31532C3-63F7-4D2C-D5B3-907E18B3EE84}"/>
              </a:ext>
            </a:extLst>
          </p:cNvPr>
          <p:cNvSpPr>
            <a:spLocks noChangeArrowheads="1"/>
          </p:cNvSpPr>
          <p:nvPr/>
        </p:nvSpPr>
        <p:spPr bwMode="auto">
          <a:xfrm>
            <a:off x="3415546" y="2747576"/>
            <a:ext cx="1107996"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提高经济效益</a:t>
            </a:r>
          </a:p>
        </p:txBody>
      </p:sp>
      <p:sp>
        <p:nvSpPr>
          <p:cNvPr id="4000776" name="Rectangle 8">
            <a:extLst>
              <a:ext uri="{FF2B5EF4-FFF2-40B4-BE49-F238E27FC236}">
                <a16:creationId xmlns:a16="http://schemas.microsoft.com/office/drawing/2014/main" id="{9DDA105C-1D6C-B95C-FCE9-A538F86B9D2E}"/>
              </a:ext>
            </a:extLst>
          </p:cNvPr>
          <p:cNvSpPr>
            <a:spLocks noChangeArrowheads="1"/>
          </p:cNvSpPr>
          <p:nvPr/>
        </p:nvSpPr>
        <p:spPr bwMode="auto">
          <a:xfrm>
            <a:off x="4758571" y="2747576"/>
            <a:ext cx="1107996"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提高装备水平</a:t>
            </a:r>
          </a:p>
        </p:txBody>
      </p:sp>
      <p:sp>
        <p:nvSpPr>
          <p:cNvPr id="4000777" name="Rectangle 9">
            <a:extLst>
              <a:ext uri="{FF2B5EF4-FFF2-40B4-BE49-F238E27FC236}">
                <a16:creationId xmlns:a16="http://schemas.microsoft.com/office/drawing/2014/main" id="{EEF46844-0F0B-718B-E696-B7D19D3342A3}"/>
              </a:ext>
            </a:extLst>
          </p:cNvPr>
          <p:cNvSpPr>
            <a:spLocks noChangeArrowheads="1"/>
          </p:cNvSpPr>
          <p:nvPr/>
        </p:nvSpPr>
        <p:spPr bwMode="auto">
          <a:xfrm>
            <a:off x="6111121" y="2747576"/>
            <a:ext cx="1107996" cy="276999"/>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提高企业素质</a:t>
            </a:r>
          </a:p>
        </p:txBody>
      </p:sp>
      <p:sp>
        <p:nvSpPr>
          <p:cNvPr id="4000778" name="Rectangle 10">
            <a:extLst>
              <a:ext uri="{FF2B5EF4-FFF2-40B4-BE49-F238E27FC236}">
                <a16:creationId xmlns:a16="http://schemas.microsoft.com/office/drawing/2014/main" id="{FD8CEC2A-7744-B7BE-F03F-5570638EE614}"/>
              </a:ext>
            </a:extLst>
          </p:cNvPr>
          <p:cNvSpPr>
            <a:spLocks noChangeArrowheads="1"/>
          </p:cNvSpPr>
          <p:nvPr/>
        </p:nvSpPr>
        <p:spPr bwMode="auto">
          <a:xfrm>
            <a:off x="3524251" y="4188768"/>
            <a:ext cx="650081" cy="461665"/>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国产化水平</a:t>
            </a:r>
          </a:p>
        </p:txBody>
      </p:sp>
      <p:sp>
        <p:nvSpPr>
          <p:cNvPr id="4000779" name="Rectangle 11">
            <a:extLst>
              <a:ext uri="{FF2B5EF4-FFF2-40B4-BE49-F238E27FC236}">
                <a16:creationId xmlns:a16="http://schemas.microsoft.com/office/drawing/2014/main" id="{59B335C5-D089-6B01-C8BC-2298641AD21E}"/>
              </a:ext>
            </a:extLst>
          </p:cNvPr>
          <p:cNvSpPr>
            <a:spLocks noChangeArrowheads="1"/>
          </p:cNvSpPr>
          <p:nvPr/>
        </p:nvSpPr>
        <p:spPr bwMode="auto">
          <a:xfrm>
            <a:off x="1781175" y="4188768"/>
            <a:ext cx="711994" cy="461665"/>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研究开发能力</a:t>
            </a:r>
          </a:p>
        </p:txBody>
      </p:sp>
      <p:sp>
        <p:nvSpPr>
          <p:cNvPr id="4000780" name="Rectangle 12">
            <a:extLst>
              <a:ext uri="{FF2B5EF4-FFF2-40B4-BE49-F238E27FC236}">
                <a16:creationId xmlns:a16="http://schemas.microsoft.com/office/drawing/2014/main" id="{3FE3ED50-758E-D9BE-EF1E-DFBA2E1DEC7C}"/>
              </a:ext>
            </a:extLst>
          </p:cNvPr>
          <p:cNvSpPr>
            <a:spLocks noChangeArrowheads="1"/>
          </p:cNvSpPr>
          <p:nvPr/>
        </p:nvSpPr>
        <p:spPr bwMode="auto">
          <a:xfrm>
            <a:off x="4377929" y="4188768"/>
            <a:ext cx="650081" cy="461665"/>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节汇创汇水平</a:t>
            </a:r>
          </a:p>
        </p:txBody>
      </p:sp>
      <p:sp>
        <p:nvSpPr>
          <p:cNvPr id="4000781" name="Rectangle 13">
            <a:extLst>
              <a:ext uri="{FF2B5EF4-FFF2-40B4-BE49-F238E27FC236}">
                <a16:creationId xmlns:a16="http://schemas.microsoft.com/office/drawing/2014/main" id="{84D7455A-A65F-3C45-5D9C-DE8A63FADCE9}"/>
              </a:ext>
            </a:extLst>
          </p:cNvPr>
          <p:cNvSpPr>
            <a:spLocks noChangeArrowheads="1"/>
          </p:cNvSpPr>
          <p:nvPr/>
        </p:nvSpPr>
        <p:spPr bwMode="auto">
          <a:xfrm>
            <a:off x="2712244" y="4096435"/>
            <a:ext cx="628650" cy="646331"/>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产品竞争能力</a:t>
            </a:r>
          </a:p>
        </p:txBody>
      </p:sp>
      <p:sp>
        <p:nvSpPr>
          <p:cNvPr id="4000782" name="Rectangle 14">
            <a:extLst>
              <a:ext uri="{FF2B5EF4-FFF2-40B4-BE49-F238E27FC236}">
                <a16:creationId xmlns:a16="http://schemas.microsoft.com/office/drawing/2014/main" id="{3027FD4E-1835-2E0D-B400-14D5000DF4DC}"/>
              </a:ext>
            </a:extLst>
          </p:cNvPr>
          <p:cNvSpPr>
            <a:spLocks noChangeArrowheads="1"/>
          </p:cNvSpPr>
          <p:nvPr/>
        </p:nvSpPr>
        <p:spPr bwMode="auto">
          <a:xfrm>
            <a:off x="5191125" y="4188768"/>
            <a:ext cx="685800" cy="461665"/>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国内经济效益</a:t>
            </a:r>
          </a:p>
        </p:txBody>
      </p:sp>
      <p:sp>
        <p:nvSpPr>
          <p:cNvPr id="4000783" name="Rectangle 15">
            <a:extLst>
              <a:ext uri="{FF2B5EF4-FFF2-40B4-BE49-F238E27FC236}">
                <a16:creationId xmlns:a16="http://schemas.microsoft.com/office/drawing/2014/main" id="{7086C15D-62B7-B6C2-3088-FC619BEB8B2B}"/>
              </a:ext>
            </a:extLst>
          </p:cNvPr>
          <p:cNvSpPr>
            <a:spLocks noChangeArrowheads="1"/>
          </p:cNvSpPr>
          <p:nvPr/>
        </p:nvSpPr>
        <p:spPr bwMode="auto">
          <a:xfrm>
            <a:off x="6074569" y="4188768"/>
            <a:ext cx="640556" cy="461665"/>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人的技术素质</a:t>
            </a:r>
          </a:p>
        </p:txBody>
      </p:sp>
      <p:sp>
        <p:nvSpPr>
          <p:cNvPr id="4000784" name="Rectangle 16">
            <a:extLst>
              <a:ext uri="{FF2B5EF4-FFF2-40B4-BE49-F238E27FC236}">
                <a16:creationId xmlns:a16="http://schemas.microsoft.com/office/drawing/2014/main" id="{8053757E-DD6F-8EB2-8562-8F147ED13B16}"/>
              </a:ext>
            </a:extLst>
          </p:cNvPr>
          <p:cNvSpPr>
            <a:spLocks noChangeArrowheads="1"/>
          </p:cNvSpPr>
          <p:nvPr/>
        </p:nvSpPr>
        <p:spPr bwMode="auto">
          <a:xfrm>
            <a:off x="6893719" y="4188768"/>
            <a:ext cx="650081" cy="461665"/>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经营管理水平</a:t>
            </a:r>
          </a:p>
        </p:txBody>
      </p:sp>
      <p:sp>
        <p:nvSpPr>
          <p:cNvPr id="4000785" name="Line 17">
            <a:extLst>
              <a:ext uri="{FF2B5EF4-FFF2-40B4-BE49-F238E27FC236}">
                <a16:creationId xmlns:a16="http://schemas.microsoft.com/office/drawing/2014/main" id="{1173AD92-6358-6377-5B34-4EB608C8C94E}"/>
              </a:ext>
            </a:extLst>
          </p:cNvPr>
          <p:cNvSpPr>
            <a:spLocks noChangeShapeType="1"/>
          </p:cNvSpPr>
          <p:nvPr/>
        </p:nvSpPr>
        <p:spPr bwMode="auto">
          <a:xfrm flipH="1">
            <a:off x="2712244" y="1881187"/>
            <a:ext cx="1665685" cy="8429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86" name="Line 18">
            <a:extLst>
              <a:ext uri="{FF2B5EF4-FFF2-40B4-BE49-F238E27FC236}">
                <a16:creationId xmlns:a16="http://schemas.microsoft.com/office/drawing/2014/main" id="{364C82B7-D827-BE50-39CA-1223A0A6FAB2}"/>
              </a:ext>
            </a:extLst>
          </p:cNvPr>
          <p:cNvSpPr>
            <a:spLocks noChangeShapeType="1"/>
          </p:cNvSpPr>
          <p:nvPr/>
        </p:nvSpPr>
        <p:spPr bwMode="auto">
          <a:xfrm flipH="1">
            <a:off x="4174332" y="1881187"/>
            <a:ext cx="203597" cy="8715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87" name="Line 19">
            <a:extLst>
              <a:ext uri="{FF2B5EF4-FFF2-40B4-BE49-F238E27FC236}">
                <a16:creationId xmlns:a16="http://schemas.microsoft.com/office/drawing/2014/main" id="{DDB54090-04D7-31B1-5EAE-6FC233EB02C2}"/>
              </a:ext>
            </a:extLst>
          </p:cNvPr>
          <p:cNvSpPr>
            <a:spLocks noChangeShapeType="1"/>
          </p:cNvSpPr>
          <p:nvPr/>
        </p:nvSpPr>
        <p:spPr bwMode="auto">
          <a:xfrm>
            <a:off x="4377928" y="1881187"/>
            <a:ext cx="1004888" cy="8715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88" name="Line 20">
            <a:extLst>
              <a:ext uri="{FF2B5EF4-FFF2-40B4-BE49-F238E27FC236}">
                <a16:creationId xmlns:a16="http://schemas.microsoft.com/office/drawing/2014/main" id="{5A792895-194B-45FE-6563-2E91D168A306}"/>
              </a:ext>
            </a:extLst>
          </p:cNvPr>
          <p:cNvSpPr>
            <a:spLocks noChangeShapeType="1"/>
          </p:cNvSpPr>
          <p:nvPr/>
        </p:nvSpPr>
        <p:spPr bwMode="auto">
          <a:xfrm>
            <a:off x="4377928" y="1881187"/>
            <a:ext cx="2337197" cy="8715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89" name="Line 21">
            <a:extLst>
              <a:ext uri="{FF2B5EF4-FFF2-40B4-BE49-F238E27FC236}">
                <a16:creationId xmlns:a16="http://schemas.microsoft.com/office/drawing/2014/main" id="{24E0288D-3CA8-E263-FE64-46FB6FFCACAD}"/>
              </a:ext>
            </a:extLst>
          </p:cNvPr>
          <p:cNvSpPr>
            <a:spLocks noChangeShapeType="1"/>
          </p:cNvSpPr>
          <p:nvPr/>
        </p:nvSpPr>
        <p:spPr bwMode="auto">
          <a:xfrm flipH="1">
            <a:off x="2093119" y="2990851"/>
            <a:ext cx="400050" cy="12037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0" name="Line 22">
            <a:extLst>
              <a:ext uri="{FF2B5EF4-FFF2-40B4-BE49-F238E27FC236}">
                <a16:creationId xmlns:a16="http://schemas.microsoft.com/office/drawing/2014/main" id="{F6524FBD-8D84-111E-4BF2-10C5DDF27D3F}"/>
              </a:ext>
            </a:extLst>
          </p:cNvPr>
          <p:cNvSpPr>
            <a:spLocks noChangeShapeType="1"/>
          </p:cNvSpPr>
          <p:nvPr/>
        </p:nvSpPr>
        <p:spPr bwMode="auto">
          <a:xfrm>
            <a:off x="2493169" y="2990851"/>
            <a:ext cx="450056" cy="12037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1" name="Line 23">
            <a:extLst>
              <a:ext uri="{FF2B5EF4-FFF2-40B4-BE49-F238E27FC236}">
                <a16:creationId xmlns:a16="http://schemas.microsoft.com/office/drawing/2014/main" id="{B192E2E9-AC8E-6C63-FDB8-06999067120D}"/>
              </a:ext>
            </a:extLst>
          </p:cNvPr>
          <p:cNvSpPr>
            <a:spLocks noChangeShapeType="1"/>
          </p:cNvSpPr>
          <p:nvPr/>
        </p:nvSpPr>
        <p:spPr bwMode="auto">
          <a:xfrm>
            <a:off x="2493169" y="3019426"/>
            <a:ext cx="1250156"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2" name="Line 24">
            <a:extLst>
              <a:ext uri="{FF2B5EF4-FFF2-40B4-BE49-F238E27FC236}">
                <a16:creationId xmlns:a16="http://schemas.microsoft.com/office/drawing/2014/main" id="{62E751D6-1223-9F5B-4187-9AA7BF3BAE68}"/>
              </a:ext>
            </a:extLst>
          </p:cNvPr>
          <p:cNvSpPr>
            <a:spLocks noChangeShapeType="1"/>
          </p:cNvSpPr>
          <p:nvPr/>
        </p:nvSpPr>
        <p:spPr bwMode="auto">
          <a:xfrm>
            <a:off x="2493169" y="3019426"/>
            <a:ext cx="3936206"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3" name="Line 25">
            <a:extLst>
              <a:ext uri="{FF2B5EF4-FFF2-40B4-BE49-F238E27FC236}">
                <a16:creationId xmlns:a16="http://schemas.microsoft.com/office/drawing/2014/main" id="{020D4952-24BC-D3C4-B7B2-E21F38F778DD}"/>
              </a:ext>
            </a:extLst>
          </p:cNvPr>
          <p:cNvSpPr>
            <a:spLocks noChangeShapeType="1"/>
          </p:cNvSpPr>
          <p:nvPr/>
        </p:nvSpPr>
        <p:spPr bwMode="auto">
          <a:xfrm flipH="1">
            <a:off x="2943225" y="3019426"/>
            <a:ext cx="923925"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4" name="Line 26">
            <a:extLst>
              <a:ext uri="{FF2B5EF4-FFF2-40B4-BE49-F238E27FC236}">
                <a16:creationId xmlns:a16="http://schemas.microsoft.com/office/drawing/2014/main" id="{B8D78E51-22A5-659F-E79B-7DF2873CC568}"/>
              </a:ext>
            </a:extLst>
          </p:cNvPr>
          <p:cNvSpPr>
            <a:spLocks noChangeShapeType="1"/>
          </p:cNvSpPr>
          <p:nvPr/>
        </p:nvSpPr>
        <p:spPr bwMode="auto">
          <a:xfrm flipH="1">
            <a:off x="3743325" y="3019426"/>
            <a:ext cx="123825"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5" name="Line 27">
            <a:extLst>
              <a:ext uri="{FF2B5EF4-FFF2-40B4-BE49-F238E27FC236}">
                <a16:creationId xmlns:a16="http://schemas.microsoft.com/office/drawing/2014/main" id="{19EFDD76-EADD-5DF0-B76F-CD9105D99F10}"/>
              </a:ext>
            </a:extLst>
          </p:cNvPr>
          <p:cNvSpPr>
            <a:spLocks noChangeShapeType="1"/>
          </p:cNvSpPr>
          <p:nvPr/>
        </p:nvSpPr>
        <p:spPr bwMode="auto">
          <a:xfrm>
            <a:off x="3867150" y="3019426"/>
            <a:ext cx="912019"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6" name="Line 28">
            <a:extLst>
              <a:ext uri="{FF2B5EF4-FFF2-40B4-BE49-F238E27FC236}">
                <a16:creationId xmlns:a16="http://schemas.microsoft.com/office/drawing/2014/main" id="{31B0958D-56DF-5827-AD30-DBA53857344F}"/>
              </a:ext>
            </a:extLst>
          </p:cNvPr>
          <p:cNvSpPr>
            <a:spLocks noChangeShapeType="1"/>
          </p:cNvSpPr>
          <p:nvPr/>
        </p:nvSpPr>
        <p:spPr bwMode="auto">
          <a:xfrm>
            <a:off x="3867150" y="3019426"/>
            <a:ext cx="1733550"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7" name="Line 29">
            <a:extLst>
              <a:ext uri="{FF2B5EF4-FFF2-40B4-BE49-F238E27FC236}">
                <a16:creationId xmlns:a16="http://schemas.microsoft.com/office/drawing/2014/main" id="{351C6708-2D83-ABAC-4664-360032525357}"/>
              </a:ext>
            </a:extLst>
          </p:cNvPr>
          <p:cNvSpPr>
            <a:spLocks noChangeShapeType="1"/>
          </p:cNvSpPr>
          <p:nvPr/>
        </p:nvSpPr>
        <p:spPr bwMode="auto">
          <a:xfrm flipH="1">
            <a:off x="2093119" y="3019426"/>
            <a:ext cx="3098006"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8" name="Line 30">
            <a:extLst>
              <a:ext uri="{FF2B5EF4-FFF2-40B4-BE49-F238E27FC236}">
                <a16:creationId xmlns:a16="http://schemas.microsoft.com/office/drawing/2014/main" id="{DDF1CE2B-841B-2CBB-0A38-C02B845D3787}"/>
              </a:ext>
            </a:extLst>
          </p:cNvPr>
          <p:cNvSpPr>
            <a:spLocks noChangeShapeType="1"/>
          </p:cNvSpPr>
          <p:nvPr/>
        </p:nvSpPr>
        <p:spPr bwMode="auto">
          <a:xfrm flipH="1">
            <a:off x="2943225" y="3019426"/>
            <a:ext cx="2247900"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799" name="Line 31">
            <a:extLst>
              <a:ext uri="{FF2B5EF4-FFF2-40B4-BE49-F238E27FC236}">
                <a16:creationId xmlns:a16="http://schemas.microsoft.com/office/drawing/2014/main" id="{C5A2B58A-52C4-5E4F-1134-DC65AF31C67C}"/>
              </a:ext>
            </a:extLst>
          </p:cNvPr>
          <p:cNvSpPr>
            <a:spLocks noChangeShapeType="1"/>
          </p:cNvSpPr>
          <p:nvPr/>
        </p:nvSpPr>
        <p:spPr bwMode="auto">
          <a:xfrm flipH="1">
            <a:off x="3743325" y="3019426"/>
            <a:ext cx="1447800"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800" name="Line 32">
            <a:extLst>
              <a:ext uri="{FF2B5EF4-FFF2-40B4-BE49-F238E27FC236}">
                <a16:creationId xmlns:a16="http://schemas.microsoft.com/office/drawing/2014/main" id="{87322C8D-20D2-7913-1264-444C62C09C09}"/>
              </a:ext>
            </a:extLst>
          </p:cNvPr>
          <p:cNvSpPr>
            <a:spLocks noChangeShapeType="1"/>
          </p:cNvSpPr>
          <p:nvPr/>
        </p:nvSpPr>
        <p:spPr bwMode="auto">
          <a:xfrm flipH="1">
            <a:off x="4779169" y="3019426"/>
            <a:ext cx="411956"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801" name="Line 33">
            <a:extLst>
              <a:ext uri="{FF2B5EF4-FFF2-40B4-BE49-F238E27FC236}">
                <a16:creationId xmlns:a16="http://schemas.microsoft.com/office/drawing/2014/main" id="{9B11DE48-5FC0-1819-4552-826126491D56}"/>
              </a:ext>
            </a:extLst>
          </p:cNvPr>
          <p:cNvSpPr>
            <a:spLocks noChangeShapeType="1"/>
          </p:cNvSpPr>
          <p:nvPr/>
        </p:nvSpPr>
        <p:spPr bwMode="auto">
          <a:xfrm flipH="1">
            <a:off x="2095500" y="3019426"/>
            <a:ext cx="4619625"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802" name="Line 34">
            <a:extLst>
              <a:ext uri="{FF2B5EF4-FFF2-40B4-BE49-F238E27FC236}">
                <a16:creationId xmlns:a16="http://schemas.microsoft.com/office/drawing/2014/main" id="{529799CA-374A-0F79-575F-F971FC6BD7A7}"/>
              </a:ext>
            </a:extLst>
          </p:cNvPr>
          <p:cNvSpPr>
            <a:spLocks noChangeShapeType="1"/>
          </p:cNvSpPr>
          <p:nvPr/>
        </p:nvSpPr>
        <p:spPr bwMode="auto">
          <a:xfrm flipH="1">
            <a:off x="2943225" y="3019426"/>
            <a:ext cx="3771900"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803" name="Line 35">
            <a:extLst>
              <a:ext uri="{FF2B5EF4-FFF2-40B4-BE49-F238E27FC236}">
                <a16:creationId xmlns:a16="http://schemas.microsoft.com/office/drawing/2014/main" id="{E41A983B-2BE6-3AF3-6BB9-D2E77E51EE50}"/>
              </a:ext>
            </a:extLst>
          </p:cNvPr>
          <p:cNvSpPr>
            <a:spLocks noChangeShapeType="1"/>
          </p:cNvSpPr>
          <p:nvPr/>
        </p:nvSpPr>
        <p:spPr bwMode="auto">
          <a:xfrm flipH="1">
            <a:off x="6429375" y="3019426"/>
            <a:ext cx="285750"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804" name="Line 36">
            <a:extLst>
              <a:ext uri="{FF2B5EF4-FFF2-40B4-BE49-F238E27FC236}">
                <a16:creationId xmlns:a16="http://schemas.microsoft.com/office/drawing/2014/main" id="{DEBAEF53-618E-B05C-0DD3-943FD555AE40}"/>
              </a:ext>
            </a:extLst>
          </p:cNvPr>
          <p:cNvSpPr>
            <a:spLocks noChangeShapeType="1"/>
          </p:cNvSpPr>
          <p:nvPr/>
        </p:nvSpPr>
        <p:spPr bwMode="auto">
          <a:xfrm>
            <a:off x="6715125" y="3019426"/>
            <a:ext cx="483394" cy="1175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0807" name="AutoShape 39">
            <a:hlinkClick r:id="rId2" action="ppaction://hlinksldjump" highlightClick="1"/>
            <a:extLst>
              <a:ext uri="{FF2B5EF4-FFF2-40B4-BE49-F238E27FC236}">
                <a16:creationId xmlns:a16="http://schemas.microsoft.com/office/drawing/2014/main" id="{478AFFBE-51C7-3AEB-7C7A-312353BFDDEF}"/>
              </a:ext>
            </a:extLst>
          </p:cNvPr>
          <p:cNvSpPr>
            <a:spLocks noChangeArrowheads="1"/>
          </p:cNvSpPr>
          <p:nvPr/>
        </p:nvSpPr>
        <p:spPr bwMode="auto">
          <a:xfrm>
            <a:off x="7568803" y="4824621"/>
            <a:ext cx="432197" cy="276999"/>
          </a:xfrm>
          <a:prstGeom prst="actionButtonHome">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1968" name="Rectangle 176">
            <a:extLst>
              <a:ext uri="{FF2B5EF4-FFF2-40B4-BE49-F238E27FC236}">
                <a16:creationId xmlns:a16="http://schemas.microsoft.com/office/drawing/2014/main" id="{277EA92A-327A-1972-5325-B5DE096A1A82}"/>
              </a:ext>
            </a:extLst>
          </p:cNvPr>
          <p:cNvSpPr>
            <a:spLocks noChangeArrowheads="1"/>
          </p:cNvSpPr>
          <p:nvPr/>
        </p:nvSpPr>
        <p:spPr bwMode="auto">
          <a:xfrm>
            <a:off x="2247900" y="255002"/>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1967" name="Rectangle 175">
            <a:extLst>
              <a:ext uri="{FF2B5EF4-FFF2-40B4-BE49-F238E27FC236}">
                <a16:creationId xmlns:a16="http://schemas.microsoft.com/office/drawing/2014/main" id="{4E0CF8D8-240E-75AB-4E6C-18EC130E4618}"/>
              </a:ext>
            </a:extLst>
          </p:cNvPr>
          <p:cNvSpPr>
            <a:spLocks noChangeArrowheads="1"/>
          </p:cNvSpPr>
          <p:nvPr/>
        </p:nvSpPr>
        <p:spPr bwMode="auto">
          <a:xfrm>
            <a:off x="1750219" y="4315837"/>
            <a:ext cx="5730479" cy="553998"/>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判断矩阵</a:t>
            </a:r>
            <a:r>
              <a:rPr lang="en-US" altLang="zh-CN" sz="1200">
                <a:solidFill>
                  <a:srgbClr val="FFFFFF"/>
                </a:solidFill>
                <a:latin typeface="Arial" panose="020B0604020202020204" pitchFamily="34" charset="0"/>
                <a:ea typeface="宋体" panose="02010600030101010101" pitchFamily="2" charset="-122"/>
              </a:rPr>
              <a:t>B</a:t>
            </a:r>
            <a:r>
              <a:rPr lang="zh-CN" altLang="en-US" sz="1200">
                <a:solidFill>
                  <a:srgbClr val="FFFFFF"/>
                </a:solidFill>
                <a:latin typeface="Arial" panose="020B0604020202020204" pitchFamily="34" charset="0"/>
                <a:ea typeface="宋体" panose="02010600030101010101" pitchFamily="2" charset="-122"/>
              </a:rPr>
              <a:t>中的元素</a:t>
            </a:r>
            <a:r>
              <a:rPr lang="en-US" altLang="zh-CN" sz="1200">
                <a:solidFill>
                  <a:srgbClr val="FFFFFF"/>
                </a:solidFill>
                <a:latin typeface="Arial" panose="020B0604020202020204" pitchFamily="34" charset="0"/>
                <a:ea typeface="宋体" panose="02010600030101010101" pitchFamily="2" charset="-122"/>
              </a:rPr>
              <a:t>bij</a:t>
            </a:r>
            <a:r>
              <a:rPr lang="zh-CN" altLang="en-US" sz="1200">
                <a:solidFill>
                  <a:srgbClr val="FFFFFF"/>
                </a:solidFill>
                <a:latin typeface="Arial" panose="020B0604020202020204" pitchFamily="34" charset="0"/>
                <a:ea typeface="宋体" panose="02010600030101010101" pitchFamily="2" charset="-122"/>
              </a:rPr>
              <a:t>表示依据评价准则</a:t>
            </a:r>
            <a:r>
              <a:rPr lang="en-US" altLang="zh-CN" sz="1200">
                <a:solidFill>
                  <a:srgbClr val="FFFFFF"/>
                </a:solidFill>
                <a:latin typeface="Arial" panose="020B0604020202020204" pitchFamily="34" charset="0"/>
                <a:ea typeface="宋体" panose="02010600030101010101" pitchFamily="2" charset="-122"/>
              </a:rPr>
              <a:t>C,</a:t>
            </a:r>
            <a:r>
              <a:rPr lang="zh-CN" altLang="en-US" sz="1200">
                <a:solidFill>
                  <a:srgbClr val="FFFFFF"/>
                </a:solidFill>
                <a:latin typeface="Arial" panose="020B0604020202020204" pitchFamily="34" charset="0"/>
                <a:ea typeface="宋体" panose="02010600030101010101" pitchFamily="2" charset="-122"/>
              </a:rPr>
              <a:t>要素</a:t>
            </a:r>
            <a:r>
              <a:rPr lang="en-US" altLang="zh-CN" sz="1200">
                <a:solidFill>
                  <a:srgbClr val="FFFFFF"/>
                </a:solidFill>
                <a:latin typeface="Arial" panose="020B0604020202020204" pitchFamily="34" charset="0"/>
                <a:ea typeface="宋体" panose="02010600030101010101" pitchFamily="2" charset="-122"/>
              </a:rPr>
              <a:t>bi</a:t>
            </a:r>
            <a:r>
              <a:rPr lang="zh-CN" altLang="en-US" sz="1200">
                <a:solidFill>
                  <a:srgbClr val="FFFFFF"/>
                </a:solidFill>
                <a:latin typeface="Arial" panose="020B0604020202020204" pitchFamily="34" charset="0"/>
                <a:ea typeface="宋体" panose="02010600030101010101" pitchFamily="2" charset="-122"/>
              </a:rPr>
              <a:t>对</a:t>
            </a:r>
            <a:r>
              <a:rPr lang="en-US" altLang="zh-CN" sz="1200">
                <a:solidFill>
                  <a:srgbClr val="FFFFFF"/>
                </a:solidFill>
                <a:latin typeface="Arial" panose="020B0604020202020204" pitchFamily="34" charset="0"/>
                <a:ea typeface="宋体" panose="02010600030101010101" pitchFamily="2" charset="-122"/>
              </a:rPr>
              <a:t>bj</a:t>
            </a:r>
            <a:r>
              <a:rPr lang="zh-CN" altLang="en-US" sz="1200">
                <a:solidFill>
                  <a:srgbClr val="FFFFFF"/>
                </a:solidFill>
                <a:latin typeface="Arial" panose="020B0604020202020204" pitchFamily="34" charset="0"/>
                <a:ea typeface="宋体" panose="02010600030101010101" pitchFamily="2" charset="-122"/>
              </a:rPr>
              <a:t>的相对重要性。</a:t>
            </a:r>
          </a:p>
          <a:p>
            <a:pPr defTabSz="685800" eaLnBrk="0" fontAlgn="base" hangingPunct="0">
              <a:spcBef>
                <a:spcPct val="50000"/>
              </a:spcBef>
              <a:spcAft>
                <a:spcPct val="0"/>
              </a:spcAft>
            </a:pPr>
            <a:r>
              <a:rPr lang="en-US" altLang="zh-CN" sz="1200">
                <a:solidFill>
                  <a:srgbClr val="FFFFFF"/>
                </a:solidFill>
                <a:latin typeface="Arial" panose="020B0604020202020204" pitchFamily="34" charset="0"/>
                <a:ea typeface="宋体" panose="02010600030101010101" pitchFamily="2" charset="-122"/>
              </a:rPr>
              <a:t>Bij</a:t>
            </a:r>
            <a:r>
              <a:rPr lang="zh-CN" altLang="en-US" sz="1200">
                <a:solidFill>
                  <a:srgbClr val="FFFFFF"/>
                </a:solidFill>
                <a:latin typeface="Arial" panose="020B0604020202020204" pitchFamily="34" charset="0"/>
                <a:ea typeface="宋体" panose="02010600030101010101" pitchFamily="2" charset="-122"/>
              </a:rPr>
              <a:t>的值是根据资料数据、专家意见和评价主体的经验，经过反复研究后确定的。</a:t>
            </a:r>
            <a:endParaRPr lang="zh-CN" altLang="en-US" sz="1200">
              <a:solidFill>
                <a:srgbClr val="000000"/>
              </a:solidFill>
              <a:latin typeface="Arial" panose="020B0604020202020204" pitchFamily="34" charset="0"/>
              <a:ea typeface="宋体" panose="02010600030101010101" pitchFamily="2" charset="-122"/>
            </a:endParaRPr>
          </a:p>
        </p:txBody>
      </p:sp>
      <p:sp>
        <p:nvSpPr>
          <p:cNvPr id="4001794" name="Rectangle 2">
            <a:extLst>
              <a:ext uri="{FF2B5EF4-FFF2-40B4-BE49-F238E27FC236}">
                <a16:creationId xmlns:a16="http://schemas.microsoft.com/office/drawing/2014/main" id="{BD71317C-1CE5-DC66-5A03-547EDF729A59}"/>
              </a:ext>
            </a:extLst>
          </p:cNvPr>
          <p:cNvSpPr>
            <a:spLocks noGrp="1" noChangeArrowheads="1"/>
          </p:cNvSpPr>
          <p:nvPr>
            <p:ph type="title"/>
          </p:nvPr>
        </p:nvSpPr>
        <p:spPr bwMode="auto">
          <a:xfrm>
            <a:off x="2344341" y="205978"/>
            <a:ext cx="2381250" cy="470297"/>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建立判断矩阵</a:t>
            </a:r>
          </a:p>
        </p:txBody>
      </p:sp>
      <p:sp>
        <p:nvSpPr>
          <p:cNvPr id="4001795" name="Rectangle 3">
            <a:extLst>
              <a:ext uri="{FF2B5EF4-FFF2-40B4-BE49-F238E27FC236}">
                <a16:creationId xmlns:a16="http://schemas.microsoft.com/office/drawing/2014/main" id="{5A4216E1-8D95-E812-13E3-B1876F7C569B}"/>
              </a:ext>
            </a:extLst>
          </p:cNvPr>
          <p:cNvSpPr>
            <a:spLocks noGrp="1" noChangeArrowheads="1"/>
          </p:cNvSpPr>
          <p:nvPr>
            <p:ph type="body" sz="half" idx="1"/>
          </p:nvPr>
        </p:nvSpPr>
        <p:spPr bwMode="auto">
          <a:xfrm>
            <a:off x="2153841" y="829866"/>
            <a:ext cx="5757863" cy="494109"/>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sz="1425" b="1"/>
              <a:t>判断矩阵是以上一级的某一要素Ｃ作为评价准则，对本级的要素进行两两比较来确定矩阵元素的。</a:t>
            </a:r>
          </a:p>
          <a:p>
            <a:pPr>
              <a:buFont typeface="Wingdings" panose="05000000000000000000" pitchFamily="2" charset="2"/>
              <a:buNone/>
            </a:pPr>
            <a:endParaRPr lang="zh-CN" altLang="en-US" sz="1425"/>
          </a:p>
        </p:txBody>
      </p:sp>
      <p:sp>
        <p:nvSpPr>
          <p:cNvPr id="4001796" name="Text Box 4">
            <a:extLst>
              <a:ext uri="{FF2B5EF4-FFF2-40B4-BE49-F238E27FC236}">
                <a16:creationId xmlns:a16="http://schemas.microsoft.com/office/drawing/2014/main" id="{EFC3954A-E9AD-AE0C-5D2C-FC0ECCE7DB34}"/>
              </a:ext>
            </a:extLst>
          </p:cNvPr>
          <p:cNvSpPr txBox="1">
            <a:spLocks noChangeArrowheads="1"/>
          </p:cNvSpPr>
          <p:nvPr/>
        </p:nvSpPr>
        <p:spPr bwMode="auto">
          <a:xfrm>
            <a:off x="1718073" y="1323976"/>
            <a:ext cx="42707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例如，以Ｃ为评价标准的有</a:t>
            </a:r>
            <a:r>
              <a:rPr lang="en-US" altLang="zh-CN" sz="1200">
                <a:solidFill>
                  <a:srgbClr val="000000"/>
                </a:solidFill>
                <a:latin typeface="Arial" panose="020B0604020202020204" pitchFamily="34" charset="0"/>
                <a:ea typeface="宋体" panose="02010600030101010101" pitchFamily="2" charset="-122"/>
              </a:rPr>
              <a:t>n</a:t>
            </a:r>
            <a:r>
              <a:rPr lang="zh-CN" altLang="en-US" sz="1200">
                <a:solidFill>
                  <a:srgbClr val="000000"/>
                </a:solidFill>
                <a:latin typeface="Arial" panose="020B0604020202020204" pitchFamily="34" charset="0"/>
                <a:ea typeface="宋体" panose="02010600030101010101" pitchFamily="2" charset="-122"/>
              </a:rPr>
              <a:t>个要素，其判断矩阵形式如下：</a:t>
            </a:r>
          </a:p>
        </p:txBody>
      </p:sp>
      <p:sp>
        <p:nvSpPr>
          <p:cNvPr id="4001938" name="Text Box 146">
            <a:extLst>
              <a:ext uri="{FF2B5EF4-FFF2-40B4-BE49-F238E27FC236}">
                <a16:creationId xmlns:a16="http://schemas.microsoft.com/office/drawing/2014/main" id="{706F6F77-FE93-0345-42C9-5A77ABF5C41E}"/>
              </a:ext>
            </a:extLst>
          </p:cNvPr>
          <p:cNvSpPr txBox="1">
            <a:spLocks noChangeArrowheads="1"/>
          </p:cNvSpPr>
          <p:nvPr/>
        </p:nvSpPr>
        <p:spPr bwMode="auto">
          <a:xfrm>
            <a:off x="2199576" y="3567113"/>
            <a:ext cx="392415" cy="240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grpSp>
        <p:nvGrpSpPr>
          <p:cNvPr id="4001965" name="Group 173">
            <a:extLst>
              <a:ext uri="{FF2B5EF4-FFF2-40B4-BE49-F238E27FC236}">
                <a16:creationId xmlns:a16="http://schemas.microsoft.com/office/drawing/2014/main" id="{CCD49525-D7C2-BA0C-AC02-AA1CA316F0F9}"/>
              </a:ext>
            </a:extLst>
          </p:cNvPr>
          <p:cNvGrpSpPr>
            <a:grpSpLocks/>
          </p:cNvGrpSpPr>
          <p:nvPr/>
        </p:nvGrpSpPr>
        <p:grpSpPr bwMode="auto">
          <a:xfrm>
            <a:off x="1800225" y="1646635"/>
            <a:ext cx="5091113" cy="2466975"/>
            <a:chOff x="848" y="2064"/>
            <a:chExt cx="4276" cy="2072"/>
          </a:xfrm>
        </p:grpSpPr>
        <p:sp>
          <p:nvSpPr>
            <p:cNvPr id="4001936" name="Text Box 144">
              <a:extLst>
                <a:ext uri="{FF2B5EF4-FFF2-40B4-BE49-F238E27FC236}">
                  <a16:creationId xmlns:a16="http://schemas.microsoft.com/office/drawing/2014/main" id="{D7157DF0-B590-9191-10A8-96D0FF5C1530}"/>
                </a:ext>
              </a:extLst>
            </p:cNvPr>
            <p:cNvSpPr txBox="1">
              <a:spLocks noChangeArrowheads="1"/>
            </p:cNvSpPr>
            <p:nvPr/>
          </p:nvSpPr>
          <p:spPr bwMode="auto">
            <a:xfrm>
              <a:off x="4078" y="3859"/>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nn</a:t>
              </a:r>
            </a:p>
          </p:txBody>
        </p:sp>
        <p:grpSp>
          <p:nvGrpSpPr>
            <p:cNvPr id="4001964" name="Group 172">
              <a:extLst>
                <a:ext uri="{FF2B5EF4-FFF2-40B4-BE49-F238E27FC236}">
                  <a16:creationId xmlns:a16="http://schemas.microsoft.com/office/drawing/2014/main" id="{1A8F33D7-8B0A-6E0D-8F54-C21C58F9BAF6}"/>
                </a:ext>
              </a:extLst>
            </p:cNvPr>
            <p:cNvGrpSpPr>
              <a:grpSpLocks/>
            </p:cNvGrpSpPr>
            <p:nvPr/>
          </p:nvGrpSpPr>
          <p:grpSpPr bwMode="auto">
            <a:xfrm>
              <a:off x="848" y="2064"/>
              <a:ext cx="4276" cy="2072"/>
              <a:chOff x="848" y="2064"/>
              <a:chExt cx="4276" cy="2072"/>
            </a:xfrm>
          </p:grpSpPr>
          <p:sp>
            <p:nvSpPr>
              <p:cNvPr id="4001916" name="Text Box 124">
                <a:extLst>
                  <a:ext uri="{FF2B5EF4-FFF2-40B4-BE49-F238E27FC236}">
                    <a16:creationId xmlns:a16="http://schemas.microsoft.com/office/drawing/2014/main" id="{72BE5C8C-AA9C-C600-5FEF-C5C9D2DFA95F}"/>
                  </a:ext>
                </a:extLst>
              </p:cNvPr>
              <p:cNvSpPr txBox="1">
                <a:spLocks noChangeArrowheads="1"/>
              </p:cNvSpPr>
              <p:nvPr/>
            </p:nvSpPr>
            <p:spPr bwMode="auto">
              <a:xfrm>
                <a:off x="924" y="3217"/>
                <a:ext cx="2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i</a:t>
                </a:r>
              </a:p>
            </p:txBody>
          </p:sp>
          <p:sp>
            <p:nvSpPr>
              <p:cNvPr id="4001918" name="Text Box 126">
                <a:extLst>
                  <a:ext uri="{FF2B5EF4-FFF2-40B4-BE49-F238E27FC236}">
                    <a16:creationId xmlns:a16="http://schemas.microsoft.com/office/drawing/2014/main" id="{66554B9E-BE50-911D-9F1E-03D7E61A2BD2}"/>
                  </a:ext>
                </a:extLst>
              </p:cNvPr>
              <p:cNvSpPr txBox="1">
                <a:spLocks noChangeArrowheads="1"/>
              </p:cNvSpPr>
              <p:nvPr/>
            </p:nvSpPr>
            <p:spPr bwMode="auto">
              <a:xfrm>
                <a:off x="924" y="3859"/>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n</a:t>
                </a:r>
              </a:p>
            </p:txBody>
          </p:sp>
          <p:sp>
            <p:nvSpPr>
              <p:cNvPr id="4001928" name="Text Box 136">
                <a:extLst>
                  <a:ext uri="{FF2B5EF4-FFF2-40B4-BE49-F238E27FC236}">
                    <a16:creationId xmlns:a16="http://schemas.microsoft.com/office/drawing/2014/main" id="{8CC67FE9-6F22-4D17-9463-6FAA88E73828}"/>
                  </a:ext>
                </a:extLst>
              </p:cNvPr>
              <p:cNvSpPr txBox="1">
                <a:spLocks noChangeArrowheads="1"/>
              </p:cNvSpPr>
              <p:nvPr/>
            </p:nvSpPr>
            <p:spPr bwMode="auto">
              <a:xfrm>
                <a:off x="2068" y="3213"/>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i2</a:t>
                </a:r>
              </a:p>
            </p:txBody>
          </p:sp>
          <p:sp>
            <p:nvSpPr>
              <p:cNvPr id="4001929" name="Text Box 137">
                <a:extLst>
                  <a:ext uri="{FF2B5EF4-FFF2-40B4-BE49-F238E27FC236}">
                    <a16:creationId xmlns:a16="http://schemas.microsoft.com/office/drawing/2014/main" id="{0B9F4632-637B-FA7D-2D1B-30A5F0023389}"/>
                  </a:ext>
                </a:extLst>
              </p:cNvPr>
              <p:cNvSpPr txBox="1">
                <a:spLocks noChangeArrowheads="1"/>
              </p:cNvSpPr>
              <p:nvPr/>
            </p:nvSpPr>
            <p:spPr bwMode="auto">
              <a:xfrm>
                <a:off x="1537" y="3227"/>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i1</a:t>
                </a:r>
              </a:p>
            </p:txBody>
          </p:sp>
          <p:sp>
            <p:nvSpPr>
              <p:cNvPr id="4001930" name="Text Box 138">
                <a:extLst>
                  <a:ext uri="{FF2B5EF4-FFF2-40B4-BE49-F238E27FC236}">
                    <a16:creationId xmlns:a16="http://schemas.microsoft.com/office/drawing/2014/main" id="{C05FFACB-5AC0-CA0F-AD21-7C44EEECC30C}"/>
                  </a:ext>
                </a:extLst>
              </p:cNvPr>
              <p:cNvSpPr txBox="1">
                <a:spLocks noChangeArrowheads="1"/>
              </p:cNvSpPr>
              <p:nvPr/>
            </p:nvSpPr>
            <p:spPr bwMode="auto">
              <a:xfrm>
                <a:off x="1537" y="3859"/>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n1</a:t>
                </a:r>
              </a:p>
            </p:txBody>
          </p:sp>
          <p:sp>
            <p:nvSpPr>
              <p:cNvPr id="4001931" name="Text Box 139">
                <a:extLst>
                  <a:ext uri="{FF2B5EF4-FFF2-40B4-BE49-F238E27FC236}">
                    <a16:creationId xmlns:a16="http://schemas.microsoft.com/office/drawing/2014/main" id="{D056AAFC-E8C5-4C88-D497-6415604820F5}"/>
                  </a:ext>
                </a:extLst>
              </p:cNvPr>
              <p:cNvSpPr txBox="1">
                <a:spLocks noChangeArrowheads="1"/>
              </p:cNvSpPr>
              <p:nvPr/>
            </p:nvSpPr>
            <p:spPr bwMode="auto">
              <a:xfrm>
                <a:off x="2996" y="3227"/>
                <a:ext cx="2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ij</a:t>
                </a:r>
              </a:p>
            </p:txBody>
          </p:sp>
          <p:sp>
            <p:nvSpPr>
              <p:cNvPr id="4001932" name="Text Box 140">
                <a:extLst>
                  <a:ext uri="{FF2B5EF4-FFF2-40B4-BE49-F238E27FC236}">
                    <a16:creationId xmlns:a16="http://schemas.microsoft.com/office/drawing/2014/main" id="{8A68DA98-72F9-216B-541D-DA1A475F7B0C}"/>
                  </a:ext>
                </a:extLst>
              </p:cNvPr>
              <p:cNvSpPr txBox="1">
                <a:spLocks noChangeArrowheads="1"/>
              </p:cNvSpPr>
              <p:nvPr/>
            </p:nvSpPr>
            <p:spPr bwMode="auto">
              <a:xfrm>
                <a:off x="2073" y="3859"/>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n2</a:t>
                </a:r>
              </a:p>
            </p:txBody>
          </p:sp>
          <p:sp>
            <p:nvSpPr>
              <p:cNvPr id="4001933" name="Text Box 141">
                <a:extLst>
                  <a:ext uri="{FF2B5EF4-FFF2-40B4-BE49-F238E27FC236}">
                    <a16:creationId xmlns:a16="http://schemas.microsoft.com/office/drawing/2014/main" id="{9F71182F-7141-2841-F948-EF12FA8189D4}"/>
                  </a:ext>
                </a:extLst>
              </p:cNvPr>
              <p:cNvSpPr txBox="1">
                <a:spLocks noChangeArrowheads="1"/>
              </p:cNvSpPr>
              <p:nvPr/>
            </p:nvSpPr>
            <p:spPr bwMode="auto">
              <a:xfrm>
                <a:off x="4070" y="3223"/>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in</a:t>
                </a:r>
              </a:p>
            </p:txBody>
          </p:sp>
          <p:sp>
            <p:nvSpPr>
              <p:cNvPr id="4001934" name="Text Box 142">
                <a:extLst>
                  <a:ext uri="{FF2B5EF4-FFF2-40B4-BE49-F238E27FC236}">
                    <a16:creationId xmlns:a16="http://schemas.microsoft.com/office/drawing/2014/main" id="{28507F1B-A78A-F508-C3F1-6FBD41424958}"/>
                  </a:ext>
                </a:extLst>
              </p:cNvPr>
              <p:cNvSpPr txBox="1">
                <a:spLocks noChangeArrowheads="1"/>
              </p:cNvSpPr>
              <p:nvPr/>
            </p:nvSpPr>
            <p:spPr bwMode="auto">
              <a:xfrm>
                <a:off x="3009" y="3859"/>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nj</a:t>
                </a:r>
              </a:p>
            </p:txBody>
          </p:sp>
          <p:sp>
            <p:nvSpPr>
              <p:cNvPr id="4001939" name="Text Box 147">
                <a:extLst>
                  <a:ext uri="{FF2B5EF4-FFF2-40B4-BE49-F238E27FC236}">
                    <a16:creationId xmlns:a16="http://schemas.microsoft.com/office/drawing/2014/main" id="{0DC6B9CD-ECF3-3A0F-D671-9FDBBC9EC3C0}"/>
                  </a:ext>
                </a:extLst>
              </p:cNvPr>
              <p:cNvSpPr txBox="1">
                <a:spLocks noChangeArrowheads="1"/>
              </p:cNvSpPr>
              <p:nvPr/>
            </p:nvSpPr>
            <p:spPr bwMode="auto">
              <a:xfrm>
                <a:off x="876" y="3565"/>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4" name="Text Box 152">
                <a:extLst>
                  <a:ext uri="{FF2B5EF4-FFF2-40B4-BE49-F238E27FC236}">
                    <a16:creationId xmlns:a16="http://schemas.microsoft.com/office/drawing/2014/main" id="{22ACEE34-290F-998A-A29D-E912ABA6A755}"/>
                  </a:ext>
                </a:extLst>
              </p:cNvPr>
              <p:cNvSpPr txBox="1">
                <a:spLocks noChangeArrowheads="1"/>
              </p:cNvSpPr>
              <p:nvPr/>
            </p:nvSpPr>
            <p:spPr bwMode="auto">
              <a:xfrm>
                <a:off x="1473" y="3565"/>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5" name="Text Box 153">
                <a:extLst>
                  <a:ext uri="{FF2B5EF4-FFF2-40B4-BE49-F238E27FC236}">
                    <a16:creationId xmlns:a16="http://schemas.microsoft.com/office/drawing/2014/main" id="{3937F05D-737E-FA3D-254A-C3F3D2D869DB}"/>
                  </a:ext>
                </a:extLst>
              </p:cNvPr>
              <p:cNvSpPr txBox="1">
                <a:spLocks noChangeArrowheads="1"/>
              </p:cNvSpPr>
              <p:nvPr/>
            </p:nvSpPr>
            <p:spPr bwMode="auto">
              <a:xfrm>
                <a:off x="1994" y="3565"/>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6" name="Text Box 154">
                <a:extLst>
                  <a:ext uri="{FF2B5EF4-FFF2-40B4-BE49-F238E27FC236}">
                    <a16:creationId xmlns:a16="http://schemas.microsoft.com/office/drawing/2014/main" id="{910855B0-1116-3723-E750-F65B98DA1F96}"/>
                  </a:ext>
                </a:extLst>
              </p:cNvPr>
              <p:cNvSpPr txBox="1">
                <a:spLocks noChangeArrowheads="1"/>
              </p:cNvSpPr>
              <p:nvPr/>
            </p:nvSpPr>
            <p:spPr bwMode="auto">
              <a:xfrm>
                <a:off x="2975" y="3565"/>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7" name="Text Box 155">
                <a:extLst>
                  <a:ext uri="{FF2B5EF4-FFF2-40B4-BE49-F238E27FC236}">
                    <a16:creationId xmlns:a16="http://schemas.microsoft.com/office/drawing/2014/main" id="{41DF9860-1BB1-A66D-5D45-EA070E706F5F}"/>
                  </a:ext>
                </a:extLst>
              </p:cNvPr>
              <p:cNvSpPr txBox="1">
                <a:spLocks noChangeArrowheads="1"/>
              </p:cNvSpPr>
              <p:nvPr/>
            </p:nvSpPr>
            <p:spPr bwMode="auto">
              <a:xfrm>
                <a:off x="4017" y="3565"/>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2" name="Text Box 160">
                <a:extLst>
                  <a:ext uri="{FF2B5EF4-FFF2-40B4-BE49-F238E27FC236}">
                    <a16:creationId xmlns:a16="http://schemas.microsoft.com/office/drawing/2014/main" id="{FCA321AC-DF95-7213-05C1-48DFFB9352C7}"/>
                  </a:ext>
                </a:extLst>
              </p:cNvPr>
              <p:cNvSpPr txBox="1">
                <a:spLocks noChangeArrowheads="1"/>
              </p:cNvSpPr>
              <p:nvPr/>
            </p:nvSpPr>
            <p:spPr bwMode="auto">
              <a:xfrm>
                <a:off x="2454" y="3176"/>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3" name="Text Box 161">
                <a:extLst>
                  <a:ext uri="{FF2B5EF4-FFF2-40B4-BE49-F238E27FC236}">
                    <a16:creationId xmlns:a16="http://schemas.microsoft.com/office/drawing/2014/main" id="{42FB0574-66B2-7C5C-2B19-B3EB74902333}"/>
                  </a:ext>
                </a:extLst>
              </p:cNvPr>
              <p:cNvSpPr txBox="1">
                <a:spLocks noChangeArrowheads="1"/>
              </p:cNvSpPr>
              <p:nvPr/>
            </p:nvSpPr>
            <p:spPr bwMode="auto">
              <a:xfrm>
                <a:off x="2454" y="3832"/>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4" name="Text Box 162">
                <a:extLst>
                  <a:ext uri="{FF2B5EF4-FFF2-40B4-BE49-F238E27FC236}">
                    <a16:creationId xmlns:a16="http://schemas.microsoft.com/office/drawing/2014/main" id="{8F3C2C3F-F453-134A-625F-C5840A361C9F}"/>
                  </a:ext>
                </a:extLst>
              </p:cNvPr>
              <p:cNvSpPr txBox="1">
                <a:spLocks noChangeArrowheads="1"/>
              </p:cNvSpPr>
              <p:nvPr/>
            </p:nvSpPr>
            <p:spPr bwMode="auto">
              <a:xfrm>
                <a:off x="3478" y="3192"/>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6" name="Text Box 164">
                <a:extLst>
                  <a:ext uri="{FF2B5EF4-FFF2-40B4-BE49-F238E27FC236}">
                    <a16:creationId xmlns:a16="http://schemas.microsoft.com/office/drawing/2014/main" id="{C3E2D137-B23F-1D54-7BE8-5AE78E4BE84C}"/>
                  </a:ext>
                </a:extLst>
              </p:cNvPr>
              <p:cNvSpPr txBox="1">
                <a:spLocks noChangeArrowheads="1"/>
              </p:cNvSpPr>
              <p:nvPr/>
            </p:nvSpPr>
            <p:spPr bwMode="auto">
              <a:xfrm>
                <a:off x="3478" y="3832"/>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8" name="Text Box 166">
                <a:extLst>
                  <a:ext uri="{FF2B5EF4-FFF2-40B4-BE49-F238E27FC236}">
                    <a16:creationId xmlns:a16="http://schemas.microsoft.com/office/drawing/2014/main" id="{94E544AD-DFB2-029A-9271-AE0BAE5134CF}"/>
                  </a:ext>
                </a:extLst>
              </p:cNvPr>
              <p:cNvSpPr txBox="1">
                <a:spLocks noChangeArrowheads="1"/>
              </p:cNvSpPr>
              <p:nvPr/>
            </p:nvSpPr>
            <p:spPr bwMode="auto">
              <a:xfrm>
                <a:off x="3486" y="3565"/>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60" name="Text Box 168">
                <a:extLst>
                  <a:ext uri="{FF2B5EF4-FFF2-40B4-BE49-F238E27FC236}">
                    <a16:creationId xmlns:a16="http://schemas.microsoft.com/office/drawing/2014/main" id="{D54D3E03-4137-C6BB-6744-30291A3AB5E3}"/>
                  </a:ext>
                </a:extLst>
              </p:cNvPr>
              <p:cNvSpPr txBox="1">
                <a:spLocks noChangeArrowheads="1"/>
              </p:cNvSpPr>
              <p:nvPr/>
            </p:nvSpPr>
            <p:spPr bwMode="auto">
              <a:xfrm>
                <a:off x="2440" y="3561"/>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grpSp>
            <p:nvGrpSpPr>
              <p:cNvPr id="4001963" name="Group 171">
                <a:extLst>
                  <a:ext uri="{FF2B5EF4-FFF2-40B4-BE49-F238E27FC236}">
                    <a16:creationId xmlns:a16="http://schemas.microsoft.com/office/drawing/2014/main" id="{8DBB2612-7699-A0A4-6C53-264774A7B8DA}"/>
                  </a:ext>
                </a:extLst>
              </p:cNvPr>
              <p:cNvGrpSpPr>
                <a:grpSpLocks/>
              </p:cNvGrpSpPr>
              <p:nvPr/>
            </p:nvGrpSpPr>
            <p:grpSpPr bwMode="auto">
              <a:xfrm>
                <a:off x="848" y="2064"/>
                <a:ext cx="4276" cy="2072"/>
                <a:chOff x="848" y="2064"/>
                <a:chExt cx="4276" cy="2072"/>
              </a:xfrm>
            </p:grpSpPr>
            <p:sp>
              <p:nvSpPr>
                <p:cNvPr id="4001911" name="Text Box 119">
                  <a:extLst>
                    <a:ext uri="{FF2B5EF4-FFF2-40B4-BE49-F238E27FC236}">
                      <a16:creationId xmlns:a16="http://schemas.microsoft.com/office/drawing/2014/main" id="{CF4D800D-57DB-A3C9-45B9-00D9952AE77F}"/>
                    </a:ext>
                  </a:extLst>
                </p:cNvPr>
                <p:cNvSpPr txBox="1">
                  <a:spLocks noChangeArrowheads="1"/>
                </p:cNvSpPr>
                <p:nvPr/>
              </p:nvSpPr>
              <p:spPr bwMode="auto">
                <a:xfrm>
                  <a:off x="966" y="2102"/>
                  <a:ext cx="2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Arial" panose="020B0604020202020204" pitchFamily="34" charset="0"/>
                      <a:ea typeface="宋体" panose="02010600030101010101" pitchFamily="2" charset="-122"/>
                    </a:rPr>
                    <a:t>C</a:t>
                  </a:r>
                </a:p>
              </p:txBody>
            </p:sp>
            <p:sp>
              <p:nvSpPr>
                <p:cNvPr id="4001912" name="Text Box 120">
                  <a:extLst>
                    <a:ext uri="{FF2B5EF4-FFF2-40B4-BE49-F238E27FC236}">
                      <a16:creationId xmlns:a16="http://schemas.microsoft.com/office/drawing/2014/main" id="{3A3A3EDE-6777-5398-6616-85C9D7A3E200}"/>
                    </a:ext>
                  </a:extLst>
                </p:cNvPr>
                <p:cNvSpPr txBox="1">
                  <a:spLocks noChangeArrowheads="1"/>
                </p:cNvSpPr>
                <p:nvPr/>
              </p:nvSpPr>
              <p:spPr bwMode="auto">
                <a:xfrm>
                  <a:off x="1518" y="2109"/>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a:t>
                  </a:r>
                </a:p>
              </p:txBody>
            </p:sp>
            <p:sp>
              <p:nvSpPr>
                <p:cNvPr id="4001913" name="Text Box 121">
                  <a:extLst>
                    <a:ext uri="{FF2B5EF4-FFF2-40B4-BE49-F238E27FC236}">
                      <a16:creationId xmlns:a16="http://schemas.microsoft.com/office/drawing/2014/main" id="{C8E19840-3A8B-CBF9-A5B1-54705429D850}"/>
                    </a:ext>
                  </a:extLst>
                </p:cNvPr>
                <p:cNvSpPr txBox="1">
                  <a:spLocks noChangeArrowheads="1"/>
                </p:cNvSpPr>
                <p:nvPr/>
              </p:nvSpPr>
              <p:spPr bwMode="auto">
                <a:xfrm>
                  <a:off x="924" y="2761"/>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a:t>
                  </a:r>
                </a:p>
              </p:txBody>
            </p:sp>
            <p:sp>
              <p:nvSpPr>
                <p:cNvPr id="4001914" name="Text Box 122">
                  <a:extLst>
                    <a:ext uri="{FF2B5EF4-FFF2-40B4-BE49-F238E27FC236}">
                      <a16:creationId xmlns:a16="http://schemas.microsoft.com/office/drawing/2014/main" id="{DDB4D342-758F-E297-863E-48986992E76C}"/>
                    </a:ext>
                  </a:extLst>
                </p:cNvPr>
                <p:cNvSpPr txBox="1">
                  <a:spLocks noChangeArrowheads="1"/>
                </p:cNvSpPr>
                <p:nvPr/>
              </p:nvSpPr>
              <p:spPr bwMode="auto">
                <a:xfrm>
                  <a:off x="924" y="2433"/>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a:t>
                  </a:r>
                </a:p>
              </p:txBody>
            </p:sp>
            <p:sp>
              <p:nvSpPr>
                <p:cNvPr id="4001915" name="Text Box 123">
                  <a:extLst>
                    <a:ext uri="{FF2B5EF4-FFF2-40B4-BE49-F238E27FC236}">
                      <a16:creationId xmlns:a16="http://schemas.microsoft.com/office/drawing/2014/main" id="{92BAA73B-70D5-FCF7-08E8-C7400652D715}"/>
                    </a:ext>
                  </a:extLst>
                </p:cNvPr>
                <p:cNvSpPr txBox="1">
                  <a:spLocks noChangeArrowheads="1"/>
                </p:cNvSpPr>
                <p:nvPr/>
              </p:nvSpPr>
              <p:spPr bwMode="auto">
                <a:xfrm>
                  <a:off x="2073" y="2102"/>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a:t>
                  </a:r>
                </a:p>
              </p:txBody>
            </p:sp>
            <p:sp>
              <p:nvSpPr>
                <p:cNvPr id="4001917" name="Text Box 125">
                  <a:extLst>
                    <a:ext uri="{FF2B5EF4-FFF2-40B4-BE49-F238E27FC236}">
                      <a16:creationId xmlns:a16="http://schemas.microsoft.com/office/drawing/2014/main" id="{42126A80-3333-278F-55BF-7F2F64B0999E}"/>
                    </a:ext>
                  </a:extLst>
                </p:cNvPr>
                <p:cNvSpPr txBox="1">
                  <a:spLocks noChangeArrowheads="1"/>
                </p:cNvSpPr>
                <p:nvPr/>
              </p:nvSpPr>
              <p:spPr bwMode="auto">
                <a:xfrm>
                  <a:off x="2992" y="2109"/>
                  <a:ext cx="2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j</a:t>
                  </a:r>
                </a:p>
              </p:txBody>
            </p:sp>
            <p:sp>
              <p:nvSpPr>
                <p:cNvPr id="4001919" name="Text Box 127">
                  <a:extLst>
                    <a:ext uri="{FF2B5EF4-FFF2-40B4-BE49-F238E27FC236}">
                      <a16:creationId xmlns:a16="http://schemas.microsoft.com/office/drawing/2014/main" id="{671E94A7-0797-C9F8-324D-6720F933DA74}"/>
                    </a:ext>
                  </a:extLst>
                </p:cNvPr>
                <p:cNvSpPr txBox="1">
                  <a:spLocks noChangeArrowheads="1"/>
                </p:cNvSpPr>
                <p:nvPr/>
              </p:nvSpPr>
              <p:spPr bwMode="auto">
                <a:xfrm>
                  <a:off x="4044" y="2102"/>
                  <a:ext cx="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n</a:t>
                  </a:r>
                </a:p>
              </p:txBody>
            </p:sp>
            <p:grpSp>
              <p:nvGrpSpPr>
                <p:cNvPr id="4001962" name="Group 170">
                  <a:extLst>
                    <a:ext uri="{FF2B5EF4-FFF2-40B4-BE49-F238E27FC236}">
                      <a16:creationId xmlns:a16="http://schemas.microsoft.com/office/drawing/2014/main" id="{07AB5C40-6C06-E95A-196C-0AF549AEE09D}"/>
                    </a:ext>
                  </a:extLst>
                </p:cNvPr>
                <p:cNvGrpSpPr>
                  <a:grpSpLocks/>
                </p:cNvGrpSpPr>
                <p:nvPr/>
              </p:nvGrpSpPr>
              <p:grpSpPr bwMode="auto">
                <a:xfrm>
                  <a:off x="848" y="2064"/>
                  <a:ext cx="4276" cy="2072"/>
                  <a:chOff x="848" y="2064"/>
                  <a:chExt cx="4276" cy="2072"/>
                </a:xfrm>
              </p:grpSpPr>
              <p:sp>
                <p:nvSpPr>
                  <p:cNvPr id="4001908" name="Line 116">
                    <a:extLst>
                      <a:ext uri="{FF2B5EF4-FFF2-40B4-BE49-F238E27FC236}">
                        <a16:creationId xmlns:a16="http://schemas.microsoft.com/office/drawing/2014/main" id="{951BAAF8-1C07-CD55-74D7-427669622865}"/>
                      </a:ext>
                    </a:extLst>
                  </p:cNvPr>
                  <p:cNvSpPr>
                    <a:spLocks noChangeShapeType="1"/>
                  </p:cNvSpPr>
                  <p:nvPr/>
                </p:nvSpPr>
                <p:spPr bwMode="auto">
                  <a:xfrm flipV="1">
                    <a:off x="848" y="2064"/>
                    <a:ext cx="4200" cy="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1909" name="Line 117">
                    <a:extLst>
                      <a:ext uri="{FF2B5EF4-FFF2-40B4-BE49-F238E27FC236}">
                        <a16:creationId xmlns:a16="http://schemas.microsoft.com/office/drawing/2014/main" id="{EFA05E41-E111-246A-E5D3-66C5B50A141F}"/>
                      </a:ext>
                    </a:extLst>
                  </p:cNvPr>
                  <p:cNvSpPr>
                    <a:spLocks noChangeShapeType="1"/>
                  </p:cNvSpPr>
                  <p:nvPr/>
                </p:nvSpPr>
                <p:spPr bwMode="auto">
                  <a:xfrm flipV="1">
                    <a:off x="848" y="2368"/>
                    <a:ext cx="4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1910" name="Line 118">
                    <a:extLst>
                      <a:ext uri="{FF2B5EF4-FFF2-40B4-BE49-F238E27FC236}">
                        <a16:creationId xmlns:a16="http://schemas.microsoft.com/office/drawing/2014/main" id="{EE083EE1-5FC1-326D-4951-4305B48D0289}"/>
                      </a:ext>
                    </a:extLst>
                  </p:cNvPr>
                  <p:cNvSpPr>
                    <a:spLocks noChangeShapeType="1"/>
                  </p:cNvSpPr>
                  <p:nvPr/>
                </p:nvSpPr>
                <p:spPr bwMode="auto">
                  <a:xfrm>
                    <a:off x="1424" y="2080"/>
                    <a:ext cx="8" cy="2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1920" name="Line 128">
                    <a:extLst>
                      <a:ext uri="{FF2B5EF4-FFF2-40B4-BE49-F238E27FC236}">
                        <a16:creationId xmlns:a16="http://schemas.microsoft.com/office/drawing/2014/main" id="{ACF8DF95-86A7-FCE7-0F87-DF9A7C14B9C2}"/>
                      </a:ext>
                    </a:extLst>
                  </p:cNvPr>
                  <p:cNvSpPr>
                    <a:spLocks noChangeShapeType="1"/>
                  </p:cNvSpPr>
                  <p:nvPr/>
                </p:nvSpPr>
                <p:spPr bwMode="auto">
                  <a:xfrm flipV="1">
                    <a:off x="924" y="4120"/>
                    <a:ext cx="4200" cy="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sp>
              <p:nvSpPr>
                <p:cNvPr id="4001921" name="Text Box 129">
                  <a:extLst>
                    <a:ext uri="{FF2B5EF4-FFF2-40B4-BE49-F238E27FC236}">
                      <a16:creationId xmlns:a16="http://schemas.microsoft.com/office/drawing/2014/main" id="{D39E0C2F-8A13-4A27-8E13-A1CA2EA59BAA}"/>
                    </a:ext>
                  </a:extLst>
                </p:cNvPr>
                <p:cNvSpPr txBox="1">
                  <a:spLocks noChangeArrowheads="1"/>
                </p:cNvSpPr>
                <p:nvPr/>
              </p:nvSpPr>
              <p:spPr bwMode="auto">
                <a:xfrm>
                  <a:off x="2992" y="2431"/>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1j</a:t>
                  </a:r>
                </a:p>
              </p:txBody>
            </p:sp>
            <p:sp>
              <p:nvSpPr>
                <p:cNvPr id="4001922" name="Text Box 130">
                  <a:extLst>
                    <a:ext uri="{FF2B5EF4-FFF2-40B4-BE49-F238E27FC236}">
                      <a16:creationId xmlns:a16="http://schemas.microsoft.com/office/drawing/2014/main" id="{ECB0E9AC-1026-BA39-BA69-2112F82BE54F}"/>
                    </a:ext>
                  </a:extLst>
                </p:cNvPr>
                <p:cNvSpPr txBox="1">
                  <a:spLocks noChangeArrowheads="1"/>
                </p:cNvSpPr>
                <p:nvPr/>
              </p:nvSpPr>
              <p:spPr bwMode="auto">
                <a:xfrm>
                  <a:off x="1518" y="2441"/>
                  <a:ext cx="3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11</a:t>
                  </a:r>
                </a:p>
              </p:txBody>
            </p:sp>
            <p:sp>
              <p:nvSpPr>
                <p:cNvPr id="4001923" name="Text Box 131">
                  <a:extLst>
                    <a:ext uri="{FF2B5EF4-FFF2-40B4-BE49-F238E27FC236}">
                      <a16:creationId xmlns:a16="http://schemas.microsoft.com/office/drawing/2014/main" id="{F5122F18-BABE-6EC3-7B42-A0C0FDF26498}"/>
                    </a:ext>
                  </a:extLst>
                </p:cNvPr>
                <p:cNvSpPr txBox="1">
                  <a:spLocks noChangeArrowheads="1"/>
                </p:cNvSpPr>
                <p:nvPr/>
              </p:nvSpPr>
              <p:spPr bwMode="auto">
                <a:xfrm>
                  <a:off x="2073" y="2431"/>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12</a:t>
                  </a:r>
                </a:p>
              </p:txBody>
            </p:sp>
            <p:sp>
              <p:nvSpPr>
                <p:cNvPr id="4001924" name="Text Box 132">
                  <a:extLst>
                    <a:ext uri="{FF2B5EF4-FFF2-40B4-BE49-F238E27FC236}">
                      <a16:creationId xmlns:a16="http://schemas.microsoft.com/office/drawing/2014/main" id="{33A39FCB-F35E-DA63-C6A9-294C56357232}"/>
                    </a:ext>
                  </a:extLst>
                </p:cNvPr>
                <p:cNvSpPr txBox="1">
                  <a:spLocks noChangeArrowheads="1"/>
                </p:cNvSpPr>
                <p:nvPr/>
              </p:nvSpPr>
              <p:spPr bwMode="auto">
                <a:xfrm>
                  <a:off x="4044" y="2431"/>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1n</a:t>
                  </a:r>
                </a:p>
              </p:txBody>
            </p:sp>
            <p:sp>
              <p:nvSpPr>
                <p:cNvPr id="4001925" name="Text Box 133">
                  <a:extLst>
                    <a:ext uri="{FF2B5EF4-FFF2-40B4-BE49-F238E27FC236}">
                      <a16:creationId xmlns:a16="http://schemas.microsoft.com/office/drawing/2014/main" id="{07AB71B5-6B96-5EDD-CF73-0E5BBC1E7479}"/>
                    </a:ext>
                  </a:extLst>
                </p:cNvPr>
                <p:cNvSpPr txBox="1">
                  <a:spLocks noChangeArrowheads="1"/>
                </p:cNvSpPr>
                <p:nvPr/>
              </p:nvSpPr>
              <p:spPr bwMode="auto">
                <a:xfrm>
                  <a:off x="1518" y="2761"/>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21</a:t>
                  </a:r>
                </a:p>
              </p:txBody>
            </p:sp>
            <p:sp>
              <p:nvSpPr>
                <p:cNvPr id="4001926" name="Text Box 134">
                  <a:extLst>
                    <a:ext uri="{FF2B5EF4-FFF2-40B4-BE49-F238E27FC236}">
                      <a16:creationId xmlns:a16="http://schemas.microsoft.com/office/drawing/2014/main" id="{9FBE919C-AE6B-02FF-F282-89DE9EA2B2CC}"/>
                    </a:ext>
                  </a:extLst>
                </p:cNvPr>
                <p:cNvSpPr txBox="1">
                  <a:spLocks noChangeArrowheads="1"/>
                </p:cNvSpPr>
                <p:nvPr/>
              </p:nvSpPr>
              <p:spPr bwMode="auto">
                <a:xfrm>
                  <a:off x="2993" y="2773"/>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2j</a:t>
                  </a:r>
                </a:p>
              </p:txBody>
            </p:sp>
            <p:sp>
              <p:nvSpPr>
                <p:cNvPr id="4001927" name="Text Box 135">
                  <a:extLst>
                    <a:ext uri="{FF2B5EF4-FFF2-40B4-BE49-F238E27FC236}">
                      <a16:creationId xmlns:a16="http://schemas.microsoft.com/office/drawing/2014/main" id="{4D1B40B6-92D2-5FB1-AB98-548AB4E63880}"/>
                    </a:ext>
                  </a:extLst>
                </p:cNvPr>
                <p:cNvSpPr txBox="1">
                  <a:spLocks noChangeArrowheads="1"/>
                </p:cNvSpPr>
                <p:nvPr/>
              </p:nvSpPr>
              <p:spPr bwMode="auto">
                <a:xfrm>
                  <a:off x="2068" y="2771"/>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22</a:t>
                  </a:r>
                </a:p>
              </p:txBody>
            </p:sp>
            <p:sp>
              <p:nvSpPr>
                <p:cNvPr id="4001935" name="Text Box 143">
                  <a:extLst>
                    <a:ext uri="{FF2B5EF4-FFF2-40B4-BE49-F238E27FC236}">
                      <a16:creationId xmlns:a16="http://schemas.microsoft.com/office/drawing/2014/main" id="{AB7D96E7-AC80-6617-F58D-B3CEE51ACD60}"/>
                    </a:ext>
                  </a:extLst>
                </p:cNvPr>
                <p:cNvSpPr txBox="1">
                  <a:spLocks noChangeArrowheads="1"/>
                </p:cNvSpPr>
                <p:nvPr/>
              </p:nvSpPr>
              <p:spPr bwMode="auto">
                <a:xfrm>
                  <a:off x="4062" y="2769"/>
                  <a:ext cx="32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2n</a:t>
                  </a:r>
                </a:p>
              </p:txBody>
            </p:sp>
            <p:sp>
              <p:nvSpPr>
                <p:cNvPr id="4001940" name="Text Box 148">
                  <a:extLst>
                    <a:ext uri="{FF2B5EF4-FFF2-40B4-BE49-F238E27FC236}">
                      <a16:creationId xmlns:a16="http://schemas.microsoft.com/office/drawing/2014/main" id="{707148B7-DE30-B32E-1BF5-761FAE591470}"/>
                    </a:ext>
                  </a:extLst>
                </p:cNvPr>
                <p:cNvSpPr txBox="1">
                  <a:spLocks noChangeArrowheads="1"/>
                </p:cNvSpPr>
                <p:nvPr/>
              </p:nvSpPr>
              <p:spPr bwMode="auto">
                <a:xfrm>
                  <a:off x="1495" y="3004"/>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1" name="Text Box 149">
                  <a:extLst>
                    <a:ext uri="{FF2B5EF4-FFF2-40B4-BE49-F238E27FC236}">
                      <a16:creationId xmlns:a16="http://schemas.microsoft.com/office/drawing/2014/main" id="{C94281BE-697E-741D-202B-A8C8765C61A7}"/>
                    </a:ext>
                  </a:extLst>
                </p:cNvPr>
                <p:cNvSpPr txBox="1">
                  <a:spLocks noChangeArrowheads="1"/>
                </p:cNvSpPr>
                <p:nvPr/>
              </p:nvSpPr>
              <p:spPr bwMode="auto">
                <a:xfrm>
                  <a:off x="2039" y="2996"/>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2" name="Text Box 150">
                  <a:extLst>
                    <a:ext uri="{FF2B5EF4-FFF2-40B4-BE49-F238E27FC236}">
                      <a16:creationId xmlns:a16="http://schemas.microsoft.com/office/drawing/2014/main" id="{F7D53921-A526-F380-FAC6-A48F83B4149E}"/>
                    </a:ext>
                  </a:extLst>
                </p:cNvPr>
                <p:cNvSpPr txBox="1">
                  <a:spLocks noChangeArrowheads="1"/>
                </p:cNvSpPr>
                <p:nvPr/>
              </p:nvSpPr>
              <p:spPr bwMode="auto">
                <a:xfrm>
                  <a:off x="2969" y="2996"/>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3" name="Text Box 151">
                  <a:extLst>
                    <a:ext uri="{FF2B5EF4-FFF2-40B4-BE49-F238E27FC236}">
                      <a16:creationId xmlns:a16="http://schemas.microsoft.com/office/drawing/2014/main" id="{9BAD48B3-8126-EDD5-A3BF-11917E1EE42E}"/>
                    </a:ext>
                  </a:extLst>
                </p:cNvPr>
                <p:cNvSpPr txBox="1">
                  <a:spLocks noChangeArrowheads="1"/>
                </p:cNvSpPr>
                <p:nvPr/>
              </p:nvSpPr>
              <p:spPr bwMode="auto">
                <a:xfrm>
                  <a:off x="4028" y="2973"/>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8" name="Text Box 156">
                  <a:extLst>
                    <a:ext uri="{FF2B5EF4-FFF2-40B4-BE49-F238E27FC236}">
                      <a16:creationId xmlns:a16="http://schemas.microsoft.com/office/drawing/2014/main" id="{3E7A037C-DF4A-5723-E0CB-1CABB9926360}"/>
                    </a:ext>
                  </a:extLst>
                </p:cNvPr>
                <p:cNvSpPr txBox="1">
                  <a:spLocks noChangeArrowheads="1"/>
                </p:cNvSpPr>
                <p:nvPr/>
              </p:nvSpPr>
              <p:spPr bwMode="auto">
                <a:xfrm>
                  <a:off x="2454" y="2064"/>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49" name="Text Box 157">
                  <a:extLst>
                    <a:ext uri="{FF2B5EF4-FFF2-40B4-BE49-F238E27FC236}">
                      <a16:creationId xmlns:a16="http://schemas.microsoft.com/office/drawing/2014/main" id="{AE3DC79A-1A53-A7CA-7672-DB6B6C5850F8}"/>
                    </a:ext>
                  </a:extLst>
                </p:cNvPr>
                <p:cNvSpPr txBox="1">
                  <a:spLocks noChangeArrowheads="1"/>
                </p:cNvSpPr>
                <p:nvPr/>
              </p:nvSpPr>
              <p:spPr bwMode="auto">
                <a:xfrm>
                  <a:off x="3476" y="2069"/>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0" name="Text Box 158">
                  <a:extLst>
                    <a:ext uri="{FF2B5EF4-FFF2-40B4-BE49-F238E27FC236}">
                      <a16:creationId xmlns:a16="http://schemas.microsoft.com/office/drawing/2014/main" id="{9937FD8B-E13F-D61A-29C6-8B3ABDB2803F}"/>
                    </a:ext>
                  </a:extLst>
                </p:cNvPr>
                <p:cNvSpPr txBox="1">
                  <a:spLocks noChangeArrowheads="1"/>
                </p:cNvSpPr>
                <p:nvPr/>
              </p:nvSpPr>
              <p:spPr bwMode="auto">
                <a:xfrm>
                  <a:off x="2454" y="2408"/>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1" name="Text Box 159">
                  <a:extLst>
                    <a:ext uri="{FF2B5EF4-FFF2-40B4-BE49-F238E27FC236}">
                      <a16:creationId xmlns:a16="http://schemas.microsoft.com/office/drawing/2014/main" id="{AB422A93-B65D-B2D5-44DF-8D5F9F63BAD9}"/>
                    </a:ext>
                  </a:extLst>
                </p:cNvPr>
                <p:cNvSpPr txBox="1">
                  <a:spLocks noChangeArrowheads="1"/>
                </p:cNvSpPr>
                <p:nvPr/>
              </p:nvSpPr>
              <p:spPr bwMode="auto">
                <a:xfrm>
                  <a:off x="2452" y="2721"/>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5" name="Text Box 163">
                  <a:extLst>
                    <a:ext uri="{FF2B5EF4-FFF2-40B4-BE49-F238E27FC236}">
                      <a16:creationId xmlns:a16="http://schemas.microsoft.com/office/drawing/2014/main" id="{8C7F268B-994B-B9E1-883D-29CAF1ABDDC3}"/>
                    </a:ext>
                  </a:extLst>
                </p:cNvPr>
                <p:cNvSpPr txBox="1">
                  <a:spLocks noChangeArrowheads="1"/>
                </p:cNvSpPr>
                <p:nvPr/>
              </p:nvSpPr>
              <p:spPr bwMode="auto">
                <a:xfrm>
                  <a:off x="3478" y="2752"/>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7" name="Text Box 165">
                  <a:extLst>
                    <a:ext uri="{FF2B5EF4-FFF2-40B4-BE49-F238E27FC236}">
                      <a16:creationId xmlns:a16="http://schemas.microsoft.com/office/drawing/2014/main" id="{57F75CD5-C5A0-9979-F434-4927E01D075C}"/>
                    </a:ext>
                  </a:extLst>
                </p:cNvPr>
                <p:cNvSpPr txBox="1">
                  <a:spLocks noChangeArrowheads="1"/>
                </p:cNvSpPr>
                <p:nvPr/>
              </p:nvSpPr>
              <p:spPr bwMode="auto">
                <a:xfrm>
                  <a:off x="3478" y="2392"/>
                  <a:ext cx="30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59" name="Text Box 167">
                  <a:extLst>
                    <a:ext uri="{FF2B5EF4-FFF2-40B4-BE49-F238E27FC236}">
                      <a16:creationId xmlns:a16="http://schemas.microsoft.com/office/drawing/2014/main" id="{BE5B3283-C642-9D9B-962E-A7148C81754F}"/>
                    </a:ext>
                  </a:extLst>
                </p:cNvPr>
                <p:cNvSpPr txBox="1">
                  <a:spLocks noChangeArrowheads="1"/>
                </p:cNvSpPr>
                <p:nvPr/>
              </p:nvSpPr>
              <p:spPr bwMode="auto">
                <a:xfrm>
                  <a:off x="3477" y="3021"/>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sp>
              <p:nvSpPr>
                <p:cNvPr id="4001961" name="Text Box 169">
                  <a:extLst>
                    <a:ext uri="{FF2B5EF4-FFF2-40B4-BE49-F238E27FC236}">
                      <a16:creationId xmlns:a16="http://schemas.microsoft.com/office/drawing/2014/main" id="{F925E680-7842-3DAA-9806-D244D439F7AA}"/>
                    </a:ext>
                  </a:extLst>
                </p:cNvPr>
                <p:cNvSpPr txBox="1">
                  <a:spLocks noChangeArrowheads="1"/>
                </p:cNvSpPr>
                <p:nvPr/>
              </p:nvSpPr>
              <p:spPr bwMode="auto">
                <a:xfrm>
                  <a:off x="2443" y="2990"/>
                  <a:ext cx="33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vert="eaVert">
                  <a:spAutoFit/>
                </a:bodyPr>
                <a:lstStyle/>
                <a:p>
                  <a:pPr defTabSz="685800" eaLnBrk="0" fontAlgn="base" hangingPunct="0">
                    <a:spcBef>
                      <a:spcPct val="50000"/>
                    </a:spcBef>
                    <a:spcAft>
                      <a:spcPct val="0"/>
                    </a:spcAft>
                  </a:pPr>
                  <a:r>
                    <a:rPr lang="en-US" altLang="zh-CN" sz="1350" b="1">
                      <a:solidFill>
                        <a:srgbClr val="000000"/>
                      </a:solidFill>
                      <a:latin typeface="Arial" panose="020B0604020202020204" pitchFamily="34" charset="0"/>
                      <a:ea typeface="宋体" panose="02010600030101010101" pitchFamily="2" charset="-122"/>
                    </a:rPr>
                    <a:t>…</a:t>
                  </a:r>
                </a:p>
              </p:txBody>
            </p:sp>
          </p:grpSp>
        </p:gr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01967"/>
                                        </p:tgtEl>
                                        <p:attrNameLst>
                                          <p:attrName>style.visibility</p:attrName>
                                        </p:attrNameLst>
                                      </p:cBhvr>
                                      <p:to>
                                        <p:strVal val="visible"/>
                                      </p:to>
                                    </p:set>
                                    <p:animEffect transition="in" filter="blinds(horizontal)">
                                      <p:cBhvr>
                                        <p:cTn id="7" dur="1000"/>
                                        <p:tgtEl>
                                          <p:spTgt spid="4001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1967"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47" name="Rectangle 7">
            <a:extLst>
              <a:ext uri="{FF2B5EF4-FFF2-40B4-BE49-F238E27FC236}">
                <a16:creationId xmlns:a16="http://schemas.microsoft.com/office/drawing/2014/main" id="{CA4C37CC-F083-D187-8440-492D8A61D165}"/>
              </a:ext>
            </a:extLst>
          </p:cNvPr>
          <p:cNvSpPr>
            <a:spLocks noChangeArrowheads="1"/>
          </p:cNvSpPr>
          <p:nvPr/>
        </p:nvSpPr>
        <p:spPr bwMode="auto">
          <a:xfrm>
            <a:off x="2324100" y="232381"/>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3842" name="Rectangle 2">
            <a:extLst>
              <a:ext uri="{FF2B5EF4-FFF2-40B4-BE49-F238E27FC236}">
                <a16:creationId xmlns:a16="http://schemas.microsoft.com/office/drawing/2014/main" id="{95F66201-26AA-6481-726D-CF31DF381359}"/>
              </a:ext>
            </a:extLst>
          </p:cNvPr>
          <p:cNvSpPr>
            <a:spLocks noGrp="1" noChangeArrowheads="1"/>
          </p:cNvSpPr>
          <p:nvPr>
            <p:ph type="title"/>
          </p:nvPr>
        </p:nvSpPr>
        <p:spPr bwMode="auto">
          <a:xfrm>
            <a:off x="2324100" y="135732"/>
            <a:ext cx="2305050" cy="51792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建立判断矩阵</a:t>
            </a:r>
          </a:p>
        </p:txBody>
      </p:sp>
      <p:sp>
        <p:nvSpPr>
          <p:cNvPr id="4003843" name="Rectangle 3">
            <a:extLst>
              <a:ext uri="{FF2B5EF4-FFF2-40B4-BE49-F238E27FC236}">
                <a16:creationId xmlns:a16="http://schemas.microsoft.com/office/drawing/2014/main" id="{BAAC3043-DEDF-A08D-42B8-6C561413DF3D}"/>
              </a:ext>
            </a:extLst>
          </p:cNvPr>
          <p:cNvSpPr>
            <a:spLocks noGrp="1" noChangeArrowheads="1"/>
          </p:cNvSpPr>
          <p:nvPr>
            <p:ph type="body" idx="1"/>
          </p:nvPr>
        </p:nvSpPr>
        <p:spPr bwMode="auto">
          <a:xfrm>
            <a:off x="2809875" y="1190626"/>
            <a:ext cx="3990975" cy="307062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pPr>
              <a:buFont typeface="Wingdings" panose="05000000000000000000" pitchFamily="2" charset="2"/>
              <a:buNone/>
            </a:pPr>
            <a:r>
              <a:rPr lang="zh-CN" altLang="en-US"/>
              <a:t>（</a:t>
            </a:r>
            <a:r>
              <a:rPr lang="en-US" altLang="zh-CN"/>
              <a:t>1</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极为重要，则</a:t>
            </a:r>
            <a:r>
              <a:rPr lang="en-US" altLang="zh-CN"/>
              <a:t>b</a:t>
            </a:r>
            <a:r>
              <a:rPr lang="en-US" altLang="zh-CN" baseline="-10000"/>
              <a:t>ij</a:t>
            </a:r>
            <a:r>
              <a:rPr lang="en-US" altLang="zh-CN"/>
              <a:t>=9</a:t>
            </a:r>
            <a:r>
              <a:rPr lang="zh-CN" altLang="en-US"/>
              <a:t>。</a:t>
            </a:r>
          </a:p>
          <a:p>
            <a:pPr>
              <a:buFont typeface="Wingdings" panose="05000000000000000000" pitchFamily="2" charset="2"/>
              <a:buNone/>
            </a:pPr>
            <a:r>
              <a:rPr lang="zh-CN" altLang="en-US"/>
              <a:t>（</a:t>
            </a:r>
            <a:r>
              <a:rPr lang="en-US" altLang="zh-CN"/>
              <a:t>2</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重要很多，则</a:t>
            </a:r>
            <a:r>
              <a:rPr lang="en-US" altLang="zh-CN"/>
              <a:t>b</a:t>
            </a:r>
            <a:r>
              <a:rPr lang="en-US" altLang="zh-CN" baseline="-10000"/>
              <a:t>ij</a:t>
            </a:r>
            <a:r>
              <a:rPr lang="en-US" altLang="zh-CN"/>
              <a:t>=7</a:t>
            </a:r>
            <a:r>
              <a:rPr lang="zh-CN" altLang="en-US"/>
              <a:t>。</a:t>
            </a:r>
          </a:p>
          <a:p>
            <a:pPr>
              <a:buFont typeface="Wingdings" panose="05000000000000000000" pitchFamily="2" charset="2"/>
              <a:buNone/>
            </a:pPr>
            <a:r>
              <a:rPr lang="zh-CN" altLang="en-US"/>
              <a:t>（</a:t>
            </a:r>
            <a:r>
              <a:rPr lang="en-US" altLang="zh-CN"/>
              <a:t>3</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重要，则</a:t>
            </a:r>
            <a:r>
              <a:rPr lang="en-US" altLang="zh-CN"/>
              <a:t>b</a:t>
            </a:r>
            <a:r>
              <a:rPr lang="en-US" altLang="zh-CN" baseline="-10000"/>
              <a:t>ij</a:t>
            </a:r>
            <a:r>
              <a:rPr lang="en-US" altLang="zh-CN"/>
              <a:t>=5</a:t>
            </a:r>
            <a:r>
              <a:rPr lang="zh-CN" altLang="en-US"/>
              <a:t>。</a:t>
            </a:r>
          </a:p>
          <a:p>
            <a:pPr>
              <a:buFont typeface="Wingdings" panose="05000000000000000000" pitchFamily="2" charset="2"/>
              <a:buNone/>
            </a:pPr>
            <a:r>
              <a:rPr lang="zh-CN" altLang="en-US"/>
              <a:t>（</a:t>
            </a:r>
            <a:r>
              <a:rPr lang="en-US" altLang="zh-CN"/>
              <a:t>4</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稍重要，则</a:t>
            </a:r>
            <a:r>
              <a:rPr lang="en-US" altLang="zh-CN"/>
              <a:t>b</a:t>
            </a:r>
            <a:r>
              <a:rPr lang="en-US" altLang="zh-CN" baseline="-10000"/>
              <a:t>ij</a:t>
            </a:r>
            <a:r>
              <a:rPr lang="en-US" altLang="zh-CN"/>
              <a:t>=3</a:t>
            </a:r>
            <a:r>
              <a:rPr lang="zh-CN" altLang="en-US"/>
              <a:t>。</a:t>
            </a:r>
          </a:p>
          <a:p>
            <a:pPr>
              <a:buFont typeface="Wingdings" panose="05000000000000000000" pitchFamily="2" charset="2"/>
              <a:buNone/>
            </a:pPr>
            <a:r>
              <a:rPr lang="zh-CN" altLang="en-US"/>
              <a:t>（</a:t>
            </a:r>
            <a:r>
              <a:rPr lang="en-US" altLang="zh-CN"/>
              <a:t>5</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同样重要，则</a:t>
            </a:r>
            <a:r>
              <a:rPr lang="en-US" altLang="zh-CN"/>
              <a:t>b</a:t>
            </a:r>
            <a:r>
              <a:rPr lang="en-US" altLang="zh-CN" baseline="-10000"/>
              <a:t>ij</a:t>
            </a:r>
            <a:r>
              <a:rPr lang="en-US" altLang="zh-CN"/>
              <a:t>=1</a:t>
            </a:r>
            <a:r>
              <a:rPr lang="zh-CN" altLang="en-US"/>
              <a:t>。</a:t>
            </a:r>
          </a:p>
          <a:p>
            <a:pPr>
              <a:buFont typeface="Wingdings" panose="05000000000000000000" pitchFamily="2" charset="2"/>
              <a:buNone/>
            </a:pPr>
            <a:r>
              <a:rPr lang="zh-CN" altLang="en-US"/>
              <a:t>（</a:t>
            </a:r>
            <a:r>
              <a:rPr lang="en-US" altLang="zh-CN"/>
              <a:t>6</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稍次要，则</a:t>
            </a:r>
            <a:r>
              <a:rPr lang="en-US" altLang="zh-CN"/>
              <a:t>b</a:t>
            </a:r>
            <a:r>
              <a:rPr lang="en-US" altLang="zh-CN" baseline="-10000"/>
              <a:t>ij</a:t>
            </a:r>
            <a:r>
              <a:rPr lang="en-US" altLang="zh-CN"/>
              <a:t>=1/3</a:t>
            </a:r>
            <a:r>
              <a:rPr lang="zh-CN" altLang="en-US"/>
              <a:t>。</a:t>
            </a:r>
          </a:p>
          <a:p>
            <a:pPr>
              <a:buFont typeface="Wingdings" panose="05000000000000000000" pitchFamily="2" charset="2"/>
              <a:buNone/>
            </a:pPr>
            <a:r>
              <a:rPr lang="zh-CN" altLang="en-US"/>
              <a:t>（</a:t>
            </a:r>
            <a:r>
              <a:rPr lang="en-US" altLang="zh-CN"/>
              <a:t>7</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次要，则</a:t>
            </a:r>
            <a:r>
              <a:rPr lang="en-US" altLang="zh-CN"/>
              <a:t>b</a:t>
            </a:r>
            <a:r>
              <a:rPr lang="en-US" altLang="zh-CN" baseline="-10000"/>
              <a:t>ij</a:t>
            </a:r>
            <a:r>
              <a:rPr lang="en-US" altLang="zh-CN"/>
              <a:t>=1/5</a:t>
            </a:r>
            <a:r>
              <a:rPr lang="zh-CN" altLang="en-US"/>
              <a:t>。</a:t>
            </a:r>
          </a:p>
          <a:p>
            <a:pPr>
              <a:buFont typeface="Wingdings" panose="05000000000000000000" pitchFamily="2" charset="2"/>
              <a:buNone/>
            </a:pPr>
            <a:r>
              <a:rPr lang="zh-CN" altLang="en-US"/>
              <a:t>（</a:t>
            </a:r>
            <a:r>
              <a:rPr lang="en-US" altLang="zh-CN"/>
              <a:t>8</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次要很多，则</a:t>
            </a:r>
            <a:r>
              <a:rPr lang="en-US" altLang="zh-CN"/>
              <a:t>b</a:t>
            </a:r>
            <a:r>
              <a:rPr lang="en-US" altLang="zh-CN" baseline="-10000"/>
              <a:t>ij</a:t>
            </a:r>
            <a:r>
              <a:rPr lang="en-US" altLang="zh-CN"/>
              <a:t>=1/7</a:t>
            </a:r>
            <a:r>
              <a:rPr lang="zh-CN" altLang="en-US"/>
              <a:t>。</a:t>
            </a:r>
          </a:p>
          <a:p>
            <a:pPr>
              <a:buFont typeface="Wingdings" panose="05000000000000000000" pitchFamily="2" charset="2"/>
              <a:buNone/>
            </a:pPr>
            <a:r>
              <a:rPr lang="zh-CN" altLang="en-US"/>
              <a:t>（</a:t>
            </a:r>
            <a:r>
              <a:rPr lang="en-US" altLang="zh-CN"/>
              <a:t>9</a:t>
            </a:r>
            <a:r>
              <a:rPr lang="zh-CN" altLang="en-US"/>
              <a:t>）对</a:t>
            </a:r>
            <a:r>
              <a:rPr lang="en-US" altLang="zh-CN"/>
              <a:t>C</a:t>
            </a:r>
            <a:r>
              <a:rPr lang="zh-CN" altLang="en-US"/>
              <a:t>而言，</a:t>
            </a:r>
            <a:r>
              <a:rPr lang="en-US" altLang="zh-CN"/>
              <a:t>b</a:t>
            </a:r>
            <a:r>
              <a:rPr lang="en-US" altLang="zh-CN" baseline="-10000"/>
              <a:t>i</a:t>
            </a:r>
            <a:r>
              <a:rPr lang="zh-CN" altLang="en-US"/>
              <a:t>比</a:t>
            </a:r>
            <a:r>
              <a:rPr lang="en-US" altLang="zh-CN"/>
              <a:t>b</a:t>
            </a:r>
            <a:r>
              <a:rPr lang="en-US" altLang="zh-CN" baseline="-10000"/>
              <a:t>j</a:t>
            </a:r>
            <a:r>
              <a:rPr lang="zh-CN" altLang="en-US"/>
              <a:t>极为次要，则</a:t>
            </a:r>
            <a:r>
              <a:rPr lang="en-US" altLang="zh-CN"/>
              <a:t>b</a:t>
            </a:r>
            <a:r>
              <a:rPr lang="en-US" altLang="zh-CN" baseline="-10000"/>
              <a:t>ij</a:t>
            </a:r>
            <a:r>
              <a:rPr lang="en-US" altLang="zh-CN"/>
              <a:t>=1/9</a:t>
            </a:r>
            <a:r>
              <a:rPr lang="zh-CN" altLang="en-US"/>
              <a:t>。</a:t>
            </a:r>
          </a:p>
        </p:txBody>
      </p:sp>
      <p:sp>
        <p:nvSpPr>
          <p:cNvPr id="4003844" name="Text Box 4">
            <a:extLst>
              <a:ext uri="{FF2B5EF4-FFF2-40B4-BE49-F238E27FC236}">
                <a16:creationId xmlns:a16="http://schemas.microsoft.com/office/drawing/2014/main" id="{A68250E9-CF88-4808-B984-4A6F8242B7BD}"/>
              </a:ext>
            </a:extLst>
          </p:cNvPr>
          <p:cNvSpPr txBox="1">
            <a:spLocks noChangeArrowheads="1"/>
          </p:cNvSpPr>
          <p:nvPr/>
        </p:nvSpPr>
        <p:spPr bwMode="auto">
          <a:xfrm>
            <a:off x="3398044" y="653653"/>
            <a:ext cx="279320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2100" b="1">
                <a:solidFill>
                  <a:srgbClr val="000000"/>
                </a:solidFill>
                <a:latin typeface="Arial" panose="020B0604020202020204" pitchFamily="34" charset="0"/>
                <a:ea typeface="宋体" panose="02010600030101010101" pitchFamily="2" charset="-122"/>
              </a:rPr>
              <a:t>评价一般采用的尺度</a:t>
            </a:r>
          </a:p>
        </p:txBody>
      </p:sp>
      <p:sp>
        <p:nvSpPr>
          <p:cNvPr id="4003846" name="Oval 6">
            <a:extLst>
              <a:ext uri="{FF2B5EF4-FFF2-40B4-BE49-F238E27FC236}">
                <a16:creationId xmlns:a16="http://schemas.microsoft.com/office/drawing/2014/main" id="{504B283D-1ED3-0346-21C1-8B93C4041114}"/>
              </a:ext>
            </a:extLst>
          </p:cNvPr>
          <p:cNvSpPr>
            <a:spLocks noChangeArrowheads="1"/>
          </p:cNvSpPr>
          <p:nvPr/>
        </p:nvSpPr>
        <p:spPr bwMode="auto">
          <a:xfrm>
            <a:off x="1756172" y="4161027"/>
            <a:ext cx="6157913" cy="908864"/>
          </a:xfrm>
          <a:prstGeom prst="ellipse">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r>
              <a:rPr lang="zh-CN" altLang="en-US" sz="1200" b="1">
                <a:solidFill>
                  <a:srgbClr val="FFFFFF"/>
                </a:solidFill>
                <a:latin typeface="Arial" panose="020B0604020202020204" pitchFamily="34" charset="0"/>
                <a:ea typeface="宋体" panose="02010600030101010101" pitchFamily="2" charset="-122"/>
              </a:rPr>
              <a:t>在建立判断矩阵时，要对评价系统的要素及其相对重要性有深刻了解，保证被比较和判断的元素具有相同的性质，具有可比性。在判断时，不能有逻辑上的错误。</a:t>
            </a:r>
            <a:endParaRPr lang="zh-CN" altLang="en-US" sz="1200">
              <a:solidFill>
                <a:srgbClr val="FFFFFF"/>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4918" name="Rectangle 54">
            <a:extLst>
              <a:ext uri="{FF2B5EF4-FFF2-40B4-BE49-F238E27FC236}">
                <a16:creationId xmlns:a16="http://schemas.microsoft.com/office/drawing/2014/main" id="{29DD8D12-7F0E-F343-DBC1-D00D12218445}"/>
              </a:ext>
            </a:extLst>
          </p:cNvPr>
          <p:cNvSpPr>
            <a:spLocks noChangeArrowheads="1"/>
          </p:cNvSpPr>
          <p:nvPr/>
        </p:nvSpPr>
        <p:spPr bwMode="auto">
          <a:xfrm>
            <a:off x="2340769" y="200234"/>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68" name="Rectangle 4">
            <a:extLst>
              <a:ext uri="{FF2B5EF4-FFF2-40B4-BE49-F238E27FC236}">
                <a16:creationId xmlns:a16="http://schemas.microsoft.com/office/drawing/2014/main" id="{55F187C1-14A3-139A-78B0-386A6E18C5C4}"/>
              </a:ext>
            </a:extLst>
          </p:cNvPr>
          <p:cNvSpPr>
            <a:spLocks noGrp="1" noChangeArrowheads="1"/>
          </p:cNvSpPr>
          <p:nvPr>
            <p:ph type="title"/>
          </p:nvPr>
        </p:nvSpPr>
        <p:spPr bwMode="auto">
          <a:xfrm>
            <a:off x="2324100" y="205978"/>
            <a:ext cx="2305050" cy="51792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建立判断矩阵</a:t>
            </a:r>
          </a:p>
        </p:txBody>
      </p:sp>
      <p:sp>
        <p:nvSpPr>
          <p:cNvPr id="4004869" name="Text Box 5">
            <a:extLst>
              <a:ext uri="{FF2B5EF4-FFF2-40B4-BE49-F238E27FC236}">
                <a16:creationId xmlns:a16="http://schemas.microsoft.com/office/drawing/2014/main" id="{9563C1F1-78B5-386B-8D95-1371DF82715A}"/>
              </a:ext>
            </a:extLst>
          </p:cNvPr>
          <p:cNvSpPr txBox="1">
            <a:spLocks noChangeArrowheads="1"/>
          </p:cNvSpPr>
          <p:nvPr/>
        </p:nvSpPr>
        <p:spPr bwMode="auto">
          <a:xfrm>
            <a:off x="2064544" y="779860"/>
            <a:ext cx="56888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例如：如果</a:t>
            </a:r>
            <a:r>
              <a:rPr lang="en-US" altLang="zh-CN" sz="1200">
                <a:solidFill>
                  <a:srgbClr val="000000"/>
                </a:solidFill>
                <a:latin typeface="Arial" panose="020B0604020202020204" pitchFamily="34" charset="0"/>
                <a:ea typeface="宋体" panose="02010600030101010101" pitchFamily="2" charset="-122"/>
              </a:rPr>
              <a:t>C</a:t>
            </a:r>
            <a:r>
              <a:rPr lang="zh-CN" altLang="en-US" sz="1200">
                <a:solidFill>
                  <a:srgbClr val="000000"/>
                </a:solidFill>
                <a:latin typeface="Arial" panose="020B0604020202020204" pitchFamily="34" charset="0"/>
                <a:ea typeface="宋体" panose="02010600030101010101" pitchFamily="2" charset="-122"/>
              </a:rPr>
              <a:t>为购一台满意的设备，</a:t>
            </a: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a:t>
            </a:r>
            <a:r>
              <a:rPr lang="zh-CN" altLang="en-US" sz="1200">
                <a:solidFill>
                  <a:srgbClr val="000000"/>
                </a:solidFill>
                <a:latin typeface="Arial" panose="020B0604020202020204" pitchFamily="34" charset="0"/>
                <a:ea typeface="宋体" panose="02010600030101010101" pitchFamily="2" charset="-122"/>
              </a:rPr>
              <a:t>为功能强，</a:t>
            </a: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a:t>
            </a:r>
            <a:r>
              <a:rPr lang="zh-CN" altLang="en-US" sz="1200">
                <a:solidFill>
                  <a:srgbClr val="000000"/>
                </a:solidFill>
                <a:latin typeface="Arial" panose="020B0604020202020204" pitchFamily="34" charset="0"/>
                <a:ea typeface="宋体" panose="02010600030101010101" pitchFamily="2" charset="-122"/>
              </a:rPr>
              <a:t>为价格低，</a:t>
            </a: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3</a:t>
            </a:r>
            <a:r>
              <a:rPr lang="zh-CN" altLang="en-US" sz="1200">
                <a:solidFill>
                  <a:srgbClr val="000000"/>
                </a:solidFill>
                <a:latin typeface="Arial" panose="020B0604020202020204" pitchFamily="34" charset="0"/>
                <a:ea typeface="宋体" panose="02010600030101010101" pitchFamily="2" charset="-122"/>
              </a:rPr>
              <a:t>为维修容易。通过对</a:t>
            </a: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1</a:t>
            </a:r>
            <a:r>
              <a:rPr lang="zh-CN" altLang="en-US" sz="1200">
                <a:solidFill>
                  <a:srgbClr val="000000"/>
                </a:solidFill>
                <a:latin typeface="Arial" panose="020B0604020202020204" pitchFamily="34" charset="0"/>
                <a:ea typeface="宋体" panose="02010600030101010101" pitchFamily="2" charset="-122"/>
              </a:rPr>
              <a:t>，</a:t>
            </a: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2</a:t>
            </a:r>
            <a:r>
              <a:rPr lang="zh-CN" altLang="en-US" sz="1200">
                <a:solidFill>
                  <a:srgbClr val="000000"/>
                </a:solidFill>
                <a:latin typeface="Arial" panose="020B0604020202020204" pitchFamily="34" charset="0"/>
                <a:ea typeface="宋体" panose="02010600030101010101" pitchFamily="2" charset="-122"/>
              </a:rPr>
              <a:t>和</a:t>
            </a:r>
            <a:r>
              <a:rPr lang="en-US" altLang="zh-CN" sz="1200">
                <a:solidFill>
                  <a:srgbClr val="000000"/>
                </a:solidFill>
                <a:latin typeface="Arial" panose="020B0604020202020204" pitchFamily="34" charset="0"/>
                <a:ea typeface="宋体" panose="02010600030101010101" pitchFamily="2" charset="-122"/>
              </a:rPr>
              <a:t>B</a:t>
            </a:r>
            <a:r>
              <a:rPr lang="en-US" altLang="zh-CN" sz="1200" baseline="-10000">
                <a:solidFill>
                  <a:srgbClr val="000000"/>
                </a:solidFill>
                <a:latin typeface="Arial" panose="020B0604020202020204" pitchFamily="34" charset="0"/>
                <a:ea typeface="宋体" panose="02010600030101010101" pitchFamily="2" charset="-122"/>
              </a:rPr>
              <a:t>3</a:t>
            </a:r>
            <a:r>
              <a:rPr lang="zh-CN" altLang="en-US" sz="1200">
                <a:solidFill>
                  <a:srgbClr val="000000"/>
                </a:solidFill>
                <a:latin typeface="Arial" panose="020B0604020202020204" pitchFamily="34" charset="0"/>
                <a:ea typeface="宋体" panose="02010600030101010101" pitchFamily="2" charset="-122"/>
              </a:rPr>
              <a:t>的两两比较后做出的判断矩阵</a:t>
            </a:r>
            <a:r>
              <a:rPr lang="en-US" altLang="zh-CN" sz="1200" b="1">
                <a:solidFill>
                  <a:srgbClr val="000000"/>
                </a:solidFill>
                <a:latin typeface="Arial" panose="020B0604020202020204" pitchFamily="34" charset="0"/>
                <a:ea typeface="宋体" panose="02010600030101010101" pitchFamily="2" charset="-122"/>
              </a:rPr>
              <a:t>B</a:t>
            </a:r>
            <a:r>
              <a:rPr lang="zh-CN" altLang="en-US" sz="1200">
                <a:solidFill>
                  <a:srgbClr val="000000"/>
                </a:solidFill>
                <a:latin typeface="Arial" panose="020B0604020202020204" pitchFamily="34" charset="0"/>
                <a:ea typeface="宋体" panose="02010600030101010101" pitchFamily="2" charset="-122"/>
              </a:rPr>
              <a:t>如下：</a:t>
            </a:r>
          </a:p>
        </p:txBody>
      </p:sp>
      <p:sp>
        <p:nvSpPr>
          <p:cNvPr id="4004870" name="Line 6">
            <a:extLst>
              <a:ext uri="{FF2B5EF4-FFF2-40B4-BE49-F238E27FC236}">
                <a16:creationId xmlns:a16="http://schemas.microsoft.com/office/drawing/2014/main" id="{B5F568BF-7DF2-2B41-8555-ECBC3EFB9642}"/>
              </a:ext>
            </a:extLst>
          </p:cNvPr>
          <p:cNvSpPr>
            <a:spLocks noChangeShapeType="1"/>
          </p:cNvSpPr>
          <p:nvPr/>
        </p:nvSpPr>
        <p:spPr bwMode="auto">
          <a:xfrm flipV="1">
            <a:off x="3067050" y="1381125"/>
            <a:ext cx="31146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71" name="Line 7">
            <a:extLst>
              <a:ext uri="{FF2B5EF4-FFF2-40B4-BE49-F238E27FC236}">
                <a16:creationId xmlns:a16="http://schemas.microsoft.com/office/drawing/2014/main" id="{BC2DE170-E64B-2F35-9F3D-244A2256B2F1}"/>
              </a:ext>
            </a:extLst>
          </p:cNvPr>
          <p:cNvSpPr>
            <a:spLocks noChangeShapeType="1"/>
          </p:cNvSpPr>
          <p:nvPr/>
        </p:nvSpPr>
        <p:spPr bwMode="auto">
          <a:xfrm>
            <a:off x="3067050" y="1714500"/>
            <a:ext cx="31146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72" name="Line 8">
            <a:extLst>
              <a:ext uri="{FF2B5EF4-FFF2-40B4-BE49-F238E27FC236}">
                <a16:creationId xmlns:a16="http://schemas.microsoft.com/office/drawing/2014/main" id="{0AD5540A-919B-2D9C-4F8E-D66FE57C3DF2}"/>
              </a:ext>
            </a:extLst>
          </p:cNvPr>
          <p:cNvSpPr>
            <a:spLocks noChangeShapeType="1"/>
          </p:cNvSpPr>
          <p:nvPr/>
        </p:nvSpPr>
        <p:spPr bwMode="auto">
          <a:xfrm>
            <a:off x="3667125" y="1381125"/>
            <a:ext cx="0" cy="13620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73" name="Line 9">
            <a:extLst>
              <a:ext uri="{FF2B5EF4-FFF2-40B4-BE49-F238E27FC236}">
                <a16:creationId xmlns:a16="http://schemas.microsoft.com/office/drawing/2014/main" id="{8D89FB9C-A70C-EAD1-ACF1-CB9A47CE498A}"/>
              </a:ext>
            </a:extLst>
          </p:cNvPr>
          <p:cNvSpPr>
            <a:spLocks noChangeShapeType="1"/>
          </p:cNvSpPr>
          <p:nvPr/>
        </p:nvSpPr>
        <p:spPr bwMode="auto">
          <a:xfrm>
            <a:off x="3067050" y="2743200"/>
            <a:ext cx="31146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75" name="Text Box 11">
            <a:extLst>
              <a:ext uri="{FF2B5EF4-FFF2-40B4-BE49-F238E27FC236}">
                <a16:creationId xmlns:a16="http://schemas.microsoft.com/office/drawing/2014/main" id="{776C4AE8-B032-509B-C0AE-8FC9C4D6A975}"/>
              </a:ext>
            </a:extLst>
          </p:cNvPr>
          <p:cNvSpPr txBox="1">
            <a:spLocks noChangeArrowheads="1"/>
          </p:cNvSpPr>
          <p:nvPr/>
        </p:nvSpPr>
        <p:spPr bwMode="auto">
          <a:xfrm>
            <a:off x="3798094" y="1498998"/>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B1</a:t>
            </a:r>
            <a:endParaRPr lang="zh-CN" altLang="en-US" sz="1200">
              <a:solidFill>
                <a:srgbClr val="000000"/>
              </a:solidFill>
              <a:latin typeface="Arial" panose="020B0604020202020204" pitchFamily="34" charset="0"/>
              <a:ea typeface="宋体" panose="02010600030101010101" pitchFamily="2" charset="-122"/>
            </a:endParaRPr>
          </a:p>
        </p:txBody>
      </p:sp>
      <p:sp>
        <p:nvSpPr>
          <p:cNvPr id="4004876" name="Text Box 12">
            <a:extLst>
              <a:ext uri="{FF2B5EF4-FFF2-40B4-BE49-F238E27FC236}">
                <a16:creationId xmlns:a16="http://schemas.microsoft.com/office/drawing/2014/main" id="{AEC7DB5D-0DBA-2182-6921-5C2CF7E1C641}"/>
              </a:ext>
            </a:extLst>
          </p:cNvPr>
          <p:cNvSpPr txBox="1">
            <a:spLocks noChangeArrowheads="1"/>
          </p:cNvSpPr>
          <p:nvPr/>
        </p:nvSpPr>
        <p:spPr bwMode="auto">
          <a:xfrm>
            <a:off x="4398169" y="1483519"/>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B2</a:t>
            </a:r>
            <a:endParaRPr lang="zh-CN" altLang="en-US" sz="1200">
              <a:solidFill>
                <a:srgbClr val="000000"/>
              </a:solidFill>
              <a:latin typeface="Arial" panose="020B0604020202020204" pitchFamily="34" charset="0"/>
              <a:ea typeface="宋体" panose="02010600030101010101" pitchFamily="2" charset="-122"/>
            </a:endParaRPr>
          </a:p>
        </p:txBody>
      </p:sp>
      <p:sp>
        <p:nvSpPr>
          <p:cNvPr id="4004877" name="Text Box 13">
            <a:extLst>
              <a:ext uri="{FF2B5EF4-FFF2-40B4-BE49-F238E27FC236}">
                <a16:creationId xmlns:a16="http://schemas.microsoft.com/office/drawing/2014/main" id="{DB8F64A0-3926-8998-CE56-EC5B0020D343}"/>
              </a:ext>
            </a:extLst>
          </p:cNvPr>
          <p:cNvSpPr txBox="1">
            <a:spLocks noChangeArrowheads="1"/>
          </p:cNvSpPr>
          <p:nvPr/>
        </p:nvSpPr>
        <p:spPr bwMode="auto">
          <a:xfrm>
            <a:off x="3283744" y="2126457"/>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B2</a:t>
            </a:r>
            <a:endParaRPr lang="zh-CN" altLang="en-US" sz="1200">
              <a:solidFill>
                <a:srgbClr val="000000"/>
              </a:solidFill>
              <a:latin typeface="Arial" panose="020B0604020202020204" pitchFamily="34" charset="0"/>
              <a:ea typeface="宋体" panose="02010600030101010101" pitchFamily="2" charset="-122"/>
            </a:endParaRPr>
          </a:p>
        </p:txBody>
      </p:sp>
      <p:sp>
        <p:nvSpPr>
          <p:cNvPr id="4004878" name="Text Box 14">
            <a:extLst>
              <a:ext uri="{FF2B5EF4-FFF2-40B4-BE49-F238E27FC236}">
                <a16:creationId xmlns:a16="http://schemas.microsoft.com/office/drawing/2014/main" id="{C816622A-7BF4-42E4-51D8-7876B64E7F9E}"/>
              </a:ext>
            </a:extLst>
          </p:cNvPr>
          <p:cNvSpPr txBox="1">
            <a:spLocks noChangeArrowheads="1"/>
          </p:cNvSpPr>
          <p:nvPr/>
        </p:nvSpPr>
        <p:spPr bwMode="auto">
          <a:xfrm>
            <a:off x="5112544" y="1496617"/>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B3</a:t>
            </a:r>
            <a:endParaRPr lang="zh-CN" altLang="en-US" sz="1200">
              <a:solidFill>
                <a:srgbClr val="000000"/>
              </a:solidFill>
              <a:latin typeface="Arial" panose="020B0604020202020204" pitchFamily="34" charset="0"/>
              <a:ea typeface="宋体" panose="02010600030101010101" pitchFamily="2" charset="-122"/>
            </a:endParaRPr>
          </a:p>
        </p:txBody>
      </p:sp>
      <p:sp>
        <p:nvSpPr>
          <p:cNvPr id="4004879" name="Text Box 15">
            <a:extLst>
              <a:ext uri="{FF2B5EF4-FFF2-40B4-BE49-F238E27FC236}">
                <a16:creationId xmlns:a16="http://schemas.microsoft.com/office/drawing/2014/main" id="{1C32A18D-733C-C378-BE34-733E2FA2116D}"/>
              </a:ext>
            </a:extLst>
          </p:cNvPr>
          <p:cNvSpPr txBox="1">
            <a:spLocks noChangeArrowheads="1"/>
          </p:cNvSpPr>
          <p:nvPr/>
        </p:nvSpPr>
        <p:spPr bwMode="auto">
          <a:xfrm>
            <a:off x="3283744" y="2490788"/>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B3</a:t>
            </a:r>
            <a:endParaRPr lang="zh-CN" altLang="en-US" sz="1200">
              <a:solidFill>
                <a:srgbClr val="000000"/>
              </a:solidFill>
              <a:latin typeface="Arial" panose="020B0604020202020204" pitchFamily="34" charset="0"/>
              <a:ea typeface="宋体" panose="02010600030101010101" pitchFamily="2" charset="-122"/>
            </a:endParaRPr>
          </a:p>
        </p:txBody>
      </p:sp>
      <p:sp>
        <p:nvSpPr>
          <p:cNvPr id="4004880" name="Text Box 16">
            <a:extLst>
              <a:ext uri="{FF2B5EF4-FFF2-40B4-BE49-F238E27FC236}">
                <a16:creationId xmlns:a16="http://schemas.microsoft.com/office/drawing/2014/main" id="{ED7C299F-67C1-6109-06DC-0B98A45C5560}"/>
              </a:ext>
            </a:extLst>
          </p:cNvPr>
          <p:cNvSpPr txBox="1">
            <a:spLocks noChangeArrowheads="1"/>
          </p:cNvSpPr>
          <p:nvPr/>
        </p:nvSpPr>
        <p:spPr bwMode="auto">
          <a:xfrm>
            <a:off x="3283744" y="1758554"/>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B1</a:t>
            </a:r>
            <a:endParaRPr lang="zh-CN" altLang="en-US" sz="1200">
              <a:solidFill>
                <a:srgbClr val="000000"/>
              </a:solidFill>
              <a:latin typeface="Arial" panose="020B0604020202020204" pitchFamily="34" charset="0"/>
              <a:ea typeface="宋体" panose="02010600030101010101" pitchFamily="2" charset="-122"/>
            </a:endParaRPr>
          </a:p>
        </p:txBody>
      </p:sp>
      <p:sp>
        <p:nvSpPr>
          <p:cNvPr id="4004881" name="Text Box 17">
            <a:extLst>
              <a:ext uri="{FF2B5EF4-FFF2-40B4-BE49-F238E27FC236}">
                <a16:creationId xmlns:a16="http://schemas.microsoft.com/office/drawing/2014/main" id="{A0512C91-20B2-F46B-0FA1-FFBE384A7850}"/>
              </a:ext>
            </a:extLst>
          </p:cNvPr>
          <p:cNvSpPr txBox="1">
            <a:spLocks noChangeArrowheads="1"/>
          </p:cNvSpPr>
          <p:nvPr/>
        </p:nvSpPr>
        <p:spPr bwMode="auto">
          <a:xfrm>
            <a:off x="3845719" y="1759744"/>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04882" name="Text Box 18">
            <a:extLst>
              <a:ext uri="{FF2B5EF4-FFF2-40B4-BE49-F238E27FC236}">
                <a16:creationId xmlns:a16="http://schemas.microsoft.com/office/drawing/2014/main" id="{23EC0A39-6862-6007-C969-BCC13DB7F5C7}"/>
              </a:ext>
            </a:extLst>
          </p:cNvPr>
          <p:cNvSpPr txBox="1">
            <a:spLocks noChangeArrowheads="1"/>
          </p:cNvSpPr>
          <p:nvPr/>
        </p:nvSpPr>
        <p:spPr bwMode="auto">
          <a:xfrm>
            <a:off x="4491037" y="1766888"/>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dirty="0">
                <a:solidFill>
                  <a:srgbClr val="000000"/>
                </a:solidFill>
                <a:latin typeface="Arial" panose="020B0604020202020204" pitchFamily="34" charset="0"/>
                <a:ea typeface="宋体" panose="02010600030101010101" pitchFamily="2" charset="-122"/>
              </a:rPr>
              <a:t>5</a:t>
            </a:r>
          </a:p>
        </p:txBody>
      </p:sp>
      <p:sp>
        <p:nvSpPr>
          <p:cNvPr id="4004883" name="Text Box 19">
            <a:extLst>
              <a:ext uri="{FF2B5EF4-FFF2-40B4-BE49-F238E27FC236}">
                <a16:creationId xmlns:a16="http://schemas.microsoft.com/office/drawing/2014/main" id="{747B5C00-BBBA-75A5-6D82-4E1E52C4325D}"/>
              </a:ext>
            </a:extLst>
          </p:cNvPr>
          <p:cNvSpPr txBox="1">
            <a:spLocks noChangeArrowheads="1"/>
          </p:cNvSpPr>
          <p:nvPr/>
        </p:nvSpPr>
        <p:spPr bwMode="auto">
          <a:xfrm>
            <a:off x="5112544" y="1758554"/>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3</a:t>
            </a:r>
          </a:p>
        </p:txBody>
      </p:sp>
      <p:sp>
        <p:nvSpPr>
          <p:cNvPr id="4004884" name="Text Box 20">
            <a:extLst>
              <a:ext uri="{FF2B5EF4-FFF2-40B4-BE49-F238E27FC236}">
                <a16:creationId xmlns:a16="http://schemas.microsoft.com/office/drawing/2014/main" id="{B29C23BC-F0C7-8878-C4B6-C2CD0A71E5E1}"/>
              </a:ext>
            </a:extLst>
          </p:cNvPr>
          <p:cNvSpPr txBox="1">
            <a:spLocks noChangeArrowheads="1"/>
          </p:cNvSpPr>
          <p:nvPr/>
        </p:nvSpPr>
        <p:spPr bwMode="auto">
          <a:xfrm>
            <a:off x="3776662" y="2126457"/>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1/5</a:t>
            </a:r>
          </a:p>
        </p:txBody>
      </p:sp>
      <p:sp>
        <p:nvSpPr>
          <p:cNvPr id="4004885" name="Text Box 21">
            <a:extLst>
              <a:ext uri="{FF2B5EF4-FFF2-40B4-BE49-F238E27FC236}">
                <a16:creationId xmlns:a16="http://schemas.microsoft.com/office/drawing/2014/main" id="{692AC3A7-90F9-3679-7240-976BBBBAE292}"/>
              </a:ext>
            </a:extLst>
          </p:cNvPr>
          <p:cNvSpPr txBox="1">
            <a:spLocks noChangeArrowheads="1"/>
          </p:cNvSpPr>
          <p:nvPr/>
        </p:nvSpPr>
        <p:spPr bwMode="auto">
          <a:xfrm>
            <a:off x="4483894" y="2128838"/>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04886" name="Text Box 22">
            <a:extLst>
              <a:ext uri="{FF2B5EF4-FFF2-40B4-BE49-F238E27FC236}">
                <a16:creationId xmlns:a16="http://schemas.microsoft.com/office/drawing/2014/main" id="{EB16A080-22AE-324E-1368-3A6A30D93A46}"/>
              </a:ext>
            </a:extLst>
          </p:cNvPr>
          <p:cNvSpPr txBox="1">
            <a:spLocks noChangeArrowheads="1"/>
          </p:cNvSpPr>
          <p:nvPr/>
        </p:nvSpPr>
        <p:spPr bwMode="auto">
          <a:xfrm>
            <a:off x="5043487" y="2135982"/>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1/3</a:t>
            </a:r>
          </a:p>
        </p:txBody>
      </p:sp>
      <p:sp>
        <p:nvSpPr>
          <p:cNvPr id="4004887" name="Text Box 23">
            <a:extLst>
              <a:ext uri="{FF2B5EF4-FFF2-40B4-BE49-F238E27FC236}">
                <a16:creationId xmlns:a16="http://schemas.microsoft.com/office/drawing/2014/main" id="{16A5C016-0BC5-EC83-6EB6-1FE7CABACA03}"/>
              </a:ext>
            </a:extLst>
          </p:cNvPr>
          <p:cNvSpPr txBox="1">
            <a:spLocks noChangeArrowheads="1"/>
          </p:cNvSpPr>
          <p:nvPr/>
        </p:nvSpPr>
        <p:spPr bwMode="auto">
          <a:xfrm>
            <a:off x="3776662" y="2512219"/>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1/3</a:t>
            </a:r>
          </a:p>
        </p:txBody>
      </p:sp>
      <p:sp>
        <p:nvSpPr>
          <p:cNvPr id="4004888" name="Text Box 24">
            <a:extLst>
              <a:ext uri="{FF2B5EF4-FFF2-40B4-BE49-F238E27FC236}">
                <a16:creationId xmlns:a16="http://schemas.microsoft.com/office/drawing/2014/main" id="{743AA793-9F88-8B3B-D7CA-467913F5F74D}"/>
              </a:ext>
            </a:extLst>
          </p:cNvPr>
          <p:cNvSpPr txBox="1">
            <a:spLocks noChangeArrowheads="1"/>
          </p:cNvSpPr>
          <p:nvPr/>
        </p:nvSpPr>
        <p:spPr bwMode="auto">
          <a:xfrm>
            <a:off x="4488656" y="2505076"/>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3</a:t>
            </a:r>
          </a:p>
        </p:txBody>
      </p:sp>
      <p:sp>
        <p:nvSpPr>
          <p:cNvPr id="4004889" name="Text Box 25">
            <a:extLst>
              <a:ext uri="{FF2B5EF4-FFF2-40B4-BE49-F238E27FC236}">
                <a16:creationId xmlns:a16="http://schemas.microsoft.com/office/drawing/2014/main" id="{1175F7F3-A0A1-EDC2-BB4D-329742A210FE}"/>
              </a:ext>
            </a:extLst>
          </p:cNvPr>
          <p:cNvSpPr txBox="1">
            <a:spLocks noChangeArrowheads="1"/>
          </p:cNvSpPr>
          <p:nvPr/>
        </p:nvSpPr>
        <p:spPr bwMode="auto">
          <a:xfrm>
            <a:off x="5110162" y="2505076"/>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04890" name="Oval 26">
            <a:extLst>
              <a:ext uri="{FF2B5EF4-FFF2-40B4-BE49-F238E27FC236}">
                <a16:creationId xmlns:a16="http://schemas.microsoft.com/office/drawing/2014/main" id="{1BF84024-724B-BD5F-6D23-BD7A27E89DC4}"/>
              </a:ext>
            </a:extLst>
          </p:cNvPr>
          <p:cNvSpPr>
            <a:spLocks noChangeArrowheads="1"/>
          </p:cNvSpPr>
          <p:nvPr/>
        </p:nvSpPr>
        <p:spPr bwMode="auto">
          <a:xfrm>
            <a:off x="6524625" y="1284000"/>
            <a:ext cx="1115616" cy="389513"/>
          </a:xfrm>
          <a:prstGeom prst="ellipse">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19050">
            <a:solidFill>
              <a:schemeClr val="bg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功能强</a:t>
            </a:r>
          </a:p>
        </p:txBody>
      </p:sp>
      <p:sp>
        <p:nvSpPr>
          <p:cNvPr id="4004891" name="Oval 27">
            <a:extLst>
              <a:ext uri="{FF2B5EF4-FFF2-40B4-BE49-F238E27FC236}">
                <a16:creationId xmlns:a16="http://schemas.microsoft.com/office/drawing/2014/main" id="{83162D94-8DE6-BC7E-E5B8-0DDB76C66A80}"/>
              </a:ext>
            </a:extLst>
          </p:cNvPr>
          <p:cNvSpPr>
            <a:spLocks noChangeArrowheads="1"/>
          </p:cNvSpPr>
          <p:nvPr/>
        </p:nvSpPr>
        <p:spPr bwMode="auto">
          <a:xfrm>
            <a:off x="6524625" y="1666132"/>
            <a:ext cx="1115616" cy="649188"/>
          </a:xfrm>
          <a:prstGeom prst="ellipse">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维修容易</a:t>
            </a:r>
          </a:p>
        </p:txBody>
      </p:sp>
      <p:sp>
        <p:nvSpPr>
          <p:cNvPr id="4004892" name="Oval 28">
            <a:extLst>
              <a:ext uri="{FF2B5EF4-FFF2-40B4-BE49-F238E27FC236}">
                <a16:creationId xmlns:a16="http://schemas.microsoft.com/office/drawing/2014/main" id="{DEEBB100-A816-2247-A1C8-053A775346D0}"/>
              </a:ext>
            </a:extLst>
          </p:cNvPr>
          <p:cNvSpPr>
            <a:spLocks noChangeArrowheads="1"/>
          </p:cNvSpPr>
          <p:nvPr/>
        </p:nvSpPr>
        <p:spPr bwMode="auto">
          <a:xfrm>
            <a:off x="6515100" y="2310319"/>
            <a:ext cx="1228725" cy="389513"/>
          </a:xfrm>
          <a:prstGeom prst="ellipse">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200">
                <a:solidFill>
                  <a:srgbClr val="FFFFFF"/>
                </a:solidFill>
                <a:latin typeface="Arial" panose="020B0604020202020204" pitchFamily="34" charset="0"/>
                <a:ea typeface="宋体" panose="02010600030101010101" pitchFamily="2" charset="-122"/>
              </a:rPr>
              <a:t>价格低</a:t>
            </a:r>
          </a:p>
        </p:txBody>
      </p:sp>
      <p:grpSp>
        <p:nvGrpSpPr>
          <p:cNvPr id="4004893" name="Group 29">
            <a:extLst>
              <a:ext uri="{FF2B5EF4-FFF2-40B4-BE49-F238E27FC236}">
                <a16:creationId xmlns:a16="http://schemas.microsoft.com/office/drawing/2014/main" id="{9F6D31BA-05A3-7414-9A3C-5BFA0C62B30D}"/>
              </a:ext>
            </a:extLst>
          </p:cNvPr>
          <p:cNvGrpSpPr>
            <a:grpSpLocks/>
          </p:cNvGrpSpPr>
          <p:nvPr/>
        </p:nvGrpSpPr>
        <p:grpSpPr bwMode="auto">
          <a:xfrm>
            <a:off x="1952624" y="2906992"/>
            <a:ext cx="843949" cy="915159"/>
            <a:chOff x="2863" y="2262"/>
            <a:chExt cx="1196" cy="1233"/>
          </a:xfrm>
        </p:grpSpPr>
        <p:sp>
          <p:nvSpPr>
            <p:cNvPr id="4004894" name="Oval 30">
              <a:extLst>
                <a:ext uri="{FF2B5EF4-FFF2-40B4-BE49-F238E27FC236}">
                  <a16:creationId xmlns:a16="http://schemas.microsoft.com/office/drawing/2014/main" id="{44765040-A30E-D62C-3FC8-068D4F76AD80}"/>
                </a:ext>
              </a:extLst>
            </p:cNvPr>
            <p:cNvSpPr>
              <a:spLocks noChangeArrowheads="1"/>
            </p:cNvSpPr>
            <p:nvPr/>
          </p:nvSpPr>
          <p:spPr bwMode="auto">
            <a:xfrm>
              <a:off x="3012" y="2780"/>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95" name="Oval 31">
              <a:extLst>
                <a:ext uri="{FF2B5EF4-FFF2-40B4-BE49-F238E27FC236}">
                  <a16:creationId xmlns:a16="http://schemas.microsoft.com/office/drawing/2014/main" id="{F8B7F7A7-C51A-E16B-A43F-D9206C3C2101}"/>
                </a:ext>
              </a:extLst>
            </p:cNvPr>
            <p:cNvSpPr>
              <a:spLocks noChangeArrowheads="1"/>
            </p:cNvSpPr>
            <p:nvPr/>
          </p:nvSpPr>
          <p:spPr bwMode="auto">
            <a:xfrm>
              <a:off x="3043" y="2804"/>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96" name="Oval 32">
              <a:extLst>
                <a:ext uri="{FF2B5EF4-FFF2-40B4-BE49-F238E27FC236}">
                  <a16:creationId xmlns:a16="http://schemas.microsoft.com/office/drawing/2014/main" id="{23B79B53-6AD0-AA69-6398-52004E8140FE}"/>
                </a:ext>
              </a:extLst>
            </p:cNvPr>
            <p:cNvSpPr>
              <a:spLocks noChangeArrowheads="1"/>
            </p:cNvSpPr>
            <p:nvPr/>
          </p:nvSpPr>
          <p:spPr bwMode="auto">
            <a:xfrm>
              <a:off x="3224" y="2946"/>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97" name="Oval 33">
              <a:extLst>
                <a:ext uri="{FF2B5EF4-FFF2-40B4-BE49-F238E27FC236}">
                  <a16:creationId xmlns:a16="http://schemas.microsoft.com/office/drawing/2014/main" id="{D950C0F0-1B46-F1C1-8939-CFD8ABD49DCD}"/>
                </a:ext>
              </a:extLst>
            </p:cNvPr>
            <p:cNvSpPr>
              <a:spLocks noChangeArrowheads="1"/>
            </p:cNvSpPr>
            <p:nvPr/>
          </p:nvSpPr>
          <p:spPr bwMode="auto">
            <a:xfrm>
              <a:off x="3248" y="2970"/>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98" name="Oval 34">
              <a:extLst>
                <a:ext uri="{FF2B5EF4-FFF2-40B4-BE49-F238E27FC236}">
                  <a16:creationId xmlns:a16="http://schemas.microsoft.com/office/drawing/2014/main" id="{40D8F251-9AEE-1FB3-578B-2408AB52C8DA}"/>
                </a:ext>
              </a:extLst>
            </p:cNvPr>
            <p:cNvSpPr>
              <a:spLocks noChangeArrowheads="1"/>
            </p:cNvSpPr>
            <p:nvPr/>
          </p:nvSpPr>
          <p:spPr bwMode="auto">
            <a:xfrm>
              <a:off x="3491" y="2913"/>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899" name="Oval 35">
              <a:extLst>
                <a:ext uri="{FF2B5EF4-FFF2-40B4-BE49-F238E27FC236}">
                  <a16:creationId xmlns:a16="http://schemas.microsoft.com/office/drawing/2014/main" id="{21AAD3C6-53BA-DDFC-87D6-2D34E1AC07FE}"/>
                </a:ext>
              </a:extLst>
            </p:cNvPr>
            <p:cNvSpPr>
              <a:spLocks noChangeArrowheads="1"/>
            </p:cNvSpPr>
            <p:nvPr/>
          </p:nvSpPr>
          <p:spPr bwMode="auto">
            <a:xfrm>
              <a:off x="3522" y="2936"/>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0" name="Oval 36">
              <a:extLst>
                <a:ext uri="{FF2B5EF4-FFF2-40B4-BE49-F238E27FC236}">
                  <a16:creationId xmlns:a16="http://schemas.microsoft.com/office/drawing/2014/main" id="{9B25A2B8-4B44-70E5-B030-1CF8BD4A7415}"/>
                </a:ext>
              </a:extLst>
            </p:cNvPr>
            <p:cNvSpPr>
              <a:spLocks noChangeArrowheads="1"/>
            </p:cNvSpPr>
            <p:nvPr/>
          </p:nvSpPr>
          <p:spPr bwMode="auto">
            <a:xfrm>
              <a:off x="3691" y="2726"/>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1" name="Oval 37">
              <a:extLst>
                <a:ext uri="{FF2B5EF4-FFF2-40B4-BE49-F238E27FC236}">
                  <a16:creationId xmlns:a16="http://schemas.microsoft.com/office/drawing/2014/main" id="{ADDA8863-898D-FB63-6A50-95D5161F87C8}"/>
                </a:ext>
              </a:extLst>
            </p:cNvPr>
            <p:cNvSpPr>
              <a:spLocks noChangeArrowheads="1"/>
            </p:cNvSpPr>
            <p:nvPr/>
          </p:nvSpPr>
          <p:spPr bwMode="auto">
            <a:xfrm>
              <a:off x="3628" y="2428"/>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2" name="Oval 38">
              <a:extLst>
                <a:ext uri="{FF2B5EF4-FFF2-40B4-BE49-F238E27FC236}">
                  <a16:creationId xmlns:a16="http://schemas.microsoft.com/office/drawing/2014/main" id="{0CB2A44B-E263-49D5-2D2D-9D78BCC7BE3F}"/>
                </a:ext>
              </a:extLst>
            </p:cNvPr>
            <p:cNvSpPr>
              <a:spLocks noChangeArrowheads="1"/>
            </p:cNvSpPr>
            <p:nvPr/>
          </p:nvSpPr>
          <p:spPr bwMode="auto">
            <a:xfrm>
              <a:off x="3660" y="2451"/>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3" name="Oval 39">
              <a:extLst>
                <a:ext uri="{FF2B5EF4-FFF2-40B4-BE49-F238E27FC236}">
                  <a16:creationId xmlns:a16="http://schemas.microsoft.com/office/drawing/2014/main" id="{8E99C287-08A2-D8B6-0B5F-878886A76474}"/>
                </a:ext>
              </a:extLst>
            </p:cNvPr>
            <p:cNvSpPr>
              <a:spLocks noChangeArrowheads="1"/>
            </p:cNvSpPr>
            <p:nvPr/>
          </p:nvSpPr>
          <p:spPr bwMode="auto">
            <a:xfrm>
              <a:off x="3413" y="2262"/>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4" name="Oval 40">
              <a:extLst>
                <a:ext uri="{FF2B5EF4-FFF2-40B4-BE49-F238E27FC236}">
                  <a16:creationId xmlns:a16="http://schemas.microsoft.com/office/drawing/2014/main" id="{6D96DF8B-B386-81C6-4C94-E6493A013118}"/>
                </a:ext>
              </a:extLst>
            </p:cNvPr>
            <p:cNvSpPr>
              <a:spLocks noChangeArrowheads="1"/>
            </p:cNvSpPr>
            <p:nvPr/>
          </p:nvSpPr>
          <p:spPr bwMode="auto">
            <a:xfrm>
              <a:off x="3444" y="2286"/>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5" name="Oval 41">
              <a:extLst>
                <a:ext uri="{FF2B5EF4-FFF2-40B4-BE49-F238E27FC236}">
                  <a16:creationId xmlns:a16="http://schemas.microsoft.com/office/drawing/2014/main" id="{0258C59D-EE6E-2BB6-C892-F27E003D50FD}"/>
                </a:ext>
              </a:extLst>
            </p:cNvPr>
            <p:cNvSpPr>
              <a:spLocks noChangeArrowheads="1"/>
            </p:cNvSpPr>
            <p:nvPr/>
          </p:nvSpPr>
          <p:spPr bwMode="auto">
            <a:xfrm>
              <a:off x="3146" y="2293"/>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6" name="Oval 42">
              <a:extLst>
                <a:ext uri="{FF2B5EF4-FFF2-40B4-BE49-F238E27FC236}">
                  <a16:creationId xmlns:a16="http://schemas.microsoft.com/office/drawing/2014/main" id="{298A1BBF-E6AF-DBD0-F2C5-E7EBADB00261}"/>
                </a:ext>
              </a:extLst>
            </p:cNvPr>
            <p:cNvSpPr>
              <a:spLocks noChangeArrowheads="1"/>
            </p:cNvSpPr>
            <p:nvPr/>
          </p:nvSpPr>
          <p:spPr bwMode="auto">
            <a:xfrm>
              <a:off x="3170" y="2317"/>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7" name="Oval 43">
              <a:extLst>
                <a:ext uri="{FF2B5EF4-FFF2-40B4-BE49-F238E27FC236}">
                  <a16:creationId xmlns:a16="http://schemas.microsoft.com/office/drawing/2014/main" id="{4E90C1C6-E95F-6C97-0207-F76B5D8E0345}"/>
                </a:ext>
              </a:extLst>
            </p:cNvPr>
            <p:cNvSpPr>
              <a:spLocks noChangeArrowheads="1"/>
            </p:cNvSpPr>
            <p:nvPr/>
          </p:nvSpPr>
          <p:spPr bwMode="auto">
            <a:xfrm>
              <a:off x="3001" y="2532"/>
              <a:ext cx="368" cy="525"/>
            </a:xfrm>
            <a:prstGeom prst="ellipse">
              <a:avLst/>
            </a:prstGeom>
            <a:solidFill>
              <a:schemeClr val="tx2"/>
            </a:solidFill>
            <a:ln w="31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8" name="Freeform 44">
              <a:extLst>
                <a:ext uri="{FF2B5EF4-FFF2-40B4-BE49-F238E27FC236}">
                  <a16:creationId xmlns:a16="http://schemas.microsoft.com/office/drawing/2014/main" id="{26A491FC-72A2-2F6B-F03B-2E025CD7729F}"/>
                </a:ext>
              </a:extLst>
            </p:cNvPr>
            <p:cNvSpPr>
              <a:spLocks/>
            </p:cNvSpPr>
            <p:nvPr/>
          </p:nvSpPr>
          <p:spPr bwMode="auto">
            <a:xfrm>
              <a:off x="2863" y="2740"/>
              <a:ext cx="262" cy="373"/>
            </a:xfrm>
            <a:custGeom>
              <a:avLst/>
              <a:gdLst>
                <a:gd name="T0" fmla="*/ 548 w 776"/>
                <a:gd name="T1" fmla="*/ 236 h 246"/>
                <a:gd name="T2" fmla="*/ 499 w 776"/>
                <a:gd name="T3" fmla="*/ 237 h 246"/>
                <a:gd name="T4" fmla="*/ 435 w 776"/>
                <a:gd name="T5" fmla="*/ 236 h 246"/>
                <a:gd name="T6" fmla="*/ 371 w 776"/>
                <a:gd name="T7" fmla="*/ 233 h 246"/>
                <a:gd name="T8" fmla="*/ 325 w 776"/>
                <a:gd name="T9" fmla="*/ 228 h 246"/>
                <a:gd name="T10" fmla="*/ 286 w 776"/>
                <a:gd name="T11" fmla="*/ 221 h 246"/>
                <a:gd name="T12" fmla="*/ 252 w 776"/>
                <a:gd name="T13" fmla="*/ 214 h 246"/>
                <a:gd name="T14" fmla="*/ 225 w 776"/>
                <a:gd name="T15" fmla="*/ 206 h 246"/>
                <a:gd name="T16" fmla="*/ 195 w 776"/>
                <a:gd name="T17" fmla="*/ 198 h 246"/>
                <a:gd name="T18" fmla="*/ 162 w 776"/>
                <a:gd name="T19" fmla="*/ 187 h 246"/>
                <a:gd name="T20" fmla="*/ 130 w 776"/>
                <a:gd name="T21" fmla="*/ 175 h 246"/>
                <a:gd name="T22" fmla="*/ 107 w 776"/>
                <a:gd name="T23" fmla="*/ 164 h 246"/>
                <a:gd name="T24" fmla="*/ 88 w 776"/>
                <a:gd name="T25" fmla="*/ 153 h 246"/>
                <a:gd name="T26" fmla="*/ 70 w 776"/>
                <a:gd name="T27" fmla="*/ 140 h 246"/>
                <a:gd name="T28" fmla="*/ 57 w 776"/>
                <a:gd name="T29" fmla="*/ 128 h 246"/>
                <a:gd name="T30" fmla="*/ 47 w 776"/>
                <a:gd name="T31" fmla="*/ 115 h 246"/>
                <a:gd name="T32" fmla="*/ 43 w 776"/>
                <a:gd name="T33" fmla="*/ 102 h 246"/>
                <a:gd name="T34" fmla="*/ 44 w 776"/>
                <a:gd name="T35" fmla="*/ 88 h 246"/>
                <a:gd name="T36" fmla="*/ 48 w 776"/>
                <a:gd name="T37" fmla="*/ 75 h 246"/>
                <a:gd name="T38" fmla="*/ 55 w 776"/>
                <a:gd name="T39" fmla="*/ 63 h 246"/>
                <a:gd name="T40" fmla="*/ 63 w 776"/>
                <a:gd name="T41" fmla="*/ 53 h 246"/>
                <a:gd name="T42" fmla="*/ 74 w 776"/>
                <a:gd name="T43" fmla="*/ 42 h 246"/>
                <a:gd name="T44" fmla="*/ 92 w 776"/>
                <a:gd name="T45" fmla="*/ 28 h 246"/>
                <a:gd name="T46" fmla="*/ 110 w 776"/>
                <a:gd name="T47" fmla="*/ 10 h 246"/>
                <a:gd name="T48" fmla="*/ 88 w 776"/>
                <a:gd name="T49" fmla="*/ 0 h 246"/>
                <a:gd name="T50" fmla="*/ 59 w 776"/>
                <a:gd name="T51" fmla="*/ 4 h 246"/>
                <a:gd name="T52" fmla="*/ 40 w 776"/>
                <a:gd name="T53" fmla="*/ 19 h 246"/>
                <a:gd name="T54" fmla="*/ 28 w 776"/>
                <a:gd name="T55" fmla="*/ 32 h 246"/>
                <a:gd name="T56" fmla="*/ 17 w 776"/>
                <a:gd name="T57" fmla="*/ 46 h 246"/>
                <a:gd name="T58" fmla="*/ 8 w 776"/>
                <a:gd name="T59" fmla="*/ 63 h 246"/>
                <a:gd name="T60" fmla="*/ 2 w 776"/>
                <a:gd name="T61" fmla="*/ 80 h 246"/>
                <a:gd name="T62" fmla="*/ 0 w 776"/>
                <a:gd name="T63" fmla="*/ 95 h 246"/>
                <a:gd name="T64" fmla="*/ 1 w 776"/>
                <a:gd name="T65" fmla="*/ 107 h 246"/>
                <a:gd name="T66" fmla="*/ 4 w 776"/>
                <a:gd name="T67" fmla="*/ 120 h 246"/>
                <a:gd name="T68" fmla="*/ 10 w 776"/>
                <a:gd name="T69" fmla="*/ 132 h 246"/>
                <a:gd name="T70" fmla="*/ 19 w 776"/>
                <a:gd name="T71" fmla="*/ 144 h 246"/>
                <a:gd name="T72" fmla="*/ 32 w 776"/>
                <a:gd name="T73" fmla="*/ 155 h 246"/>
                <a:gd name="T74" fmla="*/ 45 w 776"/>
                <a:gd name="T75" fmla="*/ 166 h 246"/>
                <a:gd name="T76" fmla="*/ 61 w 776"/>
                <a:gd name="T77" fmla="*/ 176 h 246"/>
                <a:gd name="T78" fmla="*/ 79 w 776"/>
                <a:gd name="T79" fmla="*/ 187 h 246"/>
                <a:gd name="T80" fmla="*/ 100 w 776"/>
                <a:gd name="T81" fmla="*/ 196 h 246"/>
                <a:gd name="T82" fmla="*/ 125 w 776"/>
                <a:gd name="T83" fmla="*/ 205 h 246"/>
                <a:gd name="T84" fmla="*/ 156 w 776"/>
                <a:gd name="T85" fmla="*/ 214 h 246"/>
                <a:gd name="T86" fmla="*/ 188 w 776"/>
                <a:gd name="T87" fmla="*/ 221 h 246"/>
                <a:gd name="T88" fmla="*/ 223 w 776"/>
                <a:gd name="T89" fmla="*/ 227 h 246"/>
                <a:gd name="T90" fmla="*/ 263 w 776"/>
                <a:gd name="T91" fmla="*/ 233 h 246"/>
                <a:gd name="T92" fmla="*/ 312 w 776"/>
                <a:gd name="T93" fmla="*/ 240 h 246"/>
                <a:gd name="T94" fmla="*/ 353 w 776"/>
                <a:gd name="T95" fmla="*/ 243 h 246"/>
                <a:gd name="T96" fmla="*/ 402 w 776"/>
                <a:gd name="T97" fmla="*/ 245 h 246"/>
                <a:gd name="T98" fmla="*/ 481 w 776"/>
                <a:gd name="T99" fmla="*/ 245 h 246"/>
                <a:gd name="T100" fmla="*/ 538 w 776"/>
                <a:gd name="T101" fmla="*/ 244 h 246"/>
                <a:gd name="T102" fmla="*/ 576 w 776"/>
                <a:gd name="T103" fmla="*/ 241 h 246"/>
                <a:gd name="T104" fmla="*/ 611 w 776"/>
                <a:gd name="T105" fmla="*/ 237 h 246"/>
                <a:gd name="T106" fmla="*/ 664 w 776"/>
                <a:gd name="T107" fmla="*/ 228 h 246"/>
                <a:gd name="T108" fmla="*/ 727 w 776"/>
                <a:gd name="T109" fmla="*/ 216 h 246"/>
                <a:gd name="T110" fmla="*/ 775 w 776"/>
                <a:gd name="T111" fmla="*/ 206 h 246"/>
                <a:gd name="T112" fmla="*/ 736 w 776"/>
                <a:gd name="T113" fmla="*/ 214 h 246"/>
                <a:gd name="T114" fmla="*/ 648 w 776"/>
                <a:gd name="T115" fmla="*/ 228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76" h="246">
                  <a:moveTo>
                    <a:pt x="619" y="232"/>
                  </a:moveTo>
                  <a:lnTo>
                    <a:pt x="611" y="233"/>
                  </a:lnTo>
                  <a:lnTo>
                    <a:pt x="602" y="233"/>
                  </a:lnTo>
                  <a:lnTo>
                    <a:pt x="594" y="234"/>
                  </a:lnTo>
                  <a:lnTo>
                    <a:pt x="587" y="234"/>
                  </a:lnTo>
                  <a:lnTo>
                    <a:pt x="580" y="235"/>
                  </a:lnTo>
                  <a:lnTo>
                    <a:pt x="572" y="235"/>
                  </a:lnTo>
                  <a:lnTo>
                    <a:pt x="566" y="236"/>
                  </a:lnTo>
                  <a:lnTo>
                    <a:pt x="559" y="236"/>
                  </a:lnTo>
                  <a:lnTo>
                    <a:pt x="553" y="236"/>
                  </a:lnTo>
                  <a:lnTo>
                    <a:pt x="548" y="236"/>
                  </a:lnTo>
                  <a:lnTo>
                    <a:pt x="542" y="237"/>
                  </a:lnTo>
                  <a:lnTo>
                    <a:pt x="537" y="237"/>
                  </a:lnTo>
                  <a:lnTo>
                    <a:pt x="532" y="237"/>
                  </a:lnTo>
                  <a:lnTo>
                    <a:pt x="528" y="237"/>
                  </a:lnTo>
                  <a:lnTo>
                    <a:pt x="523" y="237"/>
                  </a:lnTo>
                  <a:lnTo>
                    <a:pt x="520" y="237"/>
                  </a:lnTo>
                  <a:lnTo>
                    <a:pt x="516" y="237"/>
                  </a:lnTo>
                  <a:lnTo>
                    <a:pt x="512" y="237"/>
                  </a:lnTo>
                  <a:lnTo>
                    <a:pt x="508" y="237"/>
                  </a:lnTo>
                  <a:lnTo>
                    <a:pt x="503" y="237"/>
                  </a:lnTo>
                  <a:lnTo>
                    <a:pt x="499" y="237"/>
                  </a:lnTo>
                  <a:lnTo>
                    <a:pt x="494" y="237"/>
                  </a:lnTo>
                  <a:lnTo>
                    <a:pt x="489" y="237"/>
                  </a:lnTo>
                  <a:lnTo>
                    <a:pt x="484" y="237"/>
                  </a:lnTo>
                  <a:lnTo>
                    <a:pt x="478" y="237"/>
                  </a:lnTo>
                  <a:lnTo>
                    <a:pt x="473" y="237"/>
                  </a:lnTo>
                  <a:lnTo>
                    <a:pt x="467" y="237"/>
                  </a:lnTo>
                  <a:lnTo>
                    <a:pt x="461" y="236"/>
                  </a:lnTo>
                  <a:lnTo>
                    <a:pt x="455" y="236"/>
                  </a:lnTo>
                  <a:lnTo>
                    <a:pt x="449" y="236"/>
                  </a:lnTo>
                  <a:lnTo>
                    <a:pt x="442" y="236"/>
                  </a:lnTo>
                  <a:lnTo>
                    <a:pt x="435" y="236"/>
                  </a:lnTo>
                  <a:lnTo>
                    <a:pt x="429" y="236"/>
                  </a:lnTo>
                  <a:lnTo>
                    <a:pt x="422" y="236"/>
                  </a:lnTo>
                  <a:lnTo>
                    <a:pt x="416" y="235"/>
                  </a:lnTo>
                  <a:lnTo>
                    <a:pt x="409" y="235"/>
                  </a:lnTo>
                  <a:lnTo>
                    <a:pt x="403" y="235"/>
                  </a:lnTo>
                  <a:lnTo>
                    <a:pt x="398" y="235"/>
                  </a:lnTo>
                  <a:lnTo>
                    <a:pt x="392" y="234"/>
                  </a:lnTo>
                  <a:lnTo>
                    <a:pt x="386" y="234"/>
                  </a:lnTo>
                  <a:lnTo>
                    <a:pt x="381" y="234"/>
                  </a:lnTo>
                  <a:lnTo>
                    <a:pt x="376" y="233"/>
                  </a:lnTo>
                  <a:lnTo>
                    <a:pt x="371" y="233"/>
                  </a:lnTo>
                  <a:lnTo>
                    <a:pt x="366" y="232"/>
                  </a:lnTo>
                  <a:lnTo>
                    <a:pt x="361" y="232"/>
                  </a:lnTo>
                  <a:lnTo>
                    <a:pt x="357" y="232"/>
                  </a:lnTo>
                  <a:lnTo>
                    <a:pt x="353" y="231"/>
                  </a:lnTo>
                  <a:lnTo>
                    <a:pt x="349" y="231"/>
                  </a:lnTo>
                  <a:lnTo>
                    <a:pt x="344" y="230"/>
                  </a:lnTo>
                  <a:lnTo>
                    <a:pt x="341" y="230"/>
                  </a:lnTo>
                  <a:lnTo>
                    <a:pt x="337" y="229"/>
                  </a:lnTo>
                  <a:lnTo>
                    <a:pt x="333" y="229"/>
                  </a:lnTo>
                  <a:lnTo>
                    <a:pt x="329" y="228"/>
                  </a:lnTo>
                  <a:lnTo>
                    <a:pt x="325" y="228"/>
                  </a:lnTo>
                  <a:lnTo>
                    <a:pt x="321" y="227"/>
                  </a:lnTo>
                  <a:lnTo>
                    <a:pt x="317" y="226"/>
                  </a:lnTo>
                  <a:lnTo>
                    <a:pt x="314" y="226"/>
                  </a:lnTo>
                  <a:lnTo>
                    <a:pt x="310" y="225"/>
                  </a:lnTo>
                  <a:lnTo>
                    <a:pt x="306" y="225"/>
                  </a:lnTo>
                  <a:lnTo>
                    <a:pt x="303" y="224"/>
                  </a:lnTo>
                  <a:lnTo>
                    <a:pt x="299" y="224"/>
                  </a:lnTo>
                  <a:lnTo>
                    <a:pt x="296" y="223"/>
                  </a:lnTo>
                  <a:lnTo>
                    <a:pt x="292" y="222"/>
                  </a:lnTo>
                  <a:lnTo>
                    <a:pt x="289" y="222"/>
                  </a:lnTo>
                  <a:lnTo>
                    <a:pt x="286" y="221"/>
                  </a:lnTo>
                  <a:lnTo>
                    <a:pt x="282" y="220"/>
                  </a:lnTo>
                  <a:lnTo>
                    <a:pt x="279" y="220"/>
                  </a:lnTo>
                  <a:lnTo>
                    <a:pt x="276" y="219"/>
                  </a:lnTo>
                  <a:lnTo>
                    <a:pt x="273" y="218"/>
                  </a:lnTo>
                  <a:lnTo>
                    <a:pt x="270" y="218"/>
                  </a:lnTo>
                  <a:lnTo>
                    <a:pt x="267" y="217"/>
                  </a:lnTo>
                  <a:lnTo>
                    <a:pt x="264" y="216"/>
                  </a:lnTo>
                  <a:lnTo>
                    <a:pt x="261" y="216"/>
                  </a:lnTo>
                  <a:lnTo>
                    <a:pt x="258" y="215"/>
                  </a:lnTo>
                  <a:lnTo>
                    <a:pt x="255" y="215"/>
                  </a:lnTo>
                  <a:lnTo>
                    <a:pt x="252" y="214"/>
                  </a:lnTo>
                  <a:lnTo>
                    <a:pt x="250" y="213"/>
                  </a:lnTo>
                  <a:lnTo>
                    <a:pt x="247" y="213"/>
                  </a:lnTo>
                  <a:lnTo>
                    <a:pt x="245" y="212"/>
                  </a:lnTo>
                  <a:lnTo>
                    <a:pt x="242" y="211"/>
                  </a:lnTo>
                  <a:lnTo>
                    <a:pt x="240" y="211"/>
                  </a:lnTo>
                  <a:lnTo>
                    <a:pt x="237" y="210"/>
                  </a:lnTo>
                  <a:lnTo>
                    <a:pt x="235" y="209"/>
                  </a:lnTo>
                  <a:lnTo>
                    <a:pt x="232" y="209"/>
                  </a:lnTo>
                  <a:lnTo>
                    <a:pt x="230" y="208"/>
                  </a:lnTo>
                  <a:lnTo>
                    <a:pt x="227" y="207"/>
                  </a:lnTo>
                  <a:lnTo>
                    <a:pt x="225" y="206"/>
                  </a:lnTo>
                  <a:lnTo>
                    <a:pt x="222" y="206"/>
                  </a:lnTo>
                  <a:lnTo>
                    <a:pt x="220" y="205"/>
                  </a:lnTo>
                  <a:lnTo>
                    <a:pt x="217" y="204"/>
                  </a:lnTo>
                  <a:lnTo>
                    <a:pt x="214" y="204"/>
                  </a:lnTo>
                  <a:lnTo>
                    <a:pt x="212" y="203"/>
                  </a:lnTo>
                  <a:lnTo>
                    <a:pt x="209" y="202"/>
                  </a:lnTo>
                  <a:lnTo>
                    <a:pt x="206" y="201"/>
                  </a:lnTo>
                  <a:lnTo>
                    <a:pt x="204" y="200"/>
                  </a:lnTo>
                  <a:lnTo>
                    <a:pt x="201" y="200"/>
                  </a:lnTo>
                  <a:lnTo>
                    <a:pt x="198" y="199"/>
                  </a:lnTo>
                  <a:lnTo>
                    <a:pt x="195" y="198"/>
                  </a:lnTo>
                  <a:lnTo>
                    <a:pt x="192" y="197"/>
                  </a:lnTo>
                  <a:lnTo>
                    <a:pt x="190" y="196"/>
                  </a:lnTo>
                  <a:lnTo>
                    <a:pt x="187" y="195"/>
                  </a:lnTo>
                  <a:lnTo>
                    <a:pt x="184" y="194"/>
                  </a:lnTo>
                  <a:lnTo>
                    <a:pt x="181" y="193"/>
                  </a:lnTo>
                  <a:lnTo>
                    <a:pt x="178" y="192"/>
                  </a:lnTo>
                  <a:lnTo>
                    <a:pt x="175" y="191"/>
                  </a:lnTo>
                  <a:lnTo>
                    <a:pt x="172" y="190"/>
                  </a:lnTo>
                  <a:lnTo>
                    <a:pt x="169" y="189"/>
                  </a:lnTo>
                  <a:lnTo>
                    <a:pt x="166" y="188"/>
                  </a:lnTo>
                  <a:lnTo>
                    <a:pt x="162" y="187"/>
                  </a:lnTo>
                  <a:lnTo>
                    <a:pt x="159" y="186"/>
                  </a:lnTo>
                  <a:lnTo>
                    <a:pt x="156" y="185"/>
                  </a:lnTo>
                  <a:lnTo>
                    <a:pt x="153" y="184"/>
                  </a:lnTo>
                  <a:lnTo>
                    <a:pt x="150" y="183"/>
                  </a:lnTo>
                  <a:lnTo>
                    <a:pt x="147" y="182"/>
                  </a:lnTo>
                  <a:lnTo>
                    <a:pt x="144" y="181"/>
                  </a:lnTo>
                  <a:lnTo>
                    <a:pt x="141" y="180"/>
                  </a:lnTo>
                  <a:lnTo>
                    <a:pt x="138" y="179"/>
                  </a:lnTo>
                  <a:lnTo>
                    <a:pt x="135" y="177"/>
                  </a:lnTo>
                  <a:lnTo>
                    <a:pt x="132" y="176"/>
                  </a:lnTo>
                  <a:lnTo>
                    <a:pt x="130" y="175"/>
                  </a:lnTo>
                  <a:lnTo>
                    <a:pt x="127" y="174"/>
                  </a:lnTo>
                  <a:lnTo>
                    <a:pt x="125" y="173"/>
                  </a:lnTo>
                  <a:lnTo>
                    <a:pt x="123" y="172"/>
                  </a:lnTo>
                  <a:lnTo>
                    <a:pt x="121" y="171"/>
                  </a:lnTo>
                  <a:lnTo>
                    <a:pt x="118" y="170"/>
                  </a:lnTo>
                  <a:lnTo>
                    <a:pt x="116" y="169"/>
                  </a:lnTo>
                  <a:lnTo>
                    <a:pt x="115" y="168"/>
                  </a:lnTo>
                  <a:lnTo>
                    <a:pt x="113" y="167"/>
                  </a:lnTo>
                  <a:lnTo>
                    <a:pt x="111" y="166"/>
                  </a:lnTo>
                  <a:lnTo>
                    <a:pt x="109" y="165"/>
                  </a:lnTo>
                  <a:lnTo>
                    <a:pt x="107" y="164"/>
                  </a:lnTo>
                  <a:lnTo>
                    <a:pt x="106" y="163"/>
                  </a:lnTo>
                  <a:lnTo>
                    <a:pt x="104" y="162"/>
                  </a:lnTo>
                  <a:lnTo>
                    <a:pt x="102" y="161"/>
                  </a:lnTo>
                  <a:lnTo>
                    <a:pt x="100" y="160"/>
                  </a:lnTo>
                  <a:lnTo>
                    <a:pt x="98" y="159"/>
                  </a:lnTo>
                  <a:lnTo>
                    <a:pt x="97" y="158"/>
                  </a:lnTo>
                  <a:lnTo>
                    <a:pt x="95" y="157"/>
                  </a:lnTo>
                  <a:lnTo>
                    <a:pt x="93" y="156"/>
                  </a:lnTo>
                  <a:lnTo>
                    <a:pt x="91" y="155"/>
                  </a:lnTo>
                  <a:lnTo>
                    <a:pt x="90" y="154"/>
                  </a:lnTo>
                  <a:lnTo>
                    <a:pt x="88" y="153"/>
                  </a:lnTo>
                  <a:lnTo>
                    <a:pt x="86" y="151"/>
                  </a:lnTo>
                  <a:lnTo>
                    <a:pt x="84" y="150"/>
                  </a:lnTo>
                  <a:lnTo>
                    <a:pt x="82" y="149"/>
                  </a:lnTo>
                  <a:lnTo>
                    <a:pt x="81" y="148"/>
                  </a:lnTo>
                  <a:lnTo>
                    <a:pt x="79" y="147"/>
                  </a:lnTo>
                  <a:lnTo>
                    <a:pt x="77" y="146"/>
                  </a:lnTo>
                  <a:lnTo>
                    <a:pt x="76" y="145"/>
                  </a:lnTo>
                  <a:lnTo>
                    <a:pt x="74" y="144"/>
                  </a:lnTo>
                  <a:lnTo>
                    <a:pt x="73" y="142"/>
                  </a:lnTo>
                  <a:lnTo>
                    <a:pt x="71" y="141"/>
                  </a:lnTo>
                  <a:lnTo>
                    <a:pt x="70" y="140"/>
                  </a:lnTo>
                  <a:lnTo>
                    <a:pt x="68" y="139"/>
                  </a:lnTo>
                  <a:lnTo>
                    <a:pt x="67" y="138"/>
                  </a:lnTo>
                  <a:lnTo>
                    <a:pt x="66" y="137"/>
                  </a:lnTo>
                  <a:lnTo>
                    <a:pt x="64" y="136"/>
                  </a:lnTo>
                  <a:lnTo>
                    <a:pt x="63" y="134"/>
                  </a:lnTo>
                  <a:lnTo>
                    <a:pt x="62" y="133"/>
                  </a:lnTo>
                  <a:lnTo>
                    <a:pt x="61" y="132"/>
                  </a:lnTo>
                  <a:lnTo>
                    <a:pt x="60" y="131"/>
                  </a:lnTo>
                  <a:lnTo>
                    <a:pt x="59" y="130"/>
                  </a:lnTo>
                  <a:lnTo>
                    <a:pt x="58" y="129"/>
                  </a:lnTo>
                  <a:lnTo>
                    <a:pt x="57" y="128"/>
                  </a:lnTo>
                  <a:lnTo>
                    <a:pt x="56" y="127"/>
                  </a:lnTo>
                  <a:lnTo>
                    <a:pt x="55" y="125"/>
                  </a:lnTo>
                  <a:lnTo>
                    <a:pt x="54" y="124"/>
                  </a:lnTo>
                  <a:lnTo>
                    <a:pt x="53" y="123"/>
                  </a:lnTo>
                  <a:lnTo>
                    <a:pt x="52" y="122"/>
                  </a:lnTo>
                  <a:lnTo>
                    <a:pt x="51" y="121"/>
                  </a:lnTo>
                  <a:lnTo>
                    <a:pt x="50" y="120"/>
                  </a:lnTo>
                  <a:lnTo>
                    <a:pt x="49" y="119"/>
                  </a:lnTo>
                  <a:lnTo>
                    <a:pt x="49" y="117"/>
                  </a:lnTo>
                  <a:lnTo>
                    <a:pt x="48" y="116"/>
                  </a:lnTo>
                  <a:lnTo>
                    <a:pt x="47" y="115"/>
                  </a:lnTo>
                  <a:lnTo>
                    <a:pt x="47" y="114"/>
                  </a:lnTo>
                  <a:lnTo>
                    <a:pt x="46" y="113"/>
                  </a:lnTo>
                  <a:lnTo>
                    <a:pt x="45" y="112"/>
                  </a:lnTo>
                  <a:lnTo>
                    <a:pt x="45" y="111"/>
                  </a:lnTo>
                  <a:lnTo>
                    <a:pt x="44" y="109"/>
                  </a:lnTo>
                  <a:lnTo>
                    <a:pt x="44" y="108"/>
                  </a:lnTo>
                  <a:lnTo>
                    <a:pt x="44" y="107"/>
                  </a:lnTo>
                  <a:lnTo>
                    <a:pt x="43" y="106"/>
                  </a:lnTo>
                  <a:lnTo>
                    <a:pt x="43" y="105"/>
                  </a:lnTo>
                  <a:lnTo>
                    <a:pt x="43" y="103"/>
                  </a:lnTo>
                  <a:lnTo>
                    <a:pt x="43" y="102"/>
                  </a:lnTo>
                  <a:lnTo>
                    <a:pt x="43" y="101"/>
                  </a:lnTo>
                  <a:lnTo>
                    <a:pt x="43" y="100"/>
                  </a:lnTo>
                  <a:lnTo>
                    <a:pt x="42" y="99"/>
                  </a:lnTo>
                  <a:lnTo>
                    <a:pt x="43" y="97"/>
                  </a:lnTo>
                  <a:lnTo>
                    <a:pt x="43" y="96"/>
                  </a:lnTo>
                  <a:lnTo>
                    <a:pt x="43" y="95"/>
                  </a:lnTo>
                  <a:lnTo>
                    <a:pt x="43" y="93"/>
                  </a:lnTo>
                  <a:lnTo>
                    <a:pt x="43" y="92"/>
                  </a:lnTo>
                  <a:lnTo>
                    <a:pt x="43" y="91"/>
                  </a:lnTo>
                  <a:lnTo>
                    <a:pt x="44" y="90"/>
                  </a:lnTo>
                  <a:lnTo>
                    <a:pt x="44" y="88"/>
                  </a:lnTo>
                  <a:lnTo>
                    <a:pt x="44" y="87"/>
                  </a:lnTo>
                  <a:lnTo>
                    <a:pt x="44" y="86"/>
                  </a:lnTo>
                  <a:lnTo>
                    <a:pt x="45" y="85"/>
                  </a:lnTo>
                  <a:lnTo>
                    <a:pt x="45" y="83"/>
                  </a:lnTo>
                  <a:lnTo>
                    <a:pt x="45" y="82"/>
                  </a:lnTo>
                  <a:lnTo>
                    <a:pt x="46" y="81"/>
                  </a:lnTo>
                  <a:lnTo>
                    <a:pt x="46" y="80"/>
                  </a:lnTo>
                  <a:lnTo>
                    <a:pt x="47" y="79"/>
                  </a:lnTo>
                  <a:lnTo>
                    <a:pt x="47" y="78"/>
                  </a:lnTo>
                  <a:lnTo>
                    <a:pt x="47" y="76"/>
                  </a:lnTo>
                  <a:lnTo>
                    <a:pt x="48" y="75"/>
                  </a:lnTo>
                  <a:lnTo>
                    <a:pt x="48" y="74"/>
                  </a:lnTo>
                  <a:lnTo>
                    <a:pt x="49" y="73"/>
                  </a:lnTo>
                  <a:lnTo>
                    <a:pt x="49" y="72"/>
                  </a:lnTo>
                  <a:lnTo>
                    <a:pt x="50" y="71"/>
                  </a:lnTo>
                  <a:lnTo>
                    <a:pt x="51" y="70"/>
                  </a:lnTo>
                  <a:lnTo>
                    <a:pt x="51" y="69"/>
                  </a:lnTo>
                  <a:lnTo>
                    <a:pt x="52" y="68"/>
                  </a:lnTo>
                  <a:lnTo>
                    <a:pt x="52" y="66"/>
                  </a:lnTo>
                  <a:lnTo>
                    <a:pt x="53" y="65"/>
                  </a:lnTo>
                  <a:lnTo>
                    <a:pt x="54" y="64"/>
                  </a:lnTo>
                  <a:lnTo>
                    <a:pt x="55" y="63"/>
                  </a:lnTo>
                  <a:lnTo>
                    <a:pt x="55" y="62"/>
                  </a:lnTo>
                  <a:lnTo>
                    <a:pt x="56" y="61"/>
                  </a:lnTo>
                  <a:lnTo>
                    <a:pt x="57" y="60"/>
                  </a:lnTo>
                  <a:lnTo>
                    <a:pt x="58" y="59"/>
                  </a:lnTo>
                  <a:lnTo>
                    <a:pt x="58" y="58"/>
                  </a:lnTo>
                  <a:lnTo>
                    <a:pt x="59" y="57"/>
                  </a:lnTo>
                  <a:lnTo>
                    <a:pt x="60" y="56"/>
                  </a:lnTo>
                  <a:lnTo>
                    <a:pt x="61" y="55"/>
                  </a:lnTo>
                  <a:lnTo>
                    <a:pt x="62" y="54"/>
                  </a:lnTo>
                  <a:lnTo>
                    <a:pt x="63" y="53"/>
                  </a:lnTo>
                  <a:lnTo>
                    <a:pt x="64" y="52"/>
                  </a:lnTo>
                  <a:lnTo>
                    <a:pt x="65" y="51"/>
                  </a:lnTo>
                  <a:lnTo>
                    <a:pt x="66" y="50"/>
                  </a:lnTo>
                  <a:lnTo>
                    <a:pt x="67" y="49"/>
                  </a:lnTo>
                  <a:lnTo>
                    <a:pt x="68" y="48"/>
                  </a:lnTo>
                  <a:lnTo>
                    <a:pt x="69" y="47"/>
                  </a:lnTo>
                  <a:lnTo>
                    <a:pt x="70" y="46"/>
                  </a:lnTo>
                  <a:lnTo>
                    <a:pt x="71" y="45"/>
                  </a:lnTo>
                  <a:lnTo>
                    <a:pt x="72" y="44"/>
                  </a:lnTo>
                  <a:lnTo>
                    <a:pt x="73" y="43"/>
                  </a:lnTo>
                  <a:lnTo>
                    <a:pt x="74" y="42"/>
                  </a:lnTo>
                  <a:lnTo>
                    <a:pt x="75" y="41"/>
                  </a:lnTo>
                  <a:lnTo>
                    <a:pt x="76" y="40"/>
                  </a:lnTo>
                  <a:lnTo>
                    <a:pt x="77" y="39"/>
                  </a:lnTo>
                  <a:lnTo>
                    <a:pt x="79" y="37"/>
                  </a:lnTo>
                  <a:lnTo>
                    <a:pt x="80" y="36"/>
                  </a:lnTo>
                  <a:lnTo>
                    <a:pt x="82" y="35"/>
                  </a:lnTo>
                  <a:lnTo>
                    <a:pt x="84" y="33"/>
                  </a:lnTo>
                  <a:lnTo>
                    <a:pt x="85" y="32"/>
                  </a:lnTo>
                  <a:lnTo>
                    <a:pt x="87" y="31"/>
                  </a:lnTo>
                  <a:lnTo>
                    <a:pt x="89" y="29"/>
                  </a:lnTo>
                  <a:lnTo>
                    <a:pt x="92" y="28"/>
                  </a:lnTo>
                  <a:lnTo>
                    <a:pt x="94" y="26"/>
                  </a:lnTo>
                  <a:lnTo>
                    <a:pt x="96" y="24"/>
                  </a:lnTo>
                  <a:lnTo>
                    <a:pt x="99" y="23"/>
                  </a:lnTo>
                  <a:lnTo>
                    <a:pt x="101" y="21"/>
                  </a:lnTo>
                  <a:lnTo>
                    <a:pt x="103" y="19"/>
                  </a:lnTo>
                  <a:lnTo>
                    <a:pt x="105" y="17"/>
                  </a:lnTo>
                  <a:lnTo>
                    <a:pt x="107" y="16"/>
                  </a:lnTo>
                  <a:lnTo>
                    <a:pt x="108" y="14"/>
                  </a:lnTo>
                  <a:lnTo>
                    <a:pt x="109" y="13"/>
                  </a:lnTo>
                  <a:lnTo>
                    <a:pt x="110" y="11"/>
                  </a:lnTo>
                  <a:lnTo>
                    <a:pt x="110" y="10"/>
                  </a:lnTo>
                  <a:lnTo>
                    <a:pt x="110" y="9"/>
                  </a:lnTo>
                  <a:lnTo>
                    <a:pt x="109" y="8"/>
                  </a:lnTo>
                  <a:lnTo>
                    <a:pt x="108" y="7"/>
                  </a:lnTo>
                  <a:lnTo>
                    <a:pt x="107" y="5"/>
                  </a:lnTo>
                  <a:lnTo>
                    <a:pt x="105" y="5"/>
                  </a:lnTo>
                  <a:lnTo>
                    <a:pt x="103" y="4"/>
                  </a:lnTo>
                  <a:lnTo>
                    <a:pt x="101" y="3"/>
                  </a:lnTo>
                  <a:lnTo>
                    <a:pt x="98" y="2"/>
                  </a:lnTo>
                  <a:lnTo>
                    <a:pt x="95" y="1"/>
                  </a:lnTo>
                  <a:lnTo>
                    <a:pt x="91" y="1"/>
                  </a:lnTo>
                  <a:lnTo>
                    <a:pt x="88" y="0"/>
                  </a:lnTo>
                  <a:lnTo>
                    <a:pt x="85" y="0"/>
                  </a:lnTo>
                  <a:lnTo>
                    <a:pt x="82" y="0"/>
                  </a:lnTo>
                  <a:lnTo>
                    <a:pt x="79" y="0"/>
                  </a:lnTo>
                  <a:lnTo>
                    <a:pt x="76" y="0"/>
                  </a:lnTo>
                  <a:lnTo>
                    <a:pt x="73" y="0"/>
                  </a:lnTo>
                  <a:lnTo>
                    <a:pt x="71" y="0"/>
                  </a:lnTo>
                  <a:lnTo>
                    <a:pt x="68" y="1"/>
                  </a:lnTo>
                  <a:lnTo>
                    <a:pt x="66" y="1"/>
                  </a:lnTo>
                  <a:lnTo>
                    <a:pt x="63" y="2"/>
                  </a:lnTo>
                  <a:lnTo>
                    <a:pt x="61" y="3"/>
                  </a:lnTo>
                  <a:lnTo>
                    <a:pt x="59" y="4"/>
                  </a:lnTo>
                  <a:lnTo>
                    <a:pt x="57" y="5"/>
                  </a:lnTo>
                  <a:lnTo>
                    <a:pt x="55" y="6"/>
                  </a:lnTo>
                  <a:lnTo>
                    <a:pt x="53" y="8"/>
                  </a:lnTo>
                  <a:lnTo>
                    <a:pt x="51" y="9"/>
                  </a:lnTo>
                  <a:lnTo>
                    <a:pt x="50" y="11"/>
                  </a:lnTo>
                  <a:lnTo>
                    <a:pt x="48" y="12"/>
                  </a:lnTo>
                  <a:lnTo>
                    <a:pt x="46" y="14"/>
                  </a:lnTo>
                  <a:lnTo>
                    <a:pt x="45" y="15"/>
                  </a:lnTo>
                  <a:lnTo>
                    <a:pt x="43" y="16"/>
                  </a:lnTo>
                  <a:lnTo>
                    <a:pt x="42" y="18"/>
                  </a:lnTo>
                  <a:lnTo>
                    <a:pt x="40" y="19"/>
                  </a:lnTo>
                  <a:lnTo>
                    <a:pt x="39" y="20"/>
                  </a:lnTo>
                  <a:lnTo>
                    <a:pt x="38" y="21"/>
                  </a:lnTo>
                  <a:lnTo>
                    <a:pt x="37" y="23"/>
                  </a:lnTo>
                  <a:lnTo>
                    <a:pt x="35" y="24"/>
                  </a:lnTo>
                  <a:lnTo>
                    <a:pt x="34" y="25"/>
                  </a:lnTo>
                  <a:lnTo>
                    <a:pt x="33" y="26"/>
                  </a:lnTo>
                  <a:lnTo>
                    <a:pt x="32" y="27"/>
                  </a:lnTo>
                  <a:lnTo>
                    <a:pt x="31" y="29"/>
                  </a:lnTo>
                  <a:lnTo>
                    <a:pt x="30" y="30"/>
                  </a:lnTo>
                  <a:lnTo>
                    <a:pt x="29" y="31"/>
                  </a:lnTo>
                  <a:lnTo>
                    <a:pt x="28" y="32"/>
                  </a:lnTo>
                  <a:lnTo>
                    <a:pt x="27" y="33"/>
                  </a:lnTo>
                  <a:lnTo>
                    <a:pt x="26" y="35"/>
                  </a:lnTo>
                  <a:lnTo>
                    <a:pt x="25" y="36"/>
                  </a:lnTo>
                  <a:lnTo>
                    <a:pt x="24" y="37"/>
                  </a:lnTo>
                  <a:lnTo>
                    <a:pt x="23" y="38"/>
                  </a:lnTo>
                  <a:lnTo>
                    <a:pt x="22" y="40"/>
                  </a:lnTo>
                  <a:lnTo>
                    <a:pt x="21" y="41"/>
                  </a:lnTo>
                  <a:lnTo>
                    <a:pt x="20" y="42"/>
                  </a:lnTo>
                  <a:lnTo>
                    <a:pt x="19" y="44"/>
                  </a:lnTo>
                  <a:lnTo>
                    <a:pt x="18" y="45"/>
                  </a:lnTo>
                  <a:lnTo>
                    <a:pt x="17" y="46"/>
                  </a:lnTo>
                  <a:lnTo>
                    <a:pt x="17" y="48"/>
                  </a:lnTo>
                  <a:lnTo>
                    <a:pt x="16" y="49"/>
                  </a:lnTo>
                  <a:lnTo>
                    <a:pt x="15" y="51"/>
                  </a:lnTo>
                  <a:lnTo>
                    <a:pt x="14" y="52"/>
                  </a:lnTo>
                  <a:lnTo>
                    <a:pt x="13" y="54"/>
                  </a:lnTo>
                  <a:lnTo>
                    <a:pt x="12" y="55"/>
                  </a:lnTo>
                  <a:lnTo>
                    <a:pt x="11" y="57"/>
                  </a:lnTo>
                  <a:lnTo>
                    <a:pt x="10" y="58"/>
                  </a:lnTo>
                  <a:lnTo>
                    <a:pt x="9" y="60"/>
                  </a:lnTo>
                  <a:lnTo>
                    <a:pt x="9" y="61"/>
                  </a:lnTo>
                  <a:lnTo>
                    <a:pt x="8" y="63"/>
                  </a:lnTo>
                  <a:lnTo>
                    <a:pt x="7" y="64"/>
                  </a:lnTo>
                  <a:lnTo>
                    <a:pt x="7" y="66"/>
                  </a:lnTo>
                  <a:lnTo>
                    <a:pt x="6" y="68"/>
                  </a:lnTo>
                  <a:lnTo>
                    <a:pt x="5" y="69"/>
                  </a:lnTo>
                  <a:lnTo>
                    <a:pt x="5" y="71"/>
                  </a:lnTo>
                  <a:lnTo>
                    <a:pt x="4" y="72"/>
                  </a:lnTo>
                  <a:lnTo>
                    <a:pt x="4" y="74"/>
                  </a:lnTo>
                  <a:lnTo>
                    <a:pt x="3" y="76"/>
                  </a:lnTo>
                  <a:lnTo>
                    <a:pt x="3" y="77"/>
                  </a:lnTo>
                  <a:lnTo>
                    <a:pt x="3" y="79"/>
                  </a:lnTo>
                  <a:lnTo>
                    <a:pt x="2" y="80"/>
                  </a:lnTo>
                  <a:lnTo>
                    <a:pt x="2" y="82"/>
                  </a:lnTo>
                  <a:lnTo>
                    <a:pt x="2" y="83"/>
                  </a:lnTo>
                  <a:lnTo>
                    <a:pt x="1" y="85"/>
                  </a:lnTo>
                  <a:lnTo>
                    <a:pt x="1" y="86"/>
                  </a:lnTo>
                  <a:lnTo>
                    <a:pt x="1" y="87"/>
                  </a:lnTo>
                  <a:lnTo>
                    <a:pt x="1" y="89"/>
                  </a:lnTo>
                  <a:lnTo>
                    <a:pt x="0" y="90"/>
                  </a:lnTo>
                  <a:lnTo>
                    <a:pt x="0" y="91"/>
                  </a:lnTo>
                  <a:lnTo>
                    <a:pt x="0" y="92"/>
                  </a:lnTo>
                  <a:lnTo>
                    <a:pt x="0" y="94"/>
                  </a:lnTo>
                  <a:lnTo>
                    <a:pt x="0" y="95"/>
                  </a:lnTo>
                  <a:lnTo>
                    <a:pt x="0" y="96"/>
                  </a:lnTo>
                  <a:lnTo>
                    <a:pt x="0" y="97"/>
                  </a:lnTo>
                  <a:lnTo>
                    <a:pt x="0" y="98"/>
                  </a:lnTo>
                  <a:lnTo>
                    <a:pt x="0" y="99"/>
                  </a:lnTo>
                  <a:lnTo>
                    <a:pt x="0" y="100"/>
                  </a:lnTo>
                  <a:lnTo>
                    <a:pt x="0" y="102"/>
                  </a:lnTo>
                  <a:lnTo>
                    <a:pt x="0" y="103"/>
                  </a:lnTo>
                  <a:lnTo>
                    <a:pt x="0" y="104"/>
                  </a:lnTo>
                  <a:lnTo>
                    <a:pt x="1" y="105"/>
                  </a:lnTo>
                  <a:lnTo>
                    <a:pt x="1" y="106"/>
                  </a:lnTo>
                  <a:lnTo>
                    <a:pt x="1" y="107"/>
                  </a:lnTo>
                  <a:lnTo>
                    <a:pt x="1" y="108"/>
                  </a:lnTo>
                  <a:lnTo>
                    <a:pt x="1" y="110"/>
                  </a:lnTo>
                  <a:lnTo>
                    <a:pt x="2" y="111"/>
                  </a:lnTo>
                  <a:lnTo>
                    <a:pt x="2" y="112"/>
                  </a:lnTo>
                  <a:lnTo>
                    <a:pt x="2" y="113"/>
                  </a:lnTo>
                  <a:lnTo>
                    <a:pt x="3" y="114"/>
                  </a:lnTo>
                  <a:lnTo>
                    <a:pt x="3" y="115"/>
                  </a:lnTo>
                  <a:lnTo>
                    <a:pt x="3" y="116"/>
                  </a:lnTo>
                  <a:lnTo>
                    <a:pt x="4" y="117"/>
                  </a:lnTo>
                  <a:lnTo>
                    <a:pt x="4" y="119"/>
                  </a:lnTo>
                  <a:lnTo>
                    <a:pt x="4" y="120"/>
                  </a:lnTo>
                  <a:lnTo>
                    <a:pt x="5" y="121"/>
                  </a:lnTo>
                  <a:lnTo>
                    <a:pt x="5" y="122"/>
                  </a:lnTo>
                  <a:lnTo>
                    <a:pt x="6" y="123"/>
                  </a:lnTo>
                  <a:lnTo>
                    <a:pt x="6" y="124"/>
                  </a:lnTo>
                  <a:lnTo>
                    <a:pt x="7" y="125"/>
                  </a:lnTo>
                  <a:lnTo>
                    <a:pt x="7" y="127"/>
                  </a:lnTo>
                  <a:lnTo>
                    <a:pt x="8" y="128"/>
                  </a:lnTo>
                  <a:lnTo>
                    <a:pt x="9" y="129"/>
                  </a:lnTo>
                  <a:lnTo>
                    <a:pt x="9" y="130"/>
                  </a:lnTo>
                  <a:lnTo>
                    <a:pt x="10" y="131"/>
                  </a:lnTo>
                  <a:lnTo>
                    <a:pt x="10" y="132"/>
                  </a:lnTo>
                  <a:lnTo>
                    <a:pt x="11" y="133"/>
                  </a:lnTo>
                  <a:lnTo>
                    <a:pt x="12" y="134"/>
                  </a:lnTo>
                  <a:lnTo>
                    <a:pt x="12" y="136"/>
                  </a:lnTo>
                  <a:lnTo>
                    <a:pt x="13" y="137"/>
                  </a:lnTo>
                  <a:lnTo>
                    <a:pt x="14" y="138"/>
                  </a:lnTo>
                  <a:lnTo>
                    <a:pt x="15" y="139"/>
                  </a:lnTo>
                  <a:lnTo>
                    <a:pt x="16" y="140"/>
                  </a:lnTo>
                  <a:lnTo>
                    <a:pt x="17" y="141"/>
                  </a:lnTo>
                  <a:lnTo>
                    <a:pt x="17" y="142"/>
                  </a:lnTo>
                  <a:lnTo>
                    <a:pt x="18" y="143"/>
                  </a:lnTo>
                  <a:lnTo>
                    <a:pt x="19" y="144"/>
                  </a:lnTo>
                  <a:lnTo>
                    <a:pt x="20" y="145"/>
                  </a:lnTo>
                  <a:lnTo>
                    <a:pt x="21" y="146"/>
                  </a:lnTo>
                  <a:lnTo>
                    <a:pt x="22" y="147"/>
                  </a:lnTo>
                  <a:lnTo>
                    <a:pt x="23" y="148"/>
                  </a:lnTo>
                  <a:lnTo>
                    <a:pt x="25" y="149"/>
                  </a:lnTo>
                  <a:lnTo>
                    <a:pt x="26" y="150"/>
                  </a:lnTo>
                  <a:lnTo>
                    <a:pt x="27" y="151"/>
                  </a:lnTo>
                  <a:lnTo>
                    <a:pt x="28" y="152"/>
                  </a:lnTo>
                  <a:lnTo>
                    <a:pt x="29" y="153"/>
                  </a:lnTo>
                  <a:lnTo>
                    <a:pt x="30" y="154"/>
                  </a:lnTo>
                  <a:lnTo>
                    <a:pt x="32" y="155"/>
                  </a:lnTo>
                  <a:lnTo>
                    <a:pt x="33" y="156"/>
                  </a:lnTo>
                  <a:lnTo>
                    <a:pt x="34" y="157"/>
                  </a:lnTo>
                  <a:lnTo>
                    <a:pt x="35" y="158"/>
                  </a:lnTo>
                  <a:lnTo>
                    <a:pt x="36" y="159"/>
                  </a:lnTo>
                  <a:lnTo>
                    <a:pt x="38" y="160"/>
                  </a:lnTo>
                  <a:lnTo>
                    <a:pt x="39" y="161"/>
                  </a:lnTo>
                  <a:lnTo>
                    <a:pt x="40" y="162"/>
                  </a:lnTo>
                  <a:lnTo>
                    <a:pt x="41" y="163"/>
                  </a:lnTo>
                  <a:lnTo>
                    <a:pt x="43" y="164"/>
                  </a:lnTo>
                  <a:lnTo>
                    <a:pt x="44" y="165"/>
                  </a:lnTo>
                  <a:lnTo>
                    <a:pt x="45" y="166"/>
                  </a:lnTo>
                  <a:lnTo>
                    <a:pt x="47" y="167"/>
                  </a:lnTo>
                  <a:lnTo>
                    <a:pt x="48" y="168"/>
                  </a:lnTo>
                  <a:lnTo>
                    <a:pt x="49" y="169"/>
                  </a:lnTo>
                  <a:lnTo>
                    <a:pt x="51" y="169"/>
                  </a:lnTo>
                  <a:lnTo>
                    <a:pt x="52" y="170"/>
                  </a:lnTo>
                  <a:lnTo>
                    <a:pt x="54" y="171"/>
                  </a:lnTo>
                  <a:lnTo>
                    <a:pt x="55" y="172"/>
                  </a:lnTo>
                  <a:lnTo>
                    <a:pt x="57" y="173"/>
                  </a:lnTo>
                  <a:lnTo>
                    <a:pt x="58" y="174"/>
                  </a:lnTo>
                  <a:lnTo>
                    <a:pt x="60" y="175"/>
                  </a:lnTo>
                  <a:lnTo>
                    <a:pt x="61" y="176"/>
                  </a:lnTo>
                  <a:lnTo>
                    <a:pt x="63" y="177"/>
                  </a:lnTo>
                  <a:lnTo>
                    <a:pt x="64" y="178"/>
                  </a:lnTo>
                  <a:lnTo>
                    <a:pt x="66" y="179"/>
                  </a:lnTo>
                  <a:lnTo>
                    <a:pt x="67" y="180"/>
                  </a:lnTo>
                  <a:lnTo>
                    <a:pt x="69" y="181"/>
                  </a:lnTo>
                  <a:lnTo>
                    <a:pt x="71" y="182"/>
                  </a:lnTo>
                  <a:lnTo>
                    <a:pt x="72" y="183"/>
                  </a:lnTo>
                  <a:lnTo>
                    <a:pt x="74" y="184"/>
                  </a:lnTo>
                  <a:lnTo>
                    <a:pt x="76" y="185"/>
                  </a:lnTo>
                  <a:lnTo>
                    <a:pt x="77" y="186"/>
                  </a:lnTo>
                  <a:lnTo>
                    <a:pt x="79" y="187"/>
                  </a:lnTo>
                  <a:lnTo>
                    <a:pt x="81" y="188"/>
                  </a:lnTo>
                  <a:lnTo>
                    <a:pt x="83" y="189"/>
                  </a:lnTo>
                  <a:lnTo>
                    <a:pt x="85" y="189"/>
                  </a:lnTo>
                  <a:lnTo>
                    <a:pt x="86" y="190"/>
                  </a:lnTo>
                  <a:lnTo>
                    <a:pt x="88" y="191"/>
                  </a:lnTo>
                  <a:lnTo>
                    <a:pt x="90" y="192"/>
                  </a:lnTo>
                  <a:lnTo>
                    <a:pt x="92" y="193"/>
                  </a:lnTo>
                  <a:lnTo>
                    <a:pt x="94" y="194"/>
                  </a:lnTo>
                  <a:lnTo>
                    <a:pt x="96" y="194"/>
                  </a:lnTo>
                  <a:lnTo>
                    <a:pt x="98" y="195"/>
                  </a:lnTo>
                  <a:lnTo>
                    <a:pt x="100" y="196"/>
                  </a:lnTo>
                  <a:lnTo>
                    <a:pt x="102" y="197"/>
                  </a:lnTo>
                  <a:lnTo>
                    <a:pt x="104" y="198"/>
                  </a:lnTo>
                  <a:lnTo>
                    <a:pt x="106" y="198"/>
                  </a:lnTo>
                  <a:lnTo>
                    <a:pt x="108" y="199"/>
                  </a:lnTo>
                  <a:lnTo>
                    <a:pt x="111" y="200"/>
                  </a:lnTo>
                  <a:lnTo>
                    <a:pt x="113" y="201"/>
                  </a:lnTo>
                  <a:lnTo>
                    <a:pt x="115" y="202"/>
                  </a:lnTo>
                  <a:lnTo>
                    <a:pt x="118" y="203"/>
                  </a:lnTo>
                  <a:lnTo>
                    <a:pt x="120" y="203"/>
                  </a:lnTo>
                  <a:lnTo>
                    <a:pt x="123" y="204"/>
                  </a:lnTo>
                  <a:lnTo>
                    <a:pt x="125" y="205"/>
                  </a:lnTo>
                  <a:lnTo>
                    <a:pt x="128" y="206"/>
                  </a:lnTo>
                  <a:lnTo>
                    <a:pt x="131" y="207"/>
                  </a:lnTo>
                  <a:lnTo>
                    <a:pt x="133" y="207"/>
                  </a:lnTo>
                  <a:lnTo>
                    <a:pt x="136" y="208"/>
                  </a:lnTo>
                  <a:lnTo>
                    <a:pt x="139" y="209"/>
                  </a:lnTo>
                  <a:lnTo>
                    <a:pt x="142" y="210"/>
                  </a:lnTo>
                  <a:lnTo>
                    <a:pt x="145" y="211"/>
                  </a:lnTo>
                  <a:lnTo>
                    <a:pt x="147" y="211"/>
                  </a:lnTo>
                  <a:lnTo>
                    <a:pt x="150" y="212"/>
                  </a:lnTo>
                  <a:lnTo>
                    <a:pt x="153" y="213"/>
                  </a:lnTo>
                  <a:lnTo>
                    <a:pt x="156" y="214"/>
                  </a:lnTo>
                  <a:lnTo>
                    <a:pt x="159" y="214"/>
                  </a:lnTo>
                  <a:lnTo>
                    <a:pt x="161" y="215"/>
                  </a:lnTo>
                  <a:lnTo>
                    <a:pt x="164" y="216"/>
                  </a:lnTo>
                  <a:lnTo>
                    <a:pt x="167" y="216"/>
                  </a:lnTo>
                  <a:lnTo>
                    <a:pt x="170" y="217"/>
                  </a:lnTo>
                  <a:lnTo>
                    <a:pt x="173" y="218"/>
                  </a:lnTo>
                  <a:lnTo>
                    <a:pt x="176" y="218"/>
                  </a:lnTo>
                  <a:lnTo>
                    <a:pt x="179" y="219"/>
                  </a:lnTo>
                  <a:lnTo>
                    <a:pt x="182" y="220"/>
                  </a:lnTo>
                  <a:lnTo>
                    <a:pt x="185" y="220"/>
                  </a:lnTo>
                  <a:lnTo>
                    <a:pt x="188" y="221"/>
                  </a:lnTo>
                  <a:lnTo>
                    <a:pt x="191" y="222"/>
                  </a:lnTo>
                  <a:lnTo>
                    <a:pt x="194" y="222"/>
                  </a:lnTo>
                  <a:lnTo>
                    <a:pt x="197" y="223"/>
                  </a:lnTo>
                  <a:lnTo>
                    <a:pt x="200" y="223"/>
                  </a:lnTo>
                  <a:lnTo>
                    <a:pt x="203" y="224"/>
                  </a:lnTo>
                  <a:lnTo>
                    <a:pt x="206" y="224"/>
                  </a:lnTo>
                  <a:lnTo>
                    <a:pt x="209" y="225"/>
                  </a:lnTo>
                  <a:lnTo>
                    <a:pt x="213" y="226"/>
                  </a:lnTo>
                  <a:lnTo>
                    <a:pt x="216" y="226"/>
                  </a:lnTo>
                  <a:lnTo>
                    <a:pt x="219" y="227"/>
                  </a:lnTo>
                  <a:lnTo>
                    <a:pt x="223" y="227"/>
                  </a:lnTo>
                  <a:lnTo>
                    <a:pt x="226" y="228"/>
                  </a:lnTo>
                  <a:lnTo>
                    <a:pt x="229" y="228"/>
                  </a:lnTo>
                  <a:lnTo>
                    <a:pt x="233" y="229"/>
                  </a:lnTo>
                  <a:lnTo>
                    <a:pt x="236" y="229"/>
                  </a:lnTo>
                  <a:lnTo>
                    <a:pt x="240" y="230"/>
                  </a:lnTo>
                  <a:lnTo>
                    <a:pt x="244" y="230"/>
                  </a:lnTo>
                  <a:lnTo>
                    <a:pt x="247" y="231"/>
                  </a:lnTo>
                  <a:lnTo>
                    <a:pt x="251" y="231"/>
                  </a:lnTo>
                  <a:lnTo>
                    <a:pt x="255" y="232"/>
                  </a:lnTo>
                  <a:lnTo>
                    <a:pt x="259" y="232"/>
                  </a:lnTo>
                  <a:lnTo>
                    <a:pt x="263" y="233"/>
                  </a:lnTo>
                  <a:lnTo>
                    <a:pt x="267" y="233"/>
                  </a:lnTo>
                  <a:lnTo>
                    <a:pt x="272" y="234"/>
                  </a:lnTo>
                  <a:lnTo>
                    <a:pt x="276" y="235"/>
                  </a:lnTo>
                  <a:lnTo>
                    <a:pt x="280" y="235"/>
                  </a:lnTo>
                  <a:lnTo>
                    <a:pt x="285" y="236"/>
                  </a:lnTo>
                  <a:lnTo>
                    <a:pt x="289" y="237"/>
                  </a:lnTo>
                  <a:lnTo>
                    <a:pt x="294" y="237"/>
                  </a:lnTo>
                  <a:lnTo>
                    <a:pt x="299" y="238"/>
                  </a:lnTo>
                  <a:lnTo>
                    <a:pt x="303" y="238"/>
                  </a:lnTo>
                  <a:lnTo>
                    <a:pt x="308" y="239"/>
                  </a:lnTo>
                  <a:lnTo>
                    <a:pt x="312" y="240"/>
                  </a:lnTo>
                  <a:lnTo>
                    <a:pt x="316" y="240"/>
                  </a:lnTo>
                  <a:lnTo>
                    <a:pt x="320" y="241"/>
                  </a:lnTo>
                  <a:lnTo>
                    <a:pt x="325" y="241"/>
                  </a:lnTo>
                  <a:lnTo>
                    <a:pt x="328" y="241"/>
                  </a:lnTo>
                  <a:lnTo>
                    <a:pt x="332" y="242"/>
                  </a:lnTo>
                  <a:lnTo>
                    <a:pt x="336" y="242"/>
                  </a:lnTo>
                  <a:lnTo>
                    <a:pt x="340" y="242"/>
                  </a:lnTo>
                  <a:lnTo>
                    <a:pt x="343" y="243"/>
                  </a:lnTo>
                  <a:lnTo>
                    <a:pt x="347" y="243"/>
                  </a:lnTo>
                  <a:lnTo>
                    <a:pt x="350" y="243"/>
                  </a:lnTo>
                  <a:lnTo>
                    <a:pt x="353" y="243"/>
                  </a:lnTo>
                  <a:lnTo>
                    <a:pt x="356" y="244"/>
                  </a:lnTo>
                  <a:lnTo>
                    <a:pt x="360" y="244"/>
                  </a:lnTo>
                  <a:lnTo>
                    <a:pt x="363" y="244"/>
                  </a:lnTo>
                  <a:lnTo>
                    <a:pt x="367" y="244"/>
                  </a:lnTo>
                  <a:lnTo>
                    <a:pt x="371" y="244"/>
                  </a:lnTo>
                  <a:lnTo>
                    <a:pt x="375" y="244"/>
                  </a:lnTo>
                  <a:lnTo>
                    <a:pt x="380" y="244"/>
                  </a:lnTo>
                  <a:lnTo>
                    <a:pt x="385" y="245"/>
                  </a:lnTo>
                  <a:lnTo>
                    <a:pt x="391" y="245"/>
                  </a:lnTo>
                  <a:lnTo>
                    <a:pt x="396" y="245"/>
                  </a:lnTo>
                  <a:lnTo>
                    <a:pt x="402" y="245"/>
                  </a:lnTo>
                  <a:lnTo>
                    <a:pt x="409" y="245"/>
                  </a:lnTo>
                  <a:lnTo>
                    <a:pt x="415" y="245"/>
                  </a:lnTo>
                  <a:lnTo>
                    <a:pt x="422" y="245"/>
                  </a:lnTo>
                  <a:lnTo>
                    <a:pt x="429" y="245"/>
                  </a:lnTo>
                  <a:lnTo>
                    <a:pt x="437" y="245"/>
                  </a:lnTo>
                  <a:lnTo>
                    <a:pt x="444" y="245"/>
                  </a:lnTo>
                  <a:lnTo>
                    <a:pt x="452" y="245"/>
                  </a:lnTo>
                  <a:lnTo>
                    <a:pt x="460" y="245"/>
                  </a:lnTo>
                  <a:lnTo>
                    <a:pt x="467" y="245"/>
                  </a:lnTo>
                  <a:lnTo>
                    <a:pt x="474" y="245"/>
                  </a:lnTo>
                  <a:lnTo>
                    <a:pt x="481" y="245"/>
                  </a:lnTo>
                  <a:lnTo>
                    <a:pt x="487" y="245"/>
                  </a:lnTo>
                  <a:lnTo>
                    <a:pt x="494" y="245"/>
                  </a:lnTo>
                  <a:lnTo>
                    <a:pt x="499" y="245"/>
                  </a:lnTo>
                  <a:lnTo>
                    <a:pt x="505" y="245"/>
                  </a:lnTo>
                  <a:lnTo>
                    <a:pt x="511" y="244"/>
                  </a:lnTo>
                  <a:lnTo>
                    <a:pt x="516" y="244"/>
                  </a:lnTo>
                  <a:lnTo>
                    <a:pt x="521" y="244"/>
                  </a:lnTo>
                  <a:lnTo>
                    <a:pt x="525" y="244"/>
                  </a:lnTo>
                  <a:lnTo>
                    <a:pt x="530" y="244"/>
                  </a:lnTo>
                  <a:lnTo>
                    <a:pt x="534" y="244"/>
                  </a:lnTo>
                  <a:lnTo>
                    <a:pt x="538" y="244"/>
                  </a:lnTo>
                  <a:lnTo>
                    <a:pt x="541" y="243"/>
                  </a:lnTo>
                  <a:lnTo>
                    <a:pt x="545" y="243"/>
                  </a:lnTo>
                  <a:lnTo>
                    <a:pt x="549" y="243"/>
                  </a:lnTo>
                  <a:lnTo>
                    <a:pt x="552" y="243"/>
                  </a:lnTo>
                  <a:lnTo>
                    <a:pt x="556" y="243"/>
                  </a:lnTo>
                  <a:lnTo>
                    <a:pt x="559" y="243"/>
                  </a:lnTo>
                  <a:lnTo>
                    <a:pt x="563" y="242"/>
                  </a:lnTo>
                  <a:lnTo>
                    <a:pt x="566" y="242"/>
                  </a:lnTo>
                  <a:lnTo>
                    <a:pt x="569" y="242"/>
                  </a:lnTo>
                  <a:lnTo>
                    <a:pt x="572" y="242"/>
                  </a:lnTo>
                  <a:lnTo>
                    <a:pt x="576" y="241"/>
                  </a:lnTo>
                  <a:lnTo>
                    <a:pt x="579" y="241"/>
                  </a:lnTo>
                  <a:lnTo>
                    <a:pt x="582" y="241"/>
                  </a:lnTo>
                  <a:lnTo>
                    <a:pt x="585" y="240"/>
                  </a:lnTo>
                  <a:lnTo>
                    <a:pt x="588" y="240"/>
                  </a:lnTo>
                  <a:lnTo>
                    <a:pt x="591" y="240"/>
                  </a:lnTo>
                  <a:lnTo>
                    <a:pt x="594" y="239"/>
                  </a:lnTo>
                  <a:lnTo>
                    <a:pt x="597" y="239"/>
                  </a:lnTo>
                  <a:lnTo>
                    <a:pt x="600" y="239"/>
                  </a:lnTo>
                  <a:lnTo>
                    <a:pt x="604" y="238"/>
                  </a:lnTo>
                  <a:lnTo>
                    <a:pt x="607" y="238"/>
                  </a:lnTo>
                  <a:lnTo>
                    <a:pt x="611" y="237"/>
                  </a:lnTo>
                  <a:lnTo>
                    <a:pt x="615" y="237"/>
                  </a:lnTo>
                  <a:lnTo>
                    <a:pt x="619" y="236"/>
                  </a:lnTo>
                  <a:lnTo>
                    <a:pt x="624" y="235"/>
                  </a:lnTo>
                  <a:lnTo>
                    <a:pt x="628" y="235"/>
                  </a:lnTo>
                  <a:lnTo>
                    <a:pt x="633" y="234"/>
                  </a:lnTo>
                  <a:lnTo>
                    <a:pt x="637" y="233"/>
                  </a:lnTo>
                  <a:lnTo>
                    <a:pt x="642" y="232"/>
                  </a:lnTo>
                  <a:lnTo>
                    <a:pt x="647" y="231"/>
                  </a:lnTo>
                  <a:lnTo>
                    <a:pt x="653" y="230"/>
                  </a:lnTo>
                  <a:lnTo>
                    <a:pt x="658" y="229"/>
                  </a:lnTo>
                  <a:lnTo>
                    <a:pt x="664" y="228"/>
                  </a:lnTo>
                  <a:lnTo>
                    <a:pt x="669" y="227"/>
                  </a:lnTo>
                  <a:lnTo>
                    <a:pt x="675" y="226"/>
                  </a:lnTo>
                  <a:lnTo>
                    <a:pt x="681" y="225"/>
                  </a:lnTo>
                  <a:lnTo>
                    <a:pt x="686" y="224"/>
                  </a:lnTo>
                  <a:lnTo>
                    <a:pt x="692" y="223"/>
                  </a:lnTo>
                  <a:lnTo>
                    <a:pt x="698" y="222"/>
                  </a:lnTo>
                  <a:lnTo>
                    <a:pt x="704" y="221"/>
                  </a:lnTo>
                  <a:lnTo>
                    <a:pt x="709" y="220"/>
                  </a:lnTo>
                  <a:lnTo>
                    <a:pt x="715" y="219"/>
                  </a:lnTo>
                  <a:lnTo>
                    <a:pt x="721" y="217"/>
                  </a:lnTo>
                  <a:lnTo>
                    <a:pt x="727" y="216"/>
                  </a:lnTo>
                  <a:lnTo>
                    <a:pt x="733" y="215"/>
                  </a:lnTo>
                  <a:lnTo>
                    <a:pt x="739" y="214"/>
                  </a:lnTo>
                  <a:lnTo>
                    <a:pt x="745" y="213"/>
                  </a:lnTo>
                  <a:lnTo>
                    <a:pt x="751" y="211"/>
                  </a:lnTo>
                  <a:lnTo>
                    <a:pt x="757" y="210"/>
                  </a:lnTo>
                  <a:lnTo>
                    <a:pt x="762" y="209"/>
                  </a:lnTo>
                  <a:lnTo>
                    <a:pt x="766" y="208"/>
                  </a:lnTo>
                  <a:lnTo>
                    <a:pt x="770" y="207"/>
                  </a:lnTo>
                  <a:lnTo>
                    <a:pt x="772" y="207"/>
                  </a:lnTo>
                  <a:lnTo>
                    <a:pt x="774" y="206"/>
                  </a:lnTo>
                  <a:lnTo>
                    <a:pt x="775" y="206"/>
                  </a:lnTo>
                  <a:lnTo>
                    <a:pt x="774" y="206"/>
                  </a:lnTo>
                  <a:lnTo>
                    <a:pt x="771" y="207"/>
                  </a:lnTo>
                  <a:lnTo>
                    <a:pt x="768" y="207"/>
                  </a:lnTo>
                  <a:lnTo>
                    <a:pt x="765" y="208"/>
                  </a:lnTo>
                  <a:lnTo>
                    <a:pt x="760" y="209"/>
                  </a:lnTo>
                  <a:lnTo>
                    <a:pt x="755" y="210"/>
                  </a:lnTo>
                  <a:lnTo>
                    <a:pt x="749" y="211"/>
                  </a:lnTo>
                  <a:lnTo>
                    <a:pt x="742" y="213"/>
                  </a:lnTo>
                  <a:lnTo>
                    <a:pt x="736" y="214"/>
                  </a:lnTo>
                  <a:lnTo>
                    <a:pt x="729" y="215"/>
                  </a:lnTo>
                  <a:lnTo>
                    <a:pt x="721" y="216"/>
                  </a:lnTo>
                  <a:lnTo>
                    <a:pt x="714" y="218"/>
                  </a:lnTo>
                  <a:lnTo>
                    <a:pt x="706" y="219"/>
                  </a:lnTo>
                  <a:lnTo>
                    <a:pt x="699" y="220"/>
                  </a:lnTo>
                  <a:lnTo>
                    <a:pt x="691" y="222"/>
                  </a:lnTo>
                  <a:lnTo>
                    <a:pt x="682" y="223"/>
                  </a:lnTo>
                  <a:lnTo>
                    <a:pt x="674" y="224"/>
                  </a:lnTo>
                  <a:lnTo>
                    <a:pt x="665" y="226"/>
                  </a:lnTo>
                  <a:lnTo>
                    <a:pt x="657" y="227"/>
                  </a:lnTo>
                  <a:lnTo>
                    <a:pt x="648" y="228"/>
                  </a:lnTo>
                  <a:lnTo>
                    <a:pt x="638" y="229"/>
                  </a:lnTo>
                  <a:lnTo>
                    <a:pt x="629" y="231"/>
                  </a:lnTo>
                  <a:lnTo>
                    <a:pt x="619" y="232"/>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09" name="Freeform 45">
              <a:extLst>
                <a:ext uri="{FF2B5EF4-FFF2-40B4-BE49-F238E27FC236}">
                  <a16:creationId xmlns:a16="http://schemas.microsoft.com/office/drawing/2014/main" id="{787C495E-61FC-ABA1-10E9-CF1DDDD94454}"/>
                </a:ext>
              </a:extLst>
            </p:cNvPr>
            <p:cNvSpPr>
              <a:spLocks/>
            </p:cNvSpPr>
            <p:nvPr/>
          </p:nvSpPr>
          <p:spPr bwMode="auto">
            <a:xfrm>
              <a:off x="3096" y="2666"/>
              <a:ext cx="262" cy="373"/>
            </a:xfrm>
            <a:custGeom>
              <a:avLst/>
              <a:gdLst>
                <a:gd name="T0" fmla="*/ 227 w 776"/>
                <a:gd name="T1" fmla="*/ 9 h 246"/>
                <a:gd name="T2" fmla="*/ 276 w 776"/>
                <a:gd name="T3" fmla="*/ 8 h 246"/>
                <a:gd name="T4" fmla="*/ 340 w 776"/>
                <a:gd name="T5" fmla="*/ 9 h 246"/>
                <a:gd name="T6" fmla="*/ 404 w 776"/>
                <a:gd name="T7" fmla="*/ 12 h 246"/>
                <a:gd name="T8" fmla="*/ 450 w 776"/>
                <a:gd name="T9" fmla="*/ 18 h 246"/>
                <a:gd name="T10" fmla="*/ 489 w 776"/>
                <a:gd name="T11" fmla="*/ 24 h 246"/>
                <a:gd name="T12" fmla="*/ 523 w 776"/>
                <a:gd name="T13" fmla="*/ 31 h 246"/>
                <a:gd name="T14" fmla="*/ 550 w 776"/>
                <a:gd name="T15" fmla="*/ 38 h 246"/>
                <a:gd name="T16" fmla="*/ 580 w 776"/>
                <a:gd name="T17" fmla="*/ 46 h 246"/>
                <a:gd name="T18" fmla="*/ 613 w 776"/>
                <a:gd name="T19" fmla="*/ 56 h 246"/>
                <a:gd name="T20" fmla="*/ 645 w 776"/>
                <a:gd name="T21" fmla="*/ 69 h 246"/>
                <a:gd name="T22" fmla="*/ 668 w 776"/>
                <a:gd name="T23" fmla="*/ 79 h 246"/>
                <a:gd name="T24" fmla="*/ 687 w 776"/>
                <a:gd name="T25" fmla="*/ 91 h 246"/>
                <a:gd name="T26" fmla="*/ 705 w 776"/>
                <a:gd name="T27" fmla="*/ 105 h 246"/>
                <a:gd name="T28" fmla="*/ 718 w 776"/>
                <a:gd name="T29" fmla="*/ 117 h 246"/>
                <a:gd name="T30" fmla="*/ 728 w 776"/>
                <a:gd name="T31" fmla="*/ 130 h 246"/>
                <a:gd name="T32" fmla="*/ 732 w 776"/>
                <a:gd name="T33" fmla="*/ 143 h 246"/>
                <a:gd name="T34" fmla="*/ 731 w 776"/>
                <a:gd name="T35" fmla="*/ 157 h 246"/>
                <a:gd name="T36" fmla="*/ 727 w 776"/>
                <a:gd name="T37" fmla="*/ 170 h 246"/>
                <a:gd name="T38" fmla="*/ 720 w 776"/>
                <a:gd name="T39" fmla="*/ 182 h 246"/>
                <a:gd name="T40" fmla="*/ 712 w 776"/>
                <a:gd name="T41" fmla="*/ 193 h 246"/>
                <a:gd name="T42" fmla="*/ 701 w 776"/>
                <a:gd name="T43" fmla="*/ 203 h 246"/>
                <a:gd name="T44" fmla="*/ 683 w 776"/>
                <a:gd name="T45" fmla="*/ 217 h 246"/>
                <a:gd name="T46" fmla="*/ 665 w 776"/>
                <a:gd name="T47" fmla="*/ 233 h 246"/>
                <a:gd name="T48" fmla="*/ 687 w 776"/>
                <a:gd name="T49" fmla="*/ 244 h 246"/>
                <a:gd name="T50" fmla="*/ 716 w 776"/>
                <a:gd name="T51" fmla="*/ 241 h 246"/>
                <a:gd name="T52" fmla="*/ 735 w 776"/>
                <a:gd name="T53" fmla="*/ 226 h 246"/>
                <a:gd name="T54" fmla="*/ 749 w 776"/>
                <a:gd name="T55" fmla="*/ 211 h 246"/>
                <a:gd name="T56" fmla="*/ 759 w 776"/>
                <a:gd name="T57" fmla="*/ 197 h 246"/>
                <a:gd name="T58" fmla="*/ 767 w 776"/>
                <a:gd name="T59" fmla="*/ 182 h 246"/>
                <a:gd name="T60" fmla="*/ 773 w 776"/>
                <a:gd name="T61" fmla="*/ 165 h 246"/>
                <a:gd name="T62" fmla="*/ 775 w 776"/>
                <a:gd name="T63" fmla="*/ 150 h 246"/>
                <a:gd name="T64" fmla="*/ 774 w 776"/>
                <a:gd name="T65" fmla="*/ 138 h 246"/>
                <a:gd name="T66" fmla="*/ 771 w 776"/>
                <a:gd name="T67" fmla="*/ 125 h 246"/>
                <a:gd name="T68" fmla="*/ 765 w 776"/>
                <a:gd name="T69" fmla="*/ 113 h 246"/>
                <a:gd name="T70" fmla="*/ 756 w 776"/>
                <a:gd name="T71" fmla="*/ 101 h 246"/>
                <a:gd name="T72" fmla="*/ 743 w 776"/>
                <a:gd name="T73" fmla="*/ 90 h 246"/>
                <a:gd name="T74" fmla="*/ 730 w 776"/>
                <a:gd name="T75" fmla="*/ 80 h 246"/>
                <a:gd name="T76" fmla="*/ 714 w 776"/>
                <a:gd name="T77" fmla="*/ 69 h 246"/>
                <a:gd name="T78" fmla="*/ 696 w 776"/>
                <a:gd name="T79" fmla="*/ 58 h 246"/>
                <a:gd name="T80" fmla="*/ 675 w 776"/>
                <a:gd name="T81" fmla="*/ 49 h 246"/>
                <a:gd name="T82" fmla="*/ 650 w 776"/>
                <a:gd name="T83" fmla="*/ 40 h 246"/>
                <a:gd name="T84" fmla="*/ 619 w 776"/>
                <a:gd name="T85" fmla="*/ 32 h 246"/>
                <a:gd name="T86" fmla="*/ 587 w 776"/>
                <a:gd name="T87" fmla="*/ 24 h 246"/>
                <a:gd name="T88" fmla="*/ 552 w 776"/>
                <a:gd name="T89" fmla="*/ 17 h 246"/>
                <a:gd name="T90" fmla="*/ 512 w 776"/>
                <a:gd name="T91" fmla="*/ 10 h 246"/>
                <a:gd name="T92" fmla="*/ 463 w 776"/>
                <a:gd name="T93" fmla="*/ 5 h 246"/>
                <a:gd name="T94" fmla="*/ 422 w 776"/>
                <a:gd name="T95" fmla="*/ 2 h 246"/>
                <a:gd name="T96" fmla="*/ 373 w 776"/>
                <a:gd name="T97" fmla="*/ 0 h 246"/>
                <a:gd name="T98" fmla="*/ 296 w 776"/>
                <a:gd name="T99" fmla="*/ 0 h 246"/>
                <a:gd name="T100" fmla="*/ 239 w 776"/>
                <a:gd name="T101" fmla="*/ 2 h 246"/>
                <a:gd name="T102" fmla="*/ 200 w 776"/>
                <a:gd name="T103" fmla="*/ 4 h 246"/>
                <a:gd name="T104" fmla="*/ 164 w 776"/>
                <a:gd name="T105" fmla="*/ 8 h 246"/>
                <a:gd name="T106" fmla="*/ 111 w 776"/>
                <a:gd name="T107" fmla="*/ 17 h 246"/>
                <a:gd name="T108" fmla="*/ 48 w 776"/>
                <a:gd name="T109" fmla="*/ 28 h 246"/>
                <a:gd name="T110" fmla="*/ 0 w 776"/>
                <a:gd name="T111" fmla="*/ 37 h 246"/>
                <a:gd name="T112" fmla="*/ 39 w 776"/>
                <a:gd name="T113" fmla="*/ 30 h 246"/>
                <a:gd name="T114" fmla="*/ 127 w 776"/>
                <a:gd name="T115" fmla="*/ 17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76" h="246">
                  <a:moveTo>
                    <a:pt x="156" y="13"/>
                  </a:moveTo>
                  <a:lnTo>
                    <a:pt x="164" y="13"/>
                  </a:lnTo>
                  <a:lnTo>
                    <a:pt x="173" y="12"/>
                  </a:lnTo>
                  <a:lnTo>
                    <a:pt x="181" y="11"/>
                  </a:lnTo>
                  <a:lnTo>
                    <a:pt x="188" y="11"/>
                  </a:lnTo>
                  <a:lnTo>
                    <a:pt x="195" y="10"/>
                  </a:lnTo>
                  <a:lnTo>
                    <a:pt x="203" y="10"/>
                  </a:lnTo>
                  <a:lnTo>
                    <a:pt x="209" y="10"/>
                  </a:lnTo>
                  <a:lnTo>
                    <a:pt x="216" y="9"/>
                  </a:lnTo>
                  <a:lnTo>
                    <a:pt x="222" y="9"/>
                  </a:lnTo>
                  <a:lnTo>
                    <a:pt x="227" y="9"/>
                  </a:lnTo>
                  <a:lnTo>
                    <a:pt x="233" y="9"/>
                  </a:lnTo>
                  <a:lnTo>
                    <a:pt x="238" y="8"/>
                  </a:lnTo>
                  <a:lnTo>
                    <a:pt x="243" y="8"/>
                  </a:lnTo>
                  <a:lnTo>
                    <a:pt x="247" y="8"/>
                  </a:lnTo>
                  <a:lnTo>
                    <a:pt x="252" y="8"/>
                  </a:lnTo>
                  <a:lnTo>
                    <a:pt x="255" y="8"/>
                  </a:lnTo>
                  <a:lnTo>
                    <a:pt x="259" y="8"/>
                  </a:lnTo>
                  <a:lnTo>
                    <a:pt x="263" y="8"/>
                  </a:lnTo>
                  <a:lnTo>
                    <a:pt x="267" y="8"/>
                  </a:lnTo>
                  <a:lnTo>
                    <a:pt x="272" y="8"/>
                  </a:lnTo>
                  <a:lnTo>
                    <a:pt x="276" y="8"/>
                  </a:lnTo>
                  <a:lnTo>
                    <a:pt x="281" y="8"/>
                  </a:lnTo>
                  <a:lnTo>
                    <a:pt x="286" y="8"/>
                  </a:lnTo>
                  <a:lnTo>
                    <a:pt x="291" y="8"/>
                  </a:lnTo>
                  <a:lnTo>
                    <a:pt x="297" y="8"/>
                  </a:lnTo>
                  <a:lnTo>
                    <a:pt x="302" y="9"/>
                  </a:lnTo>
                  <a:lnTo>
                    <a:pt x="308" y="9"/>
                  </a:lnTo>
                  <a:lnTo>
                    <a:pt x="314" y="9"/>
                  </a:lnTo>
                  <a:lnTo>
                    <a:pt x="320" y="9"/>
                  </a:lnTo>
                  <a:lnTo>
                    <a:pt x="326" y="9"/>
                  </a:lnTo>
                  <a:lnTo>
                    <a:pt x="333" y="9"/>
                  </a:lnTo>
                  <a:lnTo>
                    <a:pt x="340" y="9"/>
                  </a:lnTo>
                  <a:lnTo>
                    <a:pt x="346" y="9"/>
                  </a:lnTo>
                  <a:lnTo>
                    <a:pt x="353" y="10"/>
                  </a:lnTo>
                  <a:lnTo>
                    <a:pt x="359" y="10"/>
                  </a:lnTo>
                  <a:lnTo>
                    <a:pt x="365" y="10"/>
                  </a:lnTo>
                  <a:lnTo>
                    <a:pt x="372" y="10"/>
                  </a:lnTo>
                  <a:lnTo>
                    <a:pt x="377" y="11"/>
                  </a:lnTo>
                  <a:lnTo>
                    <a:pt x="383" y="11"/>
                  </a:lnTo>
                  <a:lnTo>
                    <a:pt x="389" y="11"/>
                  </a:lnTo>
                  <a:lnTo>
                    <a:pt x="394" y="12"/>
                  </a:lnTo>
                  <a:lnTo>
                    <a:pt x="399" y="12"/>
                  </a:lnTo>
                  <a:lnTo>
                    <a:pt x="404" y="12"/>
                  </a:lnTo>
                  <a:lnTo>
                    <a:pt x="409" y="13"/>
                  </a:lnTo>
                  <a:lnTo>
                    <a:pt x="414" y="13"/>
                  </a:lnTo>
                  <a:lnTo>
                    <a:pt x="418" y="14"/>
                  </a:lnTo>
                  <a:lnTo>
                    <a:pt x="422" y="14"/>
                  </a:lnTo>
                  <a:lnTo>
                    <a:pt x="426" y="14"/>
                  </a:lnTo>
                  <a:lnTo>
                    <a:pt x="431" y="15"/>
                  </a:lnTo>
                  <a:lnTo>
                    <a:pt x="434" y="15"/>
                  </a:lnTo>
                  <a:lnTo>
                    <a:pt x="438" y="16"/>
                  </a:lnTo>
                  <a:lnTo>
                    <a:pt x="442" y="17"/>
                  </a:lnTo>
                  <a:lnTo>
                    <a:pt x="446" y="17"/>
                  </a:lnTo>
                  <a:lnTo>
                    <a:pt x="450" y="18"/>
                  </a:lnTo>
                  <a:lnTo>
                    <a:pt x="454" y="18"/>
                  </a:lnTo>
                  <a:lnTo>
                    <a:pt x="458" y="19"/>
                  </a:lnTo>
                  <a:lnTo>
                    <a:pt x="461" y="19"/>
                  </a:lnTo>
                  <a:lnTo>
                    <a:pt x="465" y="20"/>
                  </a:lnTo>
                  <a:lnTo>
                    <a:pt x="469" y="20"/>
                  </a:lnTo>
                  <a:lnTo>
                    <a:pt x="472" y="21"/>
                  </a:lnTo>
                  <a:lnTo>
                    <a:pt x="476" y="22"/>
                  </a:lnTo>
                  <a:lnTo>
                    <a:pt x="479" y="22"/>
                  </a:lnTo>
                  <a:lnTo>
                    <a:pt x="483" y="23"/>
                  </a:lnTo>
                  <a:lnTo>
                    <a:pt x="486" y="24"/>
                  </a:lnTo>
                  <a:lnTo>
                    <a:pt x="489" y="24"/>
                  </a:lnTo>
                  <a:lnTo>
                    <a:pt x="493" y="25"/>
                  </a:lnTo>
                  <a:lnTo>
                    <a:pt x="496" y="25"/>
                  </a:lnTo>
                  <a:lnTo>
                    <a:pt x="499" y="26"/>
                  </a:lnTo>
                  <a:lnTo>
                    <a:pt x="502" y="27"/>
                  </a:lnTo>
                  <a:lnTo>
                    <a:pt x="505" y="27"/>
                  </a:lnTo>
                  <a:lnTo>
                    <a:pt x="508" y="28"/>
                  </a:lnTo>
                  <a:lnTo>
                    <a:pt x="511" y="29"/>
                  </a:lnTo>
                  <a:lnTo>
                    <a:pt x="514" y="29"/>
                  </a:lnTo>
                  <a:lnTo>
                    <a:pt x="517" y="30"/>
                  </a:lnTo>
                  <a:lnTo>
                    <a:pt x="520" y="31"/>
                  </a:lnTo>
                  <a:lnTo>
                    <a:pt x="523" y="31"/>
                  </a:lnTo>
                  <a:lnTo>
                    <a:pt x="525" y="32"/>
                  </a:lnTo>
                  <a:lnTo>
                    <a:pt x="528" y="33"/>
                  </a:lnTo>
                  <a:lnTo>
                    <a:pt x="530" y="33"/>
                  </a:lnTo>
                  <a:lnTo>
                    <a:pt x="533" y="34"/>
                  </a:lnTo>
                  <a:lnTo>
                    <a:pt x="535" y="35"/>
                  </a:lnTo>
                  <a:lnTo>
                    <a:pt x="538" y="35"/>
                  </a:lnTo>
                  <a:lnTo>
                    <a:pt x="540" y="36"/>
                  </a:lnTo>
                  <a:lnTo>
                    <a:pt x="543" y="37"/>
                  </a:lnTo>
                  <a:lnTo>
                    <a:pt x="545" y="37"/>
                  </a:lnTo>
                  <a:lnTo>
                    <a:pt x="548" y="38"/>
                  </a:lnTo>
                  <a:lnTo>
                    <a:pt x="550" y="38"/>
                  </a:lnTo>
                  <a:lnTo>
                    <a:pt x="553" y="39"/>
                  </a:lnTo>
                  <a:lnTo>
                    <a:pt x="555" y="40"/>
                  </a:lnTo>
                  <a:lnTo>
                    <a:pt x="558" y="40"/>
                  </a:lnTo>
                  <a:lnTo>
                    <a:pt x="561" y="41"/>
                  </a:lnTo>
                  <a:lnTo>
                    <a:pt x="563" y="42"/>
                  </a:lnTo>
                  <a:lnTo>
                    <a:pt x="566" y="42"/>
                  </a:lnTo>
                  <a:lnTo>
                    <a:pt x="569" y="43"/>
                  </a:lnTo>
                  <a:lnTo>
                    <a:pt x="571" y="44"/>
                  </a:lnTo>
                  <a:lnTo>
                    <a:pt x="574" y="44"/>
                  </a:lnTo>
                  <a:lnTo>
                    <a:pt x="577" y="45"/>
                  </a:lnTo>
                  <a:lnTo>
                    <a:pt x="580" y="46"/>
                  </a:lnTo>
                  <a:lnTo>
                    <a:pt x="583" y="46"/>
                  </a:lnTo>
                  <a:lnTo>
                    <a:pt x="585" y="47"/>
                  </a:lnTo>
                  <a:lnTo>
                    <a:pt x="588" y="48"/>
                  </a:lnTo>
                  <a:lnTo>
                    <a:pt x="591" y="49"/>
                  </a:lnTo>
                  <a:lnTo>
                    <a:pt x="594" y="50"/>
                  </a:lnTo>
                  <a:lnTo>
                    <a:pt x="597" y="51"/>
                  </a:lnTo>
                  <a:lnTo>
                    <a:pt x="600" y="52"/>
                  </a:lnTo>
                  <a:lnTo>
                    <a:pt x="603" y="53"/>
                  </a:lnTo>
                  <a:lnTo>
                    <a:pt x="606" y="54"/>
                  </a:lnTo>
                  <a:lnTo>
                    <a:pt x="609" y="55"/>
                  </a:lnTo>
                  <a:lnTo>
                    <a:pt x="613" y="56"/>
                  </a:lnTo>
                  <a:lnTo>
                    <a:pt x="616" y="57"/>
                  </a:lnTo>
                  <a:lnTo>
                    <a:pt x="619" y="59"/>
                  </a:lnTo>
                  <a:lnTo>
                    <a:pt x="622" y="60"/>
                  </a:lnTo>
                  <a:lnTo>
                    <a:pt x="625" y="61"/>
                  </a:lnTo>
                  <a:lnTo>
                    <a:pt x="628" y="62"/>
                  </a:lnTo>
                  <a:lnTo>
                    <a:pt x="631" y="64"/>
                  </a:lnTo>
                  <a:lnTo>
                    <a:pt x="634" y="65"/>
                  </a:lnTo>
                  <a:lnTo>
                    <a:pt x="637" y="66"/>
                  </a:lnTo>
                  <a:lnTo>
                    <a:pt x="640" y="67"/>
                  </a:lnTo>
                  <a:lnTo>
                    <a:pt x="643" y="68"/>
                  </a:lnTo>
                  <a:lnTo>
                    <a:pt x="645" y="69"/>
                  </a:lnTo>
                  <a:lnTo>
                    <a:pt x="648" y="70"/>
                  </a:lnTo>
                  <a:lnTo>
                    <a:pt x="650" y="71"/>
                  </a:lnTo>
                  <a:lnTo>
                    <a:pt x="652" y="72"/>
                  </a:lnTo>
                  <a:lnTo>
                    <a:pt x="654" y="73"/>
                  </a:lnTo>
                  <a:lnTo>
                    <a:pt x="657" y="74"/>
                  </a:lnTo>
                  <a:lnTo>
                    <a:pt x="659" y="75"/>
                  </a:lnTo>
                  <a:lnTo>
                    <a:pt x="660" y="76"/>
                  </a:lnTo>
                  <a:lnTo>
                    <a:pt x="662" y="77"/>
                  </a:lnTo>
                  <a:lnTo>
                    <a:pt x="664" y="77"/>
                  </a:lnTo>
                  <a:lnTo>
                    <a:pt x="666" y="78"/>
                  </a:lnTo>
                  <a:lnTo>
                    <a:pt x="668" y="79"/>
                  </a:lnTo>
                  <a:lnTo>
                    <a:pt x="669" y="80"/>
                  </a:lnTo>
                  <a:lnTo>
                    <a:pt x="671" y="81"/>
                  </a:lnTo>
                  <a:lnTo>
                    <a:pt x="673" y="82"/>
                  </a:lnTo>
                  <a:lnTo>
                    <a:pt x="675" y="83"/>
                  </a:lnTo>
                  <a:lnTo>
                    <a:pt x="677" y="84"/>
                  </a:lnTo>
                  <a:lnTo>
                    <a:pt x="678" y="85"/>
                  </a:lnTo>
                  <a:lnTo>
                    <a:pt x="680" y="86"/>
                  </a:lnTo>
                  <a:lnTo>
                    <a:pt x="682" y="87"/>
                  </a:lnTo>
                  <a:lnTo>
                    <a:pt x="684" y="89"/>
                  </a:lnTo>
                  <a:lnTo>
                    <a:pt x="685" y="90"/>
                  </a:lnTo>
                  <a:lnTo>
                    <a:pt x="687" y="91"/>
                  </a:lnTo>
                  <a:lnTo>
                    <a:pt x="689" y="92"/>
                  </a:lnTo>
                  <a:lnTo>
                    <a:pt x="691" y="94"/>
                  </a:lnTo>
                  <a:lnTo>
                    <a:pt x="693" y="95"/>
                  </a:lnTo>
                  <a:lnTo>
                    <a:pt x="694" y="96"/>
                  </a:lnTo>
                  <a:lnTo>
                    <a:pt x="696" y="97"/>
                  </a:lnTo>
                  <a:lnTo>
                    <a:pt x="698" y="99"/>
                  </a:lnTo>
                  <a:lnTo>
                    <a:pt x="699" y="100"/>
                  </a:lnTo>
                  <a:lnTo>
                    <a:pt x="701" y="101"/>
                  </a:lnTo>
                  <a:lnTo>
                    <a:pt x="702" y="102"/>
                  </a:lnTo>
                  <a:lnTo>
                    <a:pt x="704" y="104"/>
                  </a:lnTo>
                  <a:lnTo>
                    <a:pt x="705" y="105"/>
                  </a:lnTo>
                  <a:lnTo>
                    <a:pt x="707" y="106"/>
                  </a:lnTo>
                  <a:lnTo>
                    <a:pt x="708" y="107"/>
                  </a:lnTo>
                  <a:lnTo>
                    <a:pt x="709" y="108"/>
                  </a:lnTo>
                  <a:lnTo>
                    <a:pt x="711" y="110"/>
                  </a:lnTo>
                  <a:lnTo>
                    <a:pt x="712" y="111"/>
                  </a:lnTo>
                  <a:lnTo>
                    <a:pt x="713" y="112"/>
                  </a:lnTo>
                  <a:lnTo>
                    <a:pt x="714" y="113"/>
                  </a:lnTo>
                  <a:lnTo>
                    <a:pt x="715" y="114"/>
                  </a:lnTo>
                  <a:lnTo>
                    <a:pt x="716" y="115"/>
                  </a:lnTo>
                  <a:lnTo>
                    <a:pt x="717" y="116"/>
                  </a:lnTo>
                  <a:lnTo>
                    <a:pt x="718" y="117"/>
                  </a:lnTo>
                  <a:lnTo>
                    <a:pt x="719" y="119"/>
                  </a:lnTo>
                  <a:lnTo>
                    <a:pt x="720" y="120"/>
                  </a:lnTo>
                  <a:lnTo>
                    <a:pt x="721" y="121"/>
                  </a:lnTo>
                  <a:lnTo>
                    <a:pt x="722" y="122"/>
                  </a:lnTo>
                  <a:lnTo>
                    <a:pt x="723" y="123"/>
                  </a:lnTo>
                  <a:lnTo>
                    <a:pt x="724" y="124"/>
                  </a:lnTo>
                  <a:lnTo>
                    <a:pt x="725" y="125"/>
                  </a:lnTo>
                  <a:lnTo>
                    <a:pt x="726" y="127"/>
                  </a:lnTo>
                  <a:lnTo>
                    <a:pt x="726" y="128"/>
                  </a:lnTo>
                  <a:lnTo>
                    <a:pt x="727" y="129"/>
                  </a:lnTo>
                  <a:lnTo>
                    <a:pt x="728" y="130"/>
                  </a:lnTo>
                  <a:lnTo>
                    <a:pt x="728" y="131"/>
                  </a:lnTo>
                  <a:lnTo>
                    <a:pt x="729" y="132"/>
                  </a:lnTo>
                  <a:lnTo>
                    <a:pt x="730" y="133"/>
                  </a:lnTo>
                  <a:lnTo>
                    <a:pt x="730" y="135"/>
                  </a:lnTo>
                  <a:lnTo>
                    <a:pt x="731" y="136"/>
                  </a:lnTo>
                  <a:lnTo>
                    <a:pt x="731" y="137"/>
                  </a:lnTo>
                  <a:lnTo>
                    <a:pt x="731" y="138"/>
                  </a:lnTo>
                  <a:lnTo>
                    <a:pt x="732" y="139"/>
                  </a:lnTo>
                  <a:lnTo>
                    <a:pt x="732" y="140"/>
                  </a:lnTo>
                  <a:lnTo>
                    <a:pt x="732" y="142"/>
                  </a:lnTo>
                  <a:lnTo>
                    <a:pt x="732" y="143"/>
                  </a:lnTo>
                  <a:lnTo>
                    <a:pt x="732" y="144"/>
                  </a:lnTo>
                  <a:lnTo>
                    <a:pt x="732" y="145"/>
                  </a:lnTo>
                  <a:lnTo>
                    <a:pt x="732" y="147"/>
                  </a:lnTo>
                  <a:lnTo>
                    <a:pt x="732" y="148"/>
                  </a:lnTo>
                  <a:lnTo>
                    <a:pt x="732" y="149"/>
                  </a:lnTo>
                  <a:lnTo>
                    <a:pt x="732" y="151"/>
                  </a:lnTo>
                  <a:lnTo>
                    <a:pt x="732" y="152"/>
                  </a:lnTo>
                  <a:lnTo>
                    <a:pt x="732" y="153"/>
                  </a:lnTo>
                  <a:lnTo>
                    <a:pt x="732" y="154"/>
                  </a:lnTo>
                  <a:lnTo>
                    <a:pt x="731" y="156"/>
                  </a:lnTo>
                  <a:lnTo>
                    <a:pt x="731" y="157"/>
                  </a:lnTo>
                  <a:lnTo>
                    <a:pt x="731" y="158"/>
                  </a:lnTo>
                  <a:lnTo>
                    <a:pt x="731" y="159"/>
                  </a:lnTo>
                  <a:lnTo>
                    <a:pt x="730" y="161"/>
                  </a:lnTo>
                  <a:lnTo>
                    <a:pt x="730" y="162"/>
                  </a:lnTo>
                  <a:lnTo>
                    <a:pt x="730" y="163"/>
                  </a:lnTo>
                  <a:lnTo>
                    <a:pt x="729" y="164"/>
                  </a:lnTo>
                  <a:lnTo>
                    <a:pt x="729" y="165"/>
                  </a:lnTo>
                  <a:lnTo>
                    <a:pt x="728" y="167"/>
                  </a:lnTo>
                  <a:lnTo>
                    <a:pt x="728" y="168"/>
                  </a:lnTo>
                  <a:lnTo>
                    <a:pt x="728" y="169"/>
                  </a:lnTo>
                  <a:lnTo>
                    <a:pt x="727" y="170"/>
                  </a:lnTo>
                  <a:lnTo>
                    <a:pt x="727" y="171"/>
                  </a:lnTo>
                  <a:lnTo>
                    <a:pt x="726" y="172"/>
                  </a:lnTo>
                  <a:lnTo>
                    <a:pt x="726" y="173"/>
                  </a:lnTo>
                  <a:lnTo>
                    <a:pt x="725" y="174"/>
                  </a:lnTo>
                  <a:lnTo>
                    <a:pt x="724" y="175"/>
                  </a:lnTo>
                  <a:lnTo>
                    <a:pt x="724" y="177"/>
                  </a:lnTo>
                  <a:lnTo>
                    <a:pt x="723" y="178"/>
                  </a:lnTo>
                  <a:lnTo>
                    <a:pt x="723" y="179"/>
                  </a:lnTo>
                  <a:lnTo>
                    <a:pt x="722" y="180"/>
                  </a:lnTo>
                  <a:lnTo>
                    <a:pt x="721" y="181"/>
                  </a:lnTo>
                  <a:lnTo>
                    <a:pt x="720" y="182"/>
                  </a:lnTo>
                  <a:lnTo>
                    <a:pt x="720" y="183"/>
                  </a:lnTo>
                  <a:lnTo>
                    <a:pt x="719" y="184"/>
                  </a:lnTo>
                  <a:lnTo>
                    <a:pt x="718" y="185"/>
                  </a:lnTo>
                  <a:lnTo>
                    <a:pt x="717" y="186"/>
                  </a:lnTo>
                  <a:lnTo>
                    <a:pt x="717" y="187"/>
                  </a:lnTo>
                  <a:lnTo>
                    <a:pt x="716" y="188"/>
                  </a:lnTo>
                  <a:lnTo>
                    <a:pt x="715" y="189"/>
                  </a:lnTo>
                  <a:lnTo>
                    <a:pt x="714" y="190"/>
                  </a:lnTo>
                  <a:lnTo>
                    <a:pt x="713" y="191"/>
                  </a:lnTo>
                  <a:lnTo>
                    <a:pt x="713" y="192"/>
                  </a:lnTo>
                  <a:lnTo>
                    <a:pt x="712" y="193"/>
                  </a:lnTo>
                  <a:lnTo>
                    <a:pt x="711" y="194"/>
                  </a:lnTo>
                  <a:lnTo>
                    <a:pt x="710" y="195"/>
                  </a:lnTo>
                  <a:lnTo>
                    <a:pt x="709" y="196"/>
                  </a:lnTo>
                  <a:lnTo>
                    <a:pt x="708" y="197"/>
                  </a:lnTo>
                  <a:lnTo>
                    <a:pt x="707" y="197"/>
                  </a:lnTo>
                  <a:lnTo>
                    <a:pt x="706" y="198"/>
                  </a:lnTo>
                  <a:lnTo>
                    <a:pt x="705" y="199"/>
                  </a:lnTo>
                  <a:lnTo>
                    <a:pt x="704" y="200"/>
                  </a:lnTo>
                  <a:lnTo>
                    <a:pt x="703" y="201"/>
                  </a:lnTo>
                  <a:lnTo>
                    <a:pt x="702" y="202"/>
                  </a:lnTo>
                  <a:lnTo>
                    <a:pt x="701" y="203"/>
                  </a:lnTo>
                  <a:lnTo>
                    <a:pt x="700" y="204"/>
                  </a:lnTo>
                  <a:lnTo>
                    <a:pt x="699" y="205"/>
                  </a:lnTo>
                  <a:lnTo>
                    <a:pt x="698" y="207"/>
                  </a:lnTo>
                  <a:lnTo>
                    <a:pt x="696" y="208"/>
                  </a:lnTo>
                  <a:lnTo>
                    <a:pt x="695" y="209"/>
                  </a:lnTo>
                  <a:lnTo>
                    <a:pt x="693" y="210"/>
                  </a:lnTo>
                  <a:lnTo>
                    <a:pt x="691" y="211"/>
                  </a:lnTo>
                  <a:lnTo>
                    <a:pt x="690" y="213"/>
                  </a:lnTo>
                  <a:lnTo>
                    <a:pt x="688" y="214"/>
                  </a:lnTo>
                  <a:lnTo>
                    <a:pt x="686" y="215"/>
                  </a:lnTo>
                  <a:lnTo>
                    <a:pt x="683" y="217"/>
                  </a:lnTo>
                  <a:lnTo>
                    <a:pt x="681" y="218"/>
                  </a:lnTo>
                  <a:lnTo>
                    <a:pt x="679" y="220"/>
                  </a:lnTo>
                  <a:lnTo>
                    <a:pt x="676" y="221"/>
                  </a:lnTo>
                  <a:lnTo>
                    <a:pt x="674" y="223"/>
                  </a:lnTo>
                  <a:lnTo>
                    <a:pt x="672" y="225"/>
                  </a:lnTo>
                  <a:lnTo>
                    <a:pt x="670" y="226"/>
                  </a:lnTo>
                  <a:lnTo>
                    <a:pt x="668" y="228"/>
                  </a:lnTo>
                  <a:lnTo>
                    <a:pt x="667" y="229"/>
                  </a:lnTo>
                  <a:lnTo>
                    <a:pt x="666" y="231"/>
                  </a:lnTo>
                  <a:lnTo>
                    <a:pt x="665" y="232"/>
                  </a:lnTo>
                  <a:lnTo>
                    <a:pt x="665" y="233"/>
                  </a:lnTo>
                  <a:lnTo>
                    <a:pt x="665" y="234"/>
                  </a:lnTo>
                  <a:lnTo>
                    <a:pt x="666" y="236"/>
                  </a:lnTo>
                  <a:lnTo>
                    <a:pt x="667" y="237"/>
                  </a:lnTo>
                  <a:lnTo>
                    <a:pt x="668" y="238"/>
                  </a:lnTo>
                  <a:lnTo>
                    <a:pt x="670" y="239"/>
                  </a:lnTo>
                  <a:lnTo>
                    <a:pt x="672" y="240"/>
                  </a:lnTo>
                  <a:lnTo>
                    <a:pt x="674" y="241"/>
                  </a:lnTo>
                  <a:lnTo>
                    <a:pt x="677" y="242"/>
                  </a:lnTo>
                  <a:lnTo>
                    <a:pt x="680" y="243"/>
                  </a:lnTo>
                  <a:lnTo>
                    <a:pt x="684" y="243"/>
                  </a:lnTo>
                  <a:lnTo>
                    <a:pt x="687" y="244"/>
                  </a:lnTo>
                  <a:lnTo>
                    <a:pt x="690" y="244"/>
                  </a:lnTo>
                  <a:lnTo>
                    <a:pt x="693" y="245"/>
                  </a:lnTo>
                  <a:lnTo>
                    <a:pt x="696" y="245"/>
                  </a:lnTo>
                  <a:lnTo>
                    <a:pt x="699" y="245"/>
                  </a:lnTo>
                  <a:lnTo>
                    <a:pt x="702" y="245"/>
                  </a:lnTo>
                  <a:lnTo>
                    <a:pt x="704" y="244"/>
                  </a:lnTo>
                  <a:lnTo>
                    <a:pt x="707" y="244"/>
                  </a:lnTo>
                  <a:lnTo>
                    <a:pt x="709" y="244"/>
                  </a:lnTo>
                  <a:lnTo>
                    <a:pt x="712" y="243"/>
                  </a:lnTo>
                  <a:lnTo>
                    <a:pt x="714" y="242"/>
                  </a:lnTo>
                  <a:lnTo>
                    <a:pt x="716" y="241"/>
                  </a:lnTo>
                  <a:lnTo>
                    <a:pt x="718" y="240"/>
                  </a:lnTo>
                  <a:lnTo>
                    <a:pt x="720" y="239"/>
                  </a:lnTo>
                  <a:lnTo>
                    <a:pt x="722" y="237"/>
                  </a:lnTo>
                  <a:lnTo>
                    <a:pt x="724" y="236"/>
                  </a:lnTo>
                  <a:lnTo>
                    <a:pt x="725" y="234"/>
                  </a:lnTo>
                  <a:lnTo>
                    <a:pt x="727" y="233"/>
                  </a:lnTo>
                  <a:lnTo>
                    <a:pt x="729" y="232"/>
                  </a:lnTo>
                  <a:lnTo>
                    <a:pt x="730" y="230"/>
                  </a:lnTo>
                  <a:lnTo>
                    <a:pt x="732" y="229"/>
                  </a:lnTo>
                  <a:lnTo>
                    <a:pt x="733" y="227"/>
                  </a:lnTo>
                  <a:lnTo>
                    <a:pt x="735" y="226"/>
                  </a:lnTo>
                  <a:lnTo>
                    <a:pt x="736" y="225"/>
                  </a:lnTo>
                  <a:lnTo>
                    <a:pt x="738" y="223"/>
                  </a:lnTo>
                  <a:lnTo>
                    <a:pt x="739" y="222"/>
                  </a:lnTo>
                  <a:lnTo>
                    <a:pt x="740" y="221"/>
                  </a:lnTo>
                  <a:lnTo>
                    <a:pt x="742" y="219"/>
                  </a:lnTo>
                  <a:lnTo>
                    <a:pt x="743" y="218"/>
                  </a:lnTo>
                  <a:lnTo>
                    <a:pt x="744" y="217"/>
                  </a:lnTo>
                  <a:lnTo>
                    <a:pt x="745" y="215"/>
                  </a:lnTo>
                  <a:lnTo>
                    <a:pt x="746" y="214"/>
                  </a:lnTo>
                  <a:lnTo>
                    <a:pt x="747" y="213"/>
                  </a:lnTo>
                  <a:lnTo>
                    <a:pt x="749" y="211"/>
                  </a:lnTo>
                  <a:lnTo>
                    <a:pt x="750" y="210"/>
                  </a:lnTo>
                  <a:lnTo>
                    <a:pt x="751" y="209"/>
                  </a:lnTo>
                  <a:lnTo>
                    <a:pt x="752" y="208"/>
                  </a:lnTo>
                  <a:lnTo>
                    <a:pt x="753" y="206"/>
                  </a:lnTo>
                  <a:lnTo>
                    <a:pt x="754" y="205"/>
                  </a:lnTo>
                  <a:lnTo>
                    <a:pt x="755" y="204"/>
                  </a:lnTo>
                  <a:lnTo>
                    <a:pt x="756" y="202"/>
                  </a:lnTo>
                  <a:lnTo>
                    <a:pt x="756" y="201"/>
                  </a:lnTo>
                  <a:lnTo>
                    <a:pt x="757" y="200"/>
                  </a:lnTo>
                  <a:lnTo>
                    <a:pt x="758" y="198"/>
                  </a:lnTo>
                  <a:lnTo>
                    <a:pt x="759" y="197"/>
                  </a:lnTo>
                  <a:lnTo>
                    <a:pt x="760" y="196"/>
                  </a:lnTo>
                  <a:lnTo>
                    <a:pt x="761" y="195"/>
                  </a:lnTo>
                  <a:lnTo>
                    <a:pt x="762" y="193"/>
                  </a:lnTo>
                  <a:lnTo>
                    <a:pt x="762" y="192"/>
                  </a:lnTo>
                  <a:lnTo>
                    <a:pt x="763" y="191"/>
                  </a:lnTo>
                  <a:lnTo>
                    <a:pt x="764" y="189"/>
                  </a:lnTo>
                  <a:lnTo>
                    <a:pt x="765" y="188"/>
                  </a:lnTo>
                  <a:lnTo>
                    <a:pt x="765" y="186"/>
                  </a:lnTo>
                  <a:lnTo>
                    <a:pt x="766" y="185"/>
                  </a:lnTo>
                  <a:lnTo>
                    <a:pt x="767" y="184"/>
                  </a:lnTo>
                  <a:lnTo>
                    <a:pt x="767" y="182"/>
                  </a:lnTo>
                  <a:lnTo>
                    <a:pt x="768" y="181"/>
                  </a:lnTo>
                  <a:lnTo>
                    <a:pt x="768" y="179"/>
                  </a:lnTo>
                  <a:lnTo>
                    <a:pt x="769" y="178"/>
                  </a:lnTo>
                  <a:lnTo>
                    <a:pt x="770" y="176"/>
                  </a:lnTo>
                  <a:lnTo>
                    <a:pt x="770" y="174"/>
                  </a:lnTo>
                  <a:lnTo>
                    <a:pt x="771" y="173"/>
                  </a:lnTo>
                  <a:lnTo>
                    <a:pt x="771" y="171"/>
                  </a:lnTo>
                  <a:lnTo>
                    <a:pt x="772" y="170"/>
                  </a:lnTo>
                  <a:lnTo>
                    <a:pt x="772" y="168"/>
                  </a:lnTo>
                  <a:lnTo>
                    <a:pt x="772" y="167"/>
                  </a:lnTo>
                  <a:lnTo>
                    <a:pt x="773" y="165"/>
                  </a:lnTo>
                  <a:lnTo>
                    <a:pt x="773" y="164"/>
                  </a:lnTo>
                  <a:lnTo>
                    <a:pt x="773" y="162"/>
                  </a:lnTo>
                  <a:lnTo>
                    <a:pt x="774" y="161"/>
                  </a:lnTo>
                  <a:lnTo>
                    <a:pt x="774" y="159"/>
                  </a:lnTo>
                  <a:lnTo>
                    <a:pt x="774" y="158"/>
                  </a:lnTo>
                  <a:lnTo>
                    <a:pt x="774" y="157"/>
                  </a:lnTo>
                  <a:lnTo>
                    <a:pt x="775" y="155"/>
                  </a:lnTo>
                  <a:lnTo>
                    <a:pt x="775" y="154"/>
                  </a:lnTo>
                  <a:lnTo>
                    <a:pt x="775" y="153"/>
                  </a:lnTo>
                  <a:lnTo>
                    <a:pt x="775" y="152"/>
                  </a:lnTo>
                  <a:lnTo>
                    <a:pt x="775" y="150"/>
                  </a:lnTo>
                  <a:lnTo>
                    <a:pt x="775" y="149"/>
                  </a:lnTo>
                  <a:lnTo>
                    <a:pt x="775" y="148"/>
                  </a:lnTo>
                  <a:lnTo>
                    <a:pt x="775" y="147"/>
                  </a:lnTo>
                  <a:lnTo>
                    <a:pt x="775" y="146"/>
                  </a:lnTo>
                  <a:lnTo>
                    <a:pt x="775" y="145"/>
                  </a:lnTo>
                  <a:lnTo>
                    <a:pt x="775" y="144"/>
                  </a:lnTo>
                  <a:lnTo>
                    <a:pt x="775" y="142"/>
                  </a:lnTo>
                  <a:lnTo>
                    <a:pt x="775" y="141"/>
                  </a:lnTo>
                  <a:lnTo>
                    <a:pt x="774" y="140"/>
                  </a:lnTo>
                  <a:lnTo>
                    <a:pt x="774" y="139"/>
                  </a:lnTo>
                  <a:lnTo>
                    <a:pt x="774" y="138"/>
                  </a:lnTo>
                  <a:lnTo>
                    <a:pt x="774" y="137"/>
                  </a:lnTo>
                  <a:lnTo>
                    <a:pt x="774" y="136"/>
                  </a:lnTo>
                  <a:lnTo>
                    <a:pt x="773" y="134"/>
                  </a:lnTo>
                  <a:lnTo>
                    <a:pt x="773" y="133"/>
                  </a:lnTo>
                  <a:lnTo>
                    <a:pt x="773" y="132"/>
                  </a:lnTo>
                  <a:lnTo>
                    <a:pt x="772" y="131"/>
                  </a:lnTo>
                  <a:lnTo>
                    <a:pt x="772" y="130"/>
                  </a:lnTo>
                  <a:lnTo>
                    <a:pt x="772" y="129"/>
                  </a:lnTo>
                  <a:lnTo>
                    <a:pt x="771" y="128"/>
                  </a:lnTo>
                  <a:lnTo>
                    <a:pt x="771" y="127"/>
                  </a:lnTo>
                  <a:lnTo>
                    <a:pt x="771" y="125"/>
                  </a:lnTo>
                  <a:lnTo>
                    <a:pt x="770" y="124"/>
                  </a:lnTo>
                  <a:lnTo>
                    <a:pt x="770" y="123"/>
                  </a:lnTo>
                  <a:lnTo>
                    <a:pt x="769" y="122"/>
                  </a:lnTo>
                  <a:lnTo>
                    <a:pt x="769" y="121"/>
                  </a:lnTo>
                  <a:lnTo>
                    <a:pt x="768" y="120"/>
                  </a:lnTo>
                  <a:lnTo>
                    <a:pt x="768" y="119"/>
                  </a:lnTo>
                  <a:lnTo>
                    <a:pt x="767" y="117"/>
                  </a:lnTo>
                  <a:lnTo>
                    <a:pt x="766" y="116"/>
                  </a:lnTo>
                  <a:lnTo>
                    <a:pt x="766" y="115"/>
                  </a:lnTo>
                  <a:lnTo>
                    <a:pt x="765" y="114"/>
                  </a:lnTo>
                  <a:lnTo>
                    <a:pt x="765" y="113"/>
                  </a:lnTo>
                  <a:lnTo>
                    <a:pt x="764" y="112"/>
                  </a:lnTo>
                  <a:lnTo>
                    <a:pt x="763" y="111"/>
                  </a:lnTo>
                  <a:lnTo>
                    <a:pt x="763" y="110"/>
                  </a:lnTo>
                  <a:lnTo>
                    <a:pt x="762" y="108"/>
                  </a:lnTo>
                  <a:lnTo>
                    <a:pt x="761" y="107"/>
                  </a:lnTo>
                  <a:lnTo>
                    <a:pt x="760" y="106"/>
                  </a:lnTo>
                  <a:lnTo>
                    <a:pt x="759" y="105"/>
                  </a:lnTo>
                  <a:lnTo>
                    <a:pt x="758" y="104"/>
                  </a:lnTo>
                  <a:lnTo>
                    <a:pt x="758" y="103"/>
                  </a:lnTo>
                  <a:lnTo>
                    <a:pt x="757" y="102"/>
                  </a:lnTo>
                  <a:lnTo>
                    <a:pt x="756" y="101"/>
                  </a:lnTo>
                  <a:lnTo>
                    <a:pt x="755" y="100"/>
                  </a:lnTo>
                  <a:lnTo>
                    <a:pt x="754" y="99"/>
                  </a:lnTo>
                  <a:lnTo>
                    <a:pt x="753" y="98"/>
                  </a:lnTo>
                  <a:lnTo>
                    <a:pt x="751" y="97"/>
                  </a:lnTo>
                  <a:lnTo>
                    <a:pt x="750" y="96"/>
                  </a:lnTo>
                  <a:lnTo>
                    <a:pt x="749" y="95"/>
                  </a:lnTo>
                  <a:lnTo>
                    <a:pt x="748" y="94"/>
                  </a:lnTo>
                  <a:lnTo>
                    <a:pt x="747" y="93"/>
                  </a:lnTo>
                  <a:lnTo>
                    <a:pt x="746" y="92"/>
                  </a:lnTo>
                  <a:lnTo>
                    <a:pt x="745" y="91"/>
                  </a:lnTo>
                  <a:lnTo>
                    <a:pt x="743" y="90"/>
                  </a:lnTo>
                  <a:lnTo>
                    <a:pt x="742" y="89"/>
                  </a:lnTo>
                  <a:lnTo>
                    <a:pt x="741" y="88"/>
                  </a:lnTo>
                  <a:lnTo>
                    <a:pt x="740" y="87"/>
                  </a:lnTo>
                  <a:lnTo>
                    <a:pt x="739" y="86"/>
                  </a:lnTo>
                  <a:lnTo>
                    <a:pt x="737" y="85"/>
                  </a:lnTo>
                  <a:lnTo>
                    <a:pt x="736" y="84"/>
                  </a:lnTo>
                  <a:lnTo>
                    <a:pt x="735" y="83"/>
                  </a:lnTo>
                  <a:lnTo>
                    <a:pt x="734" y="82"/>
                  </a:lnTo>
                  <a:lnTo>
                    <a:pt x="732" y="82"/>
                  </a:lnTo>
                  <a:lnTo>
                    <a:pt x="731" y="81"/>
                  </a:lnTo>
                  <a:lnTo>
                    <a:pt x="730" y="80"/>
                  </a:lnTo>
                  <a:lnTo>
                    <a:pt x="728" y="79"/>
                  </a:lnTo>
                  <a:lnTo>
                    <a:pt x="727" y="78"/>
                  </a:lnTo>
                  <a:lnTo>
                    <a:pt x="726" y="77"/>
                  </a:lnTo>
                  <a:lnTo>
                    <a:pt x="724" y="76"/>
                  </a:lnTo>
                  <a:lnTo>
                    <a:pt x="723" y="75"/>
                  </a:lnTo>
                  <a:lnTo>
                    <a:pt x="721" y="74"/>
                  </a:lnTo>
                  <a:lnTo>
                    <a:pt x="720" y="73"/>
                  </a:lnTo>
                  <a:lnTo>
                    <a:pt x="718" y="72"/>
                  </a:lnTo>
                  <a:lnTo>
                    <a:pt x="717" y="71"/>
                  </a:lnTo>
                  <a:lnTo>
                    <a:pt x="715" y="70"/>
                  </a:lnTo>
                  <a:lnTo>
                    <a:pt x="714" y="69"/>
                  </a:lnTo>
                  <a:lnTo>
                    <a:pt x="712" y="68"/>
                  </a:lnTo>
                  <a:lnTo>
                    <a:pt x="711" y="67"/>
                  </a:lnTo>
                  <a:lnTo>
                    <a:pt x="709" y="66"/>
                  </a:lnTo>
                  <a:lnTo>
                    <a:pt x="708" y="65"/>
                  </a:lnTo>
                  <a:lnTo>
                    <a:pt x="706" y="64"/>
                  </a:lnTo>
                  <a:lnTo>
                    <a:pt x="704" y="63"/>
                  </a:lnTo>
                  <a:lnTo>
                    <a:pt x="703" y="62"/>
                  </a:lnTo>
                  <a:lnTo>
                    <a:pt x="701" y="61"/>
                  </a:lnTo>
                  <a:lnTo>
                    <a:pt x="699" y="60"/>
                  </a:lnTo>
                  <a:lnTo>
                    <a:pt x="698" y="59"/>
                  </a:lnTo>
                  <a:lnTo>
                    <a:pt x="696" y="58"/>
                  </a:lnTo>
                  <a:lnTo>
                    <a:pt x="694" y="58"/>
                  </a:lnTo>
                  <a:lnTo>
                    <a:pt x="692" y="57"/>
                  </a:lnTo>
                  <a:lnTo>
                    <a:pt x="690" y="56"/>
                  </a:lnTo>
                  <a:lnTo>
                    <a:pt x="689" y="55"/>
                  </a:lnTo>
                  <a:lnTo>
                    <a:pt x="687" y="54"/>
                  </a:lnTo>
                  <a:lnTo>
                    <a:pt x="685" y="53"/>
                  </a:lnTo>
                  <a:lnTo>
                    <a:pt x="683" y="52"/>
                  </a:lnTo>
                  <a:lnTo>
                    <a:pt x="681" y="52"/>
                  </a:lnTo>
                  <a:lnTo>
                    <a:pt x="679" y="51"/>
                  </a:lnTo>
                  <a:lnTo>
                    <a:pt x="677" y="50"/>
                  </a:lnTo>
                  <a:lnTo>
                    <a:pt x="675" y="49"/>
                  </a:lnTo>
                  <a:lnTo>
                    <a:pt x="673" y="48"/>
                  </a:lnTo>
                  <a:lnTo>
                    <a:pt x="671" y="48"/>
                  </a:lnTo>
                  <a:lnTo>
                    <a:pt x="669" y="47"/>
                  </a:lnTo>
                  <a:lnTo>
                    <a:pt x="667" y="46"/>
                  </a:lnTo>
                  <a:lnTo>
                    <a:pt x="664" y="45"/>
                  </a:lnTo>
                  <a:lnTo>
                    <a:pt x="662" y="44"/>
                  </a:lnTo>
                  <a:lnTo>
                    <a:pt x="660" y="43"/>
                  </a:lnTo>
                  <a:lnTo>
                    <a:pt x="657" y="43"/>
                  </a:lnTo>
                  <a:lnTo>
                    <a:pt x="655" y="42"/>
                  </a:lnTo>
                  <a:lnTo>
                    <a:pt x="652" y="41"/>
                  </a:lnTo>
                  <a:lnTo>
                    <a:pt x="650" y="40"/>
                  </a:lnTo>
                  <a:lnTo>
                    <a:pt x="647" y="39"/>
                  </a:lnTo>
                  <a:lnTo>
                    <a:pt x="644" y="39"/>
                  </a:lnTo>
                  <a:lnTo>
                    <a:pt x="642" y="38"/>
                  </a:lnTo>
                  <a:lnTo>
                    <a:pt x="639" y="37"/>
                  </a:lnTo>
                  <a:lnTo>
                    <a:pt x="636" y="36"/>
                  </a:lnTo>
                  <a:lnTo>
                    <a:pt x="633" y="35"/>
                  </a:lnTo>
                  <a:lnTo>
                    <a:pt x="630" y="35"/>
                  </a:lnTo>
                  <a:lnTo>
                    <a:pt x="628" y="34"/>
                  </a:lnTo>
                  <a:lnTo>
                    <a:pt x="625" y="33"/>
                  </a:lnTo>
                  <a:lnTo>
                    <a:pt x="622" y="32"/>
                  </a:lnTo>
                  <a:lnTo>
                    <a:pt x="619" y="32"/>
                  </a:lnTo>
                  <a:lnTo>
                    <a:pt x="616" y="31"/>
                  </a:lnTo>
                  <a:lnTo>
                    <a:pt x="614" y="30"/>
                  </a:lnTo>
                  <a:lnTo>
                    <a:pt x="611" y="30"/>
                  </a:lnTo>
                  <a:lnTo>
                    <a:pt x="608" y="29"/>
                  </a:lnTo>
                  <a:lnTo>
                    <a:pt x="605" y="28"/>
                  </a:lnTo>
                  <a:lnTo>
                    <a:pt x="602" y="27"/>
                  </a:lnTo>
                  <a:lnTo>
                    <a:pt x="599" y="27"/>
                  </a:lnTo>
                  <a:lnTo>
                    <a:pt x="596" y="26"/>
                  </a:lnTo>
                  <a:lnTo>
                    <a:pt x="593" y="25"/>
                  </a:lnTo>
                  <a:lnTo>
                    <a:pt x="590" y="25"/>
                  </a:lnTo>
                  <a:lnTo>
                    <a:pt x="587" y="24"/>
                  </a:lnTo>
                  <a:lnTo>
                    <a:pt x="584" y="24"/>
                  </a:lnTo>
                  <a:lnTo>
                    <a:pt x="581" y="23"/>
                  </a:lnTo>
                  <a:lnTo>
                    <a:pt x="578" y="22"/>
                  </a:lnTo>
                  <a:lnTo>
                    <a:pt x="575" y="22"/>
                  </a:lnTo>
                  <a:lnTo>
                    <a:pt x="572" y="21"/>
                  </a:lnTo>
                  <a:lnTo>
                    <a:pt x="569" y="20"/>
                  </a:lnTo>
                  <a:lnTo>
                    <a:pt x="566" y="20"/>
                  </a:lnTo>
                  <a:lnTo>
                    <a:pt x="562" y="19"/>
                  </a:lnTo>
                  <a:lnTo>
                    <a:pt x="559" y="18"/>
                  </a:lnTo>
                  <a:lnTo>
                    <a:pt x="556" y="18"/>
                  </a:lnTo>
                  <a:lnTo>
                    <a:pt x="552" y="17"/>
                  </a:lnTo>
                  <a:lnTo>
                    <a:pt x="549" y="16"/>
                  </a:lnTo>
                  <a:lnTo>
                    <a:pt x="546" y="16"/>
                  </a:lnTo>
                  <a:lnTo>
                    <a:pt x="542" y="15"/>
                  </a:lnTo>
                  <a:lnTo>
                    <a:pt x="539" y="14"/>
                  </a:lnTo>
                  <a:lnTo>
                    <a:pt x="535" y="14"/>
                  </a:lnTo>
                  <a:lnTo>
                    <a:pt x="531" y="13"/>
                  </a:lnTo>
                  <a:lnTo>
                    <a:pt x="528" y="13"/>
                  </a:lnTo>
                  <a:lnTo>
                    <a:pt x="524" y="12"/>
                  </a:lnTo>
                  <a:lnTo>
                    <a:pt x="520" y="11"/>
                  </a:lnTo>
                  <a:lnTo>
                    <a:pt x="516" y="11"/>
                  </a:lnTo>
                  <a:lnTo>
                    <a:pt x="512" y="10"/>
                  </a:lnTo>
                  <a:lnTo>
                    <a:pt x="508" y="10"/>
                  </a:lnTo>
                  <a:lnTo>
                    <a:pt x="503" y="9"/>
                  </a:lnTo>
                  <a:lnTo>
                    <a:pt x="499" y="9"/>
                  </a:lnTo>
                  <a:lnTo>
                    <a:pt x="495" y="8"/>
                  </a:lnTo>
                  <a:lnTo>
                    <a:pt x="490" y="8"/>
                  </a:lnTo>
                  <a:lnTo>
                    <a:pt x="486" y="7"/>
                  </a:lnTo>
                  <a:lnTo>
                    <a:pt x="481" y="7"/>
                  </a:lnTo>
                  <a:lnTo>
                    <a:pt x="476" y="6"/>
                  </a:lnTo>
                  <a:lnTo>
                    <a:pt x="472" y="6"/>
                  </a:lnTo>
                  <a:lnTo>
                    <a:pt x="467" y="5"/>
                  </a:lnTo>
                  <a:lnTo>
                    <a:pt x="463" y="5"/>
                  </a:lnTo>
                  <a:lnTo>
                    <a:pt x="459" y="5"/>
                  </a:lnTo>
                  <a:lnTo>
                    <a:pt x="455" y="4"/>
                  </a:lnTo>
                  <a:lnTo>
                    <a:pt x="450" y="4"/>
                  </a:lnTo>
                  <a:lnTo>
                    <a:pt x="447" y="3"/>
                  </a:lnTo>
                  <a:lnTo>
                    <a:pt x="443" y="3"/>
                  </a:lnTo>
                  <a:lnTo>
                    <a:pt x="439" y="3"/>
                  </a:lnTo>
                  <a:lnTo>
                    <a:pt x="435" y="3"/>
                  </a:lnTo>
                  <a:lnTo>
                    <a:pt x="432" y="2"/>
                  </a:lnTo>
                  <a:lnTo>
                    <a:pt x="428" y="2"/>
                  </a:lnTo>
                  <a:lnTo>
                    <a:pt x="425" y="2"/>
                  </a:lnTo>
                  <a:lnTo>
                    <a:pt x="422" y="2"/>
                  </a:lnTo>
                  <a:lnTo>
                    <a:pt x="419" y="2"/>
                  </a:lnTo>
                  <a:lnTo>
                    <a:pt x="415" y="1"/>
                  </a:lnTo>
                  <a:lnTo>
                    <a:pt x="412" y="1"/>
                  </a:lnTo>
                  <a:lnTo>
                    <a:pt x="408" y="1"/>
                  </a:lnTo>
                  <a:lnTo>
                    <a:pt x="404" y="1"/>
                  </a:lnTo>
                  <a:lnTo>
                    <a:pt x="400" y="1"/>
                  </a:lnTo>
                  <a:lnTo>
                    <a:pt x="395" y="1"/>
                  </a:lnTo>
                  <a:lnTo>
                    <a:pt x="390" y="1"/>
                  </a:lnTo>
                  <a:lnTo>
                    <a:pt x="385" y="1"/>
                  </a:lnTo>
                  <a:lnTo>
                    <a:pt x="379" y="0"/>
                  </a:lnTo>
                  <a:lnTo>
                    <a:pt x="373" y="0"/>
                  </a:lnTo>
                  <a:lnTo>
                    <a:pt x="367" y="0"/>
                  </a:lnTo>
                  <a:lnTo>
                    <a:pt x="361" y="0"/>
                  </a:lnTo>
                  <a:lnTo>
                    <a:pt x="354" y="0"/>
                  </a:lnTo>
                  <a:lnTo>
                    <a:pt x="347" y="0"/>
                  </a:lnTo>
                  <a:lnTo>
                    <a:pt x="340" y="0"/>
                  </a:lnTo>
                  <a:lnTo>
                    <a:pt x="332" y="0"/>
                  </a:lnTo>
                  <a:lnTo>
                    <a:pt x="324" y="0"/>
                  </a:lnTo>
                  <a:lnTo>
                    <a:pt x="317" y="0"/>
                  </a:lnTo>
                  <a:lnTo>
                    <a:pt x="310" y="0"/>
                  </a:lnTo>
                  <a:lnTo>
                    <a:pt x="303" y="0"/>
                  </a:lnTo>
                  <a:lnTo>
                    <a:pt x="296" y="0"/>
                  </a:lnTo>
                  <a:lnTo>
                    <a:pt x="290" y="0"/>
                  </a:lnTo>
                  <a:lnTo>
                    <a:pt x="283" y="0"/>
                  </a:lnTo>
                  <a:lnTo>
                    <a:pt x="277" y="1"/>
                  </a:lnTo>
                  <a:lnTo>
                    <a:pt x="272" y="1"/>
                  </a:lnTo>
                  <a:lnTo>
                    <a:pt x="266" y="1"/>
                  </a:lnTo>
                  <a:lnTo>
                    <a:pt x="261" y="1"/>
                  </a:lnTo>
                  <a:lnTo>
                    <a:pt x="256" y="1"/>
                  </a:lnTo>
                  <a:lnTo>
                    <a:pt x="251" y="1"/>
                  </a:lnTo>
                  <a:lnTo>
                    <a:pt x="247" y="1"/>
                  </a:lnTo>
                  <a:lnTo>
                    <a:pt x="243" y="1"/>
                  </a:lnTo>
                  <a:lnTo>
                    <a:pt x="239" y="2"/>
                  </a:lnTo>
                  <a:lnTo>
                    <a:pt x="235" y="2"/>
                  </a:lnTo>
                  <a:lnTo>
                    <a:pt x="231" y="2"/>
                  </a:lnTo>
                  <a:lnTo>
                    <a:pt x="227" y="2"/>
                  </a:lnTo>
                  <a:lnTo>
                    <a:pt x="224" y="2"/>
                  </a:lnTo>
                  <a:lnTo>
                    <a:pt x="220" y="2"/>
                  </a:lnTo>
                  <a:lnTo>
                    <a:pt x="216" y="3"/>
                  </a:lnTo>
                  <a:lnTo>
                    <a:pt x="213" y="3"/>
                  </a:lnTo>
                  <a:lnTo>
                    <a:pt x="209" y="3"/>
                  </a:lnTo>
                  <a:lnTo>
                    <a:pt x="206" y="3"/>
                  </a:lnTo>
                  <a:lnTo>
                    <a:pt x="203" y="4"/>
                  </a:lnTo>
                  <a:lnTo>
                    <a:pt x="200" y="4"/>
                  </a:lnTo>
                  <a:lnTo>
                    <a:pt x="196" y="4"/>
                  </a:lnTo>
                  <a:lnTo>
                    <a:pt x="193" y="4"/>
                  </a:lnTo>
                  <a:lnTo>
                    <a:pt x="190" y="5"/>
                  </a:lnTo>
                  <a:lnTo>
                    <a:pt x="187" y="5"/>
                  </a:lnTo>
                  <a:lnTo>
                    <a:pt x="184" y="5"/>
                  </a:lnTo>
                  <a:lnTo>
                    <a:pt x="181" y="6"/>
                  </a:lnTo>
                  <a:lnTo>
                    <a:pt x="178" y="6"/>
                  </a:lnTo>
                  <a:lnTo>
                    <a:pt x="175" y="7"/>
                  </a:lnTo>
                  <a:lnTo>
                    <a:pt x="171" y="7"/>
                  </a:lnTo>
                  <a:lnTo>
                    <a:pt x="168" y="8"/>
                  </a:lnTo>
                  <a:lnTo>
                    <a:pt x="164" y="8"/>
                  </a:lnTo>
                  <a:lnTo>
                    <a:pt x="160" y="9"/>
                  </a:lnTo>
                  <a:lnTo>
                    <a:pt x="156" y="9"/>
                  </a:lnTo>
                  <a:lnTo>
                    <a:pt x="151" y="10"/>
                  </a:lnTo>
                  <a:lnTo>
                    <a:pt x="147" y="11"/>
                  </a:lnTo>
                  <a:lnTo>
                    <a:pt x="142" y="11"/>
                  </a:lnTo>
                  <a:lnTo>
                    <a:pt x="138" y="12"/>
                  </a:lnTo>
                  <a:lnTo>
                    <a:pt x="133" y="13"/>
                  </a:lnTo>
                  <a:lnTo>
                    <a:pt x="128" y="14"/>
                  </a:lnTo>
                  <a:lnTo>
                    <a:pt x="122" y="15"/>
                  </a:lnTo>
                  <a:lnTo>
                    <a:pt x="117" y="16"/>
                  </a:lnTo>
                  <a:lnTo>
                    <a:pt x="111" y="17"/>
                  </a:lnTo>
                  <a:lnTo>
                    <a:pt x="106" y="18"/>
                  </a:lnTo>
                  <a:lnTo>
                    <a:pt x="100" y="19"/>
                  </a:lnTo>
                  <a:lnTo>
                    <a:pt x="94" y="20"/>
                  </a:lnTo>
                  <a:lnTo>
                    <a:pt x="89" y="21"/>
                  </a:lnTo>
                  <a:lnTo>
                    <a:pt x="83" y="22"/>
                  </a:lnTo>
                  <a:lnTo>
                    <a:pt x="77" y="23"/>
                  </a:lnTo>
                  <a:lnTo>
                    <a:pt x="71" y="24"/>
                  </a:lnTo>
                  <a:lnTo>
                    <a:pt x="66" y="25"/>
                  </a:lnTo>
                  <a:lnTo>
                    <a:pt x="60" y="26"/>
                  </a:lnTo>
                  <a:lnTo>
                    <a:pt x="54" y="27"/>
                  </a:lnTo>
                  <a:lnTo>
                    <a:pt x="48" y="28"/>
                  </a:lnTo>
                  <a:lnTo>
                    <a:pt x="42" y="29"/>
                  </a:lnTo>
                  <a:lnTo>
                    <a:pt x="36" y="30"/>
                  </a:lnTo>
                  <a:lnTo>
                    <a:pt x="30" y="31"/>
                  </a:lnTo>
                  <a:lnTo>
                    <a:pt x="24" y="33"/>
                  </a:lnTo>
                  <a:lnTo>
                    <a:pt x="18" y="34"/>
                  </a:lnTo>
                  <a:lnTo>
                    <a:pt x="13" y="35"/>
                  </a:lnTo>
                  <a:lnTo>
                    <a:pt x="9" y="35"/>
                  </a:lnTo>
                  <a:lnTo>
                    <a:pt x="5" y="36"/>
                  </a:lnTo>
                  <a:lnTo>
                    <a:pt x="3" y="37"/>
                  </a:lnTo>
                  <a:lnTo>
                    <a:pt x="1" y="37"/>
                  </a:lnTo>
                  <a:lnTo>
                    <a:pt x="0" y="37"/>
                  </a:lnTo>
                  <a:lnTo>
                    <a:pt x="1" y="37"/>
                  </a:lnTo>
                  <a:lnTo>
                    <a:pt x="4" y="37"/>
                  </a:lnTo>
                  <a:lnTo>
                    <a:pt x="7" y="36"/>
                  </a:lnTo>
                  <a:lnTo>
                    <a:pt x="10" y="35"/>
                  </a:lnTo>
                  <a:lnTo>
                    <a:pt x="15" y="35"/>
                  </a:lnTo>
                  <a:lnTo>
                    <a:pt x="20" y="34"/>
                  </a:lnTo>
                  <a:lnTo>
                    <a:pt x="26" y="33"/>
                  </a:lnTo>
                  <a:lnTo>
                    <a:pt x="33" y="31"/>
                  </a:lnTo>
                  <a:lnTo>
                    <a:pt x="39" y="30"/>
                  </a:lnTo>
                  <a:lnTo>
                    <a:pt x="46" y="29"/>
                  </a:lnTo>
                  <a:lnTo>
                    <a:pt x="54" y="28"/>
                  </a:lnTo>
                  <a:lnTo>
                    <a:pt x="61" y="27"/>
                  </a:lnTo>
                  <a:lnTo>
                    <a:pt x="69" y="26"/>
                  </a:lnTo>
                  <a:lnTo>
                    <a:pt x="76" y="24"/>
                  </a:lnTo>
                  <a:lnTo>
                    <a:pt x="84" y="23"/>
                  </a:lnTo>
                  <a:lnTo>
                    <a:pt x="93" y="22"/>
                  </a:lnTo>
                  <a:lnTo>
                    <a:pt x="101" y="21"/>
                  </a:lnTo>
                  <a:lnTo>
                    <a:pt x="110" y="20"/>
                  </a:lnTo>
                  <a:lnTo>
                    <a:pt x="118" y="18"/>
                  </a:lnTo>
                  <a:lnTo>
                    <a:pt x="127" y="17"/>
                  </a:lnTo>
                  <a:lnTo>
                    <a:pt x="137" y="16"/>
                  </a:lnTo>
                  <a:lnTo>
                    <a:pt x="146" y="14"/>
                  </a:lnTo>
                  <a:lnTo>
                    <a:pt x="156" y="13"/>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10" name="Freeform 46">
              <a:extLst>
                <a:ext uri="{FF2B5EF4-FFF2-40B4-BE49-F238E27FC236}">
                  <a16:creationId xmlns:a16="http://schemas.microsoft.com/office/drawing/2014/main" id="{F00A9607-18F7-A9DF-4DD8-E65973A0D9F0}"/>
                </a:ext>
              </a:extLst>
            </p:cNvPr>
            <p:cNvSpPr>
              <a:spLocks/>
            </p:cNvSpPr>
            <p:nvPr/>
          </p:nvSpPr>
          <p:spPr bwMode="auto">
            <a:xfrm>
              <a:off x="2982" y="2654"/>
              <a:ext cx="262" cy="373"/>
            </a:xfrm>
            <a:custGeom>
              <a:avLst/>
              <a:gdLst>
                <a:gd name="T0" fmla="*/ 308 w 493"/>
                <a:gd name="T1" fmla="*/ 514 h 655"/>
                <a:gd name="T2" fmla="*/ 273 w 493"/>
                <a:gd name="T3" fmla="*/ 480 h 655"/>
                <a:gd name="T4" fmla="*/ 230 w 493"/>
                <a:gd name="T5" fmla="*/ 434 h 655"/>
                <a:gd name="T6" fmla="*/ 186 w 493"/>
                <a:gd name="T7" fmla="*/ 385 h 655"/>
                <a:gd name="T8" fmla="*/ 156 w 493"/>
                <a:gd name="T9" fmla="*/ 349 h 655"/>
                <a:gd name="T10" fmla="*/ 133 w 493"/>
                <a:gd name="T11" fmla="*/ 317 h 655"/>
                <a:gd name="T12" fmla="*/ 115 w 493"/>
                <a:gd name="T13" fmla="*/ 289 h 655"/>
                <a:gd name="T14" fmla="*/ 100 w 493"/>
                <a:gd name="T15" fmla="*/ 265 h 655"/>
                <a:gd name="T16" fmla="*/ 86 w 493"/>
                <a:gd name="T17" fmla="*/ 238 h 655"/>
                <a:gd name="T18" fmla="*/ 71 w 493"/>
                <a:gd name="T19" fmla="*/ 207 h 655"/>
                <a:gd name="T20" fmla="*/ 56 w 493"/>
                <a:gd name="T21" fmla="*/ 175 h 655"/>
                <a:gd name="T22" fmla="*/ 48 w 493"/>
                <a:gd name="T23" fmla="*/ 152 h 655"/>
                <a:gd name="T24" fmla="*/ 41 w 493"/>
                <a:gd name="T25" fmla="*/ 129 h 655"/>
                <a:gd name="T26" fmla="*/ 37 w 493"/>
                <a:gd name="T27" fmla="*/ 108 h 655"/>
                <a:gd name="T28" fmla="*/ 37 w 493"/>
                <a:gd name="T29" fmla="*/ 89 h 655"/>
                <a:gd name="T30" fmla="*/ 40 w 493"/>
                <a:gd name="T31" fmla="*/ 73 h 655"/>
                <a:gd name="T32" fmla="*/ 47 w 493"/>
                <a:gd name="T33" fmla="*/ 61 h 655"/>
                <a:gd name="T34" fmla="*/ 57 w 493"/>
                <a:gd name="T35" fmla="*/ 52 h 655"/>
                <a:gd name="T36" fmla="*/ 69 w 493"/>
                <a:gd name="T37" fmla="*/ 46 h 655"/>
                <a:gd name="T38" fmla="*/ 82 w 493"/>
                <a:gd name="T39" fmla="*/ 43 h 655"/>
                <a:gd name="T40" fmla="*/ 96 w 493"/>
                <a:gd name="T41" fmla="*/ 42 h 655"/>
                <a:gd name="T42" fmla="*/ 110 w 493"/>
                <a:gd name="T43" fmla="*/ 41 h 655"/>
                <a:gd name="T44" fmla="*/ 133 w 493"/>
                <a:gd name="T45" fmla="*/ 44 h 655"/>
                <a:gd name="T46" fmla="*/ 158 w 493"/>
                <a:gd name="T47" fmla="*/ 45 h 655"/>
                <a:gd name="T48" fmla="*/ 151 w 493"/>
                <a:gd name="T49" fmla="*/ 23 h 655"/>
                <a:gd name="T50" fmla="*/ 128 w 493"/>
                <a:gd name="T51" fmla="*/ 4 h 655"/>
                <a:gd name="T52" fmla="*/ 103 w 493"/>
                <a:gd name="T53" fmla="*/ 1 h 655"/>
                <a:gd name="T54" fmla="*/ 85 w 493"/>
                <a:gd name="T55" fmla="*/ 1 h 655"/>
                <a:gd name="T56" fmla="*/ 68 w 493"/>
                <a:gd name="T57" fmla="*/ 4 h 655"/>
                <a:gd name="T58" fmla="*/ 50 w 493"/>
                <a:gd name="T59" fmla="*/ 9 h 655"/>
                <a:gd name="T60" fmla="*/ 33 w 493"/>
                <a:gd name="T61" fmla="*/ 17 h 655"/>
                <a:gd name="T62" fmla="*/ 22 w 493"/>
                <a:gd name="T63" fmla="*/ 26 h 655"/>
                <a:gd name="T64" fmla="*/ 14 w 493"/>
                <a:gd name="T65" fmla="*/ 35 h 655"/>
                <a:gd name="T66" fmla="*/ 8 w 493"/>
                <a:gd name="T67" fmla="*/ 46 h 655"/>
                <a:gd name="T68" fmla="*/ 3 w 493"/>
                <a:gd name="T69" fmla="*/ 59 h 655"/>
                <a:gd name="T70" fmla="*/ 0 w 493"/>
                <a:gd name="T71" fmla="*/ 74 h 655"/>
                <a:gd name="T72" fmla="*/ 1 w 493"/>
                <a:gd name="T73" fmla="*/ 90 h 655"/>
                <a:gd name="T74" fmla="*/ 3 w 493"/>
                <a:gd name="T75" fmla="*/ 107 h 655"/>
                <a:gd name="T76" fmla="*/ 7 w 493"/>
                <a:gd name="T77" fmla="*/ 127 h 655"/>
                <a:gd name="T78" fmla="*/ 13 w 493"/>
                <a:gd name="T79" fmla="*/ 148 h 655"/>
                <a:gd name="T80" fmla="*/ 21 w 493"/>
                <a:gd name="T81" fmla="*/ 169 h 655"/>
                <a:gd name="T82" fmla="*/ 33 w 493"/>
                <a:gd name="T83" fmla="*/ 193 h 655"/>
                <a:gd name="T84" fmla="*/ 47 w 493"/>
                <a:gd name="T85" fmla="*/ 220 h 655"/>
                <a:gd name="T86" fmla="*/ 65 w 493"/>
                <a:gd name="T87" fmla="*/ 248 h 655"/>
                <a:gd name="T88" fmla="*/ 85 w 493"/>
                <a:gd name="T89" fmla="*/ 278 h 655"/>
                <a:gd name="T90" fmla="*/ 110 w 493"/>
                <a:gd name="T91" fmla="*/ 311 h 655"/>
                <a:gd name="T92" fmla="*/ 139 w 493"/>
                <a:gd name="T93" fmla="*/ 349 h 655"/>
                <a:gd name="T94" fmla="*/ 166 w 493"/>
                <a:gd name="T95" fmla="*/ 381 h 655"/>
                <a:gd name="T96" fmla="*/ 201 w 493"/>
                <a:gd name="T97" fmla="*/ 416 h 655"/>
                <a:gd name="T98" fmla="*/ 256 w 493"/>
                <a:gd name="T99" fmla="*/ 471 h 655"/>
                <a:gd name="T100" fmla="*/ 297 w 493"/>
                <a:gd name="T101" fmla="*/ 510 h 655"/>
                <a:gd name="T102" fmla="*/ 325 w 493"/>
                <a:gd name="T103" fmla="*/ 536 h 655"/>
                <a:gd name="T104" fmla="*/ 353 w 493"/>
                <a:gd name="T105" fmla="*/ 559 h 655"/>
                <a:gd name="T106" fmla="*/ 396 w 493"/>
                <a:gd name="T107" fmla="*/ 591 h 655"/>
                <a:gd name="T108" fmla="*/ 450 w 493"/>
                <a:gd name="T109" fmla="*/ 627 h 655"/>
                <a:gd name="T110" fmla="*/ 491 w 493"/>
                <a:gd name="T111" fmla="*/ 654 h 655"/>
                <a:gd name="T112" fmla="*/ 458 w 493"/>
                <a:gd name="T113" fmla="*/ 631 h 655"/>
                <a:gd name="T114" fmla="*/ 386 w 493"/>
                <a:gd name="T115" fmla="*/ 579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655">
                  <a:moveTo>
                    <a:pt x="363" y="562"/>
                  </a:moveTo>
                  <a:lnTo>
                    <a:pt x="356" y="556"/>
                  </a:lnTo>
                  <a:lnTo>
                    <a:pt x="350" y="551"/>
                  </a:lnTo>
                  <a:lnTo>
                    <a:pt x="344" y="545"/>
                  </a:lnTo>
                  <a:lnTo>
                    <a:pt x="338" y="540"/>
                  </a:lnTo>
                  <a:lnTo>
                    <a:pt x="332" y="535"/>
                  </a:lnTo>
                  <a:lnTo>
                    <a:pt x="327" y="531"/>
                  </a:lnTo>
                  <a:lnTo>
                    <a:pt x="322" y="526"/>
                  </a:lnTo>
                  <a:lnTo>
                    <a:pt x="317" y="522"/>
                  </a:lnTo>
                  <a:lnTo>
                    <a:pt x="312" y="518"/>
                  </a:lnTo>
                  <a:lnTo>
                    <a:pt x="308" y="514"/>
                  </a:lnTo>
                  <a:lnTo>
                    <a:pt x="304" y="510"/>
                  </a:lnTo>
                  <a:lnTo>
                    <a:pt x="300" y="506"/>
                  </a:lnTo>
                  <a:lnTo>
                    <a:pt x="297" y="503"/>
                  </a:lnTo>
                  <a:lnTo>
                    <a:pt x="294" y="500"/>
                  </a:lnTo>
                  <a:lnTo>
                    <a:pt x="291" y="497"/>
                  </a:lnTo>
                  <a:lnTo>
                    <a:pt x="288" y="494"/>
                  </a:lnTo>
                  <a:lnTo>
                    <a:pt x="285" y="492"/>
                  </a:lnTo>
                  <a:lnTo>
                    <a:pt x="282" y="489"/>
                  </a:lnTo>
                  <a:lnTo>
                    <a:pt x="279" y="486"/>
                  </a:lnTo>
                  <a:lnTo>
                    <a:pt x="276" y="483"/>
                  </a:lnTo>
                  <a:lnTo>
                    <a:pt x="273" y="480"/>
                  </a:lnTo>
                  <a:lnTo>
                    <a:pt x="270" y="476"/>
                  </a:lnTo>
                  <a:lnTo>
                    <a:pt x="266" y="473"/>
                  </a:lnTo>
                  <a:lnTo>
                    <a:pt x="263" y="469"/>
                  </a:lnTo>
                  <a:lnTo>
                    <a:pt x="259" y="465"/>
                  </a:lnTo>
                  <a:lnTo>
                    <a:pt x="255" y="461"/>
                  </a:lnTo>
                  <a:lnTo>
                    <a:pt x="251" y="457"/>
                  </a:lnTo>
                  <a:lnTo>
                    <a:pt x="247" y="452"/>
                  </a:lnTo>
                  <a:lnTo>
                    <a:pt x="243" y="448"/>
                  </a:lnTo>
                  <a:lnTo>
                    <a:pt x="239" y="443"/>
                  </a:lnTo>
                  <a:lnTo>
                    <a:pt x="234" y="439"/>
                  </a:lnTo>
                  <a:lnTo>
                    <a:pt x="230" y="434"/>
                  </a:lnTo>
                  <a:lnTo>
                    <a:pt x="225" y="429"/>
                  </a:lnTo>
                  <a:lnTo>
                    <a:pt x="220" y="424"/>
                  </a:lnTo>
                  <a:lnTo>
                    <a:pt x="216" y="419"/>
                  </a:lnTo>
                  <a:lnTo>
                    <a:pt x="212" y="414"/>
                  </a:lnTo>
                  <a:lnTo>
                    <a:pt x="208" y="410"/>
                  </a:lnTo>
                  <a:lnTo>
                    <a:pt x="204" y="405"/>
                  </a:lnTo>
                  <a:lnTo>
                    <a:pt x="200" y="401"/>
                  </a:lnTo>
                  <a:lnTo>
                    <a:pt x="196" y="397"/>
                  </a:lnTo>
                  <a:lnTo>
                    <a:pt x="193" y="393"/>
                  </a:lnTo>
                  <a:lnTo>
                    <a:pt x="189" y="389"/>
                  </a:lnTo>
                  <a:lnTo>
                    <a:pt x="186" y="385"/>
                  </a:lnTo>
                  <a:lnTo>
                    <a:pt x="183" y="381"/>
                  </a:lnTo>
                  <a:lnTo>
                    <a:pt x="180" y="378"/>
                  </a:lnTo>
                  <a:lnTo>
                    <a:pt x="177" y="374"/>
                  </a:lnTo>
                  <a:lnTo>
                    <a:pt x="174" y="371"/>
                  </a:lnTo>
                  <a:lnTo>
                    <a:pt x="171" y="368"/>
                  </a:lnTo>
                  <a:lnTo>
                    <a:pt x="169" y="364"/>
                  </a:lnTo>
                  <a:lnTo>
                    <a:pt x="166" y="361"/>
                  </a:lnTo>
                  <a:lnTo>
                    <a:pt x="164" y="358"/>
                  </a:lnTo>
                  <a:lnTo>
                    <a:pt x="161" y="355"/>
                  </a:lnTo>
                  <a:lnTo>
                    <a:pt x="159" y="352"/>
                  </a:lnTo>
                  <a:lnTo>
                    <a:pt x="156" y="349"/>
                  </a:lnTo>
                  <a:lnTo>
                    <a:pt x="154" y="346"/>
                  </a:lnTo>
                  <a:lnTo>
                    <a:pt x="152" y="343"/>
                  </a:lnTo>
                  <a:lnTo>
                    <a:pt x="150" y="340"/>
                  </a:lnTo>
                  <a:lnTo>
                    <a:pt x="147" y="337"/>
                  </a:lnTo>
                  <a:lnTo>
                    <a:pt x="145" y="334"/>
                  </a:lnTo>
                  <a:lnTo>
                    <a:pt x="143" y="331"/>
                  </a:lnTo>
                  <a:lnTo>
                    <a:pt x="141" y="328"/>
                  </a:lnTo>
                  <a:lnTo>
                    <a:pt x="139" y="325"/>
                  </a:lnTo>
                  <a:lnTo>
                    <a:pt x="137" y="322"/>
                  </a:lnTo>
                  <a:lnTo>
                    <a:pt x="135" y="320"/>
                  </a:lnTo>
                  <a:lnTo>
                    <a:pt x="133" y="317"/>
                  </a:lnTo>
                  <a:lnTo>
                    <a:pt x="131" y="314"/>
                  </a:lnTo>
                  <a:lnTo>
                    <a:pt x="129" y="312"/>
                  </a:lnTo>
                  <a:lnTo>
                    <a:pt x="127" y="309"/>
                  </a:lnTo>
                  <a:lnTo>
                    <a:pt x="126" y="306"/>
                  </a:lnTo>
                  <a:lnTo>
                    <a:pt x="124" y="304"/>
                  </a:lnTo>
                  <a:lnTo>
                    <a:pt x="122" y="301"/>
                  </a:lnTo>
                  <a:lnTo>
                    <a:pt x="121" y="299"/>
                  </a:lnTo>
                  <a:lnTo>
                    <a:pt x="119" y="296"/>
                  </a:lnTo>
                  <a:lnTo>
                    <a:pt x="118" y="294"/>
                  </a:lnTo>
                  <a:lnTo>
                    <a:pt x="116" y="292"/>
                  </a:lnTo>
                  <a:lnTo>
                    <a:pt x="115" y="289"/>
                  </a:lnTo>
                  <a:lnTo>
                    <a:pt x="113" y="287"/>
                  </a:lnTo>
                  <a:lnTo>
                    <a:pt x="112" y="285"/>
                  </a:lnTo>
                  <a:lnTo>
                    <a:pt x="110" y="283"/>
                  </a:lnTo>
                  <a:lnTo>
                    <a:pt x="109" y="281"/>
                  </a:lnTo>
                  <a:lnTo>
                    <a:pt x="108" y="279"/>
                  </a:lnTo>
                  <a:lnTo>
                    <a:pt x="106" y="276"/>
                  </a:lnTo>
                  <a:lnTo>
                    <a:pt x="105" y="274"/>
                  </a:lnTo>
                  <a:lnTo>
                    <a:pt x="104" y="272"/>
                  </a:lnTo>
                  <a:lnTo>
                    <a:pt x="103" y="270"/>
                  </a:lnTo>
                  <a:lnTo>
                    <a:pt x="101" y="268"/>
                  </a:lnTo>
                  <a:lnTo>
                    <a:pt x="100" y="265"/>
                  </a:lnTo>
                  <a:lnTo>
                    <a:pt x="99" y="263"/>
                  </a:lnTo>
                  <a:lnTo>
                    <a:pt x="97" y="261"/>
                  </a:lnTo>
                  <a:lnTo>
                    <a:pt x="96" y="258"/>
                  </a:lnTo>
                  <a:lnTo>
                    <a:pt x="95" y="256"/>
                  </a:lnTo>
                  <a:lnTo>
                    <a:pt x="93" y="253"/>
                  </a:lnTo>
                  <a:lnTo>
                    <a:pt x="92" y="251"/>
                  </a:lnTo>
                  <a:lnTo>
                    <a:pt x="91" y="248"/>
                  </a:lnTo>
                  <a:lnTo>
                    <a:pt x="90" y="246"/>
                  </a:lnTo>
                  <a:lnTo>
                    <a:pt x="88" y="243"/>
                  </a:lnTo>
                  <a:lnTo>
                    <a:pt x="87" y="241"/>
                  </a:lnTo>
                  <a:lnTo>
                    <a:pt x="86" y="238"/>
                  </a:lnTo>
                  <a:lnTo>
                    <a:pt x="84" y="235"/>
                  </a:lnTo>
                  <a:lnTo>
                    <a:pt x="83" y="233"/>
                  </a:lnTo>
                  <a:lnTo>
                    <a:pt x="82" y="230"/>
                  </a:lnTo>
                  <a:lnTo>
                    <a:pt x="80" y="227"/>
                  </a:lnTo>
                  <a:lnTo>
                    <a:pt x="79" y="224"/>
                  </a:lnTo>
                  <a:lnTo>
                    <a:pt x="78" y="221"/>
                  </a:lnTo>
                  <a:lnTo>
                    <a:pt x="76" y="219"/>
                  </a:lnTo>
                  <a:lnTo>
                    <a:pt x="75" y="216"/>
                  </a:lnTo>
                  <a:lnTo>
                    <a:pt x="73" y="213"/>
                  </a:lnTo>
                  <a:lnTo>
                    <a:pt x="72" y="210"/>
                  </a:lnTo>
                  <a:lnTo>
                    <a:pt x="71" y="207"/>
                  </a:lnTo>
                  <a:lnTo>
                    <a:pt x="69" y="204"/>
                  </a:lnTo>
                  <a:lnTo>
                    <a:pt x="68" y="201"/>
                  </a:lnTo>
                  <a:lnTo>
                    <a:pt x="66" y="198"/>
                  </a:lnTo>
                  <a:lnTo>
                    <a:pt x="65" y="195"/>
                  </a:lnTo>
                  <a:lnTo>
                    <a:pt x="63" y="192"/>
                  </a:lnTo>
                  <a:lnTo>
                    <a:pt x="62" y="189"/>
                  </a:lnTo>
                  <a:lnTo>
                    <a:pt x="61" y="186"/>
                  </a:lnTo>
                  <a:lnTo>
                    <a:pt x="60" y="183"/>
                  </a:lnTo>
                  <a:lnTo>
                    <a:pt x="58" y="181"/>
                  </a:lnTo>
                  <a:lnTo>
                    <a:pt x="57" y="178"/>
                  </a:lnTo>
                  <a:lnTo>
                    <a:pt x="56" y="175"/>
                  </a:lnTo>
                  <a:lnTo>
                    <a:pt x="55" y="173"/>
                  </a:lnTo>
                  <a:lnTo>
                    <a:pt x="54" y="171"/>
                  </a:lnTo>
                  <a:lnTo>
                    <a:pt x="53" y="168"/>
                  </a:lnTo>
                  <a:lnTo>
                    <a:pt x="52" y="166"/>
                  </a:lnTo>
                  <a:lnTo>
                    <a:pt x="52" y="164"/>
                  </a:lnTo>
                  <a:lnTo>
                    <a:pt x="51" y="162"/>
                  </a:lnTo>
                  <a:lnTo>
                    <a:pt x="50" y="160"/>
                  </a:lnTo>
                  <a:lnTo>
                    <a:pt x="49" y="158"/>
                  </a:lnTo>
                  <a:lnTo>
                    <a:pt x="49" y="156"/>
                  </a:lnTo>
                  <a:lnTo>
                    <a:pt x="48" y="154"/>
                  </a:lnTo>
                  <a:lnTo>
                    <a:pt x="48" y="152"/>
                  </a:lnTo>
                  <a:lnTo>
                    <a:pt x="47" y="150"/>
                  </a:lnTo>
                  <a:lnTo>
                    <a:pt x="46" y="148"/>
                  </a:lnTo>
                  <a:lnTo>
                    <a:pt x="46" y="146"/>
                  </a:lnTo>
                  <a:lnTo>
                    <a:pt x="45" y="144"/>
                  </a:lnTo>
                  <a:lnTo>
                    <a:pt x="45" y="142"/>
                  </a:lnTo>
                  <a:lnTo>
                    <a:pt x="44" y="140"/>
                  </a:lnTo>
                  <a:lnTo>
                    <a:pt x="43" y="138"/>
                  </a:lnTo>
                  <a:lnTo>
                    <a:pt x="43" y="136"/>
                  </a:lnTo>
                  <a:lnTo>
                    <a:pt x="42" y="134"/>
                  </a:lnTo>
                  <a:lnTo>
                    <a:pt x="42" y="132"/>
                  </a:lnTo>
                  <a:lnTo>
                    <a:pt x="41" y="129"/>
                  </a:lnTo>
                  <a:lnTo>
                    <a:pt x="41" y="127"/>
                  </a:lnTo>
                  <a:lnTo>
                    <a:pt x="40" y="125"/>
                  </a:lnTo>
                  <a:lnTo>
                    <a:pt x="40" y="123"/>
                  </a:lnTo>
                  <a:lnTo>
                    <a:pt x="39" y="121"/>
                  </a:lnTo>
                  <a:lnTo>
                    <a:pt x="39" y="119"/>
                  </a:lnTo>
                  <a:lnTo>
                    <a:pt x="39" y="117"/>
                  </a:lnTo>
                  <a:lnTo>
                    <a:pt x="38" y="115"/>
                  </a:lnTo>
                  <a:lnTo>
                    <a:pt x="38" y="113"/>
                  </a:lnTo>
                  <a:lnTo>
                    <a:pt x="38" y="111"/>
                  </a:lnTo>
                  <a:lnTo>
                    <a:pt x="37" y="109"/>
                  </a:lnTo>
                  <a:lnTo>
                    <a:pt x="37" y="108"/>
                  </a:lnTo>
                  <a:lnTo>
                    <a:pt x="37" y="106"/>
                  </a:lnTo>
                  <a:lnTo>
                    <a:pt x="37" y="104"/>
                  </a:lnTo>
                  <a:lnTo>
                    <a:pt x="37" y="102"/>
                  </a:lnTo>
                  <a:lnTo>
                    <a:pt x="37" y="100"/>
                  </a:lnTo>
                  <a:lnTo>
                    <a:pt x="37" y="99"/>
                  </a:lnTo>
                  <a:lnTo>
                    <a:pt x="36" y="97"/>
                  </a:lnTo>
                  <a:lnTo>
                    <a:pt x="36" y="95"/>
                  </a:lnTo>
                  <a:lnTo>
                    <a:pt x="36" y="94"/>
                  </a:lnTo>
                  <a:lnTo>
                    <a:pt x="37" y="92"/>
                  </a:lnTo>
                  <a:lnTo>
                    <a:pt x="37" y="91"/>
                  </a:lnTo>
                  <a:lnTo>
                    <a:pt x="37" y="89"/>
                  </a:lnTo>
                  <a:lnTo>
                    <a:pt x="37" y="88"/>
                  </a:lnTo>
                  <a:lnTo>
                    <a:pt x="37" y="86"/>
                  </a:lnTo>
                  <a:lnTo>
                    <a:pt x="37" y="85"/>
                  </a:lnTo>
                  <a:lnTo>
                    <a:pt x="37" y="83"/>
                  </a:lnTo>
                  <a:lnTo>
                    <a:pt x="38" y="82"/>
                  </a:lnTo>
                  <a:lnTo>
                    <a:pt x="38" y="80"/>
                  </a:lnTo>
                  <a:lnTo>
                    <a:pt x="38" y="79"/>
                  </a:lnTo>
                  <a:lnTo>
                    <a:pt x="39" y="77"/>
                  </a:lnTo>
                  <a:lnTo>
                    <a:pt x="39" y="76"/>
                  </a:lnTo>
                  <a:lnTo>
                    <a:pt x="39" y="75"/>
                  </a:lnTo>
                  <a:lnTo>
                    <a:pt x="40" y="73"/>
                  </a:lnTo>
                  <a:lnTo>
                    <a:pt x="40" y="72"/>
                  </a:lnTo>
                  <a:lnTo>
                    <a:pt x="41" y="71"/>
                  </a:lnTo>
                  <a:lnTo>
                    <a:pt x="41" y="70"/>
                  </a:lnTo>
                  <a:lnTo>
                    <a:pt x="42" y="68"/>
                  </a:lnTo>
                  <a:lnTo>
                    <a:pt x="43" y="67"/>
                  </a:lnTo>
                  <a:lnTo>
                    <a:pt x="43" y="66"/>
                  </a:lnTo>
                  <a:lnTo>
                    <a:pt x="44" y="65"/>
                  </a:lnTo>
                  <a:lnTo>
                    <a:pt x="45" y="64"/>
                  </a:lnTo>
                  <a:lnTo>
                    <a:pt x="45" y="63"/>
                  </a:lnTo>
                  <a:lnTo>
                    <a:pt x="46" y="62"/>
                  </a:lnTo>
                  <a:lnTo>
                    <a:pt x="47" y="61"/>
                  </a:lnTo>
                  <a:lnTo>
                    <a:pt x="48" y="60"/>
                  </a:lnTo>
                  <a:lnTo>
                    <a:pt x="48" y="59"/>
                  </a:lnTo>
                  <a:lnTo>
                    <a:pt x="49" y="58"/>
                  </a:lnTo>
                  <a:lnTo>
                    <a:pt x="50" y="57"/>
                  </a:lnTo>
                  <a:lnTo>
                    <a:pt x="51" y="56"/>
                  </a:lnTo>
                  <a:lnTo>
                    <a:pt x="52" y="55"/>
                  </a:lnTo>
                  <a:lnTo>
                    <a:pt x="53" y="54"/>
                  </a:lnTo>
                  <a:lnTo>
                    <a:pt x="54" y="54"/>
                  </a:lnTo>
                  <a:lnTo>
                    <a:pt x="55" y="53"/>
                  </a:lnTo>
                  <a:lnTo>
                    <a:pt x="56" y="52"/>
                  </a:lnTo>
                  <a:lnTo>
                    <a:pt x="57" y="52"/>
                  </a:lnTo>
                  <a:lnTo>
                    <a:pt x="58" y="51"/>
                  </a:lnTo>
                  <a:lnTo>
                    <a:pt x="59" y="50"/>
                  </a:lnTo>
                  <a:lnTo>
                    <a:pt x="60" y="50"/>
                  </a:lnTo>
                  <a:lnTo>
                    <a:pt x="61" y="49"/>
                  </a:lnTo>
                  <a:lnTo>
                    <a:pt x="62" y="49"/>
                  </a:lnTo>
                  <a:lnTo>
                    <a:pt x="63" y="48"/>
                  </a:lnTo>
                  <a:lnTo>
                    <a:pt x="64" y="48"/>
                  </a:lnTo>
                  <a:lnTo>
                    <a:pt x="66" y="47"/>
                  </a:lnTo>
                  <a:lnTo>
                    <a:pt x="67" y="47"/>
                  </a:lnTo>
                  <a:lnTo>
                    <a:pt x="68" y="47"/>
                  </a:lnTo>
                  <a:lnTo>
                    <a:pt x="69" y="46"/>
                  </a:lnTo>
                  <a:lnTo>
                    <a:pt x="70" y="46"/>
                  </a:lnTo>
                  <a:lnTo>
                    <a:pt x="71" y="46"/>
                  </a:lnTo>
                  <a:lnTo>
                    <a:pt x="72" y="45"/>
                  </a:lnTo>
                  <a:lnTo>
                    <a:pt x="73" y="45"/>
                  </a:lnTo>
                  <a:lnTo>
                    <a:pt x="75" y="45"/>
                  </a:lnTo>
                  <a:lnTo>
                    <a:pt x="76" y="44"/>
                  </a:lnTo>
                  <a:lnTo>
                    <a:pt x="77" y="44"/>
                  </a:lnTo>
                  <a:lnTo>
                    <a:pt x="78" y="44"/>
                  </a:lnTo>
                  <a:lnTo>
                    <a:pt x="79" y="44"/>
                  </a:lnTo>
                  <a:lnTo>
                    <a:pt x="81" y="43"/>
                  </a:lnTo>
                  <a:lnTo>
                    <a:pt x="82" y="43"/>
                  </a:lnTo>
                  <a:lnTo>
                    <a:pt x="83" y="43"/>
                  </a:lnTo>
                  <a:lnTo>
                    <a:pt x="84" y="43"/>
                  </a:lnTo>
                  <a:lnTo>
                    <a:pt x="86" y="43"/>
                  </a:lnTo>
                  <a:lnTo>
                    <a:pt x="87" y="42"/>
                  </a:lnTo>
                  <a:lnTo>
                    <a:pt x="88" y="42"/>
                  </a:lnTo>
                  <a:lnTo>
                    <a:pt x="90" y="42"/>
                  </a:lnTo>
                  <a:lnTo>
                    <a:pt x="91" y="42"/>
                  </a:lnTo>
                  <a:lnTo>
                    <a:pt x="92" y="42"/>
                  </a:lnTo>
                  <a:lnTo>
                    <a:pt x="93" y="42"/>
                  </a:lnTo>
                  <a:lnTo>
                    <a:pt x="95" y="42"/>
                  </a:lnTo>
                  <a:lnTo>
                    <a:pt x="96" y="42"/>
                  </a:lnTo>
                  <a:lnTo>
                    <a:pt x="97" y="41"/>
                  </a:lnTo>
                  <a:lnTo>
                    <a:pt x="99" y="41"/>
                  </a:lnTo>
                  <a:lnTo>
                    <a:pt x="100" y="41"/>
                  </a:lnTo>
                  <a:lnTo>
                    <a:pt x="101" y="41"/>
                  </a:lnTo>
                  <a:lnTo>
                    <a:pt x="103" y="41"/>
                  </a:lnTo>
                  <a:lnTo>
                    <a:pt x="104" y="41"/>
                  </a:lnTo>
                  <a:lnTo>
                    <a:pt x="105" y="41"/>
                  </a:lnTo>
                  <a:lnTo>
                    <a:pt x="106" y="41"/>
                  </a:lnTo>
                  <a:lnTo>
                    <a:pt x="108" y="41"/>
                  </a:lnTo>
                  <a:lnTo>
                    <a:pt x="109" y="41"/>
                  </a:lnTo>
                  <a:lnTo>
                    <a:pt x="110" y="41"/>
                  </a:lnTo>
                  <a:lnTo>
                    <a:pt x="112" y="41"/>
                  </a:lnTo>
                  <a:lnTo>
                    <a:pt x="113" y="41"/>
                  </a:lnTo>
                  <a:lnTo>
                    <a:pt x="115" y="41"/>
                  </a:lnTo>
                  <a:lnTo>
                    <a:pt x="117" y="42"/>
                  </a:lnTo>
                  <a:lnTo>
                    <a:pt x="119" y="42"/>
                  </a:lnTo>
                  <a:lnTo>
                    <a:pt x="121" y="42"/>
                  </a:lnTo>
                  <a:lnTo>
                    <a:pt x="123" y="42"/>
                  </a:lnTo>
                  <a:lnTo>
                    <a:pt x="125" y="43"/>
                  </a:lnTo>
                  <a:lnTo>
                    <a:pt x="128" y="43"/>
                  </a:lnTo>
                  <a:lnTo>
                    <a:pt x="130" y="43"/>
                  </a:lnTo>
                  <a:lnTo>
                    <a:pt x="133" y="44"/>
                  </a:lnTo>
                  <a:lnTo>
                    <a:pt x="135" y="44"/>
                  </a:lnTo>
                  <a:lnTo>
                    <a:pt x="138" y="45"/>
                  </a:lnTo>
                  <a:lnTo>
                    <a:pt x="141" y="46"/>
                  </a:lnTo>
                  <a:lnTo>
                    <a:pt x="144" y="46"/>
                  </a:lnTo>
                  <a:lnTo>
                    <a:pt x="147" y="47"/>
                  </a:lnTo>
                  <a:lnTo>
                    <a:pt x="150" y="47"/>
                  </a:lnTo>
                  <a:lnTo>
                    <a:pt x="152" y="47"/>
                  </a:lnTo>
                  <a:lnTo>
                    <a:pt x="154" y="47"/>
                  </a:lnTo>
                  <a:lnTo>
                    <a:pt x="156" y="47"/>
                  </a:lnTo>
                  <a:lnTo>
                    <a:pt x="157" y="46"/>
                  </a:lnTo>
                  <a:lnTo>
                    <a:pt x="158" y="45"/>
                  </a:lnTo>
                  <a:lnTo>
                    <a:pt x="159" y="44"/>
                  </a:lnTo>
                  <a:lnTo>
                    <a:pt x="159" y="43"/>
                  </a:lnTo>
                  <a:lnTo>
                    <a:pt x="160" y="42"/>
                  </a:lnTo>
                  <a:lnTo>
                    <a:pt x="159" y="40"/>
                  </a:lnTo>
                  <a:lnTo>
                    <a:pt x="159" y="38"/>
                  </a:lnTo>
                  <a:lnTo>
                    <a:pt x="158" y="36"/>
                  </a:lnTo>
                  <a:lnTo>
                    <a:pt x="157" y="33"/>
                  </a:lnTo>
                  <a:lnTo>
                    <a:pt x="156" y="31"/>
                  </a:lnTo>
                  <a:lnTo>
                    <a:pt x="154" y="28"/>
                  </a:lnTo>
                  <a:lnTo>
                    <a:pt x="153" y="25"/>
                  </a:lnTo>
                  <a:lnTo>
                    <a:pt x="151" y="23"/>
                  </a:lnTo>
                  <a:lnTo>
                    <a:pt x="149" y="20"/>
                  </a:lnTo>
                  <a:lnTo>
                    <a:pt x="147" y="18"/>
                  </a:lnTo>
                  <a:lnTo>
                    <a:pt x="145" y="16"/>
                  </a:lnTo>
                  <a:lnTo>
                    <a:pt x="143" y="13"/>
                  </a:lnTo>
                  <a:lnTo>
                    <a:pt x="141" y="12"/>
                  </a:lnTo>
                  <a:lnTo>
                    <a:pt x="139" y="10"/>
                  </a:lnTo>
                  <a:lnTo>
                    <a:pt x="137" y="8"/>
                  </a:lnTo>
                  <a:lnTo>
                    <a:pt x="135" y="7"/>
                  </a:lnTo>
                  <a:lnTo>
                    <a:pt x="132" y="6"/>
                  </a:lnTo>
                  <a:lnTo>
                    <a:pt x="130" y="5"/>
                  </a:lnTo>
                  <a:lnTo>
                    <a:pt x="128" y="4"/>
                  </a:lnTo>
                  <a:lnTo>
                    <a:pt x="125" y="3"/>
                  </a:lnTo>
                  <a:lnTo>
                    <a:pt x="123" y="3"/>
                  </a:lnTo>
                  <a:lnTo>
                    <a:pt x="121" y="2"/>
                  </a:lnTo>
                  <a:lnTo>
                    <a:pt x="118" y="2"/>
                  </a:lnTo>
                  <a:lnTo>
                    <a:pt x="116" y="2"/>
                  </a:lnTo>
                  <a:lnTo>
                    <a:pt x="114" y="1"/>
                  </a:lnTo>
                  <a:lnTo>
                    <a:pt x="111" y="1"/>
                  </a:lnTo>
                  <a:lnTo>
                    <a:pt x="109" y="1"/>
                  </a:lnTo>
                  <a:lnTo>
                    <a:pt x="107" y="1"/>
                  </a:lnTo>
                  <a:lnTo>
                    <a:pt x="105" y="1"/>
                  </a:lnTo>
                  <a:lnTo>
                    <a:pt x="103" y="1"/>
                  </a:lnTo>
                  <a:lnTo>
                    <a:pt x="101" y="0"/>
                  </a:lnTo>
                  <a:lnTo>
                    <a:pt x="99" y="0"/>
                  </a:lnTo>
                  <a:lnTo>
                    <a:pt x="98" y="0"/>
                  </a:lnTo>
                  <a:lnTo>
                    <a:pt x="96" y="0"/>
                  </a:lnTo>
                  <a:lnTo>
                    <a:pt x="94" y="1"/>
                  </a:lnTo>
                  <a:lnTo>
                    <a:pt x="93" y="1"/>
                  </a:lnTo>
                  <a:lnTo>
                    <a:pt x="91" y="1"/>
                  </a:lnTo>
                  <a:lnTo>
                    <a:pt x="90" y="1"/>
                  </a:lnTo>
                  <a:lnTo>
                    <a:pt x="88" y="1"/>
                  </a:lnTo>
                  <a:lnTo>
                    <a:pt x="87" y="1"/>
                  </a:lnTo>
                  <a:lnTo>
                    <a:pt x="85" y="1"/>
                  </a:lnTo>
                  <a:lnTo>
                    <a:pt x="84" y="2"/>
                  </a:lnTo>
                  <a:lnTo>
                    <a:pt x="82" y="2"/>
                  </a:lnTo>
                  <a:lnTo>
                    <a:pt x="81" y="2"/>
                  </a:lnTo>
                  <a:lnTo>
                    <a:pt x="79" y="2"/>
                  </a:lnTo>
                  <a:lnTo>
                    <a:pt x="78" y="2"/>
                  </a:lnTo>
                  <a:lnTo>
                    <a:pt x="76" y="3"/>
                  </a:lnTo>
                  <a:lnTo>
                    <a:pt x="75" y="3"/>
                  </a:lnTo>
                  <a:lnTo>
                    <a:pt x="73" y="3"/>
                  </a:lnTo>
                  <a:lnTo>
                    <a:pt x="71" y="4"/>
                  </a:lnTo>
                  <a:lnTo>
                    <a:pt x="70" y="4"/>
                  </a:lnTo>
                  <a:lnTo>
                    <a:pt x="68" y="4"/>
                  </a:lnTo>
                  <a:lnTo>
                    <a:pt x="67" y="4"/>
                  </a:lnTo>
                  <a:lnTo>
                    <a:pt x="65" y="5"/>
                  </a:lnTo>
                  <a:lnTo>
                    <a:pt x="63" y="5"/>
                  </a:lnTo>
                  <a:lnTo>
                    <a:pt x="62" y="5"/>
                  </a:lnTo>
                  <a:lnTo>
                    <a:pt x="60" y="6"/>
                  </a:lnTo>
                  <a:lnTo>
                    <a:pt x="59" y="6"/>
                  </a:lnTo>
                  <a:lnTo>
                    <a:pt x="57" y="7"/>
                  </a:lnTo>
                  <a:lnTo>
                    <a:pt x="55" y="7"/>
                  </a:lnTo>
                  <a:lnTo>
                    <a:pt x="54" y="8"/>
                  </a:lnTo>
                  <a:lnTo>
                    <a:pt x="52" y="8"/>
                  </a:lnTo>
                  <a:lnTo>
                    <a:pt x="50" y="9"/>
                  </a:lnTo>
                  <a:lnTo>
                    <a:pt x="49" y="10"/>
                  </a:lnTo>
                  <a:lnTo>
                    <a:pt x="47" y="10"/>
                  </a:lnTo>
                  <a:lnTo>
                    <a:pt x="46" y="11"/>
                  </a:lnTo>
                  <a:lnTo>
                    <a:pt x="44" y="12"/>
                  </a:lnTo>
                  <a:lnTo>
                    <a:pt x="42" y="12"/>
                  </a:lnTo>
                  <a:lnTo>
                    <a:pt x="41" y="13"/>
                  </a:lnTo>
                  <a:lnTo>
                    <a:pt x="39" y="14"/>
                  </a:lnTo>
                  <a:lnTo>
                    <a:pt x="37" y="15"/>
                  </a:lnTo>
                  <a:lnTo>
                    <a:pt x="36" y="15"/>
                  </a:lnTo>
                  <a:lnTo>
                    <a:pt x="34" y="16"/>
                  </a:lnTo>
                  <a:lnTo>
                    <a:pt x="33" y="17"/>
                  </a:lnTo>
                  <a:lnTo>
                    <a:pt x="32" y="18"/>
                  </a:lnTo>
                  <a:lnTo>
                    <a:pt x="30" y="19"/>
                  </a:lnTo>
                  <a:lnTo>
                    <a:pt x="29" y="19"/>
                  </a:lnTo>
                  <a:lnTo>
                    <a:pt x="28" y="20"/>
                  </a:lnTo>
                  <a:lnTo>
                    <a:pt x="27" y="21"/>
                  </a:lnTo>
                  <a:lnTo>
                    <a:pt x="26" y="22"/>
                  </a:lnTo>
                  <a:lnTo>
                    <a:pt x="25" y="23"/>
                  </a:lnTo>
                  <a:lnTo>
                    <a:pt x="24" y="24"/>
                  </a:lnTo>
                  <a:lnTo>
                    <a:pt x="23" y="24"/>
                  </a:lnTo>
                  <a:lnTo>
                    <a:pt x="22" y="25"/>
                  </a:lnTo>
                  <a:lnTo>
                    <a:pt x="22" y="26"/>
                  </a:lnTo>
                  <a:lnTo>
                    <a:pt x="21" y="27"/>
                  </a:lnTo>
                  <a:lnTo>
                    <a:pt x="20" y="28"/>
                  </a:lnTo>
                  <a:lnTo>
                    <a:pt x="19" y="29"/>
                  </a:lnTo>
                  <a:lnTo>
                    <a:pt x="18" y="30"/>
                  </a:lnTo>
                  <a:lnTo>
                    <a:pt x="18" y="31"/>
                  </a:lnTo>
                  <a:lnTo>
                    <a:pt x="17" y="32"/>
                  </a:lnTo>
                  <a:lnTo>
                    <a:pt x="16" y="33"/>
                  </a:lnTo>
                  <a:lnTo>
                    <a:pt x="16" y="34"/>
                  </a:lnTo>
                  <a:lnTo>
                    <a:pt x="15" y="34"/>
                  </a:lnTo>
                  <a:lnTo>
                    <a:pt x="14" y="35"/>
                  </a:lnTo>
                  <a:lnTo>
                    <a:pt x="14" y="36"/>
                  </a:lnTo>
                  <a:lnTo>
                    <a:pt x="13" y="37"/>
                  </a:lnTo>
                  <a:lnTo>
                    <a:pt x="13" y="38"/>
                  </a:lnTo>
                  <a:lnTo>
                    <a:pt x="12" y="39"/>
                  </a:lnTo>
                  <a:lnTo>
                    <a:pt x="11" y="40"/>
                  </a:lnTo>
                  <a:lnTo>
                    <a:pt x="11" y="41"/>
                  </a:lnTo>
                  <a:lnTo>
                    <a:pt x="10" y="42"/>
                  </a:lnTo>
                  <a:lnTo>
                    <a:pt x="9" y="43"/>
                  </a:lnTo>
                  <a:lnTo>
                    <a:pt x="9" y="44"/>
                  </a:lnTo>
                  <a:lnTo>
                    <a:pt x="8" y="45"/>
                  </a:lnTo>
                  <a:lnTo>
                    <a:pt x="8" y="46"/>
                  </a:lnTo>
                  <a:lnTo>
                    <a:pt x="7" y="47"/>
                  </a:lnTo>
                  <a:lnTo>
                    <a:pt x="7" y="48"/>
                  </a:lnTo>
                  <a:lnTo>
                    <a:pt x="6" y="49"/>
                  </a:lnTo>
                  <a:lnTo>
                    <a:pt x="6" y="51"/>
                  </a:lnTo>
                  <a:lnTo>
                    <a:pt x="5" y="52"/>
                  </a:lnTo>
                  <a:lnTo>
                    <a:pt x="5" y="53"/>
                  </a:lnTo>
                  <a:lnTo>
                    <a:pt x="4" y="54"/>
                  </a:lnTo>
                  <a:lnTo>
                    <a:pt x="4" y="55"/>
                  </a:lnTo>
                  <a:lnTo>
                    <a:pt x="3" y="57"/>
                  </a:lnTo>
                  <a:lnTo>
                    <a:pt x="3" y="58"/>
                  </a:lnTo>
                  <a:lnTo>
                    <a:pt x="3" y="59"/>
                  </a:lnTo>
                  <a:lnTo>
                    <a:pt x="2" y="60"/>
                  </a:lnTo>
                  <a:lnTo>
                    <a:pt x="2" y="62"/>
                  </a:lnTo>
                  <a:lnTo>
                    <a:pt x="2" y="63"/>
                  </a:lnTo>
                  <a:lnTo>
                    <a:pt x="2" y="64"/>
                  </a:lnTo>
                  <a:lnTo>
                    <a:pt x="1" y="66"/>
                  </a:lnTo>
                  <a:lnTo>
                    <a:pt x="1" y="67"/>
                  </a:lnTo>
                  <a:lnTo>
                    <a:pt x="1" y="68"/>
                  </a:lnTo>
                  <a:lnTo>
                    <a:pt x="1" y="70"/>
                  </a:lnTo>
                  <a:lnTo>
                    <a:pt x="1" y="71"/>
                  </a:lnTo>
                  <a:lnTo>
                    <a:pt x="1" y="73"/>
                  </a:lnTo>
                  <a:lnTo>
                    <a:pt x="0" y="74"/>
                  </a:lnTo>
                  <a:lnTo>
                    <a:pt x="0" y="75"/>
                  </a:lnTo>
                  <a:lnTo>
                    <a:pt x="0" y="77"/>
                  </a:lnTo>
                  <a:lnTo>
                    <a:pt x="0" y="78"/>
                  </a:lnTo>
                  <a:lnTo>
                    <a:pt x="0" y="80"/>
                  </a:lnTo>
                  <a:lnTo>
                    <a:pt x="0" y="81"/>
                  </a:lnTo>
                  <a:lnTo>
                    <a:pt x="0" y="83"/>
                  </a:lnTo>
                  <a:lnTo>
                    <a:pt x="0" y="84"/>
                  </a:lnTo>
                  <a:lnTo>
                    <a:pt x="0" y="86"/>
                  </a:lnTo>
                  <a:lnTo>
                    <a:pt x="0" y="87"/>
                  </a:lnTo>
                  <a:lnTo>
                    <a:pt x="0" y="89"/>
                  </a:lnTo>
                  <a:lnTo>
                    <a:pt x="1" y="90"/>
                  </a:lnTo>
                  <a:lnTo>
                    <a:pt x="1" y="92"/>
                  </a:lnTo>
                  <a:lnTo>
                    <a:pt x="1" y="93"/>
                  </a:lnTo>
                  <a:lnTo>
                    <a:pt x="1" y="95"/>
                  </a:lnTo>
                  <a:lnTo>
                    <a:pt x="1" y="96"/>
                  </a:lnTo>
                  <a:lnTo>
                    <a:pt x="1" y="98"/>
                  </a:lnTo>
                  <a:lnTo>
                    <a:pt x="2" y="99"/>
                  </a:lnTo>
                  <a:lnTo>
                    <a:pt x="2" y="101"/>
                  </a:lnTo>
                  <a:lnTo>
                    <a:pt x="2" y="103"/>
                  </a:lnTo>
                  <a:lnTo>
                    <a:pt x="2" y="104"/>
                  </a:lnTo>
                  <a:lnTo>
                    <a:pt x="3" y="106"/>
                  </a:lnTo>
                  <a:lnTo>
                    <a:pt x="3" y="107"/>
                  </a:lnTo>
                  <a:lnTo>
                    <a:pt x="3" y="109"/>
                  </a:lnTo>
                  <a:lnTo>
                    <a:pt x="4" y="111"/>
                  </a:lnTo>
                  <a:lnTo>
                    <a:pt x="4" y="112"/>
                  </a:lnTo>
                  <a:lnTo>
                    <a:pt x="5" y="114"/>
                  </a:lnTo>
                  <a:lnTo>
                    <a:pt x="5" y="116"/>
                  </a:lnTo>
                  <a:lnTo>
                    <a:pt x="5" y="118"/>
                  </a:lnTo>
                  <a:lnTo>
                    <a:pt x="6" y="119"/>
                  </a:lnTo>
                  <a:lnTo>
                    <a:pt x="6" y="121"/>
                  </a:lnTo>
                  <a:lnTo>
                    <a:pt x="7" y="123"/>
                  </a:lnTo>
                  <a:lnTo>
                    <a:pt x="7" y="125"/>
                  </a:lnTo>
                  <a:lnTo>
                    <a:pt x="7" y="127"/>
                  </a:lnTo>
                  <a:lnTo>
                    <a:pt x="8" y="129"/>
                  </a:lnTo>
                  <a:lnTo>
                    <a:pt x="8" y="130"/>
                  </a:lnTo>
                  <a:lnTo>
                    <a:pt x="9" y="132"/>
                  </a:lnTo>
                  <a:lnTo>
                    <a:pt x="9" y="134"/>
                  </a:lnTo>
                  <a:lnTo>
                    <a:pt x="10" y="136"/>
                  </a:lnTo>
                  <a:lnTo>
                    <a:pt x="10" y="138"/>
                  </a:lnTo>
                  <a:lnTo>
                    <a:pt x="11" y="140"/>
                  </a:lnTo>
                  <a:lnTo>
                    <a:pt x="11" y="142"/>
                  </a:lnTo>
                  <a:lnTo>
                    <a:pt x="12" y="144"/>
                  </a:lnTo>
                  <a:lnTo>
                    <a:pt x="13" y="146"/>
                  </a:lnTo>
                  <a:lnTo>
                    <a:pt x="13" y="148"/>
                  </a:lnTo>
                  <a:lnTo>
                    <a:pt x="14" y="150"/>
                  </a:lnTo>
                  <a:lnTo>
                    <a:pt x="14" y="152"/>
                  </a:lnTo>
                  <a:lnTo>
                    <a:pt x="15" y="154"/>
                  </a:lnTo>
                  <a:lnTo>
                    <a:pt x="16" y="156"/>
                  </a:lnTo>
                  <a:lnTo>
                    <a:pt x="17" y="158"/>
                  </a:lnTo>
                  <a:lnTo>
                    <a:pt x="17" y="160"/>
                  </a:lnTo>
                  <a:lnTo>
                    <a:pt x="18" y="162"/>
                  </a:lnTo>
                  <a:lnTo>
                    <a:pt x="19" y="163"/>
                  </a:lnTo>
                  <a:lnTo>
                    <a:pt x="20" y="165"/>
                  </a:lnTo>
                  <a:lnTo>
                    <a:pt x="20" y="167"/>
                  </a:lnTo>
                  <a:lnTo>
                    <a:pt x="21" y="169"/>
                  </a:lnTo>
                  <a:lnTo>
                    <a:pt x="22" y="171"/>
                  </a:lnTo>
                  <a:lnTo>
                    <a:pt x="23" y="173"/>
                  </a:lnTo>
                  <a:lnTo>
                    <a:pt x="24" y="175"/>
                  </a:lnTo>
                  <a:lnTo>
                    <a:pt x="25" y="178"/>
                  </a:lnTo>
                  <a:lnTo>
                    <a:pt x="26" y="180"/>
                  </a:lnTo>
                  <a:lnTo>
                    <a:pt x="27" y="182"/>
                  </a:lnTo>
                  <a:lnTo>
                    <a:pt x="28" y="184"/>
                  </a:lnTo>
                  <a:lnTo>
                    <a:pt x="29" y="186"/>
                  </a:lnTo>
                  <a:lnTo>
                    <a:pt x="30" y="189"/>
                  </a:lnTo>
                  <a:lnTo>
                    <a:pt x="32" y="191"/>
                  </a:lnTo>
                  <a:lnTo>
                    <a:pt x="33" y="193"/>
                  </a:lnTo>
                  <a:lnTo>
                    <a:pt x="34" y="196"/>
                  </a:lnTo>
                  <a:lnTo>
                    <a:pt x="35" y="198"/>
                  </a:lnTo>
                  <a:lnTo>
                    <a:pt x="36" y="200"/>
                  </a:lnTo>
                  <a:lnTo>
                    <a:pt x="38" y="203"/>
                  </a:lnTo>
                  <a:lnTo>
                    <a:pt x="39" y="205"/>
                  </a:lnTo>
                  <a:lnTo>
                    <a:pt x="40" y="208"/>
                  </a:lnTo>
                  <a:lnTo>
                    <a:pt x="42" y="210"/>
                  </a:lnTo>
                  <a:lnTo>
                    <a:pt x="43" y="213"/>
                  </a:lnTo>
                  <a:lnTo>
                    <a:pt x="45" y="215"/>
                  </a:lnTo>
                  <a:lnTo>
                    <a:pt x="46" y="218"/>
                  </a:lnTo>
                  <a:lnTo>
                    <a:pt x="47" y="220"/>
                  </a:lnTo>
                  <a:lnTo>
                    <a:pt x="49" y="223"/>
                  </a:lnTo>
                  <a:lnTo>
                    <a:pt x="50" y="225"/>
                  </a:lnTo>
                  <a:lnTo>
                    <a:pt x="52" y="228"/>
                  </a:lnTo>
                  <a:lnTo>
                    <a:pt x="53" y="230"/>
                  </a:lnTo>
                  <a:lnTo>
                    <a:pt x="55" y="233"/>
                  </a:lnTo>
                  <a:lnTo>
                    <a:pt x="57" y="235"/>
                  </a:lnTo>
                  <a:lnTo>
                    <a:pt x="58" y="238"/>
                  </a:lnTo>
                  <a:lnTo>
                    <a:pt x="60" y="241"/>
                  </a:lnTo>
                  <a:lnTo>
                    <a:pt x="61" y="243"/>
                  </a:lnTo>
                  <a:lnTo>
                    <a:pt x="63" y="246"/>
                  </a:lnTo>
                  <a:lnTo>
                    <a:pt x="65" y="248"/>
                  </a:lnTo>
                  <a:lnTo>
                    <a:pt x="67" y="251"/>
                  </a:lnTo>
                  <a:lnTo>
                    <a:pt x="68" y="254"/>
                  </a:lnTo>
                  <a:lnTo>
                    <a:pt x="70" y="256"/>
                  </a:lnTo>
                  <a:lnTo>
                    <a:pt x="72" y="259"/>
                  </a:lnTo>
                  <a:lnTo>
                    <a:pt x="74" y="262"/>
                  </a:lnTo>
                  <a:lnTo>
                    <a:pt x="76" y="264"/>
                  </a:lnTo>
                  <a:lnTo>
                    <a:pt x="78" y="267"/>
                  </a:lnTo>
                  <a:lnTo>
                    <a:pt x="79" y="270"/>
                  </a:lnTo>
                  <a:lnTo>
                    <a:pt x="81" y="272"/>
                  </a:lnTo>
                  <a:lnTo>
                    <a:pt x="83" y="275"/>
                  </a:lnTo>
                  <a:lnTo>
                    <a:pt x="85" y="278"/>
                  </a:lnTo>
                  <a:lnTo>
                    <a:pt x="88" y="281"/>
                  </a:lnTo>
                  <a:lnTo>
                    <a:pt x="90" y="283"/>
                  </a:lnTo>
                  <a:lnTo>
                    <a:pt x="92" y="286"/>
                  </a:lnTo>
                  <a:lnTo>
                    <a:pt x="94" y="289"/>
                  </a:lnTo>
                  <a:lnTo>
                    <a:pt x="96" y="292"/>
                  </a:lnTo>
                  <a:lnTo>
                    <a:pt x="98" y="295"/>
                  </a:lnTo>
                  <a:lnTo>
                    <a:pt x="101" y="298"/>
                  </a:lnTo>
                  <a:lnTo>
                    <a:pt x="103" y="301"/>
                  </a:lnTo>
                  <a:lnTo>
                    <a:pt x="105" y="304"/>
                  </a:lnTo>
                  <a:lnTo>
                    <a:pt x="108" y="307"/>
                  </a:lnTo>
                  <a:lnTo>
                    <a:pt x="110" y="311"/>
                  </a:lnTo>
                  <a:lnTo>
                    <a:pt x="113" y="314"/>
                  </a:lnTo>
                  <a:lnTo>
                    <a:pt x="115" y="317"/>
                  </a:lnTo>
                  <a:lnTo>
                    <a:pt x="118" y="321"/>
                  </a:lnTo>
                  <a:lnTo>
                    <a:pt x="120" y="324"/>
                  </a:lnTo>
                  <a:lnTo>
                    <a:pt x="123" y="328"/>
                  </a:lnTo>
                  <a:lnTo>
                    <a:pt x="126" y="331"/>
                  </a:lnTo>
                  <a:lnTo>
                    <a:pt x="128" y="335"/>
                  </a:lnTo>
                  <a:lnTo>
                    <a:pt x="131" y="339"/>
                  </a:lnTo>
                  <a:lnTo>
                    <a:pt x="134" y="342"/>
                  </a:lnTo>
                  <a:lnTo>
                    <a:pt x="137" y="346"/>
                  </a:lnTo>
                  <a:lnTo>
                    <a:pt x="139" y="349"/>
                  </a:lnTo>
                  <a:lnTo>
                    <a:pt x="142" y="353"/>
                  </a:lnTo>
                  <a:lnTo>
                    <a:pt x="144" y="356"/>
                  </a:lnTo>
                  <a:lnTo>
                    <a:pt x="147" y="359"/>
                  </a:lnTo>
                  <a:lnTo>
                    <a:pt x="150" y="362"/>
                  </a:lnTo>
                  <a:lnTo>
                    <a:pt x="152" y="365"/>
                  </a:lnTo>
                  <a:lnTo>
                    <a:pt x="154" y="368"/>
                  </a:lnTo>
                  <a:lnTo>
                    <a:pt x="157" y="371"/>
                  </a:lnTo>
                  <a:lnTo>
                    <a:pt x="159" y="373"/>
                  </a:lnTo>
                  <a:lnTo>
                    <a:pt x="162" y="376"/>
                  </a:lnTo>
                  <a:lnTo>
                    <a:pt x="164" y="378"/>
                  </a:lnTo>
                  <a:lnTo>
                    <a:pt x="166" y="381"/>
                  </a:lnTo>
                  <a:lnTo>
                    <a:pt x="169" y="383"/>
                  </a:lnTo>
                  <a:lnTo>
                    <a:pt x="171" y="385"/>
                  </a:lnTo>
                  <a:lnTo>
                    <a:pt x="174" y="388"/>
                  </a:lnTo>
                  <a:lnTo>
                    <a:pt x="176" y="391"/>
                  </a:lnTo>
                  <a:lnTo>
                    <a:pt x="179" y="394"/>
                  </a:lnTo>
                  <a:lnTo>
                    <a:pt x="182" y="397"/>
                  </a:lnTo>
                  <a:lnTo>
                    <a:pt x="186" y="400"/>
                  </a:lnTo>
                  <a:lnTo>
                    <a:pt x="189" y="404"/>
                  </a:lnTo>
                  <a:lnTo>
                    <a:pt x="193" y="408"/>
                  </a:lnTo>
                  <a:lnTo>
                    <a:pt x="197" y="412"/>
                  </a:lnTo>
                  <a:lnTo>
                    <a:pt x="201" y="416"/>
                  </a:lnTo>
                  <a:lnTo>
                    <a:pt x="206" y="420"/>
                  </a:lnTo>
                  <a:lnTo>
                    <a:pt x="210" y="425"/>
                  </a:lnTo>
                  <a:lnTo>
                    <a:pt x="215" y="430"/>
                  </a:lnTo>
                  <a:lnTo>
                    <a:pt x="220" y="435"/>
                  </a:lnTo>
                  <a:lnTo>
                    <a:pt x="225" y="440"/>
                  </a:lnTo>
                  <a:lnTo>
                    <a:pt x="231" y="445"/>
                  </a:lnTo>
                  <a:lnTo>
                    <a:pt x="236" y="451"/>
                  </a:lnTo>
                  <a:lnTo>
                    <a:pt x="241" y="456"/>
                  </a:lnTo>
                  <a:lnTo>
                    <a:pt x="247" y="461"/>
                  </a:lnTo>
                  <a:lnTo>
                    <a:pt x="251" y="466"/>
                  </a:lnTo>
                  <a:lnTo>
                    <a:pt x="256" y="471"/>
                  </a:lnTo>
                  <a:lnTo>
                    <a:pt x="261" y="475"/>
                  </a:lnTo>
                  <a:lnTo>
                    <a:pt x="265" y="479"/>
                  </a:lnTo>
                  <a:lnTo>
                    <a:pt x="269" y="483"/>
                  </a:lnTo>
                  <a:lnTo>
                    <a:pt x="273" y="487"/>
                  </a:lnTo>
                  <a:lnTo>
                    <a:pt x="277" y="491"/>
                  </a:lnTo>
                  <a:lnTo>
                    <a:pt x="281" y="495"/>
                  </a:lnTo>
                  <a:lnTo>
                    <a:pt x="285" y="498"/>
                  </a:lnTo>
                  <a:lnTo>
                    <a:pt x="288" y="501"/>
                  </a:lnTo>
                  <a:lnTo>
                    <a:pt x="291" y="504"/>
                  </a:lnTo>
                  <a:lnTo>
                    <a:pt x="294" y="507"/>
                  </a:lnTo>
                  <a:lnTo>
                    <a:pt x="297" y="510"/>
                  </a:lnTo>
                  <a:lnTo>
                    <a:pt x="300" y="513"/>
                  </a:lnTo>
                  <a:lnTo>
                    <a:pt x="302" y="515"/>
                  </a:lnTo>
                  <a:lnTo>
                    <a:pt x="305" y="518"/>
                  </a:lnTo>
                  <a:lnTo>
                    <a:pt x="308" y="520"/>
                  </a:lnTo>
                  <a:lnTo>
                    <a:pt x="310" y="522"/>
                  </a:lnTo>
                  <a:lnTo>
                    <a:pt x="313" y="525"/>
                  </a:lnTo>
                  <a:lnTo>
                    <a:pt x="315" y="527"/>
                  </a:lnTo>
                  <a:lnTo>
                    <a:pt x="318" y="529"/>
                  </a:lnTo>
                  <a:lnTo>
                    <a:pt x="320" y="532"/>
                  </a:lnTo>
                  <a:lnTo>
                    <a:pt x="323" y="534"/>
                  </a:lnTo>
                  <a:lnTo>
                    <a:pt x="325" y="536"/>
                  </a:lnTo>
                  <a:lnTo>
                    <a:pt x="328" y="538"/>
                  </a:lnTo>
                  <a:lnTo>
                    <a:pt x="330" y="540"/>
                  </a:lnTo>
                  <a:lnTo>
                    <a:pt x="332" y="542"/>
                  </a:lnTo>
                  <a:lnTo>
                    <a:pt x="335" y="544"/>
                  </a:lnTo>
                  <a:lnTo>
                    <a:pt x="337" y="546"/>
                  </a:lnTo>
                  <a:lnTo>
                    <a:pt x="339" y="548"/>
                  </a:lnTo>
                  <a:lnTo>
                    <a:pt x="342" y="550"/>
                  </a:lnTo>
                  <a:lnTo>
                    <a:pt x="344" y="553"/>
                  </a:lnTo>
                  <a:lnTo>
                    <a:pt x="347" y="555"/>
                  </a:lnTo>
                  <a:lnTo>
                    <a:pt x="350" y="557"/>
                  </a:lnTo>
                  <a:lnTo>
                    <a:pt x="353" y="559"/>
                  </a:lnTo>
                  <a:lnTo>
                    <a:pt x="356" y="562"/>
                  </a:lnTo>
                  <a:lnTo>
                    <a:pt x="360" y="564"/>
                  </a:lnTo>
                  <a:lnTo>
                    <a:pt x="363" y="567"/>
                  </a:lnTo>
                  <a:lnTo>
                    <a:pt x="367" y="570"/>
                  </a:lnTo>
                  <a:lnTo>
                    <a:pt x="371" y="573"/>
                  </a:lnTo>
                  <a:lnTo>
                    <a:pt x="374" y="575"/>
                  </a:lnTo>
                  <a:lnTo>
                    <a:pt x="379" y="578"/>
                  </a:lnTo>
                  <a:lnTo>
                    <a:pt x="383" y="581"/>
                  </a:lnTo>
                  <a:lnTo>
                    <a:pt x="387" y="585"/>
                  </a:lnTo>
                  <a:lnTo>
                    <a:pt x="391" y="588"/>
                  </a:lnTo>
                  <a:lnTo>
                    <a:pt x="396" y="591"/>
                  </a:lnTo>
                  <a:lnTo>
                    <a:pt x="401" y="594"/>
                  </a:lnTo>
                  <a:lnTo>
                    <a:pt x="405" y="598"/>
                  </a:lnTo>
                  <a:lnTo>
                    <a:pt x="410" y="601"/>
                  </a:lnTo>
                  <a:lnTo>
                    <a:pt x="415" y="604"/>
                  </a:lnTo>
                  <a:lnTo>
                    <a:pt x="420" y="607"/>
                  </a:lnTo>
                  <a:lnTo>
                    <a:pt x="424" y="611"/>
                  </a:lnTo>
                  <a:lnTo>
                    <a:pt x="429" y="614"/>
                  </a:lnTo>
                  <a:lnTo>
                    <a:pt x="434" y="617"/>
                  </a:lnTo>
                  <a:lnTo>
                    <a:pt x="439" y="621"/>
                  </a:lnTo>
                  <a:lnTo>
                    <a:pt x="444" y="624"/>
                  </a:lnTo>
                  <a:lnTo>
                    <a:pt x="450" y="627"/>
                  </a:lnTo>
                  <a:lnTo>
                    <a:pt x="455" y="631"/>
                  </a:lnTo>
                  <a:lnTo>
                    <a:pt x="460" y="634"/>
                  </a:lnTo>
                  <a:lnTo>
                    <a:pt x="465" y="638"/>
                  </a:lnTo>
                  <a:lnTo>
                    <a:pt x="471" y="641"/>
                  </a:lnTo>
                  <a:lnTo>
                    <a:pt x="476" y="644"/>
                  </a:lnTo>
                  <a:lnTo>
                    <a:pt x="480" y="647"/>
                  </a:lnTo>
                  <a:lnTo>
                    <a:pt x="483" y="649"/>
                  </a:lnTo>
                  <a:lnTo>
                    <a:pt x="486" y="651"/>
                  </a:lnTo>
                  <a:lnTo>
                    <a:pt x="489" y="652"/>
                  </a:lnTo>
                  <a:lnTo>
                    <a:pt x="490" y="653"/>
                  </a:lnTo>
                  <a:lnTo>
                    <a:pt x="491" y="654"/>
                  </a:lnTo>
                  <a:lnTo>
                    <a:pt x="492" y="654"/>
                  </a:lnTo>
                  <a:lnTo>
                    <a:pt x="491" y="653"/>
                  </a:lnTo>
                  <a:lnTo>
                    <a:pt x="490" y="653"/>
                  </a:lnTo>
                  <a:lnTo>
                    <a:pt x="488" y="651"/>
                  </a:lnTo>
                  <a:lnTo>
                    <a:pt x="486" y="650"/>
                  </a:lnTo>
                  <a:lnTo>
                    <a:pt x="483" y="647"/>
                  </a:lnTo>
                  <a:lnTo>
                    <a:pt x="479" y="645"/>
                  </a:lnTo>
                  <a:lnTo>
                    <a:pt x="474" y="642"/>
                  </a:lnTo>
                  <a:lnTo>
                    <a:pt x="469" y="638"/>
                  </a:lnTo>
                  <a:lnTo>
                    <a:pt x="464" y="635"/>
                  </a:lnTo>
                  <a:lnTo>
                    <a:pt x="458" y="631"/>
                  </a:lnTo>
                  <a:lnTo>
                    <a:pt x="452" y="627"/>
                  </a:lnTo>
                  <a:lnTo>
                    <a:pt x="446" y="622"/>
                  </a:lnTo>
                  <a:lnTo>
                    <a:pt x="440" y="618"/>
                  </a:lnTo>
                  <a:lnTo>
                    <a:pt x="434" y="614"/>
                  </a:lnTo>
                  <a:lnTo>
                    <a:pt x="427" y="609"/>
                  </a:lnTo>
                  <a:lnTo>
                    <a:pt x="421" y="604"/>
                  </a:lnTo>
                  <a:lnTo>
                    <a:pt x="414" y="599"/>
                  </a:lnTo>
                  <a:lnTo>
                    <a:pt x="407" y="594"/>
                  </a:lnTo>
                  <a:lnTo>
                    <a:pt x="400" y="589"/>
                  </a:lnTo>
                  <a:lnTo>
                    <a:pt x="393" y="584"/>
                  </a:lnTo>
                  <a:lnTo>
                    <a:pt x="386" y="579"/>
                  </a:lnTo>
                  <a:lnTo>
                    <a:pt x="378" y="573"/>
                  </a:lnTo>
                  <a:lnTo>
                    <a:pt x="371" y="568"/>
                  </a:lnTo>
                  <a:lnTo>
                    <a:pt x="363" y="562"/>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11" name="Freeform 47">
              <a:extLst>
                <a:ext uri="{FF2B5EF4-FFF2-40B4-BE49-F238E27FC236}">
                  <a16:creationId xmlns:a16="http://schemas.microsoft.com/office/drawing/2014/main" id="{0EC32B6F-37DC-5E3D-C95E-DC3C82FDE2DD}"/>
                </a:ext>
              </a:extLst>
            </p:cNvPr>
            <p:cNvSpPr>
              <a:spLocks/>
            </p:cNvSpPr>
            <p:nvPr/>
          </p:nvSpPr>
          <p:spPr bwMode="auto">
            <a:xfrm>
              <a:off x="3260" y="2751"/>
              <a:ext cx="262" cy="373"/>
            </a:xfrm>
            <a:custGeom>
              <a:avLst/>
              <a:gdLst>
                <a:gd name="T0" fmla="*/ 182 w 492"/>
                <a:gd name="T1" fmla="*/ 142 h 655"/>
                <a:gd name="T2" fmla="*/ 218 w 492"/>
                <a:gd name="T3" fmla="*/ 176 h 655"/>
                <a:gd name="T4" fmla="*/ 262 w 492"/>
                <a:gd name="T5" fmla="*/ 221 h 655"/>
                <a:gd name="T6" fmla="*/ 306 w 492"/>
                <a:gd name="T7" fmla="*/ 269 h 655"/>
                <a:gd name="T8" fmla="*/ 334 w 492"/>
                <a:gd name="T9" fmla="*/ 305 h 655"/>
                <a:gd name="T10" fmla="*/ 356 w 492"/>
                <a:gd name="T11" fmla="*/ 338 h 655"/>
                <a:gd name="T12" fmla="*/ 375 w 492"/>
                <a:gd name="T13" fmla="*/ 367 h 655"/>
                <a:gd name="T14" fmla="*/ 390 w 492"/>
                <a:gd name="T15" fmla="*/ 391 h 655"/>
                <a:gd name="T16" fmla="*/ 405 w 492"/>
                <a:gd name="T17" fmla="*/ 418 h 655"/>
                <a:gd name="T18" fmla="*/ 421 w 492"/>
                <a:gd name="T19" fmla="*/ 448 h 655"/>
                <a:gd name="T20" fmla="*/ 435 w 492"/>
                <a:gd name="T21" fmla="*/ 478 h 655"/>
                <a:gd name="T22" fmla="*/ 443 w 492"/>
                <a:gd name="T23" fmla="*/ 502 h 655"/>
                <a:gd name="T24" fmla="*/ 448 w 492"/>
                <a:gd name="T25" fmla="*/ 525 h 655"/>
                <a:gd name="T26" fmla="*/ 452 w 492"/>
                <a:gd name="T27" fmla="*/ 548 h 655"/>
                <a:gd name="T28" fmla="*/ 453 w 492"/>
                <a:gd name="T29" fmla="*/ 567 h 655"/>
                <a:gd name="T30" fmla="*/ 451 w 492"/>
                <a:gd name="T31" fmla="*/ 582 h 655"/>
                <a:gd name="T32" fmla="*/ 445 w 492"/>
                <a:gd name="T33" fmla="*/ 593 h 655"/>
                <a:gd name="T34" fmla="*/ 435 w 492"/>
                <a:gd name="T35" fmla="*/ 602 h 655"/>
                <a:gd name="T36" fmla="*/ 423 w 492"/>
                <a:gd name="T37" fmla="*/ 609 h 655"/>
                <a:gd name="T38" fmla="*/ 410 w 492"/>
                <a:gd name="T39" fmla="*/ 613 h 655"/>
                <a:gd name="T40" fmla="*/ 396 w 492"/>
                <a:gd name="T41" fmla="*/ 615 h 655"/>
                <a:gd name="T42" fmla="*/ 380 w 492"/>
                <a:gd name="T43" fmla="*/ 615 h 655"/>
                <a:gd name="T44" fmla="*/ 357 w 492"/>
                <a:gd name="T45" fmla="*/ 612 h 655"/>
                <a:gd name="T46" fmla="*/ 332 w 492"/>
                <a:gd name="T47" fmla="*/ 611 h 655"/>
                <a:gd name="T48" fmla="*/ 340 w 492"/>
                <a:gd name="T49" fmla="*/ 634 h 655"/>
                <a:gd name="T50" fmla="*/ 363 w 492"/>
                <a:gd name="T51" fmla="*/ 651 h 655"/>
                <a:gd name="T52" fmla="*/ 387 w 492"/>
                <a:gd name="T53" fmla="*/ 654 h 655"/>
                <a:gd name="T54" fmla="*/ 406 w 492"/>
                <a:gd name="T55" fmla="*/ 654 h 655"/>
                <a:gd name="T56" fmla="*/ 424 w 492"/>
                <a:gd name="T57" fmla="*/ 651 h 655"/>
                <a:gd name="T58" fmla="*/ 441 w 492"/>
                <a:gd name="T59" fmla="*/ 645 h 655"/>
                <a:gd name="T60" fmla="*/ 457 w 492"/>
                <a:gd name="T61" fmla="*/ 637 h 655"/>
                <a:gd name="T62" fmla="*/ 469 w 492"/>
                <a:gd name="T63" fmla="*/ 629 h 655"/>
                <a:gd name="T64" fmla="*/ 477 w 492"/>
                <a:gd name="T65" fmla="*/ 620 h 655"/>
                <a:gd name="T66" fmla="*/ 484 w 492"/>
                <a:gd name="T67" fmla="*/ 608 h 655"/>
                <a:gd name="T68" fmla="*/ 489 w 492"/>
                <a:gd name="T69" fmla="*/ 594 h 655"/>
                <a:gd name="T70" fmla="*/ 491 w 492"/>
                <a:gd name="T71" fmla="*/ 580 h 655"/>
                <a:gd name="T72" fmla="*/ 490 w 492"/>
                <a:gd name="T73" fmla="*/ 563 h 655"/>
                <a:gd name="T74" fmla="*/ 488 w 492"/>
                <a:gd name="T75" fmla="*/ 546 h 655"/>
                <a:gd name="T76" fmla="*/ 485 w 492"/>
                <a:gd name="T77" fmla="*/ 528 h 655"/>
                <a:gd name="T78" fmla="*/ 479 w 492"/>
                <a:gd name="T79" fmla="*/ 508 h 655"/>
                <a:gd name="T80" fmla="*/ 471 w 492"/>
                <a:gd name="T81" fmla="*/ 487 h 655"/>
                <a:gd name="T82" fmla="*/ 459 w 492"/>
                <a:gd name="T83" fmla="*/ 463 h 655"/>
                <a:gd name="T84" fmla="*/ 445 w 492"/>
                <a:gd name="T85" fmla="*/ 436 h 655"/>
                <a:gd name="T86" fmla="*/ 427 w 492"/>
                <a:gd name="T87" fmla="*/ 408 h 655"/>
                <a:gd name="T88" fmla="*/ 407 w 492"/>
                <a:gd name="T89" fmla="*/ 377 h 655"/>
                <a:gd name="T90" fmla="*/ 381 w 492"/>
                <a:gd name="T91" fmla="*/ 344 h 655"/>
                <a:gd name="T92" fmla="*/ 351 w 492"/>
                <a:gd name="T93" fmla="*/ 306 h 655"/>
                <a:gd name="T94" fmla="*/ 324 w 492"/>
                <a:gd name="T95" fmla="*/ 274 h 655"/>
                <a:gd name="T96" fmla="*/ 290 w 492"/>
                <a:gd name="T97" fmla="*/ 238 h 655"/>
                <a:gd name="T98" fmla="*/ 236 w 492"/>
                <a:gd name="T99" fmla="*/ 183 h 655"/>
                <a:gd name="T100" fmla="*/ 195 w 492"/>
                <a:gd name="T101" fmla="*/ 144 h 655"/>
                <a:gd name="T102" fmla="*/ 167 w 492"/>
                <a:gd name="T103" fmla="*/ 118 h 655"/>
                <a:gd name="T104" fmla="*/ 139 w 492"/>
                <a:gd name="T105" fmla="*/ 96 h 655"/>
                <a:gd name="T106" fmla="*/ 96 w 492"/>
                <a:gd name="T107" fmla="*/ 65 h 655"/>
                <a:gd name="T108" fmla="*/ 42 w 492"/>
                <a:gd name="T109" fmla="*/ 28 h 655"/>
                <a:gd name="T110" fmla="*/ 1 w 492"/>
                <a:gd name="T111" fmla="*/ 0 h 655"/>
                <a:gd name="T112" fmla="*/ 34 w 492"/>
                <a:gd name="T113" fmla="*/ 25 h 655"/>
                <a:gd name="T114" fmla="*/ 106 w 492"/>
                <a:gd name="T115" fmla="*/ 77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2" h="655">
                  <a:moveTo>
                    <a:pt x="129" y="94"/>
                  </a:moveTo>
                  <a:lnTo>
                    <a:pt x="135" y="100"/>
                  </a:lnTo>
                  <a:lnTo>
                    <a:pt x="142" y="106"/>
                  </a:lnTo>
                  <a:lnTo>
                    <a:pt x="147" y="111"/>
                  </a:lnTo>
                  <a:lnTo>
                    <a:pt x="153" y="116"/>
                  </a:lnTo>
                  <a:lnTo>
                    <a:pt x="159" y="121"/>
                  </a:lnTo>
                  <a:lnTo>
                    <a:pt x="164" y="126"/>
                  </a:lnTo>
                  <a:lnTo>
                    <a:pt x="169" y="130"/>
                  </a:lnTo>
                  <a:lnTo>
                    <a:pt x="173" y="134"/>
                  </a:lnTo>
                  <a:lnTo>
                    <a:pt x="178" y="139"/>
                  </a:lnTo>
                  <a:lnTo>
                    <a:pt x="182" y="142"/>
                  </a:lnTo>
                  <a:lnTo>
                    <a:pt x="186" y="146"/>
                  </a:lnTo>
                  <a:lnTo>
                    <a:pt x="190" y="150"/>
                  </a:lnTo>
                  <a:lnTo>
                    <a:pt x="194" y="153"/>
                  </a:lnTo>
                  <a:lnTo>
                    <a:pt x="197" y="156"/>
                  </a:lnTo>
                  <a:lnTo>
                    <a:pt x="200" y="159"/>
                  </a:lnTo>
                  <a:lnTo>
                    <a:pt x="203" y="162"/>
                  </a:lnTo>
                  <a:lnTo>
                    <a:pt x="206" y="164"/>
                  </a:lnTo>
                  <a:lnTo>
                    <a:pt x="209" y="167"/>
                  </a:lnTo>
                  <a:lnTo>
                    <a:pt x="212" y="170"/>
                  </a:lnTo>
                  <a:lnTo>
                    <a:pt x="215" y="173"/>
                  </a:lnTo>
                  <a:lnTo>
                    <a:pt x="218" y="176"/>
                  </a:lnTo>
                  <a:lnTo>
                    <a:pt x="222" y="180"/>
                  </a:lnTo>
                  <a:lnTo>
                    <a:pt x="225" y="183"/>
                  </a:lnTo>
                  <a:lnTo>
                    <a:pt x="229" y="187"/>
                  </a:lnTo>
                  <a:lnTo>
                    <a:pt x="233" y="191"/>
                  </a:lnTo>
                  <a:lnTo>
                    <a:pt x="236" y="195"/>
                  </a:lnTo>
                  <a:lnTo>
                    <a:pt x="241" y="199"/>
                  </a:lnTo>
                  <a:lnTo>
                    <a:pt x="245" y="203"/>
                  </a:lnTo>
                  <a:lnTo>
                    <a:pt x="249" y="207"/>
                  </a:lnTo>
                  <a:lnTo>
                    <a:pt x="253" y="212"/>
                  </a:lnTo>
                  <a:lnTo>
                    <a:pt x="258" y="216"/>
                  </a:lnTo>
                  <a:lnTo>
                    <a:pt x="262" y="221"/>
                  </a:lnTo>
                  <a:lnTo>
                    <a:pt x="267" y="226"/>
                  </a:lnTo>
                  <a:lnTo>
                    <a:pt x="272" y="231"/>
                  </a:lnTo>
                  <a:lnTo>
                    <a:pt x="276" y="235"/>
                  </a:lnTo>
                  <a:lnTo>
                    <a:pt x="280" y="240"/>
                  </a:lnTo>
                  <a:lnTo>
                    <a:pt x="284" y="244"/>
                  </a:lnTo>
                  <a:lnTo>
                    <a:pt x="288" y="249"/>
                  </a:lnTo>
                  <a:lnTo>
                    <a:pt x="292" y="253"/>
                  </a:lnTo>
                  <a:lnTo>
                    <a:pt x="296" y="257"/>
                  </a:lnTo>
                  <a:lnTo>
                    <a:pt x="299" y="261"/>
                  </a:lnTo>
                  <a:lnTo>
                    <a:pt x="302" y="265"/>
                  </a:lnTo>
                  <a:lnTo>
                    <a:pt x="306" y="269"/>
                  </a:lnTo>
                  <a:lnTo>
                    <a:pt x="309" y="272"/>
                  </a:lnTo>
                  <a:lnTo>
                    <a:pt x="312" y="276"/>
                  </a:lnTo>
                  <a:lnTo>
                    <a:pt x="314" y="279"/>
                  </a:lnTo>
                  <a:lnTo>
                    <a:pt x="317" y="283"/>
                  </a:lnTo>
                  <a:lnTo>
                    <a:pt x="319" y="286"/>
                  </a:lnTo>
                  <a:lnTo>
                    <a:pt x="322" y="289"/>
                  </a:lnTo>
                  <a:lnTo>
                    <a:pt x="324" y="293"/>
                  </a:lnTo>
                  <a:lnTo>
                    <a:pt x="327" y="296"/>
                  </a:lnTo>
                  <a:lnTo>
                    <a:pt x="329" y="299"/>
                  </a:lnTo>
                  <a:lnTo>
                    <a:pt x="331" y="302"/>
                  </a:lnTo>
                  <a:lnTo>
                    <a:pt x="334" y="305"/>
                  </a:lnTo>
                  <a:lnTo>
                    <a:pt x="336" y="308"/>
                  </a:lnTo>
                  <a:lnTo>
                    <a:pt x="338" y="311"/>
                  </a:lnTo>
                  <a:lnTo>
                    <a:pt x="340" y="314"/>
                  </a:lnTo>
                  <a:lnTo>
                    <a:pt x="342" y="317"/>
                  </a:lnTo>
                  <a:lnTo>
                    <a:pt x="344" y="320"/>
                  </a:lnTo>
                  <a:lnTo>
                    <a:pt x="346" y="323"/>
                  </a:lnTo>
                  <a:lnTo>
                    <a:pt x="348" y="326"/>
                  </a:lnTo>
                  <a:lnTo>
                    <a:pt x="351" y="329"/>
                  </a:lnTo>
                  <a:lnTo>
                    <a:pt x="353" y="332"/>
                  </a:lnTo>
                  <a:lnTo>
                    <a:pt x="354" y="335"/>
                  </a:lnTo>
                  <a:lnTo>
                    <a:pt x="356" y="338"/>
                  </a:lnTo>
                  <a:lnTo>
                    <a:pt x="358" y="341"/>
                  </a:lnTo>
                  <a:lnTo>
                    <a:pt x="360" y="344"/>
                  </a:lnTo>
                  <a:lnTo>
                    <a:pt x="362" y="347"/>
                  </a:lnTo>
                  <a:lnTo>
                    <a:pt x="364" y="349"/>
                  </a:lnTo>
                  <a:lnTo>
                    <a:pt x="365" y="352"/>
                  </a:lnTo>
                  <a:lnTo>
                    <a:pt x="367" y="354"/>
                  </a:lnTo>
                  <a:lnTo>
                    <a:pt x="369" y="357"/>
                  </a:lnTo>
                  <a:lnTo>
                    <a:pt x="370" y="359"/>
                  </a:lnTo>
                  <a:lnTo>
                    <a:pt x="372" y="362"/>
                  </a:lnTo>
                  <a:lnTo>
                    <a:pt x="373" y="364"/>
                  </a:lnTo>
                  <a:lnTo>
                    <a:pt x="375" y="367"/>
                  </a:lnTo>
                  <a:lnTo>
                    <a:pt x="376" y="369"/>
                  </a:lnTo>
                  <a:lnTo>
                    <a:pt x="378" y="371"/>
                  </a:lnTo>
                  <a:lnTo>
                    <a:pt x="379" y="373"/>
                  </a:lnTo>
                  <a:lnTo>
                    <a:pt x="380" y="375"/>
                  </a:lnTo>
                  <a:lnTo>
                    <a:pt x="382" y="378"/>
                  </a:lnTo>
                  <a:lnTo>
                    <a:pt x="383" y="380"/>
                  </a:lnTo>
                  <a:lnTo>
                    <a:pt x="384" y="382"/>
                  </a:lnTo>
                  <a:lnTo>
                    <a:pt x="386" y="384"/>
                  </a:lnTo>
                  <a:lnTo>
                    <a:pt x="387" y="386"/>
                  </a:lnTo>
                  <a:lnTo>
                    <a:pt x="388" y="389"/>
                  </a:lnTo>
                  <a:lnTo>
                    <a:pt x="390" y="391"/>
                  </a:lnTo>
                  <a:lnTo>
                    <a:pt x="391" y="393"/>
                  </a:lnTo>
                  <a:lnTo>
                    <a:pt x="392" y="396"/>
                  </a:lnTo>
                  <a:lnTo>
                    <a:pt x="394" y="398"/>
                  </a:lnTo>
                  <a:lnTo>
                    <a:pt x="395" y="400"/>
                  </a:lnTo>
                  <a:lnTo>
                    <a:pt x="397" y="403"/>
                  </a:lnTo>
                  <a:lnTo>
                    <a:pt x="398" y="405"/>
                  </a:lnTo>
                  <a:lnTo>
                    <a:pt x="400" y="408"/>
                  </a:lnTo>
                  <a:lnTo>
                    <a:pt x="401" y="410"/>
                  </a:lnTo>
                  <a:lnTo>
                    <a:pt x="402" y="413"/>
                  </a:lnTo>
                  <a:lnTo>
                    <a:pt x="404" y="416"/>
                  </a:lnTo>
                  <a:lnTo>
                    <a:pt x="405" y="418"/>
                  </a:lnTo>
                  <a:lnTo>
                    <a:pt x="407" y="421"/>
                  </a:lnTo>
                  <a:lnTo>
                    <a:pt x="408" y="424"/>
                  </a:lnTo>
                  <a:lnTo>
                    <a:pt x="410" y="426"/>
                  </a:lnTo>
                  <a:lnTo>
                    <a:pt x="411" y="429"/>
                  </a:lnTo>
                  <a:lnTo>
                    <a:pt x="413" y="432"/>
                  </a:lnTo>
                  <a:lnTo>
                    <a:pt x="414" y="434"/>
                  </a:lnTo>
                  <a:lnTo>
                    <a:pt x="416" y="437"/>
                  </a:lnTo>
                  <a:lnTo>
                    <a:pt x="417" y="440"/>
                  </a:lnTo>
                  <a:lnTo>
                    <a:pt x="418" y="443"/>
                  </a:lnTo>
                  <a:lnTo>
                    <a:pt x="420" y="446"/>
                  </a:lnTo>
                  <a:lnTo>
                    <a:pt x="421" y="448"/>
                  </a:lnTo>
                  <a:lnTo>
                    <a:pt x="423" y="451"/>
                  </a:lnTo>
                  <a:lnTo>
                    <a:pt x="424" y="454"/>
                  </a:lnTo>
                  <a:lnTo>
                    <a:pt x="426" y="457"/>
                  </a:lnTo>
                  <a:lnTo>
                    <a:pt x="427" y="460"/>
                  </a:lnTo>
                  <a:lnTo>
                    <a:pt x="429" y="463"/>
                  </a:lnTo>
                  <a:lnTo>
                    <a:pt x="430" y="466"/>
                  </a:lnTo>
                  <a:lnTo>
                    <a:pt x="431" y="468"/>
                  </a:lnTo>
                  <a:lnTo>
                    <a:pt x="432" y="471"/>
                  </a:lnTo>
                  <a:lnTo>
                    <a:pt x="433" y="473"/>
                  </a:lnTo>
                  <a:lnTo>
                    <a:pt x="434" y="476"/>
                  </a:lnTo>
                  <a:lnTo>
                    <a:pt x="435" y="478"/>
                  </a:lnTo>
                  <a:lnTo>
                    <a:pt x="436" y="481"/>
                  </a:lnTo>
                  <a:lnTo>
                    <a:pt x="437" y="483"/>
                  </a:lnTo>
                  <a:lnTo>
                    <a:pt x="438" y="485"/>
                  </a:lnTo>
                  <a:lnTo>
                    <a:pt x="439" y="488"/>
                  </a:lnTo>
                  <a:lnTo>
                    <a:pt x="440" y="490"/>
                  </a:lnTo>
                  <a:lnTo>
                    <a:pt x="440" y="492"/>
                  </a:lnTo>
                  <a:lnTo>
                    <a:pt x="441" y="494"/>
                  </a:lnTo>
                  <a:lnTo>
                    <a:pt x="441" y="496"/>
                  </a:lnTo>
                  <a:lnTo>
                    <a:pt x="442" y="498"/>
                  </a:lnTo>
                  <a:lnTo>
                    <a:pt x="442" y="500"/>
                  </a:lnTo>
                  <a:lnTo>
                    <a:pt x="443" y="502"/>
                  </a:lnTo>
                  <a:lnTo>
                    <a:pt x="443" y="504"/>
                  </a:lnTo>
                  <a:lnTo>
                    <a:pt x="444" y="506"/>
                  </a:lnTo>
                  <a:lnTo>
                    <a:pt x="444" y="508"/>
                  </a:lnTo>
                  <a:lnTo>
                    <a:pt x="445" y="510"/>
                  </a:lnTo>
                  <a:lnTo>
                    <a:pt x="445" y="512"/>
                  </a:lnTo>
                  <a:lnTo>
                    <a:pt x="446" y="514"/>
                  </a:lnTo>
                  <a:lnTo>
                    <a:pt x="446" y="516"/>
                  </a:lnTo>
                  <a:lnTo>
                    <a:pt x="447" y="519"/>
                  </a:lnTo>
                  <a:lnTo>
                    <a:pt x="447" y="521"/>
                  </a:lnTo>
                  <a:lnTo>
                    <a:pt x="448" y="523"/>
                  </a:lnTo>
                  <a:lnTo>
                    <a:pt x="448" y="525"/>
                  </a:lnTo>
                  <a:lnTo>
                    <a:pt x="449" y="527"/>
                  </a:lnTo>
                  <a:lnTo>
                    <a:pt x="449" y="530"/>
                  </a:lnTo>
                  <a:lnTo>
                    <a:pt x="450" y="532"/>
                  </a:lnTo>
                  <a:lnTo>
                    <a:pt x="450" y="534"/>
                  </a:lnTo>
                  <a:lnTo>
                    <a:pt x="450" y="536"/>
                  </a:lnTo>
                  <a:lnTo>
                    <a:pt x="451" y="538"/>
                  </a:lnTo>
                  <a:lnTo>
                    <a:pt x="451" y="540"/>
                  </a:lnTo>
                  <a:lnTo>
                    <a:pt x="451" y="543"/>
                  </a:lnTo>
                  <a:lnTo>
                    <a:pt x="452" y="545"/>
                  </a:lnTo>
                  <a:lnTo>
                    <a:pt x="452" y="546"/>
                  </a:lnTo>
                  <a:lnTo>
                    <a:pt x="452" y="548"/>
                  </a:lnTo>
                  <a:lnTo>
                    <a:pt x="452" y="550"/>
                  </a:lnTo>
                  <a:lnTo>
                    <a:pt x="453" y="552"/>
                  </a:lnTo>
                  <a:lnTo>
                    <a:pt x="453" y="554"/>
                  </a:lnTo>
                  <a:lnTo>
                    <a:pt x="453" y="556"/>
                  </a:lnTo>
                  <a:lnTo>
                    <a:pt x="453" y="557"/>
                  </a:lnTo>
                  <a:lnTo>
                    <a:pt x="453" y="559"/>
                  </a:lnTo>
                  <a:lnTo>
                    <a:pt x="453" y="561"/>
                  </a:lnTo>
                  <a:lnTo>
                    <a:pt x="453" y="562"/>
                  </a:lnTo>
                  <a:lnTo>
                    <a:pt x="453" y="564"/>
                  </a:lnTo>
                  <a:lnTo>
                    <a:pt x="453" y="565"/>
                  </a:lnTo>
                  <a:lnTo>
                    <a:pt x="453" y="567"/>
                  </a:lnTo>
                  <a:lnTo>
                    <a:pt x="453" y="568"/>
                  </a:lnTo>
                  <a:lnTo>
                    <a:pt x="453" y="570"/>
                  </a:lnTo>
                  <a:lnTo>
                    <a:pt x="452" y="571"/>
                  </a:lnTo>
                  <a:lnTo>
                    <a:pt x="452" y="573"/>
                  </a:lnTo>
                  <a:lnTo>
                    <a:pt x="452" y="574"/>
                  </a:lnTo>
                  <a:lnTo>
                    <a:pt x="452" y="575"/>
                  </a:lnTo>
                  <a:lnTo>
                    <a:pt x="452" y="577"/>
                  </a:lnTo>
                  <a:lnTo>
                    <a:pt x="451" y="578"/>
                  </a:lnTo>
                  <a:lnTo>
                    <a:pt x="451" y="579"/>
                  </a:lnTo>
                  <a:lnTo>
                    <a:pt x="451" y="580"/>
                  </a:lnTo>
                  <a:lnTo>
                    <a:pt x="451" y="582"/>
                  </a:lnTo>
                  <a:lnTo>
                    <a:pt x="450" y="583"/>
                  </a:lnTo>
                  <a:lnTo>
                    <a:pt x="450" y="584"/>
                  </a:lnTo>
                  <a:lnTo>
                    <a:pt x="450" y="585"/>
                  </a:lnTo>
                  <a:lnTo>
                    <a:pt x="449" y="586"/>
                  </a:lnTo>
                  <a:lnTo>
                    <a:pt x="449" y="587"/>
                  </a:lnTo>
                  <a:lnTo>
                    <a:pt x="448" y="588"/>
                  </a:lnTo>
                  <a:lnTo>
                    <a:pt x="448" y="589"/>
                  </a:lnTo>
                  <a:lnTo>
                    <a:pt x="447" y="590"/>
                  </a:lnTo>
                  <a:lnTo>
                    <a:pt x="446" y="591"/>
                  </a:lnTo>
                  <a:lnTo>
                    <a:pt x="446" y="592"/>
                  </a:lnTo>
                  <a:lnTo>
                    <a:pt x="445" y="593"/>
                  </a:lnTo>
                  <a:lnTo>
                    <a:pt x="444" y="594"/>
                  </a:lnTo>
                  <a:lnTo>
                    <a:pt x="444" y="595"/>
                  </a:lnTo>
                  <a:lnTo>
                    <a:pt x="443" y="596"/>
                  </a:lnTo>
                  <a:lnTo>
                    <a:pt x="442" y="597"/>
                  </a:lnTo>
                  <a:lnTo>
                    <a:pt x="441" y="597"/>
                  </a:lnTo>
                  <a:lnTo>
                    <a:pt x="440" y="598"/>
                  </a:lnTo>
                  <a:lnTo>
                    <a:pt x="439" y="599"/>
                  </a:lnTo>
                  <a:lnTo>
                    <a:pt x="438" y="600"/>
                  </a:lnTo>
                  <a:lnTo>
                    <a:pt x="437" y="601"/>
                  </a:lnTo>
                  <a:lnTo>
                    <a:pt x="436" y="601"/>
                  </a:lnTo>
                  <a:lnTo>
                    <a:pt x="435" y="602"/>
                  </a:lnTo>
                  <a:lnTo>
                    <a:pt x="434" y="603"/>
                  </a:lnTo>
                  <a:lnTo>
                    <a:pt x="433" y="603"/>
                  </a:lnTo>
                  <a:lnTo>
                    <a:pt x="432" y="604"/>
                  </a:lnTo>
                  <a:lnTo>
                    <a:pt x="431" y="605"/>
                  </a:lnTo>
                  <a:lnTo>
                    <a:pt x="430" y="605"/>
                  </a:lnTo>
                  <a:lnTo>
                    <a:pt x="429" y="606"/>
                  </a:lnTo>
                  <a:lnTo>
                    <a:pt x="428" y="607"/>
                  </a:lnTo>
                  <a:lnTo>
                    <a:pt x="426" y="607"/>
                  </a:lnTo>
                  <a:lnTo>
                    <a:pt x="425" y="608"/>
                  </a:lnTo>
                  <a:lnTo>
                    <a:pt x="424" y="608"/>
                  </a:lnTo>
                  <a:lnTo>
                    <a:pt x="423" y="609"/>
                  </a:lnTo>
                  <a:lnTo>
                    <a:pt x="422" y="609"/>
                  </a:lnTo>
                  <a:lnTo>
                    <a:pt x="421" y="610"/>
                  </a:lnTo>
                  <a:lnTo>
                    <a:pt x="420" y="610"/>
                  </a:lnTo>
                  <a:lnTo>
                    <a:pt x="419" y="610"/>
                  </a:lnTo>
                  <a:lnTo>
                    <a:pt x="417" y="611"/>
                  </a:lnTo>
                  <a:lnTo>
                    <a:pt x="416" y="611"/>
                  </a:lnTo>
                  <a:lnTo>
                    <a:pt x="415" y="612"/>
                  </a:lnTo>
                  <a:lnTo>
                    <a:pt x="414" y="612"/>
                  </a:lnTo>
                  <a:lnTo>
                    <a:pt x="413" y="612"/>
                  </a:lnTo>
                  <a:lnTo>
                    <a:pt x="411" y="613"/>
                  </a:lnTo>
                  <a:lnTo>
                    <a:pt x="410" y="613"/>
                  </a:lnTo>
                  <a:lnTo>
                    <a:pt x="409" y="613"/>
                  </a:lnTo>
                  <a:lnTo>
                    <a:pt x="408" y="613"/>
                  </a:lnTo>
                  <a:lnTo>
                    <a:pt x="406" y="613"/>
                  </a:lnTo>
                  <a:lnTo>
                    <a:pt x="405" y="614"/>
                  </a:lnTo>
                  <a:lnTo>
                    <a:pt x="404" y="614"/>
                  </a:lnTo>
                  <a:lnTo>
                    <a:pt x="402" y="614"/>
                  </a:lnTo>
                  <a:lnTo>
                    <a:pt x="401" y="614"/>
                  </a:lnTo>
                  <a:lnTo>
                    <a:pt x="400" y="614"/>
                  </a:lnTo>
                  <a:lnTo>
                    <a:pt x="398" y="614"/>
                  </a:lnTo>
                  <a:lnTo>
                    <a:pt x="397" y="615"/>
                  </a:lnTo>
                  <a:lnTo>
                    <a:pt x="396" y="615"/>
                  </a:lnTo>
                  <a:lnTo>
                    <a:pt x="394" y="615"/>
                  </a:lnTo>
                  <a:lnTo>
                    <a:pt x="393" y="615"/>
                  </a:lnTo>
                  <a:lnTo>
                    <a:pt x="392" y="615"/>
                  </a:lnTo>
                  <a:lnTo>
                    <a:pt x="390" y="615"/>
                  </a:lnTo>
                  <a:lnTo>
                    <a:pt x="389" y="615"/>
                  </a:lnTo>
                  <a:lnTo>
                    <a:pt x="387" y="615"/>
                  </a:lnTo>
                  <a:lnTo>
                    <a:pt x="386" y="615"/>
                  </a:lnTo>
                  <a:lnTo>
                    <a:pt x="385" y="615"/>
                  </a:lnTo>
                  <a:lnTo>
                    <a:pt x="383" y="615"/>
                  </a:lnTo>
                  <a:lnTo>
                    <a:pt x="382" y="615"/>
                  </a:lnTo>
                  <a:lnTo>
                    <a:pt x="380" y="615"/>
                  </a:lnTo>
                  <a:lnTo>
                    <a:pt x="379" y="615"/>
                  </a:lnTo>
                  <a:lnTo>
                    <a:pt x="377" y="615"/>
                  </a:lnTo>
                  <a:lnTo>
                    <a:pt x="375" y="615"/>
                  </a:lnTo>
                  <a:lnTo>
                    <a:pt x="373" y="615"/>
                  </a:lnTo>
                  <a:lnTo>
                    <a:pt x="371" y="614"/>
                  </a:lnTo>
                  <a:lnTo>
                    <a:pt x="369" y="614"/>
                  </a:lnTo>
                  <a:lnTo>
                    <a:pt x="367" y="614"/>
                  </a:lnTo>
                  <a:lnTo>
                    <a:pt x="364" y="614"/>
                  </a:lnTo>
                  <a:lnTo>
                    <a:pt x="362" y="613"/>
                  </a:lnTo>
                  <a:lnTo>
                    <a:pt x="360" y="613"/>
                  </a:lnTo>
                  <a:lnTo>
                    <a:pt x="357" y="612"/>
                  </a:lnTo>
                  <a:lnTo>
                    <a:pt x="354" y="612"/>
                  </a:lnTo>
                  <a:lnTo>
                    <a:pt x="351" y="611"/>
                  </a:lnTo>
                  <a:lnTo>
                    <a:pt x="348" y="611"/>
                  </a:lnTo>
                  <a:lnTo>
                    <a:pt x="345" y="610"/>
                  </a:lnTo>
                  <a:lnTo>
                    <a:pt x="342" y="609"/>
                  </a:lnTo>
                  <a:lnTo>
                    <a:pt x="340" y="609"/>
                  </a:lnTo>
                  <a:lnTo>
                    <a:pt x="338" y="609"/>
                  </a:lnTo>
                  <a:lnTo>
                    <a:pt x="336" y="609"/>
                  </a:lnTo>
                  <a:lnTo>
                    <a:pt x="334" y="610"/>
                  </a:lnTo>
                  <a:lnTo>
                    <a:pt x="333" y="610"/>
                  </a:lnTo>
                  <a:lnTo>
                    <a:pt x="332" y="611"/>
                  </a:lnTo>
                  <a:lnTo>
                    <a:pt x="331" y="612"/>
                  </a:lnTo>
                  <a:lnTo>
                    <a:pt x="330" y="613"/>
                  </a:lnTo>
                  <a:lnTo>
                    <a:pt x="330" y="615"/>
                  </a:lnTo>
                  <a:lnTo>
                    <a:pt x="331" y="616"/>
                  </a:lnTo>
                  <a:lnTo>
                    <a:pt x="331" y="618"/>
                  </a:lnTo>
                  <a:lnTo>
                    <a:pt x="332" y="620"/>
                  </a:lnTo>
                  <a:lnTo>
                    <a:pt x="333" y="623"/>
                  </a:lnTo>
                  <a:lnTo>
                    <a:pt x="335" y="625"/>
                  </a:lnTo>
                  <a:lnTo>
                    <a:pt x="336" y="628"/>
                  </a:lnTo>
                  <a:lnTo>
                    <a:pt x="338" y="631"/>
                  </a:lnTo>
                  <a:lnTo>
                    <a:pt x="340" y="634"/>
                  </a:lnTo>
                  <a:lnTo>
                    <a:pt x="342" y="636"/>
                  </a:lnTo>
                  <a:lnTo>
                    <a:pt x="344" y="638"/>
                  </a:lnTo>
                  <a:lnTo>
                    <a:pt x="346" y="641"/>
                  </a:lnTo>
                  <a:lnTo>
                    <a:pt x="348" y="643"/>
                  </a:lnTo>
                  <a:lnTo>
                    <a:pt x="350" y="644"/>
                  </a:lnTo>
                  <a:lnTo>
                    <a:pt x="353" y="646"/>
                  </a:lnTo>
                  <a:lnTo>
                    <a:pt x="355" y="647"/>
                  </a:lnTo>
                  <a:lnTo>
                    <a:pt x="357" y="649"/>
                  </a:lnTo>
                  <a:lnTo>
                    <a:pt x="359" y="650"/>
                  </a:lnTo>
                  <a:lnTo>
                    <a:pt x="361" y="651"/>
                  </a:lnTo>
                  <a:lnTo>
                    <a:pt x="363" y="651"/>
                  </a:lnTo>
                  <a:lnTo>
                    <a:pt x="366" y="652"/>
                  </a:lnTo>
                  <a:lnTo>
                    <a:pt x="368" y="652"/>
                  </a:lnTo>
                  <a:lnTo>
                    <a:pt x="370" y="653"/>
                  </a:lnTo>
                  <a:lnTo>
                    <a:pt x="372" y="653"/>
                  </a:lnTo>
                  <a:lnTo>
                    <a:pt x="374" y="653"/>
                  </a:lnTo>
                  <a:lnTo>
                    <a:pt x="377" y="653"/>
                  </a:lnTo>
                  <a:lnTo>
                    <a:pt x="379" y="653"/>
                  </a:lnTo>
                  <a:lnTo>
                    <a:pt x="381" y="653"/>
                  </a:lnTo>
                  <a:lnTo>
                    <a:pt x="383" y="654"/>
                  </a:lnTo>
                  <a:lnTo>
                    <a:pt x="385" y="654"/>
                  </a:lnTo>
                  <a:lnTo>
                    <a:pt x="387" y="654"/>
                  </a:lnTo>
                  <a:lnTo>
                    <a:pt x="389" y="654"/>
                  </a:lnTo>
                  <a:lnTo>
                    <a:pt x="391" y="654"/>
                  </a:lnTo>
                  <a:lnTo>
                    <a:pt x="393" y="654"/>
                  </a:lnTo>
                  <a:lnTo>
                    <a:pt x="394" y="654"/>
                  </a:lnTo>
                  <a:lnTo>
                    <a:pt x="396" y="654"/>
                  </a:lnTo>
                  <a:lnTo>
                    <a:pt x="398" y="654"/>
                  </a:lnTo>
                  <a:lnTo>
                    <a:pt x="399" y="654"/>
                  </a:lnTo>
                  <a:lnTo>
                    <a:pt x="401" y="654"/>
                  </a:lnTo>
                  <a:lnTo>
                    <a:pt x="403" y="654"/>
                  </a:lnTo>
                  <a:lnTo>
                    <a:pt x="404" y="654"/>
                  </a:lnTo>
                  <a:lnTo>
                    <a:pt x="406" y="654"/>
                  </a:lnTo>
                  <a:lnTo>
                    <a:pt x="408" y="654"/>
                  </a:lnTo>
                  <a:lnTo>
                    <a:pt x="409" y="654"/>
                  </a:lnTo>
                  <a:lnTo>
                    <a:pt x="411" y="653"/>
                  </a:lnTo>
                  <a:lnTo>
                    <a:pt x="412" y="653"/>
                  </a:lnTo>
                  <a:lnTo>
                    <a:pt x="414" y="653"/>
                  </a:lnTo>
                  <a:lnTo>
                    <a:pt x="416" y="653"/>
                  </a:lnTo>
                  <a:lnTo>
                    <a:pt x="417" y="653"/>
                  </a:lnTo>
                  <a:lnTo>
                    <a:pt x="419" y="652"/>
                  </a:lnTo>
                  <a:lnTo>
                    <a:pt x="421" y="652"/>
                  </a:lnTo>
                  <a:lnTo>
                    <a:pt x="422" y="651"/>
                  </a:lnTo>
                  <a:lnTo>
                    <a:pt x="424" y="651"/>
                  </a:lnTo>
                  <a:lnTo>
                    <a:pt x="425" y="651"/>
                  </a:lnTo>
                  <a:lnTo>
                    <a:pt x="427" y="650"/>
                  </a:lnTo>
                  <a:lnTo>
                    <a:pt x="429" y="650"/>
                  </a:lnTo>
                  <a:lnTo>
                    <a:pt x="430" y="649"/>
                  </a:lnTo>
                  <a:lnTo>
                    <a:pt x="432" y="649"/>
                  </a:lnTo>
                  <a:lnTo>
                    <a:pt x="433" y="648"/>
                  </a:lnTo>
                  <a:lnTo>
                    <a:pt x="435" y="647"/>
                  </a:lnTo>
                  <a:lnTo>
                    <a:pt x="437" y="647"/>
                  </a:lnTo>
                  <a:lnTo>
                    <a:pt x="438" y="646"/>
                  </a:lnTo>
                  <a:lnTo>
                    <a:pt x="440" y="646"/>
                  </a:lnTo>
                  <a:lnTo>
                    <a:pt x="441" y="645"/>
                  </a:lnTo>
                  <a:lnTo>
                    <a:pt x="443" y="644"/>
                  </a:lnTo>
                  <a:lnTo>
                    <a:pt x="444" y="644"/>
                  </a:lnTo>
                  <a:lnTo>
                    <a:pt x="446" y="643"/>
                  </a:lnTo>
                  <a:lnTo>
                    <a:pt x="447" y="642"/>
                  </a:lnTo>
                  <a:lnTo>
                    <a:pt x="449" y="641"/>
                  </a:lnTo>
                  <a:lnTo>
                    <a:pt x="450" y="641"/>
                  </a:lnTo>
                  <a:lnTo>
                    <a:pt x="452" y="640"/>
                  </a:lnTo>
                  <a:lnTo>
                    <a:pt x="453" y="639"/>
                  </a:lnTo>
                  <a:lnTo>
                    <a:pt x="454" y="638"/>
                  </a:lnTo>
                  <a:lnTo>
                    <a:pt x="456" y="637"/>
                  </a:lnTo>
                  <a:lnTo>
                    <a:pt x="457" y="637"/>
                  </a:lnTo>
                  <a:lnTo>
                    <a:pt x="458" y="636"/>
                  </a:lnTo>
                  <a:lnTo>
                    <a:pt x="460" y="635"/>
                  </a:lnTo>
                  <a:lnTo>
                    <a:pt x="461" y="634"/>
                  </a:lnTo>
                  <a:lnTo>
                    <a:pt x="462" y="634"/>
                  </a:lnTo>
                  <a:lnTo>
                    <a:pt x="463" y="633"/>
                  </a:lnTo>
                  <a:lnTo>
                    <a:pt x="464" y="632"/>
                  </a:lnTo>
                  <a:lnTo>
                    <a:pt x="465" y="631"/>
                  </a:lnTo>
                  <a:lnTo>
                    <a:pt x="466" y="631"/>
                  </a:lnTo>
                  <a:lnTo>
                    <a:pt x="467" y="630"/>
                  </a:lnTo>
                  <a:lnTo>
                    <a:pt x="468" y="629"/>
                  </a:lnTo>
                  <a:lnTo>
                    <a:pt x="469" y="629"/>
                  </a:lnTo>
                  <a:lnTo>
                    <a:pt x="470" y="628"/>
                  </a:lnTo>
                  <a:lnTo>
                    <a:pt x="471" y="627"/>
                  </a:lnTo>
                  <a:lnTo>
                    <a:pt x="472" y="626"/>
                  </a:lnTo>
                  <a:lnTo>
                    <a:pt x="473" y="625"/>
                  </a:lnTo>
                  <a:lnTo>
                    <a:pt x="474" y="624"/>
                  </a:lnTo>
                  <a:lnTo>
                    <a:pt x="475" y="623"/>
                  </a:lnTo>
                  <a:lnTo>
                    <a:pt x="476" y="622"/>
                  </a:lnTo>
                  <a:lnTo>
                    <a:pt x="477" y="621"/>
                  </a:lnTo>
                  <a:lnTo>
                    <a:pt x="477" y="620"/>
                  </a:lnTo>
                  <a:lnTo>
                    <a:pt x="478" y="619"/>
                  </a:lnTo>
                  <a:lnTo>
                    <a:pt x="479" y="618"/>
                  </a:lnTo>
                  <a:lnTo>
                    <a:pt x="479" y="617"/>
                  </a:lnTo>
                  <a:lnTo>
                    <a:pt x="480" y="616"/>
                  </a:lnTo>
                  <a:lnTo>
                    <a:pt x="481" y="615"/>
                  </a:lnTo>
                  <a:lnTo>
                    <a:pt x="481" y="614"/>
                  </a:lnTo>
                  <a:lnTo>
                    <a:pt x="482" y="613"/>
                  </a:lnTo>
                  <a:lnTo>
                    <a:pt x="483" y="612"/>
                  </a:lnTo>
                  <a:lnTo>
                    <a:pt x="483" y="610"/>
                  </a:lnTo>
                  <a:lnTo>
                    <a:pt x="484" y="609"/>
                  </a:lnTo>
                  <a:lnTo>
                    <a:pt x="484" y="608"/>
                  </a:lnTo>
                  <a:lnTo>
                    <a:pt x="485" y="607"/>
                  </a:lnTo>
                  <a:lnTo>
                    <a:pt x="485" y="606"/>
                  </a:lnTo>
                  <a:lnTo>
                    <a:pt x="486" y="604"/>
                  </a:lnTo>
                  <a:lnTo>
                    <a:pt x="486" y="603"/>
                  </a:lnTo>
                  <a:lnTo>
                    <a:pt x="487" y="602"/>
                  </a:lnTo>
                  <a:lnTo>
                    <a:pt x="487" y="601"/>
                  </a:lnTo>
                  <a:lnTo>
                    <a:pt x="488" y="600"/>
                  </a:lnTo>
                  <a:lnTo>
                    <a:pt x="488" y="598"/>
                  </a:lnTo>
                  <a:lnTo>
                    <a:pt x="489" y="597"/>
                  </a:lnTo>
                  <a:lnTo>
                    <a:pt x="489" y="596"/>
                  </a:lnTo>
                  <a:lnTo>
                    <a:pt x="489" y="594"/>
                  </a:lnTo>
                  <a:lnTo>
                    <a:pt x="490" y="593"/>
                  </a:lnTo>
                  <a:lnTo>
                    <a:pt x="490" y="592"/>
                  </a:lnTo>
                  <a:lnTo>
                    <a:pt x="490" y="590"/>
                  </a:lnTo>
                  <a:lnTo>
                    <a:pt x="490" y="589"/>
                  </a:lnTo>
                  <a:lnTo>
                    <a:pt x="490" y="588"/>
                  </a:lnTo>
                  <a:lnTo>
                    <a:pt x="491" y="586"/>
                  </a:lnTo>
                  <a:lnTo>
                    <a:pt x="491" y="585"/>
                  </a:lnTo>
                  <a:lnTo>
                    <a:pt x="491" y="584"/>
                  </a:lnTo>
                  <a:lnTo>
                    <a:pt x="491" y="582"/>
                  </a:lnTo>
                  <a:lnTo>
                    <a:pt x="491" y="581"/>
                  </a:lnTo>
                  <a:lnTo>
                    <a:pt x="491" y="580"/>
                  </a:lnTo>
                  <a:lnTo>
                    <a:pt x="491" y="578"/>
                  </a:lnTo>
                  <a:lnTo>
                    <a:pt x="491" y="577"/>
                  </a:lnTo>
                  <a:lnTo>
                    <a:pt x="491" y="575"/>
                  </a:lnTo>
                  <a:lnTo>
                    <a:pt x="491" y="574"/>
                  </a:lnTo>
                  <a:lnTo>
                    <a:pt x="491" y="572"/>
                  </a:lnTo>
                  <a:lnTo>
                    <a:pt x="490" y="571"/>
                  </a:lnTo>
                  <a:lnTo>
                    <a:pt x="490" y="569"/>
                  </a:lnTo>
                  <a:lnTo>
                    <a:pt x="490" y="568"/>
                  </a:lnTo>
                  <a:lnTo>
                    <a:pt x="490" y="566"/>
                  </a:lnTo>
                  <a:lnTo>
                    <a:pt x="490" y="565"/>
                  </a:lnTo>
                  <a:lnTo>
                    <a:pt x="490" y="563"/>
                  </a:lnTo>
                  <a:lnTo>
                    <a:pt x="489" y="562"/>
                  </a:lnTo>
                  <a:lnTo>
                    <a:pt x="489" y="560"/>
                  </a:lnTo>
                  <a:lnTo>
                    <a:pt x="489" y="559"/>
                  </a:lnTo>
                  <a:lnTo>
                    <a:pt x="489" y="557"/>
                  </a:lnTo>
                  <a:lnTo>
                    <a:pt x="489" y="556"/>
                  </a:lnTo>
                  <a:lnTo>
                    <a:pt x="489" y="554"/>
                  </a:lnTo>
                  <a:lnTo>
                    <a:pt x="488" y="553"/>
                  </a:lnTo>
                  <a:lnTo>
                    <a:pt x="488" y="551"/>
                  </a:lnTo>
                  <a:lnTo>
                    <a:pt x="488" y="549"/>
                  </a:lnTo>
                  <a:lnTo>
                    <a:pt x="488" y="548"/>
                  </a:lnTo>
                  <a:lnTo>
                    <a:pt x="488" y="546"/>
                  </a:lnTo>
                  <a:lnTo>
                    <a:pt x="488" y="545"/>
                  </a:lnTo>
                  <a:lnTo>
                    <a:pt x="487" y="543"/>
                  </a:lnTo>
                  <a:lnTo>
                    <a:pt x="487" y="541"/>
                  </a:lnTo>
                  <a:lnTo>
                    <a:pt x="487" y="540"/>
                  </a:lnTo>
                  <a:lnTo>
                    <a:pt x="487" y="538"/>
                  </a:lnTo>
                  <a:lnTo>
                    <a:pt x="486" y="536"/>
                  </a:lnTo>
                  <a:lnTo>
                    <a:pt x="486" y="535"/>
                  </a:lnTo>
                  <a:lnTo>
                    <a:pt x="486" y="533"/>
                  </a:lnTo>
                  <a:lnTo>
                    <a:pt x="485" y="531"/>
                  </a:lnTo>
                  <a:lnTo>
                    <a:pt x="485" y="529"/>
                  </a:lnTo>
                  <a:lnTo>
                    <a:pt x="485" y="528"/>
                  </a:lnTo>
                  <a:lnTo>
                    <a:pt x="484" y="526"/>
                  </a:lnTo>
                  <a:lnTo>
                    <a:pt x="484" y="524"/>
                  </a:lnTo>
                  <a:lnTo>
                    <a:pt x="483" y="522"/>
                  </a:lnTo>
                  <a:lnTo>
                    <a:pt x="483" y="521"/>
                  </a:lnTo>
                  <a:lnTo>
                    <a:pt x="482" y="519"/>
                  </a:lnTo>
                  <a:lnTo>
                    <a:pt x="482" y="517"/>
                  </a:lnTo>
                  <a:lnTo>
                    <a:pt x="481" y="515"/>
                  </a:lnTo>
                  <a:lnTo>
                    <a:pt x="481" y="513"/>
                  </a:lnTo>
                  <a:lnTo>
                    <a:pt x="480" y="512"/>
                  </a:lnTo>
                  <a:lnTo>
                    <a:pt x="479" y="510"/>
                  </a:lnTo>
                  <a:lnTo>
                    <a:pt x="479" y="508"/>
                  </a:lnTo>
                  <a:lnTo>
                    <a:pt x="478" y="506"/>
                  </a:lnTo>
                  <a:lnTo>
                    <a:pt x="478" y="504"/>
                  </a:lnTo>
                  <a:lnTo>
                    <a:pt x="477" y="502"/>
                  </a:lnTo>
                  <a:lnTo>
                    <a:pt x="476" y="500"/>
                  </a:lnTo>
                  <a:lnTo>
                    <a:pt x="475" y="498"/>
                  </a:lnTo>
                  <a:lnTo>
                    <a:pt x="475" y="497"/>
                  </a:lnTo>
                  <a:lnTo>
                    <a:pt x="474" y="495"/>
                  </a:lnTo>
                  <a:lnTo>
                    <a:pt x="473" y="493"/>
                  </a:lnTo>
                  <a:lnTo>
                    <a:pt x="472" y="491"/>
                  </a:lnTo>
                  <a:lnTo>
                    <a:pt x="472" y="489"/>
                  </a:lnTo>
                  <a:lnTo>
                    <a:pt x="471" y="487"/>
                  </a:lnTo>
                  <a:lnTo>
                    <a:pt x="470" y="485"/>
                  </a:lnTo>
                  <a:lnTo>
                    <a:pt x="469" y="483"/>
                  </a:lnTo>
                  <a:lnTo>
                    <a:pt x="468" y="481"/>
                  </a:lnTo>
                  <a:lnTo>
                    <a:pt x="467" y="479"/>
                  </a:lnTo>
                  <a:lnTo>
                    <a:pt x="466" y="476"/>
                  </a:lnTo>
                  <a:lnTo>
                    <a:pt x="465" y="474"/>
                  </a:lnTo>
                  <a:lnTo>
                    <a:pt x="464" y="472"/>
                  </a:lnTo>
                  <a:lnTo>
                    <a:pt x="463" y="470"/>
                  </a:lnTo>
                  <a:lnTo>
                    <a:pt x="462" y="468"/>
                  </a:lnTo>
                  <a:lnTo>
                    <a:pt x="460" y="465"/>
                  </a:lnTo>
                  <a:lnTo>
                    <a:pt x="459" y="463"/>
                  </a:lnTo>
                  <a:lnTo>
                    <a:pt x="458" y="461"/>
                  </a:lnTo>
                  <a:lnTo>
                    <a:pt x="457" y="458"/>
                  </a:lnTo>
                  <a:lnTo>
                    <a:pt x="456" y="456"/>
                  </a:lnTo>
                  <a:lnTo>
                    <a:pt x="454" y="453"/>
                  </a:lnTo>
                  <a:lnTo>
                    <a:pt x="453" y="451"/>
                  </a:lnTo>
                  <a:lnTo>
                    <a:pt x="452" y="448"/>
                  </a:lnTo>
                  <a:lnTo>
                    <a:pt x="450" y="446"/>
                  </a:lnTo>
                  <a:lnTo>
                    <a:pt x="449" y="444"/>
                  </a:lnTo>
                  <a:lnTo>
                    <a:pt x="447" y="441"/>
                  </a:lnTo>
                  <a:lnTo>
                    <a:pt x="446" y="439"/>
                  </a:lnTo>
                  <a:lnTo>
                    <a:pt x="445" y="436"/>
                  </a:lnTo>
                  <a:lnTo>
                    <a:pt x="443" y="434"/>
                  </a:lnTo>
                  <a:lnTo>
                    <a:pt x="442" y="431"/>
                  </a:lnTo>
                  <a:lnTo>
                    <a:pt x="440" y="428"/>
                  </a:lnTo>
                  <a:lnTo>
                    <a:pt x="439" y="426"/>
                  </a:lnTo>
                  <a:lnTo>
                    <a:pt x="437" y="423"/>
                  </a:lnTo>
                  <a:lnTo>
                    <a:pt x="435" y="421"/>
                  </a:lnTo>
                  <a:lnTo>
                    <a:pt x="434" y="418"/>
                  </a:lnTo>
                  <a:lnTo>
                    <a:pt x="432" y="416"/>
                  </a:lnTo>
                  <a:lnTo>
                    <a:pt x="431" y="413"/>
                  </a:lnTo>
                  <a:lnTo>
                    <a:pt x="429" y="410"/>
                  </a:lnTo>
                  <a:lnTo>
                    <a:pt x="427" y="408"/>
                  </a:lnTo>
                  <a:lnTo>
                    <a:pt x="425" y="405"/>
                  </a:lnTo>
                  <a:lnTo>
                    <a:pt x="424" y="402"/>
                  </a:lnTo>
                  <a:lnTo>
                    <a:pt x="422" y="400"/>
                  </a:lnTo>
                  <a:lnTo>
                    <a:pt x="420" y="397"/>
                  </a:lnTo>
                  <a:lnTo>
                    <a:pt x="418" y="394"/>
                  </a:lnTo>
                  <a:lnTo>
                    <a:pt x="416" y="391"/>
                  </a:lnTo>
                  <a:lnTo>
                    <a:pt x="414" y="389"/>
                  </a:lnTo>
                  <a:lnTo>
                    <a:pt x="413" y="386"/>
                  </a:lnTo>
                  <a:lnTo>
                    <a:pt x="411" y="383"/>
                  </a:lnTo>
                  <a:lnTo>
                    <a:pt x="409" y="380"/>
                  </a:lnTo>
                  <a:lnTo>
                    <a:pt x="407" y="377"/>
                  </a:lnTo>
                  <a:lnTo>
                    <a:pt x="404" y="374"/>
                  </a:lnTo>
                  <a:lnTo>
                    <a:pt x="402" y="372"/>
                  </a:lnTo>
                  <a:lnTo>
                    <a:pt x="400" y="369"/>
                  </a:lnTo>
                  <a:lnTo>
                    <a:pt x="398" y="366"/>
                  </a:lnTo>
                  <a:lnTo>
                    <a:pt x="396" y="363"/>
                  </a:lnTo>
                  <a:lnTo>
                    <a:pt x="394" y="360"/>
                  </a:lnTo>
                  <a:lnTo>
                    <a:pt x="391" y="356"/>
                  </a:lnTo>
                  <a:lnTo>
                    <a:pt x="389" y="353"/>
                  </a:lnTo>
                  <a:lnTo>
                    <a:pt x="386" y="350"/>
                  </a:lnTo>
                  <a:lnTo>
                    <a:pt x="384" y="347"/>
                  </a:lnTo>
                  <a:lnTo>
                    <a:pt x="381" y="344"/>
                  </a:lnTo>
                  <a:lnTo>
                    <a:pt x="379" y="340"/>
                  </a:lnTo>
                  <a:lnTo>
                    <a:pt x="376" y="337"/>
                  </a:lnTo>
                  <a:lnTo>
                    <a:pt x="373" y="334"/>
                  </a:lnTo>
                  <a:lnTo>
                    <a:pt x="371" y="330"/>
                  </a:lnTo>
                  <a:lnTo>
                    <a:pt x="368" y="327"/>
                  </a:lnTo>
                  <a:lnTo>
                    <a:pt x="365" y="323"/>
                  </a:lnTo>
                  <a:lnTo>
                    <a:pt x="362" y="320"/>
                  </a:lnTo>
                  <a:lnTo>
                    <a:pt x="359" y="316"/>
                  </a:lnTo>
                  <a:lnTo>
                    <a:pt x="357" y="313"/>
                  </a:lnTo>
                  <a:lnTo>
                    <a:pt x="354" y="309"/>
                  </a:lnTo>
                  <a:lnTo>
                    <a:pt x="351" y="306"/>
                  </a:lnTo>
                  <a:lnTo>
                    <a:pt x="348" y="303"/>
                  </a:lnTo>
                  <a:lnTo>
                    <a:pt x="346" y="300"/>
                  </a:lnTo>
                  <a:lnTo>
                    <a:pt x="343" y="297"/>
                  </a:lnTo>
                  <a:lnTo>
                    <a:pt x="341" y="294"/>
                  </a:lnTo>
                  <a:lnTo>
                    <a:pt x="338" y="291"/>
                  </a:lnTo>
                  <a:lnTo>
                    <a:pt x="336" y="288"/>
                  </a:lnTo>
                  <a:lnTo>
                    <a:pt x="333" y="285"/>
                  </a:lnTo>
                  <a:lnTo>
                    <a:pt x="331" y="282"/>
                  </a:lnTo>
                  <a:lnTo>
                    <a:pt x="329" y="279"/>
                  </a:lnTo>
                  <a:lnTo>
                    <a:pt x="326" y="277"/>
                  </a:lnTo>
                  <a:lnTo>
                    <a:pt x="324" y="274"/>
                  </a:lnTo>
                  <a:lnTo>
                    <a:pt x="322" y="272"/>
                  </a:lnTo>
                  <a:lnTo>
                    <a:pt x="320" y="269"/>
                  </a:lnTo>
                  <a:lnTo>
                    <a:pt x="317" y="267"/>
                  </a:lnTo>
                  <a:lnTo>
                    <a:pt x="315" y="264"/>
                  </a:lnTo>
                  <a:lnTo>
                    <a:pt x="312" y="261"/>
                  </a:lnTo>
                  <a:lnTo>
                    <a:pt x="309" y="257"/>
                  </a:lnTo>
                  <a:lnTo>
                    <a:pt x="306" y="254"/>
                  </a:lnTo>
                  <a:lnTo>
                    <a:pt x="302" y="250"/>
                  </a:lnTo>
                  <a:lnTo>
                    <a:pt x="298" y="246"/>
                  </a:lnTo>
                  <a:lnTo>
                    <a:pt x="295" y="242"/>
                  </a:lnTo>
                  <a:lnTo>
                    <a:pt x="290" y="238"/>
                  </a:lnTo>
                  <a:lnTo>
                    <a:pt x="286" y="233"/>
                  </a:lnTo>
                  <a:lnTo>
                    <a:pt x="282" y="229"/>
                  </a:lnTo>
                  <a:lnTo>
                    <a:pt x="277" y="224"/>
                  </a:lnTo>
                  <a:lnTo>
                    <a:pt x="272" y="219"/>
                  </a:lnTo>
                  <a:lnTo>
                    <a:pt x="267" y="214"/>
                  </a:lnTo>
                  <a:lnTo>
                    <a:pt x="261" y="208"/>
                  </a:lnTo>
                  <a:lnTo>
                    <a:pt x="256" y="203"/>
                  </a:lnTo>
                  <a:lnTo>
                    <a:pt x="251" y="198"/>
                  </a:lnTo>
                  <a:lnTo>
                    <a:pt x="245" y="193"/>
                  </a:lnTo>
                  <a:lnTo>
                    <a:pt x="241" y="188"/>
                  </a:lnTo>
                  <a:lnTo>
                    <a:pt x="236" y="183"/>
                  </a:lnTo>
                  <a:lnTo>
                    <a:pt x="231" y="179"/>
                  </a:lnTo>
                  <a:lnTo>
                    <a:pt x="227" y="174"/>
                  </a:lnTo>
                  <a:lnTo>
                    <a:pt x="223" y="170"/>
                  </a:lnTo>
                  <a:lnTo>
                    <a:pt x="219" y="166"/>
                  </a:lnTo>
                  <a:lnTo>
                    <a:pt x="215" y="162"/>
                  </a:lnTo>
                  <a:lnTo>
                    <a:pt x="211" y="159"/>
                  </a:lnTo>
                  <a:lnTo>
                    <a:pt x="207" y="155"/>
                  </a:lnTo>
                  <a:lnTo>
                    <a:pt x="204" y="152"/>
                  </a:lnTo>
                  <a:lnTo>
                    <a:pt x="201" y="149"/>
                  </a:lnTo>
                  <a:lnTo>
                    <a:pt x="198" y="146"/>
                  </a:lnTo>
                  <a:lnTo>
                    <a:pt x="195" y="144"/>
                  </a:lnTo>
                  <a:lnTo>
                    <a:pt x="192" y="141"/>
                  </a:lnTo>
                  <a:lnTo>
                    <a:pt x="190" y="138"/>
                  </a:lnTo>
                  <a:lnTo>
                    <a:pt x="187" y="136"/>
                  </a:lnTo>
                  <a:lnTo>
                    <a:pt x="184" y="134"/>
                  </a:lnTo>
                  <a:lnTo>
                    <a:pt x="182" y="131"/>
                  </a:lnTo>
                  <a:lnTo>
                    <a:pt x="179" y="129"/>
                  </a:lnTo>
                  <a:lnTo>
                    <a:pt x="177" y="127"/>
                  </a:lnTo>
                  <a:lnTo>
                    <a:pt x="174" y="124"/>
                  </a:lnTo>
                  <a:lnTo>
                    <a:pt x="172" y="122"/>
                  </a:lnTo>
                  <a:lnTo>
                    <a:pt x="169" y="120"/>
                  </a:lnTo>
                  <a:lnTo>
                    <a:pt x="167" y="118"/>
                  </a:lnTo>
                  <a:lnTo>
                    <a:pt x="164" y="116"/>
                  </a:lnTo>
                  <a:lnTo>
                    <a:pt x="162" y="114"/>
                  </a:lnTo>
                  <a:lnTo>
                    <a:pt x="160" y="112"/>
                  </a:lnTo>
                  <a:lnTo>
                    <a:pt x="157" y="110"/>
                  </a:lnTo>
                  <a:lnTo>
                    <a:pt x="155" y="109"/>
                  </a:lnTo>
                  <a:lnTo>
                    <a:pt x="153" y="107"/>
                  </a:lnTo>
                  <a:lnTo>
                    <a:pt x="150" y="105"/>
                  </a:lnTo>
                  <a:lnTo>
                    <a:pt x="147" y="103"/>
                  </a:lnTo>
                  <a:lnTo>
                    <a:pt x="145" y="101"/>
                  </a:lnTo>
                  <a:lnTo>
                    <a:pt x="142" y="99"/>
                  </a:lnTo>
                  <a:lnTo>
                    <a:pt x="139" y="96"/>
                  </a:lnTo>
                  <a:lnTo>
                    <a:pt x="136" y="94"/>
                  </a:lnTo>
                  <a:lnTo>
                    <a:pt x="132" y="91"/>
                  </a:lnTo>
                  <a:lnTo>
                    <a:pt x="129" y="89"/>
                  </a:lnTo>
                  <a:lnTo>
                    <a:pt x="125" y="86"/>
                  </a:lnTo>
                  <a:lnTo>
                    <a:pt x="121" y="83"/>
                  </a:lnTo>
                  <a:lnTo>
                    <a:pt x="118" y="81"/>
                  </a:lnTo>
                  <a:lnTo>
                    <a:pt x="113" y="78"/>
                  </a:lnTo>
                  <a:lnTo>
                    <a:pt x="109" y="75"/>
                  </a:lnTo>
                  <a:lnTo>
                    <a:pt x="105" y="72"/>
                  </a:lnTo>
                  <a:lnTo>
                    <a:pt x="101" y="68"/>
                  </a:lnTo>
                  <a:lnTo>
                    <a:pt x="96" y="65"/>
                  </a:lnTo>
                  <a:lnTo>
                    <a:pt x="91" y="62"/>
                  </a:lnTo>
                  <a:lnTo>
                    <a:pt x="87" y="59"/>
                  </a:lnTo>
                  <a:lnTo>
                    <a:pt x="82" y="55"/>
                  </a:lnTo>
                  <a:lnTo>
                    <a:pt x="77" y="52"/>
                  </a:lnTo>
                  <a:lnTo>
                    <a:pt x="72" y="49"/>
                  </a:lnTo>
                  <a:lnTo>
                    <a:pt x="68" y="45"/>
                  </a:lnTo>
                  <a:lnTo>
                    <a:pt x="63" y="42"/>
                  </a:lnTo>
                  <a:lnTo>
                    <a:pt x="58" y="38"/>
                  </a:lnTo>
                  <a:lnTo>
                    <a:pt x="53" y="35"/>
                  </a:lnTo>
                  <a:lnTo>
                    <a:pt x="48" y="32"/>
                  </a:lnTo>
                  <a:lnTo>
                    <a:pt x="42" y="28"/>
                  </a:lnTo>
                  <a:lnTo>
                    <a:pt x="37" y="25"/>
                  </a:lnTo>
                  <a:lnTo>
                    <a:pt x="32" y="21"/>
                  </a:lnTo>
                  <a:lnTo>
                    <a:pt x="27" y="18"/>
                  </a:lnTo>
                  <a:lnTo>
                    <a:pt x="21" y="14"/>
                  </a:lnTo>
                  <a:lnTo>
                    <a:pt x="16" y="11"/>
                  </a:lnTo>
                  <a:lnTo>
                    <a:pt x="12" y="8"/>
                  </a:lnTo>
                  <a:lnTo>
                    <a:pt x="9" y="5"/>
                  </a:lnTo>
                  <a:lnTo>
                    <a:pt x="6" y="3"/>
                  </a:lnTo>
                  <a:lnTo>
                    <a:pt x="3" y="2"/>
                  </a:lnTo>
                  <a:lnTo>
                    <a:pt x="2" y="1"/>
                  </a:lnTo>
                  <a:lnTo>
                    <a:pt x="1" y="0"/>
                  </a:lnTo>
                  <a:lnTo>
                    <a:pt x="0" y="0"/>
                  </a:lnTo>
                  <a:lnTo>
                    <a:pt x="1" y="1"/>
                  </a:lnTo>
                  <a:lnTo>
                    <a:pt x="2" y="2"/>
                  </a:lnTo>
                  <a:lnTo>
                    <a:pt x="4" y="3"/>
                  </a:lnTo>
                  <a:lnTo>
                    <a:pt x="6" y="5"/>
                  </a:lnTo>
                  <a:lnTo>
                    <a:pt x="9" y="7"/>
                  </a:lnTo>
                  <a:lnTo>
                    <a:pt x="13" y="10"/>
                  </a:lnTo>
                  <a:lnTo>
                    <a:pt x="18" y="13"/>
                  </a:lnTo>
                  <a:lnTo>
                    <a:pt x="23" y="17"/>
                  </a:lnTo>
                  <a:lnTo>
                    <a:pt x="28" y="21"/>
                  </a:lnTo>
                  <a:lnTo>
                    <a:pt x="34" y="25"/>
                  </a:lnTo>
                  <a:lnTo>
                    <a:pt x="40" y="29"/>
                  </a:lnTo>
                  <a:lnTo>
                    <a:pt x="46" y="33"/>
                  </a:lnTo>
                  <a:lnTo>
                    <a:pt x="52" y="38"/>
                  </a:lnTo>
                  <a:lnTo>
                    <a:pt x="58" y="42"/>
                  </a:lnTo>
                  <a:lnTo>
                    <a:pt x="65" y="47"/>
                  </a:lnTo>
                  <a:lnTo>
                    <a:pt x="71" y="52"/>
                  </a:lnTo>
                  <a:lnTo>
                    <a:pt x="78" y="56"/>
                  </a:lnTo>
                  <a:lnTo>
                    <a:pt x="85" y="62"/>
                  </a:lnTo>
                  <a:lnTo>
                    <a:pt x="92" y="67"/>
                  </a:lnTo>
                  <a:lnTo>
                    <a:pt x="99" y="72"/>
                  </a:lnTo>
                  <a:lnTo>
                    <a:pt x="106" y="77"/>
                  </a:lnTo>
                  <a:lnTo>
                    <a:pt x="114" y="83"/>
                  </a:lnTo>
                  <a:lnTo>
                    <a:pt x="121" y="89"/>
                  </a:lnTo>
                  <a:lnTo>
                    <a:pt x="129" y="94"/>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12" name="Freeform 48">
              <a:extLst>
                <a:ext uri="{FF2B5EF4-FFF2-40B4-BE49-F238E27FC236}">
                  <a16:creationId xmlns:a16="http://schemas.microsoft.com/office/drawing/2014/main" id="{C646A92D-CFF8-2041-2C0C-25F2EE8A39FD}"/>
                </a:ext>
              </a:extLst>
            </p:cNvPr>
            <p:cNvSpPr>
              <a:spLocks/>
            </p:cNvSpPr>
            <p:nvPr/>
          </p:nvSpPr>
          <p:spPr bwMode="auto">
            <a:xfrm>
              <a:off x="3208" y="2585"/>
              <a:ext cx="262" cy="373"/>
            </a:xfrm>
            <a:custGeom>
              <a:avLst/>
              <a:gdLst>
                <a:gd name="T0" fmla="*/ 8 w 245"/>
                <a:gd name="T1" fmla="*/ 548 h 778"/>
                <a:gd name="T2" fmla="*/ 8 w 245"/>
                <a:gd name="T3" fmla="*/ 499 h 778"/>
                <a:gd name="T4" fmla="*/ 9 w 245"/>
                <a:gd name="T5" fmla="*/ 435 h 778"/>
                <a:gd name="T6" fmla="*/ 12 w 245"/>
                <a:gd name="T7" fmla="*/ 371 h 778"/>
                <a:gd name="T8" fmla="*/ 17 w 245"/>
                <a:gd name="T9" fmla="*/ 325 h 778"/>
                <a:gd name="T10" fmla="*/ 24 w 245"/>
                <a:gd name="T11" fmla="*/ 286 h 778"/>
                <a:gd name="T12" fmla="*/ 30 w 245"/>
                <a:gd name="T13" fmla="*/ 252 h 778"/>
                <a:gd name="T14" fmla="*/ 36 w 245"/>
                <a:gd name="T15" fmla="*/ 225 h 778"/>
                <a:gd name="T16" fmla="*/ 44 w 245"/>
                <a:gd name="T17" fmla="*/ 195 h 778"/>
                <a:gd name="T18" fmla="*/ 55 w 245"/>
                <a:gd name="T19" fmla="*/ 163 h 778"/>
                <a:gd name="T20" fmla="*/ 67 w 245"/>
                <a:gd name="T21" fmla="*/ 132 h 778"/>
                <a:gd name="T22" fmla="*/ 78 w 245"/>
                <a:gd name="T23" fmla="*/ 108 h 778"/>
                <a:gd name="T24" fmla="*/ 90 w 245"/>
                <a:gd name="T25" fmla="*/ 88 h 778"/>
                <a:gd name="T26" fmla="*/ 104 w 245"/>
                <a:gd name="T27" fmla="*/ 70 h 778"/>
                <a:gd name="T28" fmla="*/ 117 w 245"/>
                <a:gd name="T29" fmla="*/ 57 h 778"/>
                <a:gd name="T30" fmla="*/ 129 w 245"/>
                <a:gd name="T31" fmla="*/ 47 h 778"/>
                <a:gd name="T32" fmla="*/ 142 w 245"/>
                <a:gd name="T33" fmla="*/ 43 h 778"/>
                <a:gd name="T34" fmla="*/ 156 w 245"/>
                <a:gd name="T35" fmla="*/ 44 h 778"/>
                <a:gd name="T36" fmla="*/ 169 w 245"/>
                <a:gd name="T37" fmla="*/ 48 h 778"/>
                <a:gd name="T38" fmla="*/ 181 w 245"/>
                <a:gd name="T39" fmla="*/ 55 h 778"/>
                <a:gd name="T40" fmla="*/ 192 w 245"/>
                <a:gd name="T41" fmla="*/ 63 h 778"/>
                <a:gd name="T42" fmla="*/ 201 w 245"/>
                <a:gd name="T43" fmla="*/ 74 h 778"/>
                <a:gd name="T44" fmla="*/ 215 w 245"/>
                <a:gd name="T45" fmla="*/ 92 h 778"/>
                <a:gd name="T46" fmla="*/ 232 w 245"/>
                <a:gd name="T47" fmla="*/ 110 h 778"/>
                <a:gd name="T48" fmla="*/ 243 w 245"/>
                <a:gd name="T49" fmla="*/ 88 h 778"/>
                <a:gd name="T50" fmla="*/ 240 w 245"/>
                <a:gd name="T51" fmla="*/ 59 h 778"/>
                <a:gd name="T52" fmla="*/ 225 w 245"/>
                <a:gd name="T53" fmla="*/ 40 h 778"/>
                <a:gd name="T54" fmla="*/ 211 w 245"/>
                <a:gd name="T55" fmla="*/ 28 h 778"/>
                <a:gd name="T56" fmla="*/ 197 w 245"/>
                <a:gd name="T57" fmla="*/ 17 h 778"/>
                <a:gd name="T58" fmla="*/ 181 w 245"/>
                <a:gd name="T59" fmla="*/ 8 h 778"/>
                <a:gd name="T60" fmla="*/ 164 w 245"/>
                <a:gd name="T61" fmla="*/ 2 h 778"/>
                <a:gd name="T62" fmla="*/ 150 w 245"/>
                <a:gd name="T63" fmla="*/ 0 h 778"/>
                <a:gd name="T64" fmla="*/ 137 w 245"/>
                <a:gd name="T65" fmla="*/ 1 h 778"/>
                <a:gd name="T66" fmla="*/ 125 w 245"/>
                <a:gd name="T67" fmla="*/ 5 h 778"/>
                <a:gd name="T68" fmla="*/ 112 w 245"/>
                <a:gd name="T69" fmla="*/ 12 h 778"/>
                <a:gd name="T70" fmla="*/ 100 w 245"/>
                <a:gd name="T71" fmla="*/ 21 h 778"/>
                <a:gd name="T72" fmla="*/ 90 w 245"/>
                <a:gd name="T73" fmla="*/ 32 h 778"/>
                <a:gd name="T74" fmla="*/ 79 w 245"/>
                <a:gd name="T75" fmla="*/ 45 h 778"/>
                <a:gd name="T76" fmla="*/ 68 w 245"/>
                <a:gd name="T77" fmla="*/ 62 h 778"/>
                <a:gd name="T78" fmla="*/ 58 w 245"/>
                <a:gd name="T79" fmla="*/ 81 h 778"/>
                <a:gd name="T80" fmla="*/ 49 w 245"/>
                <a:gd name="T81" fmla="*/ 101 h 778"/>
                <a:gd name="T82" fmla="*/ 40 w 245"/>
                <a:gd name="T83" fmla="*/ 125 h 778"/>
                <a:gd name="T84" fmla="*/ 31 w 245"/>
                <a:gd name="T85" fmla="*/ 156 h 778"/>
                <a:gd name="T86" fmla="*/ 24 w 245"/>
                <a:gd name="T87" fmla="*/ 188 h 778"/>
                <a:gd name="T88" fmla="*/ 16 w 245"/>
                <a:gd name="T89" fmla="*/ 224 h 778"/>
                <a:gd name="T90" fmla="*/ 10 w 245"/>
                <a:gd name="T91" fmla="*/ 265 h 778"/>
                <a:gd name="T92" fmla="*/ 4 w 245"/>
                <a:gd name="T93" fmla="*/ 313 h 778"/>
                <a:gd name="T94" fmla="*/ 1 w 245"/>
                <a:gd name="T95" fmla="*/ 354 h 778"/>
                <a:gd name="T96" fmla="*/ 0 w 245"/>
                <a:gd name="T97" fmla="*/ 404 h 778"/>
                <a:gd name="T98" fmla="*/ 0 w 245"/>
                <a:gd name="T99" fmla="*/ 481 h 778"/>
                <a:gd name="T100" fmla="*/ 1 w 245"/>
                <a:gd name="T101" fmla="*/ 538 h 778"/>
                <a:gd name="T102" fmla="*/ 3 w 245"/>
                <a:gd name="T103" fmla="*/ 576 h 778"/>
                <a:gd name="T104" fmla="*/ 7 w 245"/>
                <a:gd name="T105" fmla="*/ 611 h 778"/>
                <a:gd name="T106" fmla="*/ 15 w 245"/>
                <a:gd name="T107" fmla="*/ 664 h 778"/>
                <a:gd name="T108" fmla="*/ 26 w 245"/>
                <a:gd name="T109" fmla="*/ 728 h 778"/>
                <a:gd name="T110" fmla="*/ 36 w 245"/>
                <a:gd name="T111" fmla="*/ 777 h 778"/>
                <a:gd name="T112" fmla="*/ 30 w 245"/>
                <a:gd name="T113" fmla="*/ 737 h 778"/>
                <a:gd name="T114" fmla="*/ 16 w 245"/>
                <a:gd name="T115" fmla="*/ 648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5" h="778">
                  <a:moveTo>
                    <a:pt x="13" y="619"/>
                  </a:moveTo>
                  <a:lnTo>
                    <a:pt x="12" y="611"/>
                  </a:lnTo>
                  <a:lnTo>
                    <a:pt x="11" y="602"/>
                  </a:lnTo>
                  <a:lnTo>
                    <a:pt x="11" y="594"/>
                  </a:lnTo>
                  <a:lnTo>
                    <a:pt x="10" y="587"/>
                  </a:lnTo>
                  <a:lnTo>
                    <a:pt x="10" y="580"/>
                  </a:lnTo>
                  <a:lnTo>
                    <a:pt x="9" y="572"/>
                  </a:lnTo>
                  <a:lnTo>
                    <a:pt x="9" y="566"/>
                  </a:lnTo>
                  <a:lnTo>
                    <a:pt x="9" y="559"/>
                  </a:lnTo>
                  <a:lnTo>
                    <a:pt x="8" y="553"/>
                  </a:lnTo>
                  <a:lnTo>
                    <a:pt x="8" y="548"/>
                  </a:lnTo>
                  <a:lnTo>
                    <a:pt x="8" y="542"/>
                  </a:lnTo>
                  <a:lnTo>
                    <a:pt x="8" y="537"/>
                  </a:lnTo>
                  <a:lnTo>
                    <a:pt x="8" y="532"/>
                  </a:lnTo>
                  <a:lnTo>
                    <a:pt x="7" y="528"/>
                  </a:lnTo>
                  <a:lnTo>
                    <a:pt x="7" y="523"/>
                  </a:lnTo>
                  <a:lnTo>
                    <a:pt x="7" y="520"/>
                  </a:lnTo>
                  <a:lnTo>
                    <a:pt x="7" y="516"/>
                  </a:lnTo>
                  <a:lnTo>
                    <a:pt x="7" y="512"/>
                  </a:lnTo>
                  <a:lnTo>
                    <a:pt x="7" y="508"/>
                  </a:lnTo>
                  <a:lnTo>
                    <a:pt x="7" y="503"/>
                  </a:lnTo>
                  <a:lnTo>
                    <a:pt x="8" y="499"/>
                  </a:lnTo>
                  <a:lnTo>
                    <a:pt x="8" y="494"/>
                  </a:lnTo>
                  <a:lnTo>
                    <a:pt x="8" y="489"/>
                  </a:lnTo>
                  <a:lnTo>
                    <a:pt x="8" y="484"/>
                  </a:lnTo>
                  <a:lnTo>
                    <a:pt x="8" y="478"/>
                  </a:lnTo>
                  <a:lnTo>
                    <a:pt x="8" y="473"/>
                  </a:lnTo>
                  <a:lnTo>
                    <a:pt x="8" y="467"/>
                  </a:lnTo>
                  <a:lnTo>
                    <a:pt x="8" y="461"/>
                  </a:lnTo>
                  <a:lnTo>
                    <a:pt x="8" y="455"/>
                  </a:lnTo>
                  <a:lnTo>
                    <a:pt x="8" y="449"/>
                  </a:lnTo>
                  <a:lnTo>
                    <a:pt x="9" y="442"/>
                  </a:lnTo>
                  <a:lnTo>
                    <a:pt x="9" y="435"/>
                  </a:lnTo>
                  <a:lnTo>
                    <a:pt x="9" y="429"/>
                  </a:lnTo>
                  <a:lnTo>
                    <a:pt x="9" y="422"/>
                  </a:lnTo>
                  <a:lnTo>
                    <a:pt x="9" y="416"/>
                  </a:lnTo>
                  <a:lnTo>
                    <a:pt x="10" y="409"/>
                  </a:lnTo>
                  <a:lnTo>
                    <a:pt x="10" y="403"/>
                  </a:lnTo>
                  <a:lnTo>
                    <a:pt x="10" y="398"/>
                  </a:lnTo>
                  <a:lnTo>
                    <a:pt x="10" y="392"/>
                  </a:lnTo>
                  <a:lnTo>
                    <a:pt x="11" y="386"/>
                  </a:lnTo>
                  <a:lnTo>
                    <a:pt x="11" y="381"/>
                  </a:lnTo>
                  <a:lnTo>
                    <a:pt x="11" y="376"/>
                  </a:lnTo>
                  <a:lnTo>
                    <a:pt x="12" y="371"/>
                  </a:lnTo>
                  <a:lnTo>
                    <a:pt x="12" y="366"/>
                  </a:lnTo>
                  <a:lnTo>
                    <a:pt x="13" y="361"/>
                  </a:lnTo>
                  <a:lnTo>
                    <a:pt x="13" y="357"/>
                  </a:lnTo>
                  <a:lnTo>
                    <a:pt x="13" y="353"/>
                  </a:lnTo>
                  <a:lnTo>
                    <a:pt x="14" y="349"/>
                  </a:lnTo>
                  <a:lnTo>
                    <a:pt x="14" y="344"/>
                  </a:lnTo>
                  <a:lnTo>
                    <a:pt x="15" y="341"/>
                  </a:lnTo>
                  <a:lnTo>
                    <a:pt x="15" y="337"/>
                  </a:lnTo>
                  <a:lnTo>
                    <a:pt x="16" y="333"/>
                  </a:lnTo>
                  <a:lnTo>
                    <a:pt x="16" y="329"/>
                  </a:lnTo>
                  <a:lnTo>
                    <a:pt x="17" y="325"/>
                  </a:lnTo>
                  <a:lnTo>
                    <a:pt x="18" y="321"/>
                  </a:lnTo>
                  <a:lnTo>
                    <a:pt x="18" y="317"/>
                  </a:lnTo>
                  <a:lnTo>
                    <a:pt x="19" y="314"/>
                  </a:lnTo>
                  <a:lnTo>
                    <a:pt x="19" y="310"/>
                  </a:lnTo>
                  <a:lnTo>
                    <a:pt x="20" y="306"/>
                  </a:lnTo>
                  <a:lnTo>
                    <a:pt x="20" y="303"/>
                  </a:lnTo>
                  <a:lnTo>
                    <a:pt x="21" y="299"/>
                  </a:lnTo>
                  <a:lnTo>
                    <a:pt x="22" y="296"/>
                  </a:lnTo>
                  <a:lnTo>
                    <a:pt x="22" y="292"/>
                  </a:lnTo>
                  <a:lnTo>
                    <a:pt x="23" y="289"/>
                  </a:lnTo>
                  <a:lnTo>
                    <a:pt x="24" y="286"/>
                  </a:lnTo>
                  <a:lnTo>
                    <a:pt x="24" y="282"/>
                  </a:lnTo>
                  <a:lnTo>
                    <a:pt x="25" y="279"/>
                  </a:lnTo>
                  <a:lnTo>
                    <a:pt x="25" y="276"/>
                  </a:lnTo>
                  <a:lnTo>
                    <a:pt x="26" y="273"/>
                  </a:lnTo>
                  <a:lnTo>
                    <a:pt x="27" y="270"/>
                  </a:lnTo>
                  <a:lnTo>
                    <a:pt x="27" y="267"/>
                  </a:lnTo>
                  <a:lnTo>
                    <a:pt x="28" y="264"/>
                  </a:lnTo>
                  <a:lnTo>
                    <a:pt x="28" y="261"/>
                  </a:lnTo>
                  <a:lnTo>
                    <a:pt x="29" y="258"/>
                  </a:lnTo>
                  <a:lnTo>
                    <a:pt x="29" y="255"/>
                  </a:lnTo>
                  <a:lnTo>
                    <a:pt x="30" y="252"/>
                  </a:lnTo>
                  <a:lnTo>
                    <a:pt x="31" y="250"/>
                  </a:lnTo>
                  <a:lnTo>
                    <a:pt x="31" y="247"/>
                  </a:lnTo>
                  <a:lnTo>
                    <a:pt x="32" y="245"/>
                  </a:lnTo>
                  <a:lnTo>
                    <a:pt x="32" y="242"/>
                  </a:lnTo>
                  <a:lnTo>
                    <a:pt x="33" y="240"/>
                  </a:lnTo>
                  <a:lnTo>
                    <a:pt x="33" y="237"/>
                  </a:lnTo>
                  <a:lnTo>
                    <a:pt x="34" y="235"/>
                  </a:lnTo>
                  <a:lnTo>
                    <a:pt x="34" y="232"/>
                  </a:lnTo>
                  <a:lnTo>
                    <a:pt x="35" y="230"/>
                  </a:lnTo>
                  <a:lnTo>
                    <a:pt x="35" y="227"/>
                  </a:lnTo>
                  <a:lnTo>
                    <a:pt x="36" y="225"/>
                  </a:lnTo>
                  <a:lnTo>
                    <a:pt x="37" y="222"/>
                  </a:lnTo>
                  <a:lnTo>
                    <a:pt x="37" y="220"/>
                  </a:lnTo>
                  <a:lnTo>
                    <a:pt x="38" y="217"/>
                  </a:lnTo>
                  <a:lnTo>
                    <a:pt x="39" y="214"/>
                  </a:lnTo>
                  <a:lnTo>
                    <a:pt x="39" y="212"/>
                  </a:lnTo>
                  <a:lnTo>
                    <a:pt x="40" y="209"/>
                  </a:lnTo>
                  <a:lnTo>
                    <a:pt x="41" y="206"/>
                  </a:lnTo>
                  <a:lnTo>
                    <a:pt x="42" y="204"/>
                  </a:lnTo>
                  <a:lnTo>
                    <a:pt x="42" y="201"/>
                  </a:lnTo>
                  <a:lnTo>
                    <a:pt x="43" y="198"/>
                  </a:lnTo>
                  <a:lnTo>
                    <a:pt x="44" y="195"/>
                  </a:lnTo>
                  <a:lnTo>
                    <a:pt x="45" y="192"/>
                  </a:lnTo>
                  <a:lnTo>
                    <a:pt x="46" y="190"/>
                  </a:lnTo>
                  <a:lnTo>
                    <a:pt x="47" y="187"/>
                  </a:lnTo>
                  <a:lnTo>
                    <a:pt x="48" y="184"/>
                  </a:lnTo>
                  <a:lnTo>
                    <a:pt x="49" y="181"/>
                  </a:lnTo>
                  <a:lnTo>
                    <a:pt x="50" y="178"/>
                  </a:lnTo>
                  <a:lnTo>
                    <a:pt x="50" y="175"/>
                  </a:lnTo>
                  <a:lnTo>
                    <a:pt x="52" y="172"/>
                  </a:lnTo>
                  <a:lnTo>
                    <a:pt x="53" y="169"/>
                  </a:lnTo>
                  <a:lnTo>
                    <a:pt x="54" y="166"/>
                  </a:lnTo>
                  <a:lnTo>
                    <a:pt x="55" y="163"/>
                  </a:lnTo>
                  <a:lnTo>
                    <a:pt x="56" y="160"/>
                  </a:lnTo>
                  <a:lnTo>
                    <a:pt x="57" y="157"/>
                  </a:lnTo>
                  <a:lnTo>
                    <a:pt x="58" y="154"/>
                  </a:lnTo>
                  <a:lnTo>
                    <a:pt x="59" y="151"/>
                  </a:lnTo>
                  <a:lnTo>
                    <a:pt x="60" y="148"/>
                  </a:lnTo>
                  <a:lnTo>
                    <a:pt x="61" y="145"/>
                  </a:lnTo>
                  <a:lnTo>
                    <a:pt x="62" y="142"/>
                  </a:lnTo>
                  <a:lnTo>
                    <a:pt x="63" y="140"/>
                  </a:lnTo>
                  <a:lnTo>
                    <a:pt x="65" y="137"/>
                  </a:lnTo>
                  <a:lnTo>
                    <a:pt x="66" y="134"/>
                  </a:lnTo>
                  <a:lnTo>
                    <a:pt x="67" y="132"/>
                  </a:lnTo>
                  <a:lnTo>
                    <a:pt x="68" y="129"/>
                  </a:lnTo>
                  <a:lnTo>
                    <a:pt x="69" y="127"/>
                  </a:lnTo>
                  <a:lnTo>
                    <a:pt x="70" y="125"/>
                  </a:lnTo>
                  <a:lnTo>
                    <a:pt x="71" y="122"/>
                  </a:lnTo>
                  <a:lnTo>
                    <a:pt x="72" y="120"/>
                  </a:lnTo>
                  <a:lnTo>
                    <a:pt x="73" y="118"/>
                  </a:lnTo>
                  <a:lnTo>
                    <a:pt x="74" y="116"/>
                  </a:lnTo>
                  <a:lnTo>
                    <a:pt x="75" y="114"/>
                  </a:lnTo>
                  <a:lnTo>
                    <a:pt x="76" y="112"/>
                  </a:lnTo>
                  <a:lnTo>
                    <a:pt x="77" y="110"/>
                  </a:lnTo>
                  <a:lnTo>
                    <a:pt x="78" y="108"/>
                  </a:lnTo>
                  <a:lnTo>
                    <a:pt x="79" y="106"/>
                  </a:lnTo>
                  <a:lnTo>
                    <a:pt x="80" y="104"/>
                  </a:lnTo>
                  <a:lnTo>
                    <a:pt x="81" y="103"/>
                  </a:lnTo>
                  <a:lnTo>
                    <a:pt x="82" y="101"/>
                  </a:lnTo>
                  <a:lnTo>
                    <a:pt x="83" y="99"/>
                  </a:lnTo>
                  <a:lnTo>
                    <a:pt x="84" y="97"/>
                  </a:lnTo>
                  <a:lnTo>
                    <a:pt x="86" y="95"/>
                  </a:lnTo>
                  <a:lnTo>
                    <a:pt x="87" y="93"/>
                  </a:lnTo>
                  <a:lnTo>
                    <a:pt x="88" y="91"/>
                  </a:lnTo>
                  <a:lnTo>
                    <a:pt x="89" y="90"/>
                  </a:lnTo>
                  <a:lnTo>
                    <a:pt x="90" y="88"/>
                  </a:lnTo>
                  <a:lnTo>
                    <a:pt x="92" y="86"/>
                  </a:lnTo>
                  <a:lnTo>
                    <a:pt x="93" y="84"/>
                  </a:lnTo>
                  <a:lnTo>
                    <a:pt x="94" y="82"/>
                  </a:lnTo>
                  <a:lnTo>
                    <a:pt x="95" y="81"/>
                  </a:lnTo>
                  <a:lnTo>
                    <a:pt x="97" y="79"/>
                  </a:lnTo>
                  <a:lnTo>
                    <a:pt x="98" y="77"/>
                  </a:lnTo>
                  <a:lnTo>
                    <a:pt x="99" y="76"/>
                  </a:lnTo>
                  <a:lnTo>
                    <a:pt x="101" y="74"/>
                  </a:lnTo>
                  <a:lnTo>
                    <a:pt x="102" y="73"/>
                  </a:lnTo>
                  <a:lnTo>
                    <a:pt x="103" y="71"/>
                  </a:lnTo>
                  <a:lnTo>
                    <a:pt x="104" y="70"/>
                  </a:lnTo>
                  <a:lnTo>
                    <a:pt x="105" y="68"/>
                  </a:lnTo>
                  <a:lnTo>
                    <a:pt x="107" y="67"/>
                  </a:lnTo>
                  <a:lnTo>
                    <a:pt x="108" y="66"/>
                  </a:lnTo>
                  <a:lnTo>
                    <a:pt x="109" y="64"/>
                  </a:lnTo>
                  <a:lnTo>
                    <a:pt x="110" y="63"/>
                  </a:lnTo>
                  <a:lnTo>
                    <a:pt x="111" y="62"/>
                  </a:lnTo>
                  <a:lnTo>
                    <a:pt x="112" y="61"/>
                  </a:lnTo>
                  <a:lnTo>
                    <a:pt x="113" y="60"/>
                  </a:lnTo>
                  <a:lnTo>
                    <a:pt x="115" y="59"/>
                  </a:lnTo>
                  <a:lnTo>
                    <a:pt x="116" y="58"/>
                  </a:lnTo>
                  <a:lnTo>
                    <a:pt x="117" y="57"/>
                  </a:lnTo>
                  <a:lnTo>
                    <a:pt x="118" y="56"/>
                  </a:lnTo>
                  <a:lnTo>
                    <a:pt x="119" y="55"/>
                  </a:lnTo>
                  <a:lnTo>
                    <a:pt x="120" y="54"/>
                  </a:lnTo>
                  <a:lnTo>
                    <a:pt x="121" y="53"/>
                  </a:lnTo>
                  <a:lnTo>
                    <a:pt x="123" y="52"/>
                  </a:lnTo>
                  <a:lnTo>
                    <a:pt x="124" y="51"/>
                  </a:lnTo>
                  <a:lnTo>
                    <a:pt x="125" y="50"/>
                  </a:lnTo>
                  <a:lnTo>
                    <a:pt x="126" y="49"/>
                  </a:lnTo>
                  <a:lnTo>
                    <a:pt x="127" y="49"/>
                  </a:lnTo>
                  <a:lnTo>
                    <a:pt x="128" y="48"/>
                  </a:lnTo>
                  <a:lnTo>
                    <a:pt x="129" y="47"/>
                  </a:lnTo>
                  <a:lnTo>
                    <a:pt x="130" y="47"/>
                  </a:lnTo>
                  <a:lnTo>
                    <a:pt x="132" y="46"/>
                  </a:lnTo>
                  <a:lnTo>
                    <a:pt x="133" y="45"/>
                  </a:lnTo>
                  <a:lnTo>
                    <a:pt x="134" y="45"/>
                  </a:lnTo>
                  <a:lnTo>
                    <a:pt x="135" y="44"/>
                  </a:lnTo>
                  <a:lnTo>
                    <a:pt x="136" y="44"/>
                  </a:lnTo>
                  <a:lnTo>
                    <a:pt x="137" y="44"/>
                  </a:lnTo>
                  <a:lnTo>
                    <a:pt x="139" y="43"/>
                  </a:lnTo>
                  <a:lnTo>
                    <a:pt x="140" y="43"/>
                  </a:lnTo>
                  <a:lnTo>
                    <a:pt x="141" y="43"/>
                  </a:lnTo>
                  <a:lnTo>
                    <a:pt x="142" y="43"/>
                  </a:lnTo>
                  <a:lnTo>
                    <a:pt x="144" y="43"/>
                  </a:lnTo>
                  <a:lnTo>
                    <a:pt x="145" y="43"/>
                  </a:lnTo>
                  <a:lnTo>
                    <a:pt x="146" y="42"/>
                  </a:lnTo>
                  <a:lnTo>
                    <a:pt x="147" y="43"/>
                  </a:lnTo>
                  <a:lnTo>
                    <a:pt x="149" y="43"/>
                  </a:lnTo>
                  <a:lnTo>
                    <a:pt x="150" y="43"/>
                  </a:lnTo>
                  <a:lnTo>
                    <a:pt x="151" y="43"/>
                  </a:lnTo>
                  <a:lnTo>
                    <a:pt x="152" y="43"/>
                  </a:lnTo>
                  <a:lnTo>
                    <a:pt x="154" y="43"/>
                  </a:lnTo>
                  <a:lnTo>
                    <a:pt x="155" y="44"/>
                  </a:lnTo>
                  <a:lnTo>
                    <a:pt x="156" y="44"/>
                  </a:lnTo>
                  <a:lnTo>
                    <a:pt x="158" y="44"/>
                  </a:lnTo>
                  <a:lnTo>
                    <a:pt x="159" y="44"/>
                  </a:lnTo>
                  <a:lnTo>
                    <a:pt x="160" y="45"/>
                  </a:lnTo>
                  <a:lnTo>
                    <a:pt x="161" y="45"/>
                  </a:lnTo>
                  <a:lnTo>
                    <a:pt x="162" y="45"/>
                  </a:lnTo>
                  <a:lnTo>
                    <a:pt x="164" y="46"/>
                  </a:lnTo>
                  <a:lnTo>
                    <a:pt x="165" y="46"/>
                  </a:lnTo>
                  <a:lnTo>
                    <a:pt x="166" y="47"/>
                  </a:lnTo>
                  <a:lnTo>
                    <a:pt x="167" y="47"/>
                  </a:lnTo>
                  <a:lnTo>
                    <a:pt x="168" y="47"/>
                  </a:lnTo>
                  <a:lnTo>
                    <a:pt x="169" y="48"/>
                  </a:lnTo>
                  <a:lnTo>
                    <a:pt x="170" y="48"/>
                  </a:lnTo>
                  <a:lnTo>
                    <a:pt x="172" y="49"/>
                  </a:lnTo>
                  <a:lnTo>
                    <a:pt x="173" y="49"/>
                  </a:lnTo>
                  <a:lnTo>
                    <a:pt x="174" y="50"/>
                  </a:lnTo>
                  <a:lnTo>
                    <a:pt x="175" y="51"/>
                  </a:lnTo>
                  <a:lnTo>
                    <a:pt x="176" y="51"/>
                  </a:lnTo>
                  <a:lnTo>
                    <a:pt x="177" y="52"/>
                  </a:lnTo>
                  <a:lnTo>
                    <a:pt x="178" y="52"/>
                  </a:lnTo>
                  <a:lnTo>
                    <a:pt x="179" y="53"/>
                  </a:lnTo>
                  <a:lnTo>
                    <a:pt x="180" y="54"/>
                  </a:lnTo>
                  <a:lnTo>
                    <a:pt x="181" y="55"/>
                  </a:lnTo>
                  <a:lnTo>
                    <a:pt x="182" y="55"/>
                  </a:lnTo>
                  <a:lnTo>
                    <a:pt x="183" y="56"/>
                  </a:lnTo>
                  <a:lnTo>
                    <a:pt x="184" y="57"/>
                  </a:lnTo>
                  <a:lnTo>
                    <a:pt x="185" y="58"/>
                  </a:lnTo>
                  <a:lnTo>
                    <a:pt x="186" y="58"/>
                  </a:lnTo>
                  <a:lnTo>
                    <a:pt x="187" y="59"/>
                  </a:lnTo>
                  <a:lnTo>
                    <a:pt x="188" y="60"/>
                  </a:lnTo>
                  <a:lnTo>
                    <a:pt x="189" y="61"/>
                  </a:lnTo>
                  <a:lnTo>
                    <a:pt x="190" y="62"/>
                  </a:lnTo>
                  <a:lnTo>
                    <a:pt x="191" y="62"/>
                  </a:lnTo>
                  <a:lnTo>
                    <a:pt x="192" y="63"/>
                  </a:lnTo>
                  <a:lnTo>
                    <a:pt x="193" y="64"/>
                  </a:lnTo>
                  <a:lnTo>
                    <a:pt x="194" y="65"/>
                  </a:lnTo>
                  <a:lnTo>
                    <a:pt x="195" y="66"/>
                  </a:lnTo>
                  <a:lnTo>
                    <a:pt x="195" y="67"/>
                  </a:lnTo>
                  <a:lnTo>
                    <a:pt x="196" y="68"/>
                  </a:lnTo>
                  <a:lnTo>
                    <a:pt x="197" y="69"/>
                  </a:lnTo>
                  <a:lnTo>
                    <a:pt x="198" y="70"/>
                  </a:lnTo>
                  <a:lnTo>
                    <a:pt x="199" y="71"/>
                  </a:lnTo>
                  <a:lnTo>
                    <a:pt x="200" y="72"/>
                  </a:lnTo>
                  <a:lnTo>
                    <a:pt x="200" y="73"/>
                  </a:lnTo>
                  <a:lnTo>
                    <a:pt x="201" y="74"/>
                  </a:lnTo>
                  <a:lnTo>
                    <a:pt x="202" y="75"/>
                  </a:lnTo>
                  <a:lnTo>
                    <a:pt x="203" y="76"/>
                  </a:lnTo>
                  <a:lnTo>
                    <a:pt x="204" y="77"/>
                  </a:lnTo>
                  <a:lnTo>
                    <a:pt x="205" y="79"/>
                  </a:lnTo>
                  <a:lnTo>
                    <a:pt x="206" y="80"/>
                  </a:lnTo>
                  <a:lnTo>
                    <a:pt x="208" y="82"/>
                  </a:lnTo>
                  <a:lnTo>
                    <a:pt x="209" y="84"/>
                  </a:lnTo>
                  <a:lnTo>
                    <a:pt x="210" y="85"/>
                  </a:lnTo>
                  <a:lnTo>
                    <a:pt x="212" y="87"/>
                  </a:lnTo>
                  <a:lnTo>
                    <a:pt x="213" y="89"/>
                  </a:lnTo>
                  <a:lnTo>
                    <a:pt x="215" y="92"/>
                  </a:lnTo>
                  <a:lnTo>
                    <a:pt x="216" y="94"/>
                  </a:lnTo>
                  <a:lnTo>
                    <a:pt x="218" y="96"/>
                  </a:lnTo>
                  <a:lnTo>
                    <a:pt x="219" y="99"/>
                  </a:lnTo>
                  <a:lnTo>
                    <a:pt x="221" y="101"/>
                  </a:lnTo>
                  <a:lnTo>
                    <a:pt x="223" y="103"/>
                  </a:lnTo>
                  <a:lnTo>
                    <a:pt x="225" y="105"/>
                  </a:lnTo>
                  <a:lnTo>
                    <a:pt x="226" y="107"/>
                  </a:lnTo>
                  <a:lnTo>
                    <a:pt x="228" y="108"/>
                  </a:lnTo>
                  <a:lnTo>
                    <a:pt x="229" y="109"/>
                  </a:lnTo>
                  <a:lnTo>
                    <a:pt x="231" y="110"/>
                  </a:lnTo>
                  <a:lnTo>
                    <a:pt x="232" y="110"/>
                  </a:lnTo>
                  <a:lnTo>
                    <a:pt x="233" y="110"/>
                  </a:lnTo>
                  <a:lnTo>
                    <a:pt x="235" y="109"/>
                  </a:lnTo>
                  <a:lnTo>
                    <a:pt x="236" y="108"/>
                  </a:lnTo>
                  <a:lnTo>
                    <a:pt x="237" y="107"/>
                  </a:lnTo>
                  <a:lnTo>
                    <a:pt x="238" y="105"/>
                  </a:lnTo>
                  <a:lnTo>
                    <a:pt x="239" y="103"/>
                  </a:lnTo>
                  <a:lnTo>
                    <a:pt x="240" y="101"/>
                  </a:lnTo>
                  <a:lnTo>
                    <a:pt x="241" y="98"/>
                  </a:lnTo>
                  <a:lnTo>
                    <a:pt x="242" y="95"/>
                  </a:lnTo>
                  <a:lnTo>
                    <a:pt x="243" y="91"/>
                  </a:lnTo>
                  <a:lnTo>
                    <a:pt x="243" y="88"/>
                  </a:lnTo>
                  <a:lnTo>
                    <a:pt x="244" y="85"/>
                  </a:lnTo>
                  <a:lnTo>
                    <a:pt x="244" y="82"/>
                  </a:lnTo>
                  <a:lnTo>
                    <a:pt x="244" y="79"/>
                  </a:lnTo>
                  <a:lnTo>
                    <a:pt x="244" y="76"/>
                  </a:lnTo>
                  <a:lnTo>
                    <a:pt x="244" y="73"/>
                  </a:lnTo>
                  <a:lnTo>
                    <a:pt x="244" y="71"/>
                  </a:lnTo>
                  <a:lnTo>
                    <a:pt x="243" y="68"/>
                  </a:lnTo>
                  <a:lnTo>
                    <a:pt x="243" y="66"/>
                  </a:lnTo>
                  <a:lnTo>
                    <a:pt x="242" y="63"/>
                  </a:lnTo>
                  <a:lnTo>
                    <a:pt x="241" y="61"/>
                  </a:lnTo>
                  <a:lnTo>
                    <a:pt x="240" y="59"/>
                  </a:lnTo>
                  <a:lnTo>
                    <a:pt x="239" y="57"/>
                  </a:lnTo>
                  <a:lnTo>
                    <a:pt x="238" y="55"/>
                  </a:lnTo>
                  <a:lnTo>
                    <a:pt x="237" y="53"/>
                  </a:lnTo>
                  <a:lnTo>
                    <a:pt x="235" y="51"/>
                  </a:lnTo>
                  <a:lnTo>
                    <a:pt x="234" y="50"/>
                  </a:lnTo>
                  <a:lnTo>
                    <a:pt x="232" y="48"/>
                  </a:lnTo>
                  <a:lnTo>
                    <a:pt x="231" y="46"/>
                  </a:lnTo>
                  <a:lnTo>
                    <a:pt x="230" y="45"/>
                  </a:lnTo>
                  <a:lnTo>
                    <a:pt x="228" y="43"/>
                  </a:lnTo>
                  <a:lnTo>
                    <a:pt x="227" y="42"/>
                  </a:lnTo>
                  <a:lnTo>
                    <a:pt x="225" y="40"/>
                  </a:lnTo>
                  <a:lnTo>
                    <a:pt x="224" y="39"/>
                  </a:lnTo>
                  <a:lnTo>
                    <a:pt x="223" y="38"/>
                  </a:lnTo>
                  <a:lnTo>
                    <a:pt x="221" y="37"/>
                  </a:lnTo>
                  <a:lnTo>
                    <a:pt x="220" y="35"/>
                  </a:lnTo>
                  <a:lnTo>
                    <a:pt x="219" y="34"/>
                  </a:lnTo>
                  <a:lnTo>
                    <a:pt x="217" y="33"/>
                  </a:lnTo>
                  <a:lnTo>
                    <a:pt x="216" y="32"/>
                  </a:lnTo>
                  <a:lnTo>
                    <a:pt x="215" y="31"/>
                  </a:lnTo>
                  <a:lnTo>
                    <a:pt x="213" y="30"/>
                  </a:lnTo>
                  <a:lnTo>
                    <a:pt x="212" y="29"/>
                  </a:lnTo>
                  <a:lnTo>
                    <a:pt x="211" y="28"/>
                  </a:lnTo>
                  <a:lnTo>
                    <a:pt x="210" y="27"/>
                  </a:lnTo>
                  <a:lnTo>
                    <a:pt x="208" y="26"/>
                  </a:lnTo>
                  <a:lnTo>
                    <a:pt x="207" y="25"/>
                  </a:lnTo>
                  <a:lnTo>
                    <a:pt x="206" y="24"/>
                  </a:lnTo>
                  <a:lnTo>
                    <a:pt x="204" y="23"/>
                  </a:lnTo>
                  <a:lnTo>
                    <a:pt x="203" y="22"/>
                  </a:lnTo>
                  <a:lnTo>
                    <a:pt x="202" y="21"/>
                  </a:lnTo>
                  <a:lnTo>
                    <a:pt x="200" y="20"/>
                  </a:lnTo>
                  <a:lnTo>
                    <a:pt x="199" y="19"/>
                  </a:lnTo>
                  <a:lnTo>
                    <a:pt x="198" y="18"/>
                  </a:lnTo>
                  <a:lnTo>
                    <a:pt x="197" y="17"/>
                  </a:lnTo>
                  <a:lnTo>
                    <a:pt x="195" y="17"/>
                  </a:lnTo>
                  <a:lnTo>
                    <a:pt x="194" y="16"/>
                  </a:lnTo>
                  <a:lnTo>
                    <a:pt x="193" y="15"/>
                  </a:lnTo>
                  <a:lnTo>
                    <a:pt x="191" y="14"/>
                  </a:lnTo>
                  <a:lnTo>
                    <a:pt x="190" y="13"/>
                  </a:lnTo>
                  <a:lnTo>
                    <a:pt x="189" y="12"/>
                  </a:lnTo>
                  <a:lnTo>
                    <a:pt x="187" y="11"/>
                  </a:lnTo>
                  <a:lnTo>
                    <a:pt x="186" y="10"/>
                  </a:lnTo>
                  <a:lnTo>
                    <a:pt x="184" y="9"/>
                  </a:lnTo>
                  <a:lnTo>
                    <a:pt x="183" y="9"/>
                  </a:lnTo>
                  <a:lnTo>
                    <a:pt x="181" y="8"/>
                  </a:lnTo>
                  <a:lnTo>
                    <a:pt x="180" y="7"/>
                  </a:lnTo>
                  <a:lnTo>
                    <a:pt x="179" y="7"/>
                  </a:lnTo>
                  <a:lnTo>
                    <a:pt x="177" y="6"/>
                  </a:lnTo>
                  <a:lnTo>
                    <a:pt x="175" y="5"/>
                  </a:lnTo>
                  <a:lnTo>
                    <a:pt x="174" y="5"/>
                  </a:lnTo>
                  <a:lnTo>
                    <a:pt x="172" y="4"/>
                  </a:lnTo>
                  <a:lnTo>
                    <a:pt x="171" y="4"/>
                  </a:lnTo>
                  <a:lnTo>
                    <a:pt x="169" y="3"/>
                  </a:lnTo>
                  <a:lnTo>
                    <a:pt x="167" y="3"/>
                  </a:lnTo>
                  <a:lnTo>
                    <a:pt x="166" y="3"/>
                  </a:lnTo>
                  <a:lnTo>
                    <a:pt x="164" y="2"/>
                  </a:lnTo>
                  <a:lnTo>
                    <a:pt x="163" y="2"/>
                  </a:lnTo>
                  <a:lnTo>
                    <a:pt x="161" y="2"/>
                  </a:lnTo>
                  <a:lnTo>
                    <a:pt x="160" y="1"/>
                  </a:lnTo>
                  <a:lnTo>
                    <a:pt x="159" y="1"/>
                  </a:lnTo>
                  <a:lnTo>
                    <a:pt x="157" y="1"/>
                  </a:lnTo>
                  <a:lnTo>
                    <a:pt x="156" y="1"/>
                  </a:lnTo>
                  <a:lnTo>
                    <a:pt x="155" y="0"/>
                  </a:lnTo>
                  <a:lnTo>
                    <a:pt x="153" y="0"/>
                  </a:lnTo>
                  <a:lnTo>
                    <a:pt x="152" y="0"/>
                  </a:lnTo>
                  <a:lnTo>
                    <a:pt x="151" y="0"/>
                  </a:lnTo>
                  <a:lnTo>
                    <a:pt x="150" y="0"/>
                  </a:lnTo>
                  <a:lnTo>
                    <a:pt x="149" y="0"/>
                  </a:lnTo>
                  <a:lnTo>
                    <a:pt x="147" y="0"/>
                  </a:lnTo>
                  <a:lnTo>
                    <a:pt x="146" y="0"/>
                  </a:lnTo>
                  <a:lnTo>
                    <a:pt x="145" y="0"/>
                  </a:lnTo>
                  <a:lnTo>
                    <a:pt x="144" y="0"/>
                  </a:lnTo>
                  <a:lnTo>
                    <a:pt x="143" y="0"/>
                  </a:lnTo>
                  <a:lnTo>
                    <a:pt x="142" y="0"/>
                  </a:lnTo>
                  <a:lnTo>
                    <a:pt x="141" y="0"/>
                  </a:lnTo>
                  <a:lnTo>
                    <a:pt x="140" y="1"/>
                  </a:lnTo>
                  <a:lnTo>
                    <a:pt x="138" y="1"/>
                  </a:lnTo>
                  <a:lnTo>
                    <a:pt x="137" y="1"/>
                  </a:lnTo>
                  <a:lnTo>
                    <a:pt x="136" y="1"/>
                  </a:lnTo>
                  <a:lnTo>
                    <a:pt x="135" y="1"/>
                  </a:lnTo>
                  <a:lnTo>
                    <a:pt x="134" y="2"/>
                  </a:lnTo>
                  <a:lnTo>
                    <a:pt x="133" y="2"/>
                  </a:lnTo>
                  <a:lnTo>
                    <a:pt x="132" y="2"/>
                  </a:lnTo>
                  <a:lnTo>
                    <a:pt x="130" y="3"/>
                  </a:lnTo>
                  <a:lnTo>
                    <a:pt x="129" y="3"/>
                  </a:lnTo>
                  <a:lnTo>
                    <a:pt x="128" y="3"/>
                  </a:lnTo>
                  <a:lnTo>
                    <a:pt x="127" y="4"/>
                  </a:lnTo>
                  <a:lnTo>
                    <a:pt x="126" y="4"/>
                  </a:lnTo>
                  <a:lnTo>
                    <a:pt x="125" y="5"/>
                  </a:lnTo>
                  <a:lnTo>
                    <a:pt x="124" y="5"/>
                  </a:lnTo>
                  <a:lnTo>
                    <a:pt x="123" y="6"/>
                  </a:lnTo>
                  <a:lnTo>
                    <a:pt x="121" y="6"/>
                  </a:lnTo>
                  <a:lnTo>
                    <a:pt x="120" y="7"/>
                  </a:lnTo>
                  <a:lnTo>
                    <a:pt x="119" y="7"/>
                  </a:lnTo>
                  <a:lnTo>
                    <a:pt x="118" y="8"/>
                  </a:lnTo>
                  <a:lnTo>
                    <a:pt x="117" y="9"/>
                  </a:lnTo>
                  <a:lnTo>
                    <a:pt x="116" y="9"/>
                  </a:lnTo>
                  <a:lnTo>
                    <a:pt x="115" y="10"/>
                  </a:lnTo>
                  <a:lnTo>
                    <a:pt x="113" y="11"/>
                  </a:lnTo>
                  <a:lnTo>
                    <a:pt x="112" y="12"/>
                  </a:lnTo>
                  <a:lnTo>
                    <a:pt x="111" y="12"/>
                  </a:lnTo>
                  <a:lnTo>
                    <a:pt x="110" y="13"/>
                  </a:lnTo>
                  <a:lnTo>
                    <a:pt x="109" y="14"/>
                  </a:lnTo>
                  <a:lnTo>
                    <a:pt x="108" y="15"/>
                  </a:lnTo>
                  <a:lnTo>
                    <a:pt x="107" y="16"/>
                  </a:lnTo>
                  <a:lnTo>
                    <a:pt x="106" y="17"/>
                  </a:lnTo>
                  <a:lnTo>
                    <a:pt x="105" y="18"/>
                  </a:lnTo>
                  <a:lnTo>
                    <a:pt x="104" y="18"/>
                  </a:lnTo>
                  <a:lnTo>
                    <a:pt x="103" y="19"/>
                  </a:lnTo>
                  <a:lnTo>
                    <a:pt x="102" y="20"/>
                  </a:lnTo>
                  <a:lnTo>
                    <a:pt x="100" y="21"/>
                  </a:lnTo>
                  <a:lnTo>
                    <a:pt x="99" y="22"/>
                  </a:lnTo>
                  <a:lnTo>
                    <a:pt x="98" y="23"/>
                  </a:lnTo>
                  <a:lnTo>
                    <a:pt x="97" y="24"/>
                  </a:lnTo>
                  <a:lnTo>
                    <a:pt x="96" y="25"/>
                  </a:lnTo>
                  <a:lnTo>
                    <a:pt x="96" y="26"/>
                  </a:lnTo>
                  <a:lnTo>
                    <a:pt x="95" y="27"/>
                  </a:lnTo>
                  <a:lnTo>
                    <a:pt x="94" y="28"/>
                  </a:lnTo>
                  <a:lnTo>
                    <a:pt x="93" y="29"/>
                  </a:lnTo>
                  <a:lnTo>
                    <a:pt x="92" y="30"/>
                  </a:lnTo>
                  <a:lnTo>
                    <a:pt x="91" y="31"/>
                  </a:lnTo>
                  <a:lnTo>
                    <a:pt x="90" y="32"/>
                  </a:lnTo>
                  <a:lnTo>
                    <a:pt x="89" y="33"/>
                  </a:lnTo>
                  <a:lnTo>
                    <a:pt x="88" y="34"/>
                  </a:lnTo>
                  <a:lnTo>
                    <a:pt x="87" y="35"/>
                  </a:lnTo>
                  <a:lnTo>
                    <a:pt x="86" y="37"/>
                  </a:lnTo>
                  <a:lnTo>
                    <a:pt x="85" y="38"/>
                  </a:lnTo>
                  <a:lnTo>
                    <a:pt x="84" y="39"/>
                  </a:lnTo>
                  <a:lnTo>
                    <a:pt x="83" y="40"/>
                  </a:lnTo>
                  <a:lnTo>
                    <a:pt x="82" y="41"/>
                  </a:lnTo>
                  <a:lnTo>
                    <a:pt x="81" y="43"/>
                  </a:lnTo>
                  <a:lnTo>
                    <a:pt x="80" y="44"/>
                  </a:lnTo>
                  <a:lnTo>
                    <a:pt x="79" y="45"/>
                  </a:lnTo>
                  <a:lnTo>
                    <a:pt x="78" y="47"/>
                  </a:lnTo>
                  <a:lnTo>
                    <a:pt x="77" y="48"/>
                  </a:lnTo>
                  <a:lnTo>
                    <a:pt x="76" y="49"/>
                  </a:lnTo>
                  <a:lnTo>
                    <a:pt x="75" y="51"/>
                  </a:lnTo>
                  <a:lnTo>
                    <a:pt x="74" y="52"/>
                  </a:lnTo>
                  <a:lnTo>
                    <a:pt x="73" y="54"/>
                  </a:lnTo>
                  <a:lnTo>
                    <a:pt x="72" y="55"/>
                  </a:lnTo>
                  <a:lnTo>
                    <a:pt x="71" y="57"/>
                  </a:lnTo>
                  <a:lnTo>
                    <a:pt x="70" y="59"/>
                  </a:lnTo>
                  <a:lnTo>
                    <a:pt x="69" y="60"/>
                  </a:lnTo>
                  <a:lnTo>
                    <a:pt x="68" y="62"/>
                  </a:lnTo>
                  <a:lnTo>
                    <a:pt x="67" y="63"/>
                  </a:lnTo>
                  <a:lnTo>
                    <a:pt x="66" y="65"/>
                  </a:lnTo>
                  <a:lnTo>
                    <a:pt x="65" y="67"/>
                  </a:lnTo>
                  <a:lnTo>
                    <a:pt x="64" y="69"/>
                  </a:lnTo>
                  <a:lnTo>
                    <a:pt x="63" y="70"/>
                  </a:lnTo>
                  <a:lnTo>
                    <a:pt x="62" y="72"/>
                  </a:lnTo>
                  <a:lnTo>
                    <a:pt x="62" y="74"/>
                  </a:lnTo>
                  <a:lnTo>
                    <a:pt x="61" y="76"/>
                  </a:lnTo>
                  <a:lnTo>
                    <a:pt x="60" y="78"/>
                  </a:lnTo>
                  <a:lnTo>
                    <a:pt x="59" y="79"/>
                  </a:lnTo>
                  <a:lnTo>
                    <a:pt x="58" y="81"/>
                  </a:lnTo>
                  <a:lnTo>
                    <a:pt x="57" y="83"/>
                  </a:lnTo>
                  <a:lnTo>
                    <a:pt x="56" y="85"/>
                  </a:lnTo>
                  <a:lnTo>
                    <a:pt x="55" y="86"/>
                  </a:lnTo>
                  <a:lnTo>
                    <a:pt x="54" y="88"/>
                  </a:lnTo>
                  <a:lnTo>
                    <a:pt x="53" y="90"/>
                  </a:lnTo>
                  <a:lnTo>
                    <a:pt x="53" y="92"/>
                  </a:lnTo>
                  <a:lnTo>
                    <a:pt x="52" y="94"/>
                  </a:lnTo>
                  <a:lnTo>
                    <a:pt x="51" y="95"/>
                  </a:lnTo>
                  <a:lnTo>
                    <a:pt x="50" y="97"/>
                  </a:lnTo>
                  <a:lnTo>
                    <a:pt x="49" y="99"/>
                  </a:lnTo>
                  <a:lnTo>
                    <a:pt x="49" y="101"/>
                  </a:lnTo>
                  <a:lnTo>
                    <a:pt x="48" y="103"/>
                  </a:lnTo>
                  <a:lnTo>
                    <a:pt x="47" y="105"/>
                  </a:lnTo>
                  <a:lnTo>
                    <a:pt x="46" y="107"/>
                  </a:lnTo>
                  <a:lnTo>
                    <a:pt x="45" y="109"/>
                  </a:lnTo>
                  <a:lnTo>
                    <a:pt x="44" y="111"/>
                  </a:lnTo>
                  <a:lnTo>
                    <a:pt x="44" y="113"/>
                  </a:lnTo>
                  <a:lnTo>
                    <a:pt x="43" y="116"/>
                  </a:lnTo>
                  <a:lnTo>
                    <a:pt x="42" y="118"/>
                  </a:lnTo>
                  <a:lnTo>
                    <a:pt x="41" y="120"/>
                  </a:lnTo>
                  <a:lnTo>
                    <a:pt x="40" y="123"/>
                  </a:lnTo>
                  <a:lnTo>
                    <a:pt x="40" y="125"/>
                  </a:lnTo>
                  <a:lnTo>
                    <a:pt x="39" y="128"/>
                  </a:lnTo>
                  <a:lnTo>
                    <a:pt x="38" y="131"/>
                  </a:lnTo>
                  <a:lnTo>
                    <a:pt x="37" y="133"/>
                  </a:lnTo>
                  <a:lnTo>
                    <a:pt x="36" y="136"/>
                  </a:lnTo>
                  <a:lnTo>
                    <a:pt x="36" y="139"/>
                  </a:lnTo>
                  <a:lnTo>
                    <a:pt x="35" y="142"/>
                  </a:lnTo>
                  <a:lnTo>
                    <a:pt x="34" y="145"/>
                  </a:lnTo>
                  <a:lnTo>
                    <a:pt x="33" y="147"/>
                  </a:lnTo>
                  <a:lnTo>
                    <a:pt x="33" y="150"/>
                  </a:lnTo>
                  <a:lnTo>
                    <a:pt x="32" y="153"/>
                  </a:lnTo>
                  <a:lnTo>
                    <a:pt x="31" y="156"/>
                  </a:lnTo>
                  <a:lnTo>
                    <a:pt x="30" y="159"/>
                  </a:lnTo>
                  <a:lnTo>
                    <a:pt x="30" y="161"/>
                  </a:lnTo>
                  <a:lnTo>
                    <a:pt x="29" y="164"/>
                  </a:lnTo>
                  <a:lnTo>
                    <a:pt x="28" y="167"/>
                  </a:lnTo>
                  <a:lnTo>
                    <a:pt x="28" y="170"/>
                  </a:lnTo>
                  <a:lnTo>
                    <a:pt x="27" y="173"/>
                  </a:lnTo>
                  <a:lnTo>
                    <a:pt x="26" y="176"/>
                  </a:lnTo>
                  <a:lnTo>
                    <a:pt x="26" y="179"/>
                  </a:lnTo>
                  <a:lnTo>
                    <a:pt x="25" y="182"/>
                  </a:lnTo>
                  <a:lnTo>
                    <a:pt x="24" y="185"/>
                  </a:lnTo>
                  <a:lnTo>
                    <a:pt x="24" y="188"/>
                  </a:lnTo>
                  <a:lnTo>
                    <a:pt x="23" y="191"/>
                  </a:lnTo>
                  <a:lnTo>
                    <a:pt x="22" y="194"/>
                  </a:lnTo>
                  <a:lnTo>
                    <a:pt x="22" y="197"/>
                  </a:lnTo>
                  <a:lnTo>
                    <a:pt x="21" y="200"/>
                  </a:lnTo>
                  <a:lnTo>
                    <a:pt x="20" y="203"/>
                  </a:lnTo>
                  <a:lnTo>
                    <a:pt x="20" y="207"/>
                  </a:lnTo>
                  <a:lnTo>
                    <a:pt x="19" y="210"/>
                  </a:lnTo>
                  <a:lnTo>
                    <a:pt x="18" y="213"/>
                  </a:lnTo>
                  <a:lnTo>
                    <a:pt x="18" y="217"/>
                  </a:lnTo>
                  <a:lnTo>
                    <a:pt x="17" y="220"/>
                  </a:lnTo>
                  <a:lnTo>
                    <a:pt x="16" y="224"/>
                  </a:lnTo>
                  <a:lnTo>
                    <a:pt x="16" y="227"/>
                  </a:lnTo>
                  <a:lnTo>
                    <a:pt x="15" y="231"/>
                  </a:lnTo>
                  <a:lnTo>
                    <a:pt x="15" y="234"/>
                  </a:lnTo>
                  <a:lnTo>
                    <a:pt x="14" y="238"/>
                  </a:lnTo>
                  <a:lnTo>
                    <a:pt x="13" y="242"/>
                  </a:lnTo>
                  <a:lnTo>
                    <a:pt x="13" y="245"/>
                  </a:lnTo>
                  <a:lnTo>
                    <a:pt x="12" y="249"/>
                  </a:lnTo>
                  <a:lnTo>
                    <a:pt x="11" y="253"/>
                  </a:lnTo>
                  <a:lnTo>
                    <a:pt x="11" y="257"/>
                  </a:lnTo>
                  <a:lnTo>
                    <a:pt x="10" y="261"/>
                  </a:lnTo>
                  <a:lnTo>
                    <a:pt x="10" y="265"/>
                  </a:lnTo>
                  <a:lnTo>
                    <a:pt x="9" y="269"/>
                  </a:lnTo>
                  <a:lnTo>
                    <a:pt x="9" y="273"/>
                  </a:lnTo>
                  <a:lnTo>
                    <a:pt x="8" y="278"/>
                  </a:lnTo>
                  <a:lnTo>
                    <a:pt x="8" y="282"/>
                  </a:lnTo>
                  <a:lnTo>
                    <a:pt x="7" y="286"/>
                  </a:lnTo>
                  <a:lnTo>
                    <a:pt x="7" y="291"/>
                  </a:lnTo>
                  <a:lnTo>
                    <a:pt x="6" y="295"/>
                  </a:lnTo>
                  <a:lnTo>
                    <a:pt x="6" y="300"/>
                  </a:lnTo>
                  <a:lnTo>
                    <a:pt x="5" y="304"/>
                  </a:lnTo>
                  <a:lnTo>
                    <a:pt x="5" y="309"/>
                  </a:lnTo>
                  <a:lnTo>
                    <a:pt x="4" y="313"/>
                  </a:lnTo>
                  <a:lnTo>
                    <a:pt x="4" y="317"/>
                  </a:lnTo>
                  <a:lnTo>
                    <a:pt x="4" y="321"/>
                  </a:lnTo>
                  <a:lnTo>
                    <a:pt x="3" y="325"/>
                  </a:lnTo>
                  <a:lnTo>
                    <a:pt x="3" y="329"/>
                  </a:lnTo>
                  <a:lnTo>
                    <a:pt x="3" y="333"/>
                  </a:lnTo>
                  <a:lnTo>
                    <a:pt x="2" y="337"/>
                  </a:lnTo>
                  <a:lnTo>
                    <a:pt x="2" y="340"/>
                  </a:lnTo>
                  <a:lnTo>
                    <a:pt x="2" y="344"/>
                  </a:lnTo>
                  <a:lnTo>
                    <a:pt x="2" y="348"/>
                  </a:lnTo>
                  <a:lnTo>
                    <a:pt x="1" y="351"/>
                  </a:lnTo>
                  <a:lnTo>
                    <a:pt x="1" y="354"/>
                  </a:lnTo>
                  <a:lnTo>
                    <a:pt x="1" y="358"/>
                  </a:lnTo>
                  <a:lnTo>
                    <a:pt x="1" y="361"/>
                  </a:lnTo>
                  <a:lnTo>
                    <a:pt x="1" y="365"/>
                  </a:lnTo>
                  <a:lnTo>
                    <a:pt x="0" y="369"/>
                  </a:lnTo>
                  <a:lnTo>
                    <a:pt x="0" y="373"/>
                  </a:lnTo>
                  <a:lnTo>
                    <a:pt x="0" y="377"/>
                  </a:lnTo>
                  <a:lnTo>
                    <a:pt x="0" y="382"/>
                  </a:lnTo>
                  <a:lnTo>
                    <a:pt x="0" y="387"/>
                  </a:lnTo>
                  <a:lnTo>
                    <a:pt x="0" y="393"/>
                  </a:lnTo>
                  <a:lnTo>
                    <a:pt x="0" y="398"/>
                  </a:lnTo>
                  <a:lnTo>
                    <a:pt x="0" y="404"/>
                  </a:lnTo>
                  <a:lnTo>
                    <a:pt x="0" y="410"/>
                  </a:lnTo>
                  <a:lnTo>
                    <a:pt x="0" y="417"/>
                  </a:lnTo>
                  <a:lnTo>
                    <a:pt x="0" y="424"/>
                  </a:lnTo>
                  <a:lnTo>
                    <a:pt x="0" y="431"/>
                  </a:lnTo>
                  <a:lnTo>
                    <a:pt x="0" y="438"/>
                  </a:lnTo>
                  <a:lnTo>
                    <a:pt x="0" y="446"/>
                  </a:lnTo>
                  <a:lnTo>
                    <a:pt x="0" y="453"/>
                  </a:lnTo>
                  <a:lnTo>
                    <a:pt x="0" y="461"/>
                  </a:lnTo>
                  <a:lnTo>
                    <a:pt x="0" y="468"/>
                  </a:lnTo>
                  <a:lnTo>
                    <a:pt x="0" y="475"/>
                  </a:lnTo>
                  <a:lnTo>
                    <a:pt x="0" y="481"/>
                  </a:lnTo>
                  <a:lnTo>
                    <a:pt x="0" y="488"/>
                  </a:lnTo>
                  <a:lnTo>
                    <a:pt x="0" y="494"/>
                  </a:lnTo>
                  <a:lnTo>
                    <a:pt x="0" y="500"/>
                  </a:lnTo>
                  <a:lnTo>
                    <a:pt x="0" y="505"/>
                  </a:lnTo>
                  <a:lnTo>
                    <a:pt x="0" y="511"/>
                  </a:lnTo>
                  <a:lnTo>
                    <a:pt x="0" y="516"/>
                  </a:lnTo>
                  <a:lnTo>
                    <a:pt x="0" y="521"/>
                  </a:lnTo>
                  <a:lnTo>
                    <a:pt x="0" y="525"/>
                  </a:lnTo>
                  <a:lnTo>
                    <a:pt x="1" y="530"/>
                  </a:lnTo>
                  <a:lnTo>
                    <a:pt x="1" y="534"/>
                  </a:lnTo>
                  <a:lnTo>
                    <a:pt x="1" y="538"/>
                  </a:lnTo>
                  <a:lnTo>
                    <a:pt x="1" y="541"/>
                  </a:lnTo>
                  <a:lnTo>
                    <a:pt x="1" y="545"/>
                  </a:lnTo>
                  <a:lnTo>
                    <a:pt x="1" y="549"/>
                  </a:lnTo>
                  <a:lnTo>
                    <a:pt x="2" y="552"/>
                  </a:lnTo>
                  <a:lnTo>
                    <a:pt x="2" y="556"/>
                  </a:lnTo>
                  <a:lnTo>
                    <a:pt x="2" y="559"/>
                  </a:lnTo>
                  <a:lnTo>
                    <a:pt x="2" y="563"/>
                  </a:lnTo>
                  <a:lnTo>
                    <a:pt x="3" y="566"/>
                  </a:lnTo>
                  <a:lnTo>
                    <a:pt x="3" y="569"/>
                  </a:lnTo>
                  <a:lnTo>
                    <a:pt x="3" y="572"/>
                  </a:lnTo>
                  <a:lnTo>
                    <a:pt x="3" y="576"/>
                  </a:lnTo>
                  <a:lnTo>
                    <a:pt x="4" y="579"/>
                  </a:lnTo>
                  <a:lnTo>
                    <a:pt x="4" y="582"/>
                  </a:lnTo>
                  <a:lnTo>
                    <a:pt x="4" y="585"/>
                  </a:lnTo>
                  <a:lnTo>
                    <a:pt x="4" y="588"/>
                  </a:lnTo>
                  <a:lnTo>
                    <a:pt x="5" y="591"/>
                  </a:lnTo>
                  <a:lnTo>
                    <a:pt x="5" y="594"/>
                  </a:lnTo>
                  <a:lnTo>
                    <a:pt x="6" y="597"/>
                  </a:lnTo>
                  <a:lnTo>
                    <a:pt x="6" y="600"/>
                  </a:lnTo>
                  <a:lnTo>
                    <a:pt x="6" y="604"/>
                  </a:lnTo>
                  <a:lnTo>
                    <a:pt x="7" y="607"/>
                  </a:lnTo>
                  <a:lnTo>
                    <a:pt x="7" y="611"/>
                  </a:lnTo>
                  <a:lnTo>
                    <a:pt x="8" y="615"/>
                  </a:lnTo>
                  <a:lnTo>
                    <a:pt x="8" y="619"/>
                  </a:lnTo>
                  <a:lnTo>
                    <a:pt x="9" y="624"/>
                  </a:lnTo>
                  <a:lnTo>
                    <a:pt x="10" y="628"/>
                  </a:lnTo>
                  <a:lnTo>
                    <a:pt x="10" y="633"/>
                  </a:lnTo>
                  <a:lnTo>
                    <a:pt x="11" y="637"/>
                  </a:lnTo>
                  <a:lnTo>
                    <a:pt x="12" y="642"/>
                  </a:lnTo>
                  <a:lnTo>
                    <a:pt x="12" y="647"/>
                  </a:lnTo>
                  <a:lnTo>
                    <a:pt x="13" y="653"/>
                  </a:lnTo>
                  <a:lnTo>
                    <a:pt x="14" y="658"/>
                  </a:lnTo>
                  <a:lnTo>
                    <a:pt x="15" y="664"/>
                  </a:lnTo>
                  <a:lnTo>
                    <a:pt x="16" y="669"/>
                  </a:lnTo>
                  <a:lnTo>
                    <a:pt x="16" y="675"/>
                  </a:lnTo>
                  <a:lnTo>
                    <a:pt x="17" y="681"/>
                  </a:lnTo>
                  <a:lnTo>
                    <a:pt x="18" y="686"/>
                  </a:lnTo>
                  <a:lnTo>
                    <a:pt x="19" y="692"/>
                  </a:lnTo>
                  <a:lnTo>
                    <a:pt x="20" y="698"/>
                  </a:lnTo>
                  <a:lnTo>
                    <a:pt x="21" y="704"/>
                  </a:lnTo>
                  <a:lnTo>
                    <a:pt x="22" y="710"/>
                  </a:lnTo>
                  <a:lnTo>
                    <a:pt x="24" y="716"/>
                  </a:lnTo>
                  <a:lnTo>
                    <a:pt x="25" y="722"/>
                  </a:lnTo>
                  <a:lnTo>
                    <a:pt x="26" y="728"/>
                  </a:lnTo>
                  <a:lnTo>
                    <a:pt x="27" y="734"/>
                  </a:lnTo>
                  <a:lnTo>
                    <a:pt x="28" y="740"/>
                  </a:lnTo>
                  <a:lnTo>
                    <a:pt x="29" y="746"/>
                  </a:lnTo>
                  <a:lnTo>
                    <a:pt x="31" y="753"/>
                  </a:lnTo>
                  <a:lnTo>
                    <a:pt x="32" y="759"/>
                  </a:lnTo>
                  <a:lnTo>
                    <a:pt x="33" y="764"/>
                  </a:lnTo>
                  <a:lnTo>
                    <a:pt x="34" y="768"/>
                  </a:lnTo>
                  <a:lnTo>
                    <a:pt x="35" y="772"/>
                  </a:lnTo>
                  <a:lnTo>
                    <a:pt x="35" y="774"/>
                  </a:lnTo>
                  <a:lnTo>
                    <a:pt x="36" y="776"/>
                  </a:lnTo>
                  <a:lnTo>
                    <a:pt x="36" y="777"/>
                  </a:lnTo>
                  <a:lnTo>
                    <a:pt x="36" y="775"/>
                  </a:lnTo>
                  <a:lnTo>
                    <a:pt x="36" y="773"/>
                  </a:lnTo>
                  <a:lnTo>
                    <a:pt x="35" y="770"/>
                  </a:lnTo>
                  <a:lnTo>
                    <a:pt x="35" y="766"/>
                  </a:lnTo>
                  <a:lnTo>
                    <a:pt x="34" y="762"/>
                  </a:lnTo>
                  <a:lnTo>
                    <a:pt x="33" y="756"/>
                  </a:lnTo>
                  <a:lnTo>
                    <a:pt x="32" y="750"/>
                  </a:lnTo>
                  <a:lnTo>
                    <a:pt x="31" y="743"/>
                  </a:lnTo>
                  <a:lnTo>
                    <a:pt x="30" y="737"/>
                  </a:lnTo>
                  <a:lnTo>
                    <a:pt x="29" y="729"/>
                  </a:lnTo>
                  <a:lnTo>
                    <a:pt x="27" y="722"/>
                  </a:lnTo>
                  <a:lnTo>
                    <a:pt x="26" y="715"/>
                  </a:lnTo>
                  <a:lnTo>
                    <a:pt x="25" y="707"/>
                  </a:lnTo>
                  <a:lnTo>
                    <a:pt x="24" y="699"/>
                  </a:lnTo>
                  <a:lnTo>
                    <a:pt x="23" y="691"/>
                  </a:lnTo>
                  <a:lnTo>
                    <a:pt x="21" y="683"/>
                  </a:lnTo>
                  <a:lnTo>
                    <a:pt x="20" y="674"/>
                  </a:lnTo>
                  <a:lnTo>
                    <a:pt x="19" y="665"/>
                  </a:lnTo>
                  <a:lnTo>
                    <a:pt x="18" y="657"/>
                  </a:lnTo>
                  <a:lnTo>
                    <a:pt x="16" y="648"/>
                  </a:lnTo>
                  <a:lnTo>
                    <a:pt x="15" y="638"/>
                  </a:lnTo>
                  <a:lnTo>
                    <a:pt x="14" y="629"/>
                  </a:lnTo>
                  <a:lnTo>
                    <a:pt x="13" y="619"/>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13" name="Freeform 49">
              <a:extLst>
                <a:ext uri="{FF2B5EF4-FFF2-40B4-BE49-F238E27FC236}">
                  <a16:creationId xmlns:a16="http://schemas.microsoft.com/office/drawing/2014/main" id="{BD4654E5-73E3-BF1F-D090-B556EE14D4DE}"/>
                </a:ext>
              </a:extLst>
            </p:cNvPr>
            <p:cNvSpPr>
              <a:spLocks/>
            </p:cNvSpPr>
            <p:nvPr/>
          </p:nvSpPr>
          <p:spPr bwMode="auto">
            <a:xfrm>
              <a:off x="3281" y="2817"/>
              <a:ext cx="262" cy="373"/>
            </a:xfrm>
            <a:custGeom>
              <a:avLst/>
              <a:gdLst>
                <a:gd name="T0" fmla="*/ 237 w 246"/>
                <a:gd name="T1" fmla="*/ 230 h 776"/>
                <a:gd name="T2" fmla="*/ 237 w 246"/>
                <a:gd name="T3" fmla="*/ 279 h 776"/>
                <a:gd name="T4" fmla="*/ 236 w 246"/>
                <a:gd name="T5" fmla="*/ 342 h 776"/>
                <a:gd name="T6" fmla="*/ 233 w 246"/>
                <a:gd name="T7" fmla="*/ 407 h 776"/>
                <a:gd name="T8" fmla="*/ 226 w 246"/>
                <a:gd name="T9" fmla="*/ 453 h 776"/>
                <a:gd name="T10" fmla="*/ 220 w 246"/>
                <a:gd name="T11" fmla="*/ 492 h 776"/>
                <a:gd name="T12" fmla="*/ 214 w 246"/>
                <a:gd name="T13" fmla="*/ 524 h 776"/>
                <a:gd name="T14" fmla="*/ 207 w 246"/>
                <a:gd name="T15" fmla="*/ 551 h 776"/>
                <a:gd name="T16" fmla="*/ 198 w 246"/>
                <a:gd name="T17" fmla="*/ 581 h 776"/>
                <a:gd name="T18" fmla="*/ 188 w 246"/>
                <a:gd name="T19" fmla="*/ 614 h 776"/>
                <a:gd name="T20" fmla="*/ 176 w 246"/>
                <a:gd name="T21" fmla="*/ 645 h 776"/>
                <a:gd name="T22" fmla="*/ 165 w 246"/>
                <a:gd name="T23" fmla="*/ 668 h 776"/>
                <a:gd name="T24" fmla="*/ 153 w 246"/>
                <a:gd name="T25" fmla="*/ 688 h 776"/>
                <a:gd name="T26" fmla="*/ 141 w 246"/>
                <a:gd name="T27" fmla="*/ 708 h 776"/>
                <a:gd name="T28" fmla="*/ 128 w 246"/>
                <a:gd name="T29" fmla="*/ 721 h 776"/>
                <a:gd name="T30" fmla="*/ 116 w 246"/>
                <a:gd name="T31" fmla="*/ 729 h 776"/>
                <a:gd name="T32" fmla="*/ 103 w 246"/>
                <a:gd name="T33" fmla="*/ 733 h 776"/>
                <a:gd name="T34" fmla="*/ 89 w 246"/>
                <a:gd name="T35" fmla="*/ 733 h 776"/>
                <a:gd name="T36" fmla="*/ 76 w 246"/>
                <a:gd name="T37" fmla="*/ 730 h 776"/>
                <a:gd name="T38" fmla="*/ 63 w 246"/>
                <a:gd name="T39" fmla="*/ 723 h 776"/>
                <a:gd name="T40" fmla="*/ 51 w 246"/>
                <a:gd name="T41" fmla="*/ 714 h 776"/>
                <a:gd name="T42" fmla="*/ 41 w 246"/>
                <a:gd name="T43" fmla="*/ 703 h 776"/>
                <a:gd name="T44" fmla="*/ 28 w 246"/>
                <a:gd name="T45" fmla="*/ 684 h 776"/>
                <a:gd name="T46" fmla="*/ 10 w 246"/>
                <a:gd name="T47" fmla="*/ 667 h 776"/>
                <a:gd name="T48" fmla="*/ 1 w 246"/>
                <a:gd name="T49" fmla="*/ 688 h 776"/>
                <a:gd name="T50" fmla="*/ 4 w 246"/>
                <a:gd name="T51" fmla="*/ 717 h 776"/>
                <a:gd name="T52" fmla="*/ 19 w 246"/>
                <a:gd name="T53" fmla="*/ 737 h 776"/>
                <a:gd name="T54" fmla="*/ 32 w 246"/>
                <a:gd name="T55" fmla="*/ 749 h 776"/>
                <a:gd name="T56" fmla="*/ 47 w 246"/>
                <a:gd name="T57" fmla="*/ 759 h 776"/>
                <a:gd name="T58" fmla="*/ 63 w 246"/>
                <a:gd name="T59" fmla="*/ 767 h 776"/>
                <a:gd name="T60" fmla="*/ 81 w 246"/>
                <a:gd name="T61" fmla="*/ 773 h 776"/>
                <a:gd name="T62" fmla="*/ 95 w 246"/>
                <a:gd name="T63" fmla="*/ 775 h 776"/>
                <a:gd name="T64" fmla="*/ 108 w 246"/>
                <a:gd name="T65" fmla="*/ 774 h 776"/>
                <a:gd name="T66" fmla="*/ 120 w 246"/>
                <a:gd name="T67" fmla="*/ 772 h 776"/>
                <a:gd name="T68" fmla="*/ 133 w 246"/>
                <a:gd name="T69" fmla="*/ 766 h 776"/>
                <a:gd name="T70" fmla="*/ 144 w 246"/>
                <a:gd name="T71" fmla="*/ 756 h 776"/>
                <a:gd name="T72" fmla="*/ 155 w 246"/>
                <a:gd name="T73" fmla="*/ 745 h 776"/>
                <a:gd name="T74" fmla="*/ 166 w 246"/>
                <a:gd name="T75" fmla="*/ 732 h 776"/>
                <a:gd name="T76" fmla="*/ 177 w 246"/>
                <a:gd name="T77" fmla="*/ 716 h 776"/>
                <a:gd name="T78" fmla="*/ 187 w 246"/>
                <a:gd name="T79" fmla="*/ 696 h 776"/>
                <a:gd name="T80" fmla="*/ 196 w 246"/>
                <a:gd name="T81" fmla="*/ 677 h 776"/>
                <a:gd name="T82" fmla="*/ 205 w 246"/>
                <a:gd name="T83" fmla="*/ 652 h 776"/>
                <a:gd name="T84" fmla="*/ 214 w 246"/>
                <a:gd name="T85" fmla="*/ 622 h 776"/>
                <a:gd name="T86" fmla="*/ 221 w 246"/>
                <a:gd name="T87" fmla="*/ 590 h 776"/>
                <a:gd name="T88" fmla="*/ 228 w 246"/>
                <a:gd name="T89" fmla="*/ 554 h 776"/>
                <a:gd name="T90" fmla="*/ 233 w 246"/>
                <a:gd name="T91" fmla="*/ 512 h 776"/>
                <a:gd name="T92" fmla="*/ 240 w 246"/>
                <a:gd name="T93" fmla="*/ 465 h 776"/>
                <a:gd name="T94" fmla="*/ 244 w 246"/>
                <a:gd name="T95" fmla="*/ 423 h 776"/>
                <a:gd name="T96" fmla="*/ 245 w 246"/>
                <a:gd name="T97" fmla="*/ 373 h 776"/>
                <a:gd name="T98" fmla="*/ 245 w 246"/>
                <a:gd name="T99" fmla="*/ 296 h 776"/>
                <a:gd name="T100" fmla="*/ 244 w 246"/>
                <a:gd name="T101" fmla="*/ 240 h 776"/>
                <a:gd name="T102" fmla="*/ 242 w 246"/>
                <a:gd name="T103" fmla="*/ 202 h 776"/>
                <a:gd name="T104" fmla="*/ 238 w 246"/>
                <a:gd name="T105" fmla="*/ 166 h 776"/>
                <a:gd name="T106" fmla="*/ 229 w 246"/>
                <a:gd name="T107" fmla="*/ 114 h 776"/>
                <a:gd name="T108" fmla="*/ 217 w 246"/>
                <a:gd name="T109" fmla="*/ 50 h 776"/>
                <a:gd name="T110" fmla="*/ 207 w 246"/>
                <a:gd name="T111" fmla="*/ 0 h 776"/>
                <a:gd name="T112" fmla="*/ 214 w 246"/>
                <a:gd name="T113" fmla="*/ 41 h 776"/>
                <a:gd name="T114" fmla="*/ 229 w 246"/>
                <a:gd name="T115" fmla="*/ 13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46" h="776">
                  <a:moveTo>
                    <a:pt x="232" y="158"/>
                  </a:moveTo>
                  <a:lnTo>
                    <a:pt x="233" y="167"/>
                  </a:lnTo>
                  <a:lnTo>
                    <a:pt x="234" y="175"/>
                  </a:lnTo>
                  <a:lnTo>
                    <a:pt x="234" y="183"/>
                  </a:lnTo>
                  <a:lnTo>
                    <a:pt x="235" y="191"/>
                  </a:lnTo>
                  <a:lnTo>
                    <a:pt x="235" y="198"/>
                  </a:lnTo>
                  <a:lnTo>
                    <a:pt x="236" y="205"/>
                  </a:lnTo>
                  <a:lnTo>
                    <a:pt x="236" y="212"/>
                  </a:lnTo>
                  <a:lnTo>
                    <a:pt x="236" y="218"/>
                  </a:lnTo>
                  <a:lnTo>
                    <a:pt x="237" y="224"/>
                  </a:lnTo>
                  <a:lnTo>
                    <a:pt x="237" y="230"/>
                  </a:lnTo>
                  <a:lnTo>
                    <a:pt x="237" y="235"/>
                  </a:lnTo>
                  <a:lnTo>
                    <a:pt x="237" y="241"/>
                  </a:lnTo>
                  <a:lnTo>
                    <a:pt x="237" y="245"/>
                  </a:lnTo>
                  <a:lnTo>
                    <a:pt x="238" y="250"/>
                  </a:lnTo>
                  <a:lnTo>
                    <a:pt x="238" y="254"/>
                  </a:lnTo>
                  <a:lnTo>
                    <a:pt x="238" y="258"/>
                  </a:lnTo>
                  <a:lnTo>
                    <a:pt x="238" y="262"/>
                  </a:lnTo>
                  <a:lnTo>
                    <a:pt x="238" y="266"/>
                  </a:lnTo>
                  <a:lnTo>
                    <a:pt x="238" y="270"/>
                  </a:lnTo>
                  <a:lnTo>
                    <a:pt x="238" y="274"/>
                  </a:lnTo>
                  <a:lnTo>
                    <a:pt x="237" y="279"/>
                  </a:lnTo>
                  <a:lnTo>
                    <a:pt x="237" y="284"/>
                  </a:lnTo>
                  <a:lnTo>
                    <a:pt x="237" y="289"/>
                  </a:lnTo>
                  <a:lnTo>
                    <a:pt x="237" y="294"/>
                  </a:lnTo>
                  <a:lnTo>
                    <a:pt x="237" y="299"/>
                  </a:lnTo>
                  <a:lnTo>
                    <a:pt x="237" y="305"/>
                  </a:lnTo>
                  <a:lnTo>
                    <a:pt x="237" y="311"/>
                  </a:lnTo>
                  <a:lnTo>
                    <a:pt x="237" y="317"/>
                  </a:lnTo>
                  <a:lnTo>
                    <a:pt x="237" y="323"/>
                  </a:lnTo>
                  <a:lnTo>
                    <a:pt x="237" y="329"/>
                  </a:lnTo>
                  <a:lnTo>
                    <a:pt x="236" y="336"/>
                  </a:lnTo>
                  <a:lnTo>
                    <a:pt x="236" y="342"/>
                  </a:lnTo>
                  <a:lnTo>
                    <a:pt x="236" y="349"/>
                  </a:lnTo>
                  <a:lnTo>
                    <a:pt x="236" y="356"/>
                  </a:lnTo>
                  <a:lnTo>
                    <a:pt x="236" y="362"/>
                  </a:lnTo>
                  <a:lnTo>
                    <a:pt x="235" y="368"/>
                  </a:lnTo>
                  <a:lnTo>
                    <a:pt x="235" y="374"/>
                  </a:lnTo>
                  <a:lnTo>
                    <a:pt x="235" y="380"/>
                  </a:lnTo>
                  <a:lnTo>
                    <a:pt x="234" y="386"/>
                  </a:lnTo>
                  <a:lnTo>
                    <a:pt x="234" y="391"/>
                  </a:lnTo>
                  <a:lnTo>
                    <a:pt x="234" y="397"/>
                  </a:lnTo>
                  <a:lnTo>
                    <a:pt x="233" y="402"/>
                  </a:lnTo>
                  <a:lnTo>
                    <a:pt x="233" y="407"/>
                  </a:lnTo>
                  <a:lnTo>
                    <a:pt x="232" y="411"/>
                  </a:lnTo>
                  <a:lnTo>
                    <a:pt x="232" y="416"/>
                  </a:lnTo>
                  <a:lnTo>
                    <a:pt x="231" y="421"/>
                  </a:lnTo>
                  <a:lnTo>
                    <a:pt x="230" y="425"/>
                  </a:lnTo>
                  <a:lnTo>
                    <a:pt x="230" y="429"/>
                  </a:lnTo>
                  <a:lnTo>
                    <a:pt x="229" y="433"/>
                  </a:lnTo>
                  <a:lnTo>
                    <a:pt x="229" y="437"/>
                  </a:lnTo>
                  <a:lnTo>
                    <a:pt x="228" y="441"/>
                  </a:lnTo>
                  <a:lnTo>
                    <a:pt x="227" y="445"/>
                  </a:lnTo>
                  <a:lnTo>
                    <a:pt x="227" y="449"/>
                  </a:lnTo>
                  <a:lnTo>
                    <a:pt x="226" y="453"/>
                  </a:lnTo>
                  <a:lnTo>
                    <a:pt x="226" y="456"/>
                  </a:lnTo>
                  <a:lnTo>
                    <a:pt x="225" y="460"/>
                  </a:lnTo>
                  <a:lnTo>
                    <a:pt x="224" y="464"/>
                  </a:lnTo>
                  <a:lnTo>
                    <a:pt x="224" y="468"/>
                  </a:lnTo>
                  <a:lnTo>
                    <a:pt x="223" y="471"/>
                  </a:lnTo>
                  <a:lnTo>
                    <a:pt x="223" y="475"/>
                  </a:lnTo>
                  <a:lnTo>
                    <a:pt x="222" y="478"/>
                  </a:lnTo>
                  <a:lnTo>
                    <a:pt x="222" y="482"/>
                  </a:lnTo>
                  <a:lnTo>
                    <a:pt x="221" y="485"/>
                  </a:lnTo>
                  <a:lnTo>
                    <a:pt x="221" y="489"/>
                  </a:lnTo>
                  <a:lnTo>
                    <a:pt x="220" y="492"/>
                  </a:lnTo>
                  <a:lnTo>
                    <a:pt x="220" y="495"/>
                  </a:lnTo>
                  <a:lnTo>
                    <a:pt x="219" y="499"/>
                  </a:lnTo>
                  <a:lnTo>
                    <a:pt x="219" y="502"/>
                  </a:lnTo>
                  <a:lnTo>
                    <a:pt x="218" y="505"/>
                  </a:lnTo>
                  <a:lnTo>
                    <a:pt x="218" y="508"/>
                  </a:lnTo>
                  <a:lnTo>
                    <a:pt x="217" y="511"/>
                  </a:lnTo>
                  <a:lnTo>
                    <a:pt x="217" y="514"/>
                  </a:lnTo>
                  <a:lnTo>
                    <a:pt x="216" y="516"/>
                  </a:lnTo>
                  <a:lnTo>
                    <a:pt x="215" y="519"/>
                  </a:lnTo>
                  <a:lnTo>
                    <a:pt x="215" y="522"/>
                  </a:lnTo>
                  <a:lnTo>
                    <a:pt x="214" y="524"/>
                  </a:lnTo>
                  <a:lnTo>
                    <a:pt x="214" y="527"/>
                  </a:lnTo>
                  <a:lnTo>
                    <a:pt x="213" y="529"/>
                  </a:lnTo>
                  <a:lnTo>
                    <a:pt x="212" y="532"/>
                  </a:lnTo>
                  <a:lnTo>
                    <a:pt x="212" y="534"/>
                  </a:lnTo>
                  <a:lnTo>
                    <a:pt x="211" y="536"/>
                  </a:lnTo>
                  <a:lnTo>
                    <a:pt x="210" y="539"/>
                  </a:lnTo>
                  <a:lnTo>
                    <a:pt x="210" y="541"/>
                  </a:lnTo>
                  <a:lnTo>
                    <a:pt x="209" y="543"/>
                  </a:lnTo>
                  <a:lnTo>
                    <a:pt x="208" y="546"/>
                  </a:lnTo>
                  <a:lnTo>
                    <a:pt x="208" y="548"/>
                  </a:lnTo>
                  <a:lnTo>
                    <a:pt x="207" y="551"/>
                  </a:lnTo>
                  <a:lnTo>
                    <a:pt x="206" y="553"/>
                  </a:lnTo>
                  <a:lnTo>
                    <a:pt x="205" y="556"/>
                  </a:lnTo>
                  <a:lnTo>
                    <a:pt x="205" y="559"/>
                  </a:lnTo>
                  <a:lnTo>
                    <a:pt x="204" y="561"/>
                  </a:lnTo>
                  <a:lnTo>
                    <a:pt x="203" y="564"/>
                  </a:lnTo>
                  <a:lnTo>
                    <a:pt x="202" y="567"/>
                  </a:lnTo>
                  <a:lnTo>
                    <a:pt x="202" y="570"/>
                  </a:lnTo>
                  <a:lnTo>
                    <a:pt x="201" y="573"/>
                  </a:lnTo>
                  <a:lnTo>
                    <a:pt x="200" y="575"/>
                  </a:lnTo>
                  <a:lnTo>
                    <a:pt x="199" y="578"/>
                  </a:lnTo>
                  <a:lnTo>
                    <a:pt x="198" y="581"/>
                  </a:lnTo>
                  <a:lnTo>
                    <a:pt x="197" y="584"/>
                  </a:lnTo>
                  <a:lnTo>
                    <a:pt x="197" y="587"/>
                  </a:lnTo>
                  <a:lnTo>
                    <a:pt x="196" y="590"/>
                  </a:lnTo>
                  <a:lnTo>
                    <a:pt x="195" y="593"/>
                  </a:lnTo>
                  <a:lnTo>
                    <a:pt x="194" y="596"/>
                  </a:lnTo>
                  <a:lnTo>
                    <a:pt x="193" y="599"/>
                  </a:lnTo>
                  <a:lnTo>
                    <a:pt x="192" y="602"/>
                  </a:lnTo>
                  <a:lnTo>
                    <a:pt x="191" y="605"/>
                  </a:lnTo>
                  <a:lnTo>
                    <a:pt x="190" y="608"/>
                  </a:lnTo>
                  <a:lnTo>
                    <a:pt x="189" y="611"/>
                  </a:lnTo>
                  <a:lnTo>
                    <a:pt x="188" y="614"/>
                  </a:lnTo>
                  <a:lnTo>
                    <a:pt x="187" y="617"/>
                  </a:lnTo>
                  <a:lnTo>
                    <a:pt x="186" y="620"/>
                  </a:lnTo>
                  <a:lnTo>
                    <a:pt x="184" y="623"/>
                  </a:lnTo>
                  <a:lnTo>
                    <a:pt x="183" y="626"/>
                  </a:lnTo>
                  <a:lnTo>
                    <a:pt x="182" y="629"/>
                  </a:lnTo>
                  <a:lnTo>
                    <a:pt x="181" y="632"/>
                  </a:lnTo>
                  <a:lnTo>
                    <a:pt x="180" y="635"/>
                  </a:lnTo>
                  <a:lnTo>
                    <a:pt x="179" y="638"/>
                  </a:lnTo>
                  <a:lnTo>
                    <a:pt x="178" y="640"/>
                  </a:lnTo>
                  <a:lnTo>
                    <a:pt x="177" y="643"/>
                  </a:lnTo>
                  <a:lnTo>
                    <a:pt x="176" y="645"/>
                  </a:lnTo>
                  <a:lnTo>
                    <a:pt x="175" y="648"/>
                  </a:lnTo>
                  <a:lnTo>
                    <a:pt x="174" y="650"/>
                  </a:lnTo>
                  <a:lnTo>
                    <a:pt x="173" y="652"/>
                  </a:lnTo>
                  <a:lnTo>
                    <a:pt x="172" y="655"/>
                  </a:lnTo>
                  <a:lnTo>
                    <a:pt x="171" y="657"/>
                  </a:lnTo>
                  <a:lnTo>
                    <a:pt x="170" y="659"/>
                  </a:lnTo>
                  <a:lnTo>
                    <a:pt x="169" y="660"/>
                  </a:lnTo>
                  <a:lnTo>
                    <a:pt x="168" y="662"/>
                  </a:lnTo>
                  <a:lnTo>
                    <a:pt x="167" y="664"/>
                  </a:lnTo>
                  <a:lnTo>
                    <a:pt x="166" y="666"/>
                  </a:lnTo>
                  <a:lnTo>
                    <a:pt x="165" y="668"/>
                  </a:lnTo>
                  <a:lnTo>
                    <a:pt x="164" y="669"/>
                  </a:lnTo>
                  <a:lnTo>
                    <a:pt x="163" y="671"/>
                  </a:lnTo>
                  <a:lnTo>
                    <a:pt x="162" y="673"/>
                  </a:lnTo>
                  <a:lnTo>
                    <a:pt x="161" y="675"/>
                  </a:lnTo>
                  <a:lnTo>
                    <a:pt x="160" y="677"/>
                  </a:lnTo>
                  <a:lnTo>
                    <a:pt x="158" y="679"/>
                  </a:lnTo>
                  <a:lnTo>
                    <a:pt x="157" y="681"/>
                  </a:lnTo>
                  <a:lnTo>
                    <a:pt x="156" y="682"/>
                  </a:lnTo>
                  <a:lnTo>
                    <a:pt x="155" y="684"/>
                  </a:lnTo>
                  <a:lnTo>
                    <a:pt x="154" y="686"/>
                  </a:lnTo>
                  <a:lnTo>
                    <a:pt x="153" y="688"/>
                  </a:lnTo>
                  <a:lnTo>
                    <a:pt x="152" y="690"/>
                  </a:lnTo>
                  <a:lnTo>
                    <a:pt x="151" y="692"/>
                  </a:lnTo>
                  <a:lnTo>
                    <a:pt x="150" y="694"/>
                  </a:lnTo>
                  <a:lnTo>
                    <a:pt x="149" y="696"/>
                  </a:lnTo>
                  <a:lnTo>
                    <a:pt x="147" y="698"/>
                  </a:lnTo>
                  <a:lnTo>
                    <a:pt x="146" y="699"/>
                  </a:lnTo>
                  <a:lnTo>
                    <a:pt x="145" y="701"/>
                  </a:lnTo>
                  <a:lnTo>
                    <a:pt x="144" y="703"/>
                  </a:lnTo>
                  <a:lnTo>
                    <a:pt x="143" y="704"/>
                  </a:lnTo>
                  <a:lnTo>
                    <a:pt x="142" y="706"/>
                  </a:lnTo>
                  <a:lnTo>
                    <a:pt x="141" y="708"/>
                  </a:lnTo>
                  <a:lnTo>
                    <a:pt x="139" y="709"/>
                  </a:lnTo>
                  <a:lnTo>
                    <a:pt x="138" y="710"/>
                  </a:lnTo>
                  <a:lnTo>
                    <a:pt x="137" y="712"/>
                  </a:lnTo>
                  <a:lnTo>
                    <a:pt x="136" y="713"/>
                  </a:lnTo>
                  <a:lnTo>
                    <a:pt x="135" y="714"/>
                  </a:lnTo>
                  <a:lnTo>
                    <a:pt x="134" y="716"/>
                  </a:lnTo>
                  <a:lnTo>
                    <a:pt x="133" y="717"/>
                  </a:lnTo>
                  <a:lnTo>
                    <a:pt x="132" y="718"/>
                  </a:lnTo>
                  <a:lnTo>
                    <a:pt x="130" y="719"/>
                  </a:lnTo>
                  <a:lnTo>
                    <a:pt x="129" y="720"/>
                  </a:lnTo>
                  <a:lnTo>
                    <a:pt x="128" y="721"/>
                  </a:lnTo>
                  <a:lnTo>
                    <a:pt x="127" y="722"/>
                  </a:lnTo>
                  <a:lnTo>
                    <a:pt x="126" y="723"/>
                  </a:lnTo>
                  <a:lnTo>
                    <a:pt x="125" y="724"/>
                  </a:lnTo>
                  <a:lnTo>
                    <a:pt x="124" y="724"/>
                  </a:lnTo>
                  <a:lnTo>
                    <a:pt x="122" y="725"/>
                  </a:lnTo>
                  <a:lnTo>
                    <a:pt x="121" y="726"/>
                  </a:lnTo>
                  <a:lnTo>
                    <a:pt x="120" y="727"/>
                  </a:lnTo>
                  <a:lnTo>
                    <a:pt x="119" y="727"/>
                  </a:lnTo>
                  <a:lnTo>
                    <a:pt x="118" y="728"/>
                  </a:lnTo>
                  <a:lnTo>
                    <a:pt x="117" y="729"/>
                  </a:lnTo>
                  <a:lnTo>
                    <a:pt x="116" y="729"/>
                  </a:lnTo>
                  <a:lnTo>
                    <a:pt x="115" y="730"/>
                  </a:lnTo>
                  <a:lnTo>
                    <a:pt x="113" y="730"/>
                  </a:lnTo>
                  <a:lnTo>
                    <a:pt x="112" y="731"/>
                  </a:lnTo>
                  <a:lnTo>
                    <a:pt x="111" y="731"/>
                  </a:lnTo>
                  <a:lnTo>
                    <a:pt x="110" y="731"/>
                  </a:lnTo>
                  <a:lnTo>
                    <a:pt x="109" y="732"/>
                  </a:lnTo>
                  <a:lnTo>
                    <a:pt x="108" y="732"/>
                  </a:lnTo>
                  <a:lnTo>
                    <a:pt x="106" y="732"/>
                  </a:lnTo>
                  <a:lnTo>
                    <a:pt x="105" y="733"/>
                  </a:lnTo>
                  <a:lnTo>
                    <a:pt x="104" y="733"/>
                  </a:lnTo>
                  <a:lnTo>
                    <a:pt x="103" y="733"/>
                  </a:lnTo>
                  <a:lnTo>
                    <a:pt x="101" y="733"/>
                  </a:lnTo>
                  <a:lnTo>
                    <a:pt x="100" y="733"/>
                  </a:lnTo>
                  <a:lnTo>
                    <a:pt x="99" y="733"/>
                  </a:lnTo>
                  <a:lnTo>
                    <a:pt x="98" y="733"/>
                  </a:lnTo>
                  <a:lnTo>
                    <a:pt x="96" y="734"/>
                  </a:lnTo>
                  <a:lnTo>
                    <a:pt x="95" y="734"/>
                  </a:lnTo>
                  <a:lnTo>
                    <a:pt x="94" y="734"/>
                  </a:lnTo>
                  <a:lnTo>
                    <a:pt x="92" y="733"/>
                  </a:lnTo>
                  <a:lnTo>
                    <a:pt x="91" y="733"/>
                  </a:lnTo>
                  <a:lnTo>
                    <a:pt x="90" y="733"/>
                  </a:lnTo>
                  <a:lnTo>
                    <a:pt x="89" y="733"/>
                  </a:lnTo>
                  <a:lnTo>
                    <a:pt x="87" y="733"/>
                  </a:lnTo>
                  <a:lnTo>
                    <a:pt x="86" y="733"/>
                  </a:lnTo>
                  <a:lnTo>
                    <a:pt x="85" y="733"/>
                  </a:lnTo>
                  <a:lnTo>
                    <a:pt x="84" y="732"/>
                  </a:lnTo>
                  <a:lnTo>
                    <a:pt x="83" y="732"/>
                  </a:lnTo>
                  <a:lnTo>
                    <a:pt x="81" y="732"/>
                  </a:lnTo>
                  <a:lnTo>
                    <a:pt x="80" y="731"/>
                  </a:lnTo>
                  <a:lnTo>
                    <a:pt x="79" y="731"/>
                  </a:lnTo>
                  <a:lnTo>
                    <a:pt x="78" y="731"/>
                  </a:lnTo>
                  <a:lnTo>
                    <a:pt x="77" y="730"/>
                  </a:lnTo>
                  <a:lnTo>
                    <a:pt x="76" y="730"/>
                  </a:lnTo>
                  <a:lnTo>
                    <a:pt x="74" y="729"/>
                  </a:lnTo>
                  <a:lnTo>
                    <a:pt x="73" y="729"/>
                  </a:lnTo>
                  <a:lnTo>
                    <a:pt x="72" y="728"/>
                  </a:lnTo>
                  <a:lnTo>
                    <a:pt x="71" y="728"/>
                  </a:lnTo>
                  <a:lnTo>
                    <a:pt x="70" y="727"/>
                  </a:lnTo>
                  <a:lnTo>
                    <a:pt x="69" y="726"/>
                  </a:lnTo>
                  <a:lnTo>
                    <a:pt x="68" y="726"/>
                  </a:lnTo>
                  <a:lnTo>
                    <a:pt x="67" y="725"/>
                  </a:lnTo>
                  <a:lnTo>
                    <a:pt x="65" y="724"/>
                  </a:lnTo>
                  <a:lnTo>
                    <a:pt x="64" y="724"/>
                  </a:lnTo>
                  <a:lnTo>
                    <a:pt x="63" y="723"/>
                  </a:lnTo>
                  <a:lnTo>
                    <a:pt x="62" y="722"/>
                  </a:lnTo>
                  <a:lnTo>
                    <a:pt x="61" y="722"/>
                  </a:lnTo>
                  <a:lnTo>
                    <a:pt x="60" y="721"/>
                  </a:lnTo>
                  <a:lnTo>
                    <a:pt x="59" y="720"/>
                  </a:lnTo>
                  <a:lnTo>
                    <a:pt x="57" y="719"/>
                  </a:lnTo>
                  <a:lnTo>
                    <a:pt x="56" y="718"/>
                  </a:lnTo>
                  <a:lnTo>
                    <a:pt x="55" y="718"/>
                  </a:lnTo>
                  <a:lnTo>
                    <a:pt x="54" y="717"/>
                  </a:lnTo>
                  <a:lnTo>
                    <a:pt x="53" y="716"/>
                  </a:lnTo>
                  <a:lnTo>
                    <a:pt x="52" y="715"/>
                  </a:lnTo>
                  <a:lnTo>
                    <a:pt x="51" y="714"/>
                  </a:lnTo>
                  <a:lnTo>
                    <a:pt x="50" y="713"/>
                  </a:lnTo>
                  <a:lnTo>
                    <a:pt x="49" y="712"/>
                  </a:lnTo>
                  <a:lnTo>
                    <a:pt x="48" y="711"/>
                  </a:lnTo>
                  <a:lnTo>
                    <a:pt x="47" y="710"/>
                  </a:lnTo>
                  <a:lnTo>
                    <a:pt x="46" y="709"/>
                  </a:lnTo>
                  <a:lnTo>
                    <a:pt x="45" y="708"/>
                  </a:lnTo>
                  <a:lnTo>
                    <a:pt x="44" y="707"/>
                  </a:lnTo>
                  <a:lnTo>
                    <a:pt x="44" y="706"/>
                  </a:lnTo>
                  <a:lnTo>
                    <a:pt x="43" y="705"/>
                  </a:lnTo>
                  <a:lnTo>
                    <a:pt x="42" y="704"/>
                  </a:lnTo>
                  <a:lnTo>
                    <a:pt x="41" y="703"/>
                  </a:lnTo>
                  <a:lnTo>
                    <a:pt x="40" y="701"/>
                  </a:lnTo>
                  <a:lnTo>
                    <a:pt x="39" y="700"/>
                  </a:lnTo>
                  <a:lnTo>
                    <a:pt x="38" y="699"/>
                  </a:lnTo>
                  <a:lnTo>
                    <a:pt x="37" y="697"/>
                  </a:lnTo>
                  <a:lnTo>
                    <a:pt x="36" y="695"/>
                  </a:lnTo>
                  <a:lnTo>
                    <a:pt x="35" y="694"/>
                  </a:lnTo>
                  <a:lnTo>
                    <a:pt x="34" y="692"/>
                  </a:lnTo>
                  <a:lnTo>
                    <a:pt x="32" y="690"/>
                  </a:lnTo>
                  <a:lnTo>
                    <a:pt x="31" y="688"/>
                  </a:lnTo>
                  <a:lnTo>
                    <a:pt x="29" y="686"/>
                  </a:lnTo>
                  <a:lnTo>
                    <a:pt x="28" y="684"/>
                  </a:lnTo>
                  <a:lnTo>
                    <a:pt x="26" y="682"/>
                  </a:lnTo>
                  <a:lnTo>
                    <a:pt x="25" y="680"/>
                  </a:lnTo>
                  <a:lnTo>
                    <a:pt x="23" y="678"/>
                  </a:lnTo>
                  <a:lnTo>
                    <a:pt x="21" y="675"/>
                  </a:lnTo>
                  <a:lnTo>
                    <a:pt x="19" y="673"/>
                  </a:lnTo>
                  <a:lnTo>
                    <a:pt x="18" y="671"/>
                  </a:lnTo>
                  <a:lnTo>
                    <a:pt x="16" y="670"/>
                  </a:lnTo>
                  <a:lnTo>
                    <a:pt x="15" y="668"/>
                  </a:lnTo>
                  <a:lnTo>
                    <a:pt x="13" y="668"/>
                  </a:lnTo>
                  <a:lnTo>
                    <a:pt x="12" y="667"/>
                  </a:lnTo>
                  <a:lnTo>
                    <a:pt x="10" y="667"/>
                  </a:lnTo>
                  <a:lnTo>
                    <a:pt x="9" y="667"/>
                  </a:lnTo>
                  <a:lnTo>
                    <a:pt x="8" y="668"/>
                  </a:lnTo>
                  <a:lnTo>
                    <a:pt x="7" y="669"/>
                  </a:lnTo>
                  <a:lnTo>
                    <a:pt x="6" y="670"/>
                  </a:lnTo>
                  <a:lnTo>
                    <a:pt x="5" y="672"/>
                  </a:lnTo>
                  <a:lnTo>
                    <a:pt x="4" y="674"/>
                  </a:lnTo>
                  <a:lnTo>
                    <a:pt x="3" y="676"/>
                  </a:lnTo>
                  <a:lnTo>
                    <a:pt x="2" y="679"/>
                  </a:lnTo>
                  <a:lnTo>
                    <a:pt x="2" y="682"/>
                  </a:lnTo>
                  <a:lnTo>
                    <a:pt x="1" y="685"/>
                  </a:lnTo>
                  <a:lnTo>
                    <a:pt x="1" y="688"/>
                  </a:lnTo>
                  <a:lnTo>
                    <a:pt x="0" y="691"/>
                  </a:lnTo>
                  <a:lnTo>
                    <a:pt x="0" y="694"/>
                  </a:lnTo>
                  <a:lnTo>
                    <a:pt x="0" y="697"/>
                  </a:lnTo>
                  <a:lnTo>
                    <a:pt x="0" y="700"/>
                  </a:lnTo>
                  <a:lnTo>
                    <a:pt x="0" y="702"/>
                  </a:lnTo>
                  <a:lnTo>
                    <a:pt x="1" y="705"/>
                  </a:lnTo>
                  <a:lnTo>
                    <a:pt x="1" y="708"/>
                  </a:lnTo>
                  <a:lnTo>
                    <a:pt x="2" y="710"/>
                  </a:lnTo>
                  <a:lnTo>
                    <a:pt x="3" y="712"/>
                  </a:lnTo>
                  <a:lnTo>
                    <a:pt x="3" y="715"/>
                  </a:lnTo>
                  <a:lnTo>
                    <a:pt x="4" y="717"/>
                  </a:lnTo>
                  <a:lnTo>
                    <a:pt x="6" y="719"/>
                  </a:lnTo>
                  <a:lnTo>
                    <a:pt x="7" y="721"/>
                  </a:lnTo>
                  <a:lnTo>
                    <a:pt x="8" y="723"/>
                  </a:lnTo>
                  <a:lnTo>
                    <a:pt x="10" y="725"/>
                  </a:lnTo>
                  <a:lnTo>
                    <a:pt x="11" y="727"/>
                  </a:lnTo>
                  <a:lnTo>
                    <a:pt x="13" y="729"/>
                  </a:lnTo>
                  <a:lnTo>
                    <a:pt x="14" y="730"/>
                  </a:lnTo>
                  <a:lnTo>
                    <a:pt x="15" y="732"/>
                  </a:lnTo>
                  <a:lnTo>
                    <a:pt x="17" y="734"/>
                  </a:lnTo>
                  <a:lnTo>
                    <a:pt x="18" y="735"/>
                  </a:lnTo>
                  <a:lnTo>
                    <a:pt x="19" y="737"/>
                  </a:lnTo>
                  <a:lnTo>
                    <a:pt x="21" y="738"/>
                  </a:lnTo>
                  <a:lnTo>
                    <a:pt x="22" y="740"/>
                  </a:lnTo>
                  <a:lnTo>
                    <a:pt x="23" y="741"/>
                  </a:lnTo>
                  <a:lnTo>
                    <a:pt x="24" y="742"/>
                  </a:lnTo>
                  <a:lnTo>
                    <a:pt x="25" y="743"/>
                  </a:lnTo>
                  <a:lnTo>
                    <a:pt x="27" y="744"/>
                  </a:lnTo>
                  <a:lnTo>
                    <a:pt x="28" y="745"/>
                  </a:lnTo>
                  <a:lnTo>
                    <a:pt x="29" y="746"/>
                  </a:lnTo>
                  <a:lnTo>
                    <a:pt x="30" y="747"/>
                  </a:lnTo>
                  <a:lnTo>
                    <a:pt x="31" y="748"/>
                  </a:lnTo>
                  <a:lnTo>
                    <a:pt x="32" y="749"/>
                  </a:lnTo>
                  <a:lnTo>
                    <a:pt x="34" y="750"/>
                  </a:lnTo>
                  <a:lnTo>
                    <a:pt x="35" y="751"/>
                  </a:lnTo>
                  <a:lnTo>
                    <a:pt x="36" y="752"/>
                  </a:lnTo>
                  <a:lnTo>
                    <a:pt x="37" y="753"/>
                  </a:lnTo>
                  <a:lnTo>
                    <a:pt x="39" y="754"/>
                  </a:lnTo>
                  <a:lnTo>
                    <a:pt x="40" y="755"/>
                  </a:lnTo>
                  <a:lnTo>
                    <a:pt x="41" y="756"/>
                  </a:lnTo>
                  <a:lnTo>
                    <a:pt x="43" y="757"/>
                  </a:lnTo>
                  <a:lnTo>
                    <a:pt x="44" y="757"/>
                  </a:lnTo>
                  <a:lnTo>
                    <a:pt x="45" y="758"/>
                  </a:lnTo>
                  <a:lnTo>
                    <a:pt x="47" y="759"/>
                  </a:lnTo>
                  <a:lnTo>
                    <a:pt x="48" y="760"/>
                  </a:lnTo>
                  <a:lnTo>
                    <a:pt x="50" y="761"/>
                  </a:lnTo>
                  <a:lnTo>
                    <a:pt x="51" y="762"/>
                  </a:lnTo>
                  <a:lnTo>
                    <a:pt x="53" y="762"/>
                  </a:lnTo>
                  <a:lnTo>
                    <a:pt x="54" y="763"/>
                  </a:lnTo>
                  <a:lnTo>
                    <a:pt x="56" y="764"/>
                  </a:lnTo>
                  <a:lnTo>
                    <a:pt x="57" y="765"/>
                  </a:lnTo>
                  <a:lnTo>
                    <a:pt x="59" y="765"/>
                  </a:lnTo>
                  <a:lnTo>
                    <a:pt x="60" y="766"/>
                  </a:lnTo>
                  <a:lnTo>
                    <a:pt x="62" y="767"/>
                  </a:lnTo>
                  <a:lnTo>
                    <a:pt x="63" y="767"/>
                  </a:lnTo>
                  <a:lnTo>
                    <a:pt x="65" y="768"/>
                  </a:lnTo>
                  <a:lnTo>
                    <a:pt x="66" y="768"/>
                  </a:lnTo>
                  <a:lnTo>
                    <a:pt x="68" y="769"/>
                  </a:lnTo>
                  <a:lnTo>
                    <a:pt x="70" y="770"/>
                  </a:lnTo>
                  <a:lnTo>
                    <a:pt x="71" y="770"/>
                  </a:lnTo>
                  <a:lnTo>
                    <a:pt x="73" y="771"/>
                  </a:lnTo>
                  <a:lnTo>
                    <a:pt x="74" y="771"/>
                  </a:lnTo>
                  <a:lnTo>
                    <a:pt x="76" y="772"/>
                  </a:lnTo>
                  <a:lnTo>
                    <a:pt x="78" y="772"/>
                  </a:lnTo>
                  <a:lnTo>
                    <a:pt x="79" y="772"/>
                  </a:lnTo>
                  <a:lnTo>
                    <a:pt x="81" y="773"/>
                  </a:lnTo>
                  <a:lnTo>
                    <a:pt x="82" y="773"/>
                  </a:lnTo>
                  <a:lnTo>
                    <a:pt x="84" y="773"/>
                  </a:lnTo>
                  <a:lnTo>
                    <a:pt x="85" y="774"/>
                  </a:lnTo>
                  <a:lnTo>
                    <a:pt x="86" y="774"/>
                  </a:lnTo>
                  <a:lnTo>
                    <a:pt x="88" y="774"/>
                  </a:lnTo>
                  <a:lnTo>
                    <a:pt x="89" y="774"/>
                  </a:lnTo>
                  <a:lnTo>
                    <a:pt x="90" y="775"/>
                  </a:lnTo>
                  <a:lnTo>
                    <a:pt x="92" y="775"/>
                  </a:lnTo>
                  <a:lnTo>
                    <a:pt x="93" y="775"/>
                  </a:lnTo>
                  <a:lnTo>
                    <a:pt x="94" y="775"/>
                  </a:lnTo>
                  <a:lnTo>
                    <a:pt x="95" y="775"/>
                  </a:lnTo>
                  <a:lnTo>
                    <a:pt x="96" y="775"/>
                  </a:lnTo>
                  <a:lnTo>
                    <a:pt x="97" y="775"/>
                  </a:lnTo>
                  <a:lnTo>
                    <a:pt x="99" y="775"/>
                  </a:lnTo>
                  <a:lnTo>
                    <a:pt x="100" y="775"/>
                  </a:lnTo>
                  <a:lnTo>
                    <a:pt x="101" y="775"/>
                  </a:lnTo>
                  <a:lnTo>
                    <a:pt x="102" y="775"/>
                  </a:lnTo>
                  <a:lnTo>
                    <a:pt x="103" y="775"/>
                  </a:lnTo>
                  <a:lnTo>
                    <a:pt x="104" y="775"/>
                  </a:lnTo>
                  <a:lnTo>
                    <a:pt x="105" y="775"/>
                  </a:lnTo>
                  <a:lnTo>
                    <a:pt x="107" y="775"/>
                  </a:lnTo>
                  <a:lnTo>
                    <a:pt x="108" y="774"/>
                  </a:lnTo>
                  <a:lnTo>
                    <a:pt x="109" y="774"/>
                  </a:lnTo>
                  <a:lnTo>
                    <a:pt x="110" y="774"/>
                  </a:lnTo>
                  <a:lnTo>
                    <a:pt x="111" y="774"/>
                  </a:lnTo>
                  <a:lnTo>
                    <a:pt x="112" y="774"/>
                  </a:lnTo>
                  <a:lnTo>
                    <a:pt x="113" y="774"/>
                  </a:lnTo>
                  <a:lnTo>
                    <a:pt x="115" y="774"/>
                  </a:lnTo>
                  <a:lnTo>
                    <a:pt x="116" y="774"/>
                  </a:lnTo>
                  <a:lnTo>
                    <a:pt x="117" y="773"/>
                  </a:lnTo>
                  <a:lnTo>
                    <a:pt x="118" y="773"/>
                  </a:lnTo>
                  <a:lnTo>
                    <a:pt x="119" y="773"/>
                  </a:lnTo>
                  <a:lnTo>
                    <a:pt x="120" y="772"/>
                  </a:lnTo>
                  <a:lnTo>
                    <a:pt x="121" y="772"/>
                  </a:lnTo>
                  <a:lnTo>
                    <a:pt x="122" y="772"/>
                  </a:lnTo>
                  <a:lnTo>
                    <a:pt x="124" y="771"/>
                  </a:lnTo>
                  <a:lnTo>
                    <a:pt x="125" y="771"/>
                  </a:lnTo>
                  <a:lnTo>
                    <a:pt x="126" y="770"/>
                  </a:lnTo>
                  <a:lnTo>
                    <a:pt x="127" y="769"/>
                  </a:lnTo>
                  <a:lnTo>
                    <a:pt x="128" y="769"/>
                  </a:lnTo>
                  <a:lnTo>
                    <a:pt x="129" y="768"/>
                  </a:lnTo>
                  <a:lnTo>
                    <a:pt x="130" y="767"/>
                  </a:lnTo>
                  <a:lnTo>
                    <a:pt x="132" y="767"/>
                  </a:lnTo>
                  <a:lnTo>
                    <a:pt x="133" y="766"/>
                  </a:lnTo>
                  <a:lnTo>
                    <a:pt x="134" y="765"/>
                  </a:lnTo>
                  <a:lnTo>
                    <a:pt x="135" y="764"/>
                  </a:lnTo>
                  <a:lnTo>
                    <a:pt x="136" y="763"/>
                  </a:lnTo>
                  <a:lnTo>
                    <a:pt x="137" y="763"/>
                  </a:lnTo>
                  <a:lnTo>
                    <a:pt x="138" y="762"/>
                  </a:lnTo>
                  <a:lnTo>
                    <a:pt x="139" y="761"/>
                  </a:lnTo>
                  <a:lnTo>
                    <a:pt x="140" y="760"/>
                  </a:lnTo>
                  <a:lnTo>
                    <a:pt x="141" y="759"/>
                  </a:lnTo>
                  <a:lnTo>
                    <a:pt x="142" y="758"/>
                  </a:lnTo>
                  <a:lnTo>
                    <a:pt x="143" y="757"/>
                  </a:lnTo>
                  <a:lnTo>
                    <a:pt x="144" y="756"/>
                  </a:lnTo>
                  <a:lnTo>
                    <a:pt x="146" y="755"/>
                  </a:lnTo>
                  <a:lnTo>
                    <a:pt x="147" y="755"/>
                  </a:lnTo>
                  <a:lnTo>
                    <a:pt x="148" y="754"/>
                  </a:lnTo>
                  <a:lnTo>
                    <a:pt x="149" y="753"/>
                  </a:lnTo>
                  <a:lnTo>
                    <a:pt x="149" y="752"/>
                  </a:lnTo>
                  <a:lnTo>
                    <a:pt x="150" y="751"/>
                  </a:lnTo>
                  <a:lnTo>
                    <a:pt x="151" y="750"/>
                  </a:lnTo>
                  <a:lnTo>
                    <a:pt x="152" y="749"/>
                  </a:lnTo>
                  <a:lnTo>
                    <a:pt x="153" y="748"/>
                  </a:lnTo>
                  <a:lnTo>
                    <a:pt x="154" y="747"/>
                  </a:lnTo>
                  <a:lnTo>
                    <a:pt x="155" y="745"/>
                  </a:lnTo>
                  <a:lnTo>
                    <a:pt x="156" y="744"/>
                  </a:lnTo>
                  <a:lnTo>
                    <a:pt x="157" y="743"/>
                  </a:lnTo>
                  <a:lnTo>
                    <a:pt x="158" y="742"/>
                  </a:lnTo>
                  <a:lnTo>
                    <a:pt x="159" y="741"/>
                  </a:lnTo>
                  <a:lnTo>
                    <a:pt x="160" y="740"/>
                  </a:lnTo>
                  <a:lnTo>
                    <a:pt x="161" y="739"/>
                  </a:lnTo>
                  <a:lnTo>
                    <a:pt x="162" y="737"/>
                  </a:lnTo>
                  <a:lnTo>
                    <a:pt x="163" y="736"/>
                  </a:lnTo>
                  <a:lnTo>
                    <a:pt x="164" y="735"/>
                  </a:lnTo>
                  <a:lnTo>
                    <a:pt x="165" y="734"/>
                  </a:lnTo>
                  <a:lnTo>
                    <a:pt x="166" y="732"/>
                  </a:lnTo>
                  <a:lnTo>
                    <a:pt x="167" y="731"/>
                  </a:lnTo>
                  <a:lnTo>
                    <a:pt x="168" y="730"/>
                  </a:lnTo>
                  <a:lnTo>
                    <a:pt x="169" y="728"/>
                  </a:lnTo>
                  <a:lnTo>
                    <a:pt x="170" y="727"/>
                  </a:lnTo>
                  <a:lnTo>
                    <a:pt x="171" y="725"/>
                  </a:lnTo>
                  <a:lnTo>
                    <a:pt x="172" y="724"/>
                  </a:lnTo>
                  <a:lnTo>
                    <a:pt x="173" y="722"/>
                  </a:lnTo>
                  <a:lnTo>
                    <a:pt x="174" y="721"/>
                  </a:lnTo>
                  <a:lnTo>
                    <a:pt x="175" y="719"/>
                  </a:lnTo>
                  <a:lnTo>
                    <a:pt x="176" y="717"/>
                  </a:lnTo>
                  <a:lnTo>
                    <a:pt x="177" y="716"/>
                  </a:lnTo>
                  <a:lnTo>
                    <a:pt x="178" y="714"/>
                  </a:lnTo>
                  <a:lnTo>
                    <a:pt x="179" y="712"/>
                  </a:lnTo>
                  <a:lnTo>
                    <a:pt x="180" y="711"/>
                  </a:lnTo>
                  <a:lnTo>
                    <a:pt x="181" y="709"/>
                  </a:lnTo>
                  <a:lnTo>
                    <a:pt x="182" y="707"/>
                  </a:lnTo>
                  <a:lnTo>
                    <a:pt x="183" y="705"/>
                  </a:lnTo>
                  <a:lnTo>
                    <a:pt x="183" y="704"/>
                  </a:lnTo>
                  <a:lnTo>
                    <a:pt x="184" y="702"/>
                  </a:lnTo>
                  <a:lnTo>
                    <a:pt x="185" y="700"/>
                  </a:lnTo>
                  <a:lnTo>
                    <a:pt x="186" y="698"/>
                  </a:lnTo>
                  <a:lnTo>
                    <a:pt x="187" y="696"/>
                  </a:lnTo>
                  <a:lnTo>
                    <a:pt x="188" y="695"/>
                  </a:lnTo>
                  <a:lnTo>
                    <a:pt x="189" y="693"/>
                  </a:lnTo>
                  <a:lnTo>
                    <a:pt x="190" y="691"/>
                  </a:lnTo>
                  <a:lnTo>
                    <a:pt x="191" y="689"/>
                  </a:lnTo>
                  <a:lnTo>
                    <a:pt x="192" y="688"/>
                  </a:lnTo>
                  <a:lnTo>
                    <a:pt x="192" y="686"/>
                  </a:lnTo>
                  <a:lnTo>
                    <a:pt x="193" y="684"/>
                  </a:lnTo>
                  <a:lnTo>
                    <a:pt x="194" y="682"/>
                  </a:lnTo>
                  <a:lnTo>
                    <a:pt x="195" y="680"/>
                  </a:lnTo>
                  <a:lnTo>
                    <a:pt x="196" y="679"/>
                  </a:lnTo>
                  <a:lnTo>
                    <a:pt x="196" y="677"/>
                  </a:lnTo>
                  <a:lnTo>
                    <a:pt x="197" y="675"/>
                  </a:lnTo>
                  <a:lnTo>
                    <a:pt x="198" y="673"/>
                  </a:lnTo>
                  <a:lnTo>
                    <a:pt x="199" y="671"/>
                  </a:lnTo>
                  <a:lnTo>
                    <a:pt x="200" y="669"/>
                  </a:lnTo>
                  <a:lnTo>
                    <a:pt x="200" y="666"/>
                  </a:lnTo>
                  <a:lnTo>
                    <a:pt x="201" y="664"/>
                  </a:lnTo>
                  <a:lnTo>
                    <a:pt x="202" y="662"/>
                  </a:lnTo>
                  <a:lnTo>
                    <a:pt x="203" y="660"/>
                  </a:lnTo>
                  <a:lnTo>
                    <a:pt x="204" y="657"/>
                  </a:lnTo>
                  <a:lnTo>
                    <a:pt x="205" y="655"/>
                  </a:lnTo>
                  <a:lnTo>
                    <a:pt x="205" y="652"/>
                  </a:lnTo>
                  <a:lnTo>
                    <a:pt x="206" y="650"/>
                  </a:lnTo>
                  <a:lnTo>
                    <a:pt x="207" y="647"/>
                  </a:lnTo>
                  <a:lnTo>
                    <a:pt x="208" y="644"/>
                  </a:lnTo>
                  <a:lnTo>
                    <a:pt x="209" y="641"/>
                  </a:lnTo>
                  <a:lnTo>
                    <a:pt x="209" y="639"/>
                  </a:lnTo>
                  <a:lnTo>
                    <a:pt x="210" y="636"/>
                  </a:lnTo>
                  <a:lnTo>
                    <a:pt x="211" y="633"/>
                  </a:lnTo>
                  <a:lnTo>
                    <a:pt x="212" y="630"/>
                  </a:lnTo>
                  <a:lnTo>
                    <a:pt x="212" y="627"/>
                  </a:lnTo>
                  <a:lnTo>
                    <a:pt x="213" y="625"/>
                  </a:lnTo>
                  <a:lnTo>
                    <a:pt x="214" y="622"/>
                  </a:lnTo>
                  <a:lnTo>
                    <a:pt x="215" y="619"/>
                  </a:lnTo>
                  <a:lnTo>
                    <a:pt x="215" y="616"/>
                  </a:lnTo>
                  <a:lnTo>
                    <a:pt x="216" y="613"/>
                  </a:lnTo>
                  <a:lnTo>
                    <a:pt x="217" y="610"/>
                  </a:lnTo>
                  <a:lnTo>
                    <a:pt x="217" y="607"/>
                  </a:lnTo>
                  <a:lnTo>
                    <a:pt x="218" y="605"/>
                  </a:lnTo>
                  <a:lnTo>
                    <a:pt x="219" y="602"/>
                  </a:lnTo>
                  <a:lnTo>
                    <a:pt x="219" y="599"/>
                  </a:lnTo>
                  <a:lnTo>
                    <a:pt x="220" y="596"/>
                  </a:lnTo>
                  <a:lnTo>
                    <a:pt x="221" y="593"/>
                  </a:lnTo>
                  <a:lnTo>
                    <a:pt x="221" y="590"/>
                  </a:lnTo>
                  <a:lnTo>
                    <a:pt x="222" y="587"/>
                  </a:lnTo>
                  <a:lnTo>
                    <a:pt x="223" y="584"/>
                  </a:lnTo>
                  <a:lnTo>
                    <a:pt x="223" y="581"/>
                  </a:lnTo>
                  <a:lnTo>
                    <a:pt x="224" y="577"/>
                  </a:lnTo>
                  <a:lnTo>
                    <a:pt x="224" y="574"/>
                  </a:lnTo>
                  <a:lnTo>
                    <a:pt x="225" y="571"/>
                  </a:lnTo>
                  <a:lnTo>
                    <a:pt x="225" y="568"/>
                  </a:lnTo>
                  <a:lnTo>
                    <a:pt x="226" y="564"/>
                  </a:lnTo>
                  <a:lnTo>
                    <a:pt x="226" y="561"/>
                  </a:lnTo>
                  <a:lnTo>
                    <a:pt x="227" y="557"/>
                  </a:lnTo>
                  <a:lnTo>
                    <a:pt x="228" y="554"/>
                  </a:lnTo>
                  <a:lnTo>
                    <a:pt x="228" y="551"/>
                  </a:lnTo>
                  <a:lnTo>
                    <a:pt x="229" y="547"/>
                  </a:lnTo>
                  <a:lnTo>
                    <a:pt x="229" y="543"/>
                  </a:lnTo>
                  <a:lnTo>
                    <a:pt x="230" y="540"/>
                  </a:lnTo>
                  <a:lnTo>
                    <a:pt x="230" y="536"/>
                  </a:lnTo>
                  <a:lnTo>
                    <a:pt x="231" y="532"/>
                  </a:lnTo>
                  <a:lnTo>
                    <a:pt x="231" y="528"/>
                  </a:lnTo>
                  <a:lnTo>
                    <a:pt x="232" y="524"/>
                  </a:lnTo>
                  <a:lnTo>
                    <a:pt x="232" y="521"/>
                  </a:lnTo>
                  <a:lnTo>
                    <a:pt x="233" y="517"/>
                  </a:lnTo>
                  <a:lnTo>
                    <a:pt x="233" y="512"/>
                  </a:lnTo>
                  <a:lnTo>
                    <a:pt x="234" y="508"/>
                  </a:lnTo>
                  <a:lnTo>
                    <a:pt x="234" y="504"/>
                  </a:lnTo>
                  <a:lnTo>
                    <a:pt x="235" y="500"/>
                  </a:lnTo>
                  <a:lnTo>
                    <a:pt x="236" y="496"/>
                  </a:lnTo>
                  <a:lnTo>
                    <a:pt x="236" y="491"/>
                  </a:lnTo>
                  <a:lnTo>
                    <a:pt x="237" y="487"/>
                  </a:lnTo>
                  <a:lnTo>
                    <a:pt x="238" y="482"/>
                  </a:lnTo>
                  <a:lnTo>
                    <a:pt x="238" y="478"/>
                  </a:lnTo>
                  <a:lnTo>
                    <a:pt x="239" y="473"/>
                  </a:lnTo>
                  <a:lnTo>
                    <a:pt x="239" y="469"/>
                  </a:lnTo>
                  <a:lnTo>
                    <a:pt x="240" y="465"/>
                  </a:lnTo>
                  <a:lnTo>
                    <a:pt x="240" y="461"/>
                  </a:lnTo>
                  <a:lnTo>
                    <a:pt x="241" y="456"/>
                  </a:lnTo>
                  <a:lnTo>
                    <a:pt x="241" y="452"/>
                  </a:lnTo>
                  <a:lnTo>
                    <a:pt x="242" y="448"/>
                  </a:lnTo>
                  <a:lnTo>
                    <a:pt x="242" y="445"/>
                  </a:lnTo>
                  <a:lnTo>
                    <a:pt x="243" y="441"/>
                  </a:lnTo>
                  <a:lnTo>
                    <a:pt x="243" y="437"/>
                  </a:lnTo>
                  <a:lnTo>
                    <a:pt x="243" y="434"/>
                  </a:lnTo>
                  <a:lnTo>
                    <a:pt x="243" y="430"/>
                  </a:lnTo>
                  <a:lnTo>
                    <a:pt x="244" y="427"/>
                  </a:lnTo>
                  <a:lnTo>
                    <a:pt x="244" y="423"/>
                  </a:lnTo>
                  <a:lnTo>
                    <a:pt x="244" y="420"/>
                  </a:lnTo>
                  <a:lnTo>
                    <a:pt x="244" y="417"/>
                  </a:lnTo>
                  <a:lnTo>
                    <a:pt x="244" y="413"/>
                  </a:lnTo>
                  <a:lnTo>
                    <a:pt x="245" y="409"/>
                  </a:lnTo>
                  <a:lnTo>
                    <a:pt x="245" y="405"/>
                  </a:lnTo>
                  <a:lnTo>
                    <a:pt x="245" y="400"/>
                  </a:lnTo>
                  <a:lnTo>
                    <a:pt x="245" y="395"/>
                  </a:lnTo>
                  <a:lnTo>
                    <a:pt x="245" y="390"/>
                  </a:lnTo>
                  <a:lnTo>
                    <a:pt x="245" y="385"/>
                  </a:lnTo>
                  <a:lnTo>
                    <a:pt x="245" y="379"/>
                  </a:lnTo>
                  <a:lnTo>
                    <a:pt x="245" y="373"/>
                  </a:lnTo>
                  <a:lnTo>
                    <a:pt x="245" y="367"/>
                  </a:lnTo>
                  <a:lnTo>
                    <a:pt x="245" y="361"/>
                  </a:lnTo>
                  <a:lnTo>
                    <a:pt x="245" y="354"/>
                  </a:lnTo>
                  <a:lnTo>
                    <a:pt x="245" y="347"/>
                  </a:lnTo>
                  <a:lnTo>
                    <a:pt x="245" y="340"/>
                  </a:lnTo>
                  <a:lnTo>
                    <a:pt x="245" y="332"/>
                  </a:lnTo>
                  <a:lnTo>
                    <a:pt x="245" y="324"/>
                  </a:lnTo>
                  <a:lnTo>
                    <a:pt x="245" y="317"/>
                  </a:lnTo>
                  <a:lnTo>
                    <a:pt x="245" y="310"/>
                  </a:lnTo>
                  <a:lnTo>
                    <a:pt x="245" y="303"/>
                  </a:lnTo>
                  <a:lnTo>
                    <a:pt x="245" y="296"/>
                  </a:lnTo>
                  <a:lnTo>
                    <a:pt x="245" y="290"/>
                  </a:lnTo>
                  <a:lnTo>
                    <a:pt x="245" y="284"/>
                  </a:lnTo>
                  <a:lnTo>
                    <a:pt x="245" y="278"/>
                  </a:lnTo>
                  <a:lnTo>
                    <a:pt x="245" y="272"/>
                  </a:lnTo>
                  <a:lnTo>
                    <a:pt x="245" y="267"/>
                  </a:lnTo>
                  <a:lnTo>
                    <a:pt x="245" y="262"/>
                  </a:lnTo>
                  <a:lnTo>
                    <a:pt x="245" y="257"/>
                  </a:lnTo>
                  <a:lnTo>
                    <a:pt x="245" y="252"/>
                  </a:lnTo>
                  <a:lnTo>
                    <a:pt x="244" y="248"/>
                  </a:lnTo>
                  <a:lnTo>
                    <a:pt x="244" y="244"/>
                  </a:lnTo>
                  <a:lnTo>
                    <a:pt x="244" y="240"/>
                  </a:lnTo>
                  <a:lnTo>
                    <a:pt x="244" y="236"/>
                  </a:lnTo>
                  <a:lnTo>
                    <a:pt x="244" y="233"/>
                  </a:lnTo>
                  <a:lnTo>
                    <a:pt x="244" y="229"/>
                  </a:lnTo>
                  <a:lnTo>
                    <a:pt x="243" y="225"/>
                  </a:lnTo>
                  <a:lnTo>
                    <a:pt x="243" y="222"/>
                  </a:lnTo>
                  <a:lnTo>
                    <a:pt x="243" y="218"/>
                  </a:lnTo>
                  <a:lnTo>
                    <a:pt x="243" y="215"/>
                  </a:lnTo>
                  <a:lnTo>
                    <a:pt x="242" y="212"/>
                  </a:lnTo>
                  <a:lnTo>
                    <a:pt x="242" y="208"/>
                  </a:lnTo>
                  <a:lnTo>
                    <a:pt x="242" y="205"/>
                  </a:lnTo>
                  <a:lnTo>
                    <a:pt x="242" y="202"/>
                  </a:lnTo>
                  <a:lnTo>
                    <a:pt x="241" y="199"/>
                  </a:lnTo>
                  <a:lnTo>
                    <a:pt x="241" y="196"/>
                  </a:lnTo>
                  <a:lnTo>
                    <a:pt x="241" y="193"/>
                  </a:lnTo>
                  <a:lnTo>
                    <a:pt x="240" y="190"/>
                  </a:lnTo>
                  <a:lnTo>
                    <a:pt x="240" y="187"/>
                  </a:lnTo>
                  <a:lnTo>
                    <a:pt x="240" y="184"/>
                  </a:lnTo>
                  <a:lnTo>
                    <a:pt x="239" y="181"/>
                  </a:lnTo>
                  <a:lnTo>
                    <a:pt x="239" y="177"/>
                  </a:lnTo>
                  <a:lnTo>
                    <a:pt x="239" y="174"/>
                  </a:lnTo>
                  <a:lnTo>
                    <a:pt x="238" y="170"/>
                  </a:lnTo>
                  <a:lnTo>
                    <a:pt x="238" y="166"/>
                  </a:lnTo>
                  <a:lnTo>
                    <a:pt x="237" y="162"/>
                  </a:lnTo>
                  <a:lnTo>
                    <a:pt x="236" y="158"/>
                  </a:lnTo>
                  <a:lnTo>
                    <a:pt x="236" y="154"/>
                  </a:lnTo>
                  <a:lnTo>
                    <a:pt x="235" y="150"/>
                  </a:lnTo>
                  <a:lnTo>
                    <a:pt x="234" y="145"/>
                  </a:lnTo>
                  <a:lnTo>
                    <a:pt x="233" y="140"/>
                  </a:lnTo>
                  <a:lnTo>
                    <a:pt x="233" y="135"/>
                  </a:lnTo>
                  <a:lnTo>
                    <a:pt x="232" y="130"/>
                  </a:lnTo>
                  <a:lnTo>
                    <a:pt x="231" y="125"/>
                  </a:lnTo>
                  <a:lnTo>
                    <a:pt x="230" y="119"/>
                  </a:lnTo>
                  <a:lnTo>
                    <a:pt x="229" y="114"/>
                  </a:lnTo>
                  <a:lnTo>
                    <a:pt x="228" y="108"/>
                  </a:lnTo>
                  <a:lnTo>
                    <a:pt x="227" y="103"/>
                  </a:lnTo>
                  <a:lnTo>
                    <a:pt x="226" y="97"/>
                  </a:lnTo>
                  <a:lnTo>
                    <a:pt x="225" y="91"/>
                  </a:lnTo>
                  <a:lnTo>
                    <a:pt x="224" y="85"/>
                  </a:lnTo>
                  <a:lnTo>
                    <a:pt x="223" y="80"/>
                  </a:lnTo>
                  <a:lnTo>
                    <a:pt x="221" y="74"/>
                  </a:lnTo>
                  <a:lnTo>
                    <a:pt x="220" y="68"/>
                  </a:lnTo>
                  <a:lnTo>
                    <a:pt x="219" y="62"/>
                  </a:lnTo>
                  <a:lnTo>
                    <a:pt x="218" y="56"/>
                  </a:lnTo>
                  <a:lnTo>
                    <a:pt x="217" y="50"/>
                  </a:lnTo>
                  <a:lnTo>
                    <a:pt x="215" y="44"/>
                  </a:lnTo>
                  <a:lnTo>
                    <a:pt x="214" y="37"/>
                  </a:lnTo>
                  <a:lnTo>
                    <a:pt x="213" y="31"/>
                  </a:lnTo>
                  <a:lnTo>
                    <a:pt x="212" y="25"/>
                  </a:lnTo>
                  <a:lnTo>
                    <a:pt x="210" y="19"/>
                  </a:lnTo>
                  <a:lnTo>
                    <a:pt x="209" y="14"/>
                  </a:lnTo>
                  <a:lnTo>
                    <a:pt x="209" y="10"/>
                  </a:lnTo>
                  <a:lnTo>
                    <a:pt x="208" y="6"/>
                  </a:lnTo>
                  <a:lnTo>
                    <a:pt x="207" y="3"/>
                  </a:lnTo>
                  <a:lnTo>
                    <a:pt x="207" y="2"/>
                  </a:lnTo>
                  <a:lnTo>
                    <a:pt x="207" y="0"/>
                  </a:lnTo>
                  <a:lnTo>
                    <a:pt x="206" y="0"/>
                  </a:lnTo>
                  <a:lnTo>
                    <a:pt x="207" y="1"/>
                  </a:lnTo>
                  <a:lnTo>
                    <a:pt x="207" y="2"/>
                  </a:lnTo>
                  <a:lnTo>
                    <a:pt x="207" y="4"/>
                  </a:lnTo>
                  <a:lnTo>
                    <a:pt x="208" y="7"/>
                  </a:lnTo>
                  <a:lnTo>
                    <a:pt x="209" y="11"/>
                  </a:lnTo>
                  <a:lnTo>
                    <a:pt x="209" y="16"/>
                  </a:lnTo>
                  <a:lnTo>
                    <a:pt x="210" y="21"/>
                  </a:lnTo>
                  <a:lnTo>
                    <a:pt x="212" y="27"/>
                  </a:lnTo>
                  <a:lnTo>
                    <a:pt x="213" y="34"/>
                  </a:lnTo>
                  <a:lnTo>
                    <a:pt x="214" y="41"/>
                  </a:lnTo>
                  <a:lnTo>
                    <a:pt x="216" y="48"/>
                  </a:lnTo>
                  <a:lnTo>
                    <a:pt x="217" y="56"/>
                  </a:lnTo>
                  <a:lnTo>
                    <a:pt x="218" y="63"/>
                  </a:lnTo>
                  <a:lnTo>
                    <a:pt x="219" y="71"/>
                  </a:lnTo>
                  <a:lnTo>
                    <a:pt x="221" y="79"/>
                  </a:lnTo>
                  <a:lnTo>
                    <a:pt x="222" y="87"/>
                  </a:lnTo>
                  <a:lnTo>
                    <a:pt x="223" y="95"/>
                  </a:lnTo>
                  <a:lnTo>
                    <a:pt x="225" y="103"/>
                  </a:lnTo>
                  <a:lnTo>
                    <a:pt x="226" y="112"/>
                  </a:lnTo>
                  <a:lnTo>
                    <a:pt x="227" y="121"/>
                  </a:lnTo>
                  <a:lnTo>
                    <a:pt x="229" y="130"/>
                  </a:lnTo>
                  <a:lnTo>
                    <a:pt x="230" y="139"/>
                  </a:lnTo>
                  <a:lnTo>
                    <a:pt x="231" y="149"/>
                  </a:lnTo>
                  <a:lnTo>
                    <a:pt x="232" y="158"/>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14" name="Freeform 50">
              <a:extLst>
                <a:ext uri="{FF2B5EF4-FFF2-40B4-BE49-F238E27FC236}">
                  <a16:creationId xmlns:a16="http://schemas.microsoft.com/office/drawing/2014/main" id="{02ED8218-7BF7-319D-549A-F0467D3B5E33}"/>
                </a:ext>
              </a:extLst>
            </p:cNvPr>
            <p:cNvSpPr>
              <a:spLocks/>
            </p:cNvSpPr>
            <p:nvPr/>
          </p:nvSpPr>
          <p:spPr bwMode="auto">
            <a:xfrm>
              <a:off x="3088" y="2564"/>
              <a:ext cx="262" cy="373"/>
            </a:xfrm>
            <a:custGeom>
              <a:avLst/>
              <a:gdLst>
                <a:gd name="T0" fmla="*/ 142 w 654"/>
                <a:gd name="T1" fmla="*/ 308 h 492"/>
                <a:gd name="T2" fmla="*/ 176 w 654"/>
                <a:gd name="T3" fmla="*/ 273 h 492"/>
                <a:gd name="T4" fmla="*/ 221 w 654"/>
                <a:gd name="T5" fmla="*/ 229 h 492"/>
                <a:gd name="T6" fmla="*/ 268 w 654"/>
                <a:gd name="T7" fmla="*/ 185 h 492"/>
                <a:gd name="T8" fmla="*/ 305 w 654"/>
                <a:gd name="T9" fmla="*/ 156 h 492"/>
                <a:gd name="T10" fmla="*/ 338 w 654"/>
                <a:gd name="T11" fmla="*/ 133 h 492"/>
                <a:gd name="T12" fmla="*/ 366 w 654"/>
                <a:gd name="T13" fmla="*/ 114 h 492"/>
                <a:gd name="T14" fmla="*/ 390 w 654"/>
                <a:gd name="T15" fmla="*/ 100 h 492"/>
                <a:gd name="T16" fmla="*/ 418 w 654"/>
                <a:gd name="T17" fmla="*/ 85 h 492"/>
                <a:gd name="T18" fmla="*/ 448 w 654"/>
                <a:gd name="T19" fmla="*/ 70 h 492"/>
                <a:gd name="T20" fmla="*/ 478 w 654"/>
                <a:gd name="T21" fmla="*/ 56 h 492"/>
                <a:gd name="T22" fmla="*/ 501 w 654"/>
                <a:gd name="T23" fmla="*/ 47 h 492"/>
                <a:gd name="T24" fmla="*/ 525 w 654"/>
                <a:gd name="T25" fmla="*/ 41 h 492"/>
                <a:gd name="T26" fmla="*/ 548 w 654"/>
                <a:gd name="T27" fmla="*/ 37 h 492"/>
                <a:gd name="T28" fmla="*/ 566 w 654"/>
                <a:gd name="T29" fmla="*/ 36 h 492"/>
                <a:gd name="T30" fmla="*/ 581 w 654"/>
                <a:gd name="T31" fmla="*/ 39 h 492"/>
                <a:gd name="T32" fmla="*/ 592 w 654"/>
                <a:gd name="T33" fmla="*/ 46 h 492"/>
                <a:gd name="T34" fmla="*/ 602 w 654"/>
                <a:gd name="T35" fmla="*/ 57 h 492"/>
                <a:gd name="T36" fmla="*/ 608 w 654"/>
                <a:gd name="T37" fmla="*/ 68 h 492"/>
                <a:gd name="T38" fmla="*/ 612 w 654"/>
                <a:gd name="T39" fmla="*/ 82 h 492"/>
                <a:gd name="T40" fmla="*/ 614 w 654"/>
                <a:gd name="T41" fmla="*/ 96 h 492"/>
                <a:gd name="T42" fmla="*/ 615 w 654"/>
                <a:gd name="T43" fmla="*/ 110 h 492"/>
                <a:gd name="T44" fmla="*/ 612 w 654"/>
                <a:gd name="T45" fmla="*/ 132 h 492"/>
                <a:gd name="T46" fmla="*/ 610 w 654"/>
                <a:gd name="T47" fmla="*/ 158 h 492"/>
                <a:gd name="T48" fmla="*/ 633 w 654"/>
                <a:gd name="T49" fmla="*/ 150 h 492"/>
                <a:gd name="T50" fmla="*/ 651 w 654"/>
                <a:gd name="T51" fmla="*/ 127 h 492"/>
                <a:gd name="T52" fmla="*/ 653 w 654"/>
                <a:gd name="T53" fmla="*/ 103 h 492"/>
                <a:gd name="T54" fmla="*/ 653 w 654"/>
                <a:gd name="T55" fmla="*/ 85 h 492"/>
                <a:gd name="T56" fmla="*/ 650 w 654"/>
                <a:gd name="T57" fmla="*/ 68 h 492"/>
                <a:gd name="T58" fmla="*/ 644 w 654"/>
                <a:gd name="T59" fmla="*/ 50 h 492"/>
                <a:gd name="T60" fmla="*/ 636 w 654"/>
                <a:gd name="T61" fmla="*/ 33 h 492"/>
                <a:gd name="T62" fmla="*/ 628 w 654"/>
                <a:gd name="T63" fmla="*/ 21 h 492"/>
                <a:gd name="T64" fmla="*/ 620 w 654"/>
                <a:gd name="T65" fmla="*/ 14 h 492"/>
                <a:gd name="T66" fmla="*/ 607 w 654"/>
                <a:gd name="T67" fmla="*/ 7 h 492"/>
                <a:gd name="T68" fmla="*/ 594 w 654"/>
                <a:gd name="T69" fmla="*/ 2 h 492"/>
                <a:gd name="T70" fmla="*/ 579 w 654"/>
                <a:gd name="T71" fmla="*/ 0 h 492"/>
                <a:gd name="T72" fmla="*/ 563 w 654"/>
                <a:gd name="T73" fmla="*/ 0 h 492"/>
                <a:gd name="T74" fmla="*/ 546 w 654"/>
                <a:gd name="T75" fmla="*/ 3 h 492"/>
                <a:gd name="T76" fmla="*/ 527 w 654"/>
                <a:gd name="T77" fmla="*/ 7 h 492"/>
                <a:gd name="T78" fmla="*/ 507 w 654"/>
                <a:gd name="T79" fmla="*/ 13 h 492"/>
                <a:gd name="T80" fmla="*/ 486 w 654"/>
                <a:gd name="T81" fmla="*/ 21 h 492"/>
                <a:gd name="T82" fmla="*/ 462 w 654"/>
                <a:gd name="T83" fmla="*/ 32 h 492"/>
                <a:gd name="T84" fmla="*/ 435 w 654"/>
                <a:gd name="T85" fmla="*/ 47 h 492"/>
                <a:gd name="T86" fmla="*/ 407 w 654"/>
                <a:gd name="T87" fmla="*/ 64 h 492"/>
                <a:gd name="T88" fmla="*/ 377 w 654"/>
                <a:gd name="T89" fmla="*/ 85 h 492"/>
                <a:gd name="T90" fmla="*/ 343 w 654"/>
                <a:gd name="T91" fmla="*/ 110 h 492"/>
                <a:gd name="T92" fmla="*/ 305 w 654"/>
                <a:gd name="T93" fmla="*/ 139 h 492"/>
                <a:gd name="T94" fmla="*/ 274 w 654"/>
                <a:gd name="T95" fmla="*/ 166 h 492"/>
                <a:gd name="T96" fmla="*/ 237 w 654"/>
                <a:gd name="T97" fmla="*/ 201 h 492"/>
                <a:gd name="T98" fmla="*/ 182 w 654"/>
                <a:gd name="T99" fmla="*/ 256 h 492"/>
                <a:gd name="T100" fmla="*/ 143 w 654"/>
                <a:gd name="T101" fmla="*/ 296 h 492"/>
                <a:gd name="T102" fmla="*/ 118 w 654"/>
                <a:gd name="T103" fmla="*/ 325 h 492"/>
                <a:gd name="T104" fmla="*/ 96 w 654"/>
                <a:gd name="T105" fmla="*/ 353 h 492"/>
                <a:gd name="T106" fmla="*/ 65 w 654"/>
                <a:gd name="T107" fmla="*/ 396 h 492"/>
                <a:gd name="T108" fmla="*/ 27 w 654"/>
                <a:gd name="T109" fmla="*/ 449 h 492"/>
                <a:gd name="T110" fmla="*/ 0 w 654"/>
                <a:gd name="T111" fmla="*/ 491 h 492"/>
                <a:gd name="T112" fmla="*/ 24 w 654"/>
                <a:gd name="T113" fmla="*/ 458 h 492"/>
                <a:gd name="T114" fmla="*/ 77 w 654"/>
                <a:gd name="T115" fmla="*/ 385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54" h="492">
                  <a:moveTo>
                    <a:pt x="94" y="363"/>
                  </a:moveTo>
                  <a:lnTo>
                    <a:pt x="99" y="356"/>
                  </a:lnTo>
                  <a:lnTo>
                    <a:pt x="105" y="349"/>
                  </a:lnTo>
                  <a:lnTo>
                    <a:pt x="110" y="343"/>
                  </a:lnTo>
                  <a:lnTo>
                    <a:pt x="115" y="337"/>
                  </a:lnTo>
                  <a:lnTo>
                    <a:pt x="120" y="332"/>
                  </a:lnTo>
                  <a:lnTo>
                    <a:pt x="125" y="326"/>
                  </a:lnTo>
                  <a:lnTo>
                    <a:pt x="130" y="321"/>
                  </a:lnTo>
                  <a:lnTo>
                    <a:pt x="134" y="317"/>
                  </a:lnTo>
                  <a:lnTo>
                    <a:pt x="138" y="312"/>
                  </a:lnTo>
                  <a:lnTo>
                    <a:pt x="142" y="308"/>
                  </a:lnTo>
                  <a:lnTo>
                    <a:pt x="146" y="304"/>
                  </a:lnTo>
                  <a:lnTo>
                    <a:pt x="149" y="300"/>
                  </a:lnTo>
                  <a:lnTo>
                    <a:pt x="152" y="296"/>
                  </a:lnTo>
                  <a:lnTo>
                    <a:pt x="156" y="293"/>
                  </a:lnTo>
                  <a:lnTo>
                    <a:pt x="158" y="290"/>
                  </a:lnTo>
                  <a:lnTo>
                    <a:pt x="161" y="287"/>
                  </a:lnTo>
                  <a:lnTo>
                    <a:pt x="164" y="285"/>
                  </a:lnTo>
                  <a:lnTo>
                    <a:pt x="167" y="282"/>
                  </a:lnTo>
                  <a:lnTo>
                    <a:pt x="170" y="279"/>
                  </a:lnTo>
                  <a:lnTo>
                    <a:pt x="173" y="276"/>
                  </a:lnTo>
                  <a:lnTo>
                    <a:pt x="176" y="273"/>
                  </a:lnTo>
                  <a:lnTo>
                    <a:pt x="179" y="270"/>
                  </a:lnTo>
                  <a:lnTo>
                    <a:pt x="183" y="266"/>
                  </a:lnTo>
                  <a:lnTo>
                    <a:pt x="186" y="262"/>
                  </a:lnTo>
                  <a:lnTo>
                    <a:pt x="190" y="259"/>
                  </a:lnTo>
                  <a:lnTo>
                    <a:pt x="194" y="255"/>
                  </a:lnTo>
                  <a:lnTo>
                    <a:pt x="198" y="251"/>
                  </a:lnTo>
                  <a:lnTo>
                    <a:pt x="202" y="247"/>
                  </a:lnTo>
                  <a:lnTo>
                    <a:pt x="207" y="243"/>
                  </a:lnTo>
                  <a:lnTo>
                    <a:pt x="211" y="238"/>
                  </a:lnTo>
                  <a:lnTo>
                    <a:pt x="216" y="234"/>
                  </a:lnTo>
                  <a:lnTo>
                    <a:pt x="221" y="229"/>
                  </a:lnTo>
                  <a:lnTo>
                    <a:pt x="226" y="224"/>
                  </a:lnTo>
                  <a:lnTo>
                    <a:pt x="230" y="220"/>
                  </a:lnTo>
                  <a:lnTo>
                    <a:pt x="235" y="216"/>
                  </a:lnTo>
                  <a:lnTo>
                    <a:pt x="239" y="211"/>
                  </a:lnTo>
                  <a:lnTo>
                    <a:pt x="244" y="207"/>
                  </a:lnTo>
                  <a:lnTo>
                    <a:pt x="248" y="203"/>
                  </a:lnTo>
                  <a:lnTo>
                    <a:pt x="252" y="199"/>
                  </a:lnTo>
                  <a:lnTo>
                    <a:pt x="256" y="196"/>
                  </a:lnTo>
                  <a:lnTo>
                    <a:pt x="260" y="192"/>
                  </a:lnTo>
                  <a:lnTo>
                    <a:pt x="264" y="189"/>
                  </a:lnTo>
                  <a:lnTo>
                    <a:pt x="268" y="185"/>
                  </a:lnTo>
                  <a:lnTo>
                    <a:pt x="272" y="182"/>
                  </a:lnTo>
                  <a:lnTo>
                    <a:pt x="275" y="179"/>
                  </a:lnTo>
                  <a:lnTo>
                    <a:pt x="279" y="176"/>
                  </a:lnTo>
                  <a:lnTo>
                    <a:pt x="282" y="173"/>
                  </a:lnTo>
                  <a:lnTo>
                    <a:pt x="285" y="171"/>
                  </a:lnTo>
                  <a:lnTo>
                    <a:pt x="289" y="168"/>
                  </a:lnTo>
                  <a:lnTo>
                    <a:pt x="292" y="166"/>
                  </a:lnTo>
                  <a:lnTo>
                    <a:pt x="295" y="163"/>
                  </a:lnTo>
                  <a:lnTo>
                    <a:pt x="298" y="161"/>
                  </a:lnTo>
                  <a:lnTo>
                    <a:pt x="301" y="158"/>
                  </a:lnTo>
                  <a:lnTo>
                    <a:pt x="305" y="156"/>
                  </a:lnTo>
                  <a:lnTo>
                    <a:pt x="308" y="154"/>
                  </a:lnTo>
                  <a:lnTo>
                    <a:pt x="311" y="151"/>
                  </a:lnTo>
                  <a:lnTo>
                    <a:pt x="314" y="149"/>
                  </a:lnTo>
                  <a:lnTo>
                    <a:pt x="317" y="147"/>
                  </a:lnTo>
                  <a:lnTo>
                    <a:pt x="320" y="145"/>
                  </a:lnTo>
                  <a:lnTo>
                    <a:pt x="323" y="143"/>
                  </a:lnTo>
                  <a:lnTo>
                    <a:pt x="326" y="141"/>
                  </a:lnTo>
                  <a:lnTo>
                    <a:pt x="329" y="139"/>
                  </a:lnTo>
                  <a:lnTo>
                    <a:pt x="332" y="136"/>
                  </a:lnTo>
                  <a:lnTo>
                    <a:pt x="335" y="135"/>
                  </a:lnTo>
                  <a:lnTo>
                    <a:pt x="338" y="133"/>
                  </a:lnTo>
                  <a:lnTo>
                    <a:pt x="340" y="131"/>
                  </a:lnTo>
                  <a:lnTo>
                    <a:pt x="343" y="129"/>
                  </a:lnTo>
                  <a:lnTo>
                    <a:pt x="346" y="127"/>
                  </a:lnTo>
                  <a:lnTo>
                    <a:pt x="349" y="125"/>
                  </a:lnTo>
                  <a:lnTo>
                    <a:pt x="351" y="124"/>
                  </a:lnTo>
                  <a:lnTo>
                    <a:pt x="354" y="122"/>
                  </a:lnTo>
                  <a:lnTo>
                    <a:pt x="356" y="120"/>
                  </a:lnTo>
                  <a:lnTo>
                    <a:pt x="359" y="119"/>
                  </a:lnTo>
                  <a:lnTo>
                    <a:pt x="361" y="117"/>
                  </a:lnTo>
                  <a:lnTo>
                    <a:pt x="364" y="116"/>
                  </a:lnTo>
                  <a:lnTo>
                    <a:pt x="366" y="114"/>
                  </a:lnTo>
                  <a:lnTo>
                    <a:pt x="368" y="113"/>
                  </a:lnTo>
                  <a:lnTo>
                    <a:pt x="371" y="111"/>
                  </a:lnTo>
                  <a:lnTo>
                    <a:pt x="373" y="110"/>
                  </a:lnTo>
                  <a:lnTo>
                    <a:pt x="375" y="109"/>
                  </a:lnTo>
                  <a:lnTo>
                    <a:pt x="377" y="107"/>
                  </a:lnTo>
                  <a:lnTo>
                    <a:pt x="379" y="106"/>
                  </a:lnTo>
                  <a:lnTo>
                    <a:pt x="381" y="105"/>
                  </a:lnTo>
                  <a:lnTo>
                    <a:pt x="384" y="103"/>
                  </a:lnTo>
                  <a:lnTo>
                    <a:pt x="386" y="102"/>
                  </a:lnTo>
                  <a:lnTo>
                    <a:pt x="388" y="101"/>
                  </a:lnTo>
                  <a:lnTo>
                    <a:pt x="390" y="100"/>
                  </a:lnTo>
                  <a:lnTo>
                    <a:pt x="393" y="98"/>
                  </a:lnTo>
                  <a:lnTo>
                    <a:pt x="395" y="97"/>
                  </a:lnTo>
                  <a:lnTo>
                    <a:pt x="397" y="96"/>
                  </a:lnTo>
                  <a:lnTo>
                    <a:pt x="400" y="94"/>
                  </a:lnTo>
                  <a:lnTo>
                    <a:pt x="402" y="93"/>
                  </a:lnTo>
                  <a:lnTo>
                    <a:pt x="405" y="92"/>
                  </a:lnTo>
                  <a:lnTo>
                    <a:pt x="407" y="90"/>
                  </a:lnTo>
                  <a:lnTo>
                    <a:pt x="410" y="89"/>
                  </a:lnTo>
                  <a:lnTo>
                    <a:pt x="412" y="88"/>
                  </a:lnTo>
                  <a:lnTo>
                    <a:pt x="415" y="87"/>
                  </a:lnTo>
                  <a:lnTo>
                    <a:pt x="418" y="85"/>
                  </a:lnTo>
                  <a:lnTo>
                    <a:pt x="420" y="84"/>
                  </a:lnTo>
                  <a:lnTo>
                    <a:pt x="423" y="83"/>
                  </a:lnTo>
                  <a:lnTo>
                    <a:pt x="426" y="81"/>
                  </a:lnTo>
                  <a:lnTo>
                    <a:pt x="428" y="80"/>
                  </a:lnTo>
                  <a:lnTo>
                    <a:pt x="431" y="79"/>
                  </a:lnTo>
                  <a:lnTo>
                    <a:pt x="434" y="77"/>
                  </a:lnTo>
                  <a:lnTo>
                    <a:pt x="437" y="76"/>
                  </a:lnTo>
                  <a:lnTo>
                    <a:pt x="439" y="74"/>
                  </a:lnTo>
                  <a:lnTo>
                    <a:pt x="442" y="73"/>
                  </a:lnTo>
                  <a:lnTo>
                    <a:pt x="445" y="72"/>
                  </a:lnTo>
                  <a:lnTo>
                    <a:pt x="448" y="70"/>
                  </a:lnTo>
                  <a:lnTo>
                    <a:pt x="451" y="69"/>
                  </a:lnTo>
                  <a:lnTo>
                    <a:pt x="454" y="67"/>
                  </a:lnTo>
                  <a:lnTo>
                    <a:pt x="456" y="66"/>
                  </a:lnTo>
                  <a:lnTo>
                    <a:pt x="459" y="64"/>
                  </a:lnTo>
                  <a:lnTo>
                    <a:pt x="462" y="63"/>
                  </a:lnTo>
                  <a:lnTo>
                    <a:pt x="465" y="62"/>
                  </a:lnTo>
                  <a:lnTo>
                    <a:pt x="468" y="60"/>
                  </a:lnTo>
                  <a:lnTo>
                    <a:pt x="470" y="59"/>
                  </a:lnTo>
                  <a:lnTo>
                    <a:pt x="473" y="58"/>
                  </a:lnTo>
                  <a:lnTo>
                    <a:pt x="475" y="57"/>
                  </a:lnTo>
                  <a:lnTo>
                    <a:pt x="478" y="56"/>
                  </a:lnTo>
                  <a:lnTo>
                    <a:pt x="480" y="55"/>
                  </a:lnTo>
                  <a:lnTo>
                    <a:pt x="483" y="54"/>
                  </a:lnTo>
                  <a:lnTo>
                    <a:pt x="485" y="53"/>
                  </a:lnTo>
                  <a:lnTo>
                    <a:pt x="487" y="52"/>
                  </a:lnTo>
                  <a:lnTo>
                    <a:pt x="489" y="51"/>
                  </a:lnTo>
                  <a:lnTo>
                    <a:pt x="491" y="50"/>
                  </a:lnTo>
                  <a:lnTo>
                    <a:pt x="493" y="50"/>
                  </a:lnTo>
                  <a:lnTo>
                    <a:pt x="495" y="49"/>
                  </a:lnTo>
                  <a:lnTo>
                    <a:pt x="497" y="48"/>
                  </a:lnTo>
                  <a:lnTo>
                    <a:pt x="499" y="48"/>
                  </a:lnTo>
                  <a:lnTo>
                    <a:pt x="501" y="47"/>
                  </a:lnTo>
                  <a:lnTo>
                    <a:pt x="503" y="47"/>
                  </a:lnTo>
                  <a:lnTo>
                    <a:pt x="505" y="46"/>
                  </a:lnTo>
                  <a:lnTo>
                    <a:pt x="507" y="45"/>
                  </a:lnTo>
                  <a:lnTo>
                    <a:pt x="509" y="45"/>
                  </a:lnTo>
                  <a:lnTo>
                    <a:pt x="512" y="44"/>
                  </a:lnTo>
                  <a:lnTo>
                    <a:pt x="514" y="44"/>
                  </a:lnTo>
                  <a:lnTo>
                    <a:pt x="516" y="43"/>
                  </a:lnTo>
                  <a:lnTo>
                    <a:pt x="518" y="43"/>
                  </a:lnTo>
                  <a:lnTo>
                    <a:pt x="520" y="42"/>
                  </a:lnTo>
                  <a:lnTo>
                    <a:pt x="522" y="41"/>
                  </a:lnTo>
                  <a:lnTo>
                    <a:pt x="525" y="41"/>
                  </a:lnTo>
                  <a:lnTo>
                    <a:pt x="527" y="40"/>
                  </a:lnTo>
                  <a:lnTo>
                    <a:pt x="529" y="40"/>
                  </a:lnTo>
                  <a:lnTo>
                    <a:pt x="531" y="39"/>
                  </a:lnTo>
                  <a:lnTo>
                    <a:pt x="534" y="39"/>
                  </a:lnTo>
                  <a:lnTo>
                    <a:pt x="536" y="39"/>
                  </a:lnTo>
                  <a:lnTo>
                    <a:pt x="538" y="38"/>
                  </a:lnTo>
                  <a:lnTo>
                    <a:pt x="540" y="38"/>
                  </a:lnTo>
                  <a:lnTo>
                    <a:pt x="542" y="38"/>
                  </a:lnTo>
                  <a:lnTo>
                    <a:pt x="544" y="37"/>
                  </a:lnTo>
                  <a:lnTo>
                    <a:pt x="546" y="37"/>
                  </a:lnTo>
                  <a:lnTo>
                    <a:pt x="548" y="37"/>
                  </a:lnTo>
                  <a:lnTo>
                    <a:pt x="550" y="37"/>
                  </a:lnTo>
                  <a:lnTo>
                    <a:pt x="552" y="36"/>
                  </a:lnTo>
                  <a:lnTo>
                    <a:pt x="553" y="36"/>
                  </a:lnTo>
                  <a:lnTo>
                    <a:pt x="555" y="36"/>
                  </a:lnTo>
                  <a:lnTo>
                    <a:pt x="557" y="36"/>
                  </a:lnTo>
                  <a:lnTo>
                    <a:pt x="559" y="36"/>
                  </a:lnTo>
                  <a:lnTo>
                    <a:pt x="560" y="36"/>
                  </a:lnTo>
                  <a:lnTo>
                    <a:pt x="562" y="36"/>
                  </a:lnTo>
                  <a:lnTo>
                    <a:pt x="563" y="36"/>
                  </a:lnTo>
                  <a:lnTo>
                    <a:pt x="565" y="36"/>
                  </a:lnTo>
                  <a:lnTo>
                    <a:pt x="566" y="36"/>
                  </a:lnTo>
                  <a:lnTo>
                    <a:pt x="568" y="36"/>
                  </a:lnTo>
                  <a:lnTo>
                    <a:pt x="569" y="37"/>
                  </a:lnTo>
                  <a:lnTo>
                    <a:pt x="571" y="37"/>
                  </a:lnTo>
                  <a:lnTo>
                    <a:pt x="572" y="37"/>
                  </a:lnTo>
                  <a:lnTo>
                    <a:pt x="573" y="37"/>
                  </a:lnTo>
                  <a:lnTo>
                    <a:pt x="575" y="38"/>
                  </a:lnTo>
                  <a:lnTo>
                    <a:pt x="576" y="38"/>
                  </a:lnTo>
                  <a:lnTo>
                    <a:pt x="577" y="38"/>
                  </a:lnTo>
                  <a:lnTo>
                    <a:pt x="579" y="39"/>
                  </a:lnTo>
                  <a:lnTo>
                    <a:pt x="580" y="39"/>
                  </a:lnTo>
                  <a:lnTo>
                    <a:pt x="581" y="39"/>
                  </a:lnTo>
                  <a:lnTo>
                    <a:pt x="582" y="40"/>
                  </a:lnTo>
                  <a:lnTo>
                    <a:pt x="583" y="40"/>
                  </a:lnTo>
                  <a:lnTo>
                    <a:pt x="584" y="41"/>
                  </a:lnTo>
                  <a:lnTo>
                    <a:pt x="585" y="42"/>
                  </a:lnTo>
                  <a:lnTo>
                    <a:pt x="587" y="42"/>
                  </a:lnTo>
                  <a:lnTo>
                    <a:pt x="588" y="43"/>
                  </a:lnTo>
                  <a:lnTo>
                    <a:pt x="589" y="43"/>
                  </a:lnTo>
                  <a:lnTo>
                    <a:pt x="590" y="44"/>
                  </a:lnTo>
                  <a:lnTo>
                    <a:pt x="591" y="45"/>
                  </a:lnTo>
                  <a:lnTo>
                    <a:pt x="592" y="46"/>
                  </a:lnTo>
                  <a:lnTo>
                    <a:pt x="593" y="47"/>
                  </a:lnTo>
                  <a:lnTo>
                    <a:pt x="594" y="48"/>
                  </a:lnTo>
                  <a:lnTo>
                    <a:pt x="595" y="49"/>
                  </a:lnTo>
                  <a:lnTo>
                    <a:pt x="596" y="50"/>
                  </a:lnTo>
                  <a:lnTo>
                    <a:pt x="597" y="51"/>
                  </a:lnTo>
                  <a:lnTo>
                    <a:pt x="598" y="52"/>
                  </a:lnTo>
                  <a:lnTo>
                    <a:pt x="599" y="53"/>
                  </a:lnTo>
                  <a:lnTo>
                    <a:pt x="599" y="54"/>
                  </a:lnTo>
                  <a:lnTo>
                    <a:pt x="600" y="55"/>
                  </a:lnTo>
                  <a:lnTo>
                    <a:pt x="601" y="56"/>
                  </a:lnTo>
                  <a:lnTo>
                    <a:pt x="602" y="57"/>
                  </a:lnTo>
                  <a:lnTo>
                    <a:pt x="602" y="58"/>
                  </a:lnTo>
                  <a:lnTo>
                    <a:pt x="603" y="59"/>
                  </a:lnTo>
                  <a:lnTo>
                    <a:pt x="604" y="60"/>
                  </a:lnTo>
                  <a:lnTo>
                    <a:pt x="604" y="61"/>
                  </a:lnTo>
                  <a:lnTo>
                    <a:pt x="605" y="62"/>
                  </a:lnTo>
                  <a:lnTo>
                    <a:pt x="605" y="63"/>
                  </a:lnTo>
                  <a:lnTo>
                    <a:pt x="606" y="64"/>
                  </a:lnTo>
                  <a:lnTo>
                    <a:pt x="607" y="65"/>
                  </a:lnTo>
                  <a:lnTo>
                    <a:pt x="607" y="66"/>
                  </a:lnTo>
                  <a:lnTo>
                    <a:pt x="608" y="67"/>
                  </a:lnTo>
                  <a:lnTo>
                    <a:pt x="608" y="68"/>
                  </a:lnTo>
                  <a:lnTo>
                    <a:pt x="609" y="70"/>
                  </a:lnTo>
                  <a:lnTo>
                    <a:pt x="609" y="71"/>
                  </a:lnTo>
                  <a:lnTo>
                    <a:pt x="609" y="72"/>
                  </a:lnTo>
                  <a:lnTo>
                    <a:pt x="610" y="73"/>
                  </a:lnTo>
                  <a:lnTo>
                    <a:pt x="610" y="74"/>
                  </a:lnTo>
                  <a:lnTo>
                    <a:pt x="611" y="75"/>
                  </a:lnTo>
                  <a:lnTo>
                    <a:pt x="611" y="77"/>
                  </a:lnTo>
                  <a:lnTo>
                    <a:pt x="611" y="78"/>
                  </a:lnTo>
                  <a:lnTo>
                    <a:pt x="612" y="79"/>
                  </a:lnTo>
                  <a:lnTo>
                    <a:pt x="612" y="80"/>
                  </a:lnTo>
                  <a:lnTo>
                    <a:pt x="612" y="82"/>
                  </a:lnTo>
                  <a:lnTo>
                    <a:pt x="612" y="83"/>
                  </a:lnTo>
                  <a:lnTo>
                    <a:pt x="613" y="84"/>
                  </a:lnTo>
                  <a:lnTo>
                    <a:pt x="613" y="85"/>
                  </a:lnTo>
                  <a:lnTo>
                    <a:pt x="613" y="87"/>
                  </a:lnTo>
                  <a:lnTo>
                    <a:pt x="613" y="88"/>
                  </a:lnTo>
                  <a:lnTo>
                    <a:pt x="613" y="89"/>
                  </a:lnTo>
                  <a:lnTo>
                    <a:pt x="614" y="90"/>
                  </a:lnTo>
                  <a:lnTo>
                    <a:pt x="614" y="92"/>
                  </a:lnTo>
                  <a:lnTo>
                    <a:pt x="614" y="93"/>
                  </a:lnTo>
                  <a:lnTo>
                    <a:pt x="614" y="94"/>
                  </a:lnTo>
                  <a:lnTo>
                    <a:pt x="614" y="96"/>
                  </a:lnTo>
                  <a:lnTo>
                    <a:pt x="614" y="97"/>
                  </a:lnTo>
                  <a:lnTo>
                    <a:pt x="614" y="98"/>
                  </a:lnTo>
                  <a:lnTo>
                    <a:pt x="614" y="100"/>
                  </a:lnTo>
                  <a:lnTo>
                    <a:pt x="614" y="101"/>
                  </a:lnTo>
                  <a:lnTo>
                    <a:pt x="614" y="102"/>
                  </a:lnTo>
                  <a:lnTo>
                    <a:pt x="614" y="103"/>
                  </a:lnTo>
                  <a:lnTo>
                    <a:pt x="615" y="105"/>
                  </a:lnTo>
                  <a:lnTo>
                    <a:pt x="615" y="106"/>
                  </a:lnTo>
                  <a:lnTo>
                    <a:pt x="615" y="107"/>
                  </a:lnTo>
                  <a:lnTo>
                    <a:pt x="615" y="109"/>
                  </a:lnTo>
                  <a:lnTo>
                    <a:pt x="615" y="110"/>
                  </a:lnTo>
                  <a:lnTo>
                    <a:pt x="614" y="111"/>
                  </a:lnTo>
                  <a:lnTo>
                    <a:pt x="614" y="113"/>
                  </a:lnTo>
                  <a:lnTo>
                    <a:pt x="614" y="115"/>
                  </a:lnTo>
                  <a:lnTo>
                    <a:pt x="614" y="116"/>
                  </a:lnTo>
                  <a:lnTo>
                    <a:pt x="614" y="118"/>
                  </a:lnTo>
                  <a:lnTo>
                    <a:pt x="614" y="120"/>
                  </a:lnTo>
                  <a:lnTo>
                    <a:pt x="613" y="123"/>
                  </a:lnTo>
                  <a:lnTo>
                    <a:pt x="613" y="125"/>
                  </a:lnTo>
                  <a:lnTo>
                    <a:pt x="613" y="127"/>
                  </a:lnTo>
                  <a:lnTo>
                    <a:pt x="612" y="130"/>
                  </a:lnTo>
                  <a:lnTo>
                    <a:pt x="612" y="132"/>
                  </a:lnTo>
                  <a:lnTo>
                    <a:pt x="611" y="135"/>
                  </a:lnTo>
                  <a:lnTo>
                    <a:pt x="611" y="138"/>
                  </a:lnTo>
                  <a:lnTo>
                    <a:pt x="610" y="141"/>
                  </a:lnTo>
                  <a:lnTo>
                    <a:pt x="609" y="144"/>
                  </a:lnTo>
                  <a:lnTo>
                    <a:pt x="609" y="147"/>
                  </a:lnTo>
                  <a:lnTo>
                    <a:pt x="609" y="149"/>
                  </a:lnTo>
                  <a:lnTo>
                    <a:pt x="608" y="151"/>
                  </a:lnTo>
                  <a:lnTo>
                    <a:pt x="609" y="153"/>
                  </a:lnTo>
                  <a:lnTo>
                    <a:pt x="609" y="155"/>
                  </a:lnTo>
                  <a:lnTo>
                    <a:pt x="610" y="157"/>
                  </a:lnTo>
                  <a:lnTo>
                    <a:pt x="610" y="158"/>
                  </a:lnTo>
                  <a:lnTo>
                    <a:pt x="611" y="159"/>
                  </a:lnTo>
                  <a:lnTo>
                    <a:pt x="613" y="159"/>
                  </a:lnTo>
                  <a:lnTo>
                    <a:pt x="614" y="159"/>
                  </a:lnTo>
                  <a:lnTo>
                    <a:pt x="616" y="159"/>
                  </a:lnTo>
                  <a:lnTo>
                    <a:pt x="618" y="159"/>
                  </a:lnTo>
                  <a:lnTo>
                    <a:pt x="620" y="158"/>
                  </a:lnTo>
                  <a:lnTo>
                    <a:pt x="622" y="157"/>
                  </a:lnTo>
                  <a:lnTo>
                    <a:pt x="625" y="156"/>
                  </a:lnTo>
                  <a:lnTo>
                    <a:pt x="628" y="154"/>
                  </a:lnTo>
                  <a:lnTo>
                    <a:pt x="630" y="152"/>
                  </a:lnTo>
                  <a:lnTo>
                    <a:pt x="633" y="150"/>
                  </a:lnTo>
                  <a:lnTo>
                    <a:pt x="635" y="148"/>
                  </a:lnTo>
                  <a:lnTo>
                    <a:pt x="638" y="147"/>
                  </a:lnTo>
                  <a:lnTo>
                    <a:pt x="640" y="145"/>
                  </a:lnTo>
                  <a:lnTo>
                    <a:pt x="642" y="143"/>
                  </a:lnTo>
                  <a:lnTo>
                    <a:pt x="644" y="141"/>
                  </a:lnTo>
                  <a:lnTo>
                    <a:pt x="645" y="138"/>
                  </a:lnTo>
                  <a:lnTo>
                    <a:pt x="647" y="136"/>
                  </a:lnTo>
                  <a:lnTo>
                    <a:pt x="648" y="134"/>
                  </a:lnTo>
                  <a:lnTo>
                    <a:pt x="649" y="132"/>
                  </a:lnTo>
                  <a:lnTo>
                    <a:pt x="650" y="130"/>
                  </a:lnTo>
                  <a:lnTo>
                    <a:pt x="651" y="127"/>
                  </a:lnTo>
                  <a:lnTo>
                    <a:pt x="651" y="125"/>
                  </a:lnTo>
                  <a:lnTo>
                    <a:pt x="652" y="123"/>
                  </a:lnTo>
                  <a:lnTo>
                    <a:pt x="652" y="120"/>
                  </a:lnTo>
                  <a:lnTo>
                    <a:pt x="652" y="118"/>
                  </a:lnTo>
                  <a:lnTo>
                    <a:pt x="652" y="116"/>
                  </a:lnTo>
                  <a:lnTo>
                    <a:pt x="653" y="113"/>
                  </a:lnTo>
                  <a:lnTo>
                    <a:pt x="653" y="111"/>
                  </a:lnTo>
                  <a:lnTo>
                    <a:pt x="653" y="109"/>
                  </a:lnTo>
                  <a:lnTo>
                    <a:pt x="653" y="107"/>
                  </a:lnTo>
                  <a:lnTo>
                    <a:pt x="653" y="105"/>
                  </a:lnTo>
                  <a:lnTo>
                    <a:pt x="653" y="103"/>
                  </a:lnTo>
                  <a:lnTo>
                    <a:pt x="653" y="101"/>
                  </a:lnTo>
                  <a:lnTo>
                    <a:pt x="653" y="99"/>
                  </a:lnTo>
                  <a:lnTo>
                    <a:pt x="653" y="97"/>
                  </a:lnTo>
                  <a:lnTo>
                    <a:pt x="653" y="96"/>
                  </a:lnTo>
                  <a:lnTo>
                    <a:pt x="653" y="94"/>
                  </a:lnTo>
                  <a:lnTo>
                    <a:pt x="653" y="92"/>
                  </a:lnTo>
                  <a:lnTo>
                    <a:pt x="653" y="91"/>
                  </a:lnTo>
                  <a:lnTo>
                    <a:pt x="653" y="89"/>
                  </a:lnTo>
                  <a:lnTo>
                    <a:pt x="653" y="88"/>
                  </a:lnTo>
                  <a:lnTo>
                    <a:pt x="653" y="86"/>
                  </a:lnTo>
                  <a:lnTo>
                    <a:pt x="653" y="85"/>
                  </a:lnTo>
                  <a:lnTo>
                    <a:pt x="653" y="83"/>
                  </a:lnTo>
                  <a:lnTo>
                    <a:pt x="653" y="82"/>
                  </a:lnTo>
                  <a:lnTo>
                    <a:pt x="653" y="80"/>
                  </a:lnTo>
                  <a:lnTo>
                    <a:pt x="653" y="79"/>
                  </a:lnTo>
                  <a:lnTo>
                    <a:pt x="652" y="77"/>
                  </a:lnTo>
                  <a:lnTo>
                    <a:pt x="652" y="76"/>
                  </a:lnTo>
                  <a:lnTo>
                    <a:pt x="652" y="74"/>
                  </a:lnTo>
                  <a:lnTo>
                    <a:pt x="652" y="73"/>
                  </a:lnTo>
                  <a:lnTo>
                    <a:pt x="651" y="71"/>
                  </a:lnTo>
                  <a:lnTo>
                    <a:pt x="651" y="69"/>
                  </a:lnTo>
                  <a:lnTo>
                    <a:pt x="650" y="68"/>
                  </a:lnTo>
                  <a:lnTo>
                    <a:pt x="650" y="66"/>
                  </a:lnTo>
                  <a:lnTo>
                    <a:pt x="650" y="65"/>
                  </a:lnTo>
                  <a:lnTo>
                    <a:pt x="649" y="63"/>
                  </a:lnTo>
                  <a:lnTo>
                    <a:pt x="649" y="61"/>
                  </a:lnTo>
                  <a:lnTo>
                    <a:pt x="648" y="60"/>
                  </a:lnTo>
                  <a:lnTo>
                    <a:pt x="647" y="58"/>
                  </a:lnTo>
                  <a:lnTo>
                    <a:pt x="647" y="56"/>
                  </a:lnTo>
                  <a:lnTo>
                    <a:pt x="646" y="55"/>
                  </a:lnTo>
                  <a:lnTo>
                    <a:pt x="646" y="53"/>
                  </a:lnTo>
                  <a:lnTo>
                    <a:pt x="645" y="52"/>
                  </a:lnTo>
                  <a:lnTo>
                    <a:pt x="644" y="50"/>
                  </a:lnTo>
                  <a:lnTo>
                    <a:pt x="644" y="48"/>
                  </a:lnTo>
                  <a:lnTo>
                    <a:pt x="643" y="47"/>
                  </a:lnTo>
                  <a:lnTo>
                    <a:pt x="642" y="45"/>
                  </a:lnTo>
                  <a:lnTo>
                    <a:pt x="642" y="44"/>
                  </a:lnTo>
                  <a:lnTo>
                    <a:pt x="641" y="42"/>
                  </a:lnTo>
                  <a:lnTo>
                    <a:pt x="640" y="40"/>
                  </a:lnTo>
                  <a:lnTo>
                    <a:pt x="639" y="39"/>
                  </a:lnTo>
                  <a:lnTo>
                    <a:pt x="638" y="37"/>
                  </a:lnTo>
                  <a:lnTo>
                    <a:pt x="638" y="36"/>
                  </a:lnTo>
                  <a:lnTo>
                    <a:pt x="637" y="34"/>
                  </a:lnTo>
                  <a:lnTo>
                    <a:pt x="636" y="33"/>
                  </a:lnTo>
                  <a:lnTo>
                    <a:pt x="635" y="31"/>
                  </a:lnTo>
                  <a:lnTo>
                    <a:pt x="635" y="30"/>
                  </a:lnTo>
                  <a:lnTo>
                    <a:pt x="634" y="29"/>
                  </a:lnTo>
                  <a:lnTo>
                    <a:pt x="633" y="28"/>
                  </a:lnTo>
                  <a:lnTo>
                    <a:pt x="632" y="27"/>
                  </a:lnTo>
                  <a:lnTo>
                    <a:pt x="632" y="25"/>
                  </a:lnTo>
                  <a:lnTo>
                    <a:pt x="631" y="25"/>
                  </a:lnTo>
                  <a:lnTo>
                    <a:pt x="630" y="24"/>
                  </a:lnTo>
                  <a:lnTo>
                    <a:pt x="630" y="23"/>
                  </a:lnTo>
                  <a:lnTo>
                    <a:pt x="629" y="22"/>
                  </a:lnTo>
                  <a:lnTo>
                    <a:pt x="628" y="21"/>
                  </a:lnTo>
                  <a:lnTo>
                    <a:pt x="627" y="20"/>
                  </a:lnTo>
                  <a:lnTo>
                    <a:pt x="626" y="19"/>
                  </a:lnTo>
                  <a:lnTo>
                    <a:pt x="625" y="19"/>
                  </a:lnTo>
                  <a:lnTo>
                    <a:pt x="625" y="18"/>
                  </a:lnTo>
                  <a:lnTo>
                    <a:pt x="624" y="17"/>
                  </a:lnTo>
                  <a:lnTo>
                    <a:pt x="623" y="17"/>
                  </a:lnTo>
                  <a:lnTo>
                    <a:pt x="622" y="16"/>
                  </a:lnTo>
                  <a:lnTo>
                    <a:pt x="621" y="15"/>
                  </a:lnTo>
                  <a:lnTo>
                    <a:pt x="620" y="15"/>
                  </a:lnTo>
                  <a:lnTo>
                    <a:pt x="620" y="14"/>
                  </a:lnTo>
                  <a:lnTo>
                    <a:pt x="619" y="13"/>
                  </a:lnTo>
                  <a:lnTo>
                    <a:pt x="618" y="13"/>
                  </a:lnTo>
                  <a:lnTo>
                    <a:pt x="617" y="12"/>
                  </a:lnTo>
                  <a:lnTo>
                    <a:pt x="615" y="11"/>
                  </a:lnTo>
                  <a:lnTo>
                    <a:pt x="614" y="11"/>
                  </a:lnTo>
                  <a:lnTo>
                    <a:pt x="613" y="10"/>
                  </a:lnTo>
                  <a:lnTo>
                    <a:pt x="612" y="10"/>
                  </a:lnTo>
                  <a:lnTo>
                    <a:pt x="611" y="9"/>
                  </a:lnTo>
                  <a:lnTo>
                    <a:pt x="610" y="8"/>
                  </a:lnTo>
                  <a:lnTo>
                    <a:pt x="609" y="8"/>
                  </a:lnTo>
                  <a:lnTo>
                    <a:pt x="607" y="7"/>
                  </a:lnTo>
                  <a:lnTo>
                    <a:pt x="606" y="7"/>
                  </a:lnTo>
                  <a:lnTo>
                    <a:pt x="605" y="6"/>
                  </a:lnTo>
                  <a:lnTo>
                    <a:pt x="604" y="6"/>
                  </a:lnTo>
                  <a:lnTo>
                    <a:pt x="603" y="5"/>
                  </a:lnTo>
                  <a:lnTo>
                    <a:pt x="601" y="5"/>
                  </a:lnTo>
                  <a:lnTo>
                    <a:pt x="600" y="4"/>
                  </a:lnTo>
                  <a:lnTo>
                    <a:pt x="599" y="4"/>
                  </a:lnTo>
                  <a:lnTo>
                    <a:pt x="598" y="3"/>
                  </a:lnTo>
                  <a:lnTo>
                    <a:pt x="596" y="3"/>
                  </a:lnTo>
                  <a:lnTo>
                    <a:pt x="595" y="3"/>
                  </a:lnTo>
                  <a:lnTo>
                    <a:pt x="594" y="2"/>
                  </a:lnTo>
                  <a:lnTo>
                    <a:pt x="593" y="2"/>
                  </a:lnTo>
                  <a:lnTo>
                    <a:pt x="591" y="2"/>
                  </a:lnTo>
                  <a:lnTo>
                    <a:pt x="590" y="1"/>
                  </a:lnTo>
                  <a:lnTo>
                    <a:pt x="589" y="1"/>
                  </a:lnTo>
                  <a:lnTo>
                    <a:pt x="587" y="1"/>
                  </a:lnTo>
                  <a:lnTo>
                    <a:pt x="586" y="1"/>
                  </a:lnTo>
                  <a:lnTo>
                    <a:pt x="585" y="1"/>
                  </a:lnTo>
                  <a:lnTo>
                    <a:pt x="583" y="0"/>
                  </a:lnTo>
                  <a:lnTo>
                    <a:pt x="582" y="0"/>
                  </a:lnTo>
                  <a:lnTo>
                    <a:pt x="580" y="0"/>
                  </a:lnTo>
                  <a:lnTo>
                    <a:pt x="579" y="0"/>
                  </a:lnTo>
                  <a:lnTo>
                    <a:pt x="578" y="0"/>
                  </a:lnTo>
                  <a:lnTo>
                    <a:pt x="576" y="0"/>
                  </a:lnTo>
                  <a:lnTo>
                    <a:pt x="575" y="0"/>
                  </a:lnTo>
                  <a:lnTo>
                    <a:pt x="573" y="0"/>
                  </a:lnTo>
                  <a:lnTo>
                    <a:pt x="572" y="0"/>
                  </a:lnTo>
                  <a:lnTo>
                    <a:pt x="570" y="0"/>
                  </a:lnTo>
                  <a:lnTo>
                    <a:pt x="569" y="0"/>
                  </a:lnTo>
                  <a:lnTo>
                    <a:pt x="567" y="0"/>
                  </a:lnTo>
                  <a:lnTo>
                    <a:pt x="566" y="0"/>
                  </a:lnTo>
                  <a:lnTo>
                    <a:pt x="564" y="0"/>
                  </a:lnTo>
                  <a:lnTo>
                    <a:pt x="563" y="0"/>
                  </a:lnTo>
                  <a:lnTo>
                    <a:pt x="561" y="0"/>
                  </a:lnTo>
                  <a:lnTo>
                    <a:pt x="560" y="0"/>
                  </a:lnTo>
                  <a:lnTo>
                    <a:pt x="558" y="1"/>
                  </a:lnTo>
                  <a:lnTo>
                    <a:pt x="557" y="1"/>
                  </a:lnTo>
                  <a:lnTo>
                    <a:pt x="555" y="1"/>
                  </a:lnTo>
                  <a:lnTo>
                    <a:pt x="554" y="1"/>
                  </a:lnTo>
                  <a:lnTo>
                    <a:pt x="552" y="1"/>
                  </a:lnTo>
                  <a:lnTo>
                    <a:pt x="550" y="2"/>
                  </a:lnTo>
                  <a:lnTo>
                    <a:pt x="549" y="2"/>
                  </a:lnTo>
                  <a:lnTo>
                    <a:pt x="547" y="2"/>
                  </a:lnTo>
                  <a:lnTo>
                    <a:pt x="546" y="3"/>
                  </a:lnTo>
                  <a:lnTo>
                    <a:pt x="544" y="3"/>
                  </a:lnTo>
                  <a:lnTo>
                    <a:pt x="542" y="3"/>
                  </a:lnTo>
                  <a:lnTo>
                    <a:pt x="541" y="4"/>
                  </a:lnTo>
                  <a:lnTo>
                    <a:pt x="539" y="4"/>
                  </a:lnTo>
                  <a:lnTo>
                    <a:pt x="537" y="5"/>
                  </a:lnTo>
                  <a:lnTo>
                    <a:pt x="536" y="5"/>
                  </a:lnTo>
                  <a:lnTo>
                    <a:pt x="534" y="5"/>
                  </a:lnTo>
                  <a:lnTo>
                    <a:pt x="532" y="6"/>
                  </a:lnTo>
                  <a:lnTo>
                    <a:pt x="530" y="6"/>
                  </a:lnTo>
                  <a:lnTo>
                    <a:pt x="529" y="7"/>
                  </a:lnTo>
                  <a:lnTo>
                    <a:pt x="527" y="7"/>
                  </a:lnTo>
                  <a:lnTo>
                    <a:pt x="525" y="7"/>
                  </a:lnTo>
                  <a:lnTo>
                    <a:pt x="524" y="8"/>
                  </a:lnTo>
                  <a:lnTo>
                    <a:pt x="522" y="8"/>
                  </a:lnTo>
                  <a:lnTo>
                    <a:pt x="520" y="9"/>
                  </a:lnTo>
                  <a:lnTo>
                    <a:pt x="518" y="9"/>
                  </a:lnTo>
                  <a:lnTo>
                    <a:pt x="516" y="10"/>
                  </a:lnTo>
                  <a:lnTo>
                    <a:pt x="515" y="10"/>
                  </a:lnTo>
                  <a:lnTo>
                    <a:pt x="513" y="11"/>
                  </a:lnTo>
                  <a:lnTo>
                    <a:pt x="511" y="12"/>
                  </a:lnTo>
                  <a:lnTo>
                    <a:pt x="509" y="12"/>
                  </a:lnTo>
                  <a:lnTo>
                    <a:pt x="507" y="13"/>
                  </a:lnTo>
                  <a:lnTo>
                    <a:pt x="505" y="13"/>
                  </a:lnTo>
                  <a:lnTo>
                    <a:pt x="504" y="14"/>
                  </a:lnTo>
                  <a:lnTo>
                    <a:pt x="502" y="15"/>
                  </a:lnTo>
                  <a:lnTo>
                    <a:pt x="500" y="15"/>
                  </a:lnTo>
                  <a:lnTo>
                    <a:pt x="498" y="16"/>
                  </a:lnTo>
                  <a:lnTo>
                    <a:pt x="496" y="17"/>
                  </a:lnTo>
                  <a:lnTo>
                    <a:pt x="494" y="18"/>
                  </a:lnTo>
                  <a:lnTo>
                    <a:pt x="492" y="18"/>
                  </a:lnTo>
                  <a:lnTo>
                    <a:pt x="490" y="19"/>
                  </a:lnTo>
                  <a:lnTo>
                    <a:pt x="488" y="20"/>
                  </a:lnTo>
                  <a:lnTo>
                    <a:pt x="486" y="21"/>
                  </a:lnTo>
                  <a:lnTo>
                    <a:pt x="484" y="22"/>
                  </a:lnTo>
                  <a:lnTo>
                    <a:pt x="482" y="23"/>
                  </a:lnTo>
                  <a:lnTo>
                    <a:pt x="480" y="24"/>
                  </a:lnTo>
                  <a:lnTo>
                    <a:pt x="478" y="25"/>
                  </a:lnTo>
                  <a:lnTo>
                    <a:pt x="476" y="26"/>
                  </a:lnTo>
                  <a:lnTo>
                    <a:pt x="474" y="27"/>
                  </a:lnTo>
                  <a:lnTo>
                    <a:pt x="471" y="28"/>
                  </a:lnTo>
                  <a:lnTo>
                    <a:pt x="469" y="29"/>
                  </a:lnTo>
                  <a:lnTo>
                    <a:pt x="467" y="30"/>
                  </a:lnTo>
                  <a:lnTo>
                    <a:pt x="465" y="31"/>
                  </a:lnTo>
                  <a:lnTo>
                    <a:pt x="462" y="32"/>
                  </a:lnTo>
                  <a:lnTo>
                    <a:pt x="460" y="34"/>
                  </a:lnTo>
                  <a:lnTo>
                    <a:pt x="458" y="35"/>
                  </a:lnTo>
                  <a:lnTo>
                    <a:pt x="455" y="36"/>
                  </a:lnTo>
                  <a:lnTo>
                    <a:pt x="453" y="37"/>
                  </a:lnTo>
                  <a:lnTo>
                    <a:pt x="450" y="39"/>
                  </a:lnTo>
                  <a:lnTo>
                    <a:pt x="448" y="40"/>
                  </a:lnTo>
                  <a:lnTo>
                    <a:pt x="445" y="41"/>
                  </a:lnTo>
                  <a:lnTo>
                    <a:pt x="443" y="43"/>
                  </a:lnTo>
                  <a:lnTo>
                    <a:pt x="440" y="44"/>
                  </a:lnTo>
                  <a:lnTo>
                    <a:pt x="438" y="46"/>
                  </a:lnTo>
                  <a:lnTo>
                    <a:pt x="435" y="47"/>
                  </a:lnTo>
                  <a:lnTo>
                    <a:pt x="433" y="49"/>
                  </a:lnTo>
                  <a:lnTo>
                    <a:pt x="430" y="50"/>
                  </a:lnTo>
                  <a:lnTo>
                    <a:pt x="428" y="52"/>
                  </a:lnTo>
                  <a:lnTo>
                    <a:pt x="425" y="53"/>
                  </a:lnTo>
                  <a:lnTo>
                    <a:pt x="423" y="55"/>
                  </a:lnTo>
                  <a:lnTo>
                    <a:pt x="420" y="56"/>
                  </a:lnTo>
                  <a:lnTo>
                    <a:pt x="418" y="58"/>
                  </a:lnTo>
                  <a:lnTo>
                    <a:pt x="415" y="59"/>
                  </a:lnTo>
                  <a:lnTo>
                    <a:pt x="412" y="61"/>
                  </a:lnTo>
                  <a:lnTo>
                    <a:pt x="410" y="63"/>
                  </a:lnTo>
                  <a:lnTo>
                    <a:pt x="407" y="64"/>
                  </a:lnTo>
                  <a:lnTo>
                    <a:pt x="405" y="66"/>
                  </a:lnTo>
                  <a:lnTo>
                    <a:pt x="402" y="68"/>
                  </a:lnTo>
                  <a:lnTo>
                    <a:pt x="399" y="70"/>
                  </a:lnTo>
                  <a:lnTo>
                    <a:pt x="396" y="71"/>
                  </a:lnTo>
                  <a:lnTo>
                    <a:pt x="394" y="73"/>
                  </a:lnTo>
                  <a:lnTo>
                    <a:pt x="391" y="75"/>
                  </a:lnTo>
                  <a:lnTo>
                    <a:pt x="388" y="77"/>
                  </a:lnTo>
                  <a:lnTo>
                    <a:pt x="385" y="79"/>
                  </a:lnTo>
                  <a:lnTo>
                    <a:pt x="382" y="81"/>
                  </a:lnTo>
                  <a:lnTo>
                    <a:pt x="380" y="83"/>
                  </a:lnTo>
                  <a:lnTo>
                    <a:pt x="377" y="85"/>
                  </a:lnTo>
                  <a:lnTo>
                    <a:pt x="374" y="87"/>
                  </a:lnTo>
                  <a:lnTo>
                    <a:pt x="371" y="89"/>
                  </a:lnTo>
                  <a:lnTo>
                    <a:pt x="368" y="91"/>
                  </a:lnTo>
                  <a:lnTo>
                    <a:pt x="365" y="93"/>
                  </a:lnTo>
                  <a:lnTo>
                    <a:pt x="362" y="96"/>
                  </a:lnTo>
                  <a:lnTo>
                    <a:pt x="359" y="98"/>
                  </a:lnTo>
                  <a:lnTo>
                    <a:pt x="356" y="100"/>
                  </a:lnTo>
                  <a:lnTo>
                    <a:pt x="353" y="103"/>
                  </a:lnTo>
                  <a:lnTo>
                    <a:pt x="350" y="105"/>
                  </a:lnTo>
                  <a:lnTo>
                    <a:pt x="346" y="107"/>
                  </a:lnTo>
                  <a:lnTo>
                    <a:pt x="343" y="110"/>
                  </a:lnTo>
                  <a:lnTo>
                    <a:pt x="340" y="112"/>
                  </a:lnTo>
                  <a:lnTo>
                    <a:pt x="336" y="115"/>
                  </a:lnTo>
                  <a:lnTo>
                    <a:pt x="333" y="117"/>
                  </a:lnTo>
                  <a:lnTo>
                    <a:pt x="330" y="120"/>
                  </a:lnTo>
                  <a:lnTo>
                    <a:pt x="326" y="123"/>
                  </a:lnTo>
                  <a:lnTo>
                    <a:pt x="323" y="125"/>
                  </a:lnTo>
                  <a:lnTo>
                    <a:pt x="319" y="128"/>
                  </a:lnTo>
                  <a:lnTo>
                    <a:pt x="316" y="131"/>
                  </a:lnTo>
                  <a:lnTo>
                    <a:pt x="312" y="134"/>
                  </a:lnTo>
                  <a:lnTo>
                    <a:pt x="309" y="136"/>
                  </a:lnTo>
                  <a:lnTo>
                    <a:pt x="305" y="139"/>
                  </a:lnTo>
                  <a:lnTo>
                    <a:pt x="302" y="141"/>
                  </a:lnTo>
                  <a:lnTo>
                    <a:pt x="299" y="144"/>
                  </a:lnTo>
                  <a:lnTo>
                    <a:pt x="296" y="147"/>
                  </a:lnTo>
                  <a:lnTo>
                    <a:pt x="293" y="149"/>
                  </a:lnTo>
                  <a:lnTo>
                    <a:pt x="290" y="152"/>
                  </a:lnTo>
                  <a:lnTo>
                    <a:pt x="287" y="154"/>
                  </a:lnTo>
                  <a:lnTo>
                    <a:pt x="284" y="157"/>
                  </a:lnTo>
                  <a:lnTo>
                    <a:pt x="282" y="159"/>
                  </a:lnTo>
                  <a:lnTo>
                    <a:pt x="279" y="161"/>
                  </a:lnTo>
                  <a:lnTo>
                    <a:pt x="276" y="164"/>
                  </a:lnTo>
                  <a:lnTo>
                    <a:pt x="274" y="166"/>
                  </a:lnTo>
                  <a:lnTo>
                    <a:pt x="271" y="168"/>
                  </a:lnTo>
                  <a:lnTo>
                    <a:pt x="269" y="171"/>
                  </a:lnTo>
                  <a:lnTo>
                    <a:pt x="266" y="173"/>
                  </a:lnTo>
                  <a:lnTo>
                    <a:pt x="263" y="176"/>
                  </a:lnTo>
                  <a:lnTo>
                    <a:pt x="260" y="179"/>
                  </a:lnTo>
                  <a:lnTo>
                    <a:pt x="257" y="182"/>
                  </a:lnTo>
                  <a:lnTo>
                    <a:pt x="253" y="185"/>
                  </a:lnTo>
                  <a:lnTo>
                    <a:pt x="250" y="189"/>
                  </a:lnTo>
                  <a:lnTo>
                    <a:pt x="246" y="193"/>
                  </a:lnTo>
                  <a:lnTo>
                    <a:pt x="242" y="197"/>
                  </a:lnTo>
                  <a:lnTo>
                    <a:pt x="237" y="201"/>
                  </a:lnTo>
                  <a:lnTo>
                    <a:pt x="233" y="205"/>
                  </a:lnTo>
                  <a:lnTo>
                    <a:pt x="228" y="210"/>
                  </a:lnTo>
                  <a:lnTo>
                    <a:pt x="223" y="215"/>
                  </a:lnTo>
                  <a:lnTo>
                    <a:pt x="218" y="220"/>
                  </a:lnTo>
                  <a:lnTo>
                    <a:pt x="213" y="225"/>
                  </a:lnTo>
                  <a:lnTo>
                    <a:pt x="208" y="230"/>
                  </a:lnTo>
                  <a:lnTo>
                    <a:pt x="202" y="236"/>
                  </a:lnTo>
                  <a:lnTo>
                    <a:pt x="197" y="241"/>
                  </a:lnTo>
                  <a:lnTo>
                    <a:pt x="192" y="246"/>
                  </a:lnTo>
                  <a:lnTo>
                    <a:pt x="187" y="251"/>
                  </a:lnTo>
                  <a:lnTo>
                    <a:pt x="182" y="256"/>
                  </a:lnTo>
                  <a:lnTo>
                    <a:pt x="178" y="260"/>
                  </a:lnTo>
                  <a:lnTo>
                    <a:pt x="174" y="265"/>
                  </a:lnTo>
                  <a:lnTo>
                    <a:pt x="170" y="269"/>
                  </a:lnTo>
                  <a:lnTo>
                    <a:pt x="166" y="273"/>
                  </a:lnTo>
                  <a:lnTo>
                    <a:pt x="162" y="277"/>
                  </a:lnTo>
                  <a:lnTo>
                    <a:pt x="158" y="281"/>
                  </a:lnTo>
                  <a:lnTo>
                    <a:pt x="155" y="284"/>
                  </a:lnTo>
                  <a:lnTo>
                    <a:pt x="152" y="287"/>
                  </a:lnTo>
                  <a:lnTo>
                    <a:pt x="149" y="291"/>
                  </a:lnTo>
                  <a:lnTo>
                    <a:pt x="146" y="294"/>
                  </a:lnTo>
                  <a:lnTo>
                    <a:pt x="143" y="296"/>
                  </a:lnTo>
                  <a:lnTo>
                    <a:pt x="140" y="299"/>
                  </a:lnTo>
                  <a:lnTo>
                    <a:pt x="138" y="302"/>
                  </a:lnTo>
                  <a:lnTo>
                    <a:pt x="135" y="305"/>
                  </a:lnTo>
                  <a:lnTo>
                    <a:pt x="133" y="307"/>
                  </a:lnTo>
                  <a:lnTo>
                    <a:pt x="131" y="310"/>
                  </a:lnTo>
                  <a:lnTo>
                    <a:pt x="128" y="312"/>
                  </a:lnTo>
                  <a:lnTo>
                    <a:pt x="126" y="315"/>
                  </a:lnTo>
                  <a:lnTo>
                    <a:pt x="124" y="318"/>
                  </a:lnTo>
                  <a:lnTo>
                    <a:pt x="122" y="320"/>
                  </a:lnTo>
                  <a:lnTo>
                    <a:pt x="120" y="323"/>
                  </a:lnTo>
                  <a:lnTo>
                    <a:pt x="118" y="325"/>
                  </a:lnTo>
                  <a:lnTo>
                    <a:pt x="116" y="327"/>
                  </a:lnTo>
                  <a:lnTo>
                    <a:pt x="114" y="330"/>
                  </a:lnTo>
                  <a:lnTo>
                    <a:pt x="112" y="332"/>
                  </a:lnTo>
                  <a:lnTo>
                    <a:pt x="110" y="334"/>
                  </a:lnTo>
                  <a:lnTo>
                    <a:pt x="108" y="337"/>
                  </a:lnTo>
                  <a:lnTo>
                    <a:pt x="106" y="339"/>
                  </a:lnTo>
                  <a:lnTo>
                    <a:pt x="104" y="341"/>
                  </a:lnTo>
                  <a:lnTo>
                    <a:pt x="102" y="344"/>
                  </a:lnTo>
                  <a:lnTo>
                    <a:pt x="100" y="347"/>
                  </a:lnTo>
                  <a:lnTo>
                    <a:pt x="98" y="350"/>
                  </a:lnTo>
                  <a:lnTo>
                    <a:pt x="96" y="353"/>
                  </a:lnTo>
                  <a:lnTo>
                    <a:pt x="93" y="356"/>
                  </a:lnTo>
                  <a:lnTo>
                    <a:pt x="91" y="359"/>
                  </a:lnTo>
                  <a:lnTo>
                    <a:pt x="88" y="363"/>
                  </a:lnTo>
                  <a:lnTo>
                    <a:pt x="86" y="366"/>
                  </a:lnTo>
                  <a:lnTo>
                    <a:pt x="83" y="370"/>
                  </a:lnTo>
                  <a:lnTo>
                    <a:pt x="80" y="374"/>
                  </a:lnTo>
                  <a:lnTo>
                    <a:pt x="77" y="378"/>
                  </a:lnTo>
                  <a:lnTo>
                    <a:pt x="74" y="382"/>
                  </a:lnTo>
                  <a:lnTo>
                    <a:pt x="71" y="387"/>
                  </a:lnTo>
                  <a:lnTo>
                    <a:pt x="68" y="391"/>
                  </a:lnTo>
                  <a:lnTo>
                    <a:pt x="65" y="396"/>
                  </a:lnTo>
                  <a:lnTo>
                    <a:pt x="61" y="400"/>
                  </a:lnTo>
                  <a:lnTo>
                    <a:pt x="58" y="405"/>
                  </a:lnTo>
                  <a:lnTo>
                    <a:pt x="55" y="410"/>
                  </a:lnTo>
                  <a:lnTo>
                    <a:pt x="51" y="414"/>
                  </a:lnTo>
                  <a:lnTo>
                    <a:pt x="48" y="419"/>
                  </a:lnTo>
                  <a:lnTo>
                    <a:pt x="45" y="424"/>
                  </a:lnTo>
                  <a:lnTo>
                    <a:pt x="41" y="429"/>
                  </a:lnTo>
                  <a:lnTo>
                    <a:pt x="38" y="434"/>
                  </a:lnTo>
                  <a:lnTo>
                    <a:pt x="34" y="439"/>
                  </a:lnTo>
                  <a:lnTo>
                    <a:pt x="31" y="444"/>
                  </a:lnTo>
                  <a:lnTo>
                    <a:pt x="27" y="449"/>
                  </a:lnTo>
                  <a:lnTo>
                    <a:pt x="24" y="454"/>
                  </a:lnTo>
                  <a:lnTo>
                    <a:pt x="20" y="460"/>
                  </a:lnTo>
                  <a:lnTo>
                    <a:pt x="17" y="465"/>
                  </a:lnTo>
                  <a:lnTo>
                    <a:pt x="13" y="470"/>
                  </a:lnTo>
                  <a:lnTo>
                    <a:pt x="10" y="475"/>
                  </a:lnTo>
                  <a:lnTo>
                    <a:pt x="7" y="479"/>
                  </a:lnTo>
                  <a:lnTo>
                    <a:pt x="5" y="483"/>
                  </a:lnTo>
                  <a:lnTo>
                    <a:pt x="3" y="486"/>
                  </a:lnTo>
                  <a:lnTo>
                    <a:pt x="1" y="488"/>
                  </a:lnTo>
                  <a:lnTo>
                    <a:pt x="0" y="490"/>
                  </a:lnTo>
                  <a:lnTo>
                    <a:pt x="0" y="491"/>
                  </a:lnTo>
                  <a:lnTo>
                    <a:pt x="1" y="490"/>
                  </a:lnTo>
                  <a:lnTo>
                    <a:pt x="2" y="488"/>
                  </a:lnTo>
                  <a:lnTo>
                    <a:pt x="4" y="485"/>
                  </a:lnTo>
                  <a:lnTo>
                    <a:pt x="6" y="482"/>
                  </a:lnTo>
                  <a:lnTo>
                    <a:pt x="9" y="478"/>
                  </a:lnTo>
                  <a:lnTo>
                    <a:pt x="12" y="474"/>
                  </a:lnTo>
                  <a:lnTo>
                    <a:pt x="16" y="469"/>
                  </a:lnTo>
                  <a:lnTo>
                    <a:pt x="20" y="463"/>
                  </a:lnTo>
                  <a:lnTo>
                    <a:pt x="24" y="458"/>
                  </a:lnTo>
                  <a:lnTo>
                    <a:pt x="28" y="452"/>
                  </a:lnTo>
                  <a:lnTo>
                    <a:pt x="33" y="446"/>
                  </a:lnTo>
                  <a:lnTo>
                    <a:pt x="37" y="440"/>
                  </a:lnTo>
                  <a:lnTo>
                    <a:pt x="41" y="433"/>
                  </a:lnTo>
                  <a:lnTo>
                    <a:pt x="46" y="427"/>
                  </a:lnTo>
                  <a:lnTo>
                    <a:pt x="51" y="420"/>
                  </a:lnTo>
                  <a:lnTo>
                    <a:pt x="56" y="414"/>
                  </a:lnTo>
                  <a:lnTo>
                    <a:pt x="61" y="407"/>
                  </a:lnTo>
                  <a:lnTo>
                    <a:pt x="66" y="400"/>
                  </a:lnTo>
                  <a:lnTo>
                    <a:pt x="71" y="393"/>
                  </a:lnTo>
                  <a:lnTo>
                    <a:pt x="77" y="385"/>
                  </a:lnTo>
                  <a:lnTo>
                    <a:pt x="82" y="378"/>
                  </a:lnTo>
                  <a:lnTo>
                    <a:pt x="88" y="370"/>
                  </a:lnTo>
                  <a:lnTo>
                    <a:pt x="94" y="363"/>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4915" name="Freeform 51">
              <a:extLst>
                <a:ext uri="{FF2B5EF4-FFF2-40B4-BE49-F238E27FC236}">
                  <a16:creationId xmlns:a16="http://schemas.microsoft.com/office/drawing/2014/main" id="{67BD4ED8-5F80-FE2A-137A-53D8559BE899}"/>
                </a:ext>
              </a:extLst>
            </p:cNvPr>
            <p:cNvSpPr>
              <a:spLocks/>
            </p:cNvSpPr>
            <p:nvPr/>
          </p:nvSpPr>
          <p:spPr bwMode="auto">
            <a:xfrm>
              <a:off x="2991" y="2842"/>
              <a:ext cx="262" cy="373"/>
            </a:xfrm>
            <a:custGeom>
              <a:avLst/>
              <a:gdLst>
                <a:gd name="T0" fmla="*/ 513 w 654"/>
                <a:gd name="T1" fmla="*/ 182 h 492"/>
                <a:gd name="T2" fmla="*/ 479 w 654"/>
                <a:gd name="T3" fmla="*/ 218 h 492"/>
                <a:gd name="T4" fmla="*/ 433 w 654"/>
                <a:gd name="T5" fmla="*/ 262 h 492"/>
                <a:gd name="T6" fmla="*/ 385 w 654"/>
                <a:gd name="T7" fmla="*/ 305 h 492"/>
                <a:gd name="T8" fmla="*/ 348 w 654"/>
                <a:gd name="T9" fmla="*/ 333 h 492"/>
                <a:gd name="T10" fmla="*/ 316 w 654"/>
                <a:gd name="T11" fmla="*/ 356 h 492"/>
                <a:gd name="T12" fmla="*/ 289 w 654"/>
                <a:gd name="T13" fmla="*/ 374 h 492"/>
                <a:gd name="T14" fmla="*/ 265 w 654"/>
                <a:gd name="T15" fmla="*/ 389 h 492"/>
                <a:gd name="T16" fmla="*/ 237 w 654"/>
                <a:gd name="T17" fmla="*/ 405 h 492"/>
                <a:gd name="T18" fmla="*/ 206 w 654"/>
                <a:gd name="T19" fmla="*/ 421 h 492"/>
                <a:gd name="T20" fmla="*/ 175 w 654"/>
                <a:gd name="T21" fmla="*/ 435 h 492"/>
                <a:gd name="T22" fmla="*/ 151 w 654"/>
                <a:gd name="T23" fmla="*/ 442 h 492"/>
                <a:gd name="T24" fmla="*/ 129 w 654"/>
                <a:gd name="T25" fmla="*/ 448 h 492"/>
                <a:gd name="T26" fmla="*/ 107 w 654"/>
                <a:gd name="T27" fmla="*/ 452 h 492"/>
                <a:gd name="T28" fmla="*/ 89 w 654"/>
                <a:gd name="T29" fmla="*/ 452 h 492"/>
                <a:gd name="T30" fmla="*/ 73 w 654"/>
                <a:gd name="T31" fmla="*/ 450 h 492"/>
                <a:gd name="T32" fmla="*/ 60 w 654"/>
                <a:gd name="T33" fmla="*/ 445 h 492"/>
                <a:gd name="T34" fmla="*/ 51 w 654"/>
                <a:gd name="T35" fmla="*/ 435 h 492"/>
                <a:gd name="T36" fmla="*/ 46 w 654"/>
                <a:gd name="T37" fmla="*/ 423 h 492"/>
                <a:gd name="T38" fmla="*/ 43 w 654"/>
                <a:gd name="T39" fmla="*/ 410 h 492"/>
                <a:gd name="T40" fmla="*/ 41 w 654"/>
                <a:gd name="T41" fmla="*/ 395 h 492"/>
                <a:gd name="T42" fmla="*/ 40 w 654"/>
                <a:gd name="T43" fmla="*/ 380 h 492"/>
                <a:gd name="T44" fmla="*/ 43 w 654"/>
                <a:gd name="T45" fmla="*/ 356 h 492"/>
                <a:gd name="T46" fmla="*/ 45 w 654"/>
                <a:gd name="T47" fmla="*/ 331 h 492"/>
                <a:gd name="T48" fmla="*/ 22 w 654"/>
                <a:gd name="T49" fmla="*/ 340 h 492"/>
                <a:gd name="T50" fmla="*/ 3 w 654"/>
                <a:gd name="T51" fmla="*/ 363 h 492"/>
                <a:gd name="T52" fmla="*/ 0 w 654"/>
                <a:gd name="T53" fmla="*/ 386 h 492"/>
                <a:gd name="T54" fmla="*/ 1 w 654"/>
                <a:gd name="T55" fmla="*/ 406 h 492"/>
                <a:gd name="T56" fmla="*/ 4 w 654"/>
                <a:gd name="T57" fmla="*/ 423 h 492"/>
                <a:gd name="T58" fmla="*/ 8 w 654"/>
                <a:gd name="T59" fmla="*/ 441 h 492"/>
                <a:gd name="T60" fmla="*/ 16 w 654"/>
                <a:gd name="T61" fmla="*/ 457 h 492"/>
                <a:gd name="T62" fmla="*/ 25 w 654"/>
                <a:gd name="T63" fmla="*/ 469 h 492"/>
                <a:gd name="T64" fmla="*/ 35 w 654"/>
                <a:gd name="T65" fmla="*/ 477 h 492"/>
                <a:gd name="T66" fmla="*/ 46 w 654"/>
                <a:gd name="T67" fmla="*/ 484 h 492"/>
                <a:gd name="T68" fmla="*/ 59 w 654"/>
                <a:gd name="T69" fmla="*/ 489 h 492"/>
                <a:gd name="T70" fmla="*/ 73 w 654"/>
                <a:gd name="T71" fmla="*/ 491 h 492"/>
                <a:gd name="T72" fmla="*/ 90 w 654"/>
                <a:gd name="T73" fmla="*/ 489 h 492"/>
                <a:gd name="T74" fmla="*/ 107 w 654"/>
                <a:gd name="T75" fmla="*/ 487 h 492"/>
                <a:gd name="T76" fmla="*/ 126 w 654"/>
                <a:gd name="T77" fmla="*/ 484 h 492"/>
                <a:gd name="T78" fmla="*/ 147 w 654"/>
                <a:gd name="T79" fmla="*/ 478 h 492"/>
                <a:gd name="T80" fmla="*/ 169 w 654"/>
                <a:gd name="T81" fmla="*/ 470 h 492"/>
                <a:gd name="T82" fmla="*/ 193 w 654"/>
                <a:gd name="T83" fmla="*/ 459 h 492"/>
                <a:gd name="T84" fmla="*/ 220 w 654"/>
                <a:gd name="T85" fmla="*/ 444 h 492"/>
                <a:gd name="T86" fmla="*/ 248 w 654"/>
                <a:gd name="T87" fmla="*/ 427 h 492"/>
                <a:gd name="T88" fmla="*/ 277 w 654"/>
                <a:gd name="T89" fmla="*/ 406 h 492"/>
                <a:gd name="T90" fmla="*/ 310 w 654"/>
                <a:gd name="T91" fmla="*/ 381 h 492"/>
                <a:gd name="T92" fmla="*/ 349 w 654"/>
                <a:gd name="T93" fmla="*/ 351 h 492"/>
                <a:gd name="T94" fmla="*/ 380 w 654"/>
                <a:gd name="T95" fmla="*/ 324 h 492"/>
                <a:gd name="T96" fmla="*/ 415 w 654"/>
                <a:gd name="T97" fmla="*/ 290 h 492"/>
                <a:gd name="T98" fmla="*/ 470 w 654"/>
                <a:gd name="T99" fmla="*/ 235 h 492"/>
                <a:gd name="T100" fmla="*/ 509 w 654"/>
                <a:gd name="T101" fmla="*/ 195 h 492"/>
                <a:gd name="T102" fmla="*/ 536 w 654"/>
                <a:gd name="T103" fmla="*/ 166 h 492"/>
                <a:gd name="T104" fmla="*/ 559 w 654"/>
                <a:gd name="T105" fmla="*/ 138 h 492"/>
                <a:gd name="T106" fmla="*/ 590 w 654"/>
                <a:gd name="T107" fmla="*/ 96 h 492"/>
                <a:gd name="T108" fmla="*/ 627 w 654"/>
                <a:gd name="T109" fmla="*/ 42 h 492"/>
                <a:gd name="T110" fmla="*/ 653 w 654"/>
                <a:gd name="T111" fmla="*/ 0 h 492"/>
                <a:gd name="T112" fmla="*/ 630 w 654"/>
                <a:gd name="T113" fmla="*/ 34 h 492"/>
                <a:gd name="T114" fmla="*/ 578 w 654"/>
                <a:gd name="T115" fmla="*/ 106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54" h="492">
                  <a:moveTo>
                    <a:pt x="561" y="129"/>
                  </a:moveTo>
                  <a:lnTo>
                    <a:pt x="556" y="135"/>
                  </a:lnTo>
                  <a:lnTo>
                    <a:pt x="550" y="141"/>
                  </a:lnTo>
                  <a:lnTo>
                    <a:pt x="545" y="147"/>
                  </a:lnTo>
                  <a:lnTo>
                    <a:pt x="540" y="153"/>
                  </a:lnTo>
                  <a:lnTo>
                    <a:pt x="535" y="158"/>
                  </a:lnTo>
                  <a:lnTo>
                    <a:pt x="530" y="163"/>
                  </a:lnTo>
                  <a:lnTo>
                    <a:pt x="525" y="168"/>
                  </a:lnTo>
                  <a:lnTo>
                    <a:pt x="521" y="173"/>
                  </a:lnTo>
                  <a:lnTo>
                    <a:pt x="517" y="177"/>
                  </a:lnTo>
                  <a:lnTo>
                    <a:pt x="513" y="182"/>
                  </a:lnTo>
                  <a:lnTo>
                    <a:pt x="509" y="186"/>
                  </a:lnTo>
                  <a:lnTo>
                    <a:pt x="506" y="190"/>
                  </a:lnTo>
                  <a:lnTo>
                    <a:pt x="503" y="193"/>
                  </a:lnTo>
                  <a:lnTo>
                    <a:pt x="499" y="196"/>
                  </a:lnTo>
                  <a:lnTo>
                    <a:pt x="497" y="200"/>
                  </a:lnTo>
                  <a:lnTo>
                    <a:pt x="494" y="202"/>
                  </a:lnTo>
                  <a:lnTo>
                    <a:pt x="491" y="205"/>
                  </a:lnTo>
                  <a:lnTo>
                    <a:pt x="488" y="208"/>
                  </a:lnTo>
                  <a:lnTo>
                    <a:pt x="485" y="211"/>
                  </a:lnTo>
                  <a:lnTo>
                    <a:pt x="482" y="214"/>
                  </a:lnTo>
                  <a:lnTo>
                    <a:pt x="479" y="218"/>
                  </a:lnTo>
                  <a:lnTo>
                    <a:pt x="476" y="221"/>
                  </a:lnTo>
                  <a:lnTo>
                    <a:pt x="472" y="225"/>
                  </a:lnTo>
                  <a:lnTo>
                    <a:pt x="468" y="228"/>
                  </a:lnTo>
                  <a:lnTo>
                    <a:pt x="464" y="232"/>
                  </a:lnTo>
                  <a:lnTo>
                    <a:pt x="460" y="236"/>
                  </a:lnTo>
                  <a:lnTo>
                    <a:pt x="456" y="240"/>
                  </a:lnTo>
                  <a:lnTo>
                    <a:pt x="452" y="244"/>
                  </a:lnTo>
                  <a:lnTo>
                    <a:pt x="447" y="249"/>
                  </a:lnTo>
                  <a:lnTo>
                    <a:pt x="443" y="253"/>
                  </a:lnTo>
                  <a:lnTo>
                    <a:pt x="438" y="257"/>
                  </a:lnTo>
                  <a:lnTo>
                    <a:pt x="433" y="262"/>
                  </a:lnTo>
                  <a:lnTo>
                    <a:pt x="428" y="267"/>
                  </a:lnTo>
                  <a:lnTo>
                    <a:pt x="423" y="271"/>
                  </a:lnTo>
                  <a:lnTo>
                    <a:pt x="418" y="276"/>
                  </a:lnTo>
                  <a:lnTo>
                    <a:pt x="414" y="280"/>
                  </a:lnTo>
                  <a:lnTo>
                    <a:pt x="409" y="284"/>
                  </a:lnTo>
                  <a:lnTo>
                    <a:pt x="405" y="288"/>
                  </a:lnTo>
                  <a:lnTo>
                    <a:pt x="401" y="291"/>
                  </a:lnTo>
                  <a:lnTo>
                    <a:pt x="396" y="295"/>
                  </a:lnTo>
                  <a:lnTo>
                    <a:pt x="392" y="299"/>
                  </a:lnTo>
                  <a:lnTo>
                    <a:pt x="388" y="302"/>
                  </a:lnTo>
                  <a:lnTo>
                    <a:pt x="385" y="305"/>
                  </a:lnTo>
                  <a:lnTo>
                    <a:pt x="381" y="308"/>
                  </a:lnTo>
                  <a:lnTo>
                    <a:pt x="377" y="311"/>
                  </a:lnTo>
                  <a:lnTo>
                    <a:pt x="374" y="314"/>
                  </a:lnTo>
                  <a:lnTo>
                    <a:pt x="370" y="317"/>
                  </a:lnTo>
                  <a:lnTo>
                    <a:pt x="367" y="319"/>
                  </a:lnTo>
                  <a:lnTo>
                    <a:pt x="364" y="321"/>
                  </a:lnTo>
                  <a:lnTo>
                    <a:pt x="361" y="324"/>
                  </a:lnTo>
                  <a:lnTo>
                    <a:pt x="357" y="326"/>
                  </a:lnTo>
                  <a:lnTo>
                    <a:pt x="354" y="329"/>
                  </a:lnTo>
                  <a:lnTo>
                    <a:pt x="351" y="331"/>
                  </a:lnTo>
                  <a:lnTo>
                    <a:pt x="348" y="333"/>
                  </a:lnTo>
                  <a:lnTo>
                    <a:pt x="345" y="335"/>
                  </a:lnTo>
                  <a:lnTo>
                    <a:pt x="342" y="338"/>
                  </a:lnTo>
                  <a:lnTo>
                    <a:pt x="339" y="340"/>
                  </a:lnTo>
                  <a:lnTo>
                    <a:pt x="336" y="342"/>
                  </a:lnTo>
                  <a:lnTo>
                    <a:pt x="333" y="344"/>
                  </a:lnTo>
                  <a:lnTo>
                    <a:pt x="330" y="346"/>
                  </a:lnTo>
                  <a:lnTo>
                    <a:pt x="327" y="348"/>
                  </a:lnTo>
                  <a:lnTo>
                    <a:pt x="325" y="350"/>
                  </a:lnTo>
                  <a:lnTo>
                    <a:pt x="322" y="352"/>
                  </a:lnTo>
                  <a:lnTo>
                    <a:pt x="319" y="354"/>
                  </a:lnTo>
                  <a:lnTo>
                    <a:pt x="316" y="356"/>
                  </a:lnTo>
                  <a:lnTo>
                    <a:pt x="314" y="358"/>
                  </a:lnTo>
                  <a:lnTo>
                    <a:pt x="311" y="360"/>
                  </a:lnTo>
                  <a:lnTo>
                    <a:pt x="308" y="362"/>
                  </a:lnTo>
                  <a:lnTo>
                    <a:pt x="306" y="363"/>
                  </a:lnTo>
                  <a:lnTo>
                    <a:pt x="303" y="365"/>
                  </a:lnTo>
                  <a:lnTo>
                    <a:pt x="301" y="367"/>
                  </a:lnTo>
                  <a:lnTo>
                    <a:pt x="298" y="368"/>
                  </a:lnTo>
                  <a:lnTo>
                    <a:pt x="296" y="370"/>
                  </a:lnTo>
                  <a:lnTo>
                    <a:pt x="293" y="371"/>
                  </a:lnTo>
                  <a:lnTo>
                    <a:pt x="291" y="373"/>
                  </a:lnTo>
                  <a:lnTo>
                    <a:pt x="289" y="374"/>
                  </a:lnTo>
                  <a:lnTo>
                    <a:pt x="287" y="376"/>
                  </a:lnTo>
                  <a:lnTo>
                    <a:pt x="284" y="377"/>
                  </a:lnTo>
                  <a:lnTo>
                    <a:pt x="282" y="379"/>
                  </a:lnTo>
                  <a:lnTo>
                    <a:pt x="280" y="380"/>
                  </a:lnTo>
                  <a:lnTo>
                    <a:pt x="278" y="381"/>
                  </a:lnTo>
                  <a:lnTo>
                    <a:pt x="276" y="383"/>
                  </a:lnTo>
                  <a:lnTo>
                    <a:pt x="274" y="384"/>
                  </a:lnTo>
                  <a:lnTo>
                    <a:pt x="271" y="385"/>
                  </a:lnTo>
                  <a:lnTo>
                    <a:pt x="269" y="387"/>
                  </a:lnTo>
                  <a:lnTo>
                    <a:pt x="267" y="388"/>
                  </a:lnTo>
                  <a:lnTo>
                    <a:pt x="265" y="389"/>
                  </a:lnTo>
                  <a:lnTo>
                    <a:pt x="262" y="391"/>
                  </a:lnTo>
                  <a:lnTo>
                    <a:pt x="260" y="392"/>
                  </a:lnTo>
                  <a:lnTo>
                    <a:pt x="258" y="393"/>
                  </a:lnTo>
                  <a:lnTo>
                    <a:pt x="255" y="395"/>
                  </a:lnTo>
                  <a:lnTo>
                    <a:pt x="253" y="396"/>
                  </a:lnTo>
                  <a:lnTo>
                    <a:pt x="250" y="398"/>
                  </a:lnTo>
                  <a:lnTo>
                    <a:pt x="248" y="399"/>
                  </a:lnTo>
                  <a:lnTo>
                    <a:pt x="245" y="401"/>
                  </a:lnTo>
                  <a:lnTo>
                    <a:pt x="243" y="402"/>
                  </a:lnTo>
                  <a:lnTo>
                    <a:pt x="240" y="403"/>
                  </a:lnTo>
                  <a:lnTo>
                    <a:pt x="237" y="405"/>
                  </a:lnTo>
                  <a:lnTo>
                    <a:pt x="235" y="406"/>
                  </a:lnTo>
                  <a:lnTo>
                    <a:pt x="232" y="408"/>
                  </a:lnTo>
                  <a:lnTo>
                    <a:pt x="229" y="409"/>
                  </a:lnTo>
                  <a:lnTo>
                    <a:pt x="226" y="411"/>
                  </a:lnTo>
                  <a:lnTo>
                    <a:pt x="224" y="412"/>
                  </a:lnTo>
                  <a:lnTo>
                    <a:pt x="221" y="414"/>
                  </a:lnTo>
                  <a:lnTo>
                    <a:pt x="218" y="415"/>
                  </a:lnTo>
                  <a:lnTo>
                    <a:pt x="215" y="417"/>
                  </a:lnTo>
                  <a:lnTo>
                    <a:pt x="212" y="418"/>
                  </a:lnTo>
                  <a:lnTo>
                    <a:pt x="209" y="419"/>
                  </a:lnTo>
                  <a:lnTo>
                    <a:pt x="206" y="421"/>
                  </a:lnTo>
                  <a:lnTo>
                    <a:pt x="203" y="422"/>
                  </a:lnTo>
                  <a:lnTo>
                    <a:pt x="200" y="424"/>
                  </a:lnTo>
                  <a:lnTo>
                    <a:pt x="197" y="425"/>
                  </a:lnTo>
                  <a:lnTo>
                    <a:pt x="194" y="427"/>
                  </a:lnTo>
                  <a:lnTo>
                    <a:pt x="191" y="428"/>
                  </a:lnTo>
                  <a:lnTo>
                    <a:pt x="188" y="429"/>
                  </a:lnTo>
                  <a:lnTo>
                    <a:pt x="185" y="431"/>
                  </a:lnTo>
                  <a:lnTo>
                    <a:pt x="183" y="432"/>
                  </a:lnTo>
                  <a:lnTo>
                    <a:pt x="180" y="433"/>
                  </a:lnTo>
                  <a:lnTo>
                    <a:pt x="177" y="434"/>
                  </a:lnTo>
                  <a:lnTo>
                    <a:pt x="175" y="435"/>
                  </a:lnTo>
                  <a:lnTo>
                    <a:pt x="172" y="436"/>
                  </a:lnTo>
                  <a:lnTo>
                    <a:pt x="170" y="437"/>
                  </a:lnTo>
                  <a:lnTo>
                    <a:pt x="168" y="438"/>
                  </a:lnTo>
                  <a:lnTo>
                    <a:pt x="165" y="438"/>
                  </a:lnTo>
                  <a:lnTo>
                    <a:pt x="163" y="439"/>
                  </a:lnTo>
                  <a:lnTo>
                    <a:pt x="161" y="440"/>
                  </a:lnTo>
                  <a:lnTo>
                    <a:pt x="159" y="440"/>
                  </a:lnTo>
                  <a:lnTo>
                    <a:pt x="157" y="441"/>
                  </a:lnTo>
                  <a:lnTo>
                    <a:pt x="155" y="441"/>
                  </a:lnTo>
                  <a:lnTo>
                    <a:pt x="153" y="442"/>
                  </a:lnTo>
                  <a:lnTo>
                    <a:pt x="151" y="442"/>
                  </a:lnTo>
                  <a:lnTo>
                    <a:pt x="149" y="443"/>
                  </a:lnTo>
                  <a:lnTo>
                    <a:pt x="147" y="443"/>
                  </a:lnTo>
                  <a:lnTo>
                    <a:pt x="145" y="444"/>
                  </a:lnTo>
                  <a:lnTo>
                    <a:pt x="143" y="444"/>
                  </a:lnTo>
                  <a:lnTo>
                    <a:pt x="141" y="445"/>
                  </a:lnTo>
                  <a:lnTo>
                    <a:pt x="139" y="445"/>
                  </a:lnTo>
                  <a:lnTo>
                    <a:pt x="137" y="446"/>
                  </a:lnTo>
                  <a:lnTo>
                    <a:pt x="135" y="446"/>
                  </a:lnTo>
                  <a:lnTo>
                    <a:pt x="133" y="447"/>
                  </a:lnTo>
                  <a:lnTo>
                    <a:pt x="131" y="447"/>
                  </a:lnTo>
                  <a:lnTo>
                    <a:pt x="129" y="448"/>
                  </a:lnTo>
                  <a:lnTo>
                    <a:pt x="127" y="448"/>
                  </a:lnTo>
                  <a:lnTo>
                    <a:pt x="125" y="449"/>
                  </a:lnTo>
                  <a:lnTo>
                    <a:pt x="123" y="449"/>
                  </a:lnTo>
                  <a:lnTo>
                    <a:pt x="120" y="450"/>
                  </a:lnTo>
                  <a:lnTo>
                    <a:pt x="118" y="450"/>
                  </a:lnTo>
                  <a:lnTo>
                    <a:pt x="116" y="450"/>
                  </a:lnTo>
                  <a:lnTo>
                    <a:pt x="114" y="451"/>
                  </a:lnTo>
                  <a:lnTo>
                    <a:pt x="113" y="451"/>
                  </a:lnTo>
                  <a:lnTo>
                    <a:pt x="111" y="451"/>
                  </a:lnTo>
                  <a:lnTo>
                    <a:pt x="109" y="452"/>
                  </a:lnTo>
                  <a:lnTo>
                    <a:pt x="107" y="452"/>
                  </a:lnTo>
                  <a:lnTo>
                    <a:pt x="105" y="452"/>
                  </a:lnTo>
                  <a:lnTo>
                    <a:pt x="103" y="452"/>
                  </a:lnTo>
                  <a:lnTo>
                    <a:pt x="102" y="452"/>
                  </a:lnTo>
                  <a:lnTo>
                    <a:pt x="100" y="452"/>
                  </a:lnTo>
                  <a:lnTo>
                    <a:pt x="98" y="452"/>
                  </a:lnTo>
                  <a:lnTo>
                    <a:pt x="96" y="453"/>
                  </a:lnTo>
                  <a:lnTo>
                    <a:pt x="95" y="453"/>
                  </a:lnTo>
                  <a:lnTo>
                    <a:pt x="93" y="453"/>
                  </a:lnTo>
                  <a:lnTo>
                    <a:pt x="92" y="452"/>
                  </a:lnTo>
                  <a:lnTo>
                    <a:pt x="90" y="452"/>
                  </a:lnTo>
                  <a:lnTo>
                    <a:pt x="89" y="452"/>
                  </a:lnTo>
                  <a:lnTo>
                    <a:pt x="87" y="452"/>
                  </a:lnTo>
                  <a:lnTo>
                    <a:pt x="85" y="452"/>
                  </a:lnTo>
                  <a:lnTo>
                    <a:pt x="84" y="452"/>
                  </a:lnTo>
                  <a:lnTo>
                    <a:pt x="83" y="452"/>
                  </a:lnTo>
                  <a:lnTo>
                    <a:pt x="81" y="452"/>
                  </a:lnTo>
                  <a:lnTo>
                    <a:pt x="80" y="452"/>
                  </a:lnTo>
                  <a:lnTo>
                    <a:pt x="78" y="451"/>
                  </a:lnTo>
                  <a:lnTo>
                    <a:pt x="77" y="451"/>
                  </a:lnTo>
                  <a:lnTo>
                    <a:pt x="76" y="451"/>
                  </a:lnTo>
                  <a:lnTo>
                    <a:pt x="74" y="451"/>
                  </a:lnTo>
                  <a:lnTo>
                    <a:pt x="73" y="450"/>
                  </a:lnTo>
                  <a:lnTo>
                    <a:pt x="72" y="450"/>
                  </a:lnTo>
                  <a:lnTo>
                    <a:pt x="70" y="450"/>
                  </a:lnTo>
                  <a:lnTo>
                    <a:pt x="69" y="449"/>
                  </a:lnTo>
                  <a:lnTo>
                    <a:pt x="68" y="449"/>
                  </a:lnTo>
                  <a:lnTo>
                    <a:pt x="67" y="448"/>
                  </a:lnTo>
                  <a:lnTo>
                    <a:pt x="65" y="448"/>
                  </a:lnTo>
                  <a:lnTo>
                    <a:pt x="64" y="447"/>
                  </a:lnTo>
                  <a:lnTo>
                    <a:pt x="63" y="447"/>
                  </a:lnTo>
                  <a:lnTo>
                    <a:pt x="62" y="446"/>
                  </a:lnTo>
                  <a:lnTo>
                    <a:pt x="61" y="445"/>
                  </a:lnTo>
                  <a:lnTo>
                    <a:pt x="60" y="445"/>
                  </a:lnTo>
                  <a:lnTo>
                    <a:pt x="59" y="444"/>
                  </a:lnTo>
                  <a:lnTo>
                    <a:pt x="58" y="443"/>
                  </a:lnTo>
                  <a:lnTo>
                    <a:pt x="57" y="442"/>
                  </a:lnTo>
                  <a:lnTo>
                    <a:pt x="56" y="441"/>
                  </a:lnTo>
                  <a:lnTo>
                    <a:pt x="55" y="440"/>
                  </a:lnTo>
                  <a:lnTo>
                    <a:pt x="54" y="439"/>
                  </a:lnTo>
                  <a:lnTo>
                    <a:pt x="53" y="438"/>
                  </a:lnTo>
                  <a:lnTo>
                    <a:pt x="52" y="437"/>
                  </a:lnTo>
                  <a:lnTo>
                    <a:pt x="52" y="436"/>
                  </a:lnTo>
                  <a:lnTo>
                    <a:pt x="51" y="435"/>
                  </a:lnTo>
                  <a:lnTo>
                    <a:pt x="50" y="434"/>
                  </a:lnTo>
                  <a:lnTo>
                    <a:pt x="50" y="433"/>
                  </a:lnTo>
                  <a:lnTo>
                    <a:pt x="49" y="431"/>
                  </a:lnTo>
                  <a:lnTo>
                    <a:pt x="49" y="430"/>
                  </a:lnTo>
                  <a:lnTo>
                    <a:pt x="48" y="429"/>
                  </a:lnTo>
                  <a:lnTo>
                    <a:pt x="48" y="428"/>
                  </a:lnTo>
                  <a:lnTo>
                    <a:pt x="47" y="427"/>
                  </a:lnTo>
                  <a:lnTo>
                    <a:pt x="47" y="426"/>
                  </a:lnTo>
                  <a:lnTo>
                    <a:pt x="46" y="425"/>
                  </a:lnTo>
                  <a:lnTo>
                    <a:pt x="46" y="424"/>
                  </a:lnTo>
                  <a:lnTo>
                    <a:pt x="46" y="423"/>
                  </a:lnTo>
                  <a:lnTo>
                    <a:pt x="45" y="422"/>
                  </a:lnTo>
                  <a:lnTo>
                    <a:pt x="45" y="420"/>
                  </a:lnTo>
                  <a:lnTo>
                    <a:pt x="45" y="419"/>
                  </a:lnTo>
                  <a:lnTo>
                    <a:pt x="44" y="418"/>
                  </a:lnTo>
                  <a:lnTo>
                    <a:pt x="44" y="417"/>
                  </a:lnTo>
                  <a:lnTo>
                    <a:pt x="44" y="416"/>
                  </a:lnTo>
                  <a:lnTo>
                    <a:pt x="44" y="415"/>
                  </a:lnTo>
                  <a:lnTo>
                    <a:pt x="43" y="413"/>
                  </a:lnTo>
                  <a:lnTo>
                    <a:pt x="43" y="412"/>
                  </a:lnTo>
                  <a:lnTo>
                    <a:pt x="43" y="411"/>
                  </a:lnTo>
                  <a:lnTo>
                    <a:pt x="43" y="410"/>
                  </a:lnTo>
                  <a:lnTo>
                    <a:pt x="42" y="408"/>
                  </a:lnTo>
                  <a:lnTo>
                    <a:pt x="42" y="407"/>
                  </a:lnTo>
                  <a:lnTo>
                    <a:pt x="42" y="406"/>
                  </a:lnTo>
                  <a:lnTo>
                    <a:pt x="42" y="405"/>
                  </a:lnTo>
                  <a:lnTo>
                    <a:pt x="42" y="403"/>
                  </a:lnTo>
                  <a:lnTo>
                    <a:pt x="42" y="402"/>
                  </a:lnTo>
                  <a:lnTo>
                    <a:pt x="41" y="401"/>
                  </a:lnTo>
                  <a:lnTo>
                    <a:pt x="41" y="399"/>
                  </a:lnTo>
                  <a:lnTo>
                    <a:pt x="41" y="398"/>
                  </a:lnTo>
                  <a:lnTo>
                    <a:pt x="41" y="397"/>
                  </a:lnTo>
                  <a:lnTo>
                    <a:pt x="41" y="395"/>
                  </a:lnTo>
                  <a:lnTo>
                    <a:pt x="41" y="394"/>
                  </a:lnTo>
                  <a:lnTo>
                    <a:pt x="41" y="393"/>
                  </a:lnTo>
                  <a:lnTo>
                    <a:pt x="41" y="391"/>
                  </a:lnTo>
                  <a:lnTo>
                    <a:pt x="41" y="390"/>
                  </a:lnTo>
                  <a:lnTo>
                    <a:pt x="41" y="388"/>
                  </a:lnTo>
                  <a:lnTo>
                    <a:pt x="41" y="387"/>
                  </a:lnTo>
                  <a:lnTo>
                    <a:pt x="40" y="386"/>
                  </a:lnTo>
                  <a:lnTo>
                    <a:pt x="40" y="384"/>
                  </a:lnTo>
                  <a:lnTo>
                    <a:pt x="40" y="383"/>
                  </a:lnTo>
                  <a:lnTo>
                    <a:pt x="40" y="381"/>
                  </a:lnTo>
                  <a:lnTo>
                    <a:pt x="40" y="380"/>
                  </a:lnTo>
                  <a:lnTo>
                    <a:pt x="41" y="378"/>
                  </a:lnTo>
                  <a:lnTo>
                    <a:pt x="41" y="376"/>
                  </a:lnTo>
                  <a:lnTo>
                    <a:pt x="41" y="375"/>
                  </a:lnTo>
                  <a:lnTo>
                    <a:pt x="41" y="373"/>
                  </a:lnTo>
                  <a:lnTo>
                    <a:pt x="41" y="371"/>
                  </a:lnTo>
                  <a:lnTo>
                    <a:pt x="41" y="369"/>
                  </a:lnTo>
                  <a:lnTo>
                    <a:pt x="42" y="366"/>
                  </a:lnTo>
                  <a:lnTo>
                    <a:pt x="42" y="364"/>
                  </a:lnTo>
                  <a:lnTo>
                    <a:pt x="42" y="362"/>
                  </a:lnTo>
                  <a:lnTo>
                    <a:pt x="43" y="359"/>
                  </a:lnTo>
                  <a:lnTo>
                    <a:pt x="43" y="356"/>
                  </a:lnTo>
                  <a:lnTo>
                    <a:pt x="44" y="354"/>
                  </a:lnTo>
                  <a:lnTo>
                    <a:pt x="44" y="351"/>
                  </a:lnTo>
                  <a:lnTo>
                    <a:pt x="45" y="348"/>
                  </a:lnTo>
                  <a:lnTo>
                    <a:pt x="46" y="345"/>
                  </a:lnTo>
                  <a:lnTo>
                    <a:pt x="46" y="342"/>
                  </a:lnTo>
                  <a:lnTo>
                    <a:pt x="46" y="339"/>
                  </a:lnTo>
                  <a:lnTo>
                    <a:pt x="47" y="337"/>
                  </a:lnTo>
                  <a:lnTo>
                    <a:pt x="46" y="335"/>
                  </a:lnTo>
                  <a:lnTo>
                    <a:pt x="46" y="334"/>
                  </a:lnTo>
                  <a:lnTo>
                    <a:pt x="45" y="332"/>
                  </a:lnTo>
                  <a:lnTo>
                    <a:pt x="45" y="331"/>
                  </a:lnTo>
                  <a:lnTo>
                    <a:pt x="44" y="330"/>
                  </a:lnTo>
                  <a:lnTo>
                    <a:pt x="42" y="330"/>
                  </a:lnTo>
                  <a:lnTo>
                    <a:pt x="41" y="330"/>
                  </a:lnTo>
                  <a:lnTo>
                    <a:pt x="39" y="330"/>
                  </a:lnTo>
                  <a:lnTo>
                    <a:pt x="37" y="331"/>
                  </a:lnTo>
                  <a:lnTo>
                    <a:pt x="35" y="331"/>
                  </a:lnTo>
                  <a:lnTo>
                    <a:pt x="33" y="333"/>
                  </a:lnTo>
                  <a:lnTo>
                    <a:pt x="30" y="334"/>
                  </a:lnTo>
                  <a:lnTo>
                    <a:pt x="27" y="336"/>
                  </a:lnTo>
                  <a:lnTo>
                    <a:pt x="25" y="338"/>
                  </a:lnTo>
                  <a:lnTo>
                    <a:pt x="22" y="340"/>
                  </a:lnTo>
                  <a:lnTo>
                    <a:pt x="19" y="342"/>
                  </a:lnTo>
                  <a:lnTo>
                    <a:pt x="17" y="344"/>
                  </a:lnTo>
                  <a:lnTo>
                    <a:pt x="15" y="346"/>
                  </a:lnTo>
                  <a:lnTo>
                    <a:pt x="13" y="348"/>
                  </a:lnTo>
                  <a:lnTo>
                    <a:pt x="11" y="350"/>
                  </a:lnTo>
                  <a:lnTo>
                    <a:pt x="9" y="352"/>
                  </a:lnTo>
                  <a:lnTo>
                    <a:pt x="8" y="354"/>
                  </a:lnTo>
                  <a:lnTo>
                    <a:pt x="6" y="356"/>
                  </a:lnTo>
                  <a:lnTo>
                    <a:pt x="5" y="359"/>
                  </a:lnTo>
                  <a:lnTo>
                    <a:pt x="4" y="361"/>
                  </a:lnTo>
                  <a:lnTo>
                    <a:pt x="3" y="363"/>
                  </a:lnTo>
                  <a:lnTo>
                    <a:pt x="3" y="365"/>
                  </a:lnTo>
                  <a:lnTo>
                    <a:pt x="2" y="367"/>
                  </a:lnTo>
                  <a:lnTo>
                    <a:pt x="2" y="370"/>
                  </a:lnTo>
                  <a:lnTo>
                    <a:pt x="1" y="372"/>
                  </a:lnTo>
                  <a:lnTo>
                    <a:pt x="1" y="374"/>
                  </a:lnTo>
                  <a:lnTo>
                    <a:pt x="1" y="376"/>
                  </a:lnTo>
                  <a:lnTo>
                    <a:pt x="1" y="378"/>
                  </a:lnTo>
                  <a:lnTo>
                    <a:pt x="0" y="380"/>
                  </a:lnTo>
                  <a:lnTo>
                    <a:pt x="0" y="382"/>
                  </a:lnTo>
                  <a:lnTo>
                    <a:pt x="0" y="384"/>
                  </a:lnTo>
                  <a:lnTo>
                    <a:pt x="0" y="386"/>
                  </a:lnTo>
                  <a:lnTo>
                    <a:pt x="0" y="388"/>
                  </a:lnTo>
                  <a:lnTo>
                    <a:pt x="0" y="390"/>
                  </a:lnTo>
                  <a:lnTo>
                    <a:pt x="0" y="392"/>
                  </a:lnTo>
                  <a:lnTo>
                    <a:pt x="0" y="394"/>
                  </a:lnTo>
                  <a:lnTo>
                    <a:pt x="0" y="396"/>
                  </a:lnTo>
                  <a:lnTo>
                    <a:pt x="0" y="397"/>
                  </a:lnTo>
                  <a:lnTo>
                    <a:pt x="0" y="399"/>
                  </a:lnTo>
                  <a:lnTo>
                    <a:pt x="0" y="401"/>
                  </a:lnTo>
                  <a:lnTo>
                    <a:pt x="0" y="402"/>
                  </a:lnTo>
                  <a:lnTo>
                    <a:pt x="1" y="404"/>
                  </a:lnTo>
                  <a:lnTo>
                    <a:pt x="1" y="406"/>
                  </a:lnTo>
                  <a:lnTo>
                    <a:pt x="1" y="407"/>
                  </a:lnTo>
                  <a:lnTo>
                    <a:pt x="1" y="409"/>
                  </a:lnTo>
                  <a:lnTo>
                    <a:pt x="1" y="410"/>
                  </a:lnTo>
                  <a:lnTo>
                    <a:pt x="2" y="412"/>
                  </a:lnTo>
                  <a:lnTo>
                    <a:pt x="2" y="414"/>
                  </a:lnTo>
                  <a:lnTo>
                    <a:pt x="2" y="415"/>
                  </a:lnTo>
                  <a:lnTo>
                    <a:pt x="2" y="417"/>
                  </a:lnTo>
                  <a:lnTo>
                    <a:pt x="3" y="419"/>
                  </a:lnTo>
                  <a:lnTo>
                    <a:pt x="3" y="420"/>
                  </a:lnTo>
                  <a:lnTo>
                    <a:pt x="3" y="422"/>
                  </a:lnTo>
                  <a:lnTo>
                    <a:pt x="4" y="423"/>
                  </a:lnTo>
                  <a:lnTo>
                    <a:pt x="4" y="425"/>
                  </a:lnTo>
                  <a:lnTo>
                    <a:pt x="4" y="427"/>
                  </a:lnTo>
                  <a:lnTo>
                    <a:pt x="4" y="428"/>
                  </a:lnTo>
                  <a:lnTo>
                    <a:pt x="5" y="430"/>
                  </a:lnTo>
                  <a:lnTo>
                    <a:pt x="5" y="431"/>
                  </a:lnTo>
                  <a:lnTo>
                    <a:pt x="6" y="433"/>
                  </a:lnTo>
                  <a:lnTo>
                    <a:pt x="6" y="435"/>
                  </a:lnTo>
                  <a:lnTo>
                    <a:pt x="7" y="436"/>
                  </a:lnTo>
                  <a:lnTo>
                    <a:pt x="7" y="438"/>
                  </a:lnTo>
                  <a:lnTo>
                    <a:pt x="8" y="439"/>
                  </a:lnTo>
                  <a:lnTo>
                    <a:pt x="8" y="441"/>
                  </a:lnTo>
                  <a:lnTo>
                    <a:pt x="9" y="442"/>
                  </a:lnTo>
                  <a:lnTo>
                    <a:pt x="10" y="444"/>
                  </a:lnTo>
                  <a:lnTo>
                    <a:pt x="10" y="445"/>
                  </a:lnTo>
                  <a:lnTo>
                    <a:pt x="11" y="447"/>
                  </a:lnTo>
                  <a:lnTo>
                    <a:pt x="12" y="448"/>
                  </a:lnTo>
                  <a:lnTo>
                    <a:pt x="12" y="450"/>
                  </a:lnTo>
                  <a:lnTo>
                    <a:pt x="13" y="451"/>
                  </a:lnTo>
                  <a:lnTo>
                    <a:pt x="14" y="453"/>
                  </a:lnTo>
                  <a:lnTo>
                    <a:pt x="15" y="454"/>
                  </a:lnTo>
                  <a:lnTo>
                    <a:pt x="16" y="455"/>
                  </a:lnTo>
                  <a:lnTo>
                    <a:pt x="16" y="457"/>
                  </a:lnTo>
                  <a:lnTo>
                    <a:pt x="17" y="458"/>
                  </a:lnTo>
                  <a:lnTo>
                    <a:pt x="18" y="459"/>
                  </a:lnTo>
                  <a:lnTo>
                    <a:pt x="19" y="460"/>
                  </a:lnTo>
                  <a:lnTo>
                    <a:pt x="20" y="462"/>
                  </a:lnTo>
                  <a:lnTo>
                    <a:pt x="21" y="463"/>
                  </a:lnTo>
                  <a:lnTo>
                    <a:pt x="21" y="464"/>
                  </a:lnTo>
                  <a:lnTo>
                    <a:pt x="22" y="465"/>
                  </a:lnTo>
                  <a:lnTo>
                    <a:pt x="23" y="466"/>
                  </a:lnTo>
                  <a:lnTo>
                    <a:pt x="24" y="467"/>
                  </a:lnTo>
                  <a:lnTo>
                    <a:pt x="25" y="468"/>
                  </a:lnTo>
                  <a:lnTo>
                    <a:pt x="25" y="469"/>
                  </a:lnTo>
                  <a:lnTo>
                    <a:pt x="26" y="469"/>
                  </a:lnTo>
                  <a:lnTo>
                    <a:pt x="27" y="470"/>
                  </a:lnTo>
                  <a:lnTo>
                    <a:pt x="28" y="471"/>
                  </a:lnTo>
                  <a:lnTo>
                    <a:pt x="29" y="472"/>
                  </a:lnTo>
                  <a:lnTo>
                    <a:pt x="29" y="473"/>
                  </a:lnTo>
                  <a:lnTo>
                    <a:pt x="30" y="473"/>
                  </a:lnTo>
                  <a:lnTo>
                    <a:pt x="31" y="474"/>
                  </a:lnTo>
                  <a:lnTo>
                    <a:pt x="32" y="475"/>
                  </a:lnTo>
                  <a:lnTo>
                    <a:pt x="33" y="476"/>
                  </a:lnTo>
                  <a:lnTo>
                    <a:pt x="34" y="476"/>
                  </a:lnTo>
                  <a:lnTo>
                    <a:pt x="35" y="477"/>
                  </a:lnTo>
                  <a:lnTo>
                    <a:pt x="36" y="478"/>
                  </a:lnTo>
                  <a:lnTo>
                    <a:pt x="37" y="478"/>
                  </a:lnTo>
                  <a:lnTo>
                    <a:pt x="38" y="479"/>
                  </a:lnTo>
                  <a:lnTo>
                    <a:pt x="39" y="480"/>
                  </a:lnTo>
                  <a:lnTo>
                    <a:pt x="40" y="481"/>
                  </a:lnTo>
                  <a:lnTo>
                    <a:pt x="41" y="482"/>
                  </a:lnTo>
                  <a:lnTo>
                    <a:pt x="42" y="482"/>
                  </a:lnTo>
                  <a:lnTo>
                    <a:pt x="43" y="483"/>
                  </a:lnTo>
                  <a:lnTo>
                    <a:pt x="44" y="483"/>
                  </a:lnTo>
                  <a:lnTo>
                    <a:pt x="46" y="484"/>
                  </a:lnTo>
                  <a:lnTo>
                    <a:pt x="47" y="485"/>
                  </a:lnTo>
                  <a:lnTo>
                    <a:pt x="48" y="485"/>
                  </a:lnTo>
                  <a:lnTo>
                    <a:pt x="49" y="486"/>
                  </a:lnTo>
                  <a:lnTo>
                    <a:pt x="50" y="486"/>
                  </a:lnTo>
                  <a:lnTo>
                    <a:pt x="51" y="486"/>
                  </a:lnTo>
                  <a:lnTo>
                    <a:pt x="52" y="487"/>
                  </a:lnTo>
                  <a:lnTo>
                    <a:pt x="54" y="487"/>
                  </a:lnTo>
                  <a:lnTo>
                    <a:pt x="55" y="488"/>
                  </a:lnTo>
                  <a:lnTo>
                    <a:pt x="56" y="488"/>
                  </a:lnTo>
                  <a:lnTo>
                    <a:pt x="57" y="488"/>
                  </a:lnTo>
                  <a:lnTo>
                    <a:pt x="59" y="489"/>
                  </a:lnTo>
                  <a:lnTo>
                    <a:pt x="60" y="489"/>
                  </a:lnTo>
                  <a:lnTo>
                    <a:pt x="61" y="489"/>
                  </a:lnTo>
                  <a:lnTo>
                    <a:pt x="63" y="490"/>
                  </a:lnTo>
                  <a:lnTo>
                    <a:pt x="64" y="490"/>
                  </a:lnTo>
                  <a:lnTo>
                    <a:pt x="65" y="490"/>
                  </a:lnTo>
                  <a:lnTo>
                    <a:pt x="67" y="490"/>
                  </a:lnTo>
                  <a:lnTo>
                    <a:pt x="68" y="490"/>
                  </a:lnTo>
                  <a:lnTo>
                    <a:pt x="69" y="490"/>
                  </a:lnTo>
                  <a:lnTo>
                    <a:pt x="71" y="490"/>
                  </a:lnTo>
                  <a:lnTo>
                    <a:pt x="72" y="491"/>
                  </a:lnTo>
                  <a:lnTo>
                    <a:pt x="73" y="491"/>
                  </a:lnTo>
                  <a:lnTo>
                    <a:pt x="75" y="490"/>
                  </a:lnTo>
                  <a:lnTo>
                    <a:pt x="76" y="490"/>
                  </a:lnTo>
                  <a:lnTo>
                    <a:pt x="78" y="490"/>
                  </a:lnTo>
                  <a:lnTo>
                    <a:pt x="79" y="490"/>
                  </a:lnTo>
                  <a:lnTo>
                    <a:pt x="81" y="490"/>
                  </a:lnTo>
                  <a:lnTo>
                    <a:pt x="82" y="490"/>
                  </a:lnTo>
                  <a:lnTo>
                    <a:pt x="84" y="490"/>
                  </a:lnTo>
                  <a:lnTo>
                    <a:pt x="85" y="490"/>
                  </a:lnTo>
                  <a:lnTo>
                    <a:pt x="87" y="489"/>
                  </a:lnTo>
                  <a:lnTo>
                    <a:pt x="88" y="489"/>
                  </a:lnTo>
                  <a:lnTo>
                    <a:pt x="90" y="489"/>
                  </a:lnTo>
                  <a:lnTo>
                    <a:pt x="91" y="489"/>
                  </a:lnTo>
                  <a:lnTo>
                    <a:pt x="93" y="489"/>
                  </a:lnTo>
                  <a:lnTo>
                    <a:pt x="94" y="489"/>
                  </a:lnTo>
                  <a:lnTo>
                    <a:pt x="96" y="488"/>
                  </a:lnTo>
                  <a:lnTo>
                    <a:pt x="97" y="488"/>
                  </a:lnTo>
                  <a:lnTo>
                    <a:pt x="99" y="488"/>
                  </a:lnTo>
                  <a:lnTo>
                    <a:pt x="100" y="488"/>
                  </a:lnTo>
                  <a:lnTo>
                    <a:pt x="102" y="488"/>
                  </a:lnTo>
                  <a:lnTo>
                    <a:pt x="104" y="488"/>
                  </a:lnTo>
                  <a:lnTo>
                    <a:pt x="105" y="488"/>
                  </a:lnTo>
                  <a:lnTo>
                    <a:pt x="107" y="487"/>
                  </a:lnTo>
                  <a:lnTo>
                    <a:pt x="108" y="487"/>
                  </a:lnTo>
                  <a:lnTo>
                    <a:pt x="110" y="487"/>
                  </a:lnTo>
                  <a:lnTo>
                    <a:pt x="112" y="487"/>
                  </a:lnTo>
                  <a:lnTo>
                    <a:pt x="114" y="486"/>
                  </a:lnTo>
                  <a:lnTo>
                    <a:pt x="115" y="486"/>
                  </a:lnTo>
                  <a:lnTo>
                    <a:pt x="117" y="486"/>
                  </a:lnTo>
                  <a:lnTo>
                    <a:pt x="119" y="486"/>
                  </a:lnTo>
                  <a:lnTo>
                    <a:pt x="121" y="485"/>
                  </a:lnTo>
                  <a:lnTo>
                    <a:pt x="122" y="485"/>
                  </a:lnTo>
                  <a:lnTo>
                    <a:pt x="124" y="484"/>
                  </a:lnTo>
                  <a:lnTo>
                    <a:pt x="126" y="484"/>
                  </a:lnTo>
                  <a:lnTo>
                    <a:pt x="128" y="484"/>
                  </a:lnTo>
                  <a:lnTo>
                    <a:pt x="130" y="483"/>
                  </a:lnTo>
                  <a:lnTo>
                    <a:pt x="132" y="483"/>
                  </a:lnTo>
                  <a:lnTo>
                    <a:pt x="134" y="482"/>
                  </a:lnTo>
                  <a:lnTo>
                    <a:pt x="136" y="482"/>
                  </a:lnTo>
                  <a:lnTo>
                    <a:pt x="138" y="481"/>
                  </a:lnTo>
                  <a:lnTo>
                    <a:pt x="140" y="481"/>
                  </a:lnTo>
                  <a:lnTo>
                    <a:pt x="141" y="480"/>
                  </a:lnTo>
                  <a:lnTo>
                    <a:pt x="143" y="480"/>
                  </a:lnTo>
                  <a:lnTo>
                    <a:pt x="145" y="479"/>
                  </a:lnTo>
                  <a:lnTo>
                    <a:pt x="147" y="478"/>
                  </a:lnTo>
                  <a:lnTo>
                    <a:pt x="149" y="478"/>
                  </a:lnTo>
                  <a:lnTo>
                    <a:pt x="151" y="477"/>
                  </a:lnTo>
                  <a:lnTo>
                    <a:pt x="153" y="476"/>
                  </a:lnTo>
                  <a:lnTo>
                    <a:pt x="155" y="476"/>
                  </a:lnTo>
                  <a:lnTo>
                    <a:pt x="157" y="475"/>
                  </a:lnTo>
                  <a:lnTo>
                    <a:pt x="159" y="474"/>
                  </a:lnTo>
                  <a:lnTo>
                    <a:pt x="161" y="474"/>
                  </a:lnTo>
                  <a:lnTo>
                    <a:pt x="163" y="473"/>
                  </a:lnTo>
                  <a:lnTo>
                    <a:pt x="165" y="472"/>
                  </a:lnTo>
                  <a:lnTo>
                    <a:pt x="167" y="471"/>
                  </a:lnTo>
                  <a:lnTo>
                    <a:pt x="169" y="470"/>
                  </a:lnTo>
                  <a:lnTo>
                    <a:pt x="171" y="469"/>
                  </a:lnTo>
                  <a:lnTo>
                    <a:pt x="173" y="468"/>
                  </a:lnTo>
                  <a:lnTo>
                    <a:pt x="175" y="468"/>
                  </a:lnTo>
                  <a:lnTo>
                    <a:pt x="177" y="467"/>
                  </a:lnTo>
                  <a:lnTo>
                    <a:pt x="179" y="466"/>
                  </a:lnTo>
                  <a:lnTo>
                    <a:pt x="181" y="465"/>
                  </a:lnTo>
                  <a:lnTo>
                    <a:pt x="184" y="463"/>
                  </a:lnTo>
                  <a:lnTo>
                    <a:pt x="186" y="462"/>
                  </a:lnTo>
                  <a:lnTo>
                    <a:pt x="188" y="461"/>
                  </a:lnTo>
                  <a:lnTo>
                    <a:pt x="190" y="460"/>
                  </a:lnTo>
                  <a:lnTo>
                    <a:pt x="193" y="459"/>
                  </a:lnTo>
                  <a:lnTo>
                    <a:pt x="195" y="458"/>
                  </a:lnTo>
                  <a:lnTo>
                    <a:pt x="197" y="456"/>
                  </a:lnTo>
                  <a:lnTo>
                    <a:pt x="200" y="455"/>
                  </a:lnTo>
                  <a:lnTo>
                    <a:pt x="202" y="454"/>
                  </a:lnTo>
                  <a:lnTo>
                    <a:pt x="205" y="452"/>
                  </a:lnTo>
                  <a:lnTo>
                    <a:pt x="207" y="451"/>
                  </a:lnTo>
                  <a:lnTo>
                    <a:pt x="210" y="450"/>
                  </a:lnTo>
                  <a:lnTo>
                    <a:pt x="212" y="448"/>
                  </a:lnTo>
                  <a:lnTo>
                    <a:pt x="215" y="447"/>
                  </a:lnTo>
                  <a:lnTo>
                    <a:pt x="217" y="446"/>
                  </a:lnTo>
                  <a:lnTo>
                    <a:pt x="220" y="444"/>
                  </a:lnTo>
                  <a:lnTo>
                    <a:pt x="222" y="443"/>
                  </a:lnTo>
                  <a:lnTo>
                    <a:pt x="225" y="441"/>
                  </a:lnTo>
                  <a:lnTo>
                    <a:pt x="227" y="440"/>
                  </a:lnTo>
                  <a:lnTo>
                    <a:pt x="230" y="438"/>
                  </a:lnTo>
                  <a:lnTo>
                    <a:pt x="232" y="437"/>
                  </a:lnTo>
                  <a:lnTo>
                    <a:pt x="235" y="435"/>
                  </a:lnTo>
                  <a:lnTo>
                    <a:pt x="237" y="433"/>
                  </a:lnTo>
                  <a:lnTo>
                    <a:pt x="240" y="432"/>
                  </a:lnTo>
                  <a:lnTo>
                    <a:pt x="243" y="430"/>
                  </a:lnTo>
                  <a:lnTo>
                    <a:pt x="245" y="428"/>
                  </a:lnTo>
                  <a:lnTo>
                    <a:pt x="248" y="427"/>
                  </a:lnTo>
                  <a:lnTo>
                    <a:pt x="250" y="425"/>
                  </a:lnTo>
                  <a:lnTo>
                    <a:pt x="253" y="423"/>
                  </a:lnTo>
                  <a:lnTo>
                    <a:pt x="256" y="422"/>
                  </a:lnTo>
                  <a:lnTo>
                    <a:pt x="258" y="420"/>
                  </a:lnTo>
                  <a:lnTo>
                    <a:pt x="261" y="418"/>
                  </a:lnTo>
                  <a:lnTo>
                    <a:pt x="264" y="416"/>
                  </a:lnTo>
                  <a:lnTo>
                    <a:pt x="266" y="414"/>
                  </a:lnTo>
                  <a:lnTo>
                    <a:pt x="269" y="412"/>
                  </a:lnTo>
                  <a:lnTo>
                    <a:pt x="272" y="410"/>
                  </a:lnTo>
                  <a:lnTo>
                    <a:pt x="274" y="408"/>
                  </a:lnTo>
                  <a:lnTo>
                    <a:pt x="277" y="406"/>
                  </a:lnTo>
                  <a:lnTo>
                    <a:pt x="280" y="404"/>
                  </a:lnTo>
                  <a:lnTo>
                    <a:pt x="283" y="402"/>
                  </a:lnTo>
                  <a:lnTo>
                    <a:pt x="285" y="400"/>
                  </a:lnTo>
                  <a:lnTo>
                    <a:pt x="288" y="398"/>
                  </a:lnTo>
                  <a:lnTo>
                    <a:pt x="291" y="395"/>
                  </a:lnTo>
                  <a:lnTo>
                    <a:pt x="294" y="393"/>
                  </a:lnTo>
                  <a:lnTo>
                    <a:pt x="297" y="391"/>
                  </a:lnTo>
                  <a:lnTo>
                    <a:pt x="300" y="388"/>
                  </a:lnTo>
                  <a:lnTo>
                    <a:pt x="303" y="386"/>
                  </a:lnTo>
                  <a:lnTo>
                    <a:pt x="307" y="384"/>
                  </a:lnTo>
                  <a:lnTo>
                    <a:pt x="310" y="381"/>
                  </a:lnTo>
                  <a:lnTo>
                    <a:pt x="313" y="378"/>
                  </a:lnTo>
                  <a:lnTo>
                    <a:pt x="317" y="376"/>
                  </a:lnTo>
                  <a:lnTo>
                    <a:pt x="320" y="373"/>
                  </a:lnTo>
                  <a:lnTo>
                    <a:pt x="324" y="370"/>
                  </a:lnTo>
                  <a:lnTo>
                    <a:pt x="327" y="368"/>
                  </a:lnTo>
                  <a:lnTo>
                    <a:pt x="331" y="365"/>
                  </a:lnTo>
                  <a:lnTo>
                    <a:pt x="335" y="362"/>
                  </a:lnTo>
                  <a:lnTo>
                    <a:pt x="338" y="359"/>
                  </a:lnTo>
                  <a:lnTo>
                    <a:pt x="342" y="356"/>
                  </a:lnTo>
                  <a:lnTo>
                    <a:pt x="345" y="353"/>
                  </a:lnTo>
                  <a:lnTo>
                    <a:pt x="349" y="351"/>
                  </a:lnTo>
                  <a:lnTo>
                    <a:pt x="352" y="348"/>
                  </a:lnTo>
                  <a:lnTo>
                    <a:pt x="355" y="345"/>
                  </a:lnTo>
                  <a:lnTo>
                    <a:pt x="358" y="343"/>
                  </a:lnTo>
                  <a:lnTo>
                    <a:pt x="361" y="340"/>
                  </a:lnTo>
                  <a:lnTo>
                    <a:pt x="364" y="338"/>
                  </a:lnTo>
                  <a:lnTo>
                    <a:pt x="367" y="335"/>
                  </a:lnTo>
                  <a:lnTo>
                    <a:pt x="370" y="333"/>
                  </a:lnTo>
                  <a:lnTo>
                    <a:pt x="373" y="330"/>
                  </a:lnTo>
                  <a:lnTo>
                    <a:pt x="375" y="328"/>
                  </a:lnTo>
                  <a:lnTo>
                    <a:pt x="378" y="326"/>
                  </a:lnTo>
                  <a:lnTo>
                    <a:pt x="380" y="324"/>
                  </a:lnTo>
                  <a:lnTo>
                    <a:pt x="382" y="322"/>
                  </a:lnTo>
                  <a:lnTo>
                    <a:pt x="385" y="319"/>
                  </a:lnTo>
                  <a:lnTo>
                    <a:pt x="387" y="317"/>
                  </a:lnTo>
                  <a:lnTo>
                    <a:pt x="390" y="314"/>
                  </a:lnTo>
                  <a:lnTo>
                    <a:pt x="393" y="312"/>
                  </a:lnTo>
                  <a:lnTo>
                    <a:pt x="396" y="308"/>
                  </a:lnTo>
                  <a:lnTo>
                    <a:pt x="400" y="305"/>
                  </a:lnTo>
                  <a:lnTo>
                    <a:pt x="403" y="302"/>
                  </a:lnTo>
                  <a:lnTo>
                    <a:pt x="407" y="298"/>
                  </a:lnTo>
                  <a:lnTo>
                    <a:pt x="411" y="294"/>
                  </a:lnTo>
                  <a:lnTo>
                    <a:pt x="415" y="290"/>
                  </a:lnTo>
                  <a:lnTo>
                    <a:pt x="420" y="286"/>
                  </a:lnTo>
                  <a:lnTo>
                    <a:pt x="424" y="281"/>
                  </a:lnTo>
                  <a:lnTo>
                    <a:pt x="429" y="276"/>
                  </a:lnTo>
                  <a:lnTo>
                    <a:pt x="434" y="271"/>
                  </a:lnTo>
                  <a:lnTo>
                    <a:pt x="439" y="266"/>
                  </a:lnTo>
                  <a:lnTo>
                    <a:pt x="445" y="261"/>
                  </a:lnTo>
                  <a:lnTo>
                    <a:pt x="450" y="255"/>
                  </a:lnTo>
                  <a:lnTo>
                    <a:pt x="455" y="250"/>
                  </a:lnTo>
                  <a:lnTo>
                    <a:pt x="460" y="245"/>
                  </a:lnTo>
                  <a:lnTo>
                    <a:pt x="465" y="240"/>
                  </a:lnTo>
                  <a:lnTo>
                    <a:pt x="470" y="235"/>
                  </a:lnTo>
                  <a:lnTo>
                    <a:pt x="474" y="231"/>
                  </a:lnTo>
                  <a:lnTo>
                    <a:pt x="479" y="226"/>
                  </a:lnTo>
                  <a:lnTo>
                    <a:pt x="483" y="222"/>
                  </a:lnTo>
                  <a:lnTo>
                    <a:pt x="487" y="218"/>
                  </a:lnTo>
                  <a:lnTo>
                    <a:pt x="491" y="214"/>
                  </a:lnTo>
                  <a:lnTo>
                    <a:pt x="494" y="211"/>
                  </a:lnTo>
                  <a:lnTo>
                    <a:pt x="498" y="207"/>
                  </a:lnTo>
                  <a:lnTo>
                    <a:pt x="501" y="204"/>
                  </a:lnTo>
                  <a:lnTo>
                    <a:pt x="504" y="201"/>
                  </a:lnTo>
                  <a:lnTo>
                    <a:pt x="507" y="198"/>
                  </a:lnTo>
                  <a:lnTo>
                    <a:pt x="509" y="195"/>
                  </a:lnTo>
                  <a:lnTo>
                    <a:pt x="512" y="192"/>
                  </a:lnTo>
                  <a:lnTo>
                    <a:pt x="515" y="189"/>
                  </a:lnTo>
                  <a:lnTo>
                    <a:pt x="517" y="187"/>
                  </a:lnTo>
                  <a:lnTo>
                    <a:pt x="519" y="184"/>
                  </a:lnTo>
                  <a:lnTo>
                    <a:pt x="522" y="181"/>
                  </a:lnTo>
                  <a:lnTo>
                    <a:pt x="524" y="179"/>
                  </a:lnTo>
                  <a:lnTo>
                    <a:pt x="527" y="176"/>
                  </a:lnTo>
                  <a:lnTo>
                    <a:pt x="529" y="174"/>
                  </a:lnTo>
                  <a:lnTo>
                    <a:pt x="531" y="171"/>
                  </a:lnTo>
                  <a:lnTo>
                    <a:pt x="533" y="169"/>
                  </a:lnTo>
                  <a:lnTo>
                    <a:pt x="536" y="166"/>
                  </a:lnTo>
                  <a:lnTo>
                    <a:pt x="538" y="164"/>
                  </a:lnTo>
                  <a:lnTo>
                    <a:pt x="540" y="161"/>
                  </a:lnTo>
                  <a:lnTo>
                    <a:pt x="542" y="159"/>
                  </a:lnTo>
                  <a:lnTo>
                    <a:pt x="544" y="157"/>
                  </a:lnTo>
                  <a:lnTo>
                    <a:pt x="546" y="155"/>
                  </a:lnTo>
                  <a:lnTo>
                    <a:pt x="548" y="152"/>
                  </a:lnTo>
                  <a:lnTo>
                    <a:pt x="550" y="150"/>
                  </a:lnTo>
                  <a:lnTo>
                    <a:pt x="552" y="147"/>
                  </a:lnTo>
                  <a:lnTo>
                    <a:pt x="554" y="144"/>
                  </a:lnTo>
                  <a:lnTo>
                    <a:pt x="556" y="141"/>
                  </a:lnTo>
                  <a:lnTo>
                    <a:pt x="559" y="138"/>
                  </a:lnTo>
                  <a:lnTo>
                    <a:pt x="561" y="135"/>
                  </a:lnTo>
                  <a:lnTo>
                    <a:pt x="564" y="132"/>
                  </a:lnTo>
                  <a:lnTo>
                    <a:pt x="566" y="128"/>
                  </a:lnTo>
                  <a:lnTo>
                    <a:pt x="569" y="125"/>
                  </a:lnTo>
                  <a:lnTo>
                    <a:pt x="572" y="121"/>
                  </a:lnTo>
                  <a:lnTo>
                    <a:pt x="575" y="117"/>
                  </a:lnTo>
                  <a:lnTo>
                    <a:pt x="578" y="113"/>
                  </a:lnTo>
                  <a:lnTo>
                    <a:pt x="581" y="109"/>
                  </a:lnTo>
                  <a:lnTo>
                    <a:pt x="584" y="105"/>
                  </a:lnTo>
                  <a:lnTo>
                    <a:pt x="587" y="100"/>
                  </a:lnTo>
                  <a:lnTo>
                    <a:pt x="590" y="96"/>
                  </a:lnTo>
                  <a:lnTo>
                    <a:pt x="594" y="91"/>
                  </a:lnTo>
                  <a:lnTo>
                    <a:pt x="597" y="86"/>
                  </a:lnTo>
                  <a:lnTo>
                    <a:pt x="600" y="82"/>
                  </a:lnTo>
                  <a:lnTo>
                    <a:pt x="604" y="77"/>
                  </a:lnTo>
                  <a:lnTo>
                    <a:pt x="607" y="72"/>
                  </a:lnTo>
                  <a:lnTo>
                    <a:pt x="610" y="67"/>
                  </a:lnTo>
                  <a:lnTo>
                    <a:pt x="613" y="62"/>
                  </a:lnTo>
                  <a:lnTo>
                    <a:pt x="617" y="57"/>
                  </a:lnTo>
                  <a:lnTo>
                    <a:pt x="620" y="52"/>
                  </a:lnTo>
                  <a:lnTo>
                    <a:pt x="623" y="47"/>
                  </a:lnTo>
                  <a:lnTo>
                    <a:pt x="627" y="42"/>
                  </a:lnTo>
                  <a:lnTo>
                    <a:pt x="630" y="37"/>
                  </a:lnTo>
                  <a:lnTo>
                    <a:pt x="634" y="32"/>
                  </a:lnTo>
                  <a:lnTo>
                    <a:pt x="637" y="26"/>
                  </a:lnTo>
                  <a:lnTo>
                    <a:pt x="640" y="21"/>
                  </a:lnTo>
                  <a:lnTo>
                    <a:pt x="643" y="16"/>
                  </a:lnTo>
                  <a:lnTo>
                    <a:pt x="646" y="12"/>
                  </a:lnTo>
                  <a:lnTo>
                    <a:pt x="649" y="8"/>
                  </a:lnTo>
                  <a:lnTo>
                    <a:pt x="650" y="5"/>
                  </a:lnTo>
                  <a:lnTo>
                    <a:pt x="652" y="3"/>
                  </a:lnTo>
                  <a:lnTo>
                    <a:pt x="653" y="1"/>
                  </a:lnTo>
                  <a:lnTo>
                    <a:pt x="653" y="0"/>
                  </a:lnTo>
                  <a:lnTo>
                    <a:pt x="652" y="2"/>
                  </a:lnTo>
                  <a:lnTo>
                    <a:pt x="651" y="3"/>
                  </a:lnTo>
                  <a:lnTo>
                    <a:pt x="649" y="6"/>
                  </a:lnTo>
                  <a:lnTo>
                    <a:pt x="647" y="9"/>
                  </a:lnTo>
                  <a:lnTo>
                    <a:pt x="644" y="13"/>
                  </a:lnTo>
                  <a:lnTo>
                    <a:pt x="641" y="17"/>
                  </a:lnTo>
                  <a:lnTo>
                    <a:pt x="638" y="22"/>
                  </a:lnTo>
                  <a:lnTo>
                    <a:pt x="634" y="28"/>
                  </a:lnTo>
                  <a:lnTo>
                    <a:pt x="630" y="34"/>
                  </a:lnTo>
                  <a:lnTo>
                    <a:pt x="626" y="40"/>
                  </a:lnTo>
                  <a:lnTo>
                    <a:pt x="622" y="46"/>
                  </a:lnTo>
                  <a:lnTo>
                    <a:pt x="617" y="52"/>
                  </a:lnTo>
                  <a:lnTo>
                    <a:pt x="613" y="58"/>
                  </a:lnTo>
                  <a:lnTo>
                    <a:pt x="608" y="64"/>
                  </a:lnTo>
                  <a:lnTo>
                    <a:pt x="604" y="71"/>
                  </a:lnTo>
                  <a:lnTo>
                    <a:pt x="599" y="78"/>
                  </a:lnTo>
                  <a:lnTo>
                    <a:pt x="594" y="85"/>
                  </a:lnTo>
                  <a:lnTo>
                    <a:pt x="589" y="92"/>
                  </a:lnTo>
                  <a:lnTo>
                    <a:pt x="584" y="99"/>
                  </a:lnTo>
                  <a:lnTo>
                    <a:pt x="578" y="106"/>
                  </a:lnTo>
                  <a:lnTo>
                    <a:pt x="573" y="113"/>
                  </a:lnTo>
                  <a:lnTo>
                    <a:pt x="567" y="121"/>
                  </a:lnTo>
                  <a:lnTo>
                    <a:pt x="561" y="129"/>
                  </a:lnTo>
                  <a:close/>
                </a:path>
              </a:pathLst>
            </a:custGeom>
            <a:solidFill>
              <a:schemeClr val="tx2"/>
            </a:solidFill>
            <a:ln w="3175"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sp>
        <p:nvSpPr>
          <p:cNvPr id="4004916" name="Text Box 52">
            <a:extLst>
              <a:ext uri="{FF2B5EF4-FFF2-40B4-BE49-F238E27FC236}">
                <a16:creationId xmlns:a16="http://schemas.microsoft.com/office/drawing/2014/main" id="{3594DBCF-3872-DCAF-A894-77ED1917E441}"/>
              </a:ext>
            </a:extLst>
          </p:cNvPr>
          <p:cNvSpPr txBox="1">
            <a:spLocks noChangeArrowheads="1"/>
          </p:cNvSpPr>
          <p:nvPr/>
        </p:nvSpPr>
        <p:spPr bwMode="auto">
          <a:xfrm>
            <a:off x="3005137" y="2945606"/>
            <a:ext cx="3824288"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500" dirty="0">
                <a:solidFill>
                  <a:srgbClr val="000000"/>
                </a:solidFill>
                <a:latin typeface="Arial" panose="020B0604020202020204" pitchFamily="34" charset="0"/>
                <a:ea typeface="宋体" panose="02010600030101010101" pitchFamily="2" charset="-122"/>
              </a:rPr>
              <a:t>衡量判断矩阵质量的标准是矩阵中的判断是否有满意的一致性，如果判断矩阵存在如下关系，则称判断矩阵具有完全一致性。</a:t>
            </a:r>
          </a:p>
        </p:txBody>
      </p:sp>
      <p:sp>
        <p:nvSpPr>
          <p:cNvPr id="4004917" name="Rectangle 53">
            <a:extLst>
              <a:ext uri="{FF2B5EF4-FFF2-40B4-BE49-F238E27FC236}">
                <a16:creationId xmlns:a16="http://schemas.microsoft.com/office/drawing/2014/main" id="{3C853FE4-5208-D322-A28E-1DD6EC243EF3}"/>
              </a:ext>
            </a:extLst>
          </p:cNvPr>
          <p:cNvSpPr>
            <a:spLocks noChangeArrowheads="1"/>
          </p:cNvSpPr>
          <p:nvPr/>
        </p:nvSpPr>
        <p:spPr bwMode="auto">
          <a:xfrm>
            <a:off x="3871913" y="3739768"/>
            <a:ext cx="1669256" cy="41549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en-US" altLang="zh-CN" sz="2100" b="1">
                <a:solidFill>
                  <a:srgbClr val="FFFFFF"/>
                </a:solidFill>
                <a:latin typeface="Arial" panose="020B0604020202020204" pitchFamily="34" charset="0"/>
                <a:ea typeface="宋体" panose="02010600030101010101" pitchFamily="2" charset="-122"/>
              </a:rPr>
              <a:t>b</a:t>
            </a:r>
            <a:r>
              <a:rPr lang="en-US" altLang="zh-CN" sz="2100" b="1" baseline="-10000">
                <a:solidFill>
                  <a:srgbClr val="FFFFFF"/>
                </a:solidFill>
                <a:latin typeface="Arial" panose="020B0604020202020204" pitchFamily="34" charset="0"/>
                <a:ea typeface="宋体" panose="02010600030101010101" pitchFamily="2" charset="-122"/>
              </a:rPr>
              <a:t>ij</a:t>
            </a:r>
            <a:r>
              <a:rPr lang="en-US" altLang="zh-CN" sz="2100" b="1">
                <a:solidFill>
                  <a:srgbClr val="FFFFFF"/>
                </a:solidFill>
                <a:latin typeface="Arial" panose="020B0604020202020204" pitchFamily="34" charset="0"/>
                <a:ea typeface="宋体" panose="02010600030101010101" pitchFamily="2" charset="-122"/>
              </a:rPr>
              <a:t>=b</a:t>
            </a:r>
            <a:r>
              <a:rPr lang="en-US" altLang="zh-CN" sz="2100" b="1" baseline="-10000">
                <a:solidFill>
                  <a:srgbClr val="FFFFFF"/>
                </a:solidFill>
                <a:latin typeface="Arial" panose="020B0604020202020204" pitchFamily="34" charset="0"/>
                <a:ea typeface="宋体" panose="02010600030101010101" pitchFamily="2" charset="-122"/>
              </a:rPr>
              <a:t>ik</a:t>
            </a:r>
            <a:r>
              <a:rPr lang="en-US" altLang="zh-CN" sz="2100" b="1">
                <a:solidFill>
                  <a:srgbClr val="FFFFFF"/>
                </a:solidFill>
                <a:latin typeface="Arial" panose="020B0604020202020204" pitchFamily="34" charset="0"/>
                <a:ea typeface="宋体" panose="02010600030101010101" pitchFamily="2" charset="-122"/>
              </a:rPr>
              <a:t>/b</a:t>
            </a:r>
            <a:r>
              <a:rPr lang="en-US" altLang="zh-CN" sz="2100" b="1" baseline="-10000">
                <a:solidFill>
                  <a:srgbClr val="FFFFFF"/>
                </a:solidFill>
                <a:latin typeface="Arial" panose="020B0604020202020204" pitchFamily="34" charset="0"/>
                <a:ea typeface="宋体" panose="02010600030101010101" pitchFamily="2" charset="-122"/>
              </a:rPr>
              <a:t>jk</a:t>
            </a:r>
          </a:p>
        </p:txBody>
      </p:sp>
      <p:sp>
        <p:nvSpPr>
          <p:cNvPr id="4004919" name="Text Box 55">
            <a:extLst>
              <a:ext uri="{FF2B5EF4-FFF2-40B4-BE49-F238E27FC236}">
                <a16:creationId xmlns:a16="http://schemas.microsoft.com/office/drawing/2014/main" id="{64EE1B4F-6D73-4149-EAE3-6B3AE7A91270}"/>
              </a:ext>
            </a:extLst>
          </p:cNvPr>
          <p:cNvSpPr txBox="1">
            <a:spLocks noChangeArrowheads="1"/>
          </p:cNvSpPr>
          <p:nvPr/>
        </p:nvSpPr>
        <p:spPr bwMode="auto">
          <a:xfrm>
            <a:off x="1952625" y="4270772"/>
            <a:ext cx="580072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200" dirty="0">
                <a:solidFill>
                  <a:srgbClr val="000000"/>
                </a:solidFill>
                <a:latin typeface="Arial" panose="020B0604020202020204" pitchFamily="34" charset="0"/>
                <a:ea typeface="宋体" panose="02010600030101010101" pitchFamily="2" charset="-122"/>
              </a:rPr>
              <a:t>　　</a:t>
            </a:r>
            <a:r>
              <a:rPr kumimoji="1" lang="zh-CN" altLang="en-US" sz="1200" dirty="0">
                <a:solidFill>
                  <a:srgbClr val="000000"/>
                </a:solidFill>
                <a:latin typeface="Arial" panose="020B0604020202020204" pitchFamily="34" charset="0"/>
                <a:ea typeface="宋体" panose="02010600030101010101" pitchFamily="2" charset="-122"/>
              </a:rPr>
              <a:t>为了考察</a:t>
            </a:r>
            <a:r>
              <a:rPr kumimoji="1" lang="en-US" altLang="zh-CN" sz="1200" dirty="0">
                <a:solidFill>
                  <a:srgbClr val="000000"/>
                </a:solidFill>
                <a:latin typeface="Arial" panose="020B0604020202020204" pitchFamily="34" charset="0"/>
                <a:ea typeface="宋体" panose="02010600030101010101" pitchFamily="2" charset="-122"/>
              </a:rPr>
              <a:t>AHP</a:t>
            </a:r>
            <a:r>
              <a:rPr kumimoji="1" lang="zh-CN" altLang="en-US" sz="1200" dirty="0">
                <a:solidFill>
                  <a:srgbClr val="000000"/>
                </a:solidFill>
                <a:latin typeface="Arial" panose="020B0604020202020204" pitchFamily="34" charset="0"/>
                <a:ea typeface="宋体" panose="02010600030101010101" pitchFamily="2" charset="-122"/>
              </a:rPr>
              <a:t>决策分析方法得出的结果是否基本合理，需要对判断矩阵进行一致性检验。 </a:t>
            </a:r>
          </a:p>
          <a:p>
            <a:pPr defTabSz="685800" eaLnBrk="0" fontAlgn="base" hangingPunct="0">
              <a:spcBef>
                <a:spcPct val="50000"/>
              </a:spcBef>
              <a:spcAft>
                <a:spcPct val="0"/>
              </a:spcAft>
            </a:pPr>
            <a:endParaRPr lang="zh-CN" altLang="en-US" sz="1200" dirty="0">
              <a:solidFill>
                <a:srgbClr val="000000"/>
              </a:solidFill>
              <a:latin typeface="Arial" panose="020B0604020202020204" pitchFamily="34" charset="0"/>
              <a:ea typeface="宋体" panose="02010600030101010101" pitchFamily="2" charset="-122"/>
            </a:endParaRPr>
          </a:p>
        </p:txBody>
      </p:sp>
      <p:sp>
        <p:nvSpPr>
          <p:cNvPr id="4004920" name="AutoShape 56">
            <a:hlinkClick r:id="rId2" action="ppaction://hlinksldjump" highlightClick="1"/>
            <a:extLst>
              <a:ext uri="{FF2B5EF4-FFF2-40B4-BE49-F238E27FC236}">
                <a16:creationId xmlns:a16="http://schemas.microsoft.com/office/drawing/2014/main" id="{334989D8-E71B-3FFC-A103-DD35C37F142A}"/>
              </a:ext>
            </a:extLst>
          </p:cNvPr>
          <p:cNvSpPr>
            <a:spLocks noChangeArrowheads="1"/>
          </p:cNvSpPr>
          <p:nvPr/>
        </p:nvSpPr>
        <p:spPr bwMode="auto">
          <a:xfrm>
            <a:off x="7505700" y="4795451"/>
            <a:ext cx="495300" cy="276999"/>
          </a:xfrm>
          <a:prstGeom prst="actionButtonHome">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191590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spc="300" dirty="0">
                <a:solidFill>
                  <a:prstClr val="black"/>
                </a:solidFill>
                <a:latin typeface="微软雅黑" panose="020B0503020204020204" pitchFamily="34" charset="-122"/>
                <a:ea typeface="微软雅黑" panose="020B0503020204020204" pitchFamily="34" charset="-122"/>
              </a:rPr>
              <a:t>层次单排序</a:t>
            </a:r>
            <a:endPar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1021658"/>
            <a:ext cx="7920338" cy="1672958"/>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所谓排序算法是指根据各相关指标的比较判断矩阵求解各指标的相对重要性标度的计算方法。</a:t>
            </a:r>
            <a:endParaRPr kumimoji="0" lang="en-US" altLang="zh-CN"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R="0" lvl="0" algn="just"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p>
          <a:p>
            <a:pPr marL="0" marR="0" lvl="0" indent="0" algn="just" defTabSz="914400" rtl="0" eaLnBrk="1" fontAlgn="auto" latinLnBrk="0" hangingPunct="1">
              <a:lnSpc>
                <a:spcPct val="150000"/>
              </a:lnSpc>
              <a:spcBef>
                <a:spcPts val="0"/>
              </a:spcBef>
              <a:spcAft>
                <a:spcPts val="0"/>
              </a:spcAft>
              <a:buClrTx/>
              <a:buSzTx/>
              <a:buFontTx/>
              <a:buNone/>
              <a:tabLst/>
              <a:defRPr/>
            </a:pPr>
            <a:r>
              <a:rPr lang="zh-CN" altLang="en-US" sz="1600" b="1" dirty="0">
                <a:solidFill>
                  <a:srgbClr val="000000"/>
                </a:solidFill>
                <a:latin typeface="华文楷体" panose="02010600040101010101" pitchFamily="2" charset="-122"/>
                <a:ea typeface="华文楷体" panose="02010600040101010101" pitchFamily="2" charset="-122"/>
              </a:rPr>
              <a:t>       见 </a:t>
            </a:r>
            <a:r>
              <a:rPr kumimoji="0" lang="zh-CN" altLang="en-US" sz="1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课本 </a:t>
            </a:r>
            <a:r>
              <a:rPr kumimoji="0" lang="en-US" altLang="zh-CN" sz="1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92 </a:t>
            </a:r>
            <a:r>
              <a:rPr kumimoji="0" lang="zh-CN" altLang="en-US" sz="1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页 例题 </a:t>
            </a:r>
            <a:r>
              <a:rPr kumimoji="0" lang="en-US" altLang="zh-CN" sz="1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4.2</a:t>
            </a:r>
            <a:endParaRPr kumimoji="0" lang="zh-CN" altLang="en-US" sz="1600" b="1"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Tree>
    <p:extLst>
      <p:ext uri="{BB962C8B-B14F-4D97-AF65-F5344CB8AC3E}">
        <p14:creationId xmlns:p14="http://schemas.microsoft.com/office/powerpoint/2010/main" val="333918249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536396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对每一判断矩阵进行一致性校验</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为什么进行一致性校验？</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作一致性校验引入三个指标的含义是什么？</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是否通过一致性校验的标准是什么？</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Tree>
    <p:extLst>
      <p:ext uri="{BB962C8B-B14F-4D97-AF65-F5344CB8AC3E}">
        <p14:creationId xmlns:p14="http://schemas.microsoft.com/office/powerpoint/2010/main" val="239527610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892" name="Rectangle 4">
            <a:extLst>
              <a:ext uri="{FF2B5EF4-FFF2-40B4-BE49-F238E27FC236}">
                <a16:creationId xmlns:a16="http://schemas.microsoft.com/office/drawing/2014/main" id="{F125AEA6-99FA-3486-CCCA-94E5735E8D2E}"/>
              </a:ext>
            </a:extLst>
          </p:cNvPr>
          <p:cNvSpPr>
            <a:spLocks noChangeArrowheads="1"/>
          </p:cNvSpPr>
          <p:nvPr/>
        </p:nvSpPr>
        <p:spPr bwMode="auto">
          <a:xfrm>
            <a:off x="2371725" y="266909"/>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05890" name="Rectangle 2">
            <a:extLst>
              <a:ext uri="{FF2B5EF4-FFF2-40B4-BE49-F238E27FC236}">
                <a16:creationId xmlns:a16="http://schemas.microsoft.com/office/drawing/2014/main" id="{432309BB-E2B9-8AED-D3FB-AC5AD001D0C7}"/>
              </a:ext>
            </a:extLst>
          </p:cNvPr>
          <p:cNvSpPr>
            <a:spLocks noGrp="1" noChangeArrowheads="1"/>
          </p:cNvSpPr>
          <p:nvPr>
            <p:ph type="title"/>
          </p:nvPr>
        </p:nvSpPr>
        <p:spPr bwMode="auto">
          <a:xfrm>
            <a:off x="2371725" y="255985"/>
            <a:ext cx="4505325" cy="432197"/>
          </a:xfrm>
          <a:noFill/>
          <a:ln/>
          <a:extLst>
            <a:ext uri="{909E8E84-426E-40DD-AFC4-6F175D3DCCD1}">
              <a14:hiddenFill xmlns:a14="http://schemas.microsoft.com/office/drawing/2010/main">
                <a:solidFill>
                  <a:srgbClr val="003366">
                    <a:alpha val="89999"/>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相对重要度计算和一致性检验</a:t>
            </a:r>
          </a:p>
        </p:txBody>
      </p:sp>
      <p:sp>
        <p:nvSpPr>
          <p:cNvPr id="4005893" name="Text Box 5">
            <a:extLst>
              <a:ext uri="{FF2B5EF4-FFF2-40B4-BE49-F238E27FC236}">
                <a16:creationId xmlns:a16="http://schemas.microsoft.com/office/drawing/2014/main" id="{83573D3E-BF85-162C-C635-29D0075FB215}"/>
              </a:ext>
            </a:extLst>
          </p:cNvPr>
          <p:cNvSpPr txBox="1">
            <a:spLocks noChangeArrowheads="1"/>
          </p:cNvSpPr>
          <p:nvPr/>
        </p:nvSpPr>
        <p:spPr bwMode="auto">
          <a:xfrm>
            <a:off x="3133725" y="901304"/>
            <a:ext cx="25979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b="1">
                <a:solidFill>
                  <a:srgbClr val="000000"/>
                </a:solidFill>
                <a:latin typeface="Arial" panose="020B0604020202020204" pitchFamily="34" charset="0"/>
                <a:ea typeface="宋体" panose="02010600030101010101" pitchFamily="2" charset="-122"/>
              </a:rPr>
              <a:t>（一）相对重要度计算</a:t>
            </a:r>
          </a:p>
        </p:txBody>
      </p:sp>
      <p:sp>
        <p:nvSpPr>
          <p:cNvPr id="4005894" name="Text Box 6">
            <a:extLst>
              <a:ext uri="{FF2B5EF4-FFF2-40B4-BE49-F238E27FC236}">
                <a16:creationId xmlns:a16="http://schemas.microsoft.com/office/drawing/2014/main" id="{9EF3D88C-737F-762F-59F4-32793CAA83D3}"/>
              </a:ext>
            </a:extLst>
          </p:cNvPr>
          <p:cNvSpPr txBox="1">
            <a:spLocks noChangeArrowheads="1"/>
          </p:cNvSpPr>
          <p:nvPr/>
        </p:nvSpPr>
        <p:spPr bwMode="auto">
          <a:xfrm>
            <a:off x="2166937" y="1448992"/>
            <a:ext cx="4801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对判断矩阵先求出最大特征根，然后再求其相对应的特征向量Ｗ，即</a:t>
            </a:r>
          </a:p>
        </p:txBody>
      </p:sp>
      <p:sp>
        <p:nvSpPr>
          <p:cNvPr id="4005895" name="Rectangle 7">
            <a:extLst>
              <a:ext uri="{FF2B5EF4-FFF2-40B4-BE49-F238E27FC236}">
                <a16:creationId xmlns:a16="http://schemas.microsoft.com/office/drawing/2014/main" id="{B5BBB145-2714-65C2-9485-E9DF192EED90}"/>
              </a:ext>
            </a:extLst>
          </p:cNvPr>
          <p:cNvSpPr>
            <a:spLocks noChangeArrowheads="1"/>
          </p:cNvSpPr>
          <p:nvPr/>
        </p:nvSpPr>
        <p:spPr bwMode="auto">
          <a:xfrm>
            <a:off x="3714750" y="1912488"/>
            <a:ext cx="1590675" cy="323165"/>
          </a:xfrm>
          <a:prstGeom prst="rect">
            <a:avLst/>
          </a:prstGeom>
          <a:gradFill rotWithShape="1">
            <a:gsLst>
              <a:gs pos="0">
                <a:schemeClr val="tx2"/>
              </a:gs>
              <a:gs pos="100000">
                <a:schemeClr val="tx2">
                  <a:gamma/>
                  <a:shade val="46275"/>
                  <a:invGamma/>
                </a:schemeClr>
              </a:gs>
            </a:gsLst>
            <a:path path="shape">
              <a:fillToRect l="50000" t="50000" r="50000" b="50000"/>
            </a:path>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1500" b="1">
                <a:solidFill>
                  <a:srgbClr val="FFFFFF"/>
                </a:solidFill>
                <a:latin typeface="Arial" panose="020B0604020202020204" pitchFamily="34" charset="0"/>
                <a:ea typeface="宋体" panose="02010600030101010101" pitchFamily="2" charset="-122"/>
              </a:rPr>
              <a:t>ＢＷ＝</a:t>
            </a:r>
            <a:r>
              <a:rPr lang="en-US" altLang="zh-CN" sz="1500" b="1">
                <a:solidFill>
                  <a:srgbClr val="FFFFFF"/>
                </a:solidFill>
                <a:latin typeface="Arial" panose="020B0604020202020204" pitchFamily="34" charset="0"/>
                <a:ea typeface="宋体" panose="02010600030101010101" pitchFamily="2" charset="-122"/>
              </a:rPr>
              <a:t>λ</a:t>
            </a:r>
            <a:r>
              <a:rPr lang="en-US" altLang="zh-CN" sz="1350" b="1">
                <a:solidFill>
                  <a:srgbClr val="FFFFFF"/>
                </a:solidFill>
                <a:latin typeface="Arial" panose="020B0604020202020204" pitchFamily="34" charset="0"/>
                <a:ea typeface="宋体" panose="02010600030101010101" pitchFamily="2" charset="-122"/>
              </a:rPr>
              <a:t>max</a:t>
            </a:r>
            <a:r>
              <a:rPr lang="en-US" altLang="zh-CN" sz="1500" b="1">
                <a:solidFill>
                  <a:srgbClr val="FFFFFF"/>
                </a:solidFill>
                <a:latin typeface="Arial" panose="020B0604020202020204" pitchFamily="34" charset="0"/>
                <a:ea typeface="宋体" panose="02010600030101010101" pitchFamily="2" charset="-122"/>
              </a:rPr>
              <a:t> </a:t>
            </a:r>
            <a:r>
              <a:rPr lang="zh-CN" altLang="en-US" sz="1500" b="1">
                <a:solidFill>
                  <a:srgbClr val="FFFFFF"/>
                </a:solidFill>
                <a:latin typeface="Arial" panose="020B0604020202020204" pitchFamily="34" charset="0"/>
                <a:ea typeface="宋体" panose="02010600030101010101" pitchFamily="2" charset="-122"/>
              </a:rPr>
              <a:t>Ｗ</a:t>
            </a:r>
          </a:p>
        </p:txBody>
      </p:sp>
      <p:sp>
        <p:nvSpPr>
          <p:cNvPr id="4005896" name="Text Box 8">
            <a:extLst>
              <a:ext uri="{FF2B5EF4-FFF2-40B4-BE49-F238E27FC236}">
                <a16:creationId xmlns:a16="http://schemas.microsoft.com/office/drawing/2014/main" id="{9410F58F-5407-DCE7-622F-66305EFDCAB7}"/>
              </a:ext>
            </a:extLst>
          </p:cNvPr>
          <p:cNvSpPr txBox="1">
            <a:spLocks noChangeArrowheads="1"/>
          </p:cNvSpPr>
          <p:nvPr/>
        </p:nvSpPr>
        <p:spPr bwMode="auto">
          <a:xfrm>
            <a:off x="1869282" y="2426494"/>
            <a:ext cx="5693569"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200" dirty="0">
                <a:solidFill>
                  <a:srgbClr val="000000"/>
                </a:solidFill>
                <a:latin typeface="Arial" panose="020B0604020202020204" pitchFamily="34" charset="0"/>
                <a:ea typeface="宋体" panose="02010600030101010101" pitchFamily="2" charset="-122"/>
              </a:rPr>
              <a:t>其中Ｗ的分量（Ｗ</a:t>
            </a:r>
            <a:r>
              <a:rPr lang="zh-CN" altLang="en-US" sz="1200" baseline="-10000" dirty="0">
                <a:solidFill>
                  <a:srgbClr val="000000"/>
                </a:solidFill>
                <a:latin typeface="Arial" panose="020B0604020202020204" pitchFamily="34" charset="0"/>
                <a:ea typeface="宋体" panose="02010600030101010101" pitchFamily="2" charset="-122"/>
              </a:rPr>
              <a:t>１</a:t>
            </a:r>
            <a:r>
              <a:rPr lang="zh-CN" altLang="en-US" sz="1200" dirty="0">
                <a:solidFill>
                  <a:srgbClr val="000000"/>
                </a:solidFill>
                <a:latin typeface="Arial" panose="020B0604020202020204" pitchFamily="34" charset="0"/>
                <a:ea typeface="宋体" panose="02010600030101010101" pitchFamily="2" charset="-122"/>
              </a:rPr>
              <a:t>，Ｗ</a:t>
            </a:r>
            <a:r>
              <a:rPr lang="zh-CN" altLang="en-US" sz="1200" baseline="-10000" dirty="0">
                <a:solidFill>
                  <a:srgbClr val="000000"/>
                </a:solidFill>
                <a:latin typeface="Arial" panose="020B0604020202020204" pitchFamily="34" charset="0"/>
                <a:ea typeface="宋体" panose="02010600030101010101" pitchFamily="2" charset="-122"/>
              </a:rPr>
              <a:t>２</a:t>
            </a:r>
            <a:r>
              <a:rPr lang="zh-CN" altLang="en-US" sz="1200" dirty="0">
                <a:solidFill>
                  <a:srgbClr val="000000"/>
                </a:solidFill>
                <a:latin typeface="Arial" panose="020B0604020202020204" pitchFamily="34" charset="0"/>
                <a:ea typeface="宋体" panose="02010600030101010101" pitchFamily="2" charset="-122"/>
              </a:rPr>
              <a:t>，</a:t>
            </a:r>
            <a:r>
              <a:rPr lang="en-US" altLang="zh-CN" sz="1350" b="1" dirty="0">
                <a:solidFill>
                  <a:srgbClr val="000000"/>
                </a:solidFill>
                <a:latin typeface="Arial" panose="020B0604020202020204" pitchFamily="34" charset="0"/>
                <a:ea typeface="宋体" panose="02010600030101010101" pitchFamily="2" charset="-122"/>
              </a:rPr>
              <a:t>· · ·</a:t>
            </a:r>
            <a:r>
              <a:rPr lang="en-US" altLang="zh-CN" sz="1200" dirty="0">
                <a:solidFill>
                  <a:srgbClr val="000000"/>
                </a:solidFill>
                <a:latin typeface="Arial" panose="020B0604020202020204" pitchFamily="34" charset="0"/>
                <a:ea typeface="宋体" panose="02010600030101010101" pitchFamily="2" charset="-122"/>
              </a:rPr>
              <a:t> </a:t>
            </a:r>
            <a:r>
              <a:rPr lang="zh-CN" altLang="en-US" sz="1200" dirty="0">
                <a:solidFill>
                  <a:srgbClr val="000000"/>
                </a:solidFill>
                <a:latin typeface="Arial" panose="020B0604020202020204" pitchFamily="34" charset="0"/>
                <a:ea typeface="宋体" panose="02010600030101010101" pitchFamily="2" charset="-122"/>
              </a:rPr>
              <a:t>，Ｗ</a:t>
            </a:r>
            <a:r>
              <a:rPr lang="en-US" altLang="zh-CN" sz="1200" dirty="0">
                <a:solidFill>
                  <a:srgbClr val="000000"/>
                </a:solidFill>
                <a:latin typeface="Arial" panose="020B0604020202020204" pitchFamily="34" charset="0"/>
                <a:ea typeface="宋体" panose="02010600030101010101" pitchFamily="2" charset="-122"/>
              </a:rPr>
              <a:t>n</a:t>
            </a:r>
            <a:r>
              <a:rPr lang="zh-CN" altLang="en-US" sz="1200" dirty="0">
                <a:solidFill>
                  <a:srgbClr val="000000"/>
                </a:solidFill>
                <a:latin typeface="Arial" panose="020B0604020202020204" pitchFamily="34" charset="0"/>
                <a:ea typeface="宋体" panose="02010600030101010101" pitchFamily="2" charset="-122"/>
              </a:rPr>
              <a:t>）就是对应于</a:t>
            </a:r>
            <a:r>
              <a:rPr lang="en-US" altLang="zh-CN" sz="1200" dirty="0">
                <a:solidFill>
                  <a:srgbClr val="000000"/>
                </a:solidFill>
                <a:latin typeface="Arial" panose="020B0604020202020204" pitchFamily="34" charset="0"/>
                <a:ea typeface="宋体" panose="02010600030101010101" pitchFamily="2" charset="-122"/>
              </a:rPr>
              <a:t>n</a:t>
            </a:r>
            <a:r>
              <a:rPr lang="zh-CN" altLang="en-US" sz="1200" dirty="0">
                <a:solidFill>
                  <a:srgbClr val="000000"/>
                </a:solidFill>
                <a:latin typeface="Arial" panose="020B0604020202020204" pitchFamily="34" charset="0"/>
                <a:ea typeface="宋体" panose="02010600030101010101" pitchFamily="2" charset="-122"/>
              </a:rPr>
              <a:t>个要素的相对重要度，即权重系数。</a:t>
            </a:r>
          </a:p>
        </p:txBody>
      </p:sp>
      <p:grpSp>
        <p:nvGrpSpPr>
          <p:cNvPr id="4005907" name="Group 19">
            <a:extLst>
              <a:ext uri="{FF2B5EF4-FFF2-40B4-BE49-F238E27FC236}">
                <a16:creationId xmlns:a16="http://schemas.microsoft.com/office/drawing/2014/main" id="{FB28723C-8E50-BB50-71C1-5F1CAA2F8616}"/>
              </a:ext>
            </a:extLst>
          </p:cNvPr>
          <p:cNvGrpSpPr>
            <a:grpSpLocks/>
          </p:cNvGrpSpPr>
          <p:nvPr/>
        </p:nvGrpSpPr>
        <p:grpSpPr bwMode="auto">
          <a:xfrm>
            <a:off x="3900487" y="2942035"/>
            <a:ext cx="1252538" cy="882253"/>
            <a:chOff x="2316" y="2550"/>
            <a:chExt cx="1052" cy="741"/>
          </a:xfrm>
        </p:grpSpPr>
        <p:pic>
          <p:nvPicPr>
            <p:cNvPr id="4005901" name="Picture 13">
              <a:extLst>
                <a:ext uri="{FF2B5EF4-FFF2-40B4-BE49-F238E27FC236}">
                  <a16:creationId xmlns:a16="http://schemas.microsoft.com/office/drawing/2014/main" id="{DC43A3C8-3961-952D-6F35-45A2C4093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 y="2550"/>
              <a:ext cx="1052" cy="741"/>
            </a:xfrm>
            <a:prstGeom prst="rect">
              <a:avLst/>
            </a:prstGeom>
            <a:noFill/>
            <a:extLst>
              <a:ext uri="{909E8E84-426E-40DD-AFC4-6F175D3DCCD1}">
                <a14:hiddenFill xmlns:a14="http://schemas.microsoft.com/office/drawing/2010/main">
                  <a:solidFill>
                    <a:srgbClr val="FFFFFF"/>
                  </a:solidFill>
                </a14:hiddenFill>
              </a:ext>
            </a:extLst>
          </p:spPr>
        </p:pic>
        <p:sp>
          <p:nvSpPr>
            <p:cNvPr id="4005902" name="Rectangle 14">
              <a:extLst>
                <a:ext uri="{FF2B5EF4-FFF2-40B4-BE49-F238E27FC236}">
                  <a16:creationId xmlns:a16="http://schemas.microsoft.com/office/drawing/2014/main" id="{861A0D92-5D30-B50E-E5EB-B57031EDBA21}"/>
                </a:ext>
              </a:extLst>
            </p:cNvPr>
            <p:cNvSpPr>
              <a:spLocks noChangeArrowheads="1"/>
            </p:cNvSpPr>
            <p:nvPr/>
          </p:nvSpPr>
          <p:spPr bwMode="auto">
            <a:xfrm>
              <a:off x="2533" y="2692"/>
              <a:ext cx="710"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计算权重系数的方法</a:t>
              </a:r>
            </a:p>
          </p:txBody>
        </p:sp>
      </p:grpSp>
      <p:grpSp>
        <p:nvGrpSpPr>
          <p:cNvPr id="4005905" name="Group 17">
            <a:extLst>
              <a:ext uri="{FF2B5EF4-FFF2-40B4-BE49-F238E27FC236}">
                <a16:creationId xmlns:a16="http://schemas.microsoft.com/office/drawing/2014/main" id="{C19608E8-4DA7-BEAD-B87A-24938E84DD26}"/>
              </a:ext>
            </a:extLst>
          </p:cNvPr>
          <p:cNvGrpSpPr>
            <a:grpSpLocks/>
          </p:cNvGrpSpPr>
          <p:nvPr/>
        </p:nvGrpSpPr>
        <p:grpSpPr bwMode="auto">
          <a:xfrm>
            <a:off x="2643187" y="4179094"/>
            <a:ext cx="1071563" cy="314325"/>
            <a:chOff x="1260" y="3510"/>
            <a:chExt cx="900" cy="264"/>
          </a:xfrm>
        </p:grpSpPr>
        <p:pic>
          <p:nvPicPr>
            <p:cNvPr id="4005900" name="Picture 12">
              <a:extLst>
                <a:ext uri="{FF2B5EF4-FFF2-40B4-BE49-F238E27FC236}">
                  <a16:creationId xmlns:a16="http://schemas.microsoft.com/office/drawing/2014/main" id="{E879C0A7-4223-AED2-ECBD-AB173BCDF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1260" y="3510"/>
              <a:ext cx="900" cy="264"/>
            </a:xfrm>
            <a:prstGeom prst="rect">
              <a:avLst/>
            </a:prstGeom>
            <a:noFill/>
            <a:extLst>
              <a:ext uri="{909E8E84-426E-40DD-AFC4-6F175D3DCCD1}">
                <a14:hiddenFill xmlns:a14="http://schemas.microsoft.com/office/drawing/2010/main">
                  <a:solidFill>
                    <a:srgbClr val="FFFFFF"/>
                  </a:solidFill>
                </a14:hiddenFill>
              </a:ext>
            </a:extLst>
          </p:spPr>
        </p:pic>
        <p:sp>
          <p:nvSpPr>
            <p:cNvPr id="4005903" name="Text Box 15">
              <a:hlinkClick r:id="rId4" action="ppaction://hlinksldjump"/>
              <a:extLst>
                <a:ext uri="{FF2B5EF4-FFF2-40B4-BE49-F238E27FC236}">
                  <a16:creationId xmlns:a16="http://schemas.microsoft.com/office/drawing/2014/main" id="{20883402-BF5C-F1F0-E16A-0C6003C3BD96}"/>
                </a:ext>
              </a:extLst>
            </p:cNvPr>
            <p:cNvSpPr txBox="1">
              <a:spLocks noChangeArrowheads="1"/>
            </p:cNvSpPr>
            <p:nvPr/>
          </p:nvSpPr>
          <p:spPr bwMode="auto">
            <a:xfrm>
              <a:off x="1454" y="3510"/>
              <a:ext cx="54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和积法</a:t>
              </a:r>
            </a:p>
          </p:txBody>
        </p:sp>
      </p:grpSp>
      <p:grpSp>
        <p:nvGrpSpPr>
          <p:cNvPr id="4005906" name="Group 18">
            <a:extLst>
              <a:ext uri="{FF2B5EF4-FFF2-40B4-BE49-F238E27FC236}">
                <a16:creationId xmlns:a16="http://schemas.microsoft.com/office/drawing/2014/main" id="{34042DD1-994F-868E-4A47-CACFA2583E49}"/>
              </a:ext>
            </a:extLst>
          </p:cNvPr>
          <p:cNvGrpSpPr>
            <a:grpSpLocks/>
          </p:cNvGrpSpPr>
          <p:nvPr/>
        </p:nvGrpSpPr>
        <p:grpSpPr bwMode="auto">
          <a:xfrm>
            <a:off x="5305425" y="4179094"/>
            <a:ext cx="1071563" cy="314325"/>
            <a:chOff x="3648" y="3510"/>
            <a:chExt cx="900" cy="264"/>
          </a:xfrm>
        </p:grpSpPr>
        <p:pic>
          <p:nvPicPr>
            <p:cNvPr id="4005899" name="Picture 11">
              <a:extLst>
                <a:ext uri="{FF2B5EF4-FFF2-40B4-BE49-F238E27FC236}">
                  <a16:creationId xmlns:a16="http://schemas.microsoft.com/office/drawing/2014/main" id="{CEA57566-FAD1-8BBF-FF1B-BC920461B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 y="3510"/>
              <a:ext cx="900" cy="264"/>
            </a:xfrm>
            <a:prstGeom prst="rect">
              <a:avLst/>
            </a:prstGeom>
            <a:noFill/>
            <a:extLst>
              <a:ext uri="{909E8E84-426E-40DD-AFC4-6F175D3DCCD1}">
                <a14:hiddenFill xmlns:a14="http://schemas.microsoft.com/office/drawing/2010/main">
                  <a:solidFill>
                    <a:srgbClr val="FFFFFF"/>
                  </a:solidFill>
                </a14:hiddenFill>
              </a:ext>
            </a:extLst>
          </p:spPr>
        </p:pic>
        <p:sp>
          <p:nvSpPr>
            <p:cNvPr id="4005904" name="Text Box 16">
              <a:hlinkClick r:id="rId5" action="ppaction://hlinksldjump"/>
              <a:extLst>
                <a:ext uri="{FF2B5EF4-FFF2-40B4-BE49-F238E27FC236}">
                  <a16:creationId xmlns:a16="http://schemas.microsoft.com/office/drawing/2014/main" id="{2B96E1A3-926C-0EBA-B8BB-7453EA423592}"/>
                </a:ext>
              </a:extLst>
            </p:cNvPr>
            <p:cNvSpPr txBox="1">
              <a:spLocks noChangeArrowheads="1"/>
            </p:cNvSpPr>
            <p:nvPr/>
          </p:nvSpPr>
          <p:spPr bwMode="auto">
            <a:xfrm>
              <a:off x="3870" y="3510"/>
              <a:ext cx="54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方根法</a:t>
              </a:r>
            </a:p>
          </p:txBody>
        </p:sp>
      </p:grpSp>
    </p:spTree>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892" name="Rectangle 4">
            <a:extLst>
              <a:ext uri="{FF2B5EF4-FFF2-40B4-BE49-F238E27FC236}">
                <a16:creationId xmlns:a16="http://schemas.microsoft.com/office/drawing/2014/main" id="{F125AEA6-99FA-3486-CCCA-94E5735E8D2E}"/>
              </a:ext>
            </a:extLst>
          </p:cNvPr>
          <p:cNvSpPr>
            <a:spLocks noChangeArrowheads="1"/>
          </p:cNvSpPr>
          <p:nvPr/>
        </p:nvSpPr>
        <p:spPr bwMode="auto">
          <a:xfrm>
            <a:off x="2371725" y="266909"/>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05890" name="Rectangle 2">
            <a:extLst>
              <a:ext uri="{FF2B5EF4-FFF2-40B4-BE49-F238E27FC236}">
                <a16:creationId xmlns:a16="http://schemas.microsoft.com/office/drawing/2014/main" id="{432309BB-E2B9-8AED-D3FB-AC5AD001D0C7}"/>
              </a:ext>
            </a:extLst>
          </p:cNvPr>
          <p:cNvSpPr>
            <a:spLocks noGrp="1" noChangeArrowheads="1"/>
          </p:cNvSpPr>
          <p:nvPr>
            <p:ph type="title"/>
          </p:nvPr>
        </p:nvSpPr>
        <p:spPr bwMode="auto">
          <a:xfrm>
            <a:off x="2371725" y="255985"/>
            <a:ext cx="4505325" cy="432197"/>
          </a:xfrm>
          <a:noFill/>
          <a:ln/>
          <a:extLst>
            <a:ext uri="{909E8E84-426E-40DD-AFC4-6F175D3DCCD1}">
              <a14:hiddenFill xmlns:a14="http://schemas.microsoft.com/office/drawing/2010/main">
                <a:solidFill>
                  <a:srgbClr val="003366">
                    <a:alpha val="89999"/>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相对重要度计算和一致性检验</a:t>
            </a:r>
          </a:p>
        </p:txBody>
      </p:sp>
      <p:pic>
        <p:nvPicPr>
          <p:cNvPr id="2" name="图片 1">
            <a:extLst>
              <a:ext uri="{FF2B5EF4-FFF2-40B4-BE49-F238E27FC236}">
                <a16:creationId xmlns:a16="http://schemas.microsoft.com/office/drawing/2014/main" id="{AA07637A-CD37-BFE1-B1AD-C20D66A6BAAA}"/>
              </a:ext>
            </a:extLst>
          </p:cNvPr>
          <p:cNvPicPr>
            <a:picLocks noChangeAspect="1"/>
          </p:cNvPicPr>
          <p:nvPr/>
        </p:nvPicPr>
        <p:blipFill>
          <a:blip r:embed="rId2"/>
          <a:stretch>
            <a:fillRect/>
          </a:stretch>
        </p:blipFill>
        <p:spPr>
          <a:xfrm>
            <a:off x="1766413" y="1224365"/>
            <a:ext cx="5757436" cy="3060915"/>
          </a:xfrm>
          <a:prstGeom prst="rect">
            <a:avLst/>
          </a:prstGeom>
        </p:spPr>
      </p:pic>
    </p:spTree>
    <p:extLst>
      <p:ext uri="{BB962C8B-B14F-4D97-AF65-F5344CB8AC3E}">
        <p14:creationId xmlns:p14="http://schemas.microsoft.com/office/powerpoint/2010/main" val="2435242997"/>
      </p:ext>
    </p:extLst>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892" name="Rectangle 4">
            <a:extLst>
              <a:ext uri="{FF2B5EF4-FFF2-40B4-BE49-F238E27FC236}">
                <a16:creationId xmlns:a16="http://schemas.microsoft.com/office/drawing/2014/main" id="{F125AEA6-99FA-3486-CCCA-94E5735E8D2E}"/>
              </a:ext>
            </a:extLst>
          </p:cNvPr>
          <p:cNvSpPr>
            <a:spLocks noChangeArrowheads="1"/>
          </p:cNvSpPr>
          <p:nvPr/>
        </p:nvSpPr>
        <p:spPr bwMode="auto">
          <a:xfrm>
            <a:off x="2371725" y="266909"/>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05890" name="Rectangle 2">
            <a:extLst>
              <a:ext uri="{FF2B5EF4-FFF2-40B4-BE49-F238E27FC236}">
                <a16:creationId xmlns:a16="http://schemas.microsoft.com/office/drawing/2014/main" id="{432309BB-E2B9-8AED-D3FB-AC5AD001D0C7}"/>
              </a:ext>
            </a:extLst>
          </p:cNvPr>
          <p:cNvSpPr>
            <a:spLocks noGrp="1" noChangeArrowheads="1"/>
          </p:cNvSpPr>
          <p:nvPr>
            <p:ph type="title"/>
          </p:nvPr>
        </p:nvSpPr>
        <p:spPr bwMode="auto">
          <a:xfrm>
            <a:off x="2371725" y="255985"/>
            <a:ext cx="4505325" cy="432197"/>
          </a:xfrm>
          <a:noFill/>
          <a:ln/>
          <a:extLst>
            <a:ext uri="{909E8E84-426E-40DD-AFC4-6F175D3DCCD1}">
              <a14:hiddenFill xmlns:a14="http://schemas.microsoft.com/office/drawing/2010/main">
                <a:solidFill>
                  <a:srgbClr val="003366">
                    <a:alpha val="89999"/>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相对重要度计算和一致性检验</a:t>
            </a:r>
          </a:p>
        </p:txBody>
      </p:sp>
      <p:pic>
        <p:nvPicPr>
          <p:cNvPr id="3" name="图片 2">
            <a:extLst>
              <a:ext uri="{FF2B5EF4-FFF2-40B4-BE49-F238E27FC236}">
                <a16:creationId xmlns:a16="http://schemas.microsoft.com/office/drawing/2014/main" id="{35D5144F-6221-DC5D-CC4A-FAFABBB982F8}"/>
              </a:ext>
            </a:extLst>
          </p:cNvPr>
          <p:cNvPicPr>
            <a:picLocks noChangeAspect="1"/>
          </p:cNvPicPr>
          <p:nvPr/>
        </p:nvPicPr>
        <p:blipFill>
          <a:blip r:embed="rId2"/>
          <a:stretch>
            <a:fillRect/>
          </a:stretch>
        </p:blipFill>
        <p:spPr>
          <a:xfrm>
            <a:off x="1697065" y="713361"/>
            <a:ext cx="6257664" cy="4174154"/>
          </a:xfrm>
          <a:prstGeom prst="rect">
            <a:avLst/>
          </a:prstGeom>
        </p:spPr>
      </p:pic>
    </p:spTree>
    <p:extLst>
      <p:ext uri="{BB962C8B-B14F-4D97-AF65-F5344CB8AC3E}">
        <p14:creationId xmlns:p14="http://schemas.microsoft.com/office/powerpoint/2010/main" val="4129678061"/>
      </p:ext>
    </p:extLst>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892" name="Rectangle 4">
            <a:extLst>
              <a:ext uri="{FF2B5EF4-FFF2-40B4-BE49-F238E27FC236}">
                <a16:creationId xmlns:a16="http://schemas.microsoft.com/office/drawing/2014/main" id="{F125AEA6-99FA-3486-CCCA-94E5735E8D2E}"/>
              </a:ext>
            </a:extLst>
          </p:cNvPr>
          <p:cNvSpPr>
            <a:spLocks noChangeArrowheads="1"/>
          </p:cNvSpPr>
          <p:nvPr/>
        </p:nvSpPr>
        <p:spPr bwMode="auto">
          <a:xfrm>
            <a:off x="2371725" y="266909"/>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05890" name="Rectangle 2">
            <a:extLst>
              <a:ext uri="{FF2B5EF4-FFF2-40B4-BE49-F238E27FC236}">
                <a16:creationId xmlns:a16="http://schemas.microsoft.com/office/drawing/2014/main" id="{432309BB-E2B9-8AED-D3FB-AC5AD001D0C7}"/>
              </a:ext>
            </a:extLst>
          </p:cNvPr>
          <p:cNvSpPr>
            <a:spLocks noGrp="1" noChangeArrowheads="1"/>
          </p:cNvSpPr>
          <p:nvPr>
            <p:ph type="title"/>
          </p:nvPr>
        </p:nvSpPr>
        <p:spPr bwMode="auto">
          <a:xfrm>
            <a:off x="2371725" y="255985"/>
            <a:ext cx="4505325" cy="432197"/>
          </a:xfrm>
          <a:noFill/>
          <a:ln/>
          <a:extLst>
            <a:ext uri="{909E8E84-426E-40DD-AFC4-6F175D3DCCD1}">
              <a14:hiddenFill xmlns:a14="http://schemas.microsoft.com/office/drawing/2010/main">
                <a:solidFill>
                  <a:srgbClr val="003366">
                    <a:alpha val="89999"/>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相对重要度计算和一致性检验</a:t>
            </a:r>
          </a:p>
        </p:txBody>
      </p:sp>
      <p:pic>
        <p:nvPicPr>
          <p:cNvPr id="2" name="图片 1">
            <a:extLst>
              <a:ext uri="{FF2B5EF4-FFF2-40B4-BE49-F238E27FC236}">
                <a16:creationId xmlns:a16="http://schemas.microsoft.com/office/drawing/2014/main" id="{A3FB5AB1-3C15-837A-D32B-14551AAAA793}"/>
              </a:ext>
            </a:extLst>
          </p:cNvPr>
          <p:cNvPicPr>
            <a:picLocks noChangeAspect="1"/>
          </p:cNvPicPr>
          <p:nvPr/>
        </p:nvPicPr>
        <p:blipFill>
          <a:blip r:embed="rId2"/>
          <a:stretch>
            <a:fillRect/>
          </a:stretch>
        </p:blipFill>
        <p:spPr>
          <a:xfrm>
            <a:off x="1879973" y="776533"/>
            <a:ext cx="5384054" cy="4196486"/>
          </a:xfrm>
          <a:prstGeom prst="rect">
            <a:avLst/>
          </a:prstGeom>
        </p:spPr>
      </p:pic>
      <p:pic>
        <p:nvPicPr>
          <p:cNvPr id="3" name="图片 2">
            <a:extLst>
              <a:ext uri="{FF2B5EF4-FFF2-40B4-BE49-F238E27FC236}">
                <a16:creationId xmlns:a16="http://schemas.microsoft.com/office/drawing/2014/main" id="{9B96D2B9-B445-09C3-3F07-8D0F85F7FB7C}"/>
              </a:ext>
            </a:extLst>
          </p:cNvPr>
          <p:cNvPicPr>
            <a:picLocks noChangeAspect="1"/>
          </p:cNvPicPr>
          <p:nvPr/>
        </p:nvPicPr>
        <p:blipFill>
          <a:blip r:embed="rId3"/>
          <a:stretch>
            <a:fillRect/>
          </a:stretch>
        </p:blipFill>
        <p:spPr>
          <a:xfrm>
            <a:off x="6877050" y="4384568"/>
            <a:ext cx="1765354" cy="588451"/>
          </a:xfrm>
          <a:prstGeom prst="rect">
            <a:avLst/>
          </a:prstGeom>
        </p:spPr>
      </p:pic>
    </p:spTree>
    <p:extLst>
      <p:ext uri="{BB962C8B-B14F-4D97-AF65-F5344CB8AC3E}">
        <p14:creationId xmlns:p14="http://schemas.microsoft.com/office/powerpoint/2010/main" val="4229794151"/>
      </p:ext>
    </p:extLst>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208" name="Rectangle 8">
            <a:extLst>
              <a:ext uri="{FF2B5EF4-FFF2-40B4-BE49-F238E27FC236}">
                <a16:creationId xmlns:a16="http://schemas.microsoft.com/office/drawing/2014/main" id="{26424A8E-466A-3C20-B8D6-4441F8CE8DE7}"/>
              </a:ext>
            </a:extLst>
          </p:cNvPr>
          <p:cNvSpPr>
            <a:spLocks noChangeArrowheads="1"/>
          </p:cNvSpPr>
          <p:nvPr/>
        </p:nvSpPr>
        <p:spPr bwMode="auto">
          <a:xfrm>
            <a:off x="2371725" y="266909"/>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19204" name="Text Box 4">
            <a:extLst>
              <a:ext uri="{FF2B5EF4-FFF2-40B4-BE49-F238E27FC236}">
                <a16:creationId xmlns:a16="http://schemas.microsoft.com/office/drawing/2014/main" id="{BD6CAA27-EB80-3EB7-C4C0-A2DD9964084A}"/>
              </a:ext>
            </a:extLst>
          </p:cNvPr>
          <p:cNvSpPr txBox="1">
            <a:spLocks noChangeArrowheads="1"/>
          </p:cNvSpPr>
          <p:nvPr/>
        </p:nvSpPr>
        <p:spPr bwMode="auto">
          <a:xfrm>
            <a:off x="3402807" y="769144"/>
            <a:ext cx="263604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2100" b="1">
                <a:solidFill>
                  <a:srgbClr val="000000"/>
                </a:solidFill>
                <a:latin typeface="Arial" panose="020B0604020202020204" pitchFamily="34" charset="0"/>
                <a:ea typeface="宋体" panose="02010600030101010101" pitchFamily="2" charset="-122"/>
              </a:rPr>
              <a:t>（二）一致性检验</a:t>
            </a:r>
          </a:p>
        </p:txBody>
      </p:sp>
      <p:sp>
        <p:nvSpPr>
          <p:cNvPr id="4019206" name="Rectangle 6">
            <a:extLst>
              <a:ext uri="{FF2B5EF4-FFF2-40B4-BE49-F238E27FC236}">
                <a16:creationId xmlns:a16="http://schemas.microsoft.com/office/drawing/2014/main" id="{6FD96D4D-351B-9A5A-6C46-4CB47A834C82}"/>
              </a:ext>
            </a:extLst>
          </p:cNvPr>
          <p:cNvSpPr>
            <a:spLocks noGrp="1" noChangeArrowheads="1"/>
          </p:cNvSpPr>
          <p:nvPr>
            <p:ph type="title"/>
          </p:nvPr>
        </p:nvSpPr>
        <p:spPr bwMode="auto">
          <a:xfrm>
            <a:off x="2345532" y="205979"/>
            <a:ext cx="4350544" cy="482203"/>
          </a:xfrm>
          <a:noFill/>
          <a:ln/>
          <a:extLst>
            <a:ext uri="{909E8E84-426E-40DD-AFC4-6F175D3DCCD1}">
              <a14:hiddenFill xmlns:a14="http://schemas.microsoft.com/office/drawing/2010/main">
                <a:solidFill>
                  <a:srgbClr val="003366">
                    <a:alpha val="89999"/>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相对重要度计算和一致性检验</a:t>
            </a:r>
          </a:p>
        </p:txBody>
      </p:sp>
      <p:graphicFrame>
        <p:nvGraphicFramePr>
          <p:cNvPr id="4019211" name="Object 11">
            <a:extLst>
              <a:ext uri="{FF2B5EF4-FFF2-40B4-BE49-F238E27FC236}">
                <a16:creationId xmlns:a16="http://schemas.microsoft.com/office/drawing/2014/main" id="{F8E36E98-6F95-9CCA-6929-FD2343013E72}"/>
              </a:ext>
            </a:extLst>
          </p:cNvPr>
          <p:cNvGraphicFramePr>
            <a:graphicFrameLocks noGrp="1" noChangeAspect="1"/>
          </p:cNvGraphicFramePr>
          <p:nvPr>
            <p:ph sz="half" idx="1"/>
          </p:nvPr>
        </p:nvGraphicFramePr>
        <p:xfrm>
          <a:off x="3402807" y="1715692"/>
          <a:ext cx="1664494" cy="686990"/>
        </p:xfrm>
        <a:graphic>
          <a:graphicData uri="http://schemas.openxmlformats.org/presentationml/2006/ole">
            <mc:AlternateContent xmlns:mc="http://schemas.openxmlformats.org/markup-compatibility/2006">
              <mc:Choice xmlns:v="urn:schemas-microsoft-com:vml" Requires="v">
                <p:oleObj r:id="rId2" imgW="888614" imgH="406224" progId="Equation.3">
                  <p:embed/>
                </p:oleObj>
              </mc:Choice>
              <mc:Fallback>
                <p:oleObj r:id="rId2" imgW="888614" imgH="406224" progId="Equation.3">
                  <p:embed/>
                  <p:pic>
                    <p:nvPicPr>
                      <p:cNvPr id="4019211" name="Object 11">
                        <a:extLst>
                          <a:ext uri="{FF2B5EF4-FFF2-40B4-BE49-F238E27FC236}">
                            <a16:creationId xmlns:a16="http://schemas.microsoft.com/office/drawing/2014/main" id="{F8E36E98-6F95-9CCA-6929-FD2343013E72}"/>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2807" y="1715692"/>
                        <a:ext cx="1664494" cy="686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19209" name="Text Box 9">
            <a:extLst>
              <a:ext uri="{FF2B5EF4-FFF2-40B4-BE49-F238E27FC236}">
                <a16:creationId xmlns:a16="http://schemas.microsoft.com/office/drawing/2014/main" id="{80C3F0A6-3D07-5482-0EC0-B6E1C1DC408D}"/>
              </a:ext>
            </a:extLst>
          </p:cNvPr>
          <p:cNvSpPr txBox="1">
            <a:spLocks noChangeArrowheads="1"/>
          </p:cNvSpPr>
          <p:nvPr/>
        </p:nvSpPr>
        <p:spPr bwMode="auto">
          <a:xfrm>
            <a:off x="2102644" y="1219200"/>
            <a:ext cx="2611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buClr>
                <a:srgbClr val="003366"/>
              </a:buClr>
              <a:buFont typeface="Wingdings" panose="05000000000000000000" pitchFamily="2" charset="2"/>
              <a:buChar char="n"/>
            </a:pPr>
            <a:r>
              <a:rPr lang="zh-CN" altLang="en-US" b="1">
                <a:solidFill>
                  <a:srgbClr val="000000"/>
                </a:solidFill>
                <a:latin typeface="Arial" panose="020B0604020202020204" pitchFamily="34" charset="0"/>
                <a:ea typeface="宋体" panose="02010600030101010101" pitchFamily="2" charset="-122"/>
              </a:rPr>
              <a:t>定义</a:t>
            </a:r>
            <a:r>
              <a:rPr lang="zh-CN" altLang="en-US" sz="1200">
                <a:solidFill>
                  <a:srgbClr val="000000"/>
                </a:solidFill>
                <a:latin typeface="Arial" panose="020B0604020202020204" pitchFamily="34" charset="0"/>
                <a:ea typeface="宋体" panose="02010600030101010101" pitchFamily="2" charset="-122"/>
              </a:rPr>
              <a:t>    </a:t>
            </a:r>
            <a:r>
              <a:rPr lang="zh-CN" altLang="en-US" sz="1350">
                <a:solidFill>
                  <a:srgbClr val="000000"/>
                </a:solidFill>
                <a:latin typeface="宋体" panose="02010600030101010101" pitchFamily="2" charset="-122"/>
                <a:ea typeface="宋体" panose="02010600030101010101" pitchFamily="2" charset="-122"/>
              </a:rPr>
              <a:t>一致性指标</a:t>
            </a:r>
            <a:r>
              <a:rPr lang="en-US" altLang="zh-CN" sz="1350" b="1" i="1">
                <a:solidFill>
                  <a:srgbClr val="000000"/>
                </a:solidFill>
                <a:latin typeface="宋体" panose="02010600030101010101" pitchFamily="2" charset="-122"/>
                <a:ea typeface="宋体" panose="02010600030101010101" pitchFamily="2" charset="-122"/>
              </a:rPr>
              <a:t>C.I.</a:t>
            </a:r>
            <a:r>
              <a:rPr lang="zh-CN" altLang="en-US" sz="1350">
                <a:solidFill>
                  <a:srgbClr val="000000"/>
                </a:solidFill>
                <a:latin typeface="宋体" panose="02010600030101010101" pitchFamily="2" charset="-122"/>
                <a:ea typeface="宋体" panose="02010600030101010101" pitchFamily="2" charset="-122"/>
              </a:rPr>
              <a:t>为</a:t>
            </a:r>
            <a:r>
              <a:rPr lang="zh-CN" altLang="en-US">
                <a:solidFill>
                  <a:srgbClr val="000000"/>
                </a:solidFill>
                <a:latin typeface="Arial" panose="020B0604020202020204" pitchFamily="34" charset="0"/>
                <a:ea typeface="宋体" panose="02010600030101010101" pitchFamily="2" charset="-122"/>
              </a:rPr>
              <a:t>：</a:t>
            </a:r>
            <a:endParaRPr lang="en-US" altLang="zh-CN">
              <a:solidFill>
                <a:srgbClr val="000000"/>
              </a:solidFill>
              <a:latin typeface="Arial" panose="020B0604020202020204" pitchFamily="34" charset="0"/>
              <a:ea typeface="宋体" panose="02010600030101010101" pitchFamily="2" charset="-122"/>
            </a:endParaRPr>
          </a:p>
        </p:txBody>
      </p:sp>
      <p:sp>
        <p:nvSpPr>
          <p:cNvPr id="4019210" name="Text Box 10">
            <a:extLst>
              <a:ext uri="{FF2B5EF4-FFF2-40B4-BE49-F238E27FC236}">
                <a16:creationId xmlns:a16="http://schemas.microsoft.com/office/drawing/2014/main" id="{8F31366B-D74C-B4D9-5DFF-062F94586693}"/>
              </a:ext>
            </a:extLst>
          </p:cNvPr>
          <p:cNvSpPr txBox="1">
            <a:spLocks noChangeArrowheads="1"/>
          </p:cNvSpPr>
          <p:nvPr/>
        </p:nvSpPr>
        <p:spPr bwMode="auto">
          <a:xfrm>
            <a:off x="3207544" y="2256235"/>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19213" name="Text Box 13">
            <a:extLst>
              <a:ext uri="{FF2B5EF4-FFF2-40B4-BE49-F238E27FC236}">
                <a16:creationId xmlns:a16="http://schemas.microsoft.com/office/drawing/2014/main" id="{6B618474-B60B-E050-D04C-CB006A3B6A37}"/>
              </a:ext>
            </a:extLst>
          </p:cNvPr>
          <p:cNvSpPr txBox="1">
            <a:spLocks noChangeArrowheads="1"/>
          </p:cNvSpPr>
          <p:nvPr/>
        </p:nvSpPr>
        <p:spPr bwMode="auto">
          <a:xfrm>
            <a:off x="1781175" y="2508647"/>
            <a:ext cx="5667375"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350">
                <a:solidFill>
                  <a:srgbClr val="000000"/>
                </a:solidFill>
                <a:latin typeface="Arial" panose="020B0604020202020204" pitchFamily="34" charset="0"/>
                <a:ea typeface="宋体" panose="02010600030101010101" pitchFamily="2" charset="-122"/>
              </a:rPr>
              <a:t>一般情况下，若</a:t>
            </a:r>
            <a:r>
              <a:rPr lang="en-US" altLang="zh-CN" sz="1350" b="1" i="1">
                <a:solidFill>
                  <a:srgbClr val="000000"/>
                </a:solidFill>
                <a:latin typeface="Arial" panose="020B0604020202020204" pitchFamily="34" charset="0"/>
                <a:ea typeface="宋体" panose="02010600030101010101" pitchFamily="2" charset="-122"/>
              </a:rPr>
              <a:t>C.I. </a:t>
            </a:r>
            <a:r>
              <a:rPr lang="zh-CN" altLang="en-US" sz="1350" b="1" i="1">
                <a:solidFill>
                  <a:srgbClr val="000000"/>
                </a:solidFill>
                <a:latin typeface="Arial" panose="020B0604020202020204" pitchFamily="34" charset="0"/>
                <a:ea typeface="宋体" panose="02010600030101010101" pitchFamily="2" charset="-122"/>
              </a:rPr>
              <a:t>≤</a:t>
            </a:r>
            <a:r>
              <a:rPr lang="en-US" altLang="zh-CN" sz="1350" b="1" i="1">
                <a:solidFill>
                  <a:srgbClr val="000000"/>
                </a:solidFill>
                <a:latin typeface="Arial" panose="020B0604020202020204" pitchFamily="34" charset="0"/>
                <a:ea typeface="宋体" panose="02010600030101010101" pitchFamily="2" charset="-122"/>
              </a:rPr>
              <a:t>0.10,</a:t>
            </a:r>
            <a:r>
              <a:rPr lang="zh-CN" altLang="en-US" sz="1350">
                <a:solidFill>
                  <a:srgbClr val="000000"/>
                </a:solidFill>
                <a:latin typeface="Arial" panose="020B0604020202020204" pitchFamily="34" charset="0"/>
                <a:ea typeface="宋体" panose="02010600030101010101" pitchFamily="2" charset="-122"/>
              </a:rPr>
              <a:t>就认为判断矩阵具有一致性。据此而计算的值是可以接受的。</a:t>
            </a:r>
            <a:endParaRPr lang="zh-CN" altLang="en-US" sz="1350" b="1" i="1">
              <a:solidFill>
                <a:srgbClr val="000000"/>
              </a:solidFill>
              <a:latin typeface="Arial" panose="020B0604020202020204" pitchFamily="34" charset="0"/>
              <a:ea typeface="宋体" panose="02010600030101010101" pitchFamily="2" charset="-122"/>
            </a:endParaRPr>
          </a:p>
        </p:txBody>
      </p:sp>
      <p:sp>
        <p:nvSpPr>
          <p:cNvPr id="4019215" name="Text Box 15">
            <a:extLst>
              <a:ext uri="{FF2B5EF4-FFF2-40B4-BE49-F238E27FC236}">
                <a16:creationId xmlns:a16="http://schemas.microsoft.com/office/drawing/2014/main" id="{6AD7E126-DBDA-171D-EB20-30F4DE20F1C4}"/>
              </a:ext>
            </a:extLst>
          </p:cNvPr>
          <p:cNvSpPr txBox="1">
            <a:spLocks noChangeArrowheads="1"/>
          </p:cNvSpPr>
          <p:nvPr/>
        </p:nvSpPr>
        <p:spPr bwMode="auto">
          <a:xfrm>
            <a:off x="1781175" y="3151585"/>
            <a:ext cx="56673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显然，随着</a:t>
            </a:r>
            <a:r>
              <a:rPr lang="en-US" altLang="zh-CN" sz="1200">
                <a:solidFill>
                  <a:srgbClr val="000000"/>
                </a:solidFill>
                <a:latin typeface="Arial" panose="020B0604020202020204" pitchFamily="34" charset="0"/>
                <a:ea typeface="宋体" panose="02010600030101010101" pitchFamily="2" charset="-122"/>
              </a:rPr>
              <a:t>n</a:t>
            </a:r>
            <a:r>
              <a:rPr lang="zh-CN" altLang="en-US" sz="1200">
                <a:solidFill>
                  <a:srgbClr val="000000"/>
                </a:solidFill>
                <a:latin typeface="Arial" panose="020B0604020202020204" pitchFamily="34" charset="0"/>
                <a:ea typeface="宋体" panose="02010600030101010101" pitchFamily="2" charset="-122"/>
              </a:rPr>
              <a:t>的增加判断误差就会增加，因此判断一致性时应考虑到</a:t>
            </a:r>
            <a:r>
              <a:rPr lang="en-US" altLang="zh-CN" sz="1200">
                <a:solidFill>
                  <a:srgbClr val="000000"/>
                </a:solidFill>
                <a:latin typeface="Arial" panose="020B0604020202020204" pitchFamily="34" charset="0"/>
                <a:ea typeface="宋体" panose="02010600030101010101" pitchFamily="2" charset="-122"/>
              </a:rPr>
              <a:t>n</a:t>
            </a:r>
            <a:r>
              <a:rPr lang="zh-CN" altLang="en-US" sz="1200">
                <a:solidFill>
                  <a:srgbClr val="000000"/>
                </a:solidFill>
                <a:latin typeface="Arial" panose="020B0604020202020204" pitchFamily="34" charset="0"/>
                <a:ea typeface="宋体" panose="02010600030101010101" pitchFamily="2" charset="-122"/>
              </a:rPr>
              <a:t>的影响，使用随机性一致性比值</a:t>
            </a:r>
            <a:r>
              <a:rPr lang="en-US" altLang="zh-CN" sz="1200" b="1" i="1">
                <a:solidFill>
                  <a:srgbClr val="000000"/>
                </a:solidFill>
                <a:latin typeface="Arial" panose="020B0604020202020204" pitchFamily="34" charset="0"/>
                <a:ea typeface="宋体" panose="02010600030101010101" pitchFamily="2" charset="-122"/>
              </a:rPr>
              <a:t>C.R. =C.I./ R.I.</a:t>
            </a:r>
            <a:r>
              <a:rPr lang="zh-CN" altLang="en-US" sz="1200" b="1" i="1">
                <a:solidFill>
                  <a:srgbClr val="000000"/>
                </a:solidFill>
                <a:latin typeface="Arial" panose="020B0604020202020204" pitchFamily="34" charset="0"/>
                <a:ea typeface="宋体" panose="02010600030101010101" pitchFamily="2" charset="-122"/>
              </a:rPr>
              <a:t>，</a:t>
            </a:r>
            <a:r>
              <a:rPr lang="zh-CN" altLang="en-US" sz="1200">
                <a:solidFill>
                  <a:srgbClr val="000000"/>
                </a:solidFill>
                <a:latin typeface="Arial" panose="020B0604020202020204" pitchFamily="34" charset="0"/>
                <a:ea typeface="宋体" panose="02010600030101010101" pitchFamily="2" charset="-122"/>
              </a:rPr>
              <a:t>其中</a:t>
            </a:r>
            <a:r>
              <a:rPr lang="en-US" altLang="zh-CN" sz="1200" b="1" i="1">
                <a:solidFill>
                  <a:srgbClr val="000000"/>
                </a:solidFill>
                <a:latin typeface="Arial" panose="020B0604020202020204" pitchFamily="34" charset="0"/>
                <a:ea typeface="宋体" panose="02010600030101010101" pitchFamily="2" charset="-122"/>
              </a:rPr>
              <a:t>R.I.</a:t>
            </a:r>
            <a:r>
              <a:rPr lang="zh-CN" altLang="en-US" sz="1200">
                <a:solidFill>
                  <a:srgbClr val="000000"/>
                </a:solidFill>
                <a:latin typeface="Arial" panose="020B0604020202020204" pitchFamily="34" charset="0"/>
                <a:ea typeface="宋体" panose="02010600030101010101" pitchFamily="2" charset="-122"/>
              </a:rPr>
              <a:t>为平均随机一致性指标。下表给出了</a:t>
            </a:r>
            <a:r>
              <a:rPr lang="en-US" altLang="zh-CN" sz="1200">
                <a:solidFill>
                  <a:srgbClr val="000000"/>
                </a:solidFill>
                <a:latin typeface="Arial" panose="020B0604020202020204" pitchFamily="34" charset="0"/>
                <a:ea typeface="宋体" panose="02010600030101010101" pitchFamily="2" charset="-122"/>
              </a:rPr>
              <a:t>500</a:t>
            </a:r>
            <a:r>
              <a:rPr lang="zh-CN" altLang="en-US" sz="1200">
                <a:solidFill>
                  <a:srgbClr val="000000"/>
                </a:solidFill>
                <a:latin typeface="Arial" panose="020B0604020202020204" pitchFamily="34" charset="0"/>
                <a:ea typeface="宋体" panose="02010600030101010101" pitchFamily="2" charset="-122"/>
              </a:rPr>
              <a:t>样本判断矩阵计算的平均随机一致性指标检验值。</a:t>
            </a:r>
            <a:endParaRPr lang="zh-CN" altLang="en-US" sz="1200" b="1" i="1">
              <a:solidFill>
                <a:srgbClr val="000000"/>
              </a:solidFill>
              <a:latin typeface="Arial" panose="020B0604020202020204" pitchFamily="34" charset="0"/>
              <a:ea typeface="宋体" panose="02010600030101010101" pitchFamily="2" charset="-122"/>
            </a:endParaRPr>
          </a:p>
        </p:txBody>
      </p:sp>
      <p:graphicFrame>
        <p:nvGraphicFramePr>
          <p:cNvPr id="4019216" name="Object 16">
            <a:extLst>
              <a:ext uri="{FF2B5EF4-FFF2-40B4-BE49-F238E27FC236}">
                <a16:creationId xmlns:a16="http://schemas.microsoft.com/office/drawing/2014/main" id="{08C36E61-F1F7-30FC-CD0A-C3FD17A7CAE2}"/>
              </a:ext>
            </a:extLst>
          </p:cNvPr>
          <p:cNvGraphicFramePr>
            <a:graphicFrameLocks noGrp="1" noChangeAspect="1"/>
          </p:cNvGraphicFramePr>
          <p:nvPr>
            <p:ph sz="half" idx="2"/>
          </p:nvPr>
        </p:nvGraphicFramePr>
        <p:xfrm>
          <a:off x="1926432" y="4194573"/>
          <a:ext cx="5769769" cy="625078"/>
        </p:xfrm>
        <a:graphic>
          <a:graphicData uri="http://schemas.openxmlformats.org/presentationml/2006/ole">
            <mc:AlternateContent xmlns:mc="http://schemas.openxmlformats.org/markup-compatibility/2006">
              <mc:Choice xmlns:v="urn:schemas-microsoft-com:vml" Requires="v">
                <p:oleObj name="工作表" r:id="rId4" imgW="4591202" imgH="381000" progId="Excel.Sheet.8">
                  <p:embed/>
                </p:oleObj>
              </mc:Choice>
              <mc:Fallback>
                <p:oleObj name="工作表" r:id="rId4" imgW="4591202" imgH="381000" progId="Excel.Sheet.8">
                  <p:embed/>
                  <p:pic>
                    <p:nvPicPr>
                      <p:cNvPr id="4019216" name="Object 16">
                        <a:extLst>
                          <a:ext uri="{FF2B5EF4-FFF2-40B4-BE49-F238E27FC236}">
                            <a16:creationId xmlns:a16="http://schemas.microsoft.com/office/drawing/2014/main" id="{08C36E61-F1F7-30FC-CD0A-C3FD17A7CAE2}"/>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6432" y="4194573"/>
                        <a:ext cx="5769769" cy="625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19219" name="Text Box 19">
            <a:extLst>
              <a:ext uri="{FF2B5EF4-FFF2-40B4-BE49-F238E27FC236}">
                <a16:creationId xmlns:a16="http://schemas.microsoft.com/office/drawing/2014/main" id="{C0C47E54-4F37-6F7E-B3B1-8C396D2A3028}"/>
              </a:ext>
            </a:extLst>
          </p:cNvPr>
          <p:cNvSpPr txBox="1">
            <a:spLocks noChangeArrowheads="1"/>
          </p:cNvSpPr>
          <p:nvPr/>
        </p:nvSpPr>
        <p:spPr bwMode="auto">
          <a:xfrm>
            <a:off x="3921919" y="3815954"/>
            <a:ext cx="15696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200">
                <a:solidFill>
                  <a:srgbClr val="000000"/>
                </a:solidFill>
                <a:latin typeface="Arial" panose="020B0604020202020204" pitchFamily="34" charset="0"/>
                <a:ea typeface="宋体" panose="02010600030101010101" pitchFamily="2" charset="-122"/>
              </a:rPr>
              <a:t>平均随机一致性指标</a:t>
            </a:r>
          </a:p>
        </p:txBody>
      </p:sp>
      <p:sp>
        <p:nvSpPr>
          <p:cNvPr id="4019220" name="AutoShape 20">
            <a:hlinkClick r:id="rId6" action="ppaction://hlinksldjump" highlightClick="1"/>
            <a:extLst>
              <a:ext uri="{FF2B5EF4-FFF2-40B4-BE49-F238E27FC236}">
                <a16:creationId xmlns:a16="http://schemas.microsoft.com/office/drawing/2014/main" id="{4896BF0F-5864-80F4-89C7-03A0A36F9D51}"/>
              </a:ext>
            </a:extLst>
          </p:cNvPr>
          <p:cNvSpPr>
            <a:spLocks noChangeArrowheads="1"/>
          </p:cNvSpPr>
          <p:nvPr/>
        </p:nvSpPr>
        <p:spPr bwMode="auto">
          <a:xfrm>
            <a:off x="1143000" y="4743063"/>
            <a:ext cx="446485" cy="276999"/>
          </a:xfrm>
          <a:prstGeom prst="actionButtonHome">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208" name="Rectangle 8">
            <a:extLst>
              <a:ext uri="{FF2B5EF4-FFF2-40B4-BE49-F238E27FC236}">
                <a16:creationId xmlns:a16="http://schemas.microsoft.com/office/drawing/2014/main" id="{26424A8E-466A-3C20-B8D6-4441F8CE8DE7}"/>
              </a:ext>
            </a:extLst>
          </p:cNvPr>
          <p:cNvSpPr>
            <a:spLocks noChangeArrowheads="1"/>
          </p:cNvSpPr>
          <p:nvPr/>
        </p:nvSpPr>
        <p:spPr bwMode="auto">
          <a:xfrm>
            <a:off x="2371725" y="266909"/>
            <a:ext cx="4324350" cy="276999"/>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19204" name="Text Box 4">
            <a:extLst>
              <a:ext uri="{FF2B5EF4-FFF2-40B4-BE49-F238E27FC236}">
                <a16:creationId xmlns:a16="http://schemas.microsoft.com/office/drawing/2014/main" id="{BD6CAA27-EB80-3EB7-C4C0-A2DD9964084A}"/>
              </a:ext>
            </a:extLst>
          </p:cNvPr>
          <p:cNvSpPr txBox="1">
            <a:spLocks noChangeArrowheads="1"/>
          </p:cNvSpPr>
          <p:nvPr/>
        </p:nvSpPr>
        <p:spPr bwMode="auto">
          <a:xfrm>
            <a:off x="3402807" y="769144"/>
            <a:ext cx="263604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r>
              <a:rPr kumimoji="0" lang="zh-CN" altLang="en-US" sz="21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一致性检验案例</a:t>
            </a:r>
          </a:p>
        </p:txBody>
      </p:sp>
      <p:sp>
        <p:nvSpPr>
          <p:cNvPr id="4019206" name="Rectangle 6">
            <a:extLst>
              <a:ext uri="{FF2B5EF4-FFF2-40B4-BE49-F238E27FC236}">
                <a16:creationId xmlns:a16="http://schemas.microsoft.com/office/drawing/2014/main" id="{6FD96D4D-351B-9A5A-6C46-4CB47A834C82}"/>
              </a:ext>
            </a:extLst>
          </p:cNvPr>
          <p:cNvSpPr>
            <a:spLocks noGrp="1" noChangeArrowheads="1"/>
          </p:cNvSpPr>
          <p:nvPr>
            <p:ph type="title"/>
          </p:nvPr>
        </p:nvSpPr>
        <p:spPr bwMode="auto">
          <a:xfrm>
            <a:off x="2345532" y="205979"/>
            <a:ext cx="4350544" cy="482203"/>
          </a:xfrm>
          <a:noFill/>
          <a:ln/>
          <a:extLst>
            <a:ext uri="{909E8E84-426E-40DD-AFC4-6F175D3DCCD1}">
              <a14:hiddenFill xmlns:a14="http://schemas.microsoft.com/office/drawing/2010/main">
                <a:solidFill>
                  <a:srgbClr val="003366">
                    <a:alpha val="89999"/>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相对重要度计算和一致性检验</a:t>
            </a:r>
          </a:p>
        </p:txBody>
      </p:sp>
      <p:sp>
        <p:nvSpPr>
          <p:cNvPr id="4019209" name="Text Box 9">
            <a:extLst>
              <a:ext uri="{FF2B5EF4-FFF2-40B4-BE49-F238E27FC236}">
                <a16:creationId xmlns:a16="http://schemas.microsoft.com/office/drawing/2014/main" id="{80C3F0A6-3D07-5482-0EC0-B6E1C1DC408D}"/>
              </a:ext>
            </a:extLst>
          </p:cNvPr>
          <p:cNvSpPr txBox="1">
            <a:spLocks noChangeArrowheads="1"/>
          </p:cNvSpPr>
          <p:nvPr/>
        </p:nvSpPr>
        <p:spPr bwMode="auto">
          <a:xfrm>
            <a:off x="3299909" y="1742629"/>
            <a:ext cx="21467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marL="0" marR="0" lvl="0" indent="0" algn="l" defTabSz="685800" rtl="0" eaLnBrk="0" fontAlgn="base" latinLnBrk="0" hangingPunct="0">
              <a:lnSpc>
                <a:spcPct val="100000"/>
              </a:lnSpc>
              <a:spcBef>
                <a:spcPct val="50000"/>
              </a:spcBef>
              <a:spcAft>
                <a:spcPct val="0"/>
              </a:spcAft>
              <a:buClr>
                <a:srgbClr val="003366"/>
              </a:buClr>
              <a:buSzTx/>
              <a:tabLst/>
              <a:defRPr/>
            </a:pP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教材</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94</a:t>
            </a:r>
            <a:r>
              <a:rPr kumimoji="0" lang="zh-CN" altLang="en-US"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页，例题</a:t>
            </a:r>
            <a:r>
              <a:rPr kumimoji="0" lang="en-US" altLang="zh-CN" sz="1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4.3</a:t>
            </a:r>
          </a:p>
        </p:txBody>
      </p:sp>
      <p:sp>
        <p:nvSpPr>
          <p:cNvPr id="4019210" name="Text Box 10">
            <a:extLst>
              <a:ext uri="{FF2B5EF4-FFF2-40B4-BE49-F238E27FC236}">
                <a16:creationId xmlns:a16="http://schemas.microsoft.com/office/drawing/2014/main" id="{8F31366B-D74C-B4D9-5DFF-062F94586693}"/>
              </a:ext>
            </a:extLst>
          </p:cNvPr>
          <p:cNvSpPr txBox="1">
            <a:spLocks noChangeArrowheads="1"/>
          </p:cNvSpPr>
          <p:nvPr/>
        </p:nvSpPr>
        <p:spPr bwMode="auto">
          <a:xfrm>
            <a:off x="3207544" y="2256235"/>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19220" name="AutoShape 20">
            <a:hlinkClick r:id="rId2" action="ppaction://hlinksldjump" highlightClick="1"/>
            <a:extLst>
              <a:ext uri="{FF2B5EF4-FFF2-40B4-BE49-F238E27FC236}">
                <a16:creationId xmlns:a16="http://schemas.microsoft.com/office/drawing/2014/main" id="{4896BF0F-5864-80F4-89C7-03A0A36F9D51}"/>
              </a:ext>
            </a:extLst>
          </p:cNvPr>
          <p:cNvSpPr>
            <a:spLocks noChangeArrowheads="1"/>
          </p:cNvSpPr>
          <p:nvPr/>
        </p:nvSpPr>
        <p:spPr bwMode="auto">
          <a:xfrm>
            <a:off x="1143000" y="4743063"/>
            <a:ext cx="446485" cy="276999"/>
          </a:xfrm>
          <a:prstGeom prst="actionButtonHome">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marL="0" marR="0" lvl="0" indent="0" algn="l" defTabSz="685800" rtl="0" eaLnBrk="0" fontAlgn="base" latinLnBrk="0" hangingPunct="0">
              <a:lnSpc>
                <a:spcPct val="100000"/>
              </a:lnSpc>
              <a:spcBef>
                <a:spcPct val="50000"/>
              </a:spcBef>
              <a:spcAft>
                <a:spcPct val="0"/>
              </a:spcAft>
              <a:buClrTx/>
              <a:buSzTx/>
              <a:buFontTx/>
              <a:buNone/>
              <a:tabLst/>
              <a:defRPr/>
            </a:pPr>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323343929"/>
      </p:ext>
    </p:extLst>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252" name="Rectangle 4">
            <a:extLst>
              <a:ext uri="{FF2B5EF4-FFF2-40B4-BE49-F238E27FC236}">
                <a16:creationId xmlns:a16="http://schemas.microsoft.com/office/drawing/2014/main" id="{79C06288-0AA0-0FBC-3AB2-8B745BBF9FBC}"/>
              </a:ext>
            </a:extLst>
          </p:cNvPr>
          <p:cNvSpPr>
            <a:spLocks noChangeArrowheads="1"/>
          </p:cNvSpPr>
          <p:nvPr/>
        </p:nvSpPr>
        <p:spPr bwMode="auto">
          <a:xfrm>
            <a:off x="2038350" y="639366"/>
            <a:ext cx="28003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spcBef>
                <a:spcPct val="0"/>
              </a:spcBef>
              <a:spcAft>
                <a:spcPct val="0"/>
              </a:spcAft>
            </a:pPr>
            <a:r>
              <a:rPr kumimoji="1" lang="zh-CN" altLang="en-US" b="1">
                <a:solidFill>
                  <a:srgbClr val="000000"/>
                </a:solidFill>
                <a:latin typeface="Times New Roman" panose="02020603050405020304" pitchFamily="18" charset="0"/>
                <a:ea typeface="宋体" panose="02010600030101010101" pitchFamily="2" charset="-122"/>
              </a:rPr>
              <a:t>（一）层次单排序</a:t>
            </a:r>
          </a:p>
        </p:txBody>
      </p:sp>
      <p:sp>
        <p:nvSpPr>
          <p:cNvPr id="4021253" name="Rectangle 5">
            <a:extLst>
              <a:ext uri="{FF2B5EF4-FFF2-40B4-BE49-F238E27FC236}">
                <a16:creationId xmlns:a16="http://schemas.microsoft.com/office/drawing/2014/main" id="{DAC73C58-9DBE-EB5B-ED3F-46D42D6C8DCA}"/>
              </a:ext>
            </a:extLst>
          </p:cNvPr>
          <p:cNvSpPr>
            <a:spLocks noChangeArrowheads="1"/>
          </p:cNvSpPr>
          <p:nvPr/>
        </p:nvSpPr>
        <p:spPr bwMode="auto">
          <a:xfrm>
            <a:off x="2038350" y="1073944"/>
            <a:ext cx="5524500" cy="924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lnSpc>
                <a:spcPct val="110000"/>
              </a:lnSpc>
              <a:spcBef>
                <a:spcPct val="0"/>
              </a:spcBef>
              <a:spcAft>
                <a:spcPct val="0"/>
              </a:spcAft>
              <a:buClr>
                <a:srgbClr val="800000"/>
              </a:buClr>
              <a:buSzPct val="85000"/>
            </a:pPr>
            <a:r>
              <a:rPr kumimoji="1" lang="zh-CN" altLang="en-US" sz="1500" b="1">
                <a:solidFill>
                  <a:srgbClr val="0033CC"/>
                </a:solidFill>
                <a:latin typeface="宋体" panose="02010600030101010101" pitchFamily="2" charset="-122"/>
                <a:ea typeface="宋体" panose="02010600030101010101" pitchFamily="2" charset="-122"/>
              </a:rPr>
              <a:t>①</a:t>
            </a:r>
            <a:r>
              <a:rPr kumimoji="1" lang="zh-CN" altLang="en-US" sz="1500" b="1">
                <a:solidFill>
                  <a:srgbClr val="000000"/>
                </a:solidFill>
                <a:latin typeface="宋体" panose="02010600030101010101" pitchFamily="2" charset="-122"/>
                <a:ea typeface="宋体" panose="02010600030101010101" pitchFamily="2" charset="-122"/>
              </a:rPr>
              <a:t>目的</a:t>
            </a:r>
            <a:r>
              <a:rPr kumimoji="1" lang="zh-CN" altLang="en-US" sz="1500">
                <a:solidFill>
                  <a:srgbClr val="000000"/>
                </a:solidFill>
                <a:latin typeface="宋体" panose="02010600030101010101" pitchFamily="2" charset="-122"/>
                <a:ea typeface="宋体" panose="02010600030101010101" pitchFamily="2" charset="-122"/>
              </a:rPr>
              <a:t>：确定本层次与上层次中的某元素有联系的各元素重要性次序的权重值。</a:t>
            </a:r>
            <a:r>
              <a:rPr kumimoji="1" lang="zh-CN" altLang="en-US" sz="2100">
                <a:solidFill>
                  <a:srgbClr val="000000"/>
                </a:solidFill>
                <a:latin typeface="宋体" panose="02010600030101010101" pitchFamily="2" charset="-122"/>
                <a:ea typeface="宋体" panose="02010600030101010101" pitchFamily="2" charset="-122"/>
              </a:rPr>
              <a:t> </a:t>
            </a:r>
            <a:br>
              <a:rPr kumimoji="1" lang="zh-CN" altLang="en-US" sz="2100">
                <a:solidFill>
                  <a:srgbClr val="000000"/>
                </a:solidFill>
                <a:latin typeface="宋体" panose="02010600030101010101" pitchFamily="2" charset="-122"/>
                <a:ea typeface="宋体" panose="02010600030101010101" pitchFamily="2" charset="-122"/>
              </a:rPr>
            </a:br>
            <a:r>
              <a:rPr kumimoji="1" lang="zh-CN" altLang="en-US" sz="1500" b="1">
                <a:solidFill>
                  <a:srgbClr val="0033CC"/>
                </a:solidFill>
                <a:latin typeface="宋体" panose="02010600030101010101" pitchFamily="2" charset="-122"/>
                <a:ea typeface="宋体" panose="02010600030101010101" pitchFamily="2" charset="-122"/>
              </a:rPr>
              <a:t>②</a:t>
            </a:r>
            <a:r>
              <a:rPr kumimoji="1" lang="zh-CN" altLang="en-US" sz="1500" b="1">
                <a:solidFill>
                  <a:srgbClr val="000000"/>
                </a:solidFill>
                <a:latin typeface="宋体" panose="02010600030101010101" pitchFamily="2" charset="-122"/>
                <a:ea typeface="宋体" panose="02010600030101010101" pitchFamily="2" charset="-122"/>
              </a:rPr>
              <a:t>任务</a:t>
            </a:r>
            <a:r>
              <a:rPr kumimoji="1" lang="zh-CN" altLang="en-US" sz="1500">
                <a:solidFill>
                  <a:srgbClr val="000000"/>
                </a:solidFill>
                <a:latin typeface="宋体" panose="02010600030101010101" pitchFamily="2" charset="-122"/>
                <a:ea typeface="宋体" panose="02010600030101010101" pitchFamily="2" charset="-122"/>
              </a:rPr>
              <a:t>：</a:t>
            </a:r>
            <a:r>
              <a:rPr kumimoji="1" lang="zh-CN" altLang="en-US" sz="1350">
                <a:solidFill>
                  <a:srgbClr val="000000"/>
                </a:solidFill>
                <a:latin typeface="宋体" panose="02010600030101010101" pitchFamily="2" charset="-122"/>
                <a:ea typeface="宋体" panose="02010600030101010101" pitchFamily="2" charset="-122"/>
              </a:rPr>
              <a:t>计算判断矩阵的特征根和特征向量。</a:t>
            </a:r>
          </a:p>
        </p:txBody>
      </p:sp>
      <p:sp>
        <p:nvSpPr>
          <p:cNvPr id="4021254" name="Rectangle 6">
            <a:extLst>
              <a:ext uri="{FF2B5EF4-FFF2-40B4-BE49-F238E27FC236}">
                <a16:creationId xmlns:a16="http://schemas.microsoft.com/office/drawing/2014/main" id="{EA2B1B66-1269-1657-ED56-3C9DBC16CE9A}"/>
              </a:ext>
            </a:extLst>
          </p:cNvPr>
          <p:cNvSpPr>
            <a:spLocks noChangeArrowheads="1"/>
          </p:cNvSpPr>
          <p:nvPr/>
        </p:nvSpPr>
        <p:spPr bwMode="auto">
          <a:xfrm>
            <a:off x="2295525" y="1997869"/>
            <a:ext cx="508635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685800" fontAlgn="base">
              <a:spcBef>
                <a:spcPct val="0"/>
              </a:spcBef>
              <a:spcAft>
                <a:spcPct val="0"/>
              </a:spcAft>
            </a:pPr>
            <a:r>
              <a:rPr kumimoji="1" lang="zh-CN" altLang="en-US" sz="1500">
                <a:solidFill>
                  <a:srgbClr val="000000"/>
                </a:solidFill>
                <a:latin typeface="宋体" panose="02010600030101010101" pitchFamily="2" charset="-122"/>
                <a:ea typeface="宋体" panose="02010600030101010101" pitchFamily="2" charset="-122"/>
              </a:rPr>
              <a:t>即对于判断矩阵</a:t>
            </a:r>
            <a:r>
              <a:rPr kumimoji="1" lang="en-US" altLang="zh-CN" sz="1500" i="1">
                <a:solidFill>
                  <a:srgbClr val="000000"/>
                </a:solidFill>
                <a:latin typeface="宋体" panose="02010600030101010101" pitchFamily="2" charset="-122"/>
                <a:ea typeface="宋体" panose="02010600030101010101" pitchFamily="2" charset="-122"/>
              </a:rPr>
              <a:t>B</a:t>
            </a:r>
            <a:r>
              <a:rPr kumimoji="1" lang="en-US" altLang="zh-CN" sz="1500">
                <a:solidFill>
                  <a:srgbClr val="000000"/>
                </a:solidFill>
                <a:latin typeface="宋体" panose="02010600030101010101" pitchFamily="2" charset="-122"/>
                <a:ea typeface="宋体" panose="02010600030101010101" pitchFamily="2" charset="-122"/>
              </a:rPr>
              <a:t>，</a:t>
            </a:r>
            <a:r>
              <a:rPr kumimoji="1" lang="zh-CN" altLang="en-US" sz="1500">
                <a:solidFill>
                  <a:srgbClr val="000000"/>
                </a:solidFill>
                <a:latin typeface="宋体" panose="02010600030101010101" pitchFamily="2" charset="-122"/>
                <a:ea typeface="宋体" panose="02010600030101010101" pitchFamily="2" charset="-122"/>
              </a:rPr>
              <a:t>计算满足：</a:t>
            </a:r>
          </a:p>
          <a:p>
            <a:pPr algn="just" defTabSz="685800" fontAlgn="base">
              <a:spcBef>
                <a:spcPct val="0"/>
              </a:spcBef>
              <a:spcAft>
                <a:spcPct val="0"/>
              </a:spcAft>
            </a:pPr>
            <a:endParaRPr kumimoji="1" lang="zh-CN" altLang="en-US" sz="1500">
              <a:solidFill>
                <a:srgbClr val="000000"/>
              </a:solidFill>
              <a:latin typeface="宋体" panose="02010600030101010101" pitchFamily="2" charset="-122"/>
              <a:ea typeface="宋体" panose="02010600030101010101" pitchFamily="2" charset="-122"/>
            </a:endParaRPr>
          </a:p>
          <a:p>
            <a:pPr algn="ctr" defTabSz="685800" eaLnBrk="0" fontAlgn="base" hangingPunct="0">
              <a:spcBef>
                <a:spcPct val="0"/>
              </a:spcBef>
              <a:spcAft>
                <a:spcPct val="0"/>
              </a:spcAft>
            </a:pPr>
            <a:r>
              <a:rPr kumimoji="1" lang="zh-CN" altLang="en-US" sz="1500">
                <a:solidFill>
                  <a:srgbClr val="000000"/>
                </a:solidFill>
                <a:latin typeface="宋体" panose="02010600030101010101" pitchFamily="2" charset="-122"/>
                <a:ea typeface="宋体" panose="02010600030101010101" pitchFamily="2" charset="-122"/>
              </a:rPr>
              <a:t>                                               </a:t>
            </a:r>
          </a:p>
          <a:p>
            <a:pPr defTabSz="685800" eaLnBrk="0" fontAlgn="base" hangingPunct="0">
              <a:spcBef>
                <a:spcPct val="0"/>
              </a:spcBef>
              <a:spcAft>
                <a:spcPct val="0"/>
              </a:spcAft>
            </a:pPr>
            <a:endParaRPr kumimoji="1" lang="zh-CN" altLang="en-US" sz="1500">
              <a:solidFill>
                <a:srgbClr val="000000"/>
              </a:solidFill>
              <a:latin typeface="宋体" panose="02010600030101010101" pitchFamily="2" charset="-122"/>
              <a:ea typeface="宋体" panose="02010600030101010101" pitchFamily="2" charset="-122"/>
            </a:endParaRPr>
          </a:p>
          <a:p>
            <a:pPr defTabSz="685800" eaLnBrk="0" fontAlgn="base" hangingPunct="0">
              <a:spcBef>
                <a:spcPct val="0"/>
              </a:spcBef>
              <a:spcAft>
                <a:spcPct val="0"/>
              </a:spcAft>
            </a:pPr>
            <a:endParaRPr kumimoji="1" lang="zh-CN" altLang="en-US" sz="1500">
              <a:solidFill>
                <a:srgbClr val="000000"/>
              </a:solidFill>
              <a:latin typeface="宋体" panose="02010600030101010101" pitchFamily="2" charset="-122"/>
              <a:ea typeface="宋体" panose="02010600030101010101" pitchFamily="2" charset="-122"/>
            </a:endParaRPr>
          </a:p>
          <a:p>
            <a:pPr defTabSz="685800" eaLnBrk="0" fontAlgn="base" hangingPunct="0">
              <a:spcBef>
                <a:spcPct val="0"/>
              </a:spcBef>
              <a:spcAft>
                <a:spcPct val="0"/>
              </a:spcAft>
            </a:pPr>
            <a:r>
              <a:rPr kumimoji="1" lang="zh-CN" altLang="en-US" sz="1500">
                <a:solidFill>
                  <a:srgbClr val="000000"/>
                </a:solidFill>
                <a:latin typeface="宋体" panose="02010600030101010101" pitchFamily="2" charset="-122"/>
                <a:ea typeface="宋体" panose="02010600030101010101" pitchFamily="2" charset="-122"/>
              </a:rPr>
              <a:t>的特征根和特征向量。 </a:t>
            </a:r>
          </a:p>
        </p:txBody>
      </p:sp>
      <p:graphicFrame>
        <p:nvGraphicFramePr>
          <p:cNvPr id="4021255" name="Object 7">
            <a:extLst>
              <a:ext uri="{FF2B5EF4-FFF2-40B4-BE49-F238E27FC236}">
                <a16:creationId xmlns:a16="http://schemas.microsoft.com/office/drawing/2014/main" id="{94F91DD2-B9F9-5B8C-CD24-98E2DF99EE1C}"/>
              </a:ext>
            </a:extLst>
          </p:cNvPr>
          <p:cNvGraphicFramePr>
            <a:graphicFrameLocks noGrp="1" noChangeAspect="1"/>
          </p:cNvGraphicFramePr>
          <p:nvPr>
            <p:ph/>
          </p:nvPr>
        </p:nvGraphicFramePr>
        <p:xfrm>
          <a:off x="3224212" y="2431257"/>
          <a:ext cx="1614488" cy="446485"/>
        </p:xfrm>
        <a:graphic>
          <a:graphicData uri="http://schemas.openxmlformats.org/presentationml/2006/ole">
            <mc:AlternateContent xmlns:mc="http://schemas.openxmlformats.org/markup-compatibility/2006">
              <mc:Choice xmlns:v="urn:schemas-microsoft-com:vml" Requires="v">
                <p:oleObj name="Equation" r:id="rId2" imgW="825480" imgH="228600" progId="Equation.3">
                  <p:embed/>
                </p:oleObj>
              </mc:Choice>
              <mc:Fallback>
                <p:oleObj name="Equation" r:id="rId2" imgW="825480" imgH="228600" progId="Equation.3">
                  <p:embed/>
                  <p:pic>
                    <p:nvPicPr>
                      <p:cNvPr id="4021255" name="Object 7">
                        <a:extLst>
                          <a:ext uri="{FF2B5EF4-FFF2-40B4-BE49-F238E27FC236}">
                            <a16:creationId xmlns:a16="http://schemas.microsoft.com/office/drawing/2014/main" id="{94F91DD2-B9F9-5B8C-CD24-98E2DF99EE1C}"/>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212" y="2431257"/>
                        <a:ext cx="1614488" cy="446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21257" name="Rectangle 9">
            <a:extLst>
              <a:ext uri="{FF2B5EF4-FFF2-40B4-BE49-F238E27FC236}">
                <a16:creationId xmlns:a16="http://schemas.microsoft.com/office/drawing/2014/main" id="{57F2D16B-5BB8-779C-705D-2B1A385FAB77}"/>
              </a:ext>
            </a:extLst>
          </p:cNvPr>
          <p:cNvSpPr>
            <a:spLocks noChangeArrowheads="1"/>
          </p:cNvSpPr>
          <p:nvPr/>
        </p:nvSpPr>
        <p:spPr bwMode="auto">
          <a:xfrm>
            <a:off x="2021682" y="3568304"/>
            <a:ext cx="5360194" cy="101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lnSpc>
                <a:spcPct val="140000"/>
              </a:lnSpc>
              <a:spcBef>
                <a:spcPct val="0"/>
              </a:spcBef>
              <a:spcAft>
                <a:spcPct val="0"/>
              </a:spcAft>
            </a:pPr>
            <a:r>
              <a:rPr kumimoji="1" lang="zh-CN" altLang="en-US" sz="1500">
                <a:solidFill>
                  <a:srgbClr val="000000"/>
                </a:solidFill>
                <a:latin typeface="宋体" panose="02010600030101010101" pitchFamily="2" charset="-122"/>
                <a:ea typeface="宋体" panose="02010600030101010101" pitchFamily="2" charset="-122"/>
              </a:rPr>
              <a:t>   在上式中，</a:t>
            </a:r>
            <a:r>
              <a:rPr kumimoji="1" lang="en-US" altLang="zh-CN" sz="1500" i="1">
                <a:solidFill>
                  <a:srgbClr val="000000"/>
                </a:solidFill>
                <a:latin typeface="宋体" panose="02010600030101010101" pitchFamily="2" charset="-122"/>
                <a:ea typeface="宋体" panose="02010600030101010101" pitchFamily="2" charset="-122"/>
              </a:rPr>
              <a:t>λ</a:t>
            </a:r>
            <a:r>
              <a:rPr kumimoji="1" lang="en-US" altLang="zh-CN" sz="1500" i="1" baseline="-30000">
                <a:solidFill>
                  <a:srgbClr val="000000"/>
                </a:solidFill>
                <a:latin typeface="宋体" panose="02010600030101010101" pitchFamily="2" charset="-122"/>
                <a:ea typeface="宋体" panose="02010600030101010101" pitchFamily="2" charset="-122"/>
              </a:rPr>
              <a:t>max</a:t>
            </a:r>
            <a:r>
              <a:rPr kumimoji="1" lang="zh-CN" altLang="en-US" sz="1500">
                <a:solidFill>
                  <a:srgbClr val="000000"/>
                </a:solidFill>
                <a:latin typeface="宋体" panose="02010600030101010101" pitchFamily="2" charset="-122"/>
                <a:ea typeface="宋体" panose="02010600030101010101" pitchFamily="2" charset="-122"/>
              </a:rPr>
              <a:t>为判断矩阵</a:t>
            </a:r>
            <a:r>
              <a:rPr kumimoji="1" lang="en-US" altLang="zh-CN" sz="1500" i="1">
                <a:solidFill>
                  <a:srgbClr val="000000"/>
                </a:solidFill>
                <a:latin typeface="宋体" panose="02010600030101010101" pitchFamily="2" charset="-122"/>
                <a:ea typeface="宋体" panose="02010600030101010101" pitchFamily="2" charset="-122"/>
              </a:rPr>
              <a:t>B</a:t>
            </a:r>
            <a:r>
              <a:rPr kumimoji="1" lang="zh-CN" altLang="en-US" sz="1500">
                <a:solidFill>
                  <a:srgbClr val="000000"/>
                </a:solidFill>
                <a:latin typeface="宋体" panose="02010600030101010101" pitchFamily="2" charset="-122"/>
                <a:ea typeface="宋体" panose="02010600030101010101" pitchFamily="2" charset="-122"/>
              </a:rPr>
              <a:t>的最大特征根，</a:t>
            </a:r>
            <a:r>
              <a:rPr kumimoji="1" lang="en-US" altLang="zh-CN" sz="1500" i="1">
                <a:solidFill>
                  <a:srgbClr val="000000"/>
                </a:solidFill>
                <a:latin typeface="宋体" panose="02010600030101010101" pitchFamily="2" charset="-122"/>
                <a:ea typeface="宋体" panose="02010600030101010101" pitchFamily="2" charset="-122"/>
              </a:rPr>
              <a:t>W</a:t>
            </a:r>
            <a:r>
              <a:rPr kumimoji="1" lang="zh-CN" altLang="en-US" sz="1500">
                <a:solidFill>
                  <a:srgbClr val="000000"/>
                </a:solidFill>
                <a:latin typeface="宋体" panose="02010600030101010101" pitchFamily="2" charset="-122"/>
                <a:ea typeface="宋体" panose="02010600030101010101" pitchFamily="2" charset="-122"/>
              </a:rPr>
              <a:t>为对应于</a:t>
            </a:r>
            <a:r>
              <a:rPr kumimoji="1" lang="en-US" altLang="zh-CN" sz="1500" i="1">
                <a:solidFill>
                  <a:srgbClr val="000000"/>
                </a:solidFill>
                <a:latin typeface="宋体" panose="02010600030101010101" pitchFamily="2" charset="-122"/>
                <a:ea typeface="宋体" panose="02010600030101010101" pitchFamily="2" charset="-122"/>
              </a:rPr>
              <a:t>λ</a:t>
            </a:r>
            <a:r>
              <a:rPr kumimoji="1" lang="en-US" altLang="zh-CN" sz="1500" i="1" baseline="-30000">
                <a:solidFill>
                  <a:srgbClr val="000000"/>
                </a:solidFill>
                <a:latin typeface="宋体" panose="02010600030101010101" pitchFamily="2" charset="-122"/>
                <a:ea typeface="宋体" panose="02010600030101010101" pitchFamily="2" charset="-122"/>
              </a:rPr>
              <a:t>max</a:t>
            </a:r>
            <a:r>
              <a:rPr kumimoji="1" lang="zh-CN" altLang="en-US" sz="1500">
                <a:solidFill>
                  <a:srgbClr val="000000"/>
                </a:solidFill>
                <a:latin typeface="宋体" panose="02010600030101010101" pitchFamily="2" charset="-122"/>
                <a:ea typeface="宋体" panose="02010600030101010101" pitchFamily="2" charset="-122"/>
              </a:rPr>
              <a:t>的正规化特征向量，</a:t>
            </a:r>
            <a:r>
              <a:rPr kumimoji="1" lang="en-US" altLang="zh-CN" sz="1500" i="1">
                <a:solidFill>
                  <a:srgbClr val="000000"/>
                </a:solidFill>
                <a:latin typeface="宋体" panose="02010600030101010101" pitchFamily="2" charset="-122"/>
                <a:ea typeface="宋体" panose="02010600030101010101" pitchFamily="2" charset="-122"/>
              </a:rPr>
              <a:t>W</a:t>
            </a:r>
            <a:r>
              <a:rPr kumimoji="1" lang="zh-CN" altLang="en-US" sz="1500">
                <a:solidFill>
                  <a:srgbClr val="000000"/>
                </a:solidFill>
                <a:latin typeface="宋体" panose="02010600030101010101" pitchFamily="2" charset="-122"/>
                <a:ea typeface="宋体" panose="02010600030101010101" pitchFamily="2" charset="-122"/>
              </a:rPr>
              <a:t>的分量</a:t>
            </a:r>
            <a:r>
              <a:rPr kumimoji="1" lang="en-US" altLang="zh-CN" sz="1500" i="1">
                <a:solidFill>
                  <a:srgbClr val="000000"/>
                </a:solidFill>
                <a:latin typeface="宋体" panose="02010600030101010101" pitchFamily="2" charset="-122"/>
                <a:ea typeface="宋体" panose="02010600030101010101" pitchFamily="2" charset="-122"/>
              </a:rPr>
              <a:t>W</a:t>
            </a:r>
            <a:r>
              <a:rPr kumimoji="1" lang="en-US" altLang="zh-CN" sz="1500" i="1" baseline="-30000">
                <a:solidFill>
                  <a:srgbClr val="000000"/>
                </a:solidFill>
                <a:latin typeface="宋体" panose="02010600030101010101" pitchFamily="2" charset="-122"/>
                <a:ea typeface="宋体" panose="02010600030101010101" pitchFamily="2" charset="-122"/>
              </a:rPr>
              <a:t>i</a:t>
            </a:r>
            <a:r>
              <a:rPr kumimoji="1" lang="zh-CN" altLang="en-US" sz="1500">
                <a:solidFill>
                  <a:srgbClr val="000000"/>
                </a:solidFill>
                <a:latin typeface="宋体" panose="02010600030101010101" pitchFamily="2" charset="-122"/>
                <a:ea typeface="宋体" panose="02010600030101010101" pitchFamily="2" charset="-122"/>
              </a:rPr>
              <a:t>就是对应元素单排序的权重值。</a:t>
            </a:r>
            <a:r>
              <a:rPr kumimoji="1" lang="zh-CN" altLang="en-US" sz="825">
                <a:solidFill>
                  <a:srgbClr val="000000"/>
                </a:solidFill>
                <a:latin typeface="Arial" panose="020B0604020202020204" pitchFamily="34" charset="0"/>
                <a:ea typeface="宋体" panose="02010600030101010101" pitchFamily="2" charset="-122"/>
              </a:rPr>
              <a:t> </a:t>
            </a:r>
            <a:endParaRPr kumimoji="1" lang="zh-CN" altLang="en-US">
              <a:solidFill>
                <a:srgbClr val="000000"/>
              </a:solidFill>
              <a:latin typeface="Times New Roman" panose="02020603050405020304" pitchFamily="18" charset="0"/>
              <a:ea typeface="宋体" panose="02010600030101010101" pitchFamily="2" charset="-122"/>
            </a:endParaRPr>
          </a:p>
        </p:txBody>
      </p:sp>
      <p:sp>
        <p:nvSpPr>
          <p:cNvPr id="4021258" name="Rectangle 10">
            <a:extLst>
              <a:ext uri="{FF2B5EF4-FFF2-40B4-BE49-F238E27FC236}">
                <a16:creationId xmlns:a16="http://schemas.microsoft.com/office/drawing/2014/main" id="{F855C54B-6C5D-5316-7248-6AEA5B5A5D31}"/>
              </a:ext>
            </a:extLst>
          </p:cNvPr>
          <p:cNvSpPr>
            <a:spLocks noChangeArrowheads="1"/>
          </p:cNvSpPr>
          <p:nvPr/>
        </p:nvSpPr>
        <p:spPr bwMode="auto">
          <a:xfrm>
            <a:off x="2295525" y="105519"/>
            <a:ext cx="3190875" cy="461665"/>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400" b="1">
                <a:solidFill>
                  <a:srgbClr val="000000"/>
                </a:solidFill>
                <a:latin typeface="Arial" panose="020B0604020202020204" pitchFamily="34" charset="0"/>
                <a:ea typeface="宋体" panose="02010600030101010101" pitchFamily="2" charset="-122"/>
              </a:rPr>
              <a:t>综合重要度的计算</a:t>
            </a:r>
          </a:p>
        </p:txBody>
      </p:sp>
    </p:spTree>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32" name="Rectangle 12">
            <a:extLst>
              <a:ext uri="{FF2B5EF4-FFF2-40B4-BE49-F238E27FC236}">
                <a16:creationId xmlns:a16="http://schemas.microsoft.com/office/drawing/2014/main" id="{DB12FE58-B62E-9128-AA6F-D76942B25A11}"/>
              </a:ext>
            </a:extLst>
          </p:cNvPr>
          <p:cNvSpPr>
            <a:spLocks noChangeArrowheads="1"/>
          </p:cNvSpPr>
          <p:nvPr/>
        </p:nvSpPr>
        <p:spPr bwMode="auto">
          <a:xfrm>
            <a:off x="1676400" y="3570298"/>
            <a:ext cx="5848350" cy="276999"/>
          </a:xfrm>
          <a:prstGeom prst="rect">
            <a:avLst/>
          </a:prstGeom>
          <a:gradFill rotWithShape="1">
            <a:gsLst>
              <a:gs pos="0">
                <a:srgbClr val="003366">
                  <a:gamma/>
                  <a:shade val="46275"/>
                  <a:invGamma/>
                </a:srgbClr>
              </a:gs>
              <a:gs pos="50000">
                <a:srgbClr val="003366"/>
              </a:gs>
              <a:gs pos="100000">
                <a:srgbClr val="003366">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25" name="Rectangle 5">
            <a:extLst>
              <a:ext uri="{FF2B5EF4-FFF2-40B4-BE49-F238E27FC236}">
                <a16:creationId xmlns:a16="http://schemas.microsoft.com/office/drawing/2014/main" id="{3A6AC7F0-AD86-9916-7BAB-CF7B7B0A7289}"/>
              </a:ext>
            </a:extLst>
          </p:cNvPr>
          <p:cNvSpPr>
            <a:spLocks noChangeArrowheads="1"/>
          </p:cNvSpPr>
          <p:nvPr/>
        </p:nvSpPr>
        <p:spPr bwMode="auto">
          <a:xfrm>
            <a:off x="1995487" y="1041798"/>
            <a:ext cx="249299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685800" fontAlgn="base">
              <a:spcBef>
                <a:spcPct val="0"/>
              </a:spcBef>
              <a:spcAft>
                <a:spcPct val="0"/>
              </a:spcAft>
            </a:pPr>
            <a:r>
              <a:rPr kumimoji="1" lang="zh-CN" altLang="en-US" sz="1500" b="1">
                <a:solidFill>
                  <a:srgbClr val="000000"/>
                </a:solidFill>
                <a:latin typeface="宋体" panose="02010600030101010101" pitchFamily="2" charset="-122"/>
                <a:ea typeface="宋体" panose="02010600030101010101" pitchFamily="2" charset="-122"/>
              </a:rPr>
              <a:t>③检验判断矩阵的一致性：</a:t>
            </a:r>
          </a:p>
        </p:txBody>
      </p:sp>
      <p:sp>
        <p:nvSpPr>
          <p:cNvPr id="4024326" name="Rectangle 6">
            <a:extLst>
              <a:ext uri="{FF2B5EF4-FFF2-40B4-BE49-F238E27FC236}">
                <a16:creationId xmlns:a16="http://schemas.microsoft.com/office/drawing/2014/main" id="{B2B3C87C-160C-D43F-E174-1CE53ED56D94}"/>
              </a:ext>
            </a:extLst>
          </p:cNvPr>
          <p:cNvSpPr>
            <a:spLocks noGrp="1" noChangeArrowheads="1"/>
          </p:cNvSpPr>
          <p:nvPr>
            <p:ph type="body" sz="half" idx="1"/>
          </p:nvPr>
        </p:nvSpPr>
        <p:spPr bwMode="auto">
          <a:xfrm>
            <a:off x="1485900" y="1525191"/>
            <a:ext cx="6038850" cy="81915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pPr>
              <a:spcBef>
                <a:spcPct val="0"/>
              </a:spcBef>
              <a:buFont typeface="Wingdings" panose="05000000000000000000" pitchFamily="2" charset="2"/>
              <a:buNone/>
            </a:pPr>
            <a:r>
              <a:rPr lang="zh-CN" altLang="en-US" sz="1575"/>
              <a:t>	        </a:t>
            </a:r>
            <a:r>
              <a:rPr lang="zh-CN" altLang="en-US" sz="1350"/>
              <a:t>通过前面的介绍，我们知道，如果判断矩阵</a:t>
            </a:r>
            <a:r>
              <a:rPr lang="en-US" altLang="zh-CN" sz="1350" i="1"/>
              <a:t>B</a:t>
            </a:r>
            <a:r>
              <a:rPr lang="zh-CN" altLang="en-US" sz="1350"/>
              <a:t>具有完全一致性时，</a:t>
            </a:r>
            <a:r>
              <a:rPr lang="en-US" altLang="zh-CN" sz="1350" i="1"/>
              <a:t>λ</a:t>
            </a:r>
            <a:r>
              <a:rPr lang="en-US" altLang="zh-CN" sz="1350" i="1" baseline="-10000"/>
              <a:t>max</a:t>
            </a:r>
            <a:r>
              <a:rPr lang="en-US" altLang="zh-CN" sz="1350"/>
              <a:t>＝</a:t>
            </a:r>
            <a:r>
              <a:rPr lang="en-US" altLang="zh-CN" sz="1350" i="1"/>
              <a:t>n</a:t>
            </a:r>
            <a:r>
              <a:rPr lang="en-US" altLang="zh-CN" sz="1350"/>
              <a:t>。</a:t>
            </a:r>
            <a:r>
              <a:rPr lang="zh-CN" altLang="en-US" sz="1350"/>
              <a:t>但是，在一般情况下是不可能的。为了检验判断矩阵的一致性，需要计算它的一致性指标：</a:t>
            </a:r>
            <a:r>
              <a:rPr lang="zh-CN" altLang="en-US" sz="2100"/>
              <a:t> </a:t>
            </a:r>
          </a:p>
        </p:txBody>
      </p:sp>
      <p:graphicFrame>
        <p:nvGraphicFramePr>
          <p:cNvPr id="4024327" name="Object 7">
            <a:extLst>
              <a:ext uri="{FF2B5EF4-FFF2-40B4-BE49-F238E27FC236}">
                <a16:creationId xmlns:a16="http://schemas.microsoft.com/office/drawing/2014/main" id="{15108B89-EDEF-94CA-571C-AE81983A4B08}"/>
              </a:ext>
            </a:extLst>
          </p:cNvPr>
          <p:cNvGraphicFramePr>
            <a:graphicFrameLocks noGrp="1" noChangeAspect="1"/>
          </p:cNvGraphicFramePr>
          <p:nvPr>
            <p:ph sz="quarter" idx="2"/>
          </p:nvPr>
        </p:nvGraphicFramePr>
        <p:xfrm>
          <a:off x="3494485" y="2230042"/>
          <a:ext cx="1525190" cy="697706"/>
        </p:xfrm>
        <a:graphic>
          <a:graphicData uri="http://schemas.openxmlformats.org/presentationml/2006/ole">
            <mc:AlternateContent xmlns:mc="http://schemas.openxmlformats.org/markup-compatibility/2006">
              <mc:Choice xmlns:v="urn:schemas-microsoft-com:vml" Requires="v">
                <p:oleObj r:id="rId2" imgW="888614" imgH="406224" progId="Equation.3">
                  <p:embed/>
                </p:oleObj>
              </mc:Choice>
              <mc:Fallback>
                <p:oleObj r:id="rId2" imgW="888614" imgH="406224" progId="Equation.3">
                  <p:embed/>
                  <p:pic>
                    <p:nvPicPr>
                      <p:cNvPr id="4024327" name="Object 7">
                        <a:extLst>
                          <a:ext uri="{FF2B5EF4-FFF2-40B4-BE49-F238E27FC236}">
                            <a16:creationId xmlns:a16="http://schemas.microsoft.com/office/drawing/2014/main" id="{15108B89-EDEF-94CA-571C-AE81983A4B08}"/>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4485" y="2230042"/>
                        <a:ext cx="1525190" cy="69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24330" name="Rectangle 10">
            <a:extLst>
              <a:ext uri="{FF2B5EF4-FFF2-40B4-BE49-F238E27FC236}">
                <a16:creationId xmlns:a16="http://schemas.microsoft.com/office/drawing/2014/main" id="{6D3A83B6-8B74-535C-F8FD-3CE2E0C00829}"/>
              </a:ext>
            </a:extLst>
          </p:cNvPr>
          <p:cNvSpPr>
            <a:spLocks noChangeArrowheads="1"/>
          </p:cNvSpPr>
          <p:nvPr/>
        </p:nvSpPr>
        <p:spPr bwMode="auto">
          <a:xfrm>
            <a:off x="1676400" y="2795588"/>
            <a:ext cx="5848350" cy="683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lnSpc>
                <a:spcPct val="110000"/>
              </a:lnSpc>
              <a:spcBef>
                <a:spcPct val="0"/>
              </a:spcBef>
              <a:spcAft>
                <a:spcPct val="0"/>
              </a:spcAft>
            </a:pPr>
            <a:r>
              <a:rPr kumimoji="1" lang="zh-CN" altLang="en-US" sz="2100">
                <a:solidFill>
                  <a:srgbClr val="000000"/>
                </a:solidFill>
                <a:latin typeface="Times New Roman" panose="02020603050405020304" pitchFamily="18" charset="0"/>
                <a:ea typeface="宋体" panose="02010600030101010101" pitchFamily="2" charset="-122"/>
              </a:rPr>
              <a:t>       </a:t>
            </a:r>
            <a:r>
              <a:rPr kumimoji="1" lang="zh-CN" altLang="en-US" sz="1350">
                <a:solidFill>
                  <a:srgbClr val="000000"/>
                </a:solidFill>
                <a:latin typeface="Times New Roman" panose="02020603050405020304" pitchFamily="18" charset="0"/>
                <a:ea typeface="宋体" panose="02010600030101010101" pitchFamily="2" charset="-122"/>
              </a:rPr>
              <a:t>在上式中，当</a:t>
            </a:r>
            <a:r>
              <a:rPr kumimoji="1" lang="en-US" altLang="zh-CN" sz="1350" i="1">
                <a:solidFill>
                  <a:srgbClr val="000000"/>
                </a:solidFill>
                <a:latin typeface="Times New Roman" panose="02020603050405020304" pitchFamily="18" charset="0"/>
                <a:ea typeface="宋体" panose="02010600030101010101" pitchFamily="2" charset="-122"/>
              </a:rPr>
              <a:t>CI</a:t>
            </a:r>
            <a:r>
              <a:rPr kumimoji="1" lang="en-US" altLang="zh-CN" sz="1350">
                <a:solidFill>
                  <a:srgbClr val="000000"/>
                </a:solidFill>
                <a:latin typeface="Times New Roman" panose="02020603050405020304" pitchFamily="18" charset="0"/>
                <a:ea typeface="宋体" panose="02010600030101010101" pitchFamily="2" charset="-122"/>
              </a:rPr>
              <a:t>＝0</a:t>
            </a:r>
            <a:r>
              <a:rPr kumimoji="1" lang="zh-CN" altLang="en-US" sz="1350">
                <a:solidFill>
                  <a:srgbClr val="000000"/>
                </a:solidFill>
                <a:latin typeface="Times New Roman" panose="02020603050405020304" pitchFamily="18" charset="0"/>
                <a:ea typeface="宋体" panose="02010600030101010101" pitchFamily="2" charset="-122"/>
              </a:rPr>
              <a:t>时，判断矩阵具有完全一致性；反之，</a:t>
            </a:r>
            <a:r>
              <a:rPr kumimoji="1" lang="en-US" altLang="zh-CN" sz="1350" i="1">
                <a:solidFill>
                  <a:srgbClr val="000000"/>
                </a:solidFill>
                <a:latin typeface="Times New Roman" panose="02020603050405020304" pitchFamily="18" charset="0"/>
                <a:ea typeface="宋体" panose="02010600030101010101" pitchFamily="2" charset="-122"/>
              </a:rPr>
              <a:t>CI</a:t>
            </a:r>
            <a:r>
              <a:rPr kumimoji="1" lang="zh-CN" altLang="en-US" sz="1350">
                <a:solidFill>
                  <a:srgbClr val="000000"/>
                </a:solidFill>
                <a:latin typeface="Times New Roman" panose="02020603050405020304" pitchFamily="18" charset="0"/>
                <a:ea typeface="宋体" panose="02010600030101010101" pitchFamily="2" charset="-122"/>
              </a:rPr>
              <a:t>愈大，就表示判断矩阵的一致性就越差。</a:t>
            </a:r>
            <a:r>
              <a:rPr kumimoji="1" lang="zh-CN" altLang="en-US" sz="1500">
                <a:solidFill>
                  <a:srgbClr val="000000"/>
                </a:solidFill>
                <a:latin typeface="Arial" panose="020B0604020202020204" pitchFamily="34" charset="0"/>
                <a:ea typeface="宋体" panose="02010600030101010101" pitchFamily="2" charset="-122"/>
              </a:rPr>
              <a:t> </a:t>
            </a:r>
            <a:endParaRPr kumimoji="1" lang="zh-CN" altLang="en-US" sz="1500">
              <a:solidFill>
                <a:srgbClr val="000000"/>
              </a:solidFill>
              <a:latin typeface="Times New Roman" panose="02020603050405020304" pitchFamily="18" charset="0"/>
              <a:ea typeface="宋体" panose="02010600030101010101" pitchFamily="2" charset="-122"/>
            </a:endParaRPr>
          </a:p>
        </p:txBody>
      </p:sp>
      <p:sp>
        <p:nvSpPr>
          <p:cNvPr id="4024331" name="Text Box 11">
            <a:extLst>
              <a:ext uri="{FF2B5EF4-FFF2-40B4-BE49-F238E27FC236}">
                <a16:creationId xmlns:a16="http://schemas.microsoft.com/office/drawing/2014/main" id="{2343DBEC-56FE-DEA5-D0D2-1BFE85C9AB69}"/>
              </a:ext>
            </a:extLst>
          </p:cNvPr>
          <p:cNvSpPr txBox="1">
            <a:spLocks noChangeArrowheads="1"/>
          </p:cNvSpPr>
          <p:nvPr/>
        </p:nvSpPr>
        <p:spPr bwMode="auto">
          <a:xfrm>
            <a:off x="1676400" y="3468291"/>
            <a:ext cx="58483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kumimoji="1" lang="zh-CN" altLang="en-US" sz="1350">
                <a:solidFill>
                  <a:srgbClr val="FFFFFF"/>
                </a:solidFill>
                <a:latin typeface="Arial" panose="020B0604020202020204" pitchFamily="34" charset="0"/>
                <a:ea typeface="宋体" panose="02010600030101010101" pitchFamily="2" charset="-122"/>
              </a:rPr>
              <a:t>       为了检验判断矩阵是否具有令人满意的一致性，需要将</a:t>
            </a:r>
            <a:r>
              <a:rPr kumimoji="1" lang="en-US" altLang="zh-CN" sz="1350" i="1">
                <a:solidFill>
                  <a:srgbClr val="FFFFFF"/>
                </a:solidFill>
                <a:latin typeface="Arial" panose="020B0604020202020204" pitchFamily="34" charset="0"/>
                <a:ea typeface="宋体" panose="02010600030101010101" pitchFamily="2" charset="-122"/>
              </a:rPr>
              <a:t>CI</a:t>
            </a:r>
            <a:r>
              <a:rPr kumimoji="1" lang="zh-CN" altLang="en-US" sz="1350">
                <a:solidFill>
                  <a:srgbClr val="FFFFFF"/>
                </a:solidFill>
                <a:latin typeface="Arial" panose="020B0604020202020204" pitchFamily="34" charset="0"/>
                <a:ea typeface="宋体" panose="02010600030101010101" pitchFamily="2" charset="-122"/>
              </a:rPr>
              <a:t>与平均随机一致性指标</a:t>
            </a:r>
            <a:r>
              <a:rPr kumimoji="1" lang="en-US" altLang="zh-CN" sz="1350" i="1">
                <a:solidFill>
                  <a:srgbClr val="FFFFFF"/>
                </a:solidFill>
                <a:latin typeface="Arial" panose="020B0604020202020204" pitchFamily="34" charset="0"/>
                <a:ea typeface="宋体" panose="02010600030101010101" pitchFamily="2" charset="-122"/>
              </a:rPr>
              <a:t>RI</a:t>
            </a:r>
            <a:r>
              <a:rPr kumimoji="1" lang="zh-CN" altLang="en-US" sz="1350">
                <a:solidFill>
                  <a:srgbClr val="FFFFFF"/>
                </a:solidFill>
                <a:latin typeface="Arial" panose="020B0604020202020204" pitchFamily="34" charset="0"/>
                <a:ea typeface="宋体" panose="02010600030101010101" pitchFamily="2" charset="-122"/>
              </a:rPr>
              <a:t>进行比较。</a:t>
            </a:r>
          </a:p>
        </p:txBody>
      </p:sp>
      <p:sp>
        <p:nvSpPr>
          <p:cNvPr id="4024333" name="Text Box 13">
            <a:extLst>
              <a:ext uri="{FF2B5EF4-FFF2-40B4-BE49-F238E27FC236}">
                <a16:creationId xmlns:a16="http://schemas.microsoft.com/office/drawing/2014/main" id="{31BA3C49-6416-C6C2-4168-7E64FB9A3A20}"/>
              </a:ext>
            </a:extLst>
          </p:cNvPr>
          <p:cNvSpPr txBox="1">
            <a:spLocks noChangeArrowheads="1"/>
          </p:cNvSpPr>
          <p:nvPr/>
        </p:nvSpPr>
        <p:spPr bwMode="auto">
          <a:xfrm>
            <a:off x="5019675" y="4619626"/>
            <a:ext cx="2600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kumimoji="1" lang="zh-CN" altLang="en-US" sz="1200">
                <a:solidFill>
                  <a:srgbClr val="000000"/>
                </a:solidFill>
                <a:latin typeface="Arial" panose="020B0604020202020204" pitchFamily="34" charset="0"/>
                <a:ea typeface="宋体" panose="02010600030101010101" pitchFamily="2" charset="-122"/>
              </a:rPr>
              <a:t>需要调整判断矩阵，直到满意为止。 </a:t>
            </a:r>
          </a:p>
        </p:txBody>
      </p:sp>
      <p:graphicFrame>
        <p:nvGraphicFramePr>
          <p:cNvPr id="4024334" name="Object 14">
            <a:extLst>
              <a:ext uri="{FF2B5EF4-FFF2-40B4-BE49-F238E27FC236}">
                <a16:creationId xmlns:a16="http://schemas.microsoft.com/office/drawing/2014/main" id="{DA4F4EFD-0ED2-8B2B-AE1A-E6F029DE0DD7}"/>
              </a:ext>
            </a:extLst>
          </p:cNvPr>
          <p:cNvGraphicFramePr>
            <a:graphicFrameLocks noGrp="1" noChangeAspect="1"/>
          </p:cNvGraphicFramePr>
          <p:nvPr>
            <p:ph sz="quarter" idx="3"/>
          </p:nvPr>
        </p:nvGraphicFramePr>
        <p:xfrm>
          <a:off x="2502694" y="3994547"/>
          <a:ext cx="1164431" cy="451247"/>
        </p:xfrm>
        <a:graphic>
          <a:graphicData uri="http://schemas.openxmlformats.org/presentationml/2006/ole">
            <mc:AlternateContent xmlns:mc="http://schemas.openxmlformats.org/markup-compatibility/2006">
              <mc:Choice xmlns:v="urn:schemas-microsoft-com:vml" Requires="v">
                <p:oleObj r:id="rId4" imgW="1016000" imgH="393700" progId="Equation.3">
                  <p:embed/>
                </p:oleObj>
              </mc:Choice>
              <mc:Fallback>
                <p:oleObj r:id="rId4" imgW="1016000" imgH="393700" progId="Equation.3">
                  <p:embed/>
                  <p:pic>
                    <p:nvPicPr>
                      <p:cNvPr id="4024334" name="Object 14">
                        <a:extLst>
                          <a:ext uri="{FF2B5EF4-FFF2-40B4-BE49-F238E27FC236}">
                            <a16:creationId xmlns:a16="http://schemas.microsoft.com/office/drawing/2014/main" id="{DA4F4EFD-0ED2-8B2B-AE1A-E6F029DE0DD7}"/>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2694" y="3994547"/>
                        <a:ext cx="1164431" cy="451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24337" name="Text Box 17">
            <a:extLst>
              <a:ext uri="{FF2B5EF4-FFF2-40B4-BE49-F238E27FC236}">
                <a16:creationId xmlns:a16="http://schemas.microsoft.com/office/drawing/2014/main" id="{5F09615C-34E8-DCE3-C5A6-6F36849AAF27}"/>
              </a:ext>
            </a:extLst>
          </p:cNvPr>
          <p:cNvSpPr txBox="1">
            <a:spLocks noChangeArrowheads="1"/>
          </p:cNvSpPr>
          <p:nvPr/>
        </p:nvSpPr>
        <p:spPr bwMode="auto">
          <a:xfrm>
            <a:off x="5019675" y="4113610"/>
            <a:ext cx="23391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kumimoji="1" lang="zh-CN" altLang="en-US" sz="1200">
                <a:solidFill>
                  <a:srgbClr val="000000"/>
                </a:solidFill>
                <a:latin typeface="Arial" panose="020B0604020202020204" pitchFamily="34" charset="0"/>
                <a:ea typeface="宋体" panose="02010600030101010101" pitchFamily="2" charset="-122"/>
              </a:rPr>
              <a:t>判断矩阵具有令人满意的一致性</a:t>
            </a:r>
          </a:p>
        </p:txBody>
      </p:sp>
      <p:sp>
        <p:nvSpPr>
          <p:cNvPr id="4024339" name="Text Box 19">
            <a:extLst>
              <a:ext uri="{FF2B5EF4-FFF2-40B4-BE49-F238E27FC236}">
                <a16:creationId xmlns:a16="http://schemas.microsoft.com/office/drawing/2014/main" id="{0C1EED12-2A78-163E-E26B-7C091A4C816B}"/>
              </a:ext>
            </a:extLst>
          </p:cNvPr>
          <p:cNvSpPr txBox="1">
            <a:spLocks noChangeArrowheads="1"/>
          </p:cNvSpPr>
          <p:nvPr/>
        </p:nvSpPr>
        <p:spPr bwMode="auto">
          <a:xfrm>
            <a:off x="2433637" y="4619626"/>
            <a:ext cx="12334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kumimoji="1" lang="en-US" altLang="zh-CN" sz="1200" i="1">
                <a:solidFill>
                  <a:srgbClr val="000000"/>
                </a:solidFill>
                <a:latin typeface="Arial" panose="020B0604020202020204" pitchFamily="34" charset="0"/>
                <a:ea typeface="宋体" panose="02010600030101010101" pitchFamily="2" charset="-122"/>
              </a:rPr>
              <a:t>CR</a:t>
            </a:r>
            <a:r>
              <a:rPr kumimoji="1" lang="en-US" altLang="zh-CN" sz="1200">
                <a:solidFill>
                  <a:srgbClr val="000000"/>
                </a:solidFill>
                <a:latin typeface="Arial" panose="020B0604020202020204" pitchFamily="34" charset="0"/>
                <a:ea typeface="宋体" panose="02010600030101010101" pitchFamily="2" charset="-122"/>
              </a:rPr>
              <a:t>      0.1</a:t>
            </a:r>
            <a:endParaRPr kumimoji="1" lang="zh-CN" altLang="en-US" sz="1200">
              <a:solidFill>
                <a:srgbClr val="000000"/>
              </a:solidFill>
              <a:latin typeface="Arial" panose="020B0604020202020204" pitchFamily="34" charset="0"/>
              <a:ea typeface="宋体" panose="02010600030101010101" pitchFamily="2" charset="-122"/>
            </a:endParaRPr>
          </a:p>
        </p:txBody>
      </p:sp>
      <p:graphicFrame>
        <p:nvGraphicFramePr>
          <p:cNvPr id="4024340" name="Object 20">
            <a:extLst>
              <a:ext uri="{FF2B5EF4-FFF2-40B4-BE49-F238E27FC236}">
                <a16:creationId xmlns:a16="http://schemas.microsoft.com/office/drawing/2014/main" id="{75AB2C36-2D38-54A1-D188-015D3B320E8C}"/>
              </a:ext>
            </a:extLst>
          </p:cNvPr>
          <p:cNvGraphicFramePr>
            <a:graphicFrameLocks noChangeAspect="1"/>
          </p:cNvGraphicFramePr>
          <p:nvPr/>
        </p:nvGraphicFramePr>
        <p:xfrm>
          <a:off x="2790825" y="4644629"/>
          <a:ext cx="153591" cy="189309"/>
        </p:xfrm>
        <a:graphic>
          <a:graphicData uri="http://schemas.openxmlformats.org/presentationml/2006/ole">
            <mc:AlternateContent xmlns:mc="http://schemas.openxmlformats.org/markup-compatibility/2006">
              <mc:Choice xmlns:v="urn:schemas-microsoft-com:vml" Requires="v">
                <p:oleObj r:id="rId6" imgW="126835" imgH="152202" progId="Equation.3">
                  <p:embed/>
                </p:oleObj>
              </mc:Choice>
              <mc:Fallback>
                <p:oleObj r:id="rId6" imgW="126835" imgH="152202" progId="Equation.3">
                  <p:embed/>
                  <p:pic>
                    <p:nvPicPr>
                      <p:cNvPr id="4024340" name="Object 20">
                        <a:extLst>
                          <a:ext uri="{FF2B5EF4-FFF2-40B4-BE49-F238E27FC236}">
                            <a16:creationId xmlns:a16="http://schemas.microsoft.com/office/drawing/2014/main" id="{75AB2C36-2D38-54A1-D188-015D3B320E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0825" y="4644629"/>
                        <a:ext cx="153591" cy="1893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024341" name="Group 21">
            <a:extLst>
              <a:ext uri="{FF2B5EF4-FFF2-40B4-BE49-F238E27FC236}">
                <a16:creationId xmlns:a16="http://schemas.microsoft.com/office/drawing/2014/main" id="{604B8957-474D-0EF2-F555-6DA319B0C898}"/>
              </a:ext>
            </a:extLst>
          </p:cNvPr>
          <p:cNvGrpSpPr>
            <a:grpSpLocks/>
          </p:cNvGrpSpPr>
          <p:nvPr/>
        </p:nvGrpSpPr>
        <p:grpSpPr bwMode="auto">
          <a:xfrm>
            <a:off x="4173141" y="4139821"/>
            <a:ext cx="471482" cy="278609"/>
            <a:chOff x="3684" y="2763"/>
            <a:chExt cx="395" cy="234"/>
          </a:xfrm>
        </p:grpSpPr>
        <p:sp>
          <p:nvSpPr>
            <p:cNvPr id="4024342" name="Freeform 22">
              <a:extLst>
                <a:ext uri="{FF2B5EF4-FFF2-40B4-BE49-F238E27FC236}">
                  <a16:creationId xmlns:a16="http://schemas.microsoft.com/office/drawing/2014/main" id="{2930FA89-7649-F037-2687-B758E2E2340D}"/>
                </a:ext>
              </a:extLst>
            </p:cNvPr>
            <p:cNvSpPr>
              <a:spLocks/>
            </p:cNvSpPr>
            <p:nvPr/>
          </p:nvSpPr>
          <p:spPr bwMode="auto">
            <a:xfrm>
              <a:off x="3684" y="2764"/>
              <a:ext cx="155" cy="233"/>
            </a:xfrm>
            <a:custGeom>
              <a:avLst/>
              <a:gdLst>
                <a:gd name="T0" fmla="*/ 0 w 397"/>
                <a:gd name="T1" fmla="*/ 29 h 145"/>
                <a:gd name="T2" fmla="*/ 324 w 397"/>
                <a:gd name="T3" fmla="*/ 29 h 145"/>
                <a:gd name="T4" fmla="*/ 324 w 397"/>
                <a:gd name="T5" fmla="*/ 0 h 145"/>
                <a:gd name="T6" fmla="*/ 396 w 397"/>
                <a:gd name="T7" fmla="*/ 72 h 145"/>
                <a:gd name="T8" fmla="*/ 324 w 397"/>
                <a:gd name="T9" fmla="*/ 144 h 145"/>
                <a:gd name="T10" fmla="*/ 324 w 397"/>
                <a:gd name="T11" fmla="*/ 115 h 145"/>
                <a:gd name="T12" fmla="*/ 0 w 397"/>
                <a:gd name="T13" fmla="*/ 115 h 145"/>
                <a:gd name="T14" fmla="*/ 0 w 397"/>
                <a:gd name="T15" fmla="*/ 115 h 145"/>
                <a:gd name="T16" fmla="*/ 0 w 397"/>
                <a:gd name="T17" fmla="*/ 72 h 145"/>
                <a:gd name="T18" fmla="*/ 0 w 397"/>
                <a:gd name="T19" fmla="*/ 29 h 145"/>
                <a:gd name="T20" fmla="*/ 0 w 397"/>
                <a:gd name="T21" fmla="*/ 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 h="145">
                  <a:moveTo>
                    <a:pt x="0" y="29"/>
                  </a:moveTo>
                  <a:lnTo>
                    <a:pt x="324" y="29"/>
                  </a:lnTo>
                  <a:lnTo>
                    <a:pt x="324" y="0"/>
                  </a:lnTo>
                  <a:lnTo>
                    <a:pt x="396" y="72"/>
                  </a:lnTo>
                  <a:lnTo>
                    <a:pt x="324" y="144"/>
                  </a:lnTo>
                  <a:lnTo>
                    <a:pt x="324" y="115"/>
                  </a:lnTo>
                  <a:lnTo>
                    <a:pt x="0" y="115"/>
                  </a:lnTo>
                  <a:lnTo>
                    <a:pt x="0" y="72"/>
                  </a:lnTo>
                  <a:lnTo>
                    <a:pt x="0" y="29"/>
                  </a:lnTo>
                  <a:close/>
                </a:path>
              </a:pathLst>
            </a:custGeom>
            <a:solidFill>
              <a:srgbClr val="000000"/>
            </a:solidFill>
            <a:ln w="0"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24343" name="Group 23">
              <a:extLst>
                <a:ext uri="{FF2B5EF4-FFF2-40B4-BE49-F238E27FC236}">
                  <a16:creationId xmlns:a16="http://schemas.microsoft.com/office/drawing/2014/main" id="{1FE1E80A-345B-22A0-5E25-8012C8EDFA8B}"/>
                </a:ext>
              </a:extLst>
            </p:cNvPr>
            <p:cNvGrpSpPr>
              <a:grpSpLocks/>
            </p:cNvGrpSpPr>
            <p:nvPr/>
          </p:nvGrpSpPr>
          <p:grpSpPr bwMode="auto">
            <a:xfrm>
              <a:off x="3692" y="2763"/>
              <a:ext cx="387" cy="233"/>
              <a:chOff x="3692" y="2763"/>
              <a:chExt cx="387" cy="233"/>
            </a:xfrm>
          </p:grpSpPr>
          <p:sp>
            <p:nvSpPr>
              <p:cNvPr id="4024344" name="Rectangle 24">
                <a:extLst>
                  <a:ext uri="{FF2B5EF4-FFF2-40B4-BE49-F238E27FC236}">
                    <a16:creationId xmlns:a16="http://schemas.microsoft.com/office/drawing/2014/main" id="{BD4438F5-677C-DA1D-2CEA-C4CCFDBDC926}"/>
                  </a:ext>
                </a:extLst>
              </p:cNvPr>
              <p:cNvSpPr>
                <a:spLocks noChangeArrowheads="1"/>
              </p:cNvSpPr>
              <p:nvPr/>
            </p:nvSpPr>
            <p:spPr bwMode="auto">
              <a:xfrm>
                <a:off x="3924"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45" name="Rectangle 25">
                <a:extLst>
                  <a:ext uri="{FF2B5EF4-FFF2-40B4-BE49-F238E27FC236}">
                    <a16:creationId xmlns:a16="http://schemas.microsoft.com/office/drawing/2014/main" id="{D9EC67C9-5D90-500F-6FEA-7449777847ED}"/>
                  </a:ext>
                </a:extLst>
              </p:cNvPr>
              <p:cNvSpPr>
                <a:spLocks noChangeArrowheads="1"/>
              </p:cNvSpPr>
              <p:nvPr/>
            </p:nvSpPr>
            <p:spPr bwMode="auto">
              <a:xfrm>
                <a:off x="3860"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46" name="Rectangle 26">
                <a:extLst>
                  <a:ext uri="{FF2B5EF4-FFF2-40B4-BE49-F238E27FC236}">
                    <a16:creationId xmlns:a16="http://schemas.microsoft.com/office/drawing/2014/main" id="{993244D0-0E43-A63A-60CA-0373FE4EA4F3}"/>
                  </a:ext>
                </a:extLst>
              </p:cNvPr>
              <p:cNvSpPr>
                <a:spLocks noChangeArrowheads="1"/>
              </p:cNvSpPr>
              <p:nvPr/>
            </p:nvSpPr>
            <p:spPr bwMode="auto">
              <a:xfrm>
                <a:off x="3808"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47" name="Rectangle 27">
                <a:extLst>
                  <a:ext uri="{FF2B5EF4-FFF2-40B4-BE49-F238E27FC236}">
                    <a16:creationId xmlns:a16="http://schemas.microsoft.com/office/drawing/2014/main" id="{EA6C763F-1FB4-F0A7-C29C-79E2799EDC4D}"/>
                  </a:ext>
                </a:extLst>
              </p:cNvPr>
              <p:cNvSpPr>
                <a:spLocks noChangeArrowheads="1"/>
              </p:cNvSpPr>
              <p:nvPr/>
            </p:nvSpPr>
            <p:spPr bwMode="auto">
              <a:xfrm>
                <a:off x="3764"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48" name="Rectangle 28">
                <a:extLst>
                  <a:ext uri="{FF2B5EF4-FFF2-40B4-BE49-F238E27FC236}">
                    <a16:creationId xmlns:a16="http://schemas.microsoft.com/office/drawing/2014/main" id="{935DB571-9F04-53F3-5D27-B15D904EB4E5}"/>
                  </a:ext>
                </a:extLst>
              </p:cNvPr>
              <p:cNvSpPr>
                <a:spLocks noChangeArrowheads="1"/>
              </p:cNvSpPr>
              <p:nvPr/>
            </p:nvSpPr>
            <p:spPr bwMode="auto">
              <a:xfrm>
                <a:off x="3732"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49" name="Rectangle 29">
                <a:extLst>
                  <a:ext uri="{FF2B5EF4-FFF2-40B4-BE49-F238E27FC236}">
                    <a16:creationId xmlns:a16="http://schemas.microsoft.com/office/drawing/2014/main" id="{842B64E5-335E-940C-7423-D14C50367D4D}"/>
                  </a:ext>
                </a:extLst>
              </p:cNvPr>
              <p:cNvSpPr>
                <a:spLocks noChangeArrowheads="1"/>
              </p:cNvSpPr>
              <p:nvPr/>
            </p:nvSpPr>
            <p:spPr bwMode="auto">
              <a:xfrm>
                <a:off x="3708"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50" name="Rectangle 30">
                <a:extLst>
                  <a:ext uri="{FF2B5EF4-FFF2-40B4-BE49-F238E27FC236}">
                    <a16:creationId xmlns:a16="http://schemas.microsoft.com/office/drawing/2014/main" id="{F96AFE63-BBBA-9382-05C6-3D02D4C8B0DA}"/>
                  </a:ext>
                </a:extLst>
              </p:cNvPr>
              <p:cNvSpPr>
                <a:spLocks noChangeArrowheads="1"/>
              </p:cNvSpPr>
              <p:nvPr/>
            </p:nvSpPr>
            <p:spPr bwMode="auto">
              <a:xfrm>
                <a:off x="3692"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grpSp>
        <p:nvGrpSpPr>
          <p:cNvPr id="4024351" name="Group 31">
            <a:extLst>
              <a:ext uri="{FF2B5EF4-FFF2-40B4-BE49-F238E27FC236}">
                <a16:creationId xmlns:a16="http://schemas.microsoft.com/office/drawing/2014/main" id="{1295715D-F720-9063-AF50-9BF8341DA816}"/>
              </a:ext>
            </a:extLst>
          </p:cNvPr>
          <p:cNvGrpSpPr>
            <a:grpSpLocks/>
          </p:cNvGrpSpPr>
          <p:nvPr/>
        </p:nvGrpSpPr>
        <p:grpSpPr bwMode="auto">
          <a:xfrm>
            <a:off x="4185047" y="4607716"/>
            <a:ext cx="471482" cy="278605"/>
            <a:chOff x="3684" y="2763"/>
            <a:chExt cx="395" cy="234"/>
          </a:xfrm>
        </p:grpSpPr>
        <p:sp>
          <p:nvSpPr>
            <p:cNvPr id="4024352" name="Freeform 32">
              <a:extLst>
                <a:ext uri="{FF2B5EF4-FFF2-40B4-BE49-F238E27FC236}">
                  <a16:creationId xmlns:a16="http://schemas.microsoft.com/office/drawing/2014/main" id="{BDAF24BB-A31C-5500-3F3C-172091E26C55}"/>
                </a:ext>
              </a:extLst>
            </p:cNvPr>
            <p:cNvSpPr>
              <a:spLocks/>
            </p:cNvSpPr>
            <p:nvPr/>
          </p:nvSpPr>
          <p:spPr bwMode="auto">
            <a:xfrm>
              <a:off x="3684" y="2764"/>
              <a:ext cx="155" cy="233"/>
            </a:xfrm>
            <a:custGeom>
              <a:avLst/>
              <a:gdLst>
                <a:gd name="T0" fmla="*/ 0 w 397"/>
                <a:gd name="T1" fmla="*/ 29 h 145"/>
                <a:gd name="T2" fmla="*/ 324 w 397"/>
                <a:gd name="T3" fmla="*/ 29 h 145"/>
                <a:gd name="T4" fmla="*/ 324 w 397"/>
                <a:gd name="T5" fmla="*/ 0 h 145"/>
                <a:gd name="T6" fmla="*/ 396 w 397"/>
                <a:gd name="T7" fmla="*/ 72 h 145"/>
                <a:gd name="T8" fmla="*/ 324 w 397"/>
                <a:gd name="T9" fmla="*/ 144 h 145"/>
                <a:gd name="T10" fmla="*/ 324 w 397"/>
                <a:gd name="T11" fmla="*/ 115 h 145"/>
                <a:gd name="T12" fmla="*/ 0 w 397"/>
                <a:gd name="T13" fmla="*/ 115 h 145"/>
                <a:gd name="T14" fmla="*/ 0 w 397"/>
                <a:gd name="T15" fmla="*/ 115 h 145"/>
                <a:gd name="T16" fmla="*/ 0 w 397"/>
                <a:gd name="T17" fmla="*/ 72 h 145"/>
                <a:gd name="T18" fmla="*/ 0 w 397"/>
                <a:gd name="T19" fmla="*/ 29 h 145"/>
                <a:gd name="T20" fmla="*/ 0 w 397"/>
                <a:gd name="T21" fmla="*/ 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 h="145">
                  <a:moveTo>
                    <a:pt x="0" y="29"/>
                  </a:moveTo>
                  <a:lnTo>
                    <a:pt x="324" y="29"/>
                  </a:lnTo>
                  <a:lnTo>
                    <a:pt x="324" y="0"/>
                  </a:lnTo>
                  <a:lnTo>
                    <a:pt x="396" y="72"/>
                  </a:lnTo>
                  <a:lnTo>
                    <a:pt x="324" y="144"/>
                  </a:lnTo>
                  <a:lnTo>
                    <a:pt x="324" y="115"/>
                  </a:lnTo>
                  <a:lnTo>
                    <a:pt x="0" y="115"/>
                  </a:lnTo>
                  <a:lnTo>
                    <a:pt x="0" y="72"/>
                  </a:lnTo>
                  <a:lnTo>
                    <a:pt x="0" y="29"/>
                  </a:lnTo>
                  <a:close/>
                </a:path>
              </a:pathLst>
            </a:custGeom>
            <a:solidFill>
              <a:srgbClr val="000000"/>
            </a:solidFill>
            <a:ln w="0"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24353" name="Group 33">
              <a:extLst>
                <a:ext uri="{FF2B5EF4-FFF2-40B4-BE49-F238E27FC236}">
                  <a16:creationId xmlns:a16="http://schemas.microsoft.com/office/drawing/2014/main" id="{0824DDB2-D5A7-5FC0-0636-57D513D4D822}"/>
                </a:ext>
              </a:extLst>
            </p:cNvPr>
            <p:cNvGrpSpPr>
              <a:grpSpLocks/>
            </p:cNvGrpSpPr>
            <p:nvPr/>
          </p:nvGrpSpPr>
          <p:grpSpPr bwMode="auto">
            <a:xfrm>
              <a:off x="3692" y="2763"/>
              <a:ext cx="387" cy="233"/>
              <a:chOff x="3692" y="2763"/>
              <a:chExt cx="387" cy="233"/>
            </a:xfrm>
          </p:grpSpPr>
          <p:sp>
            <p:nvSpPr>
              <p:cNvPr id="4024354" name="Rectangle 34">
                <a:extLst>
                  <a:ext uri="{FF2B5EF4-FFF2-40B4-BE49-F238E27FC236}">
                    <a16:creationId xmlns:a16="http://schemas.microsoft.com/office/drawing/2014/main" id="{48B67407-3CB4-D540-5CB6-8CA290150410}"/>
                  </a:ext>
                </a:extLst>
              </p:cNvPr>
              <p:cNvSpPr>
                <a:spLocks noChangeArrowheads="1"/>
              </p:cNvSpPr>
              <p:nvPr/>
            </p:nvSpPr>
            <p:spPr bwMode="auto">
              <a:xfrm>
                <a:off x="3924"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55" name="Rectangle 35">
                <a:extLst>
                  <a:ext uri="{FF2B5EF4-FFF2-40B4-BE49-F238E27FC236}">
                    <a16:creationId xmlns:a16="http://schemas.microsoft.com/office/drawing/2014/main" id="{BDC57B28-C085-9ADD-4F1A-1FDAC22AF6FD}"/>
                  </a:ext>
                </a:extLst>
              </p:cNvPr>
              <p:cNvSpPr>
                <a:spLocks noChangeArrowheads="1"/>
              </p:cNvSpPr>
              <p:nvPr/>
            </p:nvSpPr>
            <p:spPr bwMode="auto">
              <a:xfrm>
                <a:off x="3860"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56" name="Rectangle 36">
                <a:extLst>
                  <a:ext uri="{FF2B5EF4-FFF2-40B4-BE49-F238E27FC236}">
                    <a16:creationId xmlns:a16="http://schemas.microsoft.com/office/drawing/2014/main" id="{00978105-C56C-AC6B-EF62-8575B68BB31C}"/>
                  </a:ext>
                </a:extLst>
              </p:cNvPr>
              <p:cNvSpPr>
                <a:spLocks noChangeArrowheads="1"/>
              </p:cNvSpPr>
              <p:nvPr/>
            </p:nvSpPr>
            <p:spPr bwMode="auto">
              <a:xfrm>
                <a:off x="3808"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57" name="Rectangle 37">
                <a:extLst>
                  <a:ext uri="{FF2B5EF4-FFF2-40B4-BE49-F238E27FC236}">
                    <a16:creationId xmlns:a16="http://schemas.microsoft.com/office/drawing/2014/main" id="{F1D28699-36B4-A97A-1465-7607A83DB713}"/>
                  </a:ext>
                </a:extLst>
              </p:cNvPr>
              <p:cNvSpPr>
                <a:spLocks noChangeArrowheads="1"/>
              </p:cNvSpPr>
              <p:nvPr/>
            </p:nvSpPr>
            <p:spPr bwMode="auto">
              <a:xfrm>
                <a:off x="3764"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58" name="Rectangle 38">
                <a:extLst>
                  <a:ext uri="{FF2B5EF4-FFF2-40B4-BE49-F238E27FC236}">
                    <a16:creationId xmlns:a16="http://schemas.microsoft.com/office/drawing/2014/main" id="{BC11C8F8-97FA-458E-B778-7ED355688A69}"/>
                  </a:ext>
                </a:extLst>
              </p:cNvPr>
              <p:cNvSpPr>
                <a:spLocks noChangeArrowheads="1"/>
              </p:cNvSpPr>
              <p:nvPr/>
            </p:nvSpPr>
            <p:spPr bwMode="auto">
              <a:xfrm>
                <a:off x="3732"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59" name="Rectangle 39">
                <a:extLst>
                  <a:ext uri="{FF2B5EF4-FFF2-40B4-BE49-F238E27FC236}">
                    <a16:creationId xmlns:a16="http://schemas.microsoft.com/office/drawing/2014/main" id="{230D6483-BC44-A848-9EED-06F61C0A3D67}"/>
                  </a:ext>
                </a:extLst>
              </p:cNvPr>
              <p:cNvSpPr>
                <a:spLocks noChangeArrowheads="1"/>
              </p:cNvSpPr>
              <p:nvPr/>
            </p:nvSpPr>
            <p:spPr bwMode="auto">
              <a:xfrm>
                <a:off x="3708"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24360" name="Rectangle 40">
                <a:extLst>
                  <a:ext uri="{FF2B5EF4-FFF2-40B4-BE49-F238E27FC236}">
                    <a16:creationId xmlns:a16="http://schemas.microsoft.com/office/drawing/2014/main" id="{299A3AD7-2584-AC9B-D65F-5483E19E5245}"/>
                  </a:ext>
                </a:extLst>
              </p:cNvPr>
              <p:cNvSpPr>
                <a:spLocks noChangeArrowheads="1"/>
              </p:cNvSpPr>
              <p:nvPr/>
            </p:nvSpPr>
            <p:spPr bwMode="auto">
              <a:xfrm>
                <a:off x="3692" y="2763"/>
                <a:ext cx="155" cy="233"/>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sp>
        <p:nvSpPr>
          <p:cNvPr id="4024361" name="Rectangle 41">
            <a:extLst>
              <a:ext uri="{FF2B5EF4-FFF2-40B4-BE49-F238E27FC236}">
                <a16:creationId xmlns:a16="http://schemas.microsoft.com/office/drawing/2014/main" id="{3ED3860F-D2D7-0AF1-7185-D248F26C669C}"/>
              </a:ext>
            </a:extLst>
          </p:cNvPr>
          <p:cNvSpPr>
            <a:spLocks noChangeArrowheads="1"/>
          </p:cNvSpPr>
          <p:nvPr/>
        </p:nvSpPr>
        <p:spPr bwMode="auto">
          <a:xfrm>
            <a:off x="2295525" y="105519"/>
            <a:ext cx="3190875" cy="461665"/>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400" b="1">
                <a:solidFill>
                  <a:srgbClr val="000000"/>
                </a:solidFill>
                <a:latin typeface="Arial" panose="020B0604020202020204" pitchFamily="34" charset="0"/>
                <a:ea typeface="宋体" panose="02010600030101010101" pitchFamily="2" charset="-122"/>
              </a:rPr>
              <a:t>综合重要度的计算</a:t>
            </a:r>
          </a:p>
        </p:txBody>
      </p:sp>
    </p:spTree>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8900" name="Rectangle 4">
            <a:extLst>
              <a:ext uri="{FF2B5EF4-FFF2-40B4-BE49-F238E27FC236}">
                <a16:creationId xmlns:a16="http://schemas.microsoft.com/office/drawing/2014/main" id="{30180F82-CC8A-B87F-8C5D-4F07B9F0C1A3}"/>
              </a:ext>
            </a:extLst>
          </p:cNvPr>
          <p:cNvSpPr>
            <a:spLocks noGrp="1" noChangeArrowheads="1"/>
          </p:cNvSpPr>
          <p:nvPr>
            <p:ph type="body" idx="1"/>
          </p:nvPr>
        </p:nvSpPr>
        <p:spPr bwMode="auto">
          <a:xfrm>
            <a:off x="1143000" y="1371600"/>
            <a:ext cx="6238875" cy="3209925"/>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69056" tIns="34529" rIns="69056" bIns="34529" numCol="1" anchor="t" anchorCtr="0" compatLnSpc="1">
            <a:prstTxWarp prst="textNoShape">
              <a:avLst/>
            </a:prstTxWarp>
          </a:bodyPr>
          <a:lstStyle/>
          <a:p>
            <a:pPr lvl="1">
              <a:buClr>
                <a:srgbClr val="003366"/>
              </a:buClr>
              <a:buFont typeface="Wingdings" panose="05000000000000000000" pitchFamily="2" charset="2"/>
              <a:buChar char="l"/>
            </a:pPr>
            <a:r>
              <a:rPr lang="zh-CN" altLang="en-US" sz="2100"/>
              <a:t>如果所选的要素不合理，其含义混淆不清，或要素间的关系不正确，都会降低</a:t>
            </a:r>
            <a:r>
              <a:rPr lang="en-US" altLang="zh-CN" sz="2100"/>
              <a:t>AHP</a:t>
            </a:r>
            <a:r>
              <a:rPr lang="zh-CN" altLang="en-US" sz="2100"/>
              <a:t>法的结果质量，甚至导致</a:t>
            </a:r>
            <a:r>
              <a:rPr lang="en-US" altLang="zh-CN" sz="2100"/>
              <a:t>AHP</a:t>
            </a:r>
            <a:r>
              <a:rPr lang="zh-CN" altLang="en-US" sz="2100"/>
              <a:t>法决策失败。</a:t>
            </a:r>
          </a:p>
          <a:p>
            <a:pPr lvl="1">
              <a:buClr>
                <a:srgbClr val="003366"/>
              </a:buClr>
              <a:buFont typeface="Wingdings" panose="05000000000000000000" pitchFamily="2" charset="2"/>
              <a:buChar char="l"/>
            </a:pPr>
            <a:r>
              <a:rPr lang="zh-CN" altLang="en-US" sz="2100"/>
              <a:t>为保证递阶层次结构的合理性，需把握以下原则：</a:t>
            </a:r>
          </a:p>
          <a:p>
            <a:pPr lvl="1">
              <a:buFontTx/>
              <a:buNone/>
            </a:pPr>
            <a:r>
              <a:rPr lang="en-US" altLang="zh-CN" sz="2100"/>
              <a:t>   1</a:t>
            </a:r>
            <a:r>
              <a:rPr lang="zh-CN" altLang="en-US" sz="2100"/>
              <a:t>、分解简化问题时把握主要因素，不漏不多；</a:t>
            </a:r>
          </a:p>
          <a:p>
            <a:pPr lvl="1">
              <a:buFontTx/>
              <a:buNone/>
            </a:pPr>
            <a:r>
              <a:rPr lang="en-US" altLang="zh-CN" sz="2100"/>
              <a:t>   2</a:t>
            </a:r>
            <a:r>
              <a:rPr lang="zh-CN" altLang="en-US" sz="2100"/>
              <a:t>、注意相比较元素之间的强度关系，相差太悬殊的要素不能在同一层次比较。</a:t>
            </a:r>
          </a:p>
        </p:txBody>
      </p:sp>
      <p:sp>
        <p:nvSpPr>
          <p:cNvPr id="4048902" name="Rectangle 6">
            <a:extLst>
              <a:ext uri="{FF2B5EF4-FFF2-40B4-BE49-F238E27FC236}">
                <a16:creationId xmlns:a16="http://schemas.microsoft.com/office/drawing/2014/main" id="{6B4094D2-6DF5-0369-485B-C1B4EE25F12E}"/>
              </a:ext>
            </a:extLst>
          </p:cNvPr>
          <p:cNvSpPr>
            <a:spLocks noChangeArrowheads="1"/>
          </p:cNvSpPr>
          <p:nvPr/>
        </p:nvSpPr>
        <p:spPr bwMode="auto">
          <a:xfrm>
            <a:off x="2295525" y="322213"/>
            <a:ext cx="4210050" cy="461665"/>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400" b="1">
                <a:solidFill>
                  <a:srgbClr val="000000"/>
                </a:solidFill>
                <a:latin typeface="Arial" panose="020B0604020202020204" pitchFamily="34" charset="0"/>
                <a:ea typeface="宋体" panose="02010600030101010101" pitchFamily="2" charset="-122"/>
              </a:rPr>
              <a:t>应用层次分析法的注意事项</a:t>
            </a:r>
          </a:p>
        </p:txBody>
      </p:sp>
    </p:spTree>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9925" name="Rectangle 5">
            <a:extLst>
              <a:ext uri="{FF2B5EF4-FFF2-40B4-BE49-F238E27FC236}">
                <a16:creationId xmlns:a16="http://schemas.microsoft.com/office/drawing/2014/main" id="{ABFAA983-76FA-6692-F6D7-03A2697B0084}"/>
              </a:ext>
            </a:extLst>
          </p:cNvPr>
          <p:cNvSpPr>
            <a:spLocks noChangeArrowheads="1"/>
          </p:cNvSpPr>
          <p:nvPr/>
        </p:nvSpPr>
        <p:spPr bwMode="auto">
          <a:xfrm>
            <a:off x="1771650" y="1257300"/>
            <a:ext cx="5514975" cy="2753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fontAlgn="base">
              <a:lnSpc>
                <a:spcPct val="140000"/>
              </a:lnSpc>
              <a:spcBef>
                <a:spcPct val="0"/>
              </a:spcBef>
              <a:spcAft>
                <a:spcPct val="0"/>
              </a:spcAft>
            </a:pPr>
            <a:r>
              <a:rPr kumimoji="1" lang="zh-CN" altLang="en-US" sz="2100" b="1">
                <a:solidFill>
                  <a:srgbClr val="000000"/>
                </a:solidFill>
                <a:latin typeface="Times New Roman" panose="02020603050405020304" pitchFamily="18" charset="0"/>
                <a:ea typeface="宋体" panose="02010600030101010101" pitchFamily="2" charset="-122"/>
              </a:rPr>
              <a:t>优点</a:t>
            </a:r>
            <a:r>
              <a:rPr kumimoji="1" lang="zh-CN" altLang="en-US" sz="2100">
                <a:solidFill>
                  <a:srgbClr val="000000"/>
                </a:solidFill>
                <a:latin typeface="Times New Roman" panose="02020603050405020304" pitchFamily="18" charset="0"/>
                <a:ea typeface="宋体" panose="02010600030101010101" pitchFamily="2" charset="-122"/>
              </a:rPr>
              <a:t>：思路简单明了，它将决策者的思维过程条理化、数量化，便于计算，容易被人们所接受；</a:t>
            </a:r>
          </a:p>
          <a:p>
            <a:pPr defTabSz="685800" fontAlgn="base">
              <a:lnSpc>
                <a:spcPct val="140000"/>
              </a:lnSpc>
              <a:spcBef>
                <a:spcPct val="0"/>
              </a:spcBef>
              <a:spcAft>
                <a:spcPct val="0"/>
              </a:spcAft>
            </a:pPr>
            <a:r>
              <a:rPr kumimoji="1" lang="zh-CN" altLang="en-US" sz="2100">
                <a:solidFill>
                  <a:srgbClr val="000000"/>
                </a:solidFill>
                <a:latin typeface="Times New Roman" panose="02020603050405020304" pitchFamily="18" charset="0"/>
                <a:ea typeface="宋体" panose="02010600030101010101" pitchFamily="2" charset="-122"/>
              </a:rPr>
              <a:t>        所需要的定量化数据较少，但对问题的本质，问题所涉及的因素及其内在关系分析得比较透彻、清楚。 </a:t>
            </a:r>
          </a:p>
        </p:txBody>
      </p:sp>
      <p:sp>
        <p:nvSpPr>
          <p:cNvPr id="4049927" name="Rectangle 7">
            <a:extLst>
              <a:ext uri="{FF2B5EF4-FFF2-40B4-BE49-F238E27FC236}">
                <a16:creationId xmlns:a16="http://schemas.microsoft.com/office/drawing/2014/main" id="{A59F680C-F733-2F50-7693-A0DBC1226370}"/>
              </a:ext>
            </a:extLst>
          </p:cNvPr>
          <p:cNvSpPr>
            <a:spLocks noChangeArrowheads="1"/>
          </p:cNvSpPr>
          <p:nvPr/>
        </p:nvSpPr>
        <p:spPr bwMode="auto">
          <a:xfrm>
            <a:off x="2295525" y="322213"/>
            <a:ext cx="4210050" cy="461665"/>
          </a:xfrm>
          <a:prstGeom prst="rect">
            <a:avLst/>
          </a:prstGeom>
          <a:gradFill rotWithShape="1">
            <a:gsLst>
              <a:gs pos="0">
                <a:srgbClr val="FFFFFF">
                  <a:gamma/>
                  <a:shade val="46275"/>
                  <a:invGamma/>
                </a:srgbClr>
              </a:gs>
              <a:gs pos="100000">
                <a:srgbClr val="FFFFFF"/>
              </a:gs>
            </a:gsLst>
            <a:lin ang="5400000" scaled="1"/>
          </a:gra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alpha val="50000"/>
                    </a:srgbClr>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400" b="1">
                <a:solidFill>
                  <a:srgbClr val="000000"/>
                </a:solidFill>
                <a:latin typeface="Arial" panose="020B0604020202020204" pitchFamily="34" charset="0"/>
                <a:ea typeface="宋体" panose="02010600030101010101" pitchFamily="2" charset="-122"/>
              </a:rPr>
              <a:t>对层次分析法的简单评价</a:t>
            </a:r>
          </a:p>
        </p:txBody>
      </p:sp>
      <p:sp>
        <p:nvSpPr>
          <p:cNvPr id="4049929" name="AutoShape 9">
            <a:hlinkClick r:id="" action="ppaction://hlinkshowjump?jump=firstslide" highlightClick="1"/>
            <a:extLst>
              <a:ext uri="{FF2B5EF4-FFF2-40B4-BE49-F238E27FC236}">
                <a16:creationId xmlns:a16="http://schemas.microsoft.com/office/drawing/2014/main" id="{BC5DF2D3-FED2-B913-9835-CA0A9F744D29}"/>
              </a:ext>
            </a:extLst>
          </p:cNvPr>
          <p:cNvSpPr>
            <a:spLocks noChangeArrowheads="1"/>
          </p:cNvSpPr>
          <p:nvPr/>
        </p:nvSpPr>
        <p:spPr bwMode="auto">
          <a:xfrm>
            <a:off x="7410450" y="4771638"/>
            <a:ext cx="544116" cy="276999"/>
          </a:xfrm>
          <a:prstGeom prst="actionButtonHome">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0948" name="Text Box 4">
            <a:extLst>
              <a:ext uri="{FF2B5EF4-FFF2-40B4-BE49-F238E27FC236}">
                <a16:creationId xmlns:a16="http://schemas.microsoft.com/office/drawing/2014/main" id="{70A01A72-D71E-2415-080A-37AA636A3FFC}"/>
              </a:ext>
            </a:extLst>
          </p:cNvPr>
          <p:cNvSpPr txBox="1">
            <a:spLocks noChangeArrowheads="1"/>
          </p:cNvSpPr>
          <p:nvPr/>
        </p:nvSpPr>
        <p:spPr bwMode="auto">
          <a:xfrm>
            <a:off x="1864519" y="1370410"/>
            <a:ext cx="5450681"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kumimoji="1" lang="zh-CN" altLang="en-US" sz="2100" b="1">
                <a:solidFill>
                  <a:srgbClr val="000000"/>
                </a:solidFill>
                <a:latin typeface="Arial" panose="020B0604020202020204" pitchFamily="34" charset="0"/>
                <a:ea typeface="宋体" panose="02010600030101010101" pitchFamily="2" charset="-122"/>
              </a:rPr>
              <a:t>缺点</a:t>
            </a:r>
            <a:r>
              <a:rPr kumimoji="1" lang="zh-CN" altLang="en-US" sz="2100">
                <a:solidFill>
                  <a:srgbClr val="000000"/>
                </a:solidFill>
                <a:latin typeface="Arial" panose="020B0604020202020204" pitchFamily="34" charset="0"/>
                <a:ea typeface="宋体" panose="02010600030101010101" pitchFamily="2" charset="-122"/>
              </a:rPr>
              <a:t>：存在着较大的随意性。</a:t>
            </a:r>
          </a:p>
          <a:p>
            <a:pPr defTabSz="685800" eaLnBrk="0" fontAlgn="base" hangingPunct="0">
              <a:spcBef>
                <a:spcPct val="50000"/>
              </a:spcBef>
              <a:spcAft>
                <a:spcPct val="0"/>
              </a:spcAft>
            </a:pPr>
            <a:r>
              <a:rPr kumimoji="1" lang="zh-CN" altLang="en-US" sz="2100">
                <a:solidFill>
                  <a:srgbClr val="000000"/>
                </a:solidFill>
                <a:latin typeface="Arial" panose="020B0604020202020204" pitchFamily="34" charset="0"/>
                <a:ea typeface="宋体" panose="02010600030101010101" pitchFamily="2" charset="-122"/>
              </a:rPr>
              <a:t>         譬如，对于同样一个决策问题，如果在互不干扰、互不影响的条件下，让不同的人同样都采用</a:t>
            </a:r>
            <a:r>
              <a:rPr kumimoji="1" lang="en-US" altLang="zh-CN" sz="2100">
                <a:solidFill>
                  <a:srgbClr val="000000"/>
                </a:solidFill>
                <a:latin typeface="Arial" panose="020B0604020202020204" pitchFamily="34" charset="0"/>
                <a:ea typeface="宋体" panose="02010600030101010101" pitchFamily="2" charset="-122"/>
              </a:rPr>
              <a:t>AHP</a:t>
            </a:r>
            <a:r>
              <a:rPr kumimoji="1" lang="zh-CN" altLang="en-US" sz="2100">
                <a:solidFill>
                  <a:srgbClr val="000000"/>
                </a:solidFill>
                <a:latin typeface="Arial" panose="020B0604020202020204" pitchFamily="34" charset="0"/>
                <a:ea typeface="宋体" panose="02010600030101010101" pitchFamily="2" charset="-122"/>
              </a:rPr>
              <a:t>决策分析方法进行研究，则他们所建立的层次结构模型、所构造的判断矩阵很可能是各不相同的，分析所得出的结论也可能各有差异。  </a:t>
            </a:r>
          </a:p>
          <a:p>
            <a:pPr defTabSz="685800" eaLnBrk="0" fontAlgn="base" hangingPunct="0">
              <a:spcBef>
                <a:spcPct val="50000"/>
              </a:spcBef>
              <a:spcAft>
                <a:spcPct val="0"/>
              </a:spcAft>
            </a:pPr>
            <a:endParaRPr lang="zh-CN" altLang="en-US" sz="2100">
              <a:solidFill>
                <a:srgbClr val="000000"/>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0706" name="Rectangle 2">
            <a:extLst>
              <a:ext uri="{FF2B5EF4-FFF2-40B4-BE49-F238E27FC236}">
                <a16:creationId xmlns:a16="http://schemas.microsoft.com/office/drawing/2014/main" id="{71F95F8D-9637-5F97-904A-F9DBE26D7C27}"/>
              </a:ext>
            </a:extLst>
          </p:cNvPr>
          <p:cNvSpPr>
            <a:spLocks noGrp="1" noChangeArrowheads="1"/>
          </p:cNvSpPr>
          <p:nvPr>
            <p:ph type="title"/>
          </p:nvPr>
        </p:nvSpPr>
        <p:spPr bwMode="auto">
          <a:xfrm>
            <a:off x="3590925" y="205978"/>
            <a:ext cx="1600200" cy="40362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r>
              <a:rPr lang="zh-CN" altLang="en-US"/>
              <a:t>课堂练习</a:t>
            </a:r>
          </a:p>
        </p:txBody>
      </p:sp>
      <p:sp>
        <p:nvSpPr>
          <p:cNvPr id="4040708" name="Text Box 4">
            <a:extLst>
              <a:ext uri="{FF2B5EF4-FFF2-40B4-BE49-F238E27FC236}">
                <a16:creationId xmlns:a16="http://schemas.microsoft.com/office/drawing/2014/main" id="{A7751717-15F5-236E-3D17-6DAA500B81C5}"/>
              </a:ext>
            </a:extLst>
          </p:cNvPr>
          <p:cNvSpPr txBox="1">
            <a:spLocks noChangeArrowheads="1"/>
          </p:cNvSpPr>
          <p:nvPr/>
        </p:nvSpPr>
        <p:spPr bwMode="auto">
          <a:xfrm>
            <a:off x="2055019" y="769144"/>
            <a:ext cx="556498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a:solidFill>
                  <a:srgbClr val="000000"/>
                </a:solidFill>
                <a:latin typeface="Arial" panose="020B0604020202020204" pitchFamily="34" charset="0"/>
                <a:ea typeface="宋体" panose="02010600030101010101" pitchFamily="2" charset="-122"/>
              </a:rPr>
              <a:t>某公司有一笔资金可用于</a:t>
            </a:r>
            <a:r>
              <a:rPr lang="en-US" altLang="zh-CN">
                <a:solidFill>
                  <a:srgbClr val="000000"/>
                </a:solidFill>
                <a:latin typeface="Arial" panose="020B0604020202020204" pitchFamily="34" charset="0"/>
                <a:ea typeface="宋体" panose="02010600030101010101" pitchFamily="2" charset="-122"/>
              </a:rPr>
              <a:t>4</a:t>
            </a:r>
            <a:r>
              <a:rPr lang="zh-CN" altLang="en-US">
                <a:solidFill>
                  <a:srgbClr val="000000"/>
                </a:solidFill>
                <a:latin typeface="Arial" panose="020B0604020202020204" pitchFamily="34" charset="0"/>
                <a:ea typeface="宋体" panose="02010600030101010101" pitchFamily="2" charset="-122"/>
              </a:rPr>
              <a:t>种方案 ：投资房地产，购买股票，投资工业和高技术产业。评价和选择投资方案的标准是：收益大，风险低和周转快。试对</a:t>
            </a:r>
            <a:r>
              <a:rPr lang="en-US" altLang="zh-CN">
                <a:solidFill>
                  <a:srgbClr val="000000"/>
                </a:solidFill>
                <a:latin typeface="Arial" panose="020B0604020202020204" pitchFamily="34" charset="0"/>
                <a:ea typeface="宋体" panose="02010600030101010101" pitchFamily="2" charset="-122"/>
              </a:rPr>
              <a:t>4</a:t>
            </a:r>
            <a:r>
              <a:rPr lang="zh-CN" altLang="en-US">
                <a:solidFill>
                  <a:srgbClr val="000000"/>
                </a:solidFill>
                <a:latin typeface="Arial" panose="020B0604020202020204" pitchFamily="34" charset="0"/>
                <a:ea typeface="宋体" panose="02010600030101010101" pitchFamily="2" charset="-122"/>
              </a:rPr>
              <a:t>种投资方案做出分析和评价。</a:t>
            </a:r>
          </a:p>
        </p:txBody>
      </p:sp>
      <p:sp>
        <p:nvSpPr>
          <p:cNvPr id="4040709" name="Rectangle 5">
            <a:hlinkClick r:id="rId2" action="ppaction://hlinksldjump"/>
            <a:extLst>
              <a:ext uri="{FF2B5EF4-FFF2-40B4-BE49-F238E27FC236}">
                <a16:creationId xmlns:a16="http://schemas.microsoft.com/office/drawing/2014/main" id="{29DD532C-15EA-DAE7-1D16-578401550F47}"/>
              </a:ext>
            </a:extLst>
          </p:cNvPr>
          <p:cNvSpPr>
            <a:spLocks noChangeArrowheads="1"/>
          </p:cNvSpPr>
          <p:nvPr/>
        </p:nvSpPr>
        <p:spPr bwMode="auto">
          <a:xfrm>
            <a:off x="2293144" y="1982406"/>
            <a:ext cx="4508897" cy="415498"/>
          </a:xfrm>
          <a:prstGeom prst="rect">
            <a:avLst/>
          </a:prstGeom>
          <a:gradFill rotWithShape="1">
            <a:gsLst>
              <a:gs pos="0">
                <a:srgbClr val="CC0099"/>
              </a:gs>
              <a:gs pos="100000">
                <a:srgbClr val="CC00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根据题意建立</a:t>
            </a:r>
            <a:r>
              <a:rPr lang="en-US" altLang="zh-CN" sz="2100">
                <a:solidFill>
                  <a:srgbClr val="FFFFFF"/>
                </a:solidFill>
                <a:latin typeface="Arial" panose="020B0604020202020204" pitchFamily="34" charset="0"/>
                <a:ea typeface="宋体" panose="02010600030101010101" pitchFamily="2" charset="-122"/>
              </a:rPr>
              <a:t>AHP</a:t>
            </a:r>
            <a:r>
              <a:rPr lang="zh-CN" altLang="en-US" sz="2100">
                <a:solidFill>
                  <a:srgbClr val="FFFFFF"/>
                </a:solidFill>
                <a:latin typeface="Arial" panose="020B0604020202020204" pitchFamily="34" charset="0"/>
                <a:ea typeface="宋体" panose="02010600030101010101" pitchFamily="2" charset="-122"/>
              </a:rPr>
              <a:t>的多级递阶结构</a:t>
            </a:r>
          </a:p>
        </p:txBody>
      </p:sp>
      <p:sp>
        <p:nvSpPr>
          <p:cNvPr id="4040710" name="Rectangle 6">
            <a:hlinkClick r:id="rId3" action="ppaction://hlinksldjump"/>
            <a:extLst>
              <a:ext uri="{FF2B5EF4-FFF2-40B4-BE49-F238E27FC236}">
                <a16:creationId xmlns:a16="http://schemas.microsoft.com/office/drawing/2014/main" id="{6148AB2F-AB08-B8D8-173A-6F31C3212945}"/>
              </a:ext>
            </a:extLst>
          </p:cNvPr>
          <p:cNvSpPr>
            <a:spLocks noChangeArrowheads="1"/>
          </p:cNvSpPr>
          <p:nvPr/>
        </p:nvSpPr>
        <p:spPr bwMode="auto">
          <a:xfrm>
            <a:off x="1338352" y="2869288"/>
            <a:ext cx="6186309" cy="369332"/>
          </a:xfrm>
          <a:prstGeom prst="rect">
            <a:avLst/>
          </a:prstGeom>
          <a:gradFill rotWithShape="1">
            <a:gsLst>
              <a:gs pos="0">
                <a:srgbClr val="CC0099"/>
              </a:gs>
              <a:gs pos="100000">
                <a:srgbClr val="CC00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a:solidFill>
                  <a:srgbClr val="FFFFFF"/>
                </a:solidFill>
                <a:latin typeface="Arial" panose="020B0604020202020204" pitchFamily="34" charset="0"/>
                <a:ea typeface="宋体" panose="02010600030101010101" pitchFamily="2" charset="-122"/>
              </a:rPr>
              <a:t>建立判断矩阵，计算各级要素相对重要度并进行一致性检验</a:t>
            </a:r>
          </a:p>
        </p:txBody>
      </p:sp>
      <p:sp>
        <p:nvSpPr>
          <p:cNvPr id="4040711" name="Rectangle 7">
            <a:hlinkClick r:id="rId4" action="ppaction://hlinksldjump"/>
            <a:extLst>
              <a:ext uri="{FF2B5EF4-FFF2-40B4-BE49-F238E27FC236}">
                <a16:creationId xmlns:a16="http://schemas.microsoft.com/office/drawing/2014/main" id="{FDE4A683-C9D7-9D16-E450-D2CBD7AD3EA7}"/>
              </a:ext>
            </a:extLst>
          </p:cNvPr>
          <p:cNvSpPr>
            <a:spLocks noChangeArrowheads="1"/>
          </p:cNvSpPr>
          <p:nvPr/>
        </p:nvSpPr>
        <p:spPr bwMode="auto">
          <a:xfrm>
            <a:off x="3615795" y="3777735"/>
            <a:ext cx="1800493" cy="369332"/>
          </a:xfrm>
          <a:prstGeom prst="rect">
            <a:avLst/>
          </a:prstGeom>
          <a:gradFill rotWithShape="1">
            <a:gsLst>
              <a:gs pos="0">
                <a:srgbClr val="CC0099"/>
              </a:gs>
              <a:gs pos="100000">
                <a:srgbClr val="CC00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a:solidFill>
                  <a:srgbClr val="FFFFFF"/>
                </a:solidFill>
                <a:latin typeface="Arial" panose="020B0604020202020204" pitchFamily="34" charset="0"/>
                <a:ea typeface="宋体" panose="02010600030101010101" pitchFamily="2" charset="-122"/>
              </a:rPr>
              <a:t>计算综合重要度</a:t>
            </a:r>
          </a:p>
        </p:txBody>
      </p:sp>
      <p:sp>
        <p:nvSpPr>
          <p:cNvPr id="4040712" name="Rectangle 8">
            <a:extLst>
              <a:ext uri="{FF2B5EF4-FFF2-40B4-BE49-F238E27FC236}">
                <a16:creationId xmlns:a16="http://schemas.microsoft.com/office/drawing/2014/main" id="{B08E165F-D98E-1842-176B-7AB4E15AD6D5}"/>
              </a:ext>
            </a:extLst>
          </p:cNvPr>
          <p:cNvSpPr>
            <a:spLocks noChangeArrowheads="1"/>
          </p:cNvSpPr>
          <p:nvPr/>
        </p:nvSpPr>
        <p:spPr bwMode="auto">
          <a:xfrm>
            <a:off x="4173825" y="4673085"/>
            <a:ext cx="646332" cy="369332"/>
          </a:xfrm>
          <a:prstGeom prst="rect">
            <a:avLst/>
          </a:prstGeom>
          <a:gradFill rotWithShape="1">
            <a:gsLst>
              <a:gs pos="0">
                <a:srgbClr val="CC0099"/>
              </a:gs>
              <a:gs pos="100000">
                <a:srgbClr val="CC00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algn="ctr" defTabSz="685800" eaLnBrk="0" fontAlgn="base" hangingPunct="0">
              <a:spcBef>
                <a:spcPct val="50000"/>
              </a:spcBef>
              <a:spcAft>
                <a:spcPct val="0"/>
              </a:spcAft>
            </a:pPr>
            <a:r>
              <a:rPr lang="zh-CN" altLang="en-US">
                <a:solidFill>
                  <a:srgbClr val="FFFFFF"/>
                </a:solidFill>
                <a:latin typeface="Arial" panose="020B0604020202020204" pitchFamily="34" charset="0"/>
                <a:ea typeface="宋体" panose="02010600030101010101" pitchFamily="2" charset="-122"/>
              </a:rPr>
              <a:t>结论</a:t>
            </a:r>
          </a:p>
        </p:txBody>
      </p:sp>
      <p:grpSp>
        <p:nvGrpSpPr>
          <p:cNvPr id="4040733" name="Group 29">
            <a:extLst>
              <a:ext uri="{FF2B5EF4-FFF2-40B4-BE49-F238E27FC236}">
                <a16:creationId xmlns:a16="http://schemas.microsoft.com/office/drawing/2014/main" id="{7D7A7B72-D806-A909-E073-48272B3ED3F8}"/>
              </a:ext>
            </a:extLst>
          </p:cNvPr>
          <p:cNvGrpSpPr>
            <a:grpSpLocks/>
          </p:cNvGrpSpPr>
          <p:nvPr/>
        </p:nvGrpSpPr>
        <p:grpSpPr bwMode="auto">
          <a:xfrm rot="5400000">
            <a:off x="4288571" y="2480519"/>
            <a:ext cx="459684" cy="284765"/>
            <a:chOff x="3599" y="2850"/>
            <a:chExt cx="482" cy="60"/>
          </a:xfrm>
        </p:grpSpPr>
        <p:sp>
          <p:nvSpPr>
            <p:cNvPr id="4040734" name="Freeform 30">
              <a:extLst>
                <a:ext uri="{FF2B5EF4-FFF2-40B4-BE49-F238E27FC236}">
                  <a16:creationId xmlns:a16="http://schemas.microsoft.com/office/drawing/2014/main" id="{DD2F75E4-F9A2-CF49-7161-61E513C272CF}"/>
                </a:ext>
              </a:extLst>
            </p:cNvPr>
            <p:cNvSpPr>
              <a:spLocks/>
            </p:cNvSpPr>
            <p:nvPr/>
          </p:nvSpPr>
          <p:spPr bwMode="auto">
            <a:xfrm>
              <a:off x="3684" y="2852"/>
              <a:ext cx="397" cy="58"/>
            </a:xfrm>
            <a:custGeom>
              <a:avLst/>
              <a:gdLst>
                <a:gd name="T0" fmla="*/ 0 w 397"/>
                <a:gd name="T1" fmla="*/ 29 h 145"/>
                <a:gd name="T2" fmla="*/ 324 w 397"/>
                <a:gd name="T3" fmla="*/ 29 h 145"/>
                <a:gd name="T4" fmla="*/ 324 w 397"/>
                <a:gd name="T5" fmla="*/ 0 h 145"/>
                <a:gd name="T6" fmla="*/ 396 w 397"/>
                <a:gd name="T7" fmla="*/ 72 h 145"/>
                <a:gd name="T8" fmla="*/ 324 w 397"/>
                <a:gd name="T9" fmla="*/ 144 h 145"/>
                <a:gd name="T10" fmla="*/ 324 w 397"/>
                <a:gd name="T11" fmla="*/ 115 h 145"/>
                <a:gd name="T12" fmla="*/ 0 w 397"/>
                <a:gd name="T13" fmla="*/ 115 h 145"/>
                <a:gd name="T14" fmla="*/ 0 w 397"/>
                <a:gd name="T15" fmla="*/ 115 h 145"/>
                <a:gd name="T16" fmla="*/ 0 w 397"/>
                <a:gd name="T17" fmla="*/ 72 h 145"/>
                <a:gd name="T18" fmla="*/ 0 w 397"/>
                <a:gd name="T19" fmla="*/ 29 h 145"/>
                <a:gd name="T20" fmla="*/ 0 w 397"/>
                <a:gd name="T21" fmla="*/ 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 h="145">
                  <a:moveTo>
                    <a:pt x="0" y="29"/>
                  </a:moveTo>
                  <a:lnTo>
                    <a:pt x="324" y="29"/>
                  </a:lnTo>
                  <a:lnTo>
                    <a:pt x="324" y="0"/>
                  </a:lnTo>
                  <a:lnTo>
                    <a:pt x="396" y="72"/>
                  </a:lnTo>
                  <a:lnTo>
                    <a:pt x="324" y="144"/>
                  </a:lnTo>
                  <a:lnTo>
                    <a:pt x="324" y="115"/>
                  </a:lnTo>
                  <a:lnTo>
                    <a:pt x="0" y="115"/>
                  </a:lnTo>
                  <a:lnTo>
                    <a:pt x="0" y="72"/>
                  </a:lnTo>
                  <a:lnTo>
                    <a:pt x="0" y="29"/>
                  </a:lnTo>
                  <a:close/>
                </a:path>
              </a:pathLst>
            </a:custGeom>
            <a:solidFill>
              <a:srgbClr val="000000"/>
            </a:solidFill>
            <a:ln w="0"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40735" name="Group 31">
              <a:extLst>
                <a:ext uri="{FF2B5EF4-FFF2-40B4-BE49-F238E27FC236}">
                  <a16:creationId xmlns:a16="http://schemas.microsoft.com/office/drawing/2014/main" id="{9AD016AA-1685-F87E-711F-5F60D4587694}"/>
                </a:ext>
              </a:extLst>
            </p:cNvPr>
            <p:cNvGrpSpPr>
              <a:grpSpLocks/>
            </p:cNvGrpSpPr>
            <p:nvPr/>
          </p:nvGrpSpPr>
          <p:grpSpPr bwMode="auto">
            <a:xfrm>
              <a:off x="3599" y="2850"/>
              <a:ext cx="440" cy="58"/>
              <a:chOff x="3599" y="2850"/>
              <a:chExt cx="440" cy="58"/>
            </a:xfrm>
          </p:grpSpPr>
          <p:sp>
            <p:nvSpPr>
              <p:cNvPr id="4040736" name="Rectangle 32">
                <a:extLst>
                  <a:ext uri="{FF2B5EF4-FFF2-40B4-BE49-F238E27FC236}">
                    <a16:creationId xmlns:a16="http://schemas.microsoft.com/office/drawing/2014/main" id="{99839956-34A7-D18A-6689-90162315B9D2}"/>
                  </a:ext>
                </a:extLst>
              </p:cNvPr>
              <p:cNvSpPr>
                <a:spLocks noChangeArrowheads="1"/>
              </p:cNvSpPr>
              <p:nvPr/>
            </p:nvSpPr>
            <p:spPr bwMode="auto">
              <a:xfrm>
                <a:off x="3845"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37" name="Rectangle 33">
                <a:extLst>
                  <a:ext uri="{FF2B5EF4-FFF2-40B4-BE49-F238E27FC236}">
                    <a16:creationId xmlns:a16="http://schemas.microsoft.com/office/drawing/2014/main" id="{CDDBE33E-7142-7B24-7EFA-B42712ED86F3}"/>
                  </a:ext>
                </a:extLst>
              </p:cNvPr>
              <p:cNvSpPr>
                <a:spLocks noChangeArrowheads="1"/>
              </p:cNvSpPr>
              <p:nvPr/>
            </p:nvSpPr>
            <p:spPr bwMode="auto">
              <a:xfrm>
                <a:off x="3779"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38" name="Rectangle 34">
                <a:extLst>
                  <a:ext uri="{FF2B5EF4-FFF2-40B4-BE49-F238E27FC236}">
                    <a16:creationId xmlns:a16="http://schemas.microsoft.com/office/drawing/2014/main" id="{4D5788D1-74D5-EF05-B2CB-C70527F80033}"/>
                  </a:ext>
                </a:extLst>
              </p:cNvPr>
              <p:cNvSpPr>
                <a:spLocks noChangeArrowheads="1"/>
              </p:cNvSpPr>
              <p:nvPr/>
            </p:nvSpPr>
            <p:spPr bwMode="auto">
              <a:xfrm>
                <a:off x="3723"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39" name="Rectangle 35">
                <a:extLst>
                  <a:ext uri="{FF2B5EF4-FFF2-40B4-BE49-F238E27FC236}">
                    <a16:creationId xmlns:a16="http://schemas.microsoft.com/office/drawing/2014/main" id="{344BD0F8-D06D-4AC6-4D94-66828B7EAF8E}"/>
                  </a:ext>
                </a:extLst>
              </p:cNvPr>
              <p:cNvSpPr>
                <a:spLocks noChangeArrowheads="1"/>
              </p:cNvSpPr>
              <p:nvPr/>
            </p:nvSpPr>
            <p:spPr bwMode="auto">
              <a:xfrm>
                <a:off x="3677"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40" name="Rectangle 36">
                <a:extLst>
                  <a:ext uri="{FF2B5EF4-FFF2-40B4-BE49-F238E27FC236}">
                    <a16:creationId xmlns:a16="http://schemas.microsoft.com/office/drawing/2014/main" id="{9501A8D9-8916-54DB-3806-5C20CDCD8BA5}"/>
                  </a:ext>
                </a:extLst>
              </p:cNvPr>
              <p:cNvSpPr>
                <a:spLocks noChangeArrowheads="1"/>
              </p:cNvSpPr>
              <p:nvPr/>
            </p:nvSpPr>
            <p:spPr bwMode="auto">
              <a:xfrm>
                <a:off x="3643"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41" name="Rectangle 37">
                <a:extLst>
                  <a:ext uri="{FF2B5EF4-FFF2-40B4-BE49-F238E27FC236}">
                    <a16:creationId xmlns:a16="http://schemas.microsoft.com/office/drawing/2014/main" id="{23421B4E-217C-F036-F1A5-2097E73A43B7}"/>
                  </a:ext>
                </a:extLst>
              </p:cNvPr>
              <p:cNvSpPr>
                <a:spLocks noChangeArrowheads="1"/>
              </p:cNvSpPr>
              <p:nvPr/>
            </p:nvSpPr>
            <p:spPr bwMode="auto">
              <a:xfrm>
                <a:off x="3617"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42" name="Rectangle 38">
                <a:extLst>
                  <a:ext uri="{FF2B5EF4-FFF2-40B4-BE49-F238E27FC236}">
                    <a16:creationId xmlns:a16="http://schemas.microsoft.com/office/drawing/2014/main" id="{FE1C6729-C7C8-BAC7-4009-1A910D87DED2}"/>
                  </a:ext>
                </a:extLst>
              </p:cNvPr>
              <p:cNvSpPr>
                <a:spLocks noChangeArrowheads="1"/>
              </p:cNvSpPr>
              <p:nvPr/>
            </p:nvSpPr>
            <p:spPr bwMode="auto">
              <a:xfrm>
                <a:off x="3599"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grpSp>
        <p:nvGrpSpPr>
          <p:cNvPr id="4040743" name="Group 39">
            <a:extLst>
              <a:ext uri="{FF2B5EF4-FFF2-40B4-BE49-F238E27FC236}">
                <a16:creationId xmlns:a16="http://schemas.microsoft.com/office/drawing/2014/main" id="{9B33E599-2B2C-1E4C-3133-208F4097DA38}"/>
              </a:ext>
            </a:extLst>
          </p:cNvPr>
          <p:cNvGrpSpPr>
            <a:grpSpLocks/>
          </p:cNvGrpSpPr>
          <p:nvPr/>
        </p:nvGrpSpPr>
        <p:grpSpPr bwMode="auto">
          <a:xfrm rot="5400000">
            <a:off x="4288571" y="3359200"/>
            <a:ext cx="459684" cy="284765"/>
            <a:chOff x="3599" y="2850"/>
            <a:chExt cx="482" cy="60"/>
          </a:xfrm>
        </p:grpSpPr>
        <p:sp>
          <p:nvSpPr>
            <p:cNvPr id="4040744" name="Freeform 40">
              <a:extLst>
                <a:ext uri="{FF2B5EF4-FFF2-40B4-BE49-F238E27FC236}">
                  <a16:creationId xmlns:a16="http://schemas.microsoft.com/office/drawing/2014/main" id="{65DADB6B-F2DE-B182-0D2C-CC8B0109576D}"/>
                </a:ext>
              </a:extLst>
            </p:cNvPr>
            <p:cNvSpPr>
              <a:spLocks/>
            </p:cNvSpPr>
            <p:nvPr/>
          </p:nvSpPr>
          <p:spPr bwMode="auto">
            <a:xfrm>
              <a:off x="3684" y="2852"/>
              <a:ext cx="397" cy="58"/>
            </a:xfrm>
            <a:custGeom>
              <a:avLst/>
              <a:gdLst>
                <a:gd name="T0" fmla="*/ 0 w 397"/>
                <a:gd name="T1" fmla="*/ 29 h 145"/>
                <a:gd name="T2" fmla="*/ 324 w 397"/>
                <a:gd name="T3" fmla="*/ 29 h 145"/>
                <a:gd name="T4" fmla="*/ 324 w 397"/>
                <a:gd name="T5" fmla="*/ 0 h 145"/>
                <a:gd name="T6" fmla="*/ 396 w 397"/>
                <a:gd name="T7" fmla="*/ 72 h 145"/>
                <a:gd name="T8" fmla="*/ 324 w 397"/>
                <a:gd name="T9" fmla="*/ 144 h 145"/>
                <a:gd name="T10" fmla="*/ 324 w 397"/>
                <a:gd name="T11" fmla="*/ 115 h 145"/>
                <a:gd name="T12" fmla="*/ 0 w 397"/>
                <a:gd name="T13" fmla="*/ 115 h 145"/>
                <a:gd name="T14" fmla="*/ 0 w 397"/>
                <a:gd name="T15" fmla="*/ 115 h 145"/>
                <a:gd name="T16" fmla="*/ 0 w 397"/>
                <a:gd name="T17" fmla="*/ 72 h 145"/>
                <a:gd name="T18" fmla="*/ 0 w 397"/>
                <a:gd name="T19" fmla="*/ 29 h 145"/>
                <a:gd name="T20" fmla="*/ 0 w 397"/>
                <a:gd name="T21" fmla="*/ 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 h="145">
                  <a:moveTo>
                    <a:pt x="0" y="29"/>
                  </a:moveTo>
                  <a:lnTo>
                    <a:pt x="324" y="29"/>
                  </a:lnTo>
                  <a:lnTo>
                    <a:pt x="324" y="0"/>
                  </a:lnTo>
                  <a:lnTo>
                    <a:pt x="396" y="72"/>
                  </a:lnTo>
                  <a:lnTo>
                    <a:pt x="324" y="144"/>
                  </a:lnTo>
                  <a:lnTo>
                    <a:pt x="324" y="115"/>
                  </a:lnTo>
                  <a:lnTo>
                    <a:pt x="0" y="115"/>
                  </a:lnTo>
                  <a:lnTo>
                    <a:pt x="0" y="72"/>
                  </a:lnTo>
                  <a:lnTo>
                    <a:pt x="0" y="29"/>
                  </a:lnTo>
                  <a:close/>
                </a:path>
              </a:pathLst>
            </a:custGeom>
            <a:solidFill>
              <a:srgbClr val="000000"/>
            </a:solidFill>
            <a:ln w="0"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40745" name="Group 41">
              <a:extLst>
                <a:ext uri="{FF2B5EF4-FFF2-40B4-BE49-F238E27FC236}">
                  <a16:creationId xmlns:a16="http://schemas.microsoft.com/office/drawing/2014/main" id="{D633C405-FF0C-CE76-1BA9-B22A41C0A222}"/>
                </a:ext>
              </a:extLst>
            </p:cNvPr>
            <p:cNvGrpSpPr>
              <a:grpSpLocks/>
            </p:cNvGrpSpPr>
            <p:nvPr/>
          </p:nvGrpSpPr>
          <p:grpSpPr bwMode="auto">
            <a:xfrm>
              <a:off x="3599" y="2850"/>
              <a:ext cx="440" cy="58"/>
              <a:chOff x="3599" y="2850"/>
              <a:chExt cx="440" cy="58"/>
            </a:xfrm>
          </p:grpSpPr>
          <p:sp>
            <p:nvSpPr>
              <p:cNvPr id="4040746" name="Rectangle 42">
                <a:extLst>
                  <a:ext uri="{FF2B5EF4-FFF2-40B4-BE49-F238E27FC236}">
                    <a16:creationId xmlns:a16="http://schemas.microsoft.com/office/drawing/2014/main" id="{31B897BC-ADA2-CD4A-46CB-9035C20FADF7}"/>
                  </a:ext>
                </a:extLst>
              </p:cNvPr>
              <p:cNvSpPr>
                <a:spLocks noChangeArrowheads="1"/>
              </p:cNvSpPr>
              <p:nvPr/>
            </p:nvSpPr>
            <p:spPr bwMode="auto">
              <a:xfrm>
                <a:off x="3845"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47" name="Rectangle 43">
                <a:extLst>
                  <a:ext uri="{FF2B5EF4-FFF2-40B4-BE49-F238E27FC236}">
                    <a16:creationId xmlns:a16="http://schemas.microsoft.com/office/drawing/2014/main" id="{FDA6FFA8-C134-7354-FC19-05BA41666A1F}"/>
                  </a:ext>
                </a:extLst>
              </p:cNvPr>
              <p:cNvSpPr>
                <a:spLocks noChangeArrowheads="1"/>
              </p:cNvSpPr>
              <p:nvPr/>
            </p:nvSpPr>
            <p:spPr bwMode="auto">
              <a:xfrm>
                <a:off x="3779"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48" name="Rectangle 44">
                <a:extLst>
                  <a:ext uri="{FF2B5EF4-FFF2-40B4-BE49-F238E27FC236}">
                    <a16:creationId xmlns:a16="http://schemas.microsoft.com/office/drawing/2014/main" id="{A6708CF1-E662-F934-2276-D66718589D36}"/>
                  </a:ext>
                </a:extLst>
              </p:cNvPr>
              <p:cNvSpPr>
                <a:spLocks noChangeArrowheads="1"/>
              </p:cNvSpPr>
              <p:nvPr/>
            </p:nvSpPr>
            <p:spPr bwMode="auto">
              <a:xfrm>
                <a:off x="3723"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49" name="Rectangle 45">
                <a:extLst>
                  <a:ext uri="{FF2B5EF4-FFF2-40B4-BE49-F238E27FC236}">
                    <a16:creationId xmlns:a16="http://schemas.microsoft.com/office/drawing/2014/main" id="{46659672-5DA0-F165-587F-FF4D2DB1980B}"/>
                  </a:ext>
                </a:extLst>
              </p:cNvPr>
              <p:cNvSpPr>
                <a:spLocks noChangeArrowheads="1"/>
              </p:cNvSpPr>
              <p:nvPr/>
            </p:nvSpPr>
            <p:spPr bwMode="auto">
              <a:xfrm>
                <a:off x="3677"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50" name="Rectangle 46">
                <a:extLst>
                  <a:ext uri="{FF2B5EF4-FFF2-40B4-BE49-F238E27FC236}">
                    <a16:creationId xmlns:a16="http://schemas.microsoft.com/office/drawing/2014/main" id="{D147D837-DD34-1C13-693A-D014A5841D05}"/>
                  </a:ext>
                </a:extLst>
              </p:cNvPr>
              <p:cNvSpPr>
                <a:spLocks noChangeArrowheads="1"/>
              </p:cNvSpPr>
              <p:nvPr/>
            </p:nvSpPr>
            <p:spPr bwMode="auto">
              <a:xfrm>
                <a:off x="3643"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51" name="Rectangle 47">
                <a:extLst>
                  <a:ext uri="{FF2B5EF4-FFF2-40B4-BE49-F238E27FC236}">
                    <a16:creationId xmlns:a16="http://schemas.microsoft.com/office/drawing/2014/main" id="{2BE46E46-E5D6-3066-D9F5-755146DF2AD9}"/>
                  </a:ext>
                </a:extLst>
              </p:cNvPr>
              <p:cNvSpPr>
                <a:spLocks noChangeArrowheads="1"/>
              </p:cNvSpPr>
              <p:nvPr/>
            </p:nvSpPr>
            <p:spPr bwMode="auto">
              <a:xfrm>
                <a:off x="3617"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52" name="Rectangle 48">
                <a:extLst>
                  <a:ext uri="{FF2B5EF4-FFF2-40B4-BE49-F238E27FC236}">
                    <a16:creationId xmlns:a16="http://schemas.microsoft.com/office/drawing/2014/main" id="{652A9CAC-463D-30B8-354B-952FF2FF3C78}"/>
                  </a:ext>
                </a:extLst>
              </p:cNvPr>
              <p:cNvSpPr>
                <a:spLocks noChangeArrowheads="1"/>
              </p:cNvSpPr>
              <p:nvPr/>
            </p:nvSpPr>
            <p:spPr bwMode="auto">
              <a:xfrm>
                <a:off x="3599"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grpSp>
        <p:nvGrpSpPr>
          <p:cNvPr id="4040753" name="Group 49">
            <a:extLst>
              <a:ext uri="{FF2B5EF4-FFF2-40B4-BE49-F238E27FC236}">
                <a16:creationId xmlns:a16="http://schemas.microsoft.com/office/drawing/2014/main" id="{18558299-A111-E224-A1AB-09CE8A209FA7}"/>
              </a:ext>
            </a:extLst>
          </p:cNvPr>
          <p:cNvGrpSpPr>
            <a:grpSpLocks/>
          </p:cNvGrpSpPr>
          <p:nvPr/>
        </p:nvGrpSpPr>
        <p:grpSpPr bwMode="auto">
          <a:xfrm rot="5400000">
            <a:off x="4288571" y="4216450"/>
            <a:ext cx="459684" cy="284765"/>
            <a:chOff x="3599" y="2850"/>
            <a:chExt cx="482" cy="60"/>
          </a:xfrm>
        </p:grpSpPr>
        <p:sp>
          <p:nvSpPr>
            <p:cNvPr id="4040754" name="Freeform 50">
              <a:extLst>
                <a:ext uri="{FF2B5EF4-FFF2-40B4-BE49-F238E27FC236}">
                  <a16:creationId xmlns:a16="http://schemas.microsoft.com/office/drawing/2014/main" id="{CF52497B-B8F7-B543-2D53-5BA103A897CF}"/>
                </a:ext>
              </a:extLst>
            </p:cNvPr>
            <p:cNvSpPr>
              <a:spLocks/>
            </p:cNvSpPr>
            <p:nvPr/>
          </p:nvSpPr>
          <p:spPr bwMode="auto">
            <a:xfrm>
              <a:off x="3684" y="2852"/>
              <a:ext cx="397" cy="58"/>
            </a:xfrm>
            <a:custGeom>
              <a:avLst/>
              <a:gdLst>
                <a:gd name="T0" fmla="*/ 0 w 397"/>
                <a:gd name="T1" fmla="*/ 29 h 145"/>
                <a:gd name="T2" fmla="*/ 324 w 397"/>
                <a:gd name="T3" fmla="*/ 29 h 145"/>
                <a:gd name="T4" fmla="*/ 324 w 397"/>
                <a:gd name="T5" fmla="*/ 0 h 145"/>
                <a:gd name="T6" fmla="*/ 396 w 397"/>
                <a:gd name="T7" fmla="*/ 72 h 145"/>
                <a:gd name="T8" fmla="*/ 324 w 397"/>
                <a:gd name="T9" fmla="*/ 144 h 145"/>
                <a:gd name="T10" fmla="*/ 324 w 397"/>
                <a:gd name="T11" fmla="*/ 115 h 145"/>
                <a:gd name="T12" fmla="*/ 0 w 397"/>
                <a:gd name="T13" fmla="*/ 115 h 145"/>
                <a:gd name="T14" fmla="*/ 0 w 397"/>
                <a:gd name="T15" fmla="*/ 115 h 145"/>
                <a:gd name="T16" fmla="*/ 0 w 397"/>
                <a:gd name="T17" fmla="*/ 72 h 145"/>
                <a:gd name="T18" fmla="*/ 0 w 397"/>
                <a:gd name="T19" fmla="*/ 29 h 145"/>
                <a:gd name="T20" fmla="*/ 0 w 397"/>
                <a:gd name="T21" fmla="*/ 2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7" h="145">
                  <a:moveTo>
                    <a:pt x="0" y="29"/>
                  </a:moveTo>
                  <a:lnTo>
                    <a:pt x="324" y="29"/>
                  </a:lnTo>
                  <a:lnTo>
                    <a:pt x="324" y="0"/>
                  </a:lnTo>
                  <a:lnTo>
                    <a:pt x="396" y="72"/>
                  </a:lnTo>
                  <a:lnTo>
                    <a:pt x="324" y="144"/>
                  </a:lnTo>
                  <a:lnTo>
                    <a:pt x="324" y="115"/>
                  </a:lnTo>
                  <a:lnTo>
                    <a:pt x="0" y="115"/>
                  </a:lnTo>
                  <a:lnTo>
                    <a:pt x="0" y="72"/>
                  </a:lnTo>
                  <a:lnTo>
                    <a:pt x="0" y="29"/>
                  </a:lnTo>
                  <a:close/>
                </a:path>
              </a:pathLst>
            </a:custGeom>
            <a:solidFill>
              <a:srgbClr val="000000"/>
            </a:solidFill>
            <a:ln w="0" cap="flat">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40755" name="Group 51">
              <a:extLst>
                <a:ext uri="{FF2B5EF4-FFF2-40B4-BE49-F238E27FC236}">
                  <a16:creationId xmlns:a16="http://schemas.microsoft.com/office/drawing/2014/main" id="{6A82004B-9A11-A0BF-8AB0-4DC17172D91F}"/>
                </a:ext>
              </a:extLst>
            </p:cNvPr>
            <p:cNvGrpSpPr>
              <a:grpSpLocks/>
            </p:cNvGrpSpPr>
            <p:nvPr/>
          </p:nvGrpSpPr>
          <p:grpSpPr bwMode="auto">
            <a:xfrm>
              <a:off x="3599" y="2850"/>
              <a:ext cx="440" cy="58"/>
              <a:chOff x="3599" y="2850"/>
              <a:chExt cx="440" cy="58"/>
            </a:xfrm>
          </p:grpSpPr>
          <p:sp>
            <p:nvSpPr>
              <p:cNvPr id="4040756" name="Rectangle 52">
                <a:extLst>
                  <a:ext uri="{FF2B5EF4-FFF2-40B4-BE49-F238E27FC236}">
                    <a16:creationId xmlns:a16="http://schemas.microsoft.com/office/drawing/2014/main" id="{3D042B45-21A0-B9CD-2D80-8DCF109DC207}"/>
                  </a:ext>
                </a:extLst>
              </p:cNvPr>
              <p:cNvSpPr>
                <a:spLocks noChangeArrowheads="1"/>
              </p:cNvSpPr>
              <p:nvPr/>
            </p:nvSpPr>
            <p:spPr bwMode="auto">
              <a:xfrm>
                <a:off x="3845"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57" name="Rectangle 53">
                <a:extLst>
                  <a:ext uri="{FF2B5EF4-FFF2-40B4-BE49-F238E27FC236}">
                    <a16:creationId xmlns:a16="http://schemas.microsoft.com/office/drawing/2014/main" id="{CAE571C5-C62F-EB33-40BA-64EC88DF81BB}"/>
                  </a:ext>
                </a:extLst>
              </p:cNvPr>
              <p:cNvSpPr>
                <a:spLocks noChangeArrowheads="1"/>
              </p:cNvSpPr>
              <p:nvPr/>
            </p:nvSpPr>
            <p:spPr bwMode="auto">
              <a:xfrm>
                <a:off x="3779"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58" name="Rectangle 54">
                <a:extLst>
                  <a:ext uri="{FF2B5EF4-FFF2-40B4-BE49-F238E27FC236}">
                    <a16:creationId xmlns:a16="http://schemas.microsoft.com/office/drawing/2014/main" id="{53566D47-8A11-01AC-4FD1-75A7BEBBB322}"/>
                  </a:ext>
                </a:extLst>
              </p:cNvPr>
              <p:cNvSpPr>
                <a:spLocks noChangeArrowheads="1"/>
              </p:cNvSpPr>
              <p:nvPr/>
            </p:nvSpPr>
            <p:spPr bwMode="auto">
              <a:xfrm>
                <a:off x="3723"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59" name="Rectangle 55">
                <a:extLst>
                  <a:ext uri="{FF2B5EF4-FFF2-40B4-BE49-F238E27FC236}">
                    <a16:creationId xmlns:a16="http://schemas.microsoft.com/office/drawing/2014/main" id="{1C6C8F76-5598-9164-C7C8-8A7046FF12E4}"/>
                  </a:ext>
                </a:extLst>
              </p:cNvPr>
              <p:cNvSpPr>
                <a:spLocks noChangeArrowheads="1"/>
              </p:cNvSpPr>
              <p:nvPr/>
            </p:nvSpPr>
            <p:spPr bwMode="auto">
              <a:xfrm>
                <a:off x="3677"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60" name="Rectangle 56">
                <a:extLst>
                  <a:ext uri="{FF2B5EF4-FFF2-40B4-BE49-F238E27FC236}">
                    <a16:creationId xmlns:a16="http://schemas.microsoft.com/office/drawing/2014/main" id="{4E6125DA-ED8E-6C45-AAFC-9D8418477D83}"/>
                  </a:ext>
                </a:extLst>
              </p:cNvPr>
              <p:cNvSpPr>
                <a:spLocks noChangeArrowheads="1"/>
              </p:cNvSpPr>
              <p:nvPr/>
            </p:nvSpPr>
            <p:spPr bwMode="auto">
              <a:xfrm>
                <a:off x="3643"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61" name="Rectangle 57">
                <a:extLst>
                  <a:ext uri="{FF2B5EF4-FFF2-40B4-BE49-F238E27FC236}">
                    <a16:creationId xmlns:a16="http://schemas.microsoft.com/office/drawing/2014/main" id="{086CBE14-473F-9DFF-F7B8-4CF0668659ED}"/>
                  </a:ext>
                </a:extLst>
              </p:cNvPr>
              <p:cNvSpPr>
                <a:spLocks noChangeArrowheads="1"/>
              </p:cNvSpPr>
              <p:nvPr/>
            </p:nvSpPr>
            <p:spPr bwMode="auto">
              <a:xfrm>
                <a:off x="3617"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0762" name="Rectangle 58">
                <a:extLst>
                  <a:ext uri="{FF2B5EF4-FFF2-40B4-BE49-F238E27FC236}">
                    <a16:creationId xmlns:a16="http://schemas.microsoft.com/office/drawing/2014/main" id="{F7AF7BEC-32B8-7685-B84B-62031AB81AEC}"/>
                  </a:ext>
                </a:extLst>
              </p:cNvPr>
              <p:cNvSpPr>
                <a:spLocks noChangeArrowheads="1"/>
              </p:cNvSpPr>
              <p:nvPr/>
            </p:nvSpPr>
            <p:spPr bwMode="auto">
              <a:xfrm>
                <a:off x="3599" y="2850"/>
                <a:ext cx="194" cy="58"/>
              </a:xfrm>
              <a:prstGeom prst="rect">
                <a:avLst/>
              </a:prstGeom>
              <a:solidFill>
                <a:srgbClr val="FFFFFF"/>
              </a:solidFill>
              <a:ln>
                <a:noFill/>
              </a:ln>
              <a:effectLst/>
              <a:extLst>
                <a:ext uri="{91240B29-F687-4F45-9708-019B960494DF}">
                  <a14:hiddenLine xmlns:a14="http://schemas.microsoft.com/office/drawing/2010/main" w="0">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spTree>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733" name="Rectangle 5">
            <a:extLst>
              <a:ext uri="{FF2B5EF4-FFF2-40B4-BE49-F238E27FC236}">
                <a16:creationId xmlns:a16="http://schemas.microsoft.com/office/drawing/2014/main" id="{DA6F347F-4EC2-9F91-74A6-2436741A2954}"/>
              </a:ext>
            </a:extLst>
          </p:cNvPr>
          <p:cNvSpPr>
            <a:spLocks noChangeArrowheads="1"/>
          </p:cNvSpPr>
          <p:nvPr/>
        </p:nvSpPr>
        <p:spPr bwMode="auto">
          <a:xfrm>
            <a:off x="3409951" y="506031"/>
            <a:ext cx="2164556" cy="415498"/>
          </a:xfrm>
          <a:prstGeom prst="rect">
            <a:avLst/>
          </a:prstGeom>
          <a:gradFill rotWithShape="1">
            <a:gsLst>
              <a:gs pos="0">
                <a:schemeClr val="tx2">
                  <a:gamma/>
                  <a:shade val="46275"/>
                  <a:invGamma/>
                </a:schemeClr>
              </a:gs>
              <a:gs pos="50000">
                <a:schemeClr val="tx2"/>
              </a:gs>
              <a:gs pos="100000">
                <a:schemeClr val="tx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最好的投资方案</a:t>
            </a:r>
          </a:p>
        </p:txBody>
      </p:sp>
      <p:sp>
        <p:nvSpPr>
          <p:cNvPr id="4041734" name="Rectangle 6">
            <a:extLst>
              <a:ext uri="{FF2B5EF4-FFF2-40B4-BE49-F238E27FC236}">
                <a16:creationId xmlns:a16="http://schemas.microsoft.com/office/drawing/2014/main" id="{4D6E85D2-E6EC-1EFF-2C25-4108101C6843}"/>
              </a:ext>
            </a:extLst>
          </p:cNvPr>
          <p:cNvSpPr>
            <a:spLocks noChangeArrowheads="1"/>
          </p:cNvSpPr>
          <p:nvPr/>
        </p:nvSpPr>
        <p:spPr bwMode="auto">
          <a:xfrm>
            <a:off x="3958829" y="1724040"/>
            <a:ext cx="1154906" cy="415498"/>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风险低</a:t>
            </a:r>
          </a:p>
        </p:txBody>
      </p:sp>
      <p:sp>
        <p:nvSpPr>
          <p:cNvPr id="4041735" name="Rectangle 7">
            <a:extLst>
              <a:ext uri="{FF2B5EF4-FFF2-40B4-BE49-F238E27FC236}">
                <a16:creationId xmlns:a16="http://schemas.microsoft.com/office/drawing/2014/main" id="{2297E7AE-5E2A-BB39-ACFA-CAA0F4FB1D5F}"/>
              </a:ext>
            </a:extLst>
          </p:cNvPr>
          <p:cNvSpPr>
            <a:spLocks noChangeArrowheads="1"/>
          </p:cNvSpPr>
          <p:nvPr/>
        </p:nvSpPr>
        <p:spPr bwMode="auto">
          <a:xfrm>
            <a:off x="1276350" y="3404012"/>
            <a:ext cx="1233488" cy="41549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房地产</a:t>
            </a:r>
          </a:p>
        </p:txBody>
      </p:sp>
      <p:sp>
        <p:nvSpPr>
          <p:cNvPr id="4041736" name="Rectangle 8">
            <a:extLst>
              <a:ext uri="{FF2B5EF4-FFF2-40B4-BE49-F238E27FC236}">
                <a16:creationId xmlns:a16="http://schemas.microsoft.com/office/drawing/2014/main" id="{957AF2AF-BC93-3D01-A634-3A05DF224B6C}"/>
              </a:ext>
            </a:extLst>
          </p:cNvPr>
          <p:cNvSpPr>
            <a:spLocks noChangeArrowheads="1"/>
          </p:cNvSpPr>
          <p:nvPr/>
        </p:nvSpPr>
        <p:spPr bwMode="auto">
          <a:xfrm>
            <a:off x="1799035" y="1724040"/>
            <a:ext cx="1543050" cy="415498"/>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收益大</a:t>
            </a:r>
          </a:p>
        </p:txBody>
      </p:sp>
      <p:sp>
        <p:nvSpPr>
          <p:cNvPr id="4041737" name="Rectangle 9">
            <a:extLst>
              <a:ext uri="{FF2B5EF4-FFF2-40B4-BE49-F238E27FC236}">
                <a16:creationId xmlns:a16="http://schemas.microsoft.com/office/drawing/2014/main" id="{D2A5C3A9-309C-DBBE-AD11-989405325BD0}"/>
              </a:ext>
            </a:extLst>
          </p:cNvPr>
          <p:cNvSpPr>
            <a:spLocks noChangeArrowheads="1"/>
          </p:cNvSpPr>
          <p:nvPr/>
        </p:nvSpPr>
        <p:spPr bwMode="auto">
          <a:xfrm>
            <a:off x="6138862" y="1744281"/>
            <a:ext cx="1023938" cy="415498"/>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周转快</a:t>
            </a:r>
          </a:p>
        </p:txBody>
      </p:sp>
      <p:sp>
        <p:nvSpPr>
          <p:cNvPr id="4041738" name="Rectangle 10">
            <a:extLst>
              <a:ext uri="{FF2B5EF4-FFF2-40B4-BE49-F238E27FC236}">
                <a16:creationId xmlns:a16="http://schemas.microsoft.com/office/drawing/2014/main" id="{BCE10A19-CB66-1CDB-0A4D-2017D59E91EA}"/>
              </a:ext>
            </a:extLst>
          </p:cNvPr>
          <p:cNvSpPr>
            <a:spLocks noChangeArrowheads="1"/>
          </p:cNvSpPr>
          <p:nvPr/>
        </p:nvSpPr>
        <p:spPr bwMode="auto">
          <a:xfrm>
            <a:off x="3395663" y="3421872"/>
            <a:ext cx="923925" cy="41549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股市</a:t>
            </a:r>
          </a:p>
        </p:txBody>
      </p:sp>
      <p:sp>
        <p:nvSpPr>
          <p:cNvPr id="4041739" name="Rectangle 11">
            <a:extLst>
              <a:ext uri="{FF2B5EF4-FFF2-40B4-BE49-F238E27FC236}">
                <a16:creationId xmlns:a16="http://schemas.microsoft.com/office/drawing/2014/main" id="{BD64851D-4FB8-3DF6-E0EA-152AC37B9015}"/>
              </a:ext>
            </a:extLst>
          </p:cNvPr>
          <p:cNvSpPr>
            <a:spLocks noChangeArrowheads="1"/>
          </p:cNvSpPr>
          <p:nvPr/>
        </p:nvSpPr>
        <p:spPr bwMode="auto">
          <a:xfrm>
            <a:off x="5162550" y="3440922"/>
            <a:ext cx="923925" cy="41549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工业</a:t>
            </a:r>
          </a:p>
        </p:txBody>
      </p:sp>
      <p:sp>
        <p:nvSpPr>
          <p:cNvPr id="4041740" name="Rectangle 12">
            <a:extLst>
              <a:ext uri="{FF2B5EF4-FFF2-40B4-BE49-F238E27FC236}">
                <a16:creationId xmlns:a16="http://schemas.microsoft.com/office/drawing/2014/main" id="{34DAD37B-5E6D-1C40-AD97-CEBD8549255B}"/>
              </a:ext>
            </a:extLst>
          </p:cNvPr>
          <p:cNvSpPr>
            <a:spLocks noChangeArrowheads="1"/>
          </p:cNvSpPr>
          <p:nvPr/>
        </p:nvSpPr>
        <p:spPr bwMode="auto">
          <a:xfrm>
            <a:off x="6705600" y="3449256"/>
            <a:ext cx="1209675" cy="415498"/>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19050" algn="ctr">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algn="ctr" defTabSz="685800" eaLnBrk="0" fontAlgn="base" hangingPunct="0">
              <a:spcBef>
                <a:spcPct val="50000"/>
              </a:spcBef>
              <a:spcAft>
                <a:spcPct val="0"/>
              </a:spcAft>
            </a:pPr>
            <a:r>
              <a:rPr lang="zh-CN" altLang="en-US" sz="2100">
                <a:solidFill>
                  <a:srgbClr val="FFFFFF"/>
                </a:solidFill>
                <a:latin typeface="Arial" panose="020B0604020202020204" pitchFamily="34" charset="0"/>
                <a:ea typeface="宋体" panose="02010600030101010101" pitchFamily="2" charset="-122"/>
              </a:rPr>
              <a:t>高科技</a:t>
            </a:r>
          </a:p>
        </p:txBody>
      </p:sp>
      <p:sp>
        <p:nvSpPr>
          <p:cNvPr id="4041741" name="Line 13">
            <a:extLst>
              <a:ext uri="{FF2B5EF4-FFF2-40B4-BE49-F238E27FC236}">
                <a16:creationId xmlns:a16="http://schemas.microsoft.com/office/drawing/2014/main" id="{A53BEE13-B21F-894B-4CC1-690ED7857989}"/>
              </a:ext>
            </a:extLst>
          </p:cNvPr>
          <p:cNvSpPr>
            <a:spLocks noChangeShapeType="1"/>
          </p:cNvSpPr>
          <p:nvPr/>
        </p:nvSpPr>
        <p:spPr bwMode="auto">
          <a:xfrm flipH="1">
            <a:off x="2509837" y="981075"/>
            <a:ext cx="2014538" cy="7524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42" name="Line 14">
            <a:extLst>
              <a:ext uri="{FF2B5EF4-FFF2-40B4-BE49-F238E27FC236}">
                <a16:creationId xmlns:a16="http://schemas.microsoft.com/office/drawing/2014/main" id="{7F4A8D20-85A6-101D-D10C-7501207CF591}"/>
              </a:ext>
            </a:extLst>
          </p:cNvPr>
          <p:cNvSpPr>
            <a:spLocks noChangeShapeType="1"/>
          </p:cNvSpPr>
          <p:nvPr/>
        </p:nvSpPr>
        <p:spPr bwMode="auto">
          <a:xfrm>
            <a:off x="4524375" y="981075"/>
            <a:ext cx="0" cy="7524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43" name="Line 15">
            <a:extLst>
              <a:ext uri="{FF2B5EF4-FFF2-40B4-BE49-F238E27FC236}">
                <a16:creationId xmlns:a16="http://schemas.microsoft.com/office/drawing/2014/main" id="{A48FD402-E4DD-DEE8-BD63-EC6779B4CD61}"/>
              </a:ext>
            </a:extLst>
          </p:cNvPr>
          <p:cNvSpPr>
            <a:spLocks noChangeShapeType="1"/>
          </p:cNvSpPr>
          <p:nvPr/>
        </p:nvSpPr>
        <p:spPr bwMode="auto">
          <a:xfrm>
            <a:off x="4524375" y="981075"/>
            <a:ext cx="2105025" cy="7810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41861" name="Group 133">
            <a:extLst>
              <a:ext uri="{FF2B5EF4-FFF2-40B4-BE49-F238E27FC236}">
                <a16:creationId xmlns:a16="http://schemas.microsoft.com/office/drawing/2014/main" id="{72479C86-2924-BCAA-C290-8CD75488C984}"/>
              </a:ext>
            </a:extLst>
          </p:cNvPr>
          <p:cNvGrpSpPr>
            <a:grpSpLocks/>
          </p:cNvGrpSpPr>
          <p:nvPr/>
        </p:nvGrpSpPr>
        <p:grpSpPr bwMode="auto">
          <a:xfrm>
            <a:off x="1866900" y="2133600"/>
            <a:ext cx="5667375" cy="1313260"/>
            <a:chOff x="608" y="1792"/>
            <a:chExt cx="4760" cy="1103"/>
          </a:xfrm>
        </p:grpSpPr>
        <p:sp>
          <p:nvSpPr>
            <p:cNvPr id="4041744" name="Line 16">
              <a:extLst>
                <a:ext uri="{FF2B5EF4-FFF2-40B4-BE49-F238E27FC236}">
                  <a16:creationId xmlns:a16="http://schemas.microsoft.com/office/drawing/2014/main" id="{B07F3E91-AEDF-C877-9C4E-07391339ED02}"/>
                </a:ext>
              </a:extLst>
            </p:cNvPr>
            <p:cNvSpPr>
              <a:spLocks noChangeShapeType="1"/>
            </p:cNvSpPr>
            <p:nvPr/>
          </p:nvSpPr>
          <p:spPr bwMode="auto">
            <a:xfrm flipH="1">
              <a:off x="608" y="1792"/>
              <a:ext cx="540" cy="10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45" name="Line 17">
              <a:extLst>
                <a:ext uri="{FF2B5EF4-FFF2-40B4-BE49-F238E27FC236}">
                  <a16:creationId xmlns:a16="http://schemas.microsoft.com/office/drawing/2014/main" id="{7E286E3F-F8A7-48AF-9192-930A888E5BB0}"/>
                </a:ext>
              </a:extLst>
            </p:cNvPr>
            <p:cNvSpPr>
              <a:spLocks noChangeShapeType="1"/>
            </p:cNvSpPr>
            <p:nvPr/>
          </p:nvSpPr>
          <p:spPr bwMode="auto">
            <a:xfrm>
              <a:off x="1148" y="1792"/>
              <a:ext cx="1164" cy="10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46" name="Line 18">
              <a:extLst>
                <a:ext uri="{FF2B5EF4-FFF2-40B4-BE49-F238E27FC236}">
                  <a16:creationId xmlns:a16="http://schemas.microsoft.com/office/drawing/2014/main" id="{DF5E2A1B-D0A9-09C8-7E8E-5F70D16ABA8C}"/>
                </a:ext>
              </a:extLst>
            </p:cNvPr>
            <p:cNvSpPr>
              <a:spLocks noChangeShapeType="1"/>
            </p:cNvSpPr>
            <p:nvPr/>
          </p:nvSpPr>
          <p:spPr bwMode="auto">
            <a:xfrm>
              <a:off x="1148" y="1792"/>
              <a:ext cx="2574" cy="10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47" name="Line 19">
              <a:extLst>
                <a:ext uri="{FF2B5EF4-FFF2-40B4-BE49-F238E27FC236}">
                  <a16:creationId xmlns:a16="http://schemas.microsoft.com/office/drawing/2014/main" id="{C78AD063-55CD-1278-DC90-B323F1CD00B3}"/>
                </a:ext>
              </a:extLst>
            </p:cNvPr>
            <p:cNvSpPr>
              <a:spLocks noChangeShapeType="1"/>
            </p:cNvSpPr>
            <p:nvPr/>
          </p:nvSpPr>
          <p:spPr bwMode="auto">
            <a:xfrm>
              <a:off x="1148" y="1792"/>
              <a:ext cx="4220" cy="11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1862" name="Group 134">
            <a:extLst>
              <a:ext uri="{FF2B5EF4-FFF2-40B4-BE49-F238E27FC236}">
                <a16:creationId xmlns:a16="http://schemas.microsoft.com/office/drawing/2014/main" id="{E5C9CE7A-5192-225E-C63B-54D3B49C1800}"/>
              </a:ext>
            </a:extLst>
          </p:cNvPr>
          <p:cNvGrpSpPr>
            <a:grpSpLocks/>
          </p:cNvGrpSpPr>
          <p:nvPr/>
        </p:nvGrpSpPr>
        <p:grpSpPr bwMode="auto">
          <a:xfrm>
            <a:off x="1866900" y="2133600"/>
            <a:ext cx="5667375" cy="1294210"/>
            <a:chOff x="608" y="1792"/>
            <a:chExt cx="4760" cy="1087"/>
          </a:xfrm>
        </p:grpSpPr>
        <p:sp>
          <p:nvSpPr>
            <p:cNvPr id="4041749" name="Line 21">
              <a:extLst>
                <a:ext uri="{FF2B5EF4-FFF2-40B4-BE49-F238E27FC236}">
                  <a16:creationId xmlns:a16="http://schemas.microsoft.com/office/drawing/2014/main" id="{752AFE36-9D60-7C93-20B8-A5197B790756}"/>
                </a:ext>
              </a:extLst>
            </p:cNvPr>
            <p:cNvSpPr>
              <a:spLocks noChangeShapeType="1"/>
            </p:cNvSpPr>
            <p:nvPr/>
          </p:nvSpPr>
          <p:spPr bwMode="auto">
            <a:xfrm flipH="1">
              <a:off x="608" y="1814"/>
              <a:ext cx="2232" cy="10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50" name="Line 22">
              <a:extLst>
                <a:ext uri="{FF2B5EF4-FFF2-40B4-BE49-F238E27FC236}">
                  <a16:creationId xmlns:a16="http://schemas.microsoft.com/office/drawing/2014/main" id="{8C673E36-A43A-9239-9714-6AA60C60B860}"/>
                </a:ext>
              </a:extLst>
            </p:cNvPr>
            <p:cNvSpPr>
              <a:spLocks noChangeShapeType="1"/>
            </p:cNvSpPr>
            <p:nvPr/>
          </p:nvSpPr>
          <p:spPr bwMode="auto">
            <a:xfrm flipH="1">
              <a:off x="2312" y="1835"/>
              <a:ext cx="528" cy="10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51" name="Line 23">
              <a:extLst>
                <a:ext uri="{FF2B5EF4-FFF2-40B4-BE49-F238E27FC236}">
                  <a16:creationId xmlns:a16="http://schemas.microsoft.com/office/drawing/2014/main" id="{179969B4-9815-30AE-8954-EB96E8890967}"/>
                </a:ext>
              </a:extLst>
            </p:cNvPr>
            <p:cNvSpPr>
              <a:spLocks noChangeShapeType="1"/>
            </p:cNvSpPr>
            <p:nvPr/>
          </p:nvSpPr>
          <p:spPr bwMode="auto">
            <a:xfrm>
              <a:off x="2840" y="1792"/>
              <a:ext cx="882" cy="10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52" name="Line 24">
              <a:extLst>
                <a:ext uri="{FF2B5EF4-FFF2-40B4-BE49-F238E27FC236}">
                  <a16:creationId xmlns:a16="http://schemas.microsoft.com/office/drawing/2014/main" id="{355A63D5-46F6-9BAC-05AF-1E99CB07E841}"/>
                </a:ext>
              </a:extLst>
            </p:cNvPr>
            <p:cNvSpPr>
              <a:spLocks noChangeShapeType="1"/>
            </p:cNvSpPr>
            <p:nvPr/>
          </p:nvSpPr>
          <p:spPr bwMode="auto">
            <a:xfrm>
              <a:off x="2840" y="1792"/>
              <a:ext cx="2528" cy="10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1758" name="Group 30">
            <a:extLst>
              <a:ext uri="{FF2B5EF4-FFF2-40B4-BE49-F238E27FC236}">
                <a16:creationId xmlns:a16="http://schemas.microsoft.com/office/drawing/2014/main" id="{1DFFD447-091F-0194-5ED0-EEF1CECA1AF3}"/>
              </a:ext>
            </a:extLst>
          </p:cNvPr>
          <p:cNvGrpSpPr>
            <a:grpSpLocks/>
          </p:cNvGrpSpPr>
          <p:nvPr/>
        </p:nvGrpSpPr>
        <p:grpSpPr bwMode="auto">
          <a:xfrm>
            <a:off x="1866900" y="2159794"/>
            <a:ext cx="5667375" cy="1221581"/>
            <a:chOff x="608" y="1704"/>
            <a:chExt cx="4760" cy="1136"/>
          </a:xfrm>
        </p:grpSpPr>
        <p:sp>
          <p:nvSpPr>
            <p:cNvPr id="4041754" name="Line 26">
              <a:extLst>
                <a:ext uri="{FF2B5EF4-FFF2-40B4-BE49-F238E27FC236}">
                  <a16:creationId xmlns:a16="http://schemas.microsoft.com/office/drawing/2014/main" id="{EB6454BF-2361-D634-76B8-79FA36029E8C}"/>
                </a:ext>
              </a:extLst>
            </p:cNvPr>
            <p:cNvSpPr>
              <a:spLocks noChangeShapeType="1"/>
            </p:cNvSpPr>
            <p:nvPr/>
          </p:nvSpPr>
          <p:spPr bwMode="auto">
            <a:xfrm flipH="1">
              <a:off x="608" y="1704"/>
              <a:ext cx="4000" cy="1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55" name="Line 27">
              <a:extLst>
                <a:ext uri="{FF2B5EF4-FFF2-40B4-BE49-F238E27FC236}">
                  <a16:creationId xmlns:a16="http://schemas.microsoft.com/office/drawing/2014/main" id="{CDE6EB14-8F8D-4D68-A57C-17F934EA474F}"/>
                </a:ext>
              </a:extLst>
            </p:cNvPr>
            <p:cNvSpPr>
              <a:spLocks noChangeShapeType="1"/>
            </p:cNvSpPr>
            <p:nvPr/>
          </p:nvSpPr>
          <p:spPr bwMode="auto">
            <a:xfrm flipH="1">
              <a:off x="2312" y="1704"/>
              <a:ext cx="2296" cy="1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56" name="Line 28">
              <a:extLst>
                <a:ext uri="{FF2B5EF4-FFF2-40B4-BE49-F238E27FC236}">
                  <a16:creationId xmlns:a16="http://schemas.microsoft.com/office/drawing/2014/main" id="{8A404CD4-7681-5218-5306-F06B86371B1A}"/>
                </a:ext>
              </a:extLst>
            </p:cNvPr>
            <p:cNvSpPr>
              <a:spLocks noChangeShapeType="1"/>
            </p:cNvSpPr>
            <p:nvPr/>
          </p:nvSpPr>
          <p:spPr bwMode="auto">
            <a:xfrm flipH="1">
              <a:off x="3776" y="1704"/>
              <a:ext cx="832" cy="1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757" name="Line 29">
              <a:extLst>
                <a:ext uri="{FF2B5EF4-FFF2-40B4-BE49-F238E27FC236}">
                  <a16:creationId xmlns:a16="http://schemas.microsoft.com/office/drawing/2014/main" id="{D54A1A08-2311-6DDD-74F2-94E15B5C554B}"/>
                </a:ext>
              </a:extLst>
            </p:cNvPr>
            <p:cNvSpPr>
              <a:spLocks noChangeShapeType="1"/>
            </p:cNvSpPr>
            <p:nvPr/>
          </p:nvSpPr>
          <p:spPr bwMode="auto">
            <a:xfrm>
              <a:off x="4608" y="1704"/>
              <a:ext cx="760" cy="11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sp>
        <p:nvSpPr>
          <p:cNvPr id="4041759" name="Text Box 31">
            <a:extLst>
              <a:ext uri="{FF2B5EF4-FFF2-40B4-BE49-F238E27FC236}">
                <a16:creationId xmlns:a16="http://schemas.microsoft.com/office/drawing/2014/main" id="{F5317A5F-5392-9FA9-7FDA-AD4BFE78ED96}"/>
              </a:ext>
            </a:extLst>
          </p:cNvPr>
          <p:cNvSpPr txBox="1">
            <a:spLocks noChangeArrowheads="1"/>
          </p:cNvSpPr>
          <p:nvPr/>
        </p:nvSpPr>
        <p:spPr bwMode="auto">
          <a:xfrm>
            <a:off x="3645694" y="475060"/>
            <a:ext cx="3048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G</a:t>
            </a:r>
          </a:p>
        </p:txBody>
      </p:sp>
      <p:sp>
        <p:nvSpPr>
          <p:cNvPr id="4041760" name="Text Box 32">
            <a:extLst>
              <a:ext uri="{FF2B5EF4-FFF2-40B4-BE49-F238E27FC236}">
                <a16:creationId xmlns:a16="http://schemas.microsoft.com/office/drawing/2014/main" id="{4A1CD311-5726-A6C0-5F4B-70608A8E9A72}"/>
              </a:ext>
            </a:extLst>
          </p:cNvPr>
          <p:cNvSpPr txBox="1">
            <a:spLocks noChangeArrowheads="1"/>
          </p:cNvSpPr>
          <p:nvPr/>
        </p:nvSpPr>
        <p:spPr bwMode="auto">
          <a:xfrm>
            <a:off x="2209800" y="1379935"/>
            <a:ext cx="468398"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a:solidFill>
                  <a:srgbClr val="000000"/>
                </a:solidFill>
                <a:latin typeface="Times New Roman" panose="02020603050405020304" pitchFamily="18" charset="0"/>
                <a:ea typeface="宋体" panose="02010600030101010101" pitchFamily="2" charset="-122"/>
              </a:rPr>
              <a:t>C</a:t>
            </a:r>
            <a:r>
              <a:rPr lang="en-US" altLang="zh-CN" sz="2100" b="1" baseline="-10000">
                <a:solidFill>
                  <a:srgbClr val="000000"/>
                </a:solidFill>
                <a:latin typeface="Times New Roman" panose="02020603050405020304" pitchFamily="18" charset="0"/>
                <a:ea typeface="宋体" panose="02010600030101010101" pitchFamily="2" charset="-122"/>
              </a:rPr>
              <a:t>1</a:t>
            </a:r>
          </a:p>
        </p:txBody>
      </p:sp>
      <p:sp>
        <p:nvSpPr>
          <p:cNvPr id="4041761" name="Text Box 33">
            <a:extLst>
              <a:ext uri="{FF2B5EF4-FFF2-40B4-BE49-F238E27FC236}">
                <a16:creationId xmlns:a16="http://schemas.microsoft.com/office/drawing/2014/main" id="{BA39DC2B-1832-C69C-FFF6-BFC123A7A085}"/>
              </a:ext>
            </a:extLst>
          </p:cNvPr>
          <p:cNvSpPr txBox="1">
            <a:spLocks noChangeArrowheads="1"/>
          </p:cNvSpPr>
          <p:nvPr/>
        </p:nvSpPr>
        <p:spPr bwMode="auto">
          <a:xfrm>
            <a:off x="4055269" y="1379935"/>
            <a:ext cx="468398"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a:solidFill>
                  <a:srgbClr val="000000"/>
                </a:solidFill>
                <a:latin typeface="Times New Roman" panose="02020603050405020304" pitchFamily="18" charset="0"/>
                <a:ea typeface="宋体" panose="02010600030101010101" pitchFamily="2" charset="-122"/>
              </a:rPr>
              <a:t>C</a:t>
            </a:r>
            <a:r>
              <a:rPr lang="en-US" altLang="zh-CN" sz="2100" b="1" baseline="-10000">
                <a:solidFill>
                  <a:srgbClr val="000000"/>
                </a:solidFill>
                <a:latin typeface="Times New Roman" panose="02020603050405020304" pitchFamily="18" charset="0"/>
                <a:ea typeface="宋体" panose="02010600030101010101" pitchFamily="2" charset="-122"/>
              </a:rPr>
              <a:t>2</a:t>
            </a:r>
          </a:p>
        </p:txBody>
      </p:sp>
      <p:sp>
        <p:nvSpPr>
          <p:cNvPr id="4041762" name="Text Box 34">
            <a:extLst>
              <a:ext uri="{FF2B5EF4-FFF2-40B4-BE49-F238E27FC236}">
                <a16:creationId xmlns:a16="http://schemas.microsoft.com/office/drawing/2014/main" id="{8751C610-F69F-8FF4-E7A9-A3CF22E71352}"/>
              </a:ext>
            </a:extLst>
          </p:cNvPr>
          <p:cNvSpPr txBox="1">
            <a:spLocks noChangeArrowheads="1"/>
          </p:cNvSpPr>
          <p:nvPr/>
        </p:nvSpPr>
        <p:spPr bwMode="auto">
          <a:xfrm>
            <a:off x="6418660" y="1410891"/>
            <a:ext cx="468398"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a:solidFill>
                  <a:srgbClr val="000000"/>
                </a:solidFill>
                <a:latin typeface="Times New Roman" panose="02020603050405020304" pitchFamily="18" charset="0"/>
                <a:ea typeface="宋体" panose="02010600030101010101" pitchFamily="2" charset="-122"/>
              </a:rPr>
              <a:t>C</a:t>
            </a:r>
            <a:r>
              <a:rPr lang="en-US" altLang="zh-CN" sz="2100" b="1" baseline="-10000">
                <a:solidFill>
                  <a:srgbClr val="000000"/>
                </a:solidFill>
                <a:latin typeface="Times New Roman" panose="02020603050405020304" pitchFamily="18" charset="0"/>
                <a:ea typeface="宋体" panose="02010600030101010101" pitchFamily="2" charset="-122"/>
              </a:rPr>
              <a:t>3</a:t>
            </a:r>
          </a:p>
        </p:txBody>
      </p:sp>
      <p:sp>
        <p:nvSpPr>
          <p:cNvPr id="4041763" name="Text Box 35">
            <a:extLst>
              <a:ext uri="{FF2B5EF4-FFF2-40B4-BE49-F238E27FC236}">
                <a16:creationId xmlns:a16="http://schemas.microsoft.com/office/drawing/2014/main" id="{7B559DF8-97A0-C4F6-CE06-3E4C8C48F024}"/>
              </a:ext>
            </a:extLst>
          </p:cNvPr>
          <p:cNvSpPr txBox="1">
            <a:spLocks noChangeArrowheads="1"/>
          </p:cNvSpPr>
          <p:nvPr/>
        </p:nvSpPr>
        <p:spPr bwMode="auto">
          <a:xfrm>
            <a:off x="1799035" y="3858816"/>
            <a:ext cx="42351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dirty="0">
                <a:solidFill>
                  <a:srgbClr val="000000"/>
                </a:solidFill>
                <a:latin typeface="Times New Roman" panose="02020603050405020304" pitchFamily="18" charset="0"/>
                <a:ea typeface="宋体" panose="02010600030101010101" pitchFamily="2" charset="-122"/>
              </a:rPr>
              <a:t>p</a:t>
            </a:r>
            <a:r>
              <a:rPr lang="en-US" altLang="zh-CN" sz="2100" b="1" baseline="-10000" dirty="0">
                <a:solidFill>
                  <a:srgbClr val="000000"/>
                </a:solidFill>
                <a:latin typeface="Times New Roman" panose="02020603050405020304" pitchFamily="18" charset="0"/>
                <a:ea typeface="宋体" panose="02010600030101010101" pitchFamily="2" charset="-122"/>
              </a:rPr>
              <a:t>1</a:t>
            </a:r>
          </a:p>
        </p:txBody>
      </p:sp>
      <p:sp>
        <p:nvSpPr>
          <p:cNvPr id="4041767" name="Text Box 39">
            <a:extLst>
              <a:ext uri="{FF2B5EF4-FFF2-40B4-BE49-F238E27FC236}">
                <a16:creationId xmlns:a16="http://schemas.microsoft.com/office/drawing/2014/main" id="{2AD7AC14-F7F4-B896-D858-5F854BFD81F9}"/>
              </a:ext>
            </a:extLst>
          </p:cNvPr>
          <p:cNvSpPr txBox="1">
            <a:spLocks noChangeArrowheads="1"/>
          </p:cNvSpPr>
          <p:nvPr/>
        </p:nvSpPr>
        <p:spPr bwMode="auto">
          <a:xfrm>
            <a:off x="3409950" y="4268391"/>
            <a:ext cx="2648482"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a:solidFill>
                  <a:srgbClr val="000000"/>
                </a:solidFill>
                <a:latin typeface="Arial" panose="020B0604020202020204" pitchFamily="34" charset="0"/>
                <a:ea typeface="宋体" panose="02010600030101010101" pitchFamily="2" charset="-122"/>
              </a:rPr>
              <a:t>AHP</a:t>
            </a:r>
            <a:r>
              <a:rPr lang="zh-CN" altLang="en-US" sz="2100" b="1">
                <a:solidFill>
                  <a:srgbClr val="000000"/>
                </a:solidFill>
                <a:latin typeface="Arial" panose="020B0604020202020204" pitchFamily="34" charset="0"/>
                <a:ea typeface="宋体" panose="02010600030101010101" pitchFamily="2" charset="-122"/>
              </a:rPr>
              <a:t>的多级递阶结构</a:t>
            </a:r>
          </a:p>
        </p:txBody>
      </p:sp>
      <p:sp>
        <p:nvSpPr>
          <p:cNvPr id="4041857" name="AutoShape 129">
            <a:hlinkClick r:id="rId2" action="ppaction://hlinksldjump" highlightClick="1"/>
            <a:extLst>
              <a:ext uri="{FF2B5EF4-FFF2-40B4-BE49-F238E27FC236}">
                <a16:creationId xmlns:a16="http://schemas.microsoft.com/office/drawing/2014/main" id="{E15FC812-7D25-A06B-859D-F7189C504ED3}"/>
              </a:ext>
            </a:extLst>
          </p:cNvPr>
          <p:cNvSpPr>
            <a:spLocks noChangeArrowheads="1"/>
          </p:cNvSpPr>
          <p:nvPr/>
        </p:nvSpPr>
        <p:spPr bwMode="auto">
          <a:xfrm>
            <a:off x="7534275" y="4790688"/>
            <a:ext cx="466725" cy="276999"/>
          </a:xfrm>
          <a:prstGeom prst="actionButtonHome">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1858" name="Text Box 130">
            <a:extLst>
              <a:ext uri="{FF2B5EF4-FFF2-40B4-BE49-F238E27FC236}">
                <a16:creationId xmlns:a16="http://schemas.microsoft.com/office/drawing/2014/main" id="{BC123653-D3D9-FD50-73C6-60C2E481EAA2}"/>
              </a:ext>
            </a:extLst>
          </p:cNvPr>
          <p:cNvSpPr txBox="1">
            <a:spLocks noChangeArrowheads="1"/>
          </p:cNvSpPr>
          <p:nvPr/>
        </p:nvSpPr>
        <p:spPr bwMode="auto">
          <a:xfrm>
            <a:off x="7277100" y="3783806"/>
            <a:ext cx="42351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dirty="0">
                <a:solidFill>
                  <a:srgbClr val="000000"/>
                </a:solidFill>
                <a:latin typeface="Times New Roman" panose="02020603050405020304" pitchFamily="18" charset="0"/>
                <a:ea typeface="宋体" panose="02010600030101010101" pitchFamily="2" charset="-122"/>
              </a:rPr>
              <a:t>p</a:t>
            </a:r>
            <a:r>
              <a:rPr lang="en-US" altLang="zh-CN" sz="2100" b="1" baseline="-10000" dirty="0">
                <a:solidFill>
                  <a:srgbClr val="000000"/>
                </a:solidFill>
                <a:latin typeface="Times New Roman" panose="02020603050405020304" pitchFamily="18" charset="0"/>
                <a:ea typeface="宋体" panose="02010600030101010101" pitchFamily="2" charset="-122"/>
              </a:rPr>
              <a:t>4</a:t>
            </a:r>
          </a:p>
        </p:txBody>
      </p:sp>
      <p:sp>
        <p:nvSpPr>
          <p:cNvPr id="4041859" name="Text Box 131">
            <a:extLst>
              <a:ext uri="{FF2B5EF4-FFF2-40B4-BE49-F238E27FC236}">
                <a16:creationId xmlns:a16="http://schemas.microsoft.com/office/drawing/2014/main" id="{FF7E03A6-797E-72F5-9E35-17018AB9F7AB}"/>
              </a:ext>
            </a:extLst>
          </p:cNvPr>
          <p:cNvSpPr txBox="1">
            <a:spLocks noChangeArrowheads="1"/>
          </p:cNvSpPr>
          <p:nvPr/>
        </p:nvSpPr>
        <p:spPr bwMode="auto">
          <a:xfrm>
            <a:off x="5449491" y="3825478"/>
            <a:ext cx="42351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dirty="0">
                <a:solidFill>
                  <a:srgbClr val="000000"/>
                </a:solidFill>
                <a:latin typeface="Times New Roman" panose="02020603050405020304" pitchFamily="18" charset="0"/>
                <a:ea typeface="宋体" panose="02010600030101010101" pitchFamily="2" charset="-122"/>
              </a:rPr>
              <a:t>p</a:t>
            </a:r>
            <a:r>
              <a:rPr lang="en-US" altLang="zh-CN" sz="2100" b="1" baseline="-10000" dirty="0">
                <a:solidFill>
                  <a:srgbClr val="000000"/>
                </a:solidFill>
                <a:latin typeface="Times New Roman" panose="02020603050405020304" pitchFamily="18" charset="0"/>
                <a:ea typeface="宋体" panose="02010600030101010101" pitchFamily="2" charset="-122"/>
              </a:rPr>
              <a:t>3</a:t>
            </a:r>
          </a:p>
        </p:txBody>
      </p:sp>
      <p:sp>
        <p:nvSpPr>
          <p:cNvPr id="4041860" name="Text Box 132">
            <a:extLst>
              <a:ext uri="{FF2B5EF4-FFF2-40B4-BE49-F238E27FC236}">
                <a16:creationId xmlns:a16="http://schemas.microsoft.com/office/drawing/2014/main" id="{D5A354F8-3F76-78CD-CE97-B3389D46DAF4}"/>
              </a:ext>
            </a:extLst>
          </p:cNvPr>
          <p:cNvSpPr txBox="1">
            <a:spLocks noChangeArrowheads="1"/>
          </p:cNvSpPr>
          <p:nvPr/>
        </p:nvSpPr>
        <p:spPr bwMode="auto">
          <a:xfrm>
            <a:off x="3649266" y="3854053"/>
            <a:ext cx="42351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dirty="0">
                <a:solidFill>
                  <a:srgbClr val="000000"/>
                </a:solidFill>
                <a:latin typeface="Times New Roman" panose="02020603050405020304" pitchFamily="18" charset="0"/>
                <a:ea typeface="宋体" panose="02010600030101010101" pitchFamily="2" charset="-122"/>
              </a:rPr>
              <a:t>p</a:t>
            </a:r>
            <a:r>
              <a:rPr lang="en-US" altLang="zh-CN" sz="2100" b="1" baseline="-10000" dirty="0">
                <a:solidFill>
                  <a:srgbClr val="000000"/>
                </a:solidFill>
                <a:latin typeface="Times New Roman" panose="02020603050405020304" pitchFamily="18" charset="0"/>
                <a:ea typeface="宋体" panose="02010600030101010101" pitchFamily="2" charset="-122"/>
              </a:rPr>
              <a:t>2</a:t>
            </a:r>
          </a:p>
        </p:txBody>
      </p:sp>
      <p:sp>
        <p:nvSpPr>
          <p:cNvPr id="4041863" name="Text Box 135">
            <a:extLst>
              <a:ext uri="{FF2B5EF4-FFF2-40B4-BE49-F238E27FC236}">
                <a16:creationId xmlns:a16="http://schemas.microsoft.com/office/drawing/2014/main" id="{E1BE9C53-BEB0-A31F-27F8-033CD08D0581}"/>
              </a:ext>
            </a:extLst>
          </p:cNvPr>
          <p:cNvSpPr txBox="1">
            <a:spLocks noChangeArrowheads="1"/>
          </p:cNvSpPr>
          <p:nvPr/>
        </p:nvSpPr>
        <p:spPr bwMode="auto">
          <a:xfrm>
            <a:off x="2920604" y="511969"/>
            <a:ext cx="39466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2100" b="1">
                <a:solidFill>
                  <a:srgbClr val="000000"/>
                </a:solidFill>
                <a:latin typeface="Times New Roman" panose="02020603050405020304" pitchFamily="18" charset="0"/>
                <a:ea typeface="宋体" panose="02010600030101010101" pitchFamily="2" charset="-122"/>
              </a:rPr>
              <a:t>G</a:t>
            </a:r>
            <a:endParaRPr lang="en-US" altLang="zh-CN" sz="2100" b="1" baseline="-1000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2756" name="Text Box 4">
            <a:extLst>
              <a:ext uri="{FF2B5EF4-FFF2-40B4-BE49-F238E27FC236}">
                <a16:creationId xmlns:a16="http://schemas.microsoft.com/office/drawing/2014/main" id="{70080A13-5300-FA0D-D699-AE66BDDB2FD9}"/>
              </a:ext>
            </a:extLst>
          </p:cNvPr>
          <p:cNvSpPr txBox="1">
            <a:spLocks noChangeArrowheads="1"/>
          </p:cNvSpPr>
          <p:nvPr/>
        </p:nvSpPr>
        <p:spPr bwMode="auto">
          <a:xfrm>
            <a:off x="2240756" y="207169"/>
            <a:ext cx="4801314"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a:solidFill>
                  <a:srgbClr val="000000"/>
                </a:solidFill>
                <a:latin typeface="Arial" panose="020B0604020202020204" pitchFamily="34" charset="0"/>
                <a:ea typeface="宋体" panose="02010600030101010101" pitchFamily="2" charset="-122"/>
              </a:rPr>
              <a:t>建立判断矩阵，计算各级要素的相对重要度，</a:t>
            </a:r>
          </a:p>
          <a:p>
            <a:pPr defTabSz="685800" eaLnBrk="0" fontAlgn="base" hangingPunct="0">
              <a:spcBef>
                <a:spcPct val="50000"/>
              </a:spcBef>
              <a:spcAft>
                <a:spcPct val="0"/>
              </a:spcAft>
            </a:pPr>
            <a:r>
              <a:rPr lang="zh-CN" altLang="en-US">
                <a:solidFill>
                  <a:srgbClr val="000000"/>
                </a:solidFill>
                <a:latin typeface="Arial" panose="020B0604020202020204" pitchFamily="34" charset="0"/>
                <a:ea typeface="宋体" panose="02010600030101010101" pitchFamily="2" charset="-122"/>
              </a:rPr>
              <a:t>并进行一致性检验。</a:t>
            </a:r>
          </a:p>
        </p:txBody>
      </p:sp>
      <p:sp>
        <p:nvSpPr>
          <p:cNvPr id="4042759" name="Line 7">
            <a:extLst>
              <a:ext uri="{FF2B5EF4-FFF2-40B4-BE49-F238E27FC236}">
                <a16:creationId xmlns:a16="http://schemas.microsoft.com/office/drawing/2014/main" id="{5D919E70-FE4D-8DE0-45B9-732E443854D7}"/>
              </a:ext>
            </a:extLst>
          </p:cNvPr>
          <p:cNvSpPr>
            <a:spLocks noChangeShapeType="1"/>
          </p:cNvSpPr>
          <p:nvPr/>
        </p:nvSpPr>
        <p:spPr bwMode="auto">
          <a:xfrm>
            <a:off x="3124200" y="1057275"/>
            <a:ext cx="0" cy="1123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72" name="Text Box 20">
            <a:extLst>
              <a:ext uri="{FF2B5EF4-FFF2-40B4-BE49-F238E27FC236}">
                <a16:creationId xmlns:a16="http://schemas.microsoft.com/office/drawing/2014/main" id="{ABABE851-F8BD-914F-58A2-F0E14E152C91}"/>
              </a:ext>
            </a:extLst>
          </p:cNvPr>
          <p:cNvSpPr txBox="1">
            <a:spLocks noChangeArrowheads="1"/>
          </p:cNvSpPr>
          <p:nvPr/>
        </p:nvSpPr>
        <p:spPr bwMode="auto">
          <a:xfrm>
            <a:off x="3205162" y="1333500"/>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a:t>
            </a:r>
          </a:p>
        </p:txBody>
      </p:sp>
      <p:sp>
        <p:nvSpPr>
          <p:cNvPr id="4042773" name="Text Box 21">
            <a:extLst>
              <a:ext uri="{FF2B5EF4-FFF2-40B4-BE49-F238E27FC236}">
                <a16:creationId xmlns:a16="http://schemas.microsoft.com/office/drawing/2014/main" id="{04F814BD-DB2D-D2F9-A9E7-EC8EECE9A89C}"/>
              </a:ext>
            </a:extLst>
          </p:cNvPr>
          <p:cNvSpPr txBox="1">
            <a:spLocks noChangeArrowheads="1"/>
          </p:cNvSpPr>
          <p:nvPr/>
        </p:nvSpPr>
        <p:spPr bwMode="auto">
          <a:xfrm>
            <a:off x="4176712" y="1319213"/>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3</a:t>
            </a:r>
          </a:p>
        </p:txBody>
      </p:sp>
      <p:sp>
        <p:nvSpPr>
          <p:cNvPr id="4042774" name="Text Box 22">
            <a:extLst>
              <a:ext uri="{FF2B5EF4-FFF2-40B4-BE49-F238E27FC236}">
                <a16:creationId xmlns:a16="http://schemas.microsoft.com/office/drawing/2014/main" id="{1C7ED25A-070A-E8F7-665C-62AB3D99EC48}"/>
              </a:ext>
            </a:extLst>
          </p:cNvPr>
          <p:cNvSpPr txBox="1">
            <a:spLocks noChangeArrowheads="1"/>
          </p:cNvSpPr>
          <p:nvPr/>
        </p:nvSpPr>
        <p:spPr bwMode="auto">
          <a:xfrm>
            <a:off x="3607594" y="1332310"/>
            <a:ext cx="4796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1/3</a:t>
            </a:r>
          </a:p>
        </p:txBody>
      </p:sp>
      <p:sp>
        <p:nvSpPr>
          <p:cNvPr id="4042775" name="Text Box 23">
            <a:extLst>
              <a:ext uri="{FF2B5EF4-FFF2-40B4-BE49-F238E27FC236}">
                <a16:creationId xmlns:a16="http://schemas.microsoft.com/office/drawing/2014/main" id="{A59FA187-E72A-971D-37B2-92909775B258}"/>
              </a:ext>
            </a:extLst>
          </p:cNvPr>
          <p:cNvSpPr txBox="1">
            <a:spLocks noChangeArrowheads="1"/>
          </p:cNvSpPr>
          <p:nvPr/>
        </p:nvSpPr>
        <p:spPr bwMode="auto">
          <a:xfrm>
            <a:off x="3667125" y="1603772"/>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a:t>
            </a:r>
          </a:p>
        </p:txBody>
      </p:sp>
      <p:sp>
        <p:nvSpPr>
          <p:cNvPr id="4042776" name="Text Box 24">
            <a:extLst>
              <a:ext uri="{FF2B5EF4-FFF2-40B4-BE49-F238E27FC236}">
                <a16:creationId xmlns:a16="http://schemas.microsoft.com/office/drawing/2014/main" id="{27899615-0F82-BE15-3682-A444721A3DDA}"/>
              </a:ext>
            </a:extLst>
          </p:cNvPr>
          <p:cNvSpPr txBox="1">
            <a:spLocks noChangeArrowheads="1"/>
          </p:cNvSpPr>
          <p:nvPr/>
        </p:nvSpPr>
        <p:spPr bwMode="auto">
          <a:xfrm>
            <a:off x="3205162" y="1604963"/>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3</a:t>
            </a:r>
          </a:p>
        </p:txBody>
      </p:sp>
      <p:sp>
        <p:nvSpPr>
          <p:cNvPr id="4042777" name="Text Box 25">
            <a:extLst>
              <a:ext uri="{FF2B5EF4-FFF2-40B4-BE49-F238E27FC236}">
                <a16:creationId xmlns:a16="http://schemas.microsoft.com/office/drawing/2014/main" id="{2C163829-ACCC-AE56-9A24-3ABB8A7309C0}"/>
              </a:ext>
            </a:extLst>
          </p:cNvPr>
          <p:cNvSpPr txBox="1">
            <a:spLocks noChangeArrowheads="1"/>
          </p:cNvSpPr>
          <p:nvPr/>
        </p:nvSpPr>
        <p:spPr bwMode="auto">
          <a:xfrm>
            <a:off x="4187428" y="1871663"/>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a:t>
            </a:r>
          </a:p>
        </p:txBody>
      </p:sp>
      <p:sp>
        <p:nvSpPr>
          <p:cNvPr id="4042778" name="Text Box 26">
            <a:extLst>
              <a:ext uri="{FF2B5EF4-FFF2-40B4-BE49-F238E27FC236}">
                <a16:creationId xmlns:a16="http://schemas.microsoft.com/office/drawing/2014/main" id="{0387869C-01D3-795E-52D7-7A0891641AC4}"/>
              </a:ext>
            </a:extLst>
          </p:cNvPr>
          <p:cNvSpPr txBox="1">
            <a:spLocks noChangeArrowheads="1"/>
          </p:cNvSpPr>
          <p:nvPr/>
        </p:nvSpPr>
        <p:spPr bwMode="auto">
          <a:xfrm>
            <a:off x="4176712" y="1606154"/>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5</a:t>
            </a:r>
          </a:p>
        </p:txBody>
      </p:sp>
      <p:sp>
        <p:nvSpPr>
          <p:cNvPr id="4042781" name="Text Box 29">
            <a:extLst>
              <a:ext uri="{FF2B5EF4-FFF2-40B4-BE49-F238E27FC236}">
                <a16:creationId xmlns:a16="http://schemas.microsoft.com/office/drawing/2014/main" id="{57CDF678-9A9B-7CFB-D437-EE8D486EE110}"/>
              </a:ext>
            </a:extLst>
          </p:cNvPr>
          <p:cNvSpPr txBox="1">
            <a:spLocks noChangeArrowheads="1"/>
          </p:cNvSpPr>
          <p:nvPr/>
        </p:nvSpPr>
        <p:spPr bwMode="auto">
          <a:xfrm>
            <a:off x="3598069" y="1859756"/>
            <a:ext cx="4796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1/5</a:t>
            </a:r>
          </a:p>
        </p:txBody>
      </p:sp>
      <p:sp>
        <p:nvSpPr>
          <p:cNvPr id="4042785" name="Text Box 33">
            <a:extLst>
              <a:ext uri="{FF2B5EF4-FFF2-40B4-BE49-F238E27FC236}">
                <a16:creationId xmlns:a16="http://schemas.microsoft.com/office/drawing/2014/main" id="{01FEE3B6-F4C2-185C-2308-7DC1E15BDFCF}"/>
              </a:ext>
            </a:extLst>
          </p:cNvPr>
          <p:cNvSpPr txBox="1">
            <a:spLocks noChangeArrowheads="1"/>
          </p:cNvSpPr>
          <p:nvPr/>
        </p:nvSpPr>
        <p:spPr bwMode="auto">
          <a:xfrm>
            <a:off x="4986338" y="1596629"/>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0.636</a:t>
            </a:r>
          </a:p>
        </p:txBody>
      </p:sp>
      <p:sp>
        <p:nvSpPr>
          <p:cNvPr id="4042757" name="Line 5">
            <a:extLst>
              <a:ext uri="{FF2B5EF4-FFF2-40B4-BE49-F238E27FC236}">
                <a16:creationId xmlns:a16="http://schemas.microsoft.com/office/drawing/2014/main" id="{AC49C0ED-3EEC-07E2-0932-90C97D266B57}"/>
              </a:ext>
            </a:extLst>
          </p:cNvPr>
          <p:cNvSpPr>
            <a:spLocks noChangeShapeType="1"/>
          </p:cNvSpPr>
          <p:nvPr/>
        </p:nvSpPr>
        <p:spPr bwMode="auto">
          <a:xfrm>
            <a:off x="2695575" y="1057275"/>
            <a:ext cx="37433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58" name="Line 6">
            <a:extLst>
              <a:ext uri="{FF2B5EF4-FFF2-40B4-BE49-F238E27FC236}">
                <a16:creationId xmlns:a16="http://schemas.microsoft.com/office/drawing/2014/main" id="{C57C12D4-1227-4727-2C28-9D941D0E4043}"/>
              </a:ext>
            </a:extLst>
          </p:cNvPr>
          <p:cNvSpPr>
            <a:spLocks noChangeShapeType="1"/>
          </p:cNvSpPr>
          <p:nvPr/>
        </p:nvSpPr>
        <p:spPr bwMode="auto">
          <a:xfrm>
            <a:off x="2695575" y="1352550"/>
            <a:ext cx="37433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60" name="Line 8">
            <a:extLst>
              <a:ext uri="{FF2B5EF4-FFF2-40B4-BE49-F238E27FC236}">
                <a16:creationId xmlns:a16="http://schemas.microsoft.com/office/drawing/2014/main" id="{01A0D124-7D9F-73E2-F989-E289B94FF073}"/>
              </a:ext>
            </a:extLst>
          </p:cNvPr>
          <p:cNvSpPr>
            <a:spLocks noChangeShapeType="1"/>
          </p:cNvSpPr>
          <p:nvPr/>
        </p:nvSpPr>
        <p:spPr bwMode="auto">
          <a:xfrm>
            <a:off x="4953000" y="1057275"/>
            <a:ext cx="0" cy="1123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61" name="Line 9">
            <a:extLst>
              <a:ext uri="{FF2B5EF4-FFF2-40B4-BE49-F238E27FC236}">
                <a16:creationId xmlns:a16="http://schemas.microsoft.com/office/drawing/2014/main" id="{856E3DC0-088B-D857-E3C7-8D684C6CF1D1}"/>
              </a:ext>
            </a:extLst>
          </p:cNvPr>
          <p:cNvSpPr>
            <a:spLocks noChangeShapeType="1"/>
          </p:cNvSpPr>
          <p:nvPr/>
        </p:nvSpPr>
        <p:spPr bwMode="auto">
          <a:xfrm>
            <a:off x="5591175" y="1057275"/>
            <a:ext cx="0" cy="1123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63" name="Text Box 11">
            <a:extLst>
              <a:ext uri="{FF2B5EF4-FFF2-40B4-BE49-F238E27FC236}">
                <a16:creationId xmlns:a16="http://schemas.microsoft.com/office/drawing/2014/main" id="{0F21720F-3A96-CD67-21BE-48C2F25F75ED}"/>
              </a:ext>
            </a:extLst>
          </p:cNvPr>
          <p:cNvSpPr txBox="1">
            <a:spLocks noChangeArrowheads="1"/>
          </p:cNvSpPr>
          <p:nvPr/>
        </p:nvSpPr>
        <p:spPr bwMode="auto">
          <a:xfrm>
            <a:off x="2867025" y="1027510"/>
            <a:ext cx="3642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G</a:t>
            </a:r>
          </a:p>
        </p:txBody>
      </p:sp>
      <p:sp>
        <p:nvSpPr>
          <p:cNvPr id="4042764" name="Text Box 12">
            <a:extLst>
              <a:ext uri="{FF2B5EF4-FFF2-40B4-BE49-F238E27FC236}">
                <a16:creationId xmlns:a16="http://schemas.microsoft.com/office/drawing/2014/main" id="{8A98ED59-9C99-DB93-6E55-019DFCF99C19}"/>
              </a:ext>
            </a:extLst>
          </p:cNvPr>
          <p:cNvSpPr txBox="1">
            <a:spLocks noChangeArrowheads="1"/>
          </p:cNvSpPr>
          <p:nvPr/>
        </p:nvSpPr>
        <p:spPr bwMode="auto">
          <a:xfrm>
            <a:off x="2824162" y="1291829"/>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1</a:t>
            </a:r>
          </a:p>
        </p:txBody>
      </p:sp>
      <p:sp>
        <p:nvSpPr>
          <p:cNvPr id="4042765" name="Text Box 13">
            <a:extLst>
              <a:ext uri="{FF2B5EF4-FFF2-40B4-BE49-F238E27FC236}">
                <a16:creationId xmlns:a16="http://schemas.microsoft.com/office/drawing/2014/main" id="{0C205BE7-1EA1-8624-00C7-5B39F6CEE540}"/>
              </a:ext>
            </a:extLst>
          </p:cNvPr>
          <p:cNvSpPr txBox="1">
            <a:spLocks noChangeArrowheads="1"/>
          </p:cNvSpPr>
          <p:nvPr/>
        </p:nvSpPr>
        <p:spPr bwMode="auto">
          <a:xfrm>
            <a:off x="3159919" y="102751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1</a:t>
            </a:r>
          </a:p>
        </p:txBody>
      </p:sp>
      <p:sp>
        <p:nvSpPr>
          <p:cNvPr id="4042766" name="Text Box 14">
            <a:extLst>
              <a:ext uri="{FF2B5EF4-FFF2-40B4-BE49-F238E27FC236}">
                <a16:creationId xmlns:a16="http://schemas.microsoft.com/office/drawing/2014/main" id="{BE1058E3-C718-5E16-C1E1-64F88C7C0FBA}"/>
              </a:ext>
            </a:extLst>
          </p:cNvPr>
          <p:cNvSpPr txBox="1">
            <a:spLocks noChangeArrowheads="1"/>
          </p:cNvSpPr>
          <p:nvPr/>
        </p:nvSpPr>
        <p:spPr bwMode="auto">
          <a:xfrm>
            <a:off x="3624262" y="1027510"/>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2</a:t>
            </a:r>
          </a:p>
        </p:txBody>
      </p:sp>
      <p:sp>
        <p:nvSpPr>
          <p:cNvPr id="4042767" name="Text Box 15">
            <a:extLst>
              <a:ext uri="{FF2B5EF4-FFF2-40B4-BE49-F238E27FC236}">
                <a16:creationId xmlns:a16="http://schemas.microsoft.com/office/drawing/2014/main" id="{2849937D-D392-7D22-1C29-B02E6BE8ABC5}"/>
              </a:ext>
            </a:extLst>
          </p:cNvPr>
          <p:cNvSpPr txBox="1">
            <a:spLocks noChangeArrowheads="1"/>
          </p:cNvSpPr>
          <p:nvPr/>
        </p:nvSpPr>
        <p:spPr bwMode="auto">
          <a:xfrm>
            <a:off x="2824162" y="158472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2</a:t>
            </a:r>
          </a:p>
        </p:txBody>
      </p:sp>
      <p:sp>
        <p:nvSpPr>
          <p:cNvPr id="4042768" name="Text Box 16">
            <a:extLst>
              <a:ext uri="{FF2B5EF4-FFF2-40B4-BE49-F238E27FC236}">
                <a16:creationId xmlns:a16="http://schemas.microsoft.com/office/drawing/2014/main" id="{F11F5250-E5F0-7918-5D9D-4D35C16A4D25}"/>
              </a:ext>
            </a:extLst>
          </p:cNvPr>
          <p:cNvSpPr txBox="1">
            <a:spLocks noChangeArrowheads="1"/>
          </p:cNvSpPr>
          <p:nvPr/>
        </p:nvSpPr>
        <p:spPr bwMode="auto">
          <a:xfrm>
            <a:off x="4110037" y="103941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3</a:t>
            </a:r>
          </a:p>
        </p:txBody>
      </p:sp>
      <p:sp>
        <p:nvSpPr>
          <p:cNvPr id="4042771" name="Text Box 19">
            <a:extLst>
              <a:ext uri="{FF2B5EF4-FFF2-40B4-BE49-F238E27FC236}">
                <a16:creationId xmlns:a16="http://schemas.microsoft.com/office/drawing/2014/main" id="{67B171B8-5043-32BC-7960-02CD52632B92}"/>
              </a:ext>
            </a:extLst>
          </p:cNvPr>
          <p:cNvSpPr txBox="1">
            <a:spLocks noChangeArrowheads="1"/>
          </p:cNvSpPr>
          <p:nvPr/>
        </p:nvSpPr>
        <p:spPr bwMode="auto">
          <a:xfrm>
            <a:off x="2824162" y="1856185"/>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3</a:t>
            </a:r>
          </a:p>
        </p:txBody>
      </p:sp>
      <p:sp>
        <p:nvSpPr>
          <p:cNvPr id="4042780" name="Text Box 28">
            <a:extLst>
              <a:ext uri="{FF2B5EF4-FFF2-40B4-BE49-F238E27FC236}">
                <a16:creationId xmlns:a16="http://schemas.microsoft.com/office/drawing/2014/main" id="{DC53ACF6-509F-5429-B50D-A97CAA79AB79}"/>
              </a:ext>
            </a:extLst>
          </p:cNvPr>
          <p:cNvSpPr txBox="1">
            <a:spLocks noChangeArrowheads="1"/>
          </p:cNvSpPr>
          <p:nvPr/>
        </p:nvSpPr>
        <p:spPr bwMode="auto">
          <a:xfrm>
            <a:off x="3136106" y="1850231"/>
            <a:ext cx="4796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1/3</a:t>
            </a:r>
          </a:p>
        </p:txBody>
      </p:sp>
      <p:sp>
        <p:nvSpPr>
          <p:cNvPr id="4042782" name="Text Box 30">
            <a:extLst>
              <a:ext uri="{FF2B5EF4-FFF2-40B4-BE49-F238E27FC236}">
                <a16:creationId xmlns:a16="http://schemas.microsoft.com/office/drawing/2014/main" id="{88733CB5-DDFE-8A8E-B037-036DEA2AA3D9}"/>
              </a:ext>
            </a:extLst>
          </p:cNvPr>
          <p:cNvSpPr txBox="1">
            <a:spLocks noChangeArrowheads="1"/>
          </p:cNvSpPr>
          <p:nvPr/>
        </p:nvSpPr>
        <p:spPr bwMode="auto">
          <a:xfrm>
            <a:off x="5055394" y="1040606"/>
            <a:ext cx="5315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W</a:t>
            </a:r>
            <a:r>
              <a:rPr lang="en-US" altLang="zh-CN" b="1" baseline="-25000">
                <a:solidFill>
                  <a:srgbClr val="000000"/>
                </a:solidFill>
                <a:latin typeface="Times New Roman" panose="02020603050405020304" pitchFamily="18" charset="0"/>
                <a:ea typeface="宋体" panose="02010600030101010101" pitchFamily="2" charset="-122"/>
              </a:rPr>
              <a:t>i</a:t>
            </a:r>
            <a:r>
              <a:rPr lang="en-US" altLang="zh-CN" b="1" baseline="26000">
                <a:solidFill>
                  <a:srgbClr val="000000"/>
                </a:solidFill>
                <a:latin typeface="Times New Roman" panose="02020603050405020304" pitchFamily="18" charset="0"/>
                <a:ea typeface="宋体" panose="02010600030101010101" pitchFamily="2" charset="-122"/>
              </a:rPr>
              <a:t>0</a:t>
            </a:r>
          </a:p>
        </p:txBody>
      </p:sp>
      <p:sp>
        <p:nvSpPr>
          <p:cNvPr id="4042783" name="Text Box 31">
            <a:extLst>
              <a:ext uri="{FF2B5EF4-FFF2-40B4-BE49-F238E27FC236}">
                <a16:creationId xmlns:a16="http://schemas.microsoft.com/office/drawing/2014/main" id="{F1B2903D-E215-6C69-9DC6-F691575F300D}"/>
              </a:ext>
            </a:extLst>
          </p:cNvPr>
          <p:cNvSpPr txBox="1">
            <a:spLocks noChangeArrowheads="1"/>
          </p:cNvSpPr>
          <p:nvPr/>
        </p:nvSpPr>
        <p:spPr bwMode="auto">
          <a:xfrm>
            <a:off x="5798344" y="1040606"/>
            <a:ext cx="5565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C.I.</a:t>
            </a:r>
            <a:endParaRPr lang="zh-CN" altLang="en-US" b="1">
              <a:solidFill>
                <a:srgbClr val="000000"/>
              </a:solidFill>
              <a:latin typeface="Times New Roman" panose="02020603050405020304" pitchFamily="18" charset="0"/>
              <a:ea typeface="宋体" panose="02010600030101010101" pitchFamily="2" charset="-122"/>
            </a:endParaRPr>
          </a:p>
        </p:txBody>
      </p:sp>
      <p:sp>
        <p:nvSpPr>
          <p:cNvPr id="4042784" name="Text Box 32">
            <a:extLst>
              <a:ext uri="{FF2B5EF4-FFF2-40B4-BE49-F238E27FC236}">
                <a16:creationId xmlns:a16="http://schemas.microsoft.com/office/drawing/2014/main" id="{3CE13301-03A8-5A05-2B19-EE5147A613F1}"/>
              </a:ext>
            </a:extLst>
          </p:cNvPr>
          <p:cNvSpPr txBox="1">
            <a:spLocks noChangeArrowheads="1"/>
          </p:cNvSpPr>
          <p:nvPr/>
        </p:nvSpPr>
        <p:spPr bwMode="auto">
          <a:xfrm>
            <a:off x="4986338" y="1322785"/>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0.258</a:t>
            </a:r>
          </a:p>
        </p:txBody>
      </p:sp>
      <p:sp>
        <p:nvSpPr>
          <p:cNvPr id="4042786" name="Text Box 34">
            <a:extLst>
              <a:ext uri="{FF2B5EF4-FFF2-40B4-BE49-F238E27FC236}">
                <a16:creationId xmlns:a16="http://schemas.microsoft.com/office/drawing/2014/main" id="{78ADE669-7BE6-90E7-8728-0EFC6DFC6F4D}"/>
              </a:ext>
            </a:extLst>
          </p:cNvPr>
          <p:cNvSpPr txBox="1">
            <a:spLocks noChangeArrowheads="1"/>
          </p:cNvSpPr>
          <p:nvPr/>
        </p:nvSpPr>
        <p:spPr bwMode="auto">
          <a:xfrm>
            <a:off x="4986338" y="1852613"/>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0.106</a:t>
            </a:r>
          </a:p>
        </p:txBody>
      </p:sp>
      <p:sp>
        <p:nvSpPr>
          <p:cNvPr id="4042787" name="Text Box 35">
            <a:extLst>
              <a:ext uri="{FF2B5EF4-FFF2-40B4-BE49-F238E27FC236}">
                <a16:creationId xmlns:a16="http://schemas.microsoft.com/office/drawing/2014/main" id="{1AF2901C-3245-19B6-2583-99B4CF5F76EC}"/>
              </a:ext>
            </a:extLst>
          </p:cNvPr>
          <p:cNvSpPr txBox="1">
            <a:spLocks noChangeArrowheads="1"/>
          </p:cNvSpPr>
          <p:nvPr/>
        </p:nvSpPr>
        <p:spPr bwMode="auto">
          <a:xfrm>
            <a:off x="5624513" y="1535906"/>
            <a:ext cx="14414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0.027﹤0.10</a:t>
            </a:r>
          </a:p>
        </p:txBody>
      </p:sp>
      <p:sp>
        <p:nvSpPr>
          <p:cNvPr id="4042807" name="Line 55">
            <a:extLst>
              <a:ext uri="{FF2B5EF4-FFF2-40B4-BE49-F238E27FC236}">
                <a16:creationId xmlns:a16="http://schemas.microsoft.com/office/drawing/2014/main" id="{7D8DDC42-965D-D77D-93C7-25ECA5507F60}"/>
              </a:ext>
            </a:extLst>
          </p:cNvPr>
          <p:cNvSpPr>
            <a:spLocks noChangeShapeType="1"/>
          </p:cNvSpPr>
          <p:nvPr/>
        </p:nvSpPr>
        <p:spPr bwMode="auto">
          <a:xfrm>
            <a:off x="3114675" y="2324100"/>
            <a:ext cx="0" cy="1438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42829" name="Group 77">
            <a:extLst>
              <a:ext uri="{FF2B5EF4-FFF2-40B4-BE49-F238E27FC236}">
                <a16:creationId xmlns:a16="http://schemas.microsoft.com/office/drawing/2014/main" id="{732741CF-97A6-5B09-9AB9-C7BDC13A24F4}"/>
              </a:ext>
            </a:extLst>
          </p:cNvPr>
          <p:cNvGrpSpPr>
            <a:grpSpLocks/>
          </p:cNvGrpSpPr>
          <p:nvPr/>
        </p:nvGrpSpPr>
        <p:grpSpPr bwMode="auto">
          <a:xfrm>
            <a:off x="2695575" y="2284811"/>
            <a:ext cx="4370784" cy="1571625"/>
            <a:chOff x="1304" y="1919"/>
            <a:chExt cx="3671" cy="1320"/>
          </a:xfrm>
        </p:grpSpPr>
        <p:sp>
          <p:nvSpPr>
            <p:cNvPr id="4042790" name="Line 38">
              <a:extLst>
                <a:ext uri="{FF2B5EF4-FFF2-40B4-BE49-F238E27FC236}">
                  <a16:creationId xmlns:a16="http://schemas.microsoft.com/office/drawing/2014/main" id="{8A8565FE-BD0A-A2D5-7C91-A0026D24E721}"/>
                </a:ext>
              </a:extLst>
            </p:cNvPr>
            <p:cNvSpPr>
              <a:spLocks noChangeShapeType="1"/>
            </p:cNvSpPr>
            <p:nvPr/>
          </p:nvSpPr>
          <p:spPr bwMode="auto">
            <a:xfrm>
              <a:off x="1304" y="1944"/>
              <a:ext cx="31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91" name="Line 39">
              <a:extLst>
                <a:ext uri="{FF2B5EF4-FFF2-40B4-BE49-F238E27FC236}">
                  <a16:creationId xmlns:a16="http://schemas.microsoft.com/office/drawing/2014/main" id="{EC5B692B-3B8F-9E97-D9F6-E71557EB173C}"/>
                </a:ext>
              </a:extLst>
            </p:cNvPr>
            <p:cNvSpPr>
              <a:spLocks noChangeShapeType="1"/>
            </p:cNvSpPr>
            <p:nvPr/>
          </p:nvSpPr>
          <p:spPr bwMode="auto">
            <a:xfrm>
              <a:off x="1304" y="2192"/>
              <a:ext cx="31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92" name="Line 40">
              <a:extLst>
                <a:ext uri="{FF2B5EF4-FFF2-40B4-BE49-F238E27FC236}">
                  <a16:creationId xmlns:a16="http://schemas.microsoft.com/office/drawing/2014/main" id="{7B67CB0B-DED8-9F63-9833-6C1C79CD76D9}"/>
                </a:ext>
              </a:extLst>
            </p:cNvPr>
            <p:cNvSpPr>
              <a:spLocks noChangeShapeType="1"/>
            </p:cNvSpPr>
            <p:nvPr/>
          </p:nvSpPr>
          <p:spPr bwMode="auto">
            <a:xfrm>
              <a:off x="3200" y="1944"/>
              <a:ext cx="0" cy="1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93" name="Line 41">
              <a:extLst>
                <a:ext uri="{FF2B5EF4-FFF2-40B4-BE49-F238E27FC236}">
                  <a16:creationId xmlns:a16="http://schemas.microsoft.com/office/drawing/2014/main" id="{35FB8C0D-ECC9-5226-4857-5CD3320392B1}"/>
                </a:ext>
              </a:extLst>
            </p:cNvPr>
            <p:cNvSpPr>
              <a:spLocks noChangeShapeType="1"/>
            </p:cNvSpPr>
            <p:nvPr/>
          </p:nvSpPr>
          <p:spPr bwMode="auto">
            <a:xfrm>
              <a:off x="3736" y="1944"/>
              <a:ext cx="0" cy="12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2795" name="Text Box 43">
              <a:extLst>
                <a:ext uri="{FF2B5EF4-FFF2-40B4-BE49-F238E27FC236}">
                  <a16:creationId xmlns:a16="http://schemas.microsoft.com/office/drawing/2014/main" id="{9CE04282-30E0-74C6-4151-3D451EF08F2B}"/>
                </a:ext>
              </a:extLst>
            </p:cNvPr>
            <p:cNvSpPr txBox="1">
              <a:spLocks noChangeArrowheads="1"/>
            </p:cNvSpPr>
            <p:nvPr/>
          </p:nvSpPr>
          <p:spPr bwMode="auto">
            <a:xfrm>
              <a:off x="1412" y="2141"/>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20000">
                  <a:solidFill>
                    <a:srgbClr val="000000"/>
                  </a:solidFill>
                  <a:latin typeface="Times New Roman" panose="02020603050405020304" pitchFamily="18" charset="0"/>
                  <a:ea typeface="宋体" panose="02010600030101010101" pitchFamily="2" charset="-122"/>
                </a:rPr>
                <a:t>1</a:t>
              </a:r>
            </a:p>
          </p:txBody>
        </p:sp>
        <p:sp>
          <p:nvSpPr>
            <p:cNvPr id="4042796" name="Text Box 44">
              <a:extLst>
                <a:ext uri="{FF2B5EF4-FFF2-40B4-BE49-F238E27FC236}">
                  <a16:creationId xmlns:a16="http://schemas.microsoft.com/office/drawing/2014/main" id="{1A257C47-EC83-3FAF-210C-CF8322667BDF}"/>
                </a:ext>
              </a:extLst>
            </p:cNvPr>
            <p:cNvSpPr txBox="1">
              <a:spLocks noChangeArrowheads="1"/>
            </p:cNvSpPr>
            <p:nvPr/>
          </p:nvSpPr>
          <p:spPr bwMode="auto">
            <a:xfrm>
              <a:off x="1404" y="1919"/>
              <a:ext cx="36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a:t>
              </a:r>
              <a:r>
                <a:rPr lang="en-US" altLang="zh-CN" b="1" baseline="-10000">
                  <a:solidFill>
                    <a:srgbClr val="000000"/>
                  </a:solidFill>
                  <a:latin typeface="Times New Roman" panose="02020603050405020304" pitchFamily="18" charset="0"/>
                  <a:ea typeface="宋体" panose="02010600030101010101" pitchFamily="2" charset="-122"/>
                </a:rPr>
                <a:t>1</a:t>
              </a:r>
            </a:p>
          </p:txBody>
        </p:sp>
        <p:sp>
          <p:nvSpPr>
            <p:cNvPr id="4042798" name="Text Box 46">
              <a:extLst>
                <a:ext uri="{FF2B5EF4-FFF2-40B4-BE49-F238E27FC236}">
                  <a16:creationId xmlns:a16="http://schemas.microsoft.com/office/drawing/2014/main" id="{21E3F315-2FEA-A273-4248-6B82EA540C19}"/>
                </a:ext>
              </a:extLst>
            </p:cNvPr>
            <p:cNvSpPr txBox="1">
              <a:spLocks noChangeArrowheads="1"/>
            </p:cNvSpPr>
            <p:nvPr/>
          </p:nvSpPr>
          <p:spPr bwMode="auto">
            <a:xfrm>
              <a:off x="1412" y="2387"/>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10000">
                  <a:solidFill>
                    <a:srgbClr val="000000"/>
                  </a:solidFill>
                  <a:latin typeface="Times New Roman" panose="02020603050405020304" pitchFamily="18" charset="0"/>
                  <a:ea typeface="宋体" panose="02010600030101010101" pitchFamily="2" charset="-122"/>
                </a:rPr>
                <a:t>2</a:t>
              </a:r>
            </a:p>
          </p:txBody>
        </p:sp>
        <p:sp>
          <p:nvSpPr>
            <p:cNvPr id="4042799" name="Text Box 47">
              <a:extLst>
                <a:ext uri="{FF2B5EF4-FFF2-40B4-BE49-F238E27FC236}">
                  <a16:creationId xmlns:a16="http://schemas.microsoft.com/office/drawing/2014/main" id="{D8F6FE95-BC4B-B8C2-A53B-8391FF580B91}"/>
                </a:ext>
              </a:extLst>
            </p:cNvPr>
            <p:cNvSpPr txBox="1">
              <a:spLocks noChangeArrowheads="1"/>
            </p:cNvSpPr>
            <p:nvPr/>
          </p:nvSpPr>
          <p:spPr bwMode="auto">
            <a:xfrm>
              <a:off x="2432" y="1919"/>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10000">
                  <a:solidFill>
                    <a:srgbClr val="000000"/>
                  </a:solidFill>
                  <a:latin typeface="Times New Roman" panose="02020603050405020304" pitchFamily="18" charset="0"/>
                  <a:ea typeface="宋体" panose="02010600030101010101" pitchFamily="2" charset="-122"/>
                </a:rPr>
                <a:t>3</a:t>
              </a:r>
            </a:p>
          </p:txBody>
        </p:sp>
        <p:sp>
          <p:nvSpPr>
            <p:cNvPr id="4042800" name="Text Box 48">
              <a:extLst>
                <a:ext uri="{FF2B5EF4-FFF2-40B4-BE49-F238E27FC236}">
                  <a16:creationId xmlns:a16="http://schemas.microsoft.com/office/drawing/2014/main" id="{109391F7-D0CA-B76D-8C89-A665D4D25EC7}"/>
                </a:ext>
              </a:extLst>
            </p:cNvPr>
            <p:cNvSpPr txBox="1">
              <a:spLocks noChangeArrowheads="1"/>
            </p:cNvSpPr>
            <p:nvPr/>
          </p:nvSpPr>
          <p:spPr bwMode="auto">
            <a:xfrm>
              <a:off x="1412" y="2615"/>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10000">
                  <a:solidFill>
                    <a:srgbClr val="000000"/>
                  </a:solidFill>
                  <a:latin typeface="Times New Roman" panose="02020603050405020304" pitchFamily="18" charset="0"/>
                  <a:ea typeface="宋体" panose="02010600030101010101" pitchFamily="2" charset="-122"/>
                </a:rPr>
                <a:t>3</a:t>
              </a:r>
            </a:p>
          </p:txBody>
        </p:sp>
        <p:sp>
          <p:nvSpPr>
            <p:cNvPr id="4042801" name="Text Box 49">
              <a:extLst>
                <a:ext uri="{FF2B5EF4-FFF2-40B4-BE49-F238E27FC236}">
                  <a16:creationId xmlns:a16="http://schemas.microsoft.com/office/drawing/2014/main" id="{88E77FD6-A40B-E578-C048-A365A3456FCB}"/>
                </a:ext>
              </a:extLst>
            </p:cNvPr>
            <p:cNvSpPr txBox="1">
              <a:spLocks noChangeArrowheads="1"/>
            </p:cNvSpPr>
            <p:nvPr/>
          </p:nvSpPr>
          <p:spPr bwMode="auto">
            <a:xfrm>
              <a:off x="1674" y="2610"/>
              <a:ext cx="40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1/3</a:t>
              </a:r>
            </a:p>
          </p:txBody>
        </p:sp>
        <p:sp>
          <p:nvSpPr>
            <p:cNvPr id="4042802" name="Text Box 50">
              <a:extLst>
                <a:ext uri="{FF2B5EF4-FFF2-40B4-BE49-F238E27FC236}">
                  <a16:creationId xmlns:a16="http://schemas.microsoft.com/office/drawing/2014/main" id="{A8D74F72-8B75-BAFD-EE09-3F5F31671FA3}"/>
                </a:ext>
              </a:extLst>
            </p:cNvPr>
            <p:cNvSpPr txBox="1">
              <a:spLocks noChangeArrowheads="1"/>
            </p:cNvSpPr>
            <p:nvPr/>
          </p:nvSpPr>
          <p:spPr bwMode="auto">
            <a:xfrm>
              <a:off x="3286" y="1930"/>
              <a:ext cx="446"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W</a:t>
              </a:r>
              <a:r>
                <a:rPr lang="en-US" altLang="zh-CN" b="1" baseline="-25000">
                  <a:solidFill>
                    <a:srgbClr val="000000"/>
                  </a:solidFill>
                  <a:latin typeface="Times New Roman" panose="02020603050405020304" pitchFamily="18" charset="0"/>
                  <a:ea typeface="宋体" panose="02010600030101010101" pitchFamily="2" charset="-122"/>
                </a:rPr>
                <a:t>i</a:t>
              </a:r>
              <a:r>
                <a:rPr lang="en-US" altLang="zh-CN" b="1" baseline="26000">
                  <a:solidFill>
                    <a:srgbClr val="000000"/>
                  </a:solidFill>
                  <a:latin typeface="Times New Roman" panose="02020603050405020304" pitchFamily="18" charset="0"/>
                  <a:ea typeface="宋体" panose="02010600030101010101" pitchFamily="2" charset="-122"/>
                </a:rPr>
                <a:t>1</a:t>
              </a:r>
            </a:p>
          </p:txBody>
        </p:sp>
        <p:sp>
          <p:nvSpPr>
            <p:cNvPr id="4042803" name="Text Box 51">
              <a:extLst>
                <a:ext uri="{FF2B5EF4-FFF2-40B4-BE49-F238E27FC236}">
                  <a16:creationId xmlns:a16="http://schemas.microsoft.com/office/drawing/2014/main" id="{1F6F0912-4C45-FAED-50AF-58B8C354EB8D}"/>
                </a:ext>
              </a:extLst>
            </p:cNvPr>
            <p:cNvSpPr txBox="1">
              <a:spLocks noChangeArrowheads="1"/>
            </p:cNvSpPr>
            <p:nvPr/>
          </p:nvSpPr>
          <p:spPr bwMode="auto">
            <a:xfrm>
              <a:off x="3910" y="1930"/>
              <a:ext cx="46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C.I.</a:t>
              </a:r>
              <a:endParaRPr lang="zh-CN" altLang="en-US" b="1">
                <a:solidFill>
                  <a:srgbClr val="000000"/>
                </a:solidFill>
                <a:latin typeface="Times New Roman" panose="02020603050405020304" pitchFamily="18" charset="0"/>
                <a:ea typeface="宋体" panose="02010600030101010101" pitchFamily="2" charset="-122"/>
              </a:endParaRPr>
            </a:p>
          </p:txBody>
        </p:sp>
        <p:sp>
          <p:nvSpPr>
            <p:cNvPr id="4042804" name="Text Box 52">
              <a:extLst>
                <a:ext uri="{FF2B5EF4-FFF2-40B4-BE49-F238E27FC236}">
                  <a16:creationId xmlns:a16="http://schemas.microsoft.com/office/drawing/2014/main" id="{D57B91E5-14CB-ED2F-5871-0B662A0B760A}"/>
                </a:ext>
              </a:extLst>
            </p:cNvPr>
            <p:cNvSpPr txBox="1">
              <a:spLocks noChangeArrowheads="1"/>
            </p:cNvSpPr>
            <p:nvPr/>
          </p:nvSpPr>
          <p:spPr bwMode="auto">
            <a:xfrm>
              <a:off x="3228" y="2167"/>
              <a:ext cx="64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0.217</a:t>
              </a:r>
            </a:p>
          </p:txBody>
        </p:sp>
        <p:sp>
          <p:nvSpPr>
            <p:cNvPr id="4042805" name="Text Box 53">
              <a:extLst>
                <a:ext uri="{FF2B5EF4-FFF2-40B4-BE49-F238E27FC236}">
                  <a16:creationId xmlns:a16="http://schemas.microsoft.com/office/drawing/2014/main" id="{B8F2BE03-9464-24FA-D3E7-3E44CC231D2B}"/>
                </a:ext>
              </a:extLst>
            </p:cNvPr>
            <p:cNvSpPr txBox="1">
              <a:spLocks noChangeArrowheads="1"/>
            </p:cNvSpPr>
            <p:nvPr/>
          </p:nvSpPr>
          <p:spPr bwMode="auto">
            <a:xfrm>
              <a:off x="3228" y="2668"/>
              <a:ext cx="64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0.065</a:t>
              </a:r>
            </a:p>
          </p:txBody>
        </p:sp>
        <p:sp>
          <p:nvSpPr>
            <p:cNvPr id="4042806" name="Text Box 54">
              <a:extLst>
                <a:ext uri="{FF2B5EF4-FFF2-40B4-BE49-F238E27FC236}">
                  <a16:creationId xmlns:a16="http://schemas.microsoft.com/office/drawing/2014/main" id="{A08A5426-4855-B006-AB42-51A761A260B3}"/>
                </a:ext>
              </a:extLst>
            </p:cNvPr>
            <p:cNvSpPr txBox="1">
              <a:spLocks noChangeArrowheads="1"/>
            </p:cNvSpPr>
            <p:nvPr/>
          </p:nvSpPr>
          <p:spPr bwMode="auto">
            <a:xfrm>
              <a:off x="3764" y="2346"/>
              <a:ext cx="1211"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0.037﹤0.10</a:t>
              </a:r>
            </a:p>
          </p:txBody>
        </p:sp>
        <p:sp>
          <p:nvSpPr>
            <p:cNvPr id="4042808" name="Text Box 56">
              <a:extLst>
                <a:ext uri="{FF2B5EF4-FFF2-40B4-BE49-F238E27FC236}">
                  <a16:creationId xmlns:a16="http://schemas.microsoft.com/office/drawing/2014/main" id="{936B3FD2-8D28-9632-B4E6-A6E67D2D9838}"/>
                </a:ext>
              </a:extLst>
            </p:cNvPr>
            <p:cNvSpPr txBox="1">
              <a:spLocks noChangeArrowheads="1"/>
            </p:cNvSpPr>
            <p:nvPr/>
          </p:nvSpPr>
          <p:spPr bwMode="auto">
            <a:xfrm>
              <a:off x="1732" y="1919"/>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20000">
                  <a:solidFill>
                    <a:srgbClr val="000000"/>
                  </a:solidFill>
                  <a:latin typeface="Times New Roman" panose="02020603050405020304" pitchFamily="18" charset="0"/>
                  <a:ea typeface="宋体" panose="02010600030101010101" pitchFamily="2" charset="-122"/>
                </a:rPr>
                <a:t>1</a:t>
              </a:r>
            </a:p>
          </p:txBody>
        </p:sp>
        <p:sp>
          <p:nvSpPr>
            <p:cNvPr id="4042809" name="Text Box 57">
              <a:extLst>
                <a:ext uri="{FF2B5EF4-FFF2-40B4-BE49-F238E27FC236}">
                  <a16:creationId xmlns:a16="http://schemas.microsoft.com/office/drawing/2014/main" id="{16832D5A-2B3C-61C1-74B8-9FAFF2F02C08}"/>
                </a:ext>
              </a:extLst>
            </p:cNvPr>
            <p:cNvSpPr txBox="1">
              <a:spLocks noChangeArrowheads="1"/>
            </p:cNvSpPr>
            <p:nvPr/>
          </p:nvSpPr>
          <p:spPr bwMode="auto">
            <a:xfrm>
              <a:off x="2084" y="1919"/>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10000">
                  <a:solidFill>
                    <a:srgbClr val="000000"/>
                  </a:solidFill>
                  <a:latin typeface="Times New Roman" panose="02020603050405020304" pitchFamily="18" charset="0"/>
                  <a:ea typeface="宋体" panose="02010600030101010101" pitchFamily="2" charset="-122"/>
                </a:rPr>
                <a:t>2</a:t>
              </a:r>
            </a:p>
          </p:txBody>
        </p:sp>
        <p:sp>
          <p:nvSpPr>
            <p:cNvPr id="4042810" name="Text Box 58">
              <a:extLst>
                <a:ext uri="{FF2B5EF4-FFF2-40B4-BE49-F238E27FC236}">
                  <a16:creationId xmlns:a16="http://schemas.microsoft.com/office/drawing/2014/main" id="{43901750-B87D-16A9-AACB-52276F561937}"/>
                </a:ext>
              </a:extLst>
            </p:cNvPr>
            <p:cNvSpPr txBox="1">
              <a:spLocks noChangeArrowheads="1"/>
            </p:cNvSpPr>
            <p:nvPr/>
          </p:nvSpPr>
          <p:spPr bwMode="auto">
            <a:xfrm>
              <a:off x="2744" y="1919"/>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10000">
                  <a:solidFill>
                    <a:srgbClr val="000000"/>
                  </a:solidFill>
                  <a:latin typeface="Times New Roman" panose="02020603050405020304" pitchFamily="18" charset="0"/>
                  <a:ea typeface="宋体" panose="02010600030101010101" pitchFamily="2" charset="-122"/>
                </a:rPr>
                <a:t>4</a:t>
              </a:r>
            </a:p>
          </p:txBody>
        </p:sp>
        <p:sp>
          <p:nvSpPr>
            <p:cNvPr id="4042811" name="Text Box 59">
              <a:extLst>
                <a:ext uri="{FF2B5EF4-FFF2-40B4-BE49-F238E27FC236}">
                  <a16:creationId xmlns:a16="http://schemas.microsoft.com/office/drawing/2014/main" id="{E4A34157-9358-495E-491F-D36E46C6ACCC}"/>
                </a:ext>
              </a:extLst>
            </p:cNvPr>
            <p:cNvSpPr txBox="1">
              <a:spLocks noChangeArrowheads="1"/>
            </p:cNvSpPr>
            <p:nvPr/>
          </p:nvSpPr>
          <p:spPr bwMode="auto">
            <a:xfrm>
              <a:off x="1412" y="2871"/>
              <a:ext cx="32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p</a:t>
              </a:r>
              <a:r>
                <a:rPr lang="en-US" altLang="zh-CN" b="1" baseline="-10000">
                  <a:solidFill>
                    <a:srgbClr val="000000"/>
                  </a:solidFill>
                  <a:latin typeface="Times New Roman" panose="02020603050405020304" pitchFamily="18" charset="0"/>
                  <a:ea typeface="宋体" panose="02010600030101010101" pitchFamily="2" charset="-122"/>
                </a:rPr>
                <a:t>4</a:t>
              </a:r>
            </a:p>
          </p:txBody>
        </p:sp>
        <p:sp>
          <p:nvSpPr>
            <p:cNvPr id="4042812" name="Text Box 60">
              <a:extLst>
                <a:ext uri="{FF2B5EF4-FFF2-40B4-BE49-F238E27FC236}">
                  <a16:creationId xmlns:a16="http://schemas.microsoft.com/office/drawing/2014/main" id="{B06BD016-C2BB-A658-424D-BCC867FCCDCE}"/>
                </a:ext>
              </a:extLst>
            </p:cNvPr>
            <p:cNvSpPr txBox="1">
              <a:spLocks noChangeArrowheads="1"/>
            </p:cNvSpPr>
            <p:nvPr/>
          </p:nvSpPr>
          <p:spPr bwMode="auto">
            <a:xfrm>
              <a:off x="1722" y="2168"/>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a:t>
              </a:r>
            </a:p>
          </p:txBody>
        </p:sp>
        <p:sp>
          <p:nvSpPr>
            <p:cNvPr id="4042813" name="Text Box 61">
              <a:extLst>
                <a:ext uri="{FF2B5EF4-FFF2-40B4-BE49-F238E27FC236}">
                  <a16:creationId xmlns:a16="http://schemas.microsoft.com/office/drawing/2014/main" id="{F1B8E1F4-BDEC-43E9-4071-24F424CF4B3D}"/>
                </a:ext>
              </a:extLst>
            </p:cNvPr>
            <p:cNvSpPr txBox="1">
              <a:spLocks noChangeArrowheads="1"/>
            </p:cNvSpPr>
            <p:nvPr/>
          </p:nvSpPr>
          <p:spPr bwMode="auto">
            <a:xfrm>
              <a:off x="2062" y="2168"/>
              <a:ext cx="4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1/3</a:t>
              </a:r>
            </a:p>
          </p:txBody>
        </p:sp>
        <p:sp>
          <p:nvSpPr>
            <p:cNvPr id="4042814" name="Text Box 62">
              <a:extLst>
                <a:ext uri="{FF2B5EF4-FFF2-40B4-BE49-F238E27FC236}">
                  <a16:creationId xmlns:a16="http://schemas.microsoft.com/office/drawing/2014/main" id="{79812D61-602F-E13F-9100-63F9F5F868FB}"/>
                </a:ext>
              </a:extLst>
            </p:cNvPr>
            <p:cNvSpPr txBox="1">
              <a:spLocks noChangeArrowheads="1"/>
            </p:cNvSpPr>
            <p:nvPr/>
          </p:nvSpPr>
          <p:spPr bwMode="auto">
            <a:xfrm>
              <a:off x="2434" y="2168"/>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3</a:t>
              </a:r>
            </a:p>
          </p:txBody>
        </p:sp>
        <p:sp>
          <p:nvSpPr>
            <p:cNvPr id="4042815" name="Text Box 63">
              <a:extLst>
                <a:ext uri="{FF2B5EF4-FFF2-40B4-BE49-F238E27FC236}">
                  <a16:creationId xmlns:a16="http://schemas.microsoft.com/office/drawing/2014/main" id="{FE14124D-4431-474A-F0F6-DDC31AAA9AF0}"/>
                </a:ext>
              </a:extLst>
            </p:cNvPr>
            <p:cNvSpPr txBox="1">
              <a:spLocks noChangeArrowheads="1"/>
            </p:cNvSpPr>
            <p:nvPr/>
          </p:nvSpPr>
          <p:spPr bwMode="auto">
            <a:xfrm>
              <a:off x="2772" y="2160"/>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2</a:t>
              </a:r>
            </a:p>
          </p:txBody>
        </p:sp>
        <p:sp>
          <p:nvSpPr>
            <p:cNvPr id="4042816" name="Text Box 64">
              <a:extLst>
                <a:ext uri="{FF2B5EF4-FFF2-40B4-BE49-F238E27FC236}">
                  <a16:creationId xmlns:a16="http://schemas.microsoft.com/office/drawing/2014/main" id="{A79899CB-7D68-E3E1-3DB4-6BA1477D32F5}"/>
                </a:ext>
              </a:extLst>
            </p:cNvPr>
            <p:cNvSpPr txBox="1">
              <a:spLocks noChangeArrowheads="1"/>
            </p:cNvSpPr>
            <p:nvPr/>
          </p:nvSpPr>
          <p:spPr bwMode="auto">
            <a:xfrm>
              <a:off x="1674" y="2404"/>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3</a:t>
              </a:r>
            </a:p>
          </p:txBody>
        </p:sp>
        <p:sp>
          <p:nvSpPr>
            <p:cNvPr id="4042817" name="Text Box 65">
              <a:extLst>
                <a:ext uri="{FF2B5EF4-FFF2-40B4-BE49-F238E27FC236}">
                  <a16:creationId xmlns:a16="http://schemas.microsoft.com/office/drawing/2014/main" id="{74B55A52-2D05-DB92-CA1E-1D5599DF60DD}"/>
                </a:ext>
              </a:extLst>
            </p:cNvPr>
            <p:cNvSpPr txBox="1">
              <a:spLocks noChangeArrowheads="1"/>
            </p:cNvSpPr>
            <p:nvPr/>
          </p:nvSpPr>
          <p:spPr bwMode="auto">
            <a:xfrm>
              <a:off x="2062" y="2404"/>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a:t>
              </a:r>
            </a:p>
          </p:txBody>
        </p:sp>
        <p:sp>
          <p:nvSpPr>
            <p:cNvPr id="4042818" name="Text Box 66">
              <a:extLst>
                <a:ext uri="{FF2B5EF4-FFF2-40B4-BE49-F238E27FC236}">
                  <a16:creationId xmlns:a16="http://schemas.microsoft.com/office/drawing/2014/main" id="{CC8E1983-F63D-FC15-16D4-D760282FBA3D}"/>
                </a:ext>
              </a:extLst>
            </p:cNvPr>
            <p:cNvSpPr txBox="1">
              <a:spLocks noChangeArrowheads="1"/>
            </p:cNvSpPr>
            <p:nvPr/>
          </p:nvSpPr>
          <p:spPr bwMode="auto">
            <a:xfrm>
              <a:off x="2490" y="2404"/>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7</a:t>
              </a:r>
            </a:p>
          </p:txBody>
        </p:sp>
        <p:sp>
          <p:nvSpPr>
            <p:cNvPr id="4042819" name="Text Box 67">
              <a:extLst>
                <a:ext uri="{FF2B5EF4-FFF2-40B4-BE49-F238E27FC236}">
                  <a16:creationId xmlns:a16="http://schemas.microsoft.com/office/drawing/2014/main" id="{A7A4902E-AF00-BF15-9794-D49826DBC5FE}"/>
                </a:ext>
              </a:extLst>
            </p:cNvPr>
            <p:cNvSpPr txBox="1">
              <a:spLocks noChangeArrowheads="1"/>
            </p:cNvSpPr>
            <p:nvPr/>
          </p:nvSpPr>
          <p:spPr bwMode="auto">
            <a:xfrm>
              <a:off x="2807" y="2398"/>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5</a:t>
              </a:r>
            </a:p>
          </p:txBody>
        </p:sp>
        <p:sp>
          <p:nvSpPr>
            <p:cNvPr id="4042820" name="Text Box 68">
              <a:extLst>
                <a:ext uri="{FF2B5EF4-FFF2-40B4-BE49-F238E27FC236}">
                  <a16:creationId xmlns:a16="http://schemas.microsoft.com/office/drawing/2014/main" id="{809A5E62-A2FE-1885-842A-D96E864A6F96}"/>
                </a:ext>
              </a:extLst>
            </p:cNvPr>
            <p:cNvSpPr txBox="1">
              <a:spLocks noChangeArrowheads="1"/>
            </p:cNvSpPr>
            <p:nvPr/>
          </p:nvSpPr>
          <p:spPr bwMode="auto">
            <a:xfrm>
              <a:off x="2062" y="2668"/>
              <a:ext cx="4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1/7</a:t>
              </a:r>
            </a:p>
          </p:txBody>
        </p:sp>
        <p:sp>
          <p:nvSpPr>
            <p:cNvPr id="4042821" name="Text Box 69">
              <a:extLst>
                <a:ext uri="{FF2B5EF4-FFF2-40B4-BE49-F238E27FC236}">
                  <a16:creationId xmlns:a16="http://schemas.microsoft.com/office/drawing/2014/main" id="{32DA9571-C0A2-24BC-3A98-25609058CBCA}"/>
                </a:ext>
              </a:extLst>
            </p:cNvPr>
            <p:cNvSpPr txBox="1">
              <a:spLocks noChangeArrowheads="1"/>
            </p:cNvSpPr>
            <p:nvPr/>
          </p:nvSpPr>
          <p:spPr bwMode="auto">
            <a:xfrm>
              <a:off x="2490" y="2668"/>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a:t>
              </a:r>
            </a:p>
          </p:txBody>
        </p:sp>
        <p:sp>
          <p:nvSpPr>
            <p:cNvPr id="4042822" name="Text Box 70">
              <a:extLst>
                <a:ext uri="{FF2B5EF4-FFF2-40B4-BE49-F238E27FC236}">
                  <a16:creationId xmlns:a16="http://schemas.microsoft.com/office/drawing/2014/main" id="{D9A1DF91-FE4F-7A4C-7923-49DE3E9DDF31}"/>
                </a:ext>
              </a:extLst>
            </p:cNvPr>
            <p:cNvSpPr txBox="1">
              <a:spLocks noChangeArrowheads="1"/>
            </p:cNvSpPr>
            <p:nvPr/>
          </p:nvSpPr>
          <p:spPr bwMode="auto">
            <a:xfrm>
              <a:off x="2728" y="2659"/>
              <a:ext cx="4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1/3</a:t>
              </a:r>
            </a:p>
          </p:txBody>
        </p:sp>
        <p:sp>
          <p:nvSpPr>
            <p:cNvPr id="4042823" name="Text Box 71">
              <a:extLst>
                <a:ext uri="{FF2B5EF4-FFF2-40B4-BE49-F238E27FC236}">
                  <a16:creationId xmlns:a16="http://schemas.microsoft.com/office/drawing/2014/main" id="{0A3C2D99-20DB-7732-60B7-8A45EBCC021B}"/>
                </a:ext>
              </a:extLst>
            </p:cNvPr>
            <p:cNvSpPr txBox="1">
              <a:spLocks noChangeArrowheads="1"/>
            </p:cNvSpPr>
            <p:nvPr/>
          </p:nvSpPr>
          <p:spPr bwMode="auto">
            <a:xfrm>
              <a:off x="1674" y="2929"/>
              <a:ext cx="4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1/2</a:t>
              </a:r>
            </a:p>
          </p:txBody>
        </p:sp>
        <p:sp>
          <p:nvSpPr>
            <p:cNvPr id="4042824" name="Text Box 72">
              <a:extLst>
                <a:ext uri="{FF2B5EF4-FFF2-40B4-BE49-F238E27FC236}">
                  <a16:creationId xmlns:a16="http://schemas.microsoft.com/office/drawing/2014/main" id="{E8749E30-C802-823C-D442-D47128C7705E}"/>
                </a:ext>
              </a:extLst>
            </p:cNvPr>
            <p:cNvSpPr txBox="1">
              <a:spLocks noChangeArrowheads="1"/>
            </p:cNvSpPr>
            <p:nvPr/>
          </p:nvSpPr>
          <p:spPr bwMode="auto">
            <a:xfrm>
              <a:off x="2062" y="2929"/>
              <a:ext cx="4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1/5</a:t>
              </a:r>
            </a:p>
          </p:txBody>
        </p:sp>
        <p:sp>
          <p:nvSpPr>
            <p:cNvPr id="4042825" name="Text Box 73">
              <a:extLst>
                <a:ext uri="{FF2B5EF4-FFF2-40B4-BE49-F238E27FC236}">
                  <a16:creationId xmlns:a16="http://schemas.microsoft.com/office/drawing/2014/main" id="{30DF41A5-4B3F-6C82-CCE2-2901136E908B}"/>
                </a:ext>
              </a:extLst>
            </p:cNvPr>
            <p:cNvSpPr txBox="1">
              <a:spLocks noChangeArrowheads="1"/>
            </p:cNvSpPr>
            <p:nvPr/>
          </p:nvSpPr>
          <p:spPr bwMode="auto">
            <a:xfrm>
              <a:off x="2499" y="2929"/>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3</a:t>
              </a:r>
            </a:p>
          </p:txBody>
        </p:sp>
        <p:sp>
          <p:nvSpPr>
            <p:cNvPr id="4042826" name="Text Box 74">
              <a:extLst>
                <a:ext uri="{FF2B5EF4-FFF2-40B4-BE49-F238E27FC236}">
                  <a16:creationId xmlns:a16="http://schemas.microsoft.com/office/drawing/2014/main" id="{8207A84C-1F2D-999A-5A1F-4706631845B1}"/>
                </a:ext>
              </a:extLst>
            </p:cNvPr>
            <p:cNvSpPr txBox="1">
              <a:spLocks noChangeArrowheads="1"/>
            </p:cNvSpPr>
            <p:nvPr/>
          </p:nvSpPr>
          <p:spPr bwMode="auto">
            <a:xfrm>
              <a:off x="2835" y="2929"/>
              <a:ext cx="263"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a:t>
              </a:r>
            </a:p>
          </p:txBody>
        </p:sp>
        <p:sp>
          <p:nvSpPr>
            <p:cNvPr id="4042827" name="Text Box 75">
              <a:extLst>
                <a:ext uri="{FF2B5EF4-FFF2-40B4-BE49-F238E27FC236}">
                  <a16:creationId xmlns:a16="http://schemas.microsoft.com/office/drawing/2014/main" id="{2797EB58-4B23-FF4F-5EB8-52EF49AB7291}"/>
                </a:ext>
              </a:extLst>
            </p:cNvPr>
            <p:cNvSpPr txBox="1">
              <a:spLocks noChangeArrowheads="1"/>
            </p:cNvSpPr>
            <p:nvPr/>
          </p:nvSpPr>
          <p:spPr bwMode="auto">
            <a:xfrm>
              <a:off x="3228" y="2404"/>
              <a:ext cx="64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0.584</a:t>
              </a:r>
            </a:p>
          </p:txBody>
        </p:sp>
        <p:sp>
          <p:nvSpPr>
            <p:cNvPr id="4042828" name="Text Box 76">
              <a:extLst>
                <a:ext uri="{FF2B5EF4-FFF2-40B4-BE49-F238E27FC236}">
                  <a16:creationId xmlns:a16="http://schemas.microsoft.com/office/drawing/2014/main" id="{66781AA9-C0BB-6958-2CC0-50B137C658F6}"/>
                </a:ext>
              </a:extLst>
            </p:cNvPr>
            <p:cNvSpPr txBox="1">
              <a:spLocks noChangeArrowheads="1"/>
            </p:cNvSpPr>
            <p:nvPr/>
          </p:nvSpPr>
          <p:spPr bwMode="auto">
            <a:xfrm>
              <a:off x="3228" y="2929"/>
              <a:ext cx="64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0.135</a:t>
              </a:r>
            </a:p>
          </p:txBody>
        </p:sp>
      </p:grpSp>
    </p:spTree>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3781" name="Line 5">
            <a:extLst>
              <a:ext uri="{FF2B5EF4-FFF2-40B4-BE49-F238E27FC236}">
                <a16:creationId xmlns:a16="http://schemas.microsoft.com/office/drawing/2014/main" id="{8E9D1FCE-D781-2951-A094-47714FEF2EBC}"/>
              </a:ext>
            </a:extLst>
          </p:cNvPr>
          <p:cNvSpPr>
            <a:spLocks noChangeShapeType="1"/>
          </p:cNvSpPr>
          <p:nvPr/>
        </p:nvSpPr>
        <p:spPr bwMode="auto">
          <a:xfrm>
            <a:off x="2210991" y="807244"/>
            <a:ext cx="37433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782" name="Line 6">
            <a:extLst>
              <a:ext uri="{FF2B5EF4-FFF2-40B4-BE49-F238E27FC236}">
                <a16:creationId xmlns:a16="http://schemas.microsoft.com/office/drawing/2014/main" id="{6AEF8270-5456-3444-3164-3B9135C52171}"/>
              </a:ext>
            </a:extLst>
          </p:cNvPr>
          <p:cNvSpPr>
            <a:spLocks noChangeShapeType="1"/>
          </p:cNvSpPr>
          <p:nvPr/>
        </p:nvSpPr>
        <p:spPr bwMode="auto">
          <a:xfrm>
            <a:off x="2210991" y="1102519"/>
            <a:ext cx="37433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783" name="Line 7">
            <a:extLst>
              <a:ext uri="{FF2B5EF4-FFF2-40B4-BE49-F238E27FC236}">
                <a16:creationId xmlns:a16="http://schemas.microsoft.com/office/drawing/2014/main" id="{DC939348-5EDB-A7DC-01A2-7D509EB7E1CF}"/>
              </a:ext>
            </a:extLst>
          </p:cNvPr>
          <p:cNvSpPr>
            <a:spLocks noChangeShapeType="1"/>
          </p:cNvSpPr>
          <p:nvPr/>
        </p:nvSpPr>
        <p:spPr bwMode="auto">
          <a:xfrm>
            <a:off x="4468416" y="807244"/>
            <a:ext cx="0" cy="1447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784" name="Line 8">
            <a:extLst>
              <a:ext uri="{FF2B5EF4-FFF2-40B4-BE49-F238E27FC236}">
                <a16:creationId xmlns:a16="http://schemas.microsoft.com/office/drawing/2014/main" id="{0B5E705E-CC06-1ACD-FACA-D8D4221A842B}"/>
              </a:ext>
            </a:extLst>
          </p:cNvPr>
          <p:cNvSpPr>
            <a:spLocks noChangeShapeType="1"/>
          </p:cNvSpPr>
          <p:nvPr/>
        </p:nvSpPr>
        <p:spPr bwMode="auto">
          <a:xfrm>
            <a:off x="5106591" y="807244"/>
            <a:ext cx="0" cy="1447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785" name="Text Box 9">
            <a:extLst>
              <a:ext uri="{FF2B5EF4-FFF2-40B4-BE49-F238E27FC236}">
                <a16:creationId xmlns:a16="http://schemas.microsoft.com/office/drawing/2014/main" id="{4DE119AD-3723-A8BB-B803-C19B091CEAC2}"/>
              </a:ext>
            </a:extLst>
          </p:cNvPr>
          <p:cNvSpPr txBox="1">
            <a:spLocks noChangeArrowheads="1"/>
          </p:cNvSpPr>
          <p:nvPr/>
        </p:nvSpPr>
        <p:spPr bwMode="auto">
          <a:xfrm>
            <a:off x="2339578" y="1114426"/>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20000">
                <a:solidFill>
                  <a:srgbClr val="000000"/>
                </a:solidFill>
                <a:latin typeface="Times New Roman" panose="02020603050405020304" pitchFamily="18" charset="0"/>
                <a:ea typeface="宋体" panose="02010600030101010101" pitchFamily="2" charset="-122"/>
              </a:rPr>
              <a:t>1</a:t>
            </a:r>
          </a:p>
        </p:txBody>
      </p:sp>
      <p:sp>
        <p:nvSpPr>
          <p:cNvPr id="4043786" name="Text Box 10">
            <a:extLst>
              <a:ext uri="{FF2B5EF4-FFF2-40B4-BE49-F238E27FC236}">
                <a16:creationId xmlns:a16="http://schemas.microsoft.com/office/drawing/2014/main" id="{870569F4-443C-EE38-BC23-1B5EF6A3EEA5}"/>
              </a:ext>
            </a:extLst>
          </p:cNvPr>
          <p:cNvSpPr txBox="1">
            <a:spLocks noChangeArrowheads="1"/>
          </p:cNvSpPr>
          <p:nvPr/>
        </p:nvSpPr>
        <p:spPr bwMode="auto">
          <a:xfrm>
            <a:off x="2330053" y="850107"/>
            <a:ext cx="3465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3787" name="Text Box 11">
            <a:extLst>
              <a:ext uri="{FF2B5EF4-FFF2-40B4-BE49-F238E27FC236}">
                <a16:creationId xmlns:a16="http://schemas.microsoft.com/office/drawing/2014/main" id="{C6EEF4F0-7B77-523D-1F65-5EB2E66669E3}"/>
              </a:ext>
            </a:extLst>
          </p:cNvPr>
          <p:cNvSpPr txBox="1">
            <a:spLocks noChangeArrowheads="1"/>
          </p:cNvSpPr>
          <p:nvPr/>
        </p:nvSpPr>
        <p:spPr bwMode="auto">
          <a:xfrm>
            <a:off x="2339578" y="1407319"/>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3788" name="Text Box 12">
            <a:extLst>
              <a:ext uri="{FF2B5EF4-FFF2-40B4-BE49-F238E27FC236}">
                <a16:creationId xmlns:a16="http://schemas.microsoft.com/office/drawing/2014/main" id="{080DEDB9-99E8-0D54-29D9-63B75DA2C919}"/>
              </a:ext>
            </a:extLst>
          </p:cNvPr>
          <p:cNvSpPr txBox="1">
            <a:spLocks noChangeArrowheads="1"/>
          </p:cNvSpPr>
          <p:nvPr/>
        </p:nvSpPr>
        <p:spPr bwMode="auto">
          <a:xfrm>
            <a:off x="3554016" y="850107"/>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3</a:t>
            </a:r>
          </a:p>
        </p:txBody>
      </p:sp>
      <p:sp>
        <p:nvSpPr>
          <p:cNvPr id="4043789" name="Text Box 13">
            <a:extLst>
              <a:ext uri="{FF2B5EF4-FFF2-40B4-BE49-F238E27FC236}">
                <a16:creationId xmlns:a16="http://schemas.microsoft.com/office/drawing/2014/main" id="{6F9E69CD-5A71-8E44-23DC-D8899A78885C}"/>
              </a:ext>
            </a:extLst>
          </p:cNvPr>
          <p:cNvSpPr txBox="1">
            <a:spLocks noChangeArrowheads="1"/>
          </p:cNvSpPr>
          <p:nvPr/>
        </p:nvSpPr>
        <p:spPr bwMode="auto">
          <a:xfrm>
            <a:off x="2339578" y="1678782"/>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3</a:t>
            </a:r>
          </a:p>
        </p:txBody>
      </p:sp>
      <p:sp>
        <p:nvSpPr>
          <p:cNvPr id="4043790" name="Text Box 14">
            <a:extLst>
              <a:ext uri="{FF2B5EF4-FFF2-40B4-BE49-F238E27FC236}">
                <a16:creationId xmlns:a16="http://schemas.microsoft.com/office/drawing/2014/main" id="{8A2BD20F-9572-2D8D-5225-922A758A514D}"/>
              </a:ext>
            </a:extLst>
          </p:cNvPr>
          <p:cNvSpPr txBox="1">
            <a:spLocks noChangeArrowheads="1"/>
          </p:cNvSpPr>
          <p:nvPr/>
        </p:nvSpPr>
        <p:spPr bwMode="auto">
          <a:xfrm>
            <a:off x="2651522" y="1731169"/>
            <a:ext cx="3818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Times New Roman" panose="02020603050405020304" pitchFamily="18" charset="0"/>
                <a:ea typeface="宋体" panose="02010600030101010101" pitchFamily="2" charset="-122"/>
              </a:rPr>
              <a:t>1/3</a:t>
            </a:r>
          </a:p>
        </p:txBody>
      </p:sp>
      <p:sp>
        <p:nvSpPr>
          <p:cNvPr id="4043791" name="Text Box 15">
            <a:extLst>
              <a:ext uri="{FF2B5EF4-FFF2-40B4-BE49-F238E27FC236}">
                <a16:creationId xmlns:a16="http://schemas.microsoft.com/office/drawing/2014/main" id="{4C9CB0FA-7724-5A7A-5966-FCE1278870A7}"/>
              </a:ext>
            </a:extLst>
          </p:cNvPr>
          <p:cNvSpPr txBox="1">
            <a:spLocks noChangeArrowheads="1"/>
          </p:cNvSpPr>
          <p:nvPr/>
        </p:nvSpPr>
        <p:spPr bwMode="auto">
          <a:xfrm>
            <a:off x="4570810" y="863204"/>
            <a:ext cx="41594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W</a:t>
            </a:r>
            <a:r>
              <a:rPr lang="en-US" altLang="zh-CN" sz="1200" b="1" baseline="-25000">
                <a:solidFill>
                  <a:srgbClr val="000000"/>
                </a:solidFill>
                <a:latin typeface="Times New Roman" panose="02020603050405020304" pitchFamily="18" charset="0"/>
                <a:ea typeface="宋体" panose="02010600030101010101" pitchFamily="2" charset="-122"/>
              </a:rPr>
              <a:t>i</a:t>
            </a:r>
            <a:r>
              <a:rPr lang="en-US" altLang="zh-CN" sz="1200" b="1" baseline="26000">
                <a:solidFill>
                  <a:srgbClr val="000000"/>
                </a:solidFill>
                <a:latin typeface="Times New Roman" panose="02020603050405020304" pitchFamily="18" charset="0"/>
                <a:ea typeface="宋体" panose="02010600030101010101" pitchFamily="2" charset="-122"/>
              </a:rPr>
              <a:t>2</a:t>
            </a:r>
          </a:p>
        </p:txBody>
      </p:sp>
      <p:sp>
        <p:nvSpPr>
          <p:cNvPr id="4043792" name="Text Box 16">
            <a:extLst>
              <a:ext uri="{FF2B5EF4-FFF2-40B4-BE49-F238E27FC236}">
                <a16:creationId xmlns:a16="http://schemas.microsoft.com/office/drawing/2014/main" id="{73C9EE3B-42ED-44DD-03A4-19D16216ED58}"/>
              </a:ext>
            </a:extLst>
          </p:cNvPr>
          <p:cNvSpPr txBox="1">
            <a:spLocks noChangeArrowheads="1"/>
          </p:cNvSpPr>
          <p:nvPr/>
        </p:nvSpPr>
        <p:spPr bwMode="auto">
          <a:xfrm>
            <a:off x="5313760" y="863204"/>
            <a:ext cx="4315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C.I.</a:t>
            </a:r>
            <a:endParaRPr lang="zh-CN" altLang="en-US" sz="1200" b="1">
              <a:solidFill>
                <a:srgbClr val="000000"/>
              </a:solidFill>
              <a:latin typeface="Times New Roman" panose="02020603050405020304" pitchFamily="18" charset="0"/>
              <a:ea typeface="宋体" panose="02010600030101010101" pitchFamily="2" charset="-122"/>
            </a:endParaRPr>
          </a:p>
        </p:txBody>
      </p:sp>
      <p:sp>
        <p:nvSpPr>
          <p:cNvPr id="4043793" name="Text Box 17">
            <a:extLst>
              <a:ext uri="{FF2B5EF4-FFF2-40B4-BE49-F238E27FC236}">
                <a16:creationId xmlns:a16="http://schemas.microsoft.com/office/drawing/2014/main" id="{34C7C6D5-E440-531A-249D-77B88E0C2C29}"/>
              </a:ext>
            </a:extLst>
          </p:cNvPr>
          <p:cNvSpPr txBox="1">
            <a:spLocks noChangeArrowheads="1"/>
          </p:cNvSpPr>
          <p:nvPr/>
        </p:nvSpPr>
        <p:spPr bwMode="auto">
          <a:xfrm>
            <a:off x="4501754" y="1145382"/>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0.569</a:t>
            </a:r>
          </a:p>
        </p:txBody>
      </p:sp>
      <p:sp>
        <p:nvSpPr>
          <p:cNvPr id="4043794" name="Text Box 18">
            <a:extLst>
              <a:ext uri="{FF2B5EF4-FFF2-40B4-BE49-F238E27FC236}">
                <a16:creationId xmlns:a16="http://schemas.microsoft.com/office/drawing/2014/main" id="{76D1FBDD-CCDA-84AA-4327-2CD45801FD70}"/>
              </a:ext>
            </a:extLst>
          </p:cNvPr>
          <p:cNvSpPr txBox="1">
            <a:spLocks noChangeArrowheads="1"/>
          </p:cNvSpPr>
          <p:nvPr/>
        </p:nvSpPr>
        <p:spPr bwMode="auto">
          <a:xfrm>
            <a:off x="4501754" y="1741885"/>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0.266</a:t>
            </a:r>
          </a:p>
        </p:txBody>
      </p:sp>
      <p:sp>
        <p:nvSpPr>
          <p:cNvPr id="4043795" name="Text Box 19">
            <a:extLst>
              <a:ext uri="{FF2B5EF4-FFF2-40B4-BE49-F238E27FC236}">
                <a16:creationId xmlns:a16="http://schemas.microsoft.com/office/drawing/2014/main" id="{BE4055D0-1476-C1FC-A5BE-EFF8AFEBC8F5}"/>
              </a:ext>
            </a:extLst>
          </p:cNvPr>
          <p:cNvSpPr txBox="1">
            <a:spLocks noChangeArrowheads="1"/>
          </p:cNvSpPr>
          <p:nvPr/>
        </p:nvSpPr>
        <p:spPr bwMode="auto">
          <a:xfrm>
            <a:off x="5139929" y="1358504"/>
            <a:ext cx="10198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0.073﹤0.10</a:t>
            </a:r>
          </a:p>
        </p:txBody>
      </p:sp>
      <p:sp>
        <p:nvSpPr>
          <p:cNvPr id="4043796" name="Text Box 20">
            <a:extLst>
              <a:ext uri="{FF2B5EF4-FFF2-40B4-BE49-F238E27FC236}">
                <a16:creationId xmlns:a16="http://schemas.microsoft.com/office/drawing/2014/main" id="{E360514D-0CD7-FC31-BE45-70B81F70502E}"/>
              </a:ext>
            </a:extLst>
          </p:cNvPr>
          <p:cNvSpPr txBox="1">
            <a:spLocks noChangeArrowheads="1"/>
          </p:cNvSpPr>
          <p:nvPr/>
        </p:nvSpPr>
        <p:spPr bwMode="auto">
          <a:xfrm>
            <a:off x="2720578" y="850107"/>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20000">
                <a:solidFill>
                  <a:srgbClr val="000000"/>
                </a:solidFill>
                <a:latin typeface="Times New Roman" panose="02020603050405020304" pitchFamily="18" charset="0"/>
                <a:ea typeface="宋体" panose="02010600030101010101" pitchFamily="2" charset="-122"/>
              </a:rPr>
              <a:t>1</a:t>
            </a:r>
          </a:p>
        </p:txBody>
      </p:sp>
      <p:sp>
        <p:nvSpPr>
          <p:cNvPr id="4043797" name="Text Box 21">
            <a:extLst>
              <a:ext uri="{FF2B5EF4-FFF2-40B4-BE49-F238E27FC236}">
                <a16:creationId xmlns:a16="http://schemas.microsoft.com/office/drawing/2014/main" id="{F5DB294E-7113-EC73-3906-759922F45D32}"/>
              </a:ext>
            </a:extLst>
          </p:cNvPr>
          <p:cNvSpPr txBox="1">
            <a:spLocks noChangeArrowheads="1"/>
          </p:cNvSpPr>
          <p:nvPr/>
        </p:nvSpPr>
        <p:spPr bwMode="auto">
          <a:xfrm>
            <a:off x="3139678" y="850107"/>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3798" name="Text Box 22">
            <a:extLst>
              <a:ext uri="{FF2B5EF4-FFF2-40B4-BE49-F238E27FC236}">
                <a16:creationId xmlns:a16="http://schemas.microsoft.com/office/drawing/2014/main" id="{9F941386-5708-2DCC-DC26-56D602DDEAE1}"/>
              </a:ext>
            </a:extLst>
          </p:cNvPr>
          <p:cNvSpPr txBox="1">
            <a:spLocks noChangeArrowheads="1"/>
          </p:cNvSpPr>
          <p:nvPr/>
        </p:nvSpPr>
        <p:spPr bwMode="auto">
          <a:xfrm>
            <a:off x="3925491" y="850107"/>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4</a:t>
            </a:r>
          </a:p>
        </p:txBody>
      </p:sp>
      <p:sp>
        <p:nvSpPr>
          <p:cNvPr id="4043799" name="Text Box 23">
            <a:extLst>
              <a:ext uri="{FF2B5EF4-FFF2-40B4-BE49-F238E27FC236}">
                <a16:creationId xmlns:a16="http://schemas.microsoft.com/office/drawing/2014/main" id="{AB93F5DF-A1B4-D508-B58E-5B593BD20A62}"/>
              </a:ext>
            </a:extLst>
          </p:cNvPr>
          <p:cNvSpPr txBox="1">
            <a:spLocks noChangeArrowheads="1"/>
          </p:cNvSpPr>
          <p:nvPr/>
        </p:nvSpPr>
        <p:spPr bwMode="auto">
          <a:xfrm>
            <a:off x="2339578" y="1983582"/>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4</a:t>
            </a:r>
          </a:p>
        </p:txBody>
      </p:sp>
      <p:sp>
        <p:nvSpPr>
          <p:cNvPr id="4043800" name="Text Box 24">
            <a:extLst>
              <a:ext uri="{FF2B5EF4-FFF2-40B4-BE49-F238E27FC236}">
                <a16:creationId xmlns:a16="http://schemas.microsoft.com/office/drawing/2014/main" id="{FC260A66-2602-60F6-ED7E-380B35F7DC92}"/>
              </a:ext>
            </a:extLst>
          </p:cNvPr>
          <p:cNvSpPr txBox="1">
            <a:spLocks noChangeArrowheads="1"/>
          </p:cNvSpPr>
          <p:nvPr/>
        </p:nvSpPr>
        <p:spPr bwMode="auto">
          <a:xfrm>
            <a:off x="2708672" y="1146573"/>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01" name="Text Box 25">
            <a:extLst>
              <a:ext uri="{FF2B5EF4-FFF2-40B4-BE49-F238E27FC236}">
                <a16:creationId xmlns:a16="http://schemas.microsoft.com/office/drawing/2014/main" id="{2D886F39-E7E7-4793-D14A-BAB8DC04FED7}"/>
              </a:ext>
            </a:extLst>
          </p:cNvPr>
          <p:cNvSpPr txBox="1">
            <a:spLocks noChangeArrowheads="1"/>
          </p:cNvSpPr>
          <p:nvPr/>
        </p:nvSpPr>
        <p:spPr bwMode="auto">
          <a:xfrm>
            <a:off x="3113485" y="1146573"/>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5</a:t>
            </a:r>
          </a:p>
        </p:txBody>
      </p:sp>
      <p:sp>
        <p:nvSpPr>
          <p:cNvPr id="4043802" name="Text Box 26">
            <a:extLst>
              <a:ext uri="{FF2B5EF4-FFF2-40B4-BE49-F238E27FC236}">
                <a16:creationId xmlns:a16="http://schemas.microsoft.com/office/drawing/2014/main" id="{E130A539-1B90-A771-08CD-9C63960776DD}"/>
              </a:ext>
            </a:extLst>
          </p:cNvPr>
          <p:cNvSpPr txBox="1">
            <a:spLocks noChangeArrowheads="1"/>
          </p:cNvSpPr>
          <p:nvPr/>
        </p:nvSpPr>
        <p:spPr bwMode="auto">
          <a:xfrm>
            <a:off x="3556397" y="1146573"/>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3</a:t>
            </a:r>
          </a:p>
        </p:txBody>
      </p:sp>
      <p:sp>
        <p:nvSpPr>
          <p:cNvPr id="4043803" name="Text Box 27">
            <a:extLst>
              <a:ext uri="{FF2B5EF4-FFF2-40B4-BE49-F238E27FC236}">
                <a16:creationId xmlns:a16="http://schemas.microsoft.com/office/drawing/2014/main" id="{5026E1F6-68A6-1C49-B633-FE9FFB900D8E}"/>
              </a:ext>
            </a:extLst>
          </p:cNvPr>
          <p:cNvSpPr txBox="1">
            <a:spLocks noChangeArrowheads="1"/>
          </p:cNvSpPr>
          <p:nvPr/>
        </p:nvSpPr>
        <p:spPr bwMode="auto">
          <a:xfrm>
            <a:off x="3958828" y="1137048"/>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7</a:t>
            </a:r>
          </a:p>
        </p:txBody>
      </p:sp>
      <p:sp>
        <p:nvSpPr>
          <p:cNvPr id="4043804" name="Text Box 28">
            <a:extLst>
              <a:ext uri="{FF2B5EF4-FFF2-40B4-BE49-F238E27FC236}">
                <a16:creationId xmlns:a16="http://schemas.microsoft.com/office/drawing/2014/main" id="{25842A1F-7C67-D95D-537F-35685F92B0C0}"/>
              </a:ext>
            </a:extLst>
          </p:cNvPr>
          <p:cNvSpPr txBox="1">
            <a:spLocks noChangeArrowheads="1"/>
          </p:cNvSpPr>
          <p:nvPr/>
        </p:nvSpPr>
        <p:spPr bwMode="auto">
          <a:xfrm>
            <a:off x="2651522" y="1427560"/>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1/5</a:t>
            </a:r>
          </a:p>
        </p:txBody>
      </p:sp>
      <p:sp>
        <p:nvSpPr>
          <p:cNvPr id="4043805" name="Text Box 29">
            <a:extLst>
              <a:ext uri="{FF2B5EF4-FFF2-40B4-BE49-F238E27FC236}">
                <a16:creationId xmlns:a16="http://schemas.microsoft.com/office/drawing/2014/main" id="{F659A230-A856-D909-2785-913948B40AC1}"/>
              </a:ext>
            </a:extLst>
          </p:cNvPr>
          <p:cNvSpPr txBox="1">
            <a:spLocks noChangeArrowheads="1"/>
          </p:cNvSpPr>
          <p:nvPr/>
        </p:nvSpPr>
        <p:spPr bwMode="auto">
          <a:xfrm>
            <a:off x="3113485" y="1427560"/>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06" name="Text Box 30">
            <a:extLst>
              <a:ext uri="{FF2B5EF4-FFF2-40B4-BE49-F238E27FC236}">
                <a16:creationId xmlns:a16="http://schemas.microsoft.com/office/drawing/2014/main" id="{1E3062A9-9985-CDA0-9A94-D19ACC09646C}"/>
              </a:ext>
            </a:extLst>
          </p:cNvPr>
          <p:cNvSpPr txBox="1">
            <a:spLocks noChangeArrowheads="1"/>
          </p:cNvSpPr>
          <p:nvPr/>
        </p:nvSpPr>
        <p:spPr bwMode="auto">
          <a:xfrm>
            <a:off x="3508772" y="1427560"/>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1/5</a:t>
            </a:r>
          </a:p>
        </p:txBody>
      </p:sp>
      <p:sp>
        <p:nvSpPr>
          <p:cNvPr id="4043807" name="Text Box 31">
            <a:extLst>
              <a:ext uri="{FF2B5EF4-FFF2-40B4-BE49-F238E27FC236}">
                <a16:creationId xmlns:a16="http://schemas.microsoft.com/office/drawing/2014/main" id="{C1524310-AD1A-ED26-DAFB-8A5D62B08F58}"/>
              </a:ext>
            </a:extLst>
          </p:cNvPr>
          <p:cNvSpPr txBox="1">
            <a:spLocks noChangeArrowheads="1"/>
          </p:cNvSpPr>
          <p:nvPr/>
        </p:nvSpPr>
        <p:spPr bwMode="auto">
          <a:xfrm>
            <a:off x="3887391" y="1418035"/>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1/2</a:t>
            </a:r>
          </a:p>
        </p:txBody>
      </p:sp>
      <p:sp>
        <p:nvSpPr>
          <p:cNvPr id="4043808" name="Text Box 32">
            <a:extLst>
              <a:ext uri="{FF2B5EF4-FFF2-40B4-BE49-F238E27FC236}">
                <a16:creationId xmlns:a16="http://schemas.microsoft.com/office/drawing/2014/main" id="{39D0E1E6-41B8-D2B9-F0DD-722B204D61FB}"/>
              </a:ext>
            </a:extLst>
          </p:cNvPr>
          <p:cNvSpPr txBox="1">
            <a:spLocks noChangeArrowheads="1"/>
          </p:cNvSpPr>
          <p:nvPr/>
        </p:nvSpPr>
        <p:spPr bwMode="auto">
          <a:xfrm>
            <a:off x="3113485" y="1741885"/>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5</a:t>
            </a:r>
          </a:p>
        </p:txBody>
      </p:sp>
      <p:sp>
        <p:nvSpPr>
          <p:cNvPr id="4043809" name="Text Box 33">
            <a:extLst>
              <a:ext uri="{FF2B5EF4-FFF2-40B4-BE49-F238E27FC236}">
                <a16:creationId xmlns:a16="http://schemas.microsoft.com/office/drawing/2014/main" id="{53DE3058-F2C7-4E7A-CE99-2F02362A80F4}"/>
              </a:ext>
            </a:extLst>
          </p:cNvPr>
          <p:cNvSpPr txBox="1">
            <a:spLocks noChangeArrowheads="1"/>
          </p:cNvSpPr>
          <p:nvPr/>
        </p:nvSpPr>
        <p:spPr bwMode="auto">
          <a:xfrm>
            <a:off x="3565922" y="1741885"/>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10" name="Text Box 34">
            <a:extLst>
              <a:ext uri="{FF2B5EF4-FFF2-40B4-BE49-F238E27FC236}">
                <a16:creationId xmlns:a16="http://schemas.microsoft.com/office/drawing/2014/main" id="{352D1E6E-81C1-226C-4676-88E108B209A0}"/>
              </a:ext>
            </a:extLst>
          </p:cNvPr>
          <p:cNvSpPr txBox="1">
            <a:spLocks noChangeArrowheads="1"/>
          </p:cNvSpPr>
          <p:nvPr/>
        </p:nvSpPr>
        <p:spPr bwMode="auto">
          <a:xfrm>
            <a:off x="3954066" y="1731169"/>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3</a:t>
            </a:r>
          </a:p>
        </p:txBody>
      </p:sp>
      <p:sp>
        <p:nvSpPr>
          <p:cNvPr id="4043811" name="Text Box 35">
            <a:extLst>
              <a:ext uri="{FF2B5EF4-FFF2-40B4-BE49-F238E27FC236}">
                <a16:creationId xmlns:a16="http://schemas.microsoft.com/office/drawing/2014/main" id="{D62CD733-A4DB-D05E-8A01-F37CE7E6423C}"/>
              </a:ext>
            </a:extLst>
          </p:cNvPr>
          <p:cNvSpPr txBox="1">
            <a:spLocks noChangeArrowheads="1"/>
          </p:cNvSpPr>
          <p:nvPr/>
        </p:nvSpPr>
        <p:spPr bwMode="auto">
          <a:xfrm>
            <a:off x="2651522" y="2052638"/>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1/7</a:t>
            </a:r>
          </a:p>
        </p:txBody>
      </p:sp>
      <p:sp>
        <p:nvSpPr>
          <p:cNvPr id="4043812" name="Text Box 36">
            <a:extLst>
              <a:ext uri="{FF2B5EF4-FFF2-40B4-BE49-F238E27FC236}">
                <a16:creationId xmlns:a16="http://schemas.microsoft.com/office/drawing/2014/main" id="{5F571BE0-4D54-40CA-1DE5-932FD6415686}"/>
              </a:ext>
            </a:extLst>
          </p:cNvPr>
          <p:cNvSpPr txBox="1">
            <a:spLocks noChangeArrowheads="1"/>
          </p:cNvSpPr>
          <p:nvPr/>
        </p:nvSpPr>
        <p:spPr bwMode="auto">
          <a:xfrm>
            <a:off x="3113485" y="2052638"/>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2</a:t>
            </a:r>
          </a:p>
        </p:txBody>
      </p:sp>
      <p:sp>
        <p:nvSpPr>
          <p:cNvPr id="4043813" name="Text Box 37">
            <a:extLst>
              <a:ext uri="{FF2B5EF4-FFF2-40B4-BE49-F238E27FC236}">
                <a16:creationId xmlns:a16="http://schemas.microsoft.com/office/drawing/2014/main" id="{6589B109-D7D2-2855-4C9B-BE5748235E60}"/>
              </a:ext>
            </a:extLst>
          </p:cNvPr>
          <p:cNvSpPr txBox="1">
            <a:spLocks noChangeArrowheads="1"/>
          </p:cNvSpPr>
          <p:nvPr/>
        </p:nvSpPr>
        <p:spPr bwMode="auto">
          <a:xfrm>
            <a:off x="3576637" y="2052638"/>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1/3</a:t>
            </a:r>
          </a:p>
        </p:txBody>
      </p:sp>
      <p:sp>
        <p:nvSpPr>
          <p:cNvPr id="4043814" name="Text Box 38">
            <a:extLst>
              <a:ext uri="{FF2B5EF4-FFF2-40B4-BE49-F238E27FC236}">
                <a16:creationId xmlns:a16="http://schemas.microsoft.com/office/drawing/2014/main" id="{E07BFDCD-84C0-4209-46D2-B3E24B44BAC6}"/>
              </a:ext>
            </a:extLst>
          </p:cNvPr>
          <p:cNvSpPr txBox="1">
            <a:spLocks noChangeArrowheads="1"/>
          </p:cNvSpPr>
          <p:nvPr/>
        </p:nvSpPr>
        <p:spPr bwMode="auto">
          <a:xfrm>
            <a:off x="3969544" y="2052638"/>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15" name="Text Box 39">
            <a:extLst>
              <a:ext uri="{FF2B5EF4-FFF2-40B4-BE49-F238E27FC236}">
                <a16:creationId xmlns:a16="http://schemas.microsoft.com/office/drawing/2014/main" id="{381F5D11-C76B-1FBD-453E-41D576B2E53A}"/>
              </a:ext>
            </a:extLst>
          </p:cNvPr>
          <p:cNvSpPr txBox="1">
            <a:spLocks noChangeArrowheads="1"/>
          </p:cNvSpPr>
          <p:nvPr/>
        </p:nvSpPr>
        <p:spPr bwMode="auto">
          <a:xfrm>
            <a:off x="4501754" y="1427560"/>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0.067</a:t>
            </a:r>
          </a:p>
        </p:txBody>
      </p:sp>
      <p:sp>
        <p:nvSpPr>
          <p:cNvPr id="4043816" name="Text Box 40">
            <a:extLst>
              <a:ext uri="{FF2B5EF4-FFF2-40B4-BE49-F238E27FC236}">
                <a16:creationId xmlns:a16="http://schemas.microsoft.com/office/drawing/2014/main" id="{F5CB712D-A4DF-FE74-27DE-6E745F8834FF}"/>
              </a:ext>
            </a:extLst>
          </p:cNvPr>
          <p:cNvSpPr txBox="1">
            <a:spLocks noChangeArrowheads="1"/>
          </p:cNvSpPr>
          <p:nvPr/>
        </p:nvSpPr>
        <p:spPr bwMode="auto">
          <a:xfrm>
            <a:off x="4501754" y="2052638"/>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0.099</a:t>
            </a:r>
          </a:p>
        </p:txBody>
      </p:sp>
      <p:sp>
        <p:nvSpPr>
          <p:cNvPr id="4043818" name="Line 42">
            <a:extLst>
              <a:ext uri="{FF2B5EF4-FFF2-40B4-BE49-F238E27FC236}">
                <a16:creationId xmlns:a16="http://schemas.microsoft.com/office/drawing/2014/main" id="{2096F389-0596-2C20-B2D5-25D542C2C4D3}"/>
              </a:ext>
            </a:extLst>
          </p:cNvPr>
          <p:cNvSpPr>
            <a:spLocks noChangeShapeType="1"/>
          </p:cNvSpPr>
          <p:nvPr/>
        </p:nvSpPr>
        <p:spPr bwMode="auto">
          <a:xfrm>
            <a:off x="2216944" y="2420541"/>
            <a:ext cx="37433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819" name="Line 43">
            <a:extLst>
              <a:ext uri="{FF2B5EF4-FFF2-40B4-BE49-F238E27FC236}">
                <a16:creationId xmlns:a16="http://schemas.microsoft.com/office/drawing/2014/main" id="{95262307-63FA-B806-9102-53200C1CD84F}"/>
              </a:ext>
            </a:extLst>
          </p:cNvPr>
          <p:cNvSpPr>
            <a:spLocks noChangeShapeType="1"/>
          </p:cNvSpPr>
          <p:nvPr/>
        </p:nvSpPr>
        <p:spPr bwMode="auto">
          <a:xfrm>
            <a:off x="2216944" y="2715816"/>
            <a:ext cx="37433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820" name="Line 44">
            <a:extLst>
              <a:ext uri="{FF2B5EF4-FFF2-40B4-BE49-F238E27FC236}">
                <a16:creationId xmlns:a16="http://schemas.microsoft.com/office/drawing/2014/main" id="{01CDA1F5-B382-F34F-E98F-25E3996F7C1F}"/>
              </a:ext>
            </a:extLst>
          </p:cNvPr>
          <p:cNvSpPr>
            <a:spLocks noChangeShapeType="1"/>
          </p:cNvSpPr>
          <p:nvPr/>
        </p:nvSpPr>
        <p:spPr bwMode="auto">
          <a:xfrm>
            <a:off x="4474369" y="2420541"/>
            <a:ext cx="0" cy="1447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821" name="Line 45">
            <a:extLst>
              <a:ext uri="{FF2B5EF4-FFF2-40B4-BE49-F238E27FC236}">
                <a16:creationId xmlns:a16="http://schemas.microsoft.com/office/drawing/2014/main" id="{9D8159BC-735E-9F26-4F4D-29FB4B8287B4}"/>
              </a:ext>
            </a:extLst>
          </p:cNvPr>
          <p:cNvSpPr>
            <a:spLocks noChangeShapeType="1"/>
          </p:cNvSpPr>
          <p:nvPr/>
        </p:nvSpPr>
        <p:spPr bwMode="auto">
          <a:xfrm>
            <a:off x="5112544" y="2420541"/>
            <a:ext cx="0" cy="1447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822" name="Text Box 46">
            <a:extLst>
              <a:ext uri="{FF2B5EF4-FFF2-40B4-BE49-F238E27FC236}">
                <a16:creationId xmlns:a16="http://schemas.microsoft.com/office/drawing/2014/main" id="{4D3408C4-305B-796C-1D7D-AC8F77442F10}"/>
              </a:ext>
            </a:extLst>
          </p:cNvPr>
          <p:cNvSpPr txBox="1">
            <a:spLocks noChangeArrowheads="1"/>
          </p:cNvSpPr>
          <p:nvPr/>
        </p:nvSpPr>
        <p:spPr bwMode="auto">
          <a:xfrm>
            <a:off x="2345531" y="2727723"/>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20000">
                <a:solidFill>
                  <a:srgbClr val="000000"/>
                </a:solidFill>
                <a:latin typeface="Times New Roman" panose="02020603050405020304" pitchFamily="18" charset="0"/>
                <a:ea typeface="宋体" panose="02010600030101010101" pitchFamily="2" charset="-122"/>
              </a:rPr>
              <a:t>1</a:t>
            </a:r>
          </a:p>
        </p:txBody>
      </p:sp>
      <p:sp>
        <p:nvSpPr>
          <p:cNvPr id="4043823" name="Text Box 47">
            <a:extLst>
              <a:ext uri="{FF2B5EF4-FFF2-40B4-BE49-F238E27FC236}">
                <a16:creationId xmlns:a16="http://schemas.microsoft.com/office/drawing/2014/main" id="{AE6D2310-1FC2-738A-0B05-BC84EBEBCF10}"/>
              </a:ext>
            </a:extLst>
          </p:cNvPr>
          <p:cNvSpPr txBox="1">
            <a:spLocks noChangeArrowheads="1"/>
          </p:cNvSpPr>
          <p:nvPr/>
        </p:nvSpPr>
        <p:spPr bwMode="auto">
          <a:xfrm>
            <a:off x="2336006" y="2463404"/>
            <a:ext cx="3465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a:t>
            </a:r>
            <a:r>
              <a:rPr lang="en-US" altLang="zh-CN" sz="1200" b="1" baseline="-10000">
                <a:solidFill>
                  <a:srgbClr val="000000"/>
                </a:solidFill>
                <a:latin typeface="Times New Roman" panose="02020603050405020304" pitchFamily="18" charset="0"/>
                <a:ea typeface="宋体" panose="02010600030101010101" pitchFamily="2" charset="-122"/>
              </a:rPr>
              <a:t>3</a:t>
            </a:r>
          </a:p>
        </p:txBody>
      </p:sp>
      <p:sp>
        <p:nvSpPr>
          <p:cNvPr id="4043824" name="Text Box 48">
            <a:extLst>
              <a:ext uri="{FF2B5EF4-FFF2-40B4-BE49-F238E27FC236}">
                <a16:creationId xmlns:a16="http://schemas.microsoft.com/office/drawing/2014/main" id="{8CC67B11-D91A-3E72-52D6-D661FD6A3485}"/>
              </a:ext>
            </a:extLst>
          </p:cNvPr>
          <p:cNvSpPr txBox="1">
            <a:spLocks noChangeArrowheads="1"/>
          </p:cNvSpPr>
          <p:nvPr/>
        </p:nvSpPr>
        <p:spPr bwMode="auto">
          <a:xfrm>
            <a:off x="2345531" y="3020617"/>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3825" name="Text Box 49">
            <a:extLst>
              <a:ext uri="{FF2B5EF4-FFF2-40B4-BE49-F238E27FC236}">
                <a16:creationId xmlns:a16="http://schemas.microsoft.com/office/drawing/2014/main" id="{E99D043C-5EE3-6614-4B63-E0785B6259BB}"/>
              </a:ext>
            </a:extLst>
          </p:cNvPr>
          <p:cNvSpPr txBox="1">
            <a:spLocks noChangeArrowheads="1"/>
          </p:cNvSpPr>
          <p:nvPr/>
        </p:nvSpPr>
        <p:spPr bwMode="auto">
          <a:xfrm>
            <a:off x="3559969" y="2463404"/>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3</a:t>
            </a:r>
          </a:p>
        </p:txBody>
      </p:sp>
      <p:sp>
        <p:nvSpPr>
          <p:cNvPr id="4043826" name="Text Box 50">
            <a:extLst>
              <a:ext uri="{FF2B5EF4-FFF2-40B4-BE49-F238E27FC236}">
                <a16:creationId xmlns:a16="http://schemas.microsoft.com/office/drawing/2014/main" id="{8B295B19-D445-7A93-3068-2F6ACE2A6473}"/>
              </a:ext>
            </a:extLst>
          </p:cNvPr>
          <p:cNvSpPr txBox="1">
            <a:spLocks noChangeArrowheads="1"/>
          </p:cNvSpPr>
          <p:nvPr/>
        </p:nvSpPr>
        <p:spPr bwMode="auto">
          <a:xfrm>
            <a:off x="2345531" y="3292079"/>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3</a:t>
            </a:r>
          </a:p>
        </p:txBody>
      </p:sp>
      <p:sp>
        <p:nvSpPr>
          <p:cNvPr id="4043827" name="Text Box 51">
            <a:extLst>
              <a:ext uri="{FF2B5EF4-FFF2-40B4-BE49-F238E27FC236}">
                <a16:creationId xmlns:a16="http://schemas.microsoft.com/office/drawing/2014/main" id="{D7B7EA79-0D1C-CF28-8919-E77A8DF1BE0D}"/>
              </a:ext>
            </a:extLst>
          </p:cNvPr>
          <p:cNvSpPr txBox="1">
            <a:spLocks noChangeArrowheads="1"/>
          </p:cNvSpPr>
          <p:nvPr/>
        </p:nvSpPr>
        <p:spPr bwMode="auto">
          <a:xfrm>
            <a:off x="2657475" y="3343276"/>
            <a:ext cx="3818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Times New Roman" panose="02020603050405020304" pitchFamily="18" charset="0"/>
                <a:ea typeface="宋体" panose="02010600030101010101" pitchFamily="2" charset="-122"/>
              </a:rPr>
              <a:t>1/3</a:t>
            </a:r>
          </a:p>
        </p:txBody>
      </p:sp>
      <p:sp>
        <p:nvSpPr>
          <p:cNvPr id="4043828" name="Text Box 52">
            <a:extLst>
              <a:ext uri="{FF2B5EF4-FFF2-40B4-BE49-F238E27FC236}">
                <a16:creationId xmlns:a16="http://schemas.microsoft.com/office/drawing/2014/main" id="{B0739C35-4E70-919C-E787-A44144EE4FD8}"/>
              </a:ext>
            </a:extLst>
          </p:cNvPr>
          <p:cNvSpPr txBox="1">
            <a:spLocks noChangeArrowheads="1"/>
          </p:cNvSpPr>
          <p:nvPr/>
        </p:nvSpPr>
        <p:spPr bwMode="auto">
          <a:xfrm>
            <a:off x="4576763" y="2476501"/>
            <a:ext cx="41594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W</a:t>
            </a:r>
            <a:r>
              <a:rPr lang="en-US" altLang="zh-CN" sz="1200" b="1" baseline="-25000">
                <a:solidFill>
                  <a:srgbClr val="000000"/>
                </a:solidFill>
                <a:latin typeface="Times New Roman" panose="02020603050405020304" pitchFamily="18" charset="0"/>
                <a:ea typeface="宋体" panose="02010600030101010101" pitchFamily="2" charset="-122"/>
              </a:rPr>
              <a:t>i</a:t>
            </a:r>
            <a:r>
              <a:rPr lang="en-US" altLang="zh-CN" sz="1200" b="1" baseline="26000">
                <a:solidFill>
                  <a:srgbClr val="000000"/>
                </a:solidFill>
                <a:latin typeface="Times New Roman" panose="02020603050405020304" pitchFamily="18" charset="0"/>
                <a:ea typeface="宋体" panose="02010600030101010101" pitchFamily="2" charset="-122"/>
              </a:rPr>
              <a:t>3</a:t>
            </a:r>
          </a:p>
        </p:txBody>
      </p:sp>
      <p:sp>
        <p:nvSpPr>
          <p:cNvPr id="4043829" name="Text Box 53">
            <a:extLst>
              <a:ext uri="{FF2B5EF4-FFF2-40B4-BE49-F238E27FC236}">
                <a16:creationId xmlns:a16="http://schemas.microsoft.com/office/drawing/2014/main" id="{0083C271-7D16-571C-AD31-175DD83767CA}"/>
              </a:ext>
            </a:extLst>
          </p:cNvPr>
          <p:cNvSpPr txBox="1">
            <a:spLocks noChangeArrowheads="1"/>
          </p:cNvSpPr>
          <p:nvPr/>
        </p:nvSpPr>
        <p:spPr bwMode="auto">
          <a:xfrm>
            <a:off x="5319713" y="2476501"/>
            <a:ext cx="4315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C.I.</a:t>
            </a:r>
            <a:endParaRPr lang="zh-CN" altLang="en-US" sz="1200" b="1">
              <a:solidFill>
                <a:srgbClr val="000000"/>
              </a:solidFill>
              <a:latin typeface="Times New Roman" panose="02020603050405020304" pitchFamily="18" charset="0"/>
              <a:ea typeface="宋体" panose="02010600030101010101" pitchFamily="2" charset="-122"/>
            </a:endParaRPr>
          </a:p>
        </p:txBody>
      </p:sp>
      <p:sp>
        <p:nvSpPr>
          <p:cNvPr id="4043830" name="Text Box 54">
            <a:extLst>
              <a:ext uri="{FF2B5EF4-FFF2-40B4-BE49-F238E27FC236}">
                <a16:creationId xmlns:a16="http://schemas.microsoft.com/office/drawing/2014/main" id="{57F413DA-37BC-CBC8-C56A-25CD2D3FB9E8}"/>
              </a:ext>
            </a:extLst>
          </p:cNvPr>
          <p:cNvSpPr txBox="1">
            <a:spLocks noChangeArrowheads="1"/>
          </p:cNvSpPr>
          <p:nvPr/>
        </p:nvSpPr>
        <p:spPr bwMode="auto">
          <a:xfrm>
            <a:off x="4507706" y="2758679"/>
            <a:ext cx="48282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a:t>
            </a:r>
          </a:p>
        </p:txBody>
      </p:sp>
      <p:sp>
        <p:nvSpPr>
          <p:cNvPr id="4043831" name="Text Box 55">
            <a:extLst>
              <a:ext uri="{FF2B5EF4-FFF2-40B4-BE49-F238E27FC236}">
                <a16:creationId xmlns:a16="http://schemas.microsoft.com/office/drawing/2014/main" id="{B0D785A1-3B5C-8CB4-7410-98BA3689CECE}"/>
              </a:ext>
            </a:extLst>
          </p:cNvPr>
          <p:cNvSpPr txBox="1">
            <a:spLocks noChangeArrowheads="1"/>
          </p:cNvSpPr>
          <p:nvPr/>
        </p:nvSpPr>
        <p:spPr bwMode="auto">
          <a:xfrm>
            <a:off x="4507706" y="3355182"/>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0.075</a:t>
            </a:r>
          </a:p>
        </p:txBody>
      </p:sp>
      <p:sp>
        <p:nvSpPr>
          <p:cNvPr id="4043832" name="Text Box 56">
            <a:extLst>
              <a:ext uri="{FF2B5EF4-FFF2-40B4-BE49-F238E27FC236}">
                <a16:creationId xmlns:a16="http://schemas.microsoft.com/office/drawing/2014/main" id="{DF7E861F-71A4-3DDC-FF21-78EB85BA7180}"/>
              </a:ext>
            </a:extLst>
          </p:cNvPr>
          <p:cNvSpPr txBox="1">
            <a:spLocks noChangeArrowheads="1"/>
          </p:cNvSpPr>
          <p:nvPr/>
        </p:nvSpPr>
        <p:spPr bwMode="auto">
          <a:xfrm>
            <a:off x="5145882" y="2971801"/>
            <a:ext cx="93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0.01﹤0.10</a:t>
            </a:r>
          </a:p>
        </p:txBody>
      </p:sp>
      <p:sp>
        <p:nvSpPr>
          <p:cNvPr id="4043833" name="Text Box 57">
            <a:extLst>
              <a:ext uri="{FF2B5EF4-FFF2-40B4-BE49-F238E27FC236}">
                <a16:creationId xmlns:a16="http://schemas.microsoft.com/office/drawing/2014/main" id="{DD2D1865-365B-BD70-376B-02CF90F40A43}"/>
              </a:ext>
            </a:extLst>
          </p:cNvPr>
          <p:cNvSpPr txBox="1">
            <a:spLocks noChangeArrowheads="1"/>
          </p:cNvSpPr>
          <p:nvPr/>
        </p:nvSpPr>
        <p:spPr bwMode="auto">
          <a:xfrm>
            <a:off x="2726531" y="2463404"/>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20000">
                <a:solidFill>
                  <a:srgbClr val="000000"/>
                </a:solidFill>
                <a:latin typeface="Times New Roman" panose="02020603050405020304" pitchFamily="18" charset="0"/>
                <a:ea typeface="宋体" panose="02010600030101010101" pitchFamily="2" charset="-122"/>
              </a:rPr>
              <a:t>1</a:t>
            </a:r>
          </a:p>
        </p:txBody>
      </p:sp>
      <p:sp>
        <p:nvSpPr>
          <p:cNvPr id="4043834" name="Text Box 58">
            <a:extLst>
              <a:ext uri="{FF2B5EF4-FFF2-40B4-BE49-F238E27FC236}">
                <a16:creationId xmlns:a16="http://schemas.microsoft.com/office/drawing/2014/main" id="{895FBC30-D793-311D-B376-5174DDDA6825}"/>
              </a:ext>
            </a:extLst>
          </p:cNvPr>
          <p:cNvSpPr txBox="1">
            <a:spLocks noChangeArrowheads="1"/>
          </p:cNvSpPr>
          <p:nvPr/>
        </p:nvSpPr>
        <p:spPr bwMode="auto">
          <a:xfrm>
            <a:off x="3145631" y="2463404"/>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3835" name="Text Box 59">
            <a:extLst>
              <a:ext uri="{FF2B5EF4-FFF2-40B4-BE49-F238E27FC236}">
                <a16:creationId xmlns:a16="http://schemas.microsoft.com/office/drawing/2014/main" id="{4876ED13-59F1-9065-B017-28A2F8922CA7}"/>
              </a:ext>
            </a:extLst>
          </p:cNvPr>
          <p:cNvSpPr txBox="1">
            <a:spLocks noChangeArrowheads="1"/>
          </p:cNvSpPr>
          <p:nvPr/>
        </p:nvSpPr>
        <p:spPr bwMode="auto">
          <a:xfrm>
            <a:off x="3931444" y="2463404"/>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4</a:t>
            </a:r>
          </a:p>
        </p:txBody>
      </p:sp>
      <p:sp>
        <p:nvSpPr>
          <p:cNvPr id="4043836" name="Text Box 60">
            <a:extLst>
              <a:ext uri="{FF2B5EF4-FFF2-40B4-BE49-F238E27FC236}">
                <a16:creationId xmlns:a16="http://schemas.microsoft.com/office/drawing/2014/main" id="{9BE80960-532F-11EA-AB88-96EA1C4EDC7D}"/>
              </a:ext>
            </a:extLst>
          </p:cNvPr>
          <p:cNvSpPr txBox="1">
            <a:spLocks noChangeArrowheads="1"/>
          </p:cNvSpPr>
          <p:nvPr/>
        </p:nvSpPr>
        <p:spPr bwMode="auto">
          <a:xfrm>
            <a:off x="2345531" y="3596879"/>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4</a:t>
            </a:r>
          </a:p>
        </p:txBody>
      </p:sp>
      <p:sp>
        <p:nvSpPr>
          <p:cNvPr id="4043837" name="Text Box 61">
            <a:extLst>
              <a:ext uri="{FF2B5EF4-FFF2-40B4-BE49-F238E27FC236}">
                <a16:creationId xmlns:a16="http://schemas.microsoft.com/office/drawing/2014/main" id="{95B2FABC-2753-B6F7-2782-FA179DEE4D07}"/>
              </a:ext>
            </a:extLst>
          </p:cNvPr>
          <p:cNvSpPr txBox="1">
            <a:spLocks noChangeArrowheads="1"/>
          </p:cNvSpPr>
          <p:nvPr/>
        </p:nvSpPr>
        <p:spPr bwMode="auto">
          <a:xfrm>
            <a:off x="2714625" y="2759869"/>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38" name="Text Box 62">
            <a:extLst>
              <a:ext uri="{FF2B5EF4-FFF2-40B4-BE49-F238E27FC236}">
                <a16:creationId xmlns:a16="http://schemas.microsoft.com/office/drawing/2014/main" id="{D234DDB4-5DAC-1366-54FC-9D8AE3F19F6D}"/>
              </a:ext>
            </a:extLst>
          </p:cNvPr>
          <p:cNvSpPr txBox="1">
            <a:spLocks noChangeArrowheads="1"/>
          </p:cNvSpPr>
          <p:nvPr/>
        </p:nvSpPr>
        <p:spPr bwMode="auto">
          <a:xfrm>
            <a:off x="3119437" y="2759869"/>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1/2</a:t>
            </a:r>
          </a:p>
        </p:txBody>
      </p:sp>
      <p:sp>
        <p:nvSpPr>
          <p:cNvPr id="4043839" name="Text Box 63">
            <a:extLst>
              <a:ext uri="{FF2B5EF4-FFF2-40B4-BE49-F238E27FC236}">
                <a16:creationId xmlns:a16="http://schemas.microsoft.com/office/drawing/2014/main" id="{A4D12240-EE87-303B-2AE3-6C6CF6EF6ED7}"/>
              </a:ext>
            </a:extLst>
          </p:cNvPr>
          <p:cNvSpPr txBox="1">
            <a:spLocks noChangeArrowheads="1"/>
          </p:cNvSpPr>
          <p:nvPr/>
        </p:nvSpPr>
        <p:spPr bwMode="auto">
          <a:xfrm>
            <a:off x="3562350" y="2759869"/>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3</a:t>
            </a:r>
          </a:p>
        </p:txBody>
      </p:sp>
      <p:sp>
        <p:nvSpPr>
          <p:cNvPr id="4043840" name="Text Box 64">
            <a:extLst>
              <a:ext uri="{FF2B5EF4-FFF2-40B4-BE49-F238E27FC236}">
                <a16:creationId xmlns:a16="http://schemas.microsoft.com/office/drawing/2014/main" id="{969DD022-1735-1FDF-FDD6-F423E1EFA2D9}"/>
              </a:ext>
            </a:extLst>
          </p:cNvPr>
          <p:cNvSpPr txBox="1">
            <a:spLocks noChangeArrowheads="1"/>
          </p:cNvSpPr>
          <p:nvPr/>
        </p:nvSpPr>
        <p:spPr bwMode="auto">
          <a:xfrm>
            <a:off x="3964781" y="2750344"/>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2</a:t>
            </a:r>
          </a:p>
        </p:txBody>
      </p:sp>
      <p:sp>
        <p:nvSpPr>
          <p:cNvPr id="4043841" name="Text Box 65">
            <a:extLst>
              <a:ext uri="{FF2B5EF4-FFF2-40B4-BE49-F238E27FC236}">
                <a16:creationId xmlns:a16="http://schemas.microsoft.com/office/drawing/2014/main" id="{CC0C2702-4317-A3C4-A530-9A6AF8319636}"/>
              </a:ext>
            </a:extLst>
          </p:cNvPr>
          <p:cNvSpPr txBox="1">
            <a:spLocks noChangeArrowheads="1"/>
          </p:cNvSpPr>
          <p:nvPr/>
        </p:nvSpPr>
        <p:spPr bwMode="auto">
          <a:xfrm>
            <a:off x="2705100" y="3040857"/>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2</a:t>
            </a:r>
          </a:p>
        </p:txBody>
      </p:sp>
      <p:sp>
        <p:nvSpPr>
          <p:cNvPr id="4043842" name="Text Box 66">
            <a:extLst>
              <a:ext uri="{FF2B5EF4-FFF2-40B4-BE49-F238E27FC236}">
                <a16:creationId xmlns:a16="http://schemas.microsoft.com/office/drawing/2014/main" id="{F96449FC-16BA-DF55-9A7C-9D503BB4F5FB}"/>
              </a:ext>
            </a:extLst>
          </p:cNvPr>
          <p:cNvSpPr txBox="1">
            <a:spLocks noChangeArrowheads="1"/>
          </p:cNvSpPr>
          <p:nvPr/>
        </p:nvSpPr>
        <p:spPr bwMode="auto">
          <a:xfrm>
            <a:off x="3119437" y="3040857"/>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43" name="Text Box 67">
            <a:extLst>
              <a:ext uri="{FF2B5EF4-FFF2-40B4-BE49-F238E27FC236}">
                <a16:creationId xmlns:a16="http://schemas.microsoft.com/office/drawing/2014/main" id="{08F004CB-F878-7902-FC1F-26981296C2B9}"/>
              </a:ext>
            </a:extLst>
          </p:cNvPr>
          <p:cNvSpPr txBox="1">
            <a:spLocks noChangeArrowheads="1"/>
          </p:cNvSpPr>
          <p:nvPr/>
        </p:nvSpPr>
        <p:spPr bwMode="auto">
          <a:xfrm>
            <a:off x="3629025" y="3040857"/>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7</a:t>
            </a:r>
          </a:p>
        </p:txBody>
      </p:sp>
      <p:sp>
        <p:nvSpPr>
          <p:cNvPr id="4043844" name="Text Box 68">
            <a:extLst>
              <a:ext uri="{FF2B5EF4-FFF2-40B4-BE49-F238E27FC236}">
                <a16:creationId xmlns:a16="http://schemas.microsoft.com/office/drawing/2014/main" id="{B050686D-E77F-6542-954D-008495300EB4}"/>
              </a:ext>
            </a:extLst>
          </p:cNvPr>
          <p:cNvSpPr txBox="1">
            <a:spLocks noChangeArrowheads="1"/>
          </p:cNvSpPr>
          <p:nvPr/>
        </p:nvSpPr>
        <p:spPr bwMode="auto">
          <a:xfrm>
            <a:off x="4006453" y="3033713"/>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5</a:t>
            </a:r>
          </a:p>
        </p:txBody>
      </p:sp>
      <p:sp>
        <p:nvSpPr>
          <p:cNvPr id="4043845" name="Text Box 69">
            <a:extLst>
              <a:ext uri="{FF2B5EF4-FFF2-40B4-BE49-F238E27FC236}">
                <a16:creationId xmlns:a16="http://schemas.microsoft.com/office/drawing/2014/main" id="{45CA05A2-A678-FB8D-FB33-A75556CE7678}"/>
              </a:ext>
            </a:extLst>
          </p:cNvPr>
          <p:cNvSpPr txBox="1">
            <a:spLocks noChangeArrowheads="1"/>
          </p:cNvSpPr>
          <p:nvPr/>
        </p:nvSpPr>
        <p:spPr bwMode="auto">
          <a:xfrm>
            <a:off x="3119437" y="3355182"/>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1/7</a:t>
            </a:r>
          </a:p>
        </p:txBody>
      </p:sp>
      <p:sp>
        <p:nvSpPr>
          <p:cNvPr id="4043846" name="Text Box 70">
            <a:extLst>
              <a:ext uri="{FF2B5EF4-FFF2-40B4-BE49-F238E27FC236}">
                <a16:creationId xmlns:a16="http://schemas.microsoft.com/office/drawing/2014/main" id="{C0C6B7DA-5EC5-DDD7-7C11-692F16C0DBB5}"/>
              </a:ext>
            </a:extLst>
          </p:cNvPr>
          <p:cNvSpPr txBox="1">
            <a:spLocks noChangeArrowheads="1"/>
          </p:cNvSpPr>
          <p:nvPr/>
        </p:nvSpPr>
        <p:spPr bwMode="auto">
          <a:xfrm>
            <a:off x="3629025" y="3355182"/>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47" name="Text Box 71">
            <a:extLst>
              <a:ext uri="{FF2B5EF4-FFF2-40B4-BE49-F238E27FC236}">
                <a16:creationId xmlns:a16="http://schemas.microsoft.com/office/drawing/2014/main" id="{8A32C1C0-4EE6-EFF8-2ECE-F83265EDF333}"/>
              </a:ext>
            </a:extLst>
          </p:cNvPr>
          <p:cNvSpPr txBox="1">
            <a:spLocks noChangeArrowheads="1"/>
          </p:cNvSpPr>
          <p:nvPr/>
        </p:nvSpPr>
        <p:spPr bwMode="auto">
          <a:xfrm>
            <a:off x="3912394" y="3344467"/>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1/2</a:t>
            </a:r>
          </a:p>
        </p:txBody>
      </p:sp>
      <p:sp>
        <p:nvSpPr>
          <p:cNvPr id="4043848" name="Text Box 72">
            <a:extLst>
              <a:ext uri="{FF2B5EF4-FFF2-40B4-BE49-F238E27FC236}">
                <a16:creationId xmlns:a16="http://schemas.microsoft.com/office/drawing/2014/main" id="{69C9E215-0B45-72E7-FE17-EB18FC6A83A3}"/>
              </a:ext>
            </a:extLst>
          </p:cNvPr>
          <p:cNvSpPr txBox="1">
            <a:spLocks noChangeArrowheads="1"/>
          </p:cNvSpPr>
          <p:nvPr/>
        </p:nvSpPr>
        <p:spPr bwMode="auto">
          <a:xfrm>
            <a:off x="2657475" y="3665935"/>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1/2</a:t>
            </a:r>
          </a:p>
        </p:txBody>
      </p:sp>
      <p:sp>
        <p:nvSpPr>
          <p:cNvPr id="4043849" name="Text Box 73">
            <a:extLst>
              <a:ext uri="{FF2B5EF4-FFF2-40B4-BE49-F238E27FC236}">
                <a16:creationId xmlns:a16="http://schemas.microsoft.com/office/drawing/2014/main" id="{0DB6374A-3648-316F-FA1B-F56DB2852241}"/>
              </a:ext>
            </a:extLst>
          </p:cNvPr>
          <p:cNvSpPr txBox="1">
            <a:spLocks noChangeArrowheads="1"/>
          </p:cNvSpPr>
          <p:nvPr/>
        </p:nvSpPr>
        <p:spPr bwMode="auto">
          <a:xfrm>
            <a:off x="3119437" y="3665935"/>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1/5</a:t>
            </a:r>
          </a:p>
        </p:txBody>
      </p:sp>
      <p:sp>
        <p:nvSpPr>
          <p:cNvPr id="4043850" name="Text Box 74">
            <a:extLst>
              <a:ext uri="{FF2B5EF4-FFF2-40B4-BE49-F238E27FC236}">
                <a16:creationId xmlns:a16="http://schemas.microsoft.com/office/drawing/2014/main" id="{09CC0A02-FCD5-E8FA-043D-8E0EDECBD4E2}"/>
              </a:ext>
            </a:extLst>
          </p:cNvPr>
          <p:cNvSpPr txBox="1">
            <a:spLocks noChangeArrowheads="1"/>
          </p:cNvSpPr>
          <p:nvPr/>
        </p:nvSpPr>
        <p:spPr bwMode="auto">
          <a:xfrm>
            <a:off x="3639741" y="3665935"/>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2</a:t>
            </a:r>
          </a:p>
        </p:txBody>
      </p:sp>
      <p:sp>
        <p:nvSpPr>
          <p:cNvPr id="4043851" name="Text Box 75">
            <a:extLst>
              <a:ext uri="{FF2B5EF4-FFF2-40B4-BE49-F238E27FC236}">
                <a16:creationId xmlns:a16="http://schemas.microsoft.com/office/drawing/2014/main" id="{8C106676-20B7-C3BE-158A-9BFE70A1CBFD}"/>
              </a:ext>
            </a:extLst>
          </p:cNvPr>
          <p:cNvSpPr txBox="1">
            <a:spLocks noChangeArrowheads="1"/>
          </p:cNvSpPr>
          <p:nvPr/>
        </p:nvSpPr>
        <p:spPr bwMode="auto">
          <a:xfrm>
            <a:off x="4039791" y="3665935"/>
            <a:ext cx="2696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1</a:t>
            </a:r>
          </a:p>
        </p:txBody>
      </p:sp>
      <p:sp>
        <p:nvSpPr>
          <p:cNvPr id="4043852" name="Text Box 76">
            <a:extLst>
              <a:ext uri="{FF2B5EF4-FFF2-40B4-BE49-F238E27FC236}">
                <a16:creationId xmlns:a16="http://schemas.microsoft.com/office/drawing/2014/main" id="{8DE7415B-DA43-868B-9788-3A738D975E2C}"/>
              </a:ext>
            </a:extLst>
          </p:cNvPr>
          <p:cNvSpPr txBox="1">
            <a:spLocks noChangeArrowheads="1"/>
          </p:cNvSpPr>
          <p:nvPr/>
        </p:nvSpPr>
        <p:spPr bwMode="auto">
          <a:xfrm>
            <a:off x="4507706" y="3040857"/>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0.549</a:t>
            </a:r>
          </a:p>
        </p:txBody>
      </p:sp>
      <p:sp>
        <p:nvSpPr>
          <p:cNvPr id="4043853" name="Text Box 77">
            <a:extLst>
              <a:ext uri="{FF2B5EF4-FFF2-40B4-BE49-F238E27FC236}">
                <a16:creationId xmlns:a16="http://schemas.microsoft.com/office/drawing/2014/main" id="{7B367625-BF97-4972-490A-E81C2141F370}"/>
              </a:ext>
            </a:extLst>
          </p:cNvPr>
          <p:cNvSpPr txBox="1">
            <a:spLocks noChangeArrowheads="1"/>
          </p:cNvSpPr>
          <p:nvPr/>
        </p:nvSpPr>
        <p:spPr bwMode="auto">
          <a:xfrm>
            <a:off x="4507706" y="3665935"/>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0.127</a:t>
            </a:r>
          </a:p>
        </p:txBody>
      </p:sp>
      <p:sp>
        <p:nvSpPr>
          <p:cNvPr id="4043854" name="Line 78">
            <a:extLst>
              <a:ext uri="{FF2B5EF4-FFF2-40B4-BE49-F238E27FC236}">
                <a16:creationId xmlns:a16="http://schemas.microsoft.com/office/drawing/2014/main" id="{6FC3559E-A15E-F17B-B7C4-3A3E1D9F0BA8}"/>
              </a:ext>
            </a:extLst>
          </p:cNvPr>
          <p:cNvSpPr>
            <a:spLocks noChangeShapeType="1"/>
          </p:cNvSpPr>
          <p:nvPr/>
        </p:nvSpPr>
        <p:spPr bwMode="auto">
          <a:xfrm>
            <a:off x="2630091" y="807244"/>
            <a:ext cx="0" cy="1447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855" name="Line 79">
            <a:extLst>
              <a:ext uri="{FF2B5EF4-FFF2-40B4-BE49-F238E27FC236}">
                <a16:creationId xmlns:a16="http://schemas.microsoft.com/office/drawing/2014/main" id="{5565E6EE-6FB9-B636-C6F8-B97D4DDBCB5C}"/>
              </a:ext>
            </a:extLst>
          </p:cNvPr>
          <p:cNvSpPr>
            <a:spLocks noChangeShapeType="1"/>
          </p:cNvSpPr>
          <p:nvPr/>
        </p:nvSpPr>
        <p:spPr bwMode="auto">
          <a:xfrm flipH="1">
            <a:off x="2624137" y="2420542"/>
            <a:ext cx="5954" cy="14978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3856" name="Text Box 80">
            <a:extLst>
              <a:ext uri="{FF2B5EF4-FFF2-40B4-BE49-F238E27FC236}">
                <a16:creationId xmlns:a16="http://schemas.microsoft.com/office/drawing/2014/main" id="{5B180EC6-384D-0FF6-E7BE-18FF5C4B4649}"/>
              </a:ext>
            </a:extLst>
          </p:cNvPr>
          <p:cNvSpPr txBox="1">
            <a:spLocks noChangeArrowheads="1"/>
          </p:cNvSpPr>
          <p:nvPr/>
        </p:nvSpPr>
        <p:spPr bwMode="auto">
          <a:xfrm>
            <a:off x="1770460" y="3918347"/>
            <a:ext cx="5982890"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zh-CN" altLang="en-US" sz="2100" dirty="0">
                <a:solidFill>
                  <a:srgbClr val="000000"/>
                </a:solidFill>
                <a:latin typeface="Arial" panose="020B0604020202020204" pitchFamily="34" charset="0"/>
                <a:ea typeface="宋体" panose="02010600030101010101" pitchFamily="2" charset="-122"/>
              </a:rPr>
              <a:t>由以上计算可知，一致性指标都在允许误差范围内，故所有相对重要度都是可以接受的。计算综合重要度：</a:t>
            </a:r>
          </a:p>
        </p:txBody>
      </p:sp>
    </p:spTree>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05" name="Line 5">
            <a:extLst>
              <a:ext uri="{FF2B5EF4-FFF2-40B4-BE49-F238E27FC236}">
                <a16:creationId xmlns:a16="http://schemas.microsoft.com/office/drawing/2014/main" id="{296C9D5C-DDA4-3A95-DE6F-37DE90B77232}"/>
              </a:ext>
            </a:extLst>
          </p:cNvPr>
          <p:cNvSpPr>
            <a:spLocks noChangeShapeType="1"/>
          </p:cNvSpPr>
          <p:nvPr/>
        </p:nvSpPr>
        <p:spPr bwMode="auto">
          <a:xfrm>
            <a:off x="2180035" y="991791"/>
            <a:ext cx="45434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4806" name="Line 6">
            <a:extLst>
              <a:ext uri="{FF2B5EF4-FFF2-40B4-BE49-F238E27FC236}">
                <a16:creationId xmlns:a16="http://schemas.microsoft.com/office/drawing/2014/main" id="{DA614B43-A041-13E2-B210-5F5EFF1EF7AE}"/>
              </a:ext>
            </a:extLst>
          </p:cNvPr>
          <p:cNvSpPr>
            <a:spLocks noChangeShapeType="1"/>
          </p:cNvSpPr>
          <p:nvPr/>
        </p:nvSpPr>
        <p:spPr bwMode="auto">
          <a:xfrm>
            <a:off x="2180035" y="1651397"/>
            <a:ext cx="45434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4808" name="Line 8">
            <a:extLst>
              <a:ext uri="{FF2B5EF4-FFF2-40B4-BE49-F238E27FC236}">
                <a16:creationId xmlns:a16="http://schemas.microsoft.com/office/drawing/2014/main" id="{470A036E-AF9A-DCDF-1C1C-DE31680A5E69}"/>
              </a:ext>
            </a:extLst>
          </p:cNvPr>
          <p:cNvSpPr>
            <a:spLocks noChangeShapeType="1"/>
          </p:cNvSpPr>
          <p:nvPr/>
        </p:nvSpPr>
        <p:spPr bwMode="auto">
          <a:xfrm>
            <a:off x="2599135" y="991792"/>
            <a:ext cx="2381" cy="24312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4809" name="Text Box 9">
            <a:extLst>
              <a:ext uri="{FF2B5EF4-FFF2-40B4-BE49-F238E27FC236}">
                <a16:creationId xmlns:a16="http://schemas.microsoft.com/office/drawing/2014/main" id="{95EA16C0-DD0C-6BA8-E65B-19F05F217736}"/>
              </a:ext>
            </a:extLst>
          </p:cNvPr>
          <p:cNvSpPr txBox="1">
            <a:spLocks noChangeArrowheads="1"/>
          </p:cNvSpPr>
          <p:nvPr/>
        </p:nvSpPr>
        <p:spPr bwMode="auto">
          <a:xfrm>
            <a:off x="2308622" y="1651398"/>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20000">
                <a:solidFill>
                  <a:srgbClr val="000000"/>
                </a:solidFill>
                <a:latin typeface="Times New Roman" panose="02020603050405020304" pitchFamily="18" charset="0"/>
                <a:ea typeface="宋体" panose="02010600030101010101" pitchFamily="2" charset="-122"/>
              </a:rPr>
              <a:t>1</a:t>
            </a:r>
          </a:p>
        </p:txBody>
      </p:sp>
      <p:sp>
        <p:nvSpPr>
          <p:cNvPr id="4044810" name="Text Box 10">
            <a:extLst>
              <a:ext uri="{FF2B5EF4-FFF2-40B4-BE49-F238E27FC236}">
                <a16:creationId xmlns:a16="http://schemas.microsoft.com/office/drawing/2014/main" id="{1DD85672-47B8-C126-2E9D-840A9AE75DDF}"/>
              </a:ext>
            </a:extLst>
          </p:cNvPr>
          <p:cNvSpPr txBox="1">
            <a:spLocks noChangeArrowheads="1"/>
          </p:cNvSpPr>
          <p:nvPr/>
        </p:nvSpPr>
        <p:spPr bwMode="auto">
          <a:xfrm>
            <a:off x="2283619" y="1029892"/>
            <a:ext cx="34977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a:t>
            </a:r>
            <a:r>
              <a:rPr lang="en-US" altLang="zh-CN" sz="1200" b="1" baseline="-10000">
                <a:solidFill>
                  <a:srgbClr val="000000"/>
                </a:solidFill>
                <a:latin typeface="Times New Roman" panose="02020603050405020304" pitchFamily="18" charset="0"/>
                <a:ea typeface="宋体" panose="02010600030101010101" pitchFamily="2" charset="-122"/>
              </a:rPr>
              <a:t>i </a:t>
            </a:r>
          </a:p>
        </p:txBody>
      </p:sp>
      <p:sp>
        <p:nvSpPr>
          <p:cNvPr id="4044811" name="Text Box 11">
            <a:extLst>
              <a:ext uri="{FF2B5EF4-FFF2-40B4-BE49-F238E27FC236}">
                <a16:creationId xmlns:a16="http://schemas.microsoft.com/office/drawing/2014/main" id="{43394320-543B-5173-48CA-3305E94B1DA5}"/>
              </a:ext>
            </a:extLst>
          </p:cNvPr>
          <p:cNvSpPr txBox="1">
            <a:spLocks noChangeArrowheads="1"/>
          </p:cNvSpPr>
          <p:nvPr/>
        </p:nvSpPr>
        <p:spPr bwMode="auto">
          <a:xfrm>
            <a:off x="2308622" y="2096692"/>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4813" name="Text Box 13">
            <a:extLst>
              <a:ext uri="{FF2B5EF4-FFF2-40B4-BE49-F238E27FC236}">
                <a16:creationId xmlns:a16="http://schemas.microsoft.com/office/drawing/2014/main" id="{114ECF34-CA67-CBAD-6A04-F05101C1176F}"/>
              </a:ext>
            </a:extLst>
          </p:cNvPr>
          <p:cNvSpPr txBox="1">
            <a:spLocks noChangeArrowheads="1"/>
          </p:cNvSpPr>
          <p:nvPr/>
        </p:nvSpPr>
        <p:spPr bwMode="auto">
          <a:xfrm>
            <a:off x="2308622" y="2530079"/>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3</a:t>
            </a:r>
          </a:p>
        </p:txBody>
      </p:sp>
      <p:sp>
        <p:nvSpPr>
          <p:cNvPr id="4044815" name="Text Box 15">
            <a:extLst>
              <a:ext uri="{FF2B5EF4-FFF2-40B4-BE49-F238E27FC236}">
                <a16:creationId xmlns:a16="http://schemas.microsoft.com/office/drawing/2014/main" id="{EB0D32FF-DDDC-990D-C710-31AD912F8766}"/>
              </a:ext>
            </a:extLst>
          </p:cNvPr>
          <p:cNvSpPr txBox="1">
            <a:spLocks noChangeArrowheads="1"/>
          </p:cNvSpPr>
          <p:nvPr/>
        </p:nvSpPr>
        <p:spPr bwMode="auto">
          <a:xfrm>
            <a:off x="6275785" y="1156098"/>
            <a:ext cx="3646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W</a:t>
            </a:r>
            <a:r>
              <a:rPr lang="en-US" altLang="zh-CN" sz="1200" b="1" baseline="-25000">
                <a:solidFill>
                  <a:srgbClr val="000000"/>
                </a:solidFill>
                <a:latin typeface="Times New Roman" panose="02020603050405020304" pitchFamily="18" charset="0"/>
                <a:ea typeface="宋体" panose="02010600030101010101" pitchFamily="2" charset="-122"/>
              </a:rPr>
              <a:t>i</a:t>
            </a:r>
            <a:endParaRPr lang="en-US" altLang="zh-CN" sz="1200" b="1" baseline="26000">
              <a:solidFill>
                <a:srgbClr val="000000"/>
              </a:solidFill>
              <a:latin typeface="Times New Roman" panose="02020603050405020304" pitchFamily="18" charset="0"/>
              <a:ea typeface="宋体" panose="02010600030101010101" pitchFamily="2" charset="-122"/>
            </a:endParaRPr>
          </a:p>
        </p:txBody>
      </p:sp>
      <p:sp>
        <p:nvSpPr>
          <p:cNvPr id="4044823" name="Text Box 23">
            <a:extLst>
              <a:ext uri="{FF2B5EF4-FFF2-40B4-BE49-F238E27FC236}">
                <a16:creationId xmlns:a16="http://schemas.microsoft.com/office/drawing/2014/main" id="{8632ABB2-D6BD-B898-F4E7-31BB229308CC}"/>
              </a:ext>
            </a:extLst>
          </p:cNvPr>
          <p:cNvSpPr txBox="1">
            <a:spLocks noChangeArrowheads="1"/>
          </p:cNvSpPr>
          <p:nvPr/>
        </p:nvSpPr>
        <p:spPr bwMode="auto">
          <a:xfrm>
            <a:off x="2308622" y="2977754"/>
            <a:ext cx="3209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10000">
                <a:solidFill>
                  <a:srgbClr val="000000"/>
                </a:solidFill>
                <a:latin typeface="Times New Roman" panose="02020603050405020304" pitchFamily="18" charset="0"/>
                <a:ea typeface="宋体" panose="02010600030101010101" pitchFamily="2" charset="-122"/>
              </a:rPr>
              <a:t>4</a:t>
            </a:r>
          </a:p>
        </p:txBody>
      </p:sp>
      <p:sp>
        <p:nvSpPr>
          <p:cNvPr id="4044841" name="Text Box 41">
            <a:extLst>
              <a:ext uri="{FF2B5EF4-FFF2-40B4-BE49-F238E27FC236}">
                <a16:creationId xmlns:a16="http://schemas.microsoft.com/office/drawing/2014/main" id="{CCD967EA-559D-E48F-9751-43B54ECBD549}"/>
              </a:ext>
            </a:extLst>
          </p:cNvPr>
          <p:cNvSpPr txBox="1">
            <a:spLocks noChangeArrowheads="1"/>
          </p:cNvSpPr>
          <p:nvPr/>
        </p:nvSpPr>
        <p:spPr bwMode="auto">
          <a:xfrm>
            <a:off x="2414588" y="559594"/>
            <a:ext cx="153118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zh-CN" altLang="en-US" sz="1500" b="1" dirty="0">
                <a:solidFill>
                  <a:srgbClr val="000000"/>
                </a:solidFill>
                <a:latin typeface="Arial" panose="020B0604020202020204" pitchFamily="34" charset="0"/>
                <a:ea typeface="宋体" panose="02010600030101010101" pitchFamily="2" charset="-122"/>
              </a:rPr>
              <a:t>计算综合重要度</a:t>
            </a:r>
          </a:p>
        </p:txBody>
      </p:sp>
      <p:sp>
        <p:nvSpPr>
          <p:cNvPr id="4044842" name="Line 42">
            <a:extLst>
              <a:ext uri="{FF2B5EF4-FFF2-40B4-BE49-F238E27FC236}">
                <a16:creationId xmlns:a16="http://schemas.microsoft.com/office/drawing/2014/main" id="{DA4018B7-1B53-4CAF-13BD-D18247B9A813}"/>
              </a:ext>
            </a:extLst>
          </p:cNvPr>
          <p:cNvSpPr>
            <a:spLocks noChangeShapeType="1"/>
          </p:cNvSpPr>
          <p:nvPr/>
        </p:nvSpPr>
        <p:spPr bwMode="auto">
          <a:xfrm>
            <a:off x="2599135" y="1295400"/>
            <a:ext cx="34480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4843" name="Line 43">
            <a:extLst>
              <a:ext uri="{FF2B5EF4-FFF2-40B4-BE49-F238E27FC236}">
                <a16:creationId xmlns:a16="http://schemas.microsoft.com/office/drawing/2014/main" id="{F277E339-C030-0CA7-C57A-2649EDFC4B44}"/>
              </a:ext>
            </a:extLst>
          </p:cNvPr>
          <p:cNvSpPr>
            <a:spLocks noChangeShapeType="1"/>
          </p:cNvSpPr>
          <p:nvPr/>
        </p:nvSpPr>
        <p:spPr bwMode="auto">
          <a:xfrm>
            <a:off x="2180035" y="991792"/>
            <a:ext cx="403622" cy="6596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4844" name="Text Box 44">
            <a:extLst>
              <a:ext uri="{FF2B5EF4-FFF2-40B4-BE49-F238E27FC236}">
                <a16:creationId xmlns:a16="http://schemas.microsoft.com/office/drawing/2014/main" id="{3E2B61DB-83E4-62DF-77E6-FE26AA187FA4}"/>
              </a:ext>
            </a:extLst>
          </p:cNvPr>
          <p:cNvSpPr txBox="1">
            <a:spLocks noChangeArrowheads="1"/>
          </p:cNvSpPr>
          <p:nvPr/>
        </p:nvSpPr>
        <p:spPr bwMode="auto">
          <a:xfrm>
            <a:off x="2222897" y="1335882"/>
            <a:ext cx="3032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p</a:t>
            </a:r>
            <a:r>
              <a:rPr lang="en-US" altLang="zh-CN" sz="1200" b="1" baseline="-20000">
                <a:solidFill>
                  <a:srgbClr val="000000"/>
                </a:solidFill>
                <a:latin typeface="Times New Roman" panose="02020603050405020304" pitchFamily="18" charset="0"/>
                <a:ea typeface="宋体" panose="02010600030101010101" pitchFamily="2" charset="-122"/>
              </a:rPr>
              <a:t>j</a:t>
            </a:r>
          </a:p>
        </p:txBody>
      </p:sp>
      <p:sp>
        <p:nvSpPr>
          <p:cNvPr id="4044845" name="Text Box 45">
            <a:extLst>
              <a:ext uri="{FF2B5EF4-FFF2-40B4-BE49-F238E27FC236}">
                <a16:creationId xmlns:a16="http://schemas.microsoft.com/office/drawing/2014/main" id="{A5EAFFCF-24A8-BC4B-80EC-C614AC74298B}"/>
              </a:ext>
            </a:extLst>
          </p:cNvPr>
          <p:cNvSpPr txBox="1">
            <a:spLocks noChangeArrowheads="1"/>
          </p:cNvSpPr>
          <p:nvPr/>
        </p:nvSpPr>
        <p:spPr bwMode="auto">
          <a:xfrm>
            <a:off x="4102894" y="1065610"/>
            <a:ext cx="3465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a:t>
            </a:r>
            <a:r>
              <a:rPr lang="en-US" altLang="zh-CN" sz="1200" b="1" baseline="-10000">
                <a:solidFill>
                  <a:srgbClr val="000000"/>
                </a:solidFill>
                <a:latin typeface="Times New Roman" panose="02020603050405020304" pitchFamily="18" charset="0"/>
                <a:ea typeface="宋体" panose="02010600030101010101" pitchFamily="2" charset="-122"/>
              </a:rPr>
              <a:t>2</a:t>
            </a:r>
          </a:p>
        </p:txBody>
      </p:sp>
      <p:sp>
        <p:nvSpPr>
          <p:cNvPr id="4044846" name="Text Box 46">
            <a:extLst>
              <a:ext uri="{FF2B5EF4-FFF2-40B4-BE49-F238E27FC236}">
                <a16:creationId xmlns:a16="http://schemas.microsoft.com/office/drawing/2014/main" id="{2A7A1479-A17F-14C5-C5D5-0E6E0ACC33CE}"/>
              </a:ext>
            </a:extLst>
          </p:cNvPr>
          <p:cNvSpPr txBox="1">
            <a:spLocks noChangeArrowheads="1"/>
          </p:cNvSpPr>
          <p:nvPr/>
        </p:nvSpPr>
        <p:spPr bwMode="auto">
          <a:xfrm>
            <a:off x="2957512" y="1065610"/>
            <a:ext cx="3465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a:t>
            </a:r>
            <a:r>
              <a:rPr lang="en-US" altLang="zh-CN" sz="1200" b="1" baseline="-10000">
                <a:solidFill>
                  <a:srgbClr val="000000"/>
                </a:solidFill>
                <a:latin typeface="Times New Roman" panose="02020603050405020304" pitchFamily="18" charset="0"/>
                <a:ea typeface="宋体" panose="02010600030101010101" pitchFamily="2" charset="-122"/>
              </a:rPr>
              <a:t>1</a:t>
            </a:r>
          </a:p>
        </p:txBody>
      </p:sp>
      <p:sp>
        <p:nvSpPr>
          <p:cNvPr id="4044847" name="Text Box 47">
            <a:extLst>
              <a:ext uri="{FF2B5EF4-FFF2-40B4-BE49-F238E27FC236}">
                <a16:creationId xmlns:a16="http://schemas.microsoft.com/office/drawing/2014/main" id="{8A10A9A1-0EEB-4110-4E91-739C02C00CA8}"/>
              </a:ext>
            </a:extLst>
          </p:cNvPr>
          <p:cNvSpPr txBox="1">
            <a:spLocks noChangeArrowheads="1"/>
          </p:cNvSpPr>
          <p:nvPr/>
        </p:nvSpPr>
        <p:spPr bwMode="auto">
          <a:xfrm>
            <a:off x="5247085" y="1042988"/>
            <a:ext cx="37221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b="1">
                <a:solidFill>
                  <a:srgbClr val="000000"/>
                </a:solidFill>
                <a:latin typeface="Times New Roman" panose="02020603050405020304" pitchFamily="18" charset="0"/>
                <a:ea typeface="宋体" panose="02010600030101010101" pitchFamily="2" charset="-122"/>
              </a:rPr>
              <a:t>C</a:t>
            </a:r>
            <a:r>
              <a:rPr lang="en-US" altLang="zh-CN" sz="1200" b="1" baseline="-10000">
                <a:solidFill>
                  <a:srgbClr val="000000"/>
                </a:solidFill>
                <a:latin typeface="Times New Roman" panose="02020603050405020304" pitchFamily="18" charset="0"/>
                <a:ea typeface="宋体" panose="02010600030101010101" pitchFamily="2" charset="-122"/>
              </a:rPr>
              <a:t>3 </a:t>
            </a:r>
          </a:p>
        </p:txBody>
      </p:sp>
      <p:sp>
        <p:nvSpPr>
          <p:cNvPr id="4044848" name="Text Box 48">
            <a:extLst>
              <a:ext uri="{FF2B5EF4-FFF2-40B4-BE49-F238E27FC236}">
                <a16:creationId xmlns:a16="http://schemas.microsoft.com/office/drawing/2014/main" id="{856FAFE1-C236-F140-7DDB-37D995C8C10A}"/>
              </a:ext>
            </a:extLst>
          </p:cNvPr>
          <p:cNvSpPr txBox="1">
            <a:spLocks noChangeArrowheads="1"/>
          </p:cNvSpPr>
          <p:nvPr/>
        </p:nvSpPr>
        <p:spPr bwMode="auto">
          <a:xfrm>
            <a:off x="2888456" y="1335882"/>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0.258</a:t>
            </a:r>
          </a:p>
        </p:txBody>
      </p:sp>
      <p:sp>
        <p:nvSpPr>
          <p:cNvPr id="4044849" name="Text Box 49">
            <a:extLst>
              <a:ext uri="{FF2B5EF4-FFF2-40B4-BE49-F238E27FC236}">
                <a16:creationId xmlns:a16="http://schemas.microsoft.com/office/drawing/2014/main" id="{5CE1C151-2DA8-4046-8F2B-4916BC0B70E5}"/>
              </a:ext>
            </a:extLst>
          </p:cNvPr>
          <p:cNvSpPr txBox="1">
            <a:spLocks noChangeArrowheads="1"/>
          </p:cNvSpPr>
          <p:nvPr/>
        </p:nvSpPr>
        <p:spPr bwMode="auto">
          <a:xfrm>
            <a:off x="4054079" y="1335882"/>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0.636</a:t>
            </a:r>
          </a:p>
        </p:txBody>
      </p:sp>
      <p:sp>
        <p:nvSpPr>
          <p:cNvPr id="4044850" name="Text Box 50">
            <a:extLst>
              <a:ext uri="{FF2B5EF4-FFF2-40B4-BE49-F238E27FC236}">
                <a16:creationId xmlns:a16="http://schemas.microsoft.com/office/drawing/2014/main" id="{DEB312FE-84F7-D3A8-198C-6AE949F7A992}"/>
              </a:ext>
            </a:extLst>
          </p:cNvPr>
          <p:cNvSpPr txBox="1">
            <a:spLocks noChangeArrowheads="1"/>
          </p:cNvSpPr>
          <p:nvPr/>
        </p:nvSpPr>
        <p:spPr bwMode="auto">
          <a:xfrm>
            <a:off x="5082779" y="1335882"/>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0.106</a:t>
            </a:r>
          </a:p>
        </p:txBody>
      </p:sp>
      <p:grpSp>
        <p:nvGrpSpPr>
          <p:cNvPr id="4044854" name="Group 54">
            <a:extLst>
              <a:ext uri="{FF2B5EF4-FFF2-40B4-BE49-F238E27FC236}">
                <a16:creationId xmlns:a16="http://schemas.microsoft.com/office/drawing/2014/main" id="{85A326F6-475C-8B4C-8603-6EFFF952E9E9}"/>
              </a:ext>
            </a:extLst>
          </p:cNvPr>
          <p:cNvGrpSpPr>
            <a:grpSpLocks/>
          </p:cNvGrpSpPr>
          <p:nvPr/>
        </p:nvGrpSpPr>
        <p:grpSpPr bwMode="auto">
          <a:xfrm>
            <a:off x="2599135" y="1663306"/>
            <a:ext cx="1052513" cy="461963"/>
            <a:chOff x="1223" y="1445"/>
            <a:chExt cx="884" cy="388"/>
          </a:xfrm>
        </p:grpSpPr>
        <p:sp>
          <p:nvSpPr>
            <p:cNvPr id="4044851" name="Text Box 51">
              <a:extLst>
                <a:ext uri="{FF2B5EF4-FFF2-40B4-BE49-F238E27FC236}">
                  <a16:creationId xmlns:a16="http://schemas.microsoft.com/office/drawing/2014/main" id="{2C53C40D-C28E-92A7-39AD-7DBC25790467}"/>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0.258×0.217</a:t>
              </a:r>
            </a:p>
          </p:txBody>
        </p:sp>
        <p:sp>
          <p:nvSpPr>
            <p:cNvPr id="4044853" name="Text Box 53">
              <a:extLst>
                <a:ext uri="{FF2B5EF4-FFF2-40B4-BE49-F238E27FC236}">
                  <a16:creationId xmlns:a16="http://schemas.microsoft.com/office/drawing/2014/main" id="{485E3D6D-9A71-D3BB-DDC0-0829F998F066}"/>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=0.056</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56" name="Group 56">
            <a:extLst>
              <a:ext uri="{FF2B5EF4-FFF2-40B4-BE49-F238E27FC236}">
                <a16:creationId xmlns:a16="http://schemas.microsoft.com/office/drawing/2014/main" id="{4774F53E-0DB3-27BF-44B8-3767A4687C4A}"/>
              </a:ext>
            </a:extLst>
          </p:cNvPr>
          <p:cNvGrpSpPr>
            <a:grpSpLocks/>
          </p:cNvGrpSpPr>
          <p:nvPr/>
        </p:nvGrpSpPr>
        <p:grpSpPr bwMode="auto">
          <a:xfrm>
            <a:off x="3813572" y="1664496"/>
            <a:ext cx="1052513" cy="461963"/>
            <a:chOff x="1223" y="1445"/>
            <a:chExt cx="884" cy="388"/>
          </a:xfrm>
        </p:grpSpPr>
        <p:sp>
          <p:nvSpPr>
            <p:cNvPr id="4044857" name="Text Box 57">
              <a:extLst>
                <a:ext uri="{FF2B5EF4-FFF2-40B4-BE49-F238E27FC236}">
                  <a16:creationId xmlns:a16="http://schemas.microsoft.com/office/drawing/2014/main" id="{4535B515-98C2-E74B-8FBE-618EBEC1C1DC}"/>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0.636×0.569</a:t>
              </a:r>
            </a:p>
          </p:txBody>
        </p:sp>
        <p:sp>
          <p:nvSpPr>
            <p:cNvPr id="4044858" name="Text Box 58">
              <a:extLst>
                <a:ext uri="{FF2B5EF4-FFF2-40B4-BE49-F238E27FC236}">
                  <a16:creationId xmlns:a16="http://schemas.microsoft.com/office/drawing/2014/main" id="{EA48FE87-77F6-2B3F-62C4-751421F4ADE5}"/>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=0.362</a:t>
              </a:r>
              <a:endParaRPr lang="zh-CN" altLang="en-US" sz="1200">
                <a:solidFill>
                  <a:srgbClr val="000000"/>
                </a:solidFill>
                <a:latin typeface="Arial" panose="020B0604020202020204" pitchFamily="34" charset="0"/>
                <a:ea typeface="宋体" panose="02010600030101010101" pitchFamily="2" charset="-122"/>
              </a:endParaRPr>
            </a:p>
          </p:txBody>
        </p:sp>
      </p:grpSp>
      <p:sp>
        <p:nvSpPr>
          <p:cNvPr id="4044860" name="Text Box 60">
            <a:extLst>
              <a:ext uri="{FF2B5EF4-FFF2-40B4-BE49-F238E27FC236}">
                <a16:creationId xmlns:a16="http://schemas.microsoft.com/office/drawing/2014/main" id="{3DE47F8A-BC7D-2B16-FE2E-5967526C4FCF}"/>
              </a:ext>
            </a:extLst>
          </p:cNvPr>
          <p:cNvSpPr txBox="1">
            <a:spLocks noChangeArrowheads="1"/>
          </p:cNvSpPr>
          <p:nvPr/>
        </p:nvSpPr>
        <p:spPr bwMode="auto">
          <a:xfrm>
            <a:off x="2599135" y="2097882"/>
            <a:ext cx="10525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0.258×0.584</a:t>
            </a:r>
          </a:p>
        </p:txBody>
      </p:sp>
      <p:sp>
        <p:nvSpPr>
          <p:cNvPr id="4044861" name="Text Box 61">
            <a:extLst>
              <a:ext uri="{FF2B5EF4-FFF2-40B4-BE49-F238E27FC236}">
                <a16:creationId xmlns:a16="http://schemas.microsoft.com/office/drawing/2014/main" id="{55A77DC8-AB0F-1F44-DB9A-F5F40634ED6E}"/>
              </a:ext>
            </a:extLst>
          </p:cNvPr>
          <p:cNvSpPr txBox="1">
            <a:spLocks noChangeArrowheads="1"/>
          </p:cNvSpPr>
          <p:nvPr/>
        </p:nvSpPr>
        <p:spPr bwMode="auto">
          <a:xfrm>
            <a:off x="2649141" y="2271713"/>
            <a:ext cx="6575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=0.151</a:t>
            </a:r>
            <a:endParaRPr lang="zh-CN" altLang="en-US" sz="1200">
              <a:solidFill>
                <a:srgbClr val="000000"/>
              </a:solidFill>
              <a:latin typeface="Arial" panose="020B0604020202020204" pitchFamily="34" charset="0"/>
              <a:ea typeface="宋体" panose="02010600030101010101" pitchFamily="2" charset="-122"/>
            </a:endParaRPr>
          </a:p>
        </p:txBody>
      </p:sp>
      <p:grpSp>
        <p:nvGrpSpPr>
          <p:cNvPr id="4044862" name="Group 62">
            <a:extLst>
              <a:ext uri="{FF2B5EF4-FFF2-40B4-BE49-F238E27FC236}">
                <a16:creationId xmlns:a16="http://schemas.microsoft.com/office/drawing/2014/main" id="{30362D99-5F32-70D6-9C42-F0F1F5A4612E}"/>
              </a:ext>
            </a:extLst>
          </p:cNvPr>
          <p:cNvGrpSpPr>
            <a:grpSpLocks/>
          </p:cNvGrpSpPr>
          <p:nvPr/>
        </p:nvGrpSpPr>
        <p:grpSpPr bwMode="auto">
          <a:xfrm>
            <a:off x="2601516" y="2539606"/>
            <a:ext cx="1052513" cy="461963"/>
            <a:chOff x="1223" y="1445"/>
            <a:chExt cx="884" cy="388"/>
          </a:xfrm>
        </p:grpSpPr>
        <p:sp>
          <p:nvSpPr>
            <p:cNvPr id="4044863" name="Text Box 63">
              <a:extLst>
                <a:ext uri="{FF2B5EF4-FFF2-40B4-BE49-F238E27FC236}">
                  <a16:creationId xmlns:a16="http://schemas.microsoft.com/office/drawing/2014/main" id="{E4BD7F08-8986-AE5B-91DD-5FA426B9B110}"/>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0.258×0.065</a:t>
              </a:r>
            </a:p>
          </p:txBody>
        </p:sp>
        <p:sp>
          <p:nvSpPr>
            <p:cNvPr id="4044864" name="Text Box 64">
              <a:extLst>
                <a:ext uri="{FF2B5EF4-FFF2-40B4-BE49-F238E27FC236}">
                  <a16:creationId xmlns:a16="http://schemas.microsoft.com/office/drawing/2014/main" id="{8447B6E1-8757-DDA4-9D33-2A3E0DA5DE39}"/>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=0.017</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65" name="Group 65">
            <a:extLst>
              <a:ext uri="{FF2B5EF4-FFF2-40B4-BE49-F238E27FC236}">
                <a16:creationId xmlns:a16="http://schemas.microsoft.com/office/drawing/2014/main" id="{E39234AC-CFE7-8AF7-7814-4BC927656DD5}"/>
              </a:ext>
            </a:extLst>
          </p:cNvPr>
          <p:cNvGrpSpPr>
            <a:grpSpLocks/>
          </p:cNvGrpSpPr>
          <p:nvPr/>
        </p:nvGrpSpPr>
        <p:grpSpPr bwMode="auto">
          <a:xfrm>
            <a:off x="2586037" y="2996806"/>
            <a:ext cx="1052513" cy="461963"/>
            <a:chOff x="1223" y="1445"/>
            <a:chExt cx="884" cy="388"/>
          </a:xfrm>
        </p:grpSpPr>
        <p:sp>
          <p:nvSpPr>
            <p:cNvPr id="4044866" name="Text Box 66">
              <a:extLst>
                <a:ext uri="{FF2B5EF4-FFF2-40B4-BE49-F238E27FC236}">
                  <a16:creationId xmlns:a16="http://schemas.microsoft.com/office/drawing/2014/main" id="{A3D2185F-285D-6D63-2F7A-086833E80CEC}"/>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0.258×0.135</a:t>
              </a:r>
            </a:p>
          </p:txBody>
        </p:sp>
        <p:sp>
          <p:nvSpPr>
            <p:cNvPr id="4044867" name="Text Box 67">
              <a:extLst>
                <a:ext uri="{FF2B5EF4-FFF2-40B4-BE49-F238E27FC236}">
                  <a16:creationId xmlns:a16="http://schemas.microsoft.com/office/drawing/2014/main" id="{53B77C39-2A6A-EC97-65A9-45061CE01E42}"/>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=0.035</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68" name="Group 68">
            <a:extLst>
              <a:ext uri="{FF2B5EF4-FFF2-40B4-BE49-F238E27FC236}">
                <a16:creationId xmlns:a16="http://schemas.microsoft.com/office/drawing/2014/main" id="{7904B32F-30CA-D697-6EFB-6BFEFE9A457D}"/>
              </a:ext>
            </a:extLst>
          </p:cNvPr>
          <p:cNvGrpSpPr>
            <a:grpSpLocks/>
          </p:cNvGrpSpPr>
          <p:nvPr/>
        </p:nvGrpSpPr>
        <p:grpSpPr bwMode="auto">
          <a:xfrm>
            <a:off x="3790950" y="2089549"/>
            <a:ext cx="1052513" cy="461963"/>
            <a:chOff x="1223" y="1445"/>
            <a:chExt cx="884" cy="388"/>
          </a:xfrm>
        </p:grpSpPr>
        <p:sp>
          <p:nvSpPr>
            <p:cNvPr id="4044869" name="Text Box 69">
              <a:extLst>
                <a:ext uri="{FF2B5EF4-FFF2-40B4-BE49-F238E27FC236}">
                  <a16:creationId xmlns:a16="http://schemas.microsoft.com/office/drawing/2014/main" id="{BD915475-2804-0E7B-506C-FC50215AFB97}"/>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0.636×0.067</a:t>
              </a:r>
            </a:p>
          </p:txBody>
        </p:sp>
        <p:sp>
          <p:nvSpPr>
            <p:cNvPr id="4044870" name="Text Box 70">
              <a:extLst>
                <a:ext uri="{FF2B5EF4-FFF2-40B4-BE49-F238E27FC236}">
                  <a16:creationId xmlns:a16="http://schemas.microsoft.com/office/drawing/2014/main" id="{3348ECCD-915E-60BA-768E-BC1CE5384C2E}"/>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=0.043</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71" name="Group 71">
            <a:extLst>
              <a:ext uri="{FF2B5EF4-FFF2-40B4-BE49-F238E27FC236}">
                <a16:creationId xmlns:a16="http://schemas.microsoft.com/office/drawing/2014/main" id="{252CEAE1-90D4-9C9C-8476-90DDB68A4160}"/>
              </a:ext>
            </a:extLst>
          </p:cNvPr>
          <p:cNvGrpSpPr>
            <a:grpSpLocks/>
          </p:cNvGrpSpPr>
          <p:nvPr/>
        </p:nvGrpSpPr>
        <p:grpSpPr bwMode="auto">
          <a:xfrm>
            <a:off x="3796903" y="2539606"/>
            <a:ext cx="1052513" cy="461963"/>
            <a:chOff x="1223" y="1445"/>
            <a:chExt cx="884" cy="388"/>
          </a:xfrm>
        </p:grpSpPr>
        <p:sp>
          <p:nvSpPr>
            <p:cNvPr id="4044872" name="Text Box 72">
              <a:extLst>
                <a:ext uri="{FF2B5EF4-FFF2-40B4-BE49-F238E27FC236}">
                  <a16:creationId xmlns:a16="http://schemas.microsoft.com/office/drawing/2014/main" id="{64ED36F0-02D3-DAE0-268F-2585682D5549}"/>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0.636×0.266</a:t>
              </a:r>
            </a:p>
          </p:txBody>
        </p:sp>
        <p:sp>
          <p:nvSpPr>
            <p:cNvPr id="4044873" name="Text Box 73">
              <a:extLst>
                <a:ext uri="{FF2B5EF4-FFF2-40B4-BE49-F238E27FC236}">
                  <a16:creationId xmlns:a16="http://schemas.microsoft.com/office/drawing/2014/main" id="{CBB3A625-560E-18FA-C2F2-729BF06336FC}"/>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=0.169</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74" name="Group 74">
            <a:extLst>
              <a:ext uri="{FF2B5EF4-FFF2-40B4-BE49-F238E27FC236}">
                <a16:creationId xmlns:a16="http://schemas.microsoft.com/office/drawing/2014/main" id="{200E99B7-5BCA-867C-B7BA-14CB7AB0F931}"/>
              </a:ext>
            </a:extLst>
          </p:cNvPr>
          <p:cNvGrpSpPr>
            <a:grpSpLocks/>
          </p:cNvGrpSpPr>
          <p:nvPr/>
        </p:nvGrpSpPr>
        <p:grpSpPr bwMode="auto">
          <a:xfrm>
            <a:off x="3771900" y="2996806"/>
            <a:ext cx="1052513" cy="461963"/>
            <a:chOff x="1223" y="1445"/>
            <a:chExt cx="884" cy="388"/>
          </a:xfrm>
        </p:grpSpPr>
        <p:sp>
          <p:nvSpPr>
            <p:cNvPr id="4044875" name="Text Box 75">
              <a:extLst>
                <a:ext uri="{FF2B5EF4-FFF2-40B4-BE49-F238E27FC236}">
                  <a16:creationId xmlns:a16="http://schemas.microsoft.com/office/drawing/2014/main" id="{79F0A787-0C4C-31ED-D187-54BFA68D81B2}"/>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0.636×0.099</a:t>
              </a:r>
            </a:p>
          </p:txBody>
        </p:sp>
        <p:sp>
          <p:nvSpPr>
            <p:cNvPr id="4044876" name="Text Box 76">
              <a:extLst>
                <a:ext uri="{FF2B5EF4-FFF2-40B4-BE49-F238E27FC236}">
                  <a16:creationId xmlns:a16="http://schemas.microsoft.com/office/drawing/2014/main" id="{3560D9E2-90F0-C5C6-D026-1DB0D6B00E35}"/>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=0.063</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77" name="Group 77">
            <a:extLst>
              <a:ext uri="{FF2B5EF4-FFF2-40B4-BE49-F238E27FC236}">
                <a16:creationId xmlns:a16="http://schemas.microsoft.com/office/drawing/2014/main" id="{E09B4B49-48F4-C065-2A1B-F845C6FFEDF9}"/>
              </a:ext>
            </a:extLst>
          </p:cNvPr>
          <p:cNvGrpSpPr>
            <a:grpSpLocks/>
          </p:cNvGrpSpPr>
          <p:nvPr/>
        </p:nvGrpSpPr>
        <p:grpSpPr bwMode="auto">
          <a:xfrm>
            <a:off x="4966097" y="1654969"/>
            <a:ext cx="1052513" cy="451247"/>
            <a:chOff x="1223" y="1445"/>
            <a:chExt cx="884" cy="379"/>
          </a:xfrm>
        </p:grpSpPr>
        <p:sp>
          <p:nvSpPr>
            <p:cNvPr id="4044878" name="Text Box 78">
              <a:extLst>
                <a:ext uri="{FF2B5EF4-FFF2-40B4-BE49-F238E27FC236}">
                  <a16:creationId xmlns:a16="http://schemas.microsoft.com/office/drawing/2014/main" id="{9EA34FE8-DB9D-A609-D29C-BBD5B758A4D7}"/>
                </a:ext>
              </a:extLst>
            </p:cNvPr>
            <p:cNvSpPr txBox="1">
              <a:spLocks noChangeArrowheads="1"/>
            </p:cNvSpPr>
            <p:nvPr/>
          </p:nvSpPr>
          <p:spPr bwMode="auto">
            <a:xfrm>
              <a:off x="1223" y="1445"/>
              <a:ext cx="8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0.106×0.25</a:t>
              </a:r>
            </a:p>
          </p:txBody>
        </p:sp>
        <p:sp>
          <p:nvSpPr>
            <p:cNvPr id="4044879" name="Text Box 79">
              <a:extLst>
                <a:ext uri="{FF2B5EF4-FFF2-40B4-BE49-F238E27FC236}">
                  <a16:creationId xmlns:a16="http://schemas.microsoft.com/office/drawing/2014/main" id="{3A03C7A7-2E68-7EB1-880C-57B0A04D4E2E}"/>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=0.027</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80" name="Group 80">
            <a:extLst>
              <a:ext uri="{FF2B5EF4-FFF2-40B4-BE49-F238E27FC236}">
                <a16:creationId xmlns:a16="http://schemas.microsoft.com/office/drawing/2014/main" id="{6301E382-967E-2A2A-8A73-64EC31A5E039}"/>
              </a:ext>
            </a:extLst>
          </p:cNvPr>
          <p:cNvGrpSpPr>
            <a:grpSpLocks/>
          </p:cNvGrpSpPr>
          <p:nvPr/>
        </p:nvGrpSpPr>
        <p:grpSpPr bwMode="auto">
          <a:xfrm>
            <a:off x="4956572" y="2064546"/>
            <a:ext cx="1052513" cy="461963"/>
            <a:chOff x="1223" y="1445"/>
            <a:chExt cx="884" cy="388"/>
          </a:xfrm>
        </p:grpSpPr>
        <p:sp>
          <p:nvSpPr>
            <p:cNvPr id="4044881" name="Text Box 81">
              <a:extLst>
                <a:ext uri="{FF2B5EF4-FFF2-40B4-BE49-F238E27FC236}">
                  <a16:creationId xmlns:a16="http://schemas.microsoft.com/office/drawing/2014/main" id="{5F61C8DE-DF11-1424-A0F0-669F5F6433BD}"/>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0.106×0.549</a:t>
              </a:r>
            </a:p>
          </p:txBody>
        </p:sp>
        <p:sp>
          <p:nvSpPr>
            <p:cNvPr id="4044882" name="Text Box 82">
              <a:extLst>
                <a:ext uri="{FF2B5EF4-FFF2-40B4-BE49-F238E27FC236}">
                  <a16:creationId xmlns:a16="http://schemas.microsoft.com/office/drawing/2014/main" id="{79F32CAD-30AE-27B8-6707-10E46F610434}"/>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=0.058</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83" name="Group 83">
            <a:extLst>
              <a:ext uri="{FF2B5EF4-FFF2-40B4-BE49-F238E27FC236}">
                <a16:creationId xmlns:a16="http://schemas.microsoft.com/office/drawing/2014/main" id="{614D1BC3-5428-B904-065C-FCB81A0EA220}"/>
              </a:ext>
            </a:extLst>
          </p:cNvPr>
          <p:cNvGrpSpPr>
            <a:grpSpLocks/>
          </p:cNvGrpSpPr>
          <p:nvPr/>
        </p:nvGrpSpPr>
        <p:grpSpPr bwMode="auto">
          <a:xfrm>
            <a:off x="4966097" y="2531271"/>
            <a:ext cx="1052513" cy="461963"/>
            <a:chOff x="1223" y="1445"/>
            <a:chExt cx="884" cy="388"/>
          </a:xfrm>
        </p:grpSpPr>
        <p:sp>
          <p:nvSpPr>
            <p:cNvPr id="4044884" name="Text Box 84">
              <a:extLst>
                <a:ext uri="{FF2B5EF4-FFF2-40B4-BE49-F238E27FC236}">
                  <a16:creationId xmlns:a16="http://schemas.microsoft.com/office/drawing/2014/main" id="{252C4DC5-6D8E-CFD4-0B97-C35D548F5B65}"/>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0.106×0.075</a:t>
              </a:r>
            </a:p>
          </p:txBody>
        </p:sp>
        <p:sp>
          <p:nvSpPr>
            <p:cNvPr id="4044885" name="Text Box 85">
              <a:extLst>
                <a:ext uri="{FF2B5EF4-FFF2-40B4-BE49-F238E27FC236}">
                  <a16:creationId xmlns:a16="http://schemas.microsoft.com/office/drawing/2014/main" id="{89D630DF-D3C0-75D7-EC3B-B139B3C106D6}"/>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=0.008</a:t>
              </a:r>
              <a:endParaRPr lang="zh-CN" altLang="en-US" sz="1200">
                <a:solidFill>
                  <a:srgbClr val="000000"/>
                </a:solidFill>
                <a:latin typeface="Arial" panose="020B0604020202020204" pitchFamily="34" charset="0"/>
                <a:ea typeface="宋体" panose="02010600030101010101" pitchFamily="2" charset="-122"/>
              </a:endParaRPr>
            </a:p>
          </p:txBody>
        </p:sp>
      </p:grpSp>
      <p:grpSp>
        <p:nvGrpSpPr>
          <p:cNvPr id="4044886" name="Group 86">
            <a:extLst>
              <a:ext uri="{FF2B5EF4-FFF2-40B4-BE49-F238E27FC236}">
                <a16:creationId xmlns:a16="http://schemas.microsoft.com/office/drawing/2014/main" id="{A08F28D9-764F-FBB9-F19A-A59A91C71787}"/>
              </a:ext>
            </a:extLst>
          </p:cNvPr>
          <p:cNvGrpSpPr>
            <a:grpSpLocks/>
          </p:cNvGrpSpPr>
          <p:nvPr/>
        </p:nvGrpSpPr>
        <p:grpSpPr bwMode="auto">
          <a:xfrm>
            <a:off x="4994672" y="2988471"/>
            <a:ext cx="1052513" cy="461963"/>
            <a:chOff x="1223" y="1445"/>
            <a:chExt cx="884" cy="388"/>
          </a:xfrm>
        </p:grpSpPr>
        <p:sp>
          <p:nvSpPr>
            <p:cNvPr id="4044887" name="Text Box 87">
              <a:extLst>
                <a:ext uri="{FF2B5EF4-FFF2-40B4-BE49-F238E27FC236}">
                  <a16:creationId xmlns:a16="http://schemas.microsoft.com/office/drawing/2014/main" id="{18AFDF91-588C-B3FB-D8AE-B8F88D05AE71}"/>
                </a:ext>
              </a:extLst>
            </p:cNvPr>
            <p:cNvSpPr txBox="1">
              <a:spLocks noChangeArrowheads="1"/>
            </p:cNvSpPr>
            <p:nvPr/>
          </p:nvSpPr>
          <p:spPr bwMode="auto">
            <a:xfrm>
              <a:off x="1223" y="1445"/>
              <a:ext cx="88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0.106×0.127</a:t>
              </a:r>
            </a:p>
          </p:txBody>
        </p:sp>
        <p:sp>
          <p:nvSpPr>
            <p:cNvPr id="4044888" name="Text Box 88">
              <a:extLst>
                <a:ext uri="{FF2B5EF4-FFF2-40B4-BE49-F238E27FC236}">
                  <a16:creationId xmlns:a16="http://schemas.microsoft.com/office/drawing/2014/main" id="{31A9A65E-F7D8-D597-7904-244C8025D3B8}"/>
                </a:ext>
              </a:extLst>
            </p:cNvPr>
            <p:cNvSpPr txBox="1">
              <a:spLocks noChangeArrowheads="1"/>
            </p:cNvSpPr>
            <p:nvPr/>
          </p:nvSpPr>
          <p:spPr bwMode="auto">
            <a:xfrm>
              <a:off x="1265" y="1591"/>
              <a:ext cx="5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=0.013</a:t>
              </a:r>
              <a:endParaRPr lang="zh-CN" altLang="en-US" sz="1200">
                <a:solidFill>
                  <a:srgbClr val="000000"/>
                </a:solidFill>
                <a:latin typeface="Arial" panose="020B0604020202020204" pitchFamily="34" charset="0"/>
                <a:ea typeface="宋体" panose="02010600030101010101" pitchFamily="2" charset="-122"/>
              </a:endParaRPr>
            </a:p>
          </p:txBody>
        </p:sp>
      </p:grpSp>
      <p:sp>
        <p:nvSpPr>
          <p:cNvPr id="4044889" name="Text Box 89">
            <a:extLst>
              <a:ext uri="{FF2B5EF4-FFF2-40B4-BE49-F238E27FC236}">
                <a16:creationId xmlns:a16="http://schemas.microsoft.com/office/drawing/2014/main" id="{02B03281-834A-46DE-A365-2DFCB69D0430}"/>
              </a:ext>
            </a:extLst>
          </p:cNvPr>
          <p:cNvSpPr txBox="1">
            <a:spLocks noChangeArrowheads="1"/>
          </p:cNvSpPr>
          <p:nvPr/>
        </p:nvSpPr>
        <p:spPr bwMode="auto">
          <a:xfrm>
            <a:off x="6206729" y="1654969"/>
            <a:ext cx="48282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0.44</a:t>
            </a:r>
          </a:p>
        </p:txBody>
      </p:sp>
      <p:sp>
        <p:nvSpPr>
          <p:cNvPr id="4044890" name="Text Box 90">
            <a:extLst>
              <a:ext uri="{FF2B5EF4-FFF2-40B4-BE49-F238E27FC236}">
                <a16:creationId xmlns:a16="http://schemas.microsoft.com/office/drawing/2014/main" id="{84A0B7A5-57A8-3CD8-DDCF-29018902597A}"/>
              </a:ext>
            </a:extLst>
          </p:cNvPr>
          <p:cNvSpPr txBox="1">
            <a:spLocks noChangeArrowheads="1"/>
          </p:cNvSpPr>
          <p:nvPr/>
        </p:nvSpPr>
        <p:spPr bwMode="auto">
          <a:xfrm>
            <a:off x="6206729" y="2097882"/>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0.252</a:t>
            </a:r>
          </a:p>
        </p:txBody>
      </p:sp>
      <p:sp>
        <p:nvSpPr>
          <p:cNvPr id="4044891" name="Text Box 91">
            <a:extLst>
              <a:ext uri="{FF2B5EF4-FFF2-40B4-BE49-F238E27FC236}">
                <a16:creationId xmlns:a16="http://schemas.microsoft.com/office/drawing/2014/main" id="{8AE20C6A-DA67-EC64-A9A7-B4CB484D182D}"/>
              </a:ext>
            </a:extLst>
          </p:cNvPr>
          <p:cNvSpPr txBox="1">
            <a:spLocks noChangeArrowheads="1"/>
          </p:cNvSpPr>
          <p:nvPr/>
        </p:nvSpPr>
        <p:spPr bwMode="auto">
          <a:xfrm>
            <a:off x="6206729" y="2539604"/>
            <a:ext cx="567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0.194</a:t>
            </a:r>
          </a:p>
        </p:txBody>
      </p:sp>
      <p:sp>
        <p:nvSpPr>
          <p:cNvPr id="4044892" name="Text Box 92">
            <a:extLst>
              <a:ext uri="{FF2B5EF4-FFF2-40B4-BE49-F238E27FC236}">
                <a16:creationId xmlns:a16="http://schemas.microsoft.com/office/drawing/2014/main" id="{3DBB7419-6E4B-4B43-BE82-6CDA86C87620}"/>
              </a:ext>
            </a:extLst>
          </p:cNvPr>
          <p:cNvSpPr txBox="1">
            <a:spLocks noChangeArrowheads="1"/>
          </p:cNvSpPr>
          <p:nvPr/>
        </p:nvSpPr>
        <p:spPr bwMode="auto">
          <a:xfrm>
            <a:off x="6212682" y="2996804"/>
            <a:ext cx="47141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a:spAutoFit/>
          </a:bodyPr>
          <a:lstStyle/>
          <a:p>
            <a:pPr defTabSz="685800" eaLnBrk="0" fontAlgn="base" hangingPunct="0">
              <a:spcBef>
                <a:spcPct val="50000"/>
              </a:spcBef>
              <a:spcAft>
                <a:spcPct val="0"/>
              </a:spcAft>
            </a:pPr>
            <a:r>
              <a:rPr lang="en-US" altLang="zh-CN" sz="1200">
                <a:solidFill>
                  <a:srgbClr val="000000"/>
                </a:solidFill>
                <a:latin typeface="Arial" panose="020B0604020202020204" pitchFamily="34" charset="0"/>
                <a:ea typeface="宋体" panose="02010600030101010101" pitchFamily="2" charset="-122"/>
              </a:rPr>
              <a:t>0.11</a:t>
            </a:r>
          </a:p>
        </p:txBody>
      </p:sp>
      <p:sp>
        <p:nvSpPr>
          <p:cNvPr id="4044893" name="Line 93">
            <a:extLst>
              <a:ext uri="{FF2B5EF4-FFF2-40B4-BE49-F238E27FC236}">
                <a16:creationId xmlns:a16="http://schemas.microsoft.com/office/drawing/2014/main" id="{9640C80A-E939-3026-3239-09C10611AEF3}"/>
              </a:ext>
            </a:extLst>
          </p:cNvPr>
          <p:cNvSpPr>
            <a:spLocks noChangeShapeType="1"/>
          </p:cNvSpPr>
          <p:nvPr/>
        </p:nvSpPr>
        <p:spPr bwMode="auto">
          <a:xfrm>
            <a:off x="2170510" y="3423047"/>
            <a:ext cx="45434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endParaRPr lang="zh-CN" altLang="en-US" sz="1200">
              <a:solidFill>
                <a:srgbClr val="000000"/>
              </a:solidFill>
              <a:latin typeface="Arial" panose="020B0604020202020204" pitchFamily="34" charset="0"/>
              <a:ea typeface="宋体" panose="02010600030101010101" pitchFamily="2" charset="-122"/>
            </a:endParaRPr>
          </a:p>
        </p:txBody>
      </p:sp>
      <p:sp>
        <p:nvSpPr>
          <p:cNvPr id="4044894" name="Rectangle 94">
            <a:extLst>
              <a:ext uri="{FF2B5EF4-FFF2-40B4-BE49-F238E27FC236}">
                <a16:creationId xmlns:a16="http://schemas.microsoft.com/office/drawing/2014/main" id="{990E5983-77EE-ED5C-63DD-F74B5CF595AE}"/>
              </a:ext>
            </a:extLst>
          </p:cNvPr>
          <p:cNvSpPr>
            <a:spLocks noChangeArrowheads="1"/>
          </p:cNvSpPr>
          <p:nvPr/>
        </p:nvSpPr>
        <p:spPr bwMode="auto">
          <a:xfrm>
            <a:off x="1419225" y="3619411"/>
            <a:ext cx="6410325" cy="1200329"/>
          </a:xfrm>
          <a:prstGeom prst="rect">
            <a:avLst/>
          </a:prstGeom>
          <a:gradFill rotWithShape="1">
            <a:gsLst>
              <a:gs pos="0">
                <a:srgbClr val="CC0099">
                  <a:gamma/>
                  <a:shade val="46275"/>
                  <a:invGamma/>
                </a:srgbClr>
              </a:gs>
              <a:gs pos="50000">
                <a:srgbClr val="CC0099"/>
              </a:gs>
              <a:gs pos="100000">
                <a:srgbClr val="CC0099">
                  <a:gamma/>
                  <a:shade val="46275"/>
                  <a:invGamma/>
                </a:srgbClr>
              </a:gs>
            </a:gsLst>
            <a:lin ang="5400000" scaled="1"/>
          </a:gradFill>
          <a:ln w="19050">
            <a:solidFill>
              <a:schemeClr val="tx1"/>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anchor="ctr">
            <a:spAutoFit/>
          </a:bodyPr>
          <a:lstStyle/>
          <a:p>
            <a:pPr defTabSz="685800" eaLnBrk="0" fontAlgn="base" hangingPunct="0">
              <a:spcBef>
                <a:spcPct val="50000"/>
              </a:spcBef>
              <a:spcAft>
                <a:spcPct val="0"/>
              </a:spcAft>
            </a:pPr>
            <a:r>
              <a:rPr lang="zh-CN" altLang="en-US" b="1" dirty="0">
                <a:solidFill>
                  <a:srgbClr val="FFFFFF"/>
                </a:solidFill>
                <a:latin typeface="Arial" panose="020B0604020202020204" pitchFamily="34" charset="0"/>
                <a:ea typeface="宋体" panose="02010600030101010101" pitchFamily="2" charset="-122"/>
              </a:rPr>
              <a:t>结论：</a:t>
            </a:r>
            <a:r>
              <a:rPr lang="zh-CN" altLang="en-US" dirty="0">
                <a:solidFill>
                  <a:srgbClr val="FFFFFF"/>
                </a:solidFill>
                <a:latin typeface="Arial" panose="020B0604020202020204" pitchFamily="34" charset="0"/>
                <a:ea typeface="宋体" panose="02010600030101010101" pitchFamily="2" charset="-122"/>
              </a:rPr>
              <a:t>由以上所示各方案的相对重要性大小可知</a:t>
            </a:r>
            <a:r>
              <a:rPr lang="en-US" altLang="zh-CN" dirty="0">
                <a:solidFill>
                  <a:srgbClr val="FFFFFF"/>
                </a:solidFill>
                <a:latin typeface="Arial" panose="020B0604020202020204" pitchFamily="34" charset="0"/>
                <a:ea typeface="宋体" panose="02010600030101010101" pitchFamily="2" charset="-122"/>
              </a:rPr>
              <a:t>,</a:t>
            </a:r>
            <a:r>
              <a:rPr lang="zh-CN" altLang="en-US" dirty="0">
                <a:solidFill>
                  <a:srgbClr val="FFFFFF"/>
                </a:solidFill>
                <a:latin typeface="Arial" panose="020B0604020202020204" pitchFamily="34" charset="0"/>
                <a:ea typeface="宋体" panose="02010600030101010101" pitchFamily="2" charset="-122"/>
              </a:rPr>
              <a:t>选择投资房地产是最好的方案</a:t>
            </a:r>
            <a:r>
              <a:rPr lang="en-US" altLang="zh-CN" dirty="0">
                <a:solidFill>
                  <a:srgbClr val="FFFFFF"/>
                </a:solidFill>
                <a:latin typeface="Arial" panose="020B0604020202020204" pitchFamily="34" charset="0"/>
                <a:ea typeface="宋体" panose="02010600030101010101" pitchFamily="2" charset="-122"/>
              </a:rPr>
              <a:t>,</a:t>
            </a:r>
            <a:r>
              <a:rPr lang="zh-CN" altLang="en-US" dirty="0">
                <a:solidFill>
                  <a:srgbClr val="FFFFFF"/>
                </a:solidFill>
                <a:latin typeface="Arial" panose="020B0604020202020204" pitchFamily="34" charset="0"/>
                <a:ea typeface="宋体" panose="02010600030101010101" pitchFamily="2" charset="-122"/>
              </a:rPr>
              <a:t>而投资股市次之，投资工业第三，投资高技术产业最差。当然，如果构造的判断矩阵不同，回得出相异的结论。</a:t>
            </a:r>
            <a:endParaRPr lang="en-US" altLang="zh-CN" dirty="0">
              <a:solidFill>
                <a:srgbClr val="FFFFFF"/>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层次分析法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例</a:t>
            </a:r>
            <a:r>
              <a:rPr lang="en-US" altLang="zh-CN" dirty="0">
                <a:solidFill>
                  <a:srgbClr val="000000"/>
                </a:solidFill>
                <a:latin typeface="华文楷体" panose="02010600040101010101" pitchFamily="2" charset="-122"/>
                <a:ea typeface="华文楷体" panose="02010600040101010101" pitchFamily="2" charset="-122"/>
              </a:rPr>
              <a:t>] </a:t>
            </a:r>
            <a:r>
              <a:rPr lang="zh-CN" altLang="en-US" dirty="0">
                <a:solidFill>
                  <a:srgbClr val="000000"/>
                </a:solidFill>
                <a:latin typeface="华文楷体" panose="02010600040101010101" pitchFamily="2" charset="-122"/>
                <a:ea typeface="华文楷体" panose="02010600040101010101" pitchFamily="2" charset="-122"/>
              </a:rPr>
              <a:t>软件企业为今后的软件开发工作的需要，欲在市场上选购一台计算机。今从市场调查得知有三种型号的计算机</a:t>
            </a:r>
            <a:r>
              <a:rPr lang="en-US" altLang="zh-CN" dirty="0">
                <a:solidFill>
                  <a:srgbClr val="000000"/>
                </a:solidFill>
                <a:latin typeface="华文楷体" panose="02010600040101010101" pitchFamily="2" charset="-122"/>
                <a:ea typeface="华文楷体" panose="02010600040101010101" pitchFamily="2" charset="-122"/>
              </a:rPr>
              <a:t>A1,A2,A3</a:t>
            </a:r>
            <a:r>
              <a:rPr lang="zh-CN" altLang="en-US" dirty="0">
                <a:solidFill>
                  <a:srgbClr val="000000"/>
                </a:solidFill>
                <a:latin typeface="华文楷体" panose="02010600040101010101" pitchFamily="2" charset="-122"/>
                <a:ea typeface="华文楷体" panose="02010600040101010101" pitchFamily="2" charset="-122"/>
              </a:rPr>
              <a:t>可供选择。它们在价格、性能</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存储空间、网络通信</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和软件等方面均有不同差异。试利用层次分析法建立该设备选型问题的决策模型，并作相应的排序求解。</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解：该决策模型设为</a:t>
            </a:r>
            <a:r>
              <a:rPr lang="en-US" altLang="zh-CN" dirty="0">
                <a:solidFill>
                  <a:srgbClr val="000000"/>
                </a:solidFill>
                <a:latin typeface="华文楷体" panose="02010600040101010101" pitchFamily="2" charset="-122"/>
                <a:ea typeface="华文楷体" panose="02010600040101010101" pitchFamily="2" charset="-122"/>
              </a:rPr>
              <a:t>D={Z,W,B,A},</a:t>
            </a:r>
            <a:r>
              <a:rPr lang="zh-CN" altLang="en-US" dirty="0">
                <a:solidFill>
                  <a:srgbClr val="000000"/>
                </a:solidFill>
                <a:latin typeface="华文楷体" panose="02010600040101010101" pitchFamily="2" charset="-122"/>
                <a:ea typeface="华文楷体" panose="02010600040101010101" pitchFamily="2" charset="-122"/>
              </a:rPr>
              <a:t>其中指标体系为</a:t>
            </a:r>
            <a:r>
              <a:rPr lang="en-US" altLang="zh-CN" dirty="0">
                <a:solidFill>
                  <a:srgbClr val="000000"/>
                </a:solidFill>
                <a:latin typeface="华文楷体" panose="02010600040101010101" pitchFamily="2" charset="-122"/>
                <a:ea typeface="华文楷体" panose="02010600040101010101" pitchFamily="2" charset="-122"/>
              </a:rPr>
              <a:t>B1(</a:t>
            </a:r>
            <a:r>
              <a:rPr lang="zh-CN" altLang="en-US" dirty="0">
                <a:solidFill>
                  <a:srgbClr val="000000"/>
                </a:solidFill>
                <a:latin typeface="华文楷体" panose="02010600040101010101" pitchFamily="2" charset="-122"/>
                <a:ea typeface="华文楷体" panose="02010600040101010101" pitchFamily="2" charset="-122"/>
              </a:rPr>
              <a:t>价格</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B2(</a:t>
            </a:r>
            <a:r>
              <a:rPr lang="zh-CN" altLang="en-US" dirty="0">
                <a:solidFill>
                  <a:srgbClr val="000000"/>
                </a:solidFill>
                <a:latin typeface="华文楷体" panose="02010600040101010101" pitchFamily="2" charset="-122"/>
                <a:ea typeface="华文楷体" panose="02010600040101010101" pitchFamily="2" charset="-122"/>
              </a:rPr>
              <a:t>性能</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B21(</a:t>
            </a:r>
            <a:r>
              <a:rPr lang="zh-CN" altLang="en-US" dirty="0">
                <a:solidFill>
                  <a:srgbClr val="000000"/>
                </a:solidFill>
                <a:latin typeface="华文楷体" panose="02010600040101010101" pitchFamily="2" charset="-122"/>
                <a:ea typeface="华文楷体" panose="02010600040101010101" pitchFamily="2" charset="-122"/>
              </a:rPr>
              <a:t>存储空间</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B22</a:t>
            </a:r>
            <a:r>
              <a:rPr lang="zh-CN" altLang="en-US" dirty="0">
                <a:solidFill>
                  <a:srgbClr val="000000"/>
                </a:solidFill>
                <a:latin typeface="华文楷体" panose="02010600040101010101" pitchFamily="2" charset="-122"/>
                <a:ea typeface="华文楷体" panose="02010600040101010101" pitchFamily="2" charset="-122"/>
              </a:rPr>
              <a:t>（网络通信），</a:t>
            </a:r>
            <a:r>
              <a:rPr lang="en-US" altLang="zh-CN" dirty="0">
                <a:solidFill>
                  <a:srgbClr val="000000"/>
                </a:solidFill>
                <a:latin typeface="华文楷体" panose="02010600040101010101" pitchFamily="2" charset="-122"/>
                <a:ea typeface="华文楷体" panose="02010600040101010101" pitchFamily="2" charset="-122"/>
              </a:rPr>
              <a:t>B3(</a:t>
            </a:r>
            <a:r>
              <a:rPr lang="zh-CN" altLang="en-US" dirty="0">
                <a:solidFill>
                  <a:srgbClr val="000000"/>
                </a:solidFill>
                <a:latin typeface="华文楷体" panose="02010600040101010101" pitchFamily="2" charset="-122"/>
                <a:ea typeface="华文楷体" panose="02010600040101010101" pitchFamily="2" charset="-122"/>
              </a:rPr>
              <a:t>软件</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。这些指标的层次结构图见图</a:t>
            </a:r>
            <a:r>
              <a:rPr lang="en-US" altLang="zh-CN" dirty="0">
                <a:solidFill>
                  <a:srgbClr val="000000"/>
                </a:solidFill>
                <a:latin typeface="华文楷体" panose="02010600040101010101" pitchFamily="2" charset="-122"/>
                <a:ea typeface="华文楷体" panose="02010600040101010101" pitchFamily="2" charset="-122"/>
              </a:rPr>
              <a:t>2.15</a:t>
            </a:r>
            <a:r>
              <a:rPr lang="zh-CN" altLang="en-US" dirty="0">
                <a:solidFill>
                  <a:srgbClr val="000000"/>
                </a:solidFill>
                <a:latin typeface="华文楷体" panose="02010600040101010101" pitchFamily="2" charset="-122"/>
                <a:ea typeface="华文楷体" panose="02010600040101010101" pitchFamily="2" charset="-122"/>
              </a:rPr>
              <a:t>。各指标的相对重要性权值分为</a:t>
            </a:r>
            <a:r>
              <a:rPr lang="en-US" altLang="zh-CN" dirty="0">
                <a:solidFill>
                  <a:srgbClr val="000000"/>
                </a:solidFill>
                <a:latin typeface="华文楷体" panose="02010600040101010101" pitchFamily="2" charset="-122"/>
                <a:ea typeface="华文楷体" panose="02010600040101010101" pitchFamily="2" charset="-122"/>
              </a:rPr>
              <a:t>W1,W2,W21,W22,W3.</a:t>
            </a:r>
            <a:r>
              <a:rPr lang="zh-CN" altLang="en-US" dirty="0">
                <a:solidFill>
                  <a:srgbClr val="000000"/>
                </a:solidFill>
                <a:latin typeface="华文楷体" panose="02010600040101010101" pitchFamily="2" charset="-122"/>
                <a:ea typeface="华文楷体" panose="02010600040101010101" pitchFamily="2" charset="-122"/>
              </a:rPr>
              <a:t>方案集</a:t>
            </a:r>
            <a:r>
              <a:rPr lang="en-US" altLang="zh-CN" dirty="0">
                <a:solidFill>
                  <a:srgbClr val="000000"/>
                </a:solidFill>
                <a:latin typeface="华文楷体" panose="02010600040101010101" pitchFamily="2" charset="-122"/>
                <a:ea typeface="华文楷体" panose="02010600040101010101" pitchFamily="2" charset="-122"/>
              </a:rPr>
              <a:t>A=(A1,A2,A3),</a:t>
            </a:r>
            <a:r>
              <a:rPr lang="zh-CN" altLang="en-US" dirty="0">
                <a:solidFill>
                  <a:srgbClr val="000000"/>
                </a:solidFill>
                <a:latin typeface="华文楷体" panose="02010600040101010101" pitchFamily="2" charset="-122"/>
                <a:ea typeface="华文楷体" panose="02010600040101010101" pitchFamily="2" charset="-122"/>
              </a:rPr>
              <a:t>分别表示待购的三种型号计算机。</a:t>
            </a:r>
          </a:p>
        </p:txBody>
      </p:sp>
    </p:spTree>
    <p:extLst>
      <p:ext uri="{BB962C8B-B14F-4D97-AF65-F5344CB8AC3E}">
        <p14:creationId xmlns:p14="http://schemas.microsoft.com/office/powerpoint/2010/main" val="35967574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321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确定待评方案</a:t>
            </a:r>
            <a:r>
              <a:rPr lang="en-US" altLang="zh-CN" sz="2400" spc="300" dirty="0">
                <a:latin typeface="微软雅黑" panose="020B0503020204020204" pitchFamily="34" charset="-122"/>
                <a:ea typeface="微软雅黑" panose="020B0503020204020204" pitchFamily="34" charset="-122"/>
              </a:rPr>
              <a:t>A </a:t>
            </a:r>
            <a:r>
              <a:rPr lang="zh-CN" altLang="en-US" sz="2400" spc="300" dirty="0">
                <a:latin typeface="微软雅黑" panose="020B0503020204020204" pitchFamily="34" charset="-122"/>
                <a:ea typeface="微软雅黑" panose="020B0503020204020204" pitchFamily="34" charset="-122"/>
              </a:rPr>
              <a:t>、指标</a:t>
            </a:r>
            <a:r>
              <a:rPr lang="en-US" altLang="zh-CN" sz="2400" spc="300" dirty="0">
                <a:latin typeface="微软雅黑" panose="020B0503020204020204" pitchFamily="34" charset="-122"/>
                <a:ea typeface="微软雅黑" panose="020B0503020204020204" pitchFamily="34" charset="-122"/>
              </a:rPr>
              <a:t>X</a:t>
            </a:r>
            <a:r>
              <a:rPr lang="zh-CN" altLang="en-US" sz="2400" spc="300" dirty="0">
                <a:latin typeface="微软雅黑" panose="020B0503020204020204" pitchFamily="34" charset="-122"/>
                <a:ea typeface="微软雅黑" panose="020B0503020204020204" pitchFamily="34" charset="-122"/>
              </a:rPr>
              <a:t>及其层次结构</a:t>
            </a:r>
          </a:p>
        </p:txBody>
      </p:sp>
      <p:grpSp>
        <p:nvGrpSpPr>
          <p:cNvPr id="6" name="Group 3">
            <a:extLst>
              <a:ext uri="{FF2B5EF4-FFF2-40B4-BE49-F238E27FC236}">
                <a16:creationId xmlns:a16="http://schemas.microsoft.com/office/drawing/2014/main" id="{79E94EEB-9C9A-4FF5-A4CC-BB010E6BF045}"/>
              </a:ext>
            </a:extLst>
          </p:cNvPr>
          <p:cNvGrpSpPr>
            <a:grpSpLocks/>
          </p:cNvGrpSpPr>
          <p:nvPr/>
        </p:nvGrpSpPr>
        <p:grpSpPr bwMode="auto">
          <a:xfrm>
            <a:off x="2559050" y="703205"/>
            <a:ext cx="4025900" cy="4467226"/>
            <a:chOff x="1202" y="1161"/>
            <a:chExt cx="2536" cy="2814"/>
          </a:xfrm>
        </p:grpSpPr>
        <p:sp>
          <p:nvSpPr>
            <p:cNvPr id="7" name="Text Box 4">
              <a:extLst>
                <a:ext uri="{FF2B5EF4-FFF2-40B4-BE49-F238E27FC236}">
                  <a16:creationId xmlns:a16="http://schemas.microsoft.com/office/drawing/2014/main" id="{4C355974-5EB8-439A-AA0A-5389F8C40D79}"/>
                </a:ext>
              </a:extLst>
            </p:cNvPr>
            <p:cNvSpPr txBox="1">
              <a:spLocks noChangeArrowheads="1"/>
            </p:cNvSpPr>
            <p:nvPr/>
          </p:nvSpPr>
          <p:spPr bwMode="auto">
            <a:xfrm>
              <a:off x="1202" y="1888"/>
              <a:ext cx="767" cy="294"/>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dirty="0">
                  <a:latin typeface="华文楷体" panose="02010600040101010101" pitchFamily="2" charset="-122"/>
                  <a:ea typeface="华文楷体" panose="02010600040101010101" pitchFamily="2" charset="-122"/>
                </a:rPr>
                <a:t>价格 </a:t>
              </a:r>
              <a:r>
                <a:rPr lang="en-US" altLang="zh-CN" sz="2400" u="none" dirty="0">
                  <a:latin typeface="华文楷体" panose="02010600040101010101" pitchFamily="2" charset="-122"/>
                  <a:ea typeface="华文楷体" panose="02010600040101010101" pitchFamily="2" charset="-122"/>
                </a:rPr>
                <a:t>B</a:t>
              </a:r>
              <a:r>
                <a:rPr lang="en-US" altLang="zh-CN" sz="2400" u="none" baseline="-25000" dirty="0">
                  <a:latin typeface="华文楷体" panose="02010600040101010101" pitchFamily="2" charset="-122"/>
                  <a:ea typeface="华文楷体" panose="02010600040101010101" pitchFamily="2" charset="-122"/>
                </a:rPr>
                <a:t>1</a:t>
              </a:r>
            </a:p>
          </p:txBody>
        </p:sp>
        <p:grpSp>
          <p:nvGrpSpPr>
            <p:cNvPr id="8" name="Group 5">
              <a:extLst>
                <a:ext uri="{FF2B5EF4-FFF2-40B4-BE49-F238E27FC236}">
                  <a16:creationId xmlns:a16="http://schemas.microsoft.com/office/drawing/2014/main" id="{D6EC4940-C268-479A-BC25-CC61CAEA2BDF}"/>
                </a:ext>
              </a:extLst>
            </p:cNvPr>
            <p:cNvGrpSpPr>
              <a:grpSpLocks/>
            </p:cNvGrpSpPr>
            <p:nvPr/>
          </p:nvGrpSpPr>
          <p:grpSpPr bwMode="auto">
            <a:xfrm>
              <a:off x="1429" y="1161"/>
              <a:ext cx="2309" cy="2814"/>
              <a:chOff x="1429" y="1161"/>
              <a:chExt cx="2309" cy="2814"/>
            </a:xfrm>
          </p:grpSpPr>
          <p:sp>
            <p:nvSpPr>
              <p:cNvPr id="9" name="Text Box 6">
                <a:extLst>
                  <a:ext uri="{FF2B5EF4-FFF2-40B4-BE49-F238E27FC236}">
                    <a16:creationId xmlns:a16="http://schemas.microsoft.com/office/drawing/2014/main" id="{9CB61666-05B3-4E3E-A469-A7B954F64209}"/>
                  </a:ext>
                </a:extLst>
              </p:cNvPr>
              <p:cNvSpPr txBox="1">
                <a:spLocks noChangeArrowheads="1"/>
              </p:cNvSpPr>
              <p:nvPr/>
            </p:nvSpPr>
            <p:spPr bwMode="auto">
              <a:xfrm>
                <a:off x="1799" y="1161"/>
                <a:ext cx="1270" cy="333"/>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800" u="none" dirty="0">
                    <a:latin typeface="华文楷体" panose="02010600040101010101" pitchFamily="2" charset="-122"/>
                    <a:ea typeface="华文楷体" panose="02010600040101010101" pitchFamily="2" charset="-122"/>
                  </a:rPr>
                  <a:t>设备选型 </a:t>
                </a:r>
                <a:r>
                  <a:rPr lang="en-US" altLang="zh-CN" sz="2800" u="none" dirty="0">
                    <a:latin typeface="华文楷体" panose="02010600040101010101" pitchFamily="2" charset="-122"/>
                    <a:ea typeface="华文楷体" panose="02010600040101010101" pitchFamily="2" charset="-122"/>
                  </a:rPr>
                  <a:t>D</a:t>
                </a:r>
              </a:p>
            </p:txBody>
          </p:sp>
          <p:sp>
            <p:nvSpPr>
              <p:cNvPr id="10" name="Line 7">
                <a:extLst>
                  <a:ext uri="{FF2B5EF4-FFF2-40B4-BE49-F238E27FC236}">
                    <a16:creationId xmlns:a16="http://schemas.microsoft.com/office/drawing/2014/main" id="{01A0314F-3102-4888-B6A5-AC1EC39F01D5}"/>
                  </a:ext>
                </a:extLst>
              </p:cNvPr>
              <p:cNvSpPr>
                <a:spLocks noChangeShapeType="1"/>
              </p:cNvSpPr>
              <p:nvPr/>
            </p:nvSpPr>
            <p:spPr bwMode="auto">
              <a:xfrm>
                <a:off x="2426" y="1494"/>
                <a:ext cx="0" cy="16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1" name="Line 8">
                <a:extLst>
                  <a:ext uri="{FF2B5EF4-FFF2-40B4-BE49-F238E27FC236}">
                    <a16:creationId xmlns:a16="http://schemas.microsoft.com/office/drawing/2014/main" id="{2FD171B4-A733-49EC-92A6-DAA41DFD31E7}"/>
                  </a:ext>
                </a:extLst>
              </p:cNvPr>
              <p:cNvSpPr>
                <a:spLocks noChangeShapeType="1"/>
              </p:cNvSpPr>
              <p:nvPr/>
            </p:nvSpPr>
            <p:spPr bwMode="auto">
              <a:xfrm>
                <a:off x="1610" y="1661"/>
                <a:ext cx="1633"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2" name="Line 9">
                <a:extLst>
                  <a:ext uri="{FF2B5EF4-FFF2-40B4-BE49-F238E27FC236}">
                    <a16:creationId xmlns:a16="http://schemas.microsoft.com/office/drawing/2014/main" id="{3E539F02-A9E0-42A9-A4EB-91DC273B3DE7}"/>
                  </a:ext>
                </a:extLst>
              </p:cNvPr>
              <p:cNvSpPr>
                <a:spLocks noChangeShapeType="1"/>
              </p:cNvSpPr>
              <p:nvPr/>
            </p:nvSpPr>
            <p:spPr bwMode="auto">
              <a:xfrm>
                <a:off x="1610" y="1661"/>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3" name="Line 10">
                <a:extLst>
                  <a:ext uri="{FF2B5EF4-FFF2-40B4-BE49-F238E27FC236}">
                    <a16:creationId xmlns:a16="http://schemas.microsoft.com/office/drawing/2014/main" id="{736F845D-2093-4642-B30B-3652561868B1}"/>
                  </a:ext>
                </a:extLst>
              </p:cNvPr>
              <p:cNvSpPr>
                <a:spLocks noChangeShapeType="1"/>
              </p:cNvSpPr>
              <p:nvPr/>
            </p:nvSpPr>
            <p:spPr bwMode="auto">
              <a:xfrm>
                <a:off x="2426" y="1661"/>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4" name="Line 11">
                <a:extLst>
                  <a:ext uri="{FF2B5EF4-FFF2-40B4-BE49-F238E27FC236}">
                    <a16:creationId xmlns:a16="http://schemas.microsoft.com/office/drawing/2014/main" id="{74F80CB4-C98B-4D0D-BB26-A6CFAE96B201}"/>
                  </a:ext>
                </a:extLst>
              </p:cNvPr>
              <p:cNvSpPr>
                <a:spLocks noChangeShapeType="1"/>
              </p:cNvSpPr>
              <p:nvPr/>
            </p:nvSpPr>
            <p:spPr bwMode="auto">
              <a:xfrm>
                <a:off x="3243" y="1661"/>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5" name="Text Box 12">
                <a:extLst>
                  <a:ext uri="{FF2B5EF4-FFF2-40B4-BE49-F238E27FC236}">
                    <a16:creationId xmlns:a16="http://schemas.microsoft.com/office/drawing/2014/main" id="{FFEA86C4-402F-4F07-B9F3-EC5F9A1DB51C}"/>
                  </a:ext>
                </a:extLst>
              </p:cNvPr>
              <p:cNvSpPr txBox="1">
                <a:spLocks noChangeArrowheads="1"/>
              </p:cNvSpPr>
              <p:nvPr/>
            </p:nvSpPr>
            <p:spPr bwMode="auto">
              <a:xfrm>
                <a:off x="2064" y="1888"/>
                <a:ext cx="767" cy="294"/>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latin typeface="华文楷体" panose="02010600040101010101" pitchFamily="2" charset="-122"/>
                    <a:ea typeface="华文楷体" panose="02010600040101010101" pitchFamily="2" charset="-122"/>
                  </a:rPr>
                  <a:t>性能 </a:t>
                </a:r>
                <a:r>
                  <a:rPr lang="en-US" altLang="zh-CN" sz="2400" u="none">
                    <a:latin typeface="华文楷体" panose="02010600040101010101" pitchFamily="2" charset="-122"/>
                    <a:ea typeface="华文楷体" panose="02010600040101010101" pitchFamily="2" charset="-122"/>
                  </a:rPr>
                  <a:t>B</a:t>
                </a:r>
                <a:r>
                  <a:rPr lang="en-US" altLang="zh-CN" sz="2400" u="none" baseline="-25000">
                    <a:latin typeface="华文楷体" panose="02010600040101010101" pitchFamily="2" charset="-122"/>
                    <a:ea typeface="华文楷体" panose="02010600040101010101" pitchFamily="2" charset="-122"/>
                  </a:rPr>
                  <a:t>2</a:t>
                </a:r>
              </a:p>
            </p:txBody>
          </p:sp>
          <p:sp>
            <p:nvSpPr>
              <p:cNvPr id="16" name="Text Box 13">
                <a:extLst>
                  <a:ext uri="{FF2B5EF4-FFF2-40B4-BE49-F238E27FC236}">
                    <a16:creationId xmlns:a16="http://schemas.microsoft.com/office/drawing/2014/main" id="{A644C6CF-7EFA-4AD3-9E95-E3A82A8C0DF5}"/>
                  </a:ext>
                </a:extLst>
              </p:cNvPr>
              <p:cNvSpPr txBox="1">
                <a:spLocks noChangeArrowheads="1"/>
              </p:cNvSpPr>
              <p:nvPr/>
            </p:nvSpPr>
            <p:spPr bwMode="auto">
              <a:xfrm>
                <a:off x="2971" y="1888"/>
                <a:ext cx="767" cy="294"/>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dirty="0">
                    <a:latin typeface="华文楷体" panose="02010600040101010101" pitchFamily="2" charset="-122"/>
                    <a:ea typeface="华文楷体" panose="02010600040101010101" pitchFamily="2" charset="-122"/>
                  </a:rPr>
                  <a:t>软件 </a:t>
                </a:r>
                <a:r>
                  <a:rPr lang="en-US" altLang="zh-CN" sz="2400" u="none" dirty="0">
                    <a:latin typeface="华文楷体" panose="02010600040101010101" pitchFamily="2" charset="-122"/>
                    <a:ea typeface="华文楷体" panose="02010600040101010101" pitchFamily="2" charset="-122"/>
                  </a:rPr>
                  <a:t>B</a:t>
                </a:r>
                <a:r>
                  <a:rPr lang="en-US" altLang="zh-CN" sz="2400" u="none" baseline="-25000" dirty="0">
                    <a:latin typeface="华文楷体" panose="02010600040101010101" pitchFamily="2" charset="-122"/>
                    <a:ea typeface="华文楷体" panose="02010600040101010101" pitchFamily="2" charset="-122"/>
                  </a:rPr>
                  <a:t>3</a:t>
                </a:r>
              </a:p>
            </p:txBody>
          </p:sp>
          <p:sp>
            <p:nvSpPr>
              <p:cNvPr id="17" name="Line 14">
                <a:extLst>
                  <a:ext uri="{FF2B5EF4-FFF2-40B4-BE49-F238E27FC236}">
                    <a16:creationId xmlns:a16="http://schemas.microsoft.com/office/drawing/2014/main" id="{08FD65BE-C7C3-474D-B190-A33DE93FB2C0}"/>
                  </a:ext>
                </a:extLst>
              </p:cNvPr>
              <p:cNvSpPr>
                <a:spLocks noChangeShapeType="1"/>
              </p:cNvSpPr>
              <p:nvPr/>
            </p:nvSpPr>
            <p:spPr bwMode="auto">
              <a:xfrm>
                <a:off x="2426" y="2205"/>
                <a:ext cx="0" cy="181"/>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8" name="Line 15">
                <a:extLst>
                  <a:ext uri="{FF2B5EF4-FFF2-40B4-BE49-F238E27FC236}">
                    <a16:creationId xmlns:a16="http://schemas.microsoft.com/office/drawing/2014/main" id="{D92A5707-2E39-4B46-851A-C6B22BEFB752}"/>
                  </a:ext>
                </a:extLst>
              </p:cNvPr>
              <p:cNvSpPr>
                <a:spLocks noChangeShapeType="1"/>
              </p:cNvSpPr>
              <p:nvPr/>
            </p:nvSpPr>
            <p:spPr bwMode="auto">
              <a:xfrm>
                <a:off x="2018" y="2387"/>
                <a:ext cx="862"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19" name="Line 16">
                <a:extLst>
                  <a:ext uri="{FF2B5EF4-FFF2-40B4-BE49-F238E27FC236}">
                    <a16:creationId xmlns:a16="http://schemas.microsoft.com/office/drawing/2014/main" id="{045B70D4-FBFD-48BD-A31F-C8B8A5BA10CE}"/>
                  </a:ext>
                </a:extLst>
              </p:cNvPr>
              <p:cNvSpPr>
                <a:spLocks noChangeShapeType="1"/>
              </p:cNvSpPr>
              <p:nvPr/>
            </p:nvSpPr>
            <p:spPr bwMode="auto">
              <a:xfrm>
                <a:off x="2018" y="2387"/>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0" name="Line 17">
                <a:extLst>
                  <a:ext uri="{FF2B5EF4-FFF2-40B4-BE49-F238E27FC236}">
                    <a16:creationId xmlns:a16="http://schemas.microsoft.com/office/drawing/2014/main" id="{98CEFD4B-4CEA-4687-BEE9-6C67D3163A1D}"/>
                  </a:ext>
                </a:extLst>
              </p:cNvPr>
              <p:cNvSpPr>
                <a:spLocks noChangeShapeType="1"/>
              </p:cNvSpPr>
              <p:nvPr/>
            </p:nvSpPr>
            <p:spPr bwMode="auto">
              <a:xfrm>
                <a:off x="2880" y="2387"/>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1" name="Text Box 18">
                <a:extLst>
                  <a:ext uri="{FF2B5EF4-FFF2-40B4-BE49-F238E27FC236}">
                    <a16:creationId xmlns:a16="http://schemas.microsoft.com/office/drawing/2014/main" id="{5D3350A2-B126-4641-8DDA-89F89F8696D2}"/>
                  </a:ext>
                </a:extLst>
              </p:cNvPr>
              <p:cNvSpPr txBox="1">
                <a:spLocks noChangeArrowheads="1"/>
              </p:cNvSpPr>
              <p:nvPr/>
            </p:nvSpPr>
            <p:spPr bwMode="auto">
              <a:xfrm>
                <a:off x="1746" y="2614"/>
                <a:ext cx="767" cy="448"/>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latin typeface="华文楷体" panose="02010600040101010101" pitchFamily="2" charset="-122"/>
                    <a:ea typeface="华文楷体" panose="02010600040101010101" pitchFamily="2" charset="-122"/>
                  </a:rPr>
                  <a:t>存储空间</a:t>
                </a:r>
              </a:p>
              <a:p>
                <a:pPr algn="ctr"/>
                <a:r>
                  <a:rPr lang="en-US" altLang="zh-CN" sz="2000" u="none">
                    <a:latin typeface="华文楷体" panose="02010600040101010101" pitchFamily="2" charset="-122"/>
                    <a:ea typeface="华文楷体" panose="02010600040101010101" pitchFamily="2" charset="-122"/>
                  </a:rPr>
                  <a:t>B</a:t>
                </a:r>
                <a:r>
                  <a:rPr lang="en-US" altLang="zh-CN" sz="2000" u="none" baseline="-25000">
                    <a:latin typeface="华文楷体" panose="02010600040101010101" pitchFamily="2" charset="-122"/>
                    <a:ea typeface="华文楷体" panose="02010600040101010101" pitchFamily="2" charset="-122"/>
                  </a:rPr>
                  <a:t>21</a:t>
                </a:r>
                <a:endParaRPr lang="zh-CN" altLang="en-US" sz="2000" u="none" baseline="-25000">
                  <a:latin typeface="华文楷体" panose="02010600040101010101" pitchFamily="2" charset="-122"/>
                  <a:ea typeface="华文楷体" panose="02010600040101010101" pitchFamily="2" charset="-122"/>
                </a:endParaRPr>
              </a:p>
            </p:txBody>
          </p:sp>
          <p:sp>
            <p:nvSpPr>
              <p:cNvPr id="22" name="Text Box 19">
                <a:extLst>
                  <a:ext uri="{FF2B5EF4-FFF2-40B4-BE49-F238E27FC236}">
                    <a16:creationId xmlns:a16="http://schemas.microsoft.com/office/drawing/2014/main" id="{069330BF-828D-4CCE-96FA-7A19AAD71CDB}"/>
                  </a:ext>
                </a:extLst>
              </p:cNvPr>
              <p:cNvSpPr txBox="1">
                <a:spLocks noChangeArrowheads="1"/>
              </p:cNvSpPr>
              <p:nvPr/>
            </p:nvSpPr>
            <p:spPr bwMode="auto">
              <a:xfrm>
                <a:off x="2562" y="2614"/>
                <a:ext cx="767" cy="448"/>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latin typeface="华文楷体" panose="02010600040101010101" pitchFamily="2" charset="-122"/>
                    <a:ea typeface="华文楷体" panose="02010600040101010101" pitchFamily="2" charset="-122"/>
                  </a:rPr>
                  <a:t>网络空间</a:t>
                </a:r>
              </a:p>
              <a:p>
                <a:pPr algn="ctr"/>
                <a:r>
                  <a:rPr lang="en-US" altLang="zh-CN" sz="2000" u="none">
                    <a:latin typeface="华文楷体" panose="02010600040101010101" pitchFamily="2" charset="-122"/>
                    <a:ea typeface="华文楷体" panose="02010600040101010101" pitchFamily="2" charset="-122"/>
                  </a:rPr>
                  <a:t>B</a:t>
                </a:r>
                <a:r>
                  <a:rPr lang="en-US" altLang="zh-CN" sz="2000" u="none" baseline="-25000">
                    <a:latin typeface="华文楷体" panose="02010600040101010101" pitchFamily="2" charset="-122"/>
                    <a:ea typeface="华文楷体" panose="02010600040101010101" pitchFamily="2" charset="-122"/>
                  </a:rPr>
                  <a:t>22</a:t>
                </a:r>
              </a:p>
            </p:txBody>
          </p:sp>
          <p:sp>
            <p:nvSpPr>
              <p:cNvPr id="23" name="Line 20">
                <a:extLst>
                  <a:ext uri="{FF2B5EF4-FFF2-40B4-BE49-F238E27FC236}">
                    <a16:creationId xmlns:a16="http://schemas.microsoft.com/office/drawing/2014/main" id="{E457A17D-CF77-47E0-86FE-D93E337D4394}"/>
                  </a:ext>
                </a:extLst>
              </p:cNvPr>
              <p:cNvSpPr>
                <a:spLocks noChangeShapeType="1"/>
              </p:cNvSpPr>
              <p:nvPr/>
            </p:nvSpPr>
            <p:spPr bwMode="auto">
              <a:xfrm>
                <a:off x="1610" y="2160"/>
                <a:ext cx="0" cy="1089"/>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4" name="Line 21">
                <a:extLst>
                  <a:ext uri="{FF2B5EF4-FFF2-40B4-BE49-F238E27FC236}">
                    <a16:creationId xmlns:a16="http://schemas.microsoft.com/office/drawing/2014/main" id="{DC19B245-D0AE-4963-9BC8-F0DDF96F4C60}"/>
                  </a:ext>
                </a:extLst>
              </p:cNvPr>
              <p:cNvSpPr>
                <a:spLocks noChangeShapeType="1"/>
              </p:cNvSpPr>
              <p:nvPr/>
            </p:nvSpPr>
            <p:spPr bwMode="auto">
              <a:xfrm>
                <a:off x="3424" y="2160"/>
                <a:ext cx="0" cy="1089"/>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5" name="Line 22">
                <a:extLst>
                  <a:ext uri="{FF2B5EF4-FFF2-40B4-BE49-F238E27FC236}">
                    <a16:creationId xmlns:a16="http://schemas.microsoft.com/office/drawing/2014/main" id="{09D558E4-6DBB-4BE6-939C-4DABA3FEAAD8}"/>
                  </a:ext>
                </a:extLst>
              </p:cNvPr>
              <p:cNvSpPr>
                <a:spLocks noChangeShapeType="1"/>
              </p:cNvSpPr>
              <p:nvPr/>
            </p:nvSpPr>
            <p:spPr bwMode="auto">
              <a:xfrm>
                <a:off x="2064" y="3067"/>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6" name="Line 23">
                <a:extLst>
                  <a:ext uri="{FF2B5EF4-FFF2-40B4-BE49-F238E27FC236}">
                    <a16:creationId xmlns:a16="http://schemas.microsoft.com/office/drawing/2014/main" id="{9DA1F9C4-047F-475A-AD24-C251AC5752CF}"/>
                  </a:ext>
                </a:extLst>
              </p:cNvPr>
              <p:cNvSpPr>
                <a:spLocks noChangeShapeType="1"/>
              </p:cNvSpPr>
              <p:nvPr/>
            </p:nvSpPr>
            <p:spPr bwMode="auto">
              <a:xfrm>
                <a:off x="2971" y="3067"/>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7" name="Line 24">
                <a:extLst>
                  <a:ext uri="{FF2B5EF4-FFF2-40B4-BE49-F238E27FC236}">
                    <a16:creationId xmlns:a16="http://schemas.microsoft.com/office/drawing/2014/main" id="{0601FE33-3007-4290-B5A6-6439E58F4999}"/>
                  </a:ext>
                </a:extLst>
              </p:cNvPr>
              <p:cNvSpPr>
                <a:spLocks noChangeShapeType="1"/>
              </p:cNvSpPr>
              <p:nvPr/>
            </p:nvSpPr>
            <p:spPr bwMode="auto">
              <a:xfrm>
                <a:off x="1610" y="3249"/>
                <a:ext cx="1814"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8" name="Line 25">
                <a:extLst>
                  <a:ext uri="{FF2B5EF4-FFF2-40B4-BE49-F238E27FC236}">
                    <a16:creationId xmlns:a16="http://schemas.microsoft.com/office/drawing/2014/main" id="{8DAD714E-65D0-478D-BD27-82C5014C9AB0}"/>
                  </a:ext>
                </a:extLst>
              </p:cNvPr>
              <p:cNvSpPr>
                <a:spLocks noChangeShapeType="1"/>
              </p:cNvSpPr>
              <p:nvPr/>
            </p:nvSpPr>
            <p:spPr bwMode="auto">
              <a:xfrm>
                <a:off x="2472" y="3249"/>
                <a:ext cx="0" cy="181"/>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29" name="Line 26">
                <a:extLst>
                  <a:ext uri="{FF2B5EF4-FFF2-40B4-BE49-F238E27FC236}">
                    <a16:creationId xmlns:a16="http://schemas.microsoft.com/office/drawing/2014/main" id="{4A86F34E-9127-4E75-9363-59BC39AACF49}"/>
                  </a:ext>
                </a:extLst>
              </p:cNvPr>
              <p:cNvSpPr>
                <a:spLocks noChangeShapeType="1"/>
              </p:cNvSpPr>
              <p:nvPr/>
            </p:nvSpPr>
            <p:spPr bwMode="auto">
              <a:xfrm>
                <a:off x="1610" y="3430"/>
                <a:ext cx="1814"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30" name="Line 27">
                <a:extLst>
                  <a:ext uri="{FF2B5EF4-FFF2-40B4-BE49-F238E27FC236}">
                    <a16:creationId xmlns:a16="http://schemas.microsoft.com/office/drawing/2014/main" id="{21710DB3-A408-4535-B219-0230B45E7D90}"/>
                  </a:ext>
                </a:extLst>
              </p:cNvPr>
              <p:cNvSpPr>
                <a:spLocks noChangeShapeType="1"/>
              </p:cNvSpPr>
              <p:nvPr/>
            </p:nvSpPr>
            <p:spPr bwMode="auto">
              <a:xfrm>
                <a:off x="1610" y="3430"/>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31" name="Line 28">
                <a:extLst>
                  <a:ext uri="{FF2B5EF4-FFF2-40B4-BE49-F238E27FC236}">
                    <a16:creationId xmlns:a16="http://schemas.microsoft.com/office/drawing/2014/main" id="{EC411B3C-D2EE-43B5-B24D-B04FD1CA883F}"/>
                  </a:ext>
                </a:extLst>
              </p:cNvPr>
              <p:cNvSpPr>
                <a:spLocks noChangeShapeType="1"/>
              </p:cNvSpPr>
              <p:nvPr/>
            </p:nvSpPr>
            <p:spPr bwMode="auto">
              <a:xfrm>
                <a:off x="2472" y="3430"/>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32" name="Line 29">
                <a:extLst>
                  <a:ext uri="{FF2B5EF4-FFF2-40B4-BE49-F238E27FC236}">
                    <a16:creationId xmlns:a16="http://schemas.microsoft.com/office/drawing/2014/main" id="{E5AFA1EC-5894-4AE2-A1BB-892918C5304E}"/>
                  </a:ext>
                </a:extLst>
              </p:cNvPr>
              <p:cNvSpPr>
                <a:spLocks noChangeShapeType="1"/>
              </p:cNvSpPr>
              <p:nvPr/>
            </p:nvSpPr>
            <p:spPr bwMode="auto">
              <a:xfrm>
                <a:off x="3424" y="3430"/>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latin typeface="华文楷体" panose="02010600040101010101" pitchFamily="2" charset="-122"/>
                  <a:ea typeface="华文楷体" panose="02010600040101010101" pitchFamily="2" charset="-122"/>
                </a:endParaRPr>
              </a:p>
            </p:txBody>
          </p:sp>
          <p:sp>
            <p:nvSpPr>
              <p:cNvPr id="36" name="Oval 30">
                <a:extLst>
                  <a:ext uri="{FF2B5EF4-FFF2-40B4-BE49-F238E27FC236}">
                    <a16:creationId xmlns:a16="http://schemas.microsoft.com/office/drawing/2014/main" id="{FA9E5920-A7C5-486C-92E3-CFE7FE157738}"/>
                  </a:ext>
                </a:extLst>
              </p:cNvPr>
              <p:cNvSpPr>
                <a:spLocks noChangeArrowheads="1"/>
              </p:cNvSpPr>
              <p:nvPr/>
            </p:nvSpPr>
            <p:spPr bwMode="auto">
              <a:xfrm>
                <a:off x="1429" y="3612"/>
                <a:ext cx="363" cy="363"/>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latin typeface="华文楷体" panose="02010600040101010101" pitchFamily="2" charset="-122"/>
                    <a:ea typeface="华文楷体" panose="02010600040101010101" pitchFamily="2" charset="-122"/>
                  </a:rPr>
                  <a:t>A</a:t>
                </a:r>
                <a:r>
                  <a:rPr lang="en-US" altLang="zh-CN" sz="2400" u="none" baseline="-25000">
                    <a:latin typeface="华文楷体" panose="02010600040101010101" pitchFamily="2" charset="-122"/>
                    <a:ea typeface="华文楷体" panose="02010600040101010101" pitchFamily="2" charset="-122"/>
                  </a:rPr>
                  <a:t>1</a:t>
                </a:r>
              </a:p>
            </p:txBody>
          </p:sp>
          <p:sp>
            <p:nvSpPr>
              <p:cNvPr id="37" name="Oval 31">
                <a:extLst>
                  <a:ext uri="{FF2B5EF4-FFF2-40B4-BE49-F238E27FC236}">
                    <a16:creationId xmlns:a16="http://schemas.microsoft.com/office/drawing/2014/main" id="{E93CF0CB-CCBE-4CDD-8283-E943D53E00F3}"/>
                  </a:ext>
                </a:extLst>
              </p:cNvPr>
              <p:cNvSpPr>
                <a:spLocks noChangeArrowheads="1"/>
              </p:cNvSpPr>
              <p:nvPr/>
            </p:nvSpPr>
            <p:spPr bwMode="auto">
              <a:xfrm>
                <a:off x="2290" y="3612"/>
                <a:ext cx="363" cy="363"/>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latin typeface="华文楷体" panose="02010600040101010101" pitchFamily="2" charset="-122"/>
                    <a:ea typeface="华文楷体" panose="02010600040101010101" pitchFamily="2" charset="-122"/>
                  </a:rPr>
                  <a:t>A</a:t>
                </a:r>
                <a:r>
                  <a:rPr lang="en-US" altLang="zh-CN" sz="2400" u="none" baseline="-25000">
                    <a:latin typeface="华文楷体" panose="02010600040101010101" pitchFamily="2" charset="-122"/>
                    <a:ea typeface="华文楷体" panose="02010600040101010101" pitchFamily="2" charset="-122"/>
                  </a:rPr>
                  <a:t>2</a:t>
                </a:r>
              </a:p>
            </p:txBody>
          </p:sp>
          <p:sp>
            <p:nvSpPr>
              <p:cNvPr id="38" name="Oval 32">
                <a:extLst>
                  <a:ext uri="{FF2B5EF4-FFF2-40B4-BE49-F238E27FC236}">
                    <a16:creationId xmlns:a16="http://schemas.microsoft.com/office/drawing/2014/main" id="{45CD8B22-4E90-4C63-8E96-693D78252A19}"/>
                  </a:ext>
                </a:extLst>
              </p:cNvPr>
              <p:cNvSpPr>
                <a:spLocks noChangeArrowheads="1"/>
              </p:cNvSpPr>
              <p:nvPr/>
            </p:nvSpPr>
            <p:spPr bwMode="auto">
              <a:xfrm>
                <a:off x="3198" y="3612"/>
                <a:ext cx="363" cy="363"/>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latin typeface="华文楷体" panose="02010600040101010101" pitchFamily="2" charset="-122"/>
                    <a:ea typeface="华文楷体" panose="02010600040101010101" pitchFamily="2" charset="-122"/>
                  </a:rPr>
                  <a:t>A</a:t>
                </a:r>
                <a:r>
                  <a:rPr lang="en-US" altLang="zh-CN" sz="2400" u="none" baseline="-25000">
                    <a:latin typeface="华文楷体" panose="02010600040101010101" pitchFamily="2" charset="-122"/>
                    <a:ea typeface="华文楷体" panose="02010600040101010101" pitchFamily="2" charset="-122"/>
                  </a:rPr>
                  <a:t>3</a:t>
                </a:r>
              </a:p>
            </p:txBody>
          </p:sp>
        </p:grpSp>
      </p:grpSp>
    </p:spTree>
    <p:extLst>
      <p:ext uri="{BB962C8B-B14F-4D97-AF65-F5344CB8AC3E}">
        <p14:creationId xmlns:p14="http://schemas.microsoft.com/office/powerpoint/2010/main" val="11560452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9023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2.</a:t>
            </a:r>
            <a:r>
              <a:rPr lang="zh-CN" altLang="en-US" sz="2400" spc="300" dirty="0">
                <a:latin typeface="微软雅黑" panose="020B0503020204020204" pitchFamily="34" charset="-122"/>
                <a:ea typeface="微软雅黑" panose="020B0503020204020204" pitchFamily="34" charset="-122"/>
              </a:rPr>
              <a:t>给出指标间的比较判断矩阵</a:t>
            </a:r>
            <a:r>
              <a:rPr lang="en-US" altLang="zh-CN" sz="2400" spc="300" dirty="0">
                <a:latin typeface="微软雅黑" panose="020B0503020204020204" pitchFamily="34" charset="-122"/>
                <a:ea typeface="微软雅黑" panose="020B0503020204020204" pitchFamily="34" charset="-122"/>
              </a:rPr>
              <a:t>B</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88376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在一系列的评价指标间，每一个上层指标（含目标层）与其可支配的相邻下层指标（含方案）可组成一个两两比较矩阵</a:t>
            </a:r>
          </a:p>
        </p:txBody>
      </p:sp>
      <p:grpSp>
        <p:nvGrpSpPr>
          <p:cNvPr id="6" name="Group 4">
            <a:extLst>
              <a:ext uri="{FF2B5EF4-FFF2-40B4-BE49-F238E27FC236}">
                <a16:creationId xmlns:a16="http://schemas.microsoft.com/office/drawing/2014/main" id="{37B6705C-4D79-4637-8DD5-E82732BF4C16}"/>
              </a:ext>
            </a:extLst>
          </p:cNvPr>
          <p:cNvGrpSpPr>
            <a:grpSpLocks/>
          </p:cNvGrpSpPr>
          <p:nvPr/>
        </p:nvGrpSpPr>
        <p:grpSpPr bwMode="auto">
          <a:xfrm>
            <a:off x="1515746" y="1674809"/>
            <a:ext cx="5470922" cy="3416304"/>
            <a:chOff x="1338" y="1298"/>
            <a:chExt cx="4165" cy="2813"/>
          </a:xfrm>
        </p:grpSpPr>
        <p:grpSp>
          <p:nvGrpSpPr>
            <p:cNvPr id="7" name="Group 5">
              <a:extLst>
                <a:ext uri="{FF2B5EF4-FFF2-40B4-BE49-F238E27FC236}">
                  <a16:creationId xmlns:a16="http://schemas.microsoft.com/office/drawing/2014/main" id="{6C684837-76FC-4438-B3AD-441461BA7531}"/>
                </a:ext>
              </a:extLst>
            </p:cNvPr>
            <p:cNvGrpSpPr>
              <a:grpSpLocks/>
            </p:cNvGrpSpPr>
            <p:nvPr/>
          </p:nvGrpSpPr>
          <p:grpSpPr bwMode="auto">
            <a:xfrm>
              <a:off x="1338" y="1298"/>
              <a:ext cx="2536" cy="2813"/>
              <a:chOff x="1202" y="1162"/>
              <a:chExt cx="2536" cy="2813"/>
            </a:xfrm>
          </p:grpSpPr>
          <p:sp>
            <p:nvSpPr>
              <p:cNvPr id="9" name="Text Box 6">
                <a:extLst>
                  <a:ext uri="{FF2B5EF4-FFF2-40B4-BE49-F238E27FC236}">
                    <a16:creationId xmlns:a16="http://schemas.microsoft.com/office/drawing/2014/main" id="{73D73F0E-6632-4959-869E-659818C682E6}"/>
                  </a:ext>
                </a:extLst>
              </p:cNvPr>
              <p:cNvSpPr txBox="1">
                <a:spLocks noChangeArrowheads="1"/>
              </p:cNvSpPr>
              <p:nvPr/>
            </p:nvSpPr>
            <p:spPr bwMode="auto">
              <a:xfrm>
                <a:off x="1202" y="1888"/>
                <a:ext cx="767" cy="277"/>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a:latin typeface="华文楷体" panose="02010600040101010101" pitchFamily="2" charset="-122"/>
                    <a:ea typeface="华文楷体" panose="02010600040101010101" pitchFamily="2" charset="-122"/>
                  </a:rPr>
                  <a:t>价格 </a:t>
                </a: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1</a:t>
                </a:r>
              </a:p>
            </p:txBody>
          </p:sp>
          <p:grpSp>
            <p:nvGrpSpPr>
              <p:cNvPr id="10" name="Group 7">
                <a:extLst>
                  <a:ext uri="{FF2B5EF4-FFF2-40B4-BE49-F238E27FC236}">
                    <a16:creationId xmlns:a16="http://schemas.microsoft.com/office/drawing/2014/main" id="{5A72CCB0-E399-4587-B9B9-FE1ED3A54A8E}"/>
                  </a:ext>
                </a:extLst>
              </p:cNvPr>
              <p:cNvGrpSpPr>
                <a:grpSpLocks/>
              </p:cNvGrpSpPr>
              <p:nvPr/>
            </p:nvGrpSpPr>
            <p:grpSpPr bwMode="auto">
              <a:xfrm>
                <a:off x="1429" y="1162"/>
                <a:ext cx="2309" cy="2813"/>
                <a:chOff x="1429" y="1162"/>
                <a:chExt cx="2309" cy="2813"/>
              </a:xfrm>
            </p:grpSpPr>
            <p:sp>
              <p:nvSpPr>
                <p:cNvPr id="11" name="Text Box 8">
                  <a:extLst>
                    <a:ext uri="{FF2B5EF4-FFF2-40B4-BE49-F238E27FC236}">
                      <a16:creationId xmlns:a16="http://schemas.microsoft.com/office/drawing/2014/main" id="{3B03CC86-A544-486F-9491-2225C11827BA}"/>
                    </a:ext>
                  </a:extLst>
                </p:cNvPr>
                <p:cNvSpPr txBox="1">
                  <a:spLocks noChangeArrowheads="1"/>
                </p:cNvSpPr>
                <p:nvPr/>
              </p:nvSpPr>
              <p:spPr bwMode="auto">
                <a:xfrm>
                  <a:off x="1791" y="1162"/>
                  <a:ext cx="1270" cy="302"/>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latin typeface="华文楷体" panose="02010600040101010101" pitchFamily="2" charset="-122"/>
                      <a:ea typeface="华文楷体" panose="02010600040101010101" pitchFamily="2" charset="-122"/>
                    </a:rPr>
                    <a:t>设备选型 </a:t>
                  </a:r>
                  <a:r>
                    <a:rPr lang="en-US" altLang="zh-CN" u="none" dirty="0">
                      <a:latin typeface="华文楷体" panose="02010600040101010101" pitchFamily="2" charset="-122"/>
                      <a:ea typeface="华文楷体" panose="02010600040101010101" pitchFamily="2" charset="-122"/>
                    </a:rPr>
                    <a:t>D</a:t>
                  </a:r>
                </a:p>
              </p:txBody>
            </p:sp>
            <p:sp>
              <p:nvSpPr>
                <p:cNvPr id="12" name="Line 9">
                  <a:extLst>
                    <a:ext uri="{FF2B5EF4-FFF2-40B4-BE49-F238E27FC236}">
                      <a16:creationId xmlns:a16="http://schemas.microsoft.com/office/drawing/2014/main" id="{D3E8F1E3-F592-4CB9-82DF-1BED917D816E}"/>
                    </a:ext>
                  </a:extLst>
                </p:cNvPr>
                <p:cNvSpPr>
                  <a:spLocks noChangeShapeType="1"/>
                </p:cNvSpPr>
                <p:nvPr/>
              </p:nvSpPr>
              <p:spPr bwMode="auto">
                <a:xfrm>
                  <a:off x="2426" y="1480"/>
                  <a:ext cx="0" cy="181"/>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13" name="Line 10">
                  <a:extLst>
                    <a:ext uri="{FF2B5EF4-FFF2-40B4-BE49-F238E27FC236}">
                      <a16:creationId xmlns:a16="http://schemas.microsoft.com/office/drawing/2014/main" id="{0927F5D2-8045-4C11-A775-AD8CEBA74718}"/>
                    </a:ext>
                  </a:extLst>
                </p:cNvPr>
                <p:cNvSpPr>
                  <a:spLocks noChangeShapeType="1"/>
                </p:cNvSpPr>
                <p:nvPr/>
              </p:nvSpPr>
              <p:spPr bwMode="auto">
                <a:xfrm>
                  <a:off x="1610" y="1661"/>
                  <a:ext cx="1633"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14" name="Line 11">
                  <a:extLst>
                    <a:ext uri="{FF2B5EF4-FFF2-40B4-BE49-F238E27FC236}">
                      <a16:creationId xmlns:a16="http://schemas.microsoft.com/office/drawing/2014/main" id="{EFF6B9BD-03FA-4FB0-B8AE-32DEE6245C17}"/>
                    </a:ext>
                  </a:extLst>
                </p:cNvPr>
                <p:cNvSpPr>
                  <a:spLocks noChangeShapeType="1"/>
                </p:cNvSpPr>
                <p:nvPr/>
              </p:nvSpPr>
              <p:spPr bwMode="auto">
                <a:xfrm>
                  <a:off x="1610" y="1661"/>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15" name="Line 12">
                  <a:extLst>
                    <a:ext uri="{FF2B5EF4-FFF2-40B4-BE49-F238E27FC236}">
                      <a16:creationId xmlns:a16="http://schemas.microsoft.com/office/drawing/2014/main" id="{41DCA8A8-65AA-4B55-9C15-5A87E802CC91}"/>
                    </a:ext>
                  </a:extLst>
                </p:cNvPr>
                <p:cNvSpPr>
                  <a:spLocks noChangeShapeType="1"/>
                </p:cNvSpPr>
                <p:nvPr/>
              </p:nvSpPr>
              <p:spPr bwMode="auto">
                <a:xfrm>
                  <a:off x="2426" y="1661"/>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16" name="Line 13">
                  <a:extLst>
                    <a:ext uri="{FF2B5EF4-FFF2-40B4-BE49-F238E27FC236}">
                      <a16:creationId xmlns:a16="http://schemas.microsoft.com/office/drawing/2014/main" id="{55CE145A-5772-4173-A502-64E167CE18D7}"/>
                    </a:ext>
                  </a:extLst>
                </p:cNvPr>
                <p:cNvSpPr>
                  <a:spLocks noChangeShapeType="1"/>
                </p:cNvSpPr>
                <p:nvPr/>
              </p:nvSpPr>
              <p:spPr bwMode="auto">
                <a:xfrm>
                  <a:off x="3243" y="1661"/>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17" name="Text Box 14">
                  <a:extLst>
                    <a:ext uri="{FF2B5EF4-FFF2-40B4-BE49-F238E27FC236}">
                      <a16:creationId xmlns:a16="http://schemas.microsoft.com/office/drawing/2014/main" id="{92C4A0C7-747D-4CBC-A392-2611E9B8B5BB}"/>
                    </a:ext>
                  </a:extLst>
                </p:cNvPr>
                <p:cNvSpPr txBox="1">
                  <a:spLocks noChangeArrowheads="1"/>
                </p:cNvSpPr>
                <p:nvPr/>
              </p:nvSpPr>
              <p:spPr bwMode="auto">
                <a:xfrm>
                  <a:off x="2064" y="1888"/>
                  <a:ext cx="767" cy="277"/>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a:latin typeface="华文楷体" panose="02010600040101010101" pitchFamily="2" charset="-122"/>
                      <a:ea typeface="华文楷体" panose="02010600040101010101" pitchFamily="2" charset="-122"/>
                    </a:rPr>
                    <a:t>性能 </a:t>
                  </a: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2</a:t>
                  </a:r>
                </a:p>
              </p:txBody>
            </p:sp>
            <p:sp>
              <p:nvSpPr>
                <p:cNvPr id="18" name="Text Box 15">
                  <a:extLst>
                    <a:ext uri="{FF2B5EF4-FFF2-40B4-BE49-F238E27FC236}">
                      <a16:creationId xmlns:a16="http://schemas.microsoft.com/office/drawing/2014/main" id="{CE7E1AD9-60AE-49CD-B011-D28EC3BEB534}"/>
                    </a:ext>
                  </a:extLst>
                </p:cNvPr>
                <p:cNvSpPr txBox="1">
                  <a:spLocks noChangeArrowheads="1"/>
                </p:cNvSpPr>
                <p:nvPr/>
              </p:nvSpPr>
              <p:spPr bwMode="auto">
                <a:xfrm>
                  <a:off x="2971" y="1888"/>
                  <a:ext cx="767" cy="277"/>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600" u="none">
                      <a:latin typeface="华文楷体" panose="02010600040101010101" pitchFamily="2" charset="-122"/>
                      <a:ea typeface="华文楷体" panose="02010600040101010101" pitchFamily="2" charset="-122"/>
                    </a:rPr>
                    <a:t>软件 </a:t>
                  </a: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3</a:t>
                  </a:r>
                </a:p>
              </p:txBody>
            </p:sp>
            <p:sp>
              <p:nvSpPr>
                <p:cNvPr id="19" name="Line 16">
                  <a:extLst>
                    <a:ext uri="{FF2B5EF4-FFF2-40B4-BE49-F238E27FC236}">
                      <a16:creationId xmlns:a16="http://schemas.microsoft.com/office/drawing/2014/main" id="{420602B0-8556-4F3B-ACB2-E3AE8BCBCAE5}"/>
                    </a:ext>
                  </a:extLst>
                </p:cNvPr>
                <p:cNvSpPr>
                  <a:spLocks noChangeShapeType="1"/>
                </p:cNvSpPr>
                <p:nvPr/>
              </p:nvSpPr>
              <p:spPr bwMode="auto">
                <a:xfrm>
                  <a:off x="2426" y="2205"/>
                  <a:ext cx="0" cy="181"/>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0" name="Line 17">
                  <a:extLst>
                    <a:ext uri="{FF2B5EF4-FFF2-40B4-BE49-F238E27FC236}">
                      <a16:creationId xmlns:a16="http://schemas.microsoft.com/office/drawing/2014/main" id="{5CA72FB1-39CD-4BE7-A720-67BD29B4059A}"/>
                    </a:ext>
                  </a:extLst>
                </p:cNvPr>
                <p:cNvSpPr>
                  <a:spLocks noChangeShapeType="1"/>
                </p:cNvSpPr>
                <p:nvPr/>
              </p:nvSpPr>
              <p:spPr bwMode="auto">
                <a:xfrm>
                  <a:off x="2018" y="2387"/>
                  <a:ext cx="862"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1" name="Line 18">
                  <a:extLst>
                    <a:ext uri="{FF2B5EF4-FFF2-40B4-BE49-F238E27FC236}">
                      <a16:creationId xmlns:a16="http://schemas.microsoft.com/office/drawing/2014/main" id="{9A912B0D-B2E9-4A2A-B371-3AED224F31CC}"/>
                    </a:ext>
                  </a:extLst>
                </p:cNvPr>
                <p:cNvSpPr>
                  <a:spLocks noChangeShapeType="1"/>
                </p:cNvSpPr>
                <p:nvPr/>
              </p:nvSpPr>
              <p:spPr bwMode="auto">
                <a:xfrm>
                  <a:off x="2018" y="2387"/>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2" name="Line 19">
                  <a:extLst>
                    <a:ext uri="{FF2B5EF4-FFF2-40B4-BE49-F238E27FC236}">
                      <a16:creationId xmlns:a16="http://schemas.microsoft.com/office/drawing/2014/main" id="{9F768DAE-9F31-4D7A-9F57-DCFEAA77AE37}"/>
                    </a:ext>
                  </a:extLst>
                </p:cNvPr>
                <p:cNvSpPr>
                  <a:spLocks noChangeShapeType="1"/>
                </p:cNvSpPr>
                <p:nvPr/>
              </p:nvSpPr>
              <p:spPr bwMode="auto">
                <a:xfrm>
                  <a:off x="2880" y="2387"/>
                  <a:ext cx="0" cy="227"/>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3" name="Text Box 20">
                  <a:extLst>
                    <a:ext uri="{FF2B5EF4-FFF2-40B4-BE49-F238E27FC236}">
                      <a16:creationId xmlns:a16="http://schemas.microsoft.com/office/drawing/2014/main" id="{322F44C2-468E-43BA-944E-0B1C26F4CB63}"/>
                    </a:ext>
                  </a:extLst>
                </p:cNvPr>
                <p:cNvSpPr txBox="1">
                  <a:spLocks noChangeArrowheads="1"/>
                </p:cNvSpPr>
                <p:nvPr/>
              </p:nvSpPr>
              <p:spPr bwMode="auto">
                <a:xfrm>
                  <a:off x="1746" y="2614"/>
                  <a:ext cx="767" cy="428"/>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latin typeface="华文楷体" panose="02010600040101010101" pitchFamily="2" charset="-122"/>
                      <a:ea typeface="华文楷体" panose="02010600040101010101" pitchFamily="2" charset="-122"/>
                    </a:rPr>
                    <a:t>存储空间</a:t>
                  </a:r>
                </a:p>
                <a:p>
                  <a:pPr algn="ctr"/>
                  <a:r>
                    <a:rPr lang="en-US" altLang="zh-CN" sz="1400" u="none">
                      <a:latin typeface="华文楷体" panose="02010600040101010101" pitchFamily="2" charset="-122"/>
                      <a:ea typeface="华文楷体" panose="02010600040101010101" pitchFamily="2" charset="-122"/>
                    </a:rPr>
                    <a:t>B</a:t>
                  </a:r>
                  <a:r>
                    <a:rPr lang="en-US" altLang="zh-CN" sz="1400" u="none" baseline="-25000">
                      <a:latin typeface="华文楷体" panose="02010600040101010101" pitchFamily="2" charset="-122"/>
                      <a:ea typeface="华文楷体" panose="02010600040101010101" pitchFamily="2" charset="-122"/>
                    </a:rPr>
                    <a:t>21</a:t>
                  </a:r>
                  <a:endParaRPr lang="zh-CN" altLang="en-US" sz="1400" u="none" baseline="-25000">
                    <a:latin typeface="华文楷体" panose="02010600040101010101" pitchFamily="2" charset="-122"/>
                    <a:ea typeface="华文楷体" panose="02010600040101010101" pitchFamily="2" charset="-122"/>
                  </a:endParaRPr>
                </a:p>
              </p:txBody>
            </p:sp>
            <p:sp>
              <p:nvSpPr>
                <p:cNvPr id="24" name="Text Box 21">
                  <a:extLst>
                    <a:ext uri="{FF2B5EF4-FFF2-40B4-BE49-F238E27FC236}">
                      <a16:creationId xmlns:a16="http://schemas.microsoft.com/office/drawing/2014/main" id="{23FD9C4A-F99D-400F-94EA-48C5F7DD80BD}"/>
                    </a:ext>
                  </a:extLst>
                </p:cNvPr>
                <p:cNvSpPr txBox="1">
                  <a:spLocks noChangeArrowheads="1"/>
                </p:cNvSpPr>
                <p:nvPr/>
              </p:nvSpPr>
              <p:spPr bwMode="auto">
                <a:xfrm>
                  <a:off x="2562" y="2614"/>
                  <a:ext cx="767" cy="428"/>
                </a:xfrm>
                <a:prstGeom prst="rect">
                  <a:avLst/>
                </a:prstGeom>
                <a:noFill/>
                <a:ln w="9525" algn="ctr">
                  <a:solidFill>
                    <a:srgbClr val="06661D"/>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latin typeface="华文楷体" panose="02010600040101010101" pitchFamily="2" charset="-122"/>
                      <a:ea typeface="华文楷体" panose="02010600040101010101" pitchFamily="2" charset="-122"/>
                    </a:rPr>
                    <a:t>网络空间</a:t>
                  </a:r>
                </a:p>
                <a:p>
                  <a:pPr algn="ctr"/>
                  <a:r>
                    <a:rPr lang="en-US" altLang="zh-CN" sz="1400" u="none">
                      <a:latin typeface="华文楷体" panose="02010600040101010101" pitchFamily="2" charset="-122"/>
                      <a:ea typeface="华文楷体" panose="02010600040101010101" pitchFamily="2" charset="-122"/>
                    </a:rPr>
                    <a:t>B</a:t>
                  </a:r>
                  <a:r>
                    <a:rPr lang="en-US" altLang="zh-CN" sz="1400" u="none" baseline="-25000">
                      <a:latin typeface="华文楷体" panose="02010600040101010101" pitchFamily="2" charset="-122"/>
                      <a:ea typeface="华文楷体" panose="02010600040101010101" pitchFamily="2" charset="-122"/>
                    </a:rPr>
                    <a:t>22</a:t>
                  </a:r>
                </a:p>
              </p:txBody>
            </p:sp>
            <p:sp>
              <p:nvSpPr>
                <p:cNvPr id="25" name="Line 22">
                  <a:extLst>
                    <a:ext uri="{FF2B5EF4-FFF2-40B4-BE49-F238E27FC236}">
                      <a16:creationId xmlns:a16="http://schemas.microsoft.com/office/drawing/2014/main" id="{19810E55-3ACF-4F46-9215-8E93BD0E84B2}"/>
                    </a:ext>
                  </a:extLst>
                </p:cNvPr>
                <p:cNvSpPr>
                  <a:spLocks noChangeShapeType="1"/>
                </p:cNvSpPr>
                <p:nvPr/>
              </p:nvSpPr>
              <p:spPr bwMode="auto">
                <a:xfrm>
                  <a:off x="1610" y="2160"/>
                  <a:ext cx="0" cy="1089"/>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6" name="Line 23">
                  <a:extLst>
                    <a:ext uri="{FF2B5EF4-FFF2-40B4-BE49-F238E27FC236}">
                      <a16:creationId xmlns:a16="http://schemas.microsoft.com/office/drawing/2014/main" id="{5A7DE4F8-7A85-404E-BBC6-79402CBECDD5}"/>
                    </a:ext>
                  </a:extLst>
                </p:cNvPr>
                <p:cNvSpPr>
                  <a:spLocks noChangeShapeType="1"/>
                </p:cNvSpPr>
                <p:nvPr/>
              </p:nvSpPr>
              <p:spPr bwMode="auto">
                <a:xfrm>
                  <a:off x="3424" y="2160"/>
                  <a:ext cx="0" cy="1089"/>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7" name="Line 24">
                  <a:extLst>
                    <a:ext uri="{FF2B5EF4-FFF2-40B4-BE49-F238E27FC236}">
                      <a16:creationId xmlns:a16="http://schemas.microsoft.com/office/drawing/2014/main" id="{0FCC3417-C3A5-4EFE-B6A9-6D2B5EBB4E83}"/>
                    </a:ext>
                  </a:extLst>
                </p:cNvPr>
                <p:cNvSpPr>
                  <a:spLocks noChangeShapeType="1"/>
                </p:cNvSpPr>
                <p:nvPr/>
              </p:nvSpPr>
              <p:spPr bwMode="auto">
                <a:xfrm>
                  <a:off x="2064" y="3067"/>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8" name="Line 25">
                  <a:extLst>
                    <a:ext uri="{FF2B5EF4-FFF2-40B4-BE49-F238E27FC236}">
                      <a16:creationId xmlns:a16="http://schemas.microsoft.com/office/drawing/2014/main" id="{30457F67-CCFC-494E-A309-BDF7E3FFFBE3}"/>
                    </a:ext>
                  </a:extLst>
                </p:cNvPr>
                <p:cNvSpPr>
                  <a:spLocks noChangeShapeType="1"/>
                </p:cNvSpPr>
                <p:nvPr/>
              </p:nvSpPr>
              <p:spPr bwMode="auto">
                <a:xfrm>
                  <a:off x="2971" y="3067"/>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29" name="Line 26">
                  <a:extLst>
                    <a:ext uri="{FF2B5EF4-FFF2-40B4-BE49-F238E27FC236}">
                      <a16:creationId xmlns:a16="http://schemas.microsoft.com/office/drawing/2014/main" id="{66B43822-0467-4A28-8689-B4AA01C65DB8}"/>
                    </a:ext>
                  </a:extLst>
                </p:cNvPr>
                <p:cNvSpPr>
                  <a:spLocks noChangeShapeType="1"/>
                </p:cNvSpPr>
                <p:nvPr/>
              </p:nvSpPr>
              <p:spPr bwMode="auto">
                <a:xfrm>
                  <a:off x="1610" y="3249"/>
                  <a:ext cx="1814"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30" name="Line 27">
                  <a:extLst>
                    <a:ext uri="{FF2B5EF4-FFF2-40B4-BE49-F238E27FC236}">
                      <a16:creationId xmlns:a16="http://schemas.microsoft.com/office/drawing/2014/main" id="{7CAAB275-3D00-44C3-8929-6C4CD28C443E}"/>
                    </a:ext>
                  </a:extLst>
                </p:cNvPr>
                <p:cNvSpPr>
                  <a:spLocks noChangeShapeType="1"/>
                </p:cNvSpPr>
                <p:nvPr/>
              </p:nvSpPr>
              <p:spPr bwMode="auto">
                <a:xfrm>
                  <a:off x="2472" y="3249"/>
                  <a:ext cx="0" cy="181"/>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31" name="Line 28">
                  <a:extLst>
                    <a:ext uri="{FF2B5EF4-FFF2-40B4-BE49-F238E27FC236}">
                      <a16:creationId xmlns:a16="http://schemas.microsoft.com/office/drawing/2014/main" id="{3BA97015-0C11-454A-BCAE-E8D0E67E856A}"/>
                    </a:ext>
                  </a:extLst>
                </p:cNvPr>
                <p:cNvSpPr>
                  <a:spLocks noChangeShapeType="1"/>
                </p:cNvSpPr>
                <p:nvPr/>
              </p:nvSpPr>
              <p:spPr bwMode="auto">
                <a:xfrm>
                  <a:off x="1610" y="3430"/>
                  <a:ext cx="1814" cy="0"/>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32" name="Line 29">
                  <a:extLst>
                    <a:ext uri="{FF2B5EF4-FFF2-40B4-BE49-F238E27FC236}">
                      <a16:creationId xmlns:a16="http://schemas.microsoft.com/office/drawing/2014/main" id="{3C2B9516-3E29-4A34-89B0-F04FAFC195D2}"/>
                    </a:ext>
                  </a:extLst>
                </p:cNvPr>
                <p:cNvSpPr>
                  <a:spLocks noChangeShapeType="1"/>
                </p:cNvSpPr>
                <p:nvPr/>
              </p:nvSpPr>
              <p:spPr bwMode="auto">
                <a:xfrm>
                  <a:off x="1610" y="3430"/>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36" name="Line 30">
                  <a:extLst>
                    <a:ext uri="{FF2B5EF4-FFF2-40B4-BE49-F238E27FC236}">
                      <a16:creationId xmlns:a16="http://schemas.microsoft.com/office/drawing/2014/main" id="{CD0E82A9-BE20-4F6D-BA0F-55E326D53329}"/>
                    </a:ext>
                  </a:extLst>
                </p:cNvPr>
                <p:cNvSpPr>
                  <a:spLocks noChangeShapeType="1"/>
                </p:cNvSpPr>
                <p:nvPr/>
              </p:nvSpPr>
              <p:spPr bwMode="auto">
                <a:xfrm>
                  <a:off x="2472" y="3430"/>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37" name="Line 31">
                  <a:extLst>
                    <a:ext uri="{FF2B5EF4-FFF2-40B4-BE49-F238E27FC236}">
                      <a16:creationId xmlns:a16="http://schemas.microsoft.com/office/drawing/2014/main" id="{5230BC9B-4F98-4BCB-A67D-9D1DCE81ED41}"/>
                    </a:ext>
                  </a:extLst>
                </p:cNvPr>
                <p:cNvSpPr>
                  <a:spLocks noChangeShapeType="1"/>
                </p:cNvSpPr>
                <p:nvPr/>
              </p:nvSpPr>
              <p:spPr bwMode="auto">
                <a:xfrm>
                  <a:off x="3424" y="3430"/>
                  <a:ext cx="0" cy="182"/>
                </a:xfrm>
                <a:prstGeom prst="line">
                  <a:avLst/>
                </a:prstGeom>
                <a:noFill/>
                <a:ln w="9525">
                  <a:solidFill>
                    <a:srgbClr val="06661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200">
                    <a:latin typeface="华文楷体" panose="02010600040101010101" pitchFamily="2" charset="-122"/>
                    <a:ea typeface="华文楷体" panose="02010600040101010101" pitchFamily="2" charset="-122"/>
                  </a:endParaRPr>
                </a:p>
              </p:txBody>
            </p:sp>
            <p:sp>
              <p:nvSpPr>
                <p:cNvPr id="38" name="Oval 32">
                  <a:extLst>
                    <a:ext uri="{FF2B5EF4-FFF2-40B4-BE49-F238E27FC236}">
                      <a16:creationId xmlns:a16="http://schemas.microsoft.com/office/drawing/2014/main" id="{4994B836-29A3-4316-9567-75EBC045AABD}"/>
                    </a:ext>
                  </a:extLst>
                </p:cNvPr>
                <p:cNvSpPr>
                  <a:spLocks noChangeArrowheads="1"/>
                </p:cNvSpPr>
                <p:nvPr/>
              </p:nvSpPr>
              <p:spPr bwMode="auto">
                <a:xfrm>
                  <a:off x="1429" y="3612"/>
                  <a:ext cx="363" cy="363"/>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1600" u="none">
                      <a:latin typeface="华文楷体" panose="02010600040101010101" pitchFamily="2" charset="-122"/>
                      <a:ea typeface="华文楷体" panose="02010600040101010101" pitchFamily="2" charset="-122"/>
                    </a:rPr>
                    <a:t>A</a:t>
                  </a:r>
                  <a:r>
                    <a:rPr lang="en-US" altLang="zh-CN" sz="1600" u="none" baseline="-25000">
                      <a:latin typeface="华文楷体" panose="02010600040101010101" pitchFamily="2" charset="-122"/>
                      <a:ea typeface="华文楷体" panose="02010600040101010101" pitchFamily="2" charset="-122"/>
                    </a:rPr>
                    <a:t>1</a:t>
                  </a:r>
                </a:p>
              </p:txBody>
            </p:sp>
            <p:sp>
              <p:nvSpPr>
                <p:cNvPr id="39" name="Oval 33">
                  <a:extLst>
                    <a:ext uri="{FF2B5EF4-FFF2-40B4-BE49-F238E27FC236}">
                      <a16:creationId xmlns:a16="http://schemas.microsoft.com/office/drawing/2014/main" id="{A4DF5469-8D21-4AD5-944F-E5737E333172}"/>
                    </a:ext>
                  </a:extLst>
                </p:cNvPr>
                <p:cNvSpPr>
                  <a:spLocks noChangeArrowheads="1"/>
                </p:cNvSpPr>
                <p:nvPr/>
              </p:nvSpPr>
              <p:spPr bwMode="auto">
                <a:xfrm>
                  <a:off x="2290" y="3612"/>
                  <a:ext cx="363" cy="363"/>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1600" u="none">
                      <a:latin typeface="华文楷体" panose="02010600040101010101" pitchFamily="2" charset="-122"/>
                      <a:ea typeface="华文楷体" panose="02010600040101010101" pitchFamily="2" charset="-122"/>
                    </a:rPr>
                    <a:t>A</a:t>
                  </a:r>
                  <a:r>
                    <a:rPr lang="en-US" altLang="zh-CN" sz="1600" u="none" baseline="-25000">
                      <a:latin typeface="华文楷体" panose="02010600040101010101" pitchFamily="2" charset="-122"/>
                      <a:ea typeface="华文楷体" panose="02010600040101010101" pitchFamily="2" charset="-122"/>
                    </a:rPr>
                    <a:t>2</a:t>
                  </a:r>
                </a:p>
              </p:txBody>
            </p:sp>
            <p:sp>
              <p:nvSpPr>
                <p:cNvPr id="40" name="Oval 34">
                  <a:extLst>
                    <a:ext uri="{FF2B5EF4-FFF2-40B4-BE49-F238E27FC236}">
                      <a16:creationId xmlns:a16="http://schemas.microsoft.com/office/drawing/2014/main" id="{A76A18FE-BA48-4941-886B-5A8909F428ED}"/>
                    </a:ext>
                  </a:extLst>
                </p:cNvPr>
                <p:cNvSpPr>
                  <a:spLocks noChangeArrowheads="1"/>
                </p:cNvSpPr>
                <p:nvPr/>
              </p:nvSpPr>
              <p:spPr bwMode="auto">
                <a:xfrm>
                  <a:off x="3198" y="3612"/>
                  <a:ext cx="363" cy="363"/>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1600" u="none">
                      <a:latin typeface="华文楷体" panose="02010600040101010101" pitchFamily="2" charset="-122"/>
                      <a:ea typeface="华文楷体" panose="02010600040101010101" pitchFamily="2" charset="-122"/>
                    </a:rPr>
                    <a:t>A</a:t>
                  </a:r>
                  <a:r>
                    <a:rPr lang="en-US" altLang="zh-CN" sz="1600" u="none" baseline="-25000">
                      <a:latin typeface="华文楷体" panose="02010600040101010101" pitchFamily="2" charset="-122"/>
                      <a:ea typeface="华文楷体" panose="02010600040101010101" pitchFamily="2" charset="-122"/>
                    </a:rPr>
                    <a:t>3</a:t>
                  </a:r>
                </a:p>
              </p:txBody>
            </p:sp>
          </p:grpSp>
        </p:grpSp>
        <p:sp>
          <p:nvSpPr>
            <p:cNvPr id="8" name="Text Box 35">
              <a:extLst>
                <a:ext uri="{FF2B5EF4-FFF2-40B4-BE49-F238E27FC236}">
                  <a16:creationId xmlns:a16="http://schemas.microsoft.com/office/drawing/2014/main" id="{5BEFCF86-BEA0-4F10-B420-CE84A13CA2F5}"/>
                </a:ext>
              </a:extLst>
            </p:cNvPr>
            <p:cNvSpPr txBox="1">
              <a:spLocks noChangeArrowheads="1"/>
            </p:cNvSpPr>
            <p:nvPr/>
          </p:nvSpPr>
          <p:spPr bwMode="auto">
            <a:xfrm>
              <a:off x="4422" y="1525"/>
              <a:ext cx="1081" cy="1774"/>
            </a:xfrm>
            <a:prstGeom prst="rect">
              <a:avLst/>
            </a:prstGeom>
            <a:noFill/>
            <a:ln w="28575" cap="rnd" algn="ctr">
              <a:solidFill>
                <a:srgbClr val="06661D"/>
              </a:solidFill>
              <a:prstDash val="sysDot"/>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lnSpc>
                  <a:spcPct val="120000"/>
                </a:lnSpc>
              </a:pPr>
              <a:r>
                <a:rPr lang="zh-CN" altLang="en-US" sz="1600" u="none">
                  <a:latin typeface="华文楷体" panose="02010600040101010101" pitchFamily="2" charset="-122"/>
                  <a:ea typeface="华文楷体" panose="02010600040101010101" pitchFamily="2" charset="-122"/>
                </a:rPr>
                <a:t>判断矩阵：</a:t>
              </a:r>
            </a:p>
            <a:p>
              <a:pPr algn="ctr">
                <a:lnSpc>
                  <a:spcPct val="120000"/>
                </a:lnSpc>
              </a:pPr>
              <a:r>
                <a:rPr lang="en-US" altLang="zh-CN" sz="1600" u="none">
                  <a:latin typeface="华文楷体" panose="02010600040101010101" pitchFamily="2" charset="-122"/>
                  <a:ea typeface="华文楷体" panose="02010600040101010101" pitchFamily="2" charset="-122"/>
                </a:rPr>
                <a:t>D/B</a:t>
              </a:r>
            </a:p>
            <a:p>
              <a:pPr algn="ctr">
                <a:lnSpc>
                  <a:spcPct val="120000"/>
                </a:lnSpc>
              </a:pP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2</a:t>
              </a:r>
              <a:r>
                <a:rPr lang="en-US" altLang="zh-CN" sz="1600" u="none">
                  <a:latin typeface="华文楷体" panose="02010600040101010101" pitchFamily="2" charset="-122"/>
                  <a:ea typeface="华文楷体" panose="02010600040101010101" pitchFamily="2" charset="-122"/>
                </a:rPr>
                <a:t>/B</a:t>
              </a:r>
            </a:p>
            <a:p>
              <a:pPr algn="ctr">
                <a:lnSpc>
                  <a:spcPct val="120000"/>
                </a:lnSpc>
              </a:pP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1</a:t>
              </a:r>
              <a:r>
                <a:rPr lang="en-US" altLang="zh-CN" sz="1600" u="none">
                  <a:latin typeface="华文楷体" panose="02010600040101010101" pitchFamily="2" charset="-122"/>
                  <a:ea typeface="华文楷体" panose="02010600040101010101" pitchFamily="2" charset="-122"/>
                </a:rPr>
                <a:t>/A</a:t>
              </a:r>
            </a:p>
            <a:p>
              <a:pPr algn="ctr">
                <a:lnSpc>
                  <a:spcPct val="120000"/>
                </a:lnSpc>
              </a:pP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21</a:t>
              </a:r>
              <a:r>
                <a:rPr lang="en-US" altLang="zh-CN" sz="1600" u="none">
                  <a:latin typeface="华文楷体" panose="02010600040101010101" pitchFamily="2" charset="-122"/>
                  <a:ea typeface="华文楷体" panose="02010600040101010101" pitchFamily="2" charset="-122"/>
                </a:rPr>
                <a:t>/A</a:t>
              </a:r>
            </a:p>
            <a:p>
              <a:pPr algn="ctr">
                <a:lnSpc>
                  <a:spcPct val="120000"/>
                </a:lnSpc>
              </a:pP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22</a:t>
              </a:r>
              <a:r>
                <a:rPr lang="en-US" altLang="zh-CN" sz="1600" u="none">
                  <a:latin typeface="华文楷体" panose="02010600040101010101" pitchFamily="2" charset="-122"/>
                  <a:ea typeface="华文楷体" panose="02010600040101010101" pitchFamily="2" charset="-122"/>
                </a:rPr>
                <a:t>/A</a:t>
              </a:r>
            </a:p>
            <a:p>
              <a:pPr algn="ctr">
                <a:lnSpc>
                  <a:spcPct val="120000"/>
                </a:lnSpc>
              </a:pPr>
              <a:r>
                <a:rPr lang="en-US" altLang="zh-CN" sz="1600" u="none">
                  <a:latin typeface="华文楷体" panose="02010600040101010101" pitchFamily="2" charset="-122"/>
                  <a:ea typeface="华文楷体" panose="02010600040101010101" pitchFamily="2" charset="-122"/>
                </a:rPr>
                <a:t>B</a:t>
              </a:r>
              <a:r>
                <a:rPr lang="en-US" altLang="zh-CN" sz="1600" u="none" baseline="-25000">
                  <a:latin typeface="华文楷体" panose="02010600040101010101" pitchFamily="2" charset="-122"/>
                  <a:ea typeface="华文楷体" panose="02010600040101010101" pitchFamily="2" charset="-122"/>
                </a:rPr>
                <a:t>3</a:t>
              </a:r>
              <a:r>
                <a:rPr lang="en-US" altLang="zh-CN" sz="1600" u="none">
                  <a:latin typeface="华文楷体" panose="02010600040101010101" pitchFamily="2" charset="-122"/>
                  <a:ea typeface="华文楷体" panose="02010600040101010101" pitchFamily="2" charset="-122"/>
                </a:rPr>
                <a:t>/A</a:t>
              </a:r>
            </a:p>
          </p:txBody>
        </p:sp>
      </p:grpSp>
    </p:spTree>
    <p:extLst>
      <p:ext uri="{BB962C8B-B14F-4D97-AF65-F5344CB8AC3E}">
        <p14:creationId xmlns:p14="http://schemas.microsoft.com/office/powerpoint/2010/main" val="3281600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9023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2.</a:t>
            </a:r>
            <a:r>
              <a:rPr lang="zh-CN" altLang="en-US" sz="2400" spc="300" dirty="0">
                <a:latin typeface="微软雅黑" panose="020B0503020204020204" pitchFamily="34" charset="-122"/>
                <a:ea typeface="微软雅黑" panose="020B0503020204020204" pitchFamily="34" charset="-122"/>
              </a:rPr>
              <a:t>给出指标间的比较判断矩阵</a:t>
            </a:r>
            <a:r>
              <a:rPr lang="en-US" altLang="zh-CN" sz="2400" spc="300" dirty="0">
                <a:latin typeface="微软雅黑" panose="020B0503020204020204" pitchFamily="34" charset="-122"/>
                <a:ea typeface="微软雅黑" panose="020B0503020204020204" pitchFamily="34" charset="-122"/>
              </a:rPr>
              <a:t>B</a:t>
            </a:r>
            <a:endParaRPr lang="zh-CN" altLang="en-US" sz="2400" spc="300" dirty="0">
              <a:latin typeface="微软雅黑" panose="020B0503020204020204" pitchFamily="34" charset="-122"/>
              <a:ea typeface="微软雅黑" panose="020B0503020204020204" pitchFamily="34" charset="-122"/>
            </a:endParaRPr>
          </a:p>
        </p:txBody>
      </p:sp>
      <p:graphicFrame>
        <p:nvGraphicFramePr>
          <p:cNvPr id="3" name="Group 83">
            <a:extLst>
              <a:ext uri="{FF2B5EF4-FFF2-40B4-BE49-F238E27FC236}">
                <a16:creationId xmlns:a16="http://schemas.microsoft.com/office/drawing/2014/main" id="{3A4A4DF0-CC64-4E06-AA24-1D27B52BDAC4}"/>
              </a:ext>
            </a:extLst>
          </p:cNvPr>
          <p:cNvGraphicFramePr>
            <a:graphicFrameLocks noGrp="1"/>
          </p:cNvGraphicFramePr>
          <p:nvPr>
            <p:extLst>
              <p:ext uri="{D42A27DB-BD31-4B8C-83A1-F6EECF244321}">
                <p14:modId xmlns:p14="http://schemas.microsoft.com/office/powerpoint/2010/main" val="1038717744"/>
              </p:ext>
            </p:extLst>
          </p:nvPr>
        </p:nvGraphicFramePr>
        <p:xfrm>
          <a:off x="304800" y="735327"/>
          <a:ext cx="5257800" cy="2209801"/>
        </p:xfrm>
        <a:graphic>
          <a:graphicData uri="http://schemas.openxmlformats.org/drawingml/2006/table">
            <a:tbl>
              <a:tblPr/>
              <a:tblGrid>
                <a:gridCol w="750888">
                  <a:extLst>
                    <a:ext uri="{9D8B030D-6E8A-4147-A177-3AD203B41FA5}">
                      <a16:colId xmlns:a16="http://schemas.microsoft.com/office/drawing/2014/main" val="3615183774"/>
                    </a:ext>
                  </a:extLst>
                </a:gridCol>
                <a:gridCol w="750887">
                  <a:extLst>
                    <a:ext uri="{9D8B030D-6E8A-4147-A177-3AD203B41FA5}">
                      <a16:colId xmlns:a16="http://schemas.microsoft.com/office/drawing/2014/main" val="301970073"/>
                    </a:ext>
                  </a:extLst>
                </a:gridCol>
                <a:gridCol w="750888">
                  <a:extLst>
                    <a:ext uri="{9D8B030D-6E8A-4147-A177-3AD203B41FA5}">
                      <a16:colId xmlns:a16="http://schemas.microsoft.com/office/drawing/2014/main" val="2646460782"/>
                    </a:ext>
                  </a:extLst>
                </a:gridCol>
                <a:gridCol w="752475">
                  <a:extLst>
                    <a:ext uri="{9D8B030D-6E8A-4147-A177-3AD203B41FA5}">
                      <a16:colId xmlns:a16="http://schemas.microsoft.com/office/drawing/2014/main" val="605782254"/>
                    </a:ext>
                  </a:extLst>
                </a:gridCol>
                <a:gridCol w="750887">
                  <a:extLst>
                    <a:ext uri="{9D8B030D-6E8A-4147-A177-3AD203B41FA5}">
                      <a16:colId xmlns:a16="http://schemas.microsoft.com/office/drawing/2014/main" val="2445882836"/>
                    </a:ext>
                  </a:extLst>
                </a:gridCol>
                <a:gridCol w="587375">
                  <a:extLst>
                    <a:ext uri="{9D8B030D-6E8A-4147-A177-3AD203B41FA5}">
                      <a16:colId xmlns:a16="http://schemas.microsoft.com/office/drawing/2014/main" val="763190734"/>
                    </a:ext>
                  </a:extLst>
                </a:gridCol>
                <a:gridCol w="914400">
                  <a:extLst>
                    <a:ext uri="{9D8B030D-6E8A-4147-A177-3AD203B41FA5}">
                      <a16:colId xmlns:a16="http://schemas.microsoft.com/office/drawing/2014/main" val="3466424934"/>
                    </a:ext>
                  </a:extLst>
                </a:gridCol>
              </a:tblGrid>
              <a:tr h="631825">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02710671"/>
                  </a:ext>
                </a:extLst>
              </a:tr>
              <a:tr h="527050">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0.637</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5854427"/>
                  </a:ext>
                </a:extLst>
              </a:tr>
              <a:tr h="525463">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0.258</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1236475"/>
                  </a:ext>
                </a:extLst>
              </a:tr>
              <a:tr h="525463">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3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0.105</a:t>
                      </a:r>
                      <a:endParaRPr kumimoji="0" lang="en-US" altLang="zh-CN" sz="3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22338"/>
                  </a:ext>
                </a:extLst>
              </a:tr>
            </a:tbl>
          </a:graphicData>
        </a:graphic>
      </p:graphicFrame>
      <p:graphicFrame>
        <p:nvGraphicFramePr>
          <p:cNvPr id="4" name="Group 36">
            <a:extLst>
              <a:ext uri="{FF2B5EF4-FFF2-40B4-BE49-F238E27FC236}">
                <a16:creationId xmlns:a16="http://schemas.microsoft.com/office/drawing/2014/main" id="{13E4271E-E275-4166-B51F-23E192A4C530}"/>
              </a:ext>
            </a:extLst>
          </p:cNvPr>
          <p:cNvGraphicFramePr>
            <a:graphicFrameLocks noGrp="1"/>
          </p:cNvGraphicFramePr>
          <p:nvPr>
            <p:extLst>
              <p:ext uri="{D42A27DB-BD31-4B8C-83A1-F6EECF244321}">
                <p14:modId xmlns:p14="http://schemas.microsoft.com/office/powerpoint/2010/main" val="3085744337"/>
              </p:ext>
            </p:extLst>
          </p:nvPr>
        </p:nvGraphicFramePr>
        <p:xfrm>
          <a:off x="304800" y="3056340"/>
          <a:ext cx="4191000" cy="1789113"/>
        </p:xfrm>
        <a:graphic>
          <a:graphicData uri="http://schemas.openxmlformats.org/drawingml/2006/table">
            <a:tbl>
              <a:tblPr/>
              <a:tblGrid>
                <a:gridCol w="1347788">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873125">
                  <a:extLst>
                    <a:ext uri="{9D8B030D-6E8A-4147-A177-3AD203B41FA5}">
                      <a16:colId xmlns:a16="http://schemas.microsoft.com/office/drawing/2014/main" val="20002"/>
                    </a:ext>
                  </a:extLst>
                </a:gridCol>
                <a:gridCol w="1100137">
                  <a:extLst>
                    <a:ext uri="{9D8B030D-6E8A-4147-A177-3AD203B41FA5}">
                      <a16:colId xmlns:a16="http://schemas.microsoft.com/office/drawing/2014/main" val="20003"/>
                    </a:ext>
                  </a:extLst>
                </a:gridCol>
              </a:tblGrid>
              <a:tr h="5969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4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57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4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4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0.75</a:t>
                      </a:r>
                      <a:endParaRPr kumimoji="0" lang="en-US" altLang="zh-CN" sz="4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64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22</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0" lang="en-US" altLang="zh-CN" sz="4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44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0.25</a:t>
                      </a:r>
                      <a:endParaRPr kumimoji="0" lang="en-US" altLang="zh-CN" sz="4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6680851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9023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2.</a:t>
            </a:r>
            <a:r>
              <a:rPr lang="zh-CN" altLang="en-US" sz="2400" spc="300" dirty="0">
                <a:latin typeface="微软雅黑" panose="020B0503020204020204" pitchFamily="34" charset="-122"/>
                <a:ea typeface="微软雅黑" panose="020B0503020204020204" pitchFamily="34" charset="-122"/>
              </a:rPr>
              <a:t>给出指标间的比较判断矩阵</a:t>
            </a:r>
            <a:r>
              <a:rPr lang="en-US" altLang="zh-CN" sz="2400" spc="300" dirty="0">
                <a:latin typeface="微软雅黑" panose="020B0503020204020204" pitchFamily="34" charset="-122"/>
                <a:ea typeface="微软雅黑" panose="020B0503020204020204" pitchFamily="34" charset="-122"/>
              </a:rPr>
              <a:t>B</a:t>
            </a:r>
            <a:endParaRPr lang="zh-CN" altLang="en-US" sz="2400" spc="300" dirty="0">
              <a:latin typeface="微软雅黑" panose="020B0503020204020204" pitchFamily="34" charset="-122"/>
              <a:ea typeface="微软雅黑" panose="020B0503020204020204" pitchFamily="34" charset="-122"/>
            </a:endParaRPr>
          </a:p>
        </p:txBody>
      </p:sp>
      <p:graphicFrame>
        <p:nvGraphicFramePr>
          <p:cNvPr id="2" name="Group 2">
            <a:extLst>
              <a:ext uri="{FF2B5EF4-FFF2-40B4-BE49-F238E27FC236}">
                <a16:creationId xmlns:a16="http://schemas.microsoft.com/office/drawing/2014/main" id="{6F98E1B6-0B7F-451C-8089-F29FFC239765}"/>
              </a:ext>
            </a:extLst>
          </p:cNvPr>
          <p:cNvGraphicFramePr>
            <a:graphicFrameLocks noGrp="1"/>
          </p:cNvGraphicFramePr>
          <p:nvPr>
            <p:extLst>
              <p:ext uri="{D42A27DB-BD31-4B8C-83A1-F6EECF244321}">
                <p14:modId xmlns:p14="http://schemas.microsoft.com/office/powerpoint/2010/main" val="1843566615"/>
              </p:ext>
            </p:extLst>
          </p:nvPr>
        </p:nvGraphicFramePr>
        <p:xfrm>
          <a:off x="457198" y="850430"/>
          <a:ext cx="4038600" cy="1886566"/>
        </p:xfrm>
        <a:graphic>
          <a:graphicData uri="http://schemas.openxmlformats.org/drawingml/2006/table">
            <a:tbl>
              <a:tblPr/>
              <a:tblGrid>
                <a:gridCol w="806450">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806450">
                  <a:extLst>
                    <a:ext uri="{9D8B030D-6E8A-4147-A177-3AD203B41FA5}">
                      <a16:colId xmlns:a16="http://schemas.microsoft.com/office/drawing/2014/main" val="20004"/>
                    </a:ext>
                  </a:extLst>
                </a:gridCol>
              </a:tblGrid>
              <a:tr h="47232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en-US" altLang="zh-CN" sz="18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3</a:t>
                      </a:r>
                      <a:endParaRPr kumimoji="0" lang="en-US" altLang="zh-CN"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i</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0959">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0.105</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2324">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0.637</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0959">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18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2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0.258</a:t>
                      </a:r>
                      <a:endParaRPr kumimoji="0" lang="en-US" altLang="zh-CN" sz="32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34">
            <a:extLst>
              <a:ext uri="{FF2B5EF4-FFF2-40B4-BE49-F238E27FC236}">
                <a16:creationId xmlns:a16="http://schemas.microsoft.com/office/drawing/2014/main" id="{D265FD5F-471D-46B8-ACE1-91857C23F2D6}"/>
              </a:ext>
            </a:extLst>
          </p:cNvPr>
          <p:cNvGraphicFramePr>
            <a:graphicFrameLocks noGrp="1"/>
          </p:cNvGraphicFramePr>
          <p:nvPr>
            <p:extLst>
              <p:ext uri="{D42A27DB-BD31-4B8C-83A1-F6EECF244321}">
                <p14:modId xmlns:p14="http://schemas.microsoft.com/office/powerpoint/2010/main" val="4059621481"/>
              </p:ext>
            </p:extLst>
          </p:nvPr>
        </p:nvGraphicFramePr>
        <p:xfrm>
          <a:off x="4800600" y="826473"/>
          <a:ext cx="4114800" cy="1886567"/>
        </p:xfrm>
        <a:graphic>
          <a:graphicData uri="http://schemas.openxmlformats.org/drawingml/2006/table">
            <a:tbl>
              <a:tblPr/>
              <a:tblGrid>
                <a:gridCol w="1000125">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3588">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827087">
                  <a:extLst>
                    <a:ext uri="{9D8B030D-6E8A-4147-A177-3AD203B41FA5}">
                      <a16:colId xmlns:a16="http://schemas.microsoft.com/office/drawing/2014/main" val="20004"/>
                    </a:ext>
                  </a:extLst>
                </a:gridCol>
              </a:tblGrid>
              <a:tr h="47131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21</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i</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2637">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0.60</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131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0.35</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31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1/9</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1/7</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0.05</a:t>
                      </a:r>
                      <a:endPar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 name="Group 66">
            <a:extLst>
              <a:ext uri="{FF2B5EF4-FFF2-40B4-BE49-F238E27FC236}">
                <a16:creationId xmlns:a16="http://schemas.microsoft.com/office/drawing/2014/main" id="{B3017FE9-D1A7-4C11-B52D-75612A7DCB72}"/>
              </a:ext>
            </a:extLst>
          </p:cNvPr>
          <p:cNvGraphicFramePr>
            <a:graphicFrameLocks noGrp="1"/>
          </p:cNvGraphicFramePr>
          <p:nvPr>
            <p:extLst>
              <p:ext uri="{D42A27DB-BD31-4B8C-83A1-F6EECF244321}">
                <p14:modId xmlns:p14="http://schemas.microsoft.com/office/powerpoint/2010/main" val="1441430805"/>
              </p:ext>
            </p:extLst>
          </p:nvPr>
        </p:nvGraphicFramePr>
        <p:xfrm>
          <a:off x="380998" y="3016247"/>
          <a:ext cx="4191000" cy="2057400"/>
        </p:xfrm>
        <a:graphic>
          <a:graphicData uri="http://schemas.openxmlformats.org/drawingml/2006/table">
            <a:tbl>
              <a:tblPr/>
              <a:tblGrid>
                <a:gridCol w="1017588">
                  <a:extLst>
                    <a:ext uri="{9D8B030D-6E8A-4147-A177-3AD203B41FA5}">
                      <a16:colId xmlns:a16="http://schemas.microsoft.com/office/drawing/2014/main" val="20000"/>
                    </a:ext>
                  </a:extLst>
                </a:gridCol>
                <a:gridCol w="777875">
                  <a:extLst>
                    <a:ext uri="{9D8B030D-6E8A-4147-A177-3AD203B41FA5}">
                      <a16:colId xmlns:a16="http://schemas.microsoft.com/office/drawing/2014/main" val="20001"/>
                    </a:ext>
                  </a:extLst>
                </a:gridCol>
                <a:gridCol w="776287">
                  <a:extLst>
                    <a:ext uri="{9D8B030D-6E8A-4147-A177-3AD203B41FA5}">
                      <a16:colId xmlns:a16="http://schemas.microsoft.com/office/drawing/2014/main" val="20002"/>
                    </a:ext>
                  </a:extLst>
                </a:gridCol>
                <a:gridCol w="777875">
                  <a:extLst>
                    <a:ext uri="{9D8B030D-6E8A-4147-A177-3AD203B41FA5}">
                      <a16:colId xmlns:a16="http://schemas.microsoft.com/office/drawing/2014/main" val="20003"/>
                    </a:ext>
                  </a:extLst>
                </a:gridCol>
                <a:gridCol w="841375">
                  <a:extLst>
                    <a:ext uri="{9D8B030D-6E8A-4147-A177-3AD203B41FA5}">
                      <a16:colId xmlns:a16="http://schemas.microsoft.com/office/drawing/2014/main" val="20004"/>
                    </a:ext>
                  </a:extLst>
                </a:gridCol>
              </a:tblGrid>
              <a:tr h="51512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22</a:t>
                      </a: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en-US" altLang="zh-CN" sz="24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3</a:t>
                      </a:r>
                      <a:endParaRPr kumimoji="0" lang="en-US" altLang="zh-CN" sz="4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i</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3579">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0.58</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512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1/3</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0.11</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3579">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a:t>
                      </a:r>
                      <a:endParaRPr kumimoji="0" lang="en-US" altLang="zh-CN" sz="4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40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0.31</a:t>
                      </a:r>
                      <a:endParaRPr kumimoji="0" lang="en-US" altLang="zh-CN" sz="4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 name="Group 98">
            <a:extLst>
              <a:ext uri="{FF2B5EF4-FFF2-40B4-BE49-F238E27FC236}">
                <a16:creationId xmlns:a16="http://schemas.microsoft.com/office/drawing/2014/main" id="{16D6CB92-3F8B-49EC-B7FD-6BC8230A005D}"/>
              </a:ext>
            </a:extLst>
          </p:cNvPr>
          <p:cNvGraphicFramePr>
            <a:graphicFrameLocks noGrp="1"/>
          </p:cNvGraphicFramePr>
          <p:nvPr>
            <p:extLst>
              <p:ext uri="{D42A27DB-BD31-4B8C-83A1-F6EECF244321}">
                <p14:modId xmlns:p14="http://schemas.microsoft.com/office/powerpoint/2010/main" val="1092460624"/>
              </p:ext>
            </p:extLst>
          </p:nvPr>
        </p:nvGraphicFramePr>
        <p:xfrm>
          <a:off x="4724402" y="3016249"/>
          <a:ext cx="4038600" cy="2057400"/>
        </p:xfrm>
        <a:graphic>
          <a:graphicData uri="http://schemas.openxmlformats.org/drawingml/2006/table">
            <a:tbl>
              <a:tblPr/>
              <a:tblGrid>
                <a:gridCol w="873125">
                  <a:extLst>
                    <a:ext uri="{9D8B030D-6E8A-4147-A177-3AD203B41FA5}">
                      <a16:colId xmlns:a16="http://schemas.microsoft.com/office/drawing/2014/main" val="20000"/>
                    </a:ext>
                  </a:extLst>
                </a:gridCol>
                <a:gridCol w="739775">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739775">
                  <a:extLst>
                    <a:ext uri="{9D8B030D-6E8A-4147-A177-3AD203B41FA5}">
                      <a16:colId xmlns:a16="http://schemas.microsoft.com/office/drawing/2014/main" val="20003"/>
                    </a:ext>
                  </a:extLst>
                </a:gridCol>
                <a:gridCol w="946150">
                  <a:extLst>
                    <a:ext uri="{9D8B030D-6E8A-4147-A177-3AD203B41FA5}">
                      <a16:colId xmlns:a16="http://schemas.microsoft.com/office/drawing/2014/main" val="20004"/>
                    </a:ext>
                  </a:extLst>
                </a:gridCol>
              </a:tblGrid>
              <a:tr h="5143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i</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43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0.735</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43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0.207</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43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1/9</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1/5</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3600" b="1"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0.058</a:t>
                      </a:r>
                      <a:endParaRPr kumimoji="0" lang="en-US" altLang="zh-CN" sz="3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0219504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6396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a:t>
            </a:r>
            <a:r>
              <a:rPr lang="zh-CN" altLang="en-US" sz="2400" spc="300" dirty="0">
                <a:latin typeface="微软雅黑" panose="020B0503020204020204" pitchFamily="34" charset="-122"/>
                <a:ea typeface="微软雅黑" panose="020B0503020204020204" pitchFamily="34" charset="-122"/>
              </a:rPr>
              <a:t>对每一判断矩阵进行一致性校验</a:t>
            </a:r>
          </a:p>
        </p:txBody>
      </p:sp>
      <p:graphicFrame>
        <p:nvGraphicFramePr>
          <p:cNvPr id="3" name="Object 2">
            <a:extLst>
              <a:ext uri="{FF2B5EF4-FFF2-40B4-BE49-F238E27FC236}">
                <a16:creationId xmlns:a16="http://schemas.microsoft.com/office/drawing/2014/main" id="{AD3F91A9-8ABF-4737-BCE8-AB28547792C3}"/>
              </a:ext>
            </a:extLst>
          </p:cNvPr>
          <p:cNvGraphicFramePr>
            <a:graphicFrameLocks noChangeAspect="1"/>
          </p:cNvGraphicFramePr>
          <p:nvPr>
            <p:extLst>
              <p:ext uri="{D42A27DB-BD31-4B8C-83A1-F6EECF244321}">
                <p14:modId xmlns:p14="http://schemas.microsoft.com/office/powerpoint/2010/main" val="2373457439"/>
              </p:ext>
            </p:extLst>
          </p:nvPr>
        </p:nvGraphicFramePr>
        <p:xfrm>
          <a:off x="1190625" y="1852453"/>
          <a:ext cx="990600" cy="417513"/>
        </p:xfrm>
        <a:graphic>
          <a:graphicData uri="http://schemas.openxmlformats.org/presentationml/2006/ole">
            <mc:AlternateContent xmlns:mc="http://schemas.openxmlformats.org/markup-compatibility/2006">
              <mc:Choice xmlns:v="urn:schemas-microsoft-com:vml" Requires="v">
                <p:oleObj name="Equation" r:id="rId3" imgW="431425" imgH="177646" progId="Equation.DSMT4">
                  <p:embed/>
                </p:oleObj>
              </mc:Choice>
              <mc:Fallback>
                <p:oleObj name="Equation" r:id="rId3" imgW="431425" imgH="177646" progId="Equation.DSMT4">
                  <p:embed/>
                  <p:pic>
                    <p:nvPicPr>
                      <p:cNvPr id="3" name="Object 2">
                        <a:extLst>
                          <a:ext uri="{FF2B5EF4-FFF2-40B4-BE49-F238E27FC236}">
                            <a16:creationId xmlns:a16="http://schemas.microsoft.com/office/drawing/2014/main" id="{AD3F91A9-8ABF-4737-BCE8-AB28547792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0625" y="1852453"/>
                        <a:ext cx="99060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a:extLst>
              <a:ext uri="{FF2B5EF4-FFF2-40B4-BE49-F238E27FC236}">
                <a16:creationId xmlns:a16="http://schemas.microsoft.com/office/drawing/2014/main" id="{CF9E7BA2-56A3-4353-BFD2-ADE20DC6E308}"/>
              </a:ext>
            </a:extLst>
          </p:cNvPr>
          <p:cNvGraphicFramePr>
            <a:graphicFrameLocks noChangeAspect="1"/>
          </p:cNvGraphicFramePr>
          <p:nvPr>
            <p:extLst>
              <p:ext uri="{D42A27DB-BD31-4B8C-83A1-F6EECF244321}">
                <p14:modId xmlns:p14="http://schemas.microsoft.com/office/powerpoint/2010/main" val="3798431862"/>
              </p:ext>
            </p:extLst>
          </p:nvPr>
        </p:nvGraphicFramePr>
        <p:xfrm>
          <a:off x="1419225" y="2688451"/>
          <a:ext cx="533400" cy="441325"/>
        </p:xfrm>
        <a:graphic>
          <a:graphicData uri="http://schemas.openxmlformats.org/presentationml/2006/ole">
            <mc:AlternateContent xmlns:mc="http://schemas.openxmlformats.org/markup-compatibility/2006">
              <mc:Choice xmlns:v="urn:schemas-microsoft-com:vml" Requires="v">
                <p:oleObj name="Equation" r:id="rId5" imgW="215619" imgH="177569" progId="Equation.DSMT4">
                  <p:embed/>
                </p:oleObj>
              </mc:Choice>
              <mc:Fallback>
                <p:oleObj name="Equation" r:id="rId5" imgW="215619" imgH="177569" progId="Equation.DSMT4">
                  <p:embed/>
                  <p:pic>
                    <p:nvPicPr>
                      <p:cNvPr id="4" name="Object 3">
                        <a:extLst>
                          <a:ext uri="{FF2B5EF4-FFF2-40B4-BE49-F238E27FC236}">
                            <a16:creationId xmlns:a16="http://schemas.microsoft.com/office/drawing/2014/main" id="{CF9E7BA2-56A3-4353-BFD2-ADE20DC6E3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9225" y="2688451"/>
                        <a:ext cx="533400" cy="441325"/>
                      </a:xfrm>
                      <a:prstGeom prst="rect">
                        <a:avLst/>
                      </a:prstGeom>
                      <a:noFill/>
                    </p:spPr>
                  </p:pic>
                </p:oleObj>
              </mc:Fallback>
            </mc:AlternateContent>
          </a:graphicData>
        </a:graphic>
      </p:graphicFrame>
      <p:graphicFrame>
        <p:nvGraphicFramePr>
          <p:cNvPr id="5" name="Object 4">
            <a:extLst>
              <a:ext uri="{FF2B5EF4-FFF2-40B4-BE49-F238E27FC236}">
                <a16:creationId xmlns:a16="http://schemas.microsoft.com/office/drawing/2014/main" id="{B6BB6CA0-FC89-4322-A48D-EA82123770CF}"/>
              </a:ext>
            </a:extLst>
          </p:cNvPr>
          <p:cNvGraphicFramePr>
            <a:graphicFrameLocks noChangeAspect="1"/>
          </p:cNvGraphicFramePr>
          <p:nvPr>
            <p:extLst>
              <p:ext uri="{D42A27DB-BD31-4B8C-83A1-F6EECF244321}">
                <p14:modId xmlns:p14="http://schemas.microsoft.com/office/powerpoint/2010/main" val="1513457848"/>
              </p:ext>
            </p:extLst>
          </p:nvPr>
        </p:nvGraphicFramePr>
        <p:xfrm>
          <a:off x="1343025" y="3321521"/>
          <a:ext cx="685800" cy="506413"/>
        </p:xfrm>
        <a:graphic>
          <a:graphicData uri="http://schemas.openxmlformats.org/presentationml/2006/ole">
            <mc:AlternateContent xmlns:mc="http://schemas.openxmlformats.org/markup-compatibility/2006">
              <mc:Choice xmlns:v="urn:schemas-microsoft-com:vml" Requires="v">
                <p:oleObj name="Equation" r:id="rId7" imgW="215619" imgH="164885" progId="Equation.DSMT4">
                  <p:embed/>
                </p:oleObj>
              </mc:Choice>
              <mc:Fallback>
                <p:oleObj name="Equation" r:id="rId7" imgW="215619" imgH="164885" progId="Equation.DSMT4">
                  <p:embed/>
                  <p:pic>
                    <p:nvPicPr>
                      <p:cNvPr id="5" name="Object 4">
                        <a:extLst>
                          <a:ext uri="{FF2B5EF4-FFF2-40B4-BE49-F238E27FC236}">
                            <a16:creationId xmlns:a16="http://schemas.microsoft.com/office/drawing/2014/main" id="{B6BB6CA0-FC89-4322-A48D-EA82123770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3025" y="3321521"/>
                        <a:ext cx="685800"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5">
            <a:extLst>
              <a:ext uri="{FF2B5EF4-FFF2-40B4-BE49-F238E27FC236}">
                <a16:creationId xmlns:a16="http://schemas.microsoft.com/office/drawing/2014/main" id="{C4F44C5D-4C56-44FF-AC81-8E224384BF6F}"/>
              </a:ext>
            </a:extLst>
          </p:cNvPr>
          <p:cNvGraphicFramePr>
            <a:graphicFrameLocks noChangeAspect="1"/>
          </p:cNvGraphicFramePr>
          <p:nvPr>
            <p:extLst>
              <p:ext uri="{D42A27DB-BD31-4B8C-83A1-F6EECF244321}">
                <p14:modId xmlns:p14="http://schemas.microsoft.com/office/powerpoint/2010/main" val="2979179694"/>
              </p:ext>
            </p:extLst>
          </p:nvPr>
        </p:nvGraphicFramePr>
        <p:xfrm>
          <a:off x="1190625" y="4019679"/>
          <a:ext cx="762000" cy="579438"/>
        </p:xfrm>
        <a:graphic>
          <a:graphicData uri="http://schemas.openxmlformats.org/presentationml/2006/ole">
            <mc:AlternateContent xmlns:mc="http://schemas.openxmlformats.org/markup-compatibility/2006">
              <mc:Choice xmlns:v="urn:schemas-microsoft-com:vml" Requires="v">
                <p:oleObj name="Equation" r:id="rId9" imgW="241091" imgH="177646" progId="Equation.DSMT4">
                  <p:embed/>
                </p:oleObj>
              </mc:Choice>
              <mc:Fallback>
                <p:oleObj name="Equation" r:id="rId9" imgW="241091" imgH="177646" progId="Equation.DSMT4">
                  <p:embed/>
                  <p:pic>
                    <p:nvPicPr>
                      <p:cNvPr id="7" name="Object 5">
                        <a:extLst>
                          <a:ext uri="{FF2B5EF4-FFF2-40B4-BE49-F238E27FC236}">
                            <a16:creationId xmlns:a16="http://schemas.microsoft.com/office/drawing/2014/main" id="{C4F44C5D-4C56-44FF-AC81-8E224384BF6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0625" y="4019679"/>
                        <a:ext cx="762000" cy="579438"/>
                      </a:xfrm>
                      <a:prstGeom prst="rect">
                        <a:avLst/>
                      </a:prstGeom>
                      <a:noFill/>
                    </p:spPr>
                  </p:pic>
                </p:oleObj>
              </mc:Fallback>
            </mc:AlternateContent>
          </a:graphicData>
        </a:graphic>
      </p:graphicFrame>
      <p:graphicFrame>
        <p:nvGraphicFramePr>
          <p:cNvPr id="9" name="Group 60">
            <a:extLst>
              <a:ext uri="{FF2B5EF4-FFF2-40B4-BE49-F238E27FC236}">
                <a16:creationId xmlns:a16="http://schemas.microsoft.com/office/drawing/2014/main" id="{0FD13927-2E28-48A3-8E8E-16F44B7D02E6}"/>
              </a:ext>
            </a:extLst>
          </p:cNvPr>
          <p:cNvGraphicFramePr>
            <a:graphicFrameLocks noGrp="1"/>
          </p:cNvGraphicFramePr>
          <p:nvPr>
            <p:extLst>
              <p:ext uri="{D42A27DB-BD31-4B8C-83A1-F6EECF244321}">
                <p14:modId xmlns:p14="http://schemas.microsoft.com/office/powerpoint/2010/main" val="3410109336"/>
              </p:ext>
            </p:extLst>
          </p:nvPr>
        </p:nvGraphicFramePr>
        <p:xfrm>
          <a:off x="921657" y="1069067"/>
          <a:ext cx="7543800" cy="3672203"/>
        </p:xfrm>
        <a:graphic>
          <a:graphicData uri="http://schemas.openxmlformats.org/drawingml/2006/table">
            <a:tbl>
              <a:tblPr/>
              <a:tblGrid>
                <a:gridCol w="1577975">
                  <a:extLst>
                    <a:ext uri="{9D8B030D-6E8A-4147-A177-3AD203B41FA5}">
                      <a16:colId xmlns:a16="http://schemas.microsoft.com/office/drawing/2014/main" val="20000"/>
                    </a:ext>
                  </a:extLst>
                </a:gridCol>
                <a:gridCol w="1139825">
                  <a:extLst>
                    <a:ext uri="{9D8B030D-6E8A-4147-A177-3AD203B41FA5}">
                      <a16:colId xmlns:a16="http://schemas.microsoft.com/office/drawing/2014/main" val="20001"/>
                    </a:ext>
                  </a:extLst>
                </a:gridCol>
                <a:gridCol w="949325">
                  <a:extLst>
                    <a:ext uri="{9D8B030D-6E8A-4147-A177-3AD203B41FA5}">
                      <a16:colId xmlns:a16="http://schemas.microsoft.com/office/drawing/2014/main" val="20002"/>
                    </a:ext>
                  </a:extLst>
                </a:gridCol>
                <a:gridCol w="950913">
                  <a:extLst>
                    <a:ext uri="{9D8B030D-6E8A-4147-A177-3AD203B41FA5}">
                      <a16:colId xmlns:a16="http://schemas.microsoft.com/office/drawing/2014/main" val="20003"/>
                    </a:ext>
                  </a:extLst>
                </a:gridCol>
                <a:gridCol w="949325">
                  <a:extLst>
                    <a:ext uri="{9D8B030D-6E8A-4147-A177-3AD203B41FA5}">
                      <a16:colId xmlns:a16="http://schemas.microsoft.com/office/drawing/2014/main" val="20004"/>
                    </a:ext>
                  </a:extLst>
                </a:gridCol>
                <a:gridCol w="949325">
                  <a:extLst>
                    <a:ext uri="{9D8B030D-6E8A-4147-A177-3AD203B41FA5}">
                      <a16:colId xmlns:a16="http://schemas.microsoft.com/office/drawing/2014/main" val="20005"/>
                    </a:ext>
                  </a:extLst>
                </a:gridCol>
                <a:gridCol w="1027112">
                  <a:extLst>
                    <a:ext uri="{9D8B030D-6E8A-4147-A177-3AD203B41FA5}">
                      <a16:colId xmlns:a16="http://schemas.microsoft.com/office/drawing/2014/main" val="20006"/>
                    </a:ext>
                  </a:extLst>
                </a:gridCol>
              </a:tblGrid>
              <a:tr h="673019">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特征量</a:t>
                      </a:r>
                      <a:endParaRPr kumimoji="0" lang="zh-CN" altLang="en-US"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r>
                        <a:rPr kumimoji="0" lang="en-US" altLang="zh-CN" sz="2400" b="1" i="1" u="none" strike="noStrike" cap="none" normalizeH="0" baseline="0">
                          <a:ln>
                            <a:noFill/>
                          </a:ln>
                          <a:solidFill>
                            <a:schemeClr val="tx1"/>
                          </a:solidFill>
                          <a:effectLst/>
                          <a:latin typeface="宋体" pitchFamily="2" charset="-122"/>
                          <a:ea typeface="宋体" pitchFamily="2" charset="-122"/>
                        </a:rPr>
                        <a:t>D/B </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r>
                        <a:rPr kumimoji="0" lang="en-US" altLang="zh-CN" sz="2400" b="1" i="1" u="none" strike="noStrike" cap="none" normalizeH="0" baseline="0">
                          <a:ln>
                            <a:noFill/>
                          </a:ln>
                          <a:solidFill>
                            <a:schemeClr val="tx1"/>
                          </a:solidFill>
                          <a:effectLst/>
                          <a:latin typeface="宋体" pitchFamily="2" charset="-122"/>
                          <a:ea typeface="宋体" pitchFamily="2" charset="-122"/>
                        </a:rPr>
                        <a:t>B</a:t>
                      </a:r>
                      <a:r>
                        <a:rPr kumimoji="0" lang="en-US" altLang="zh-CN" sz="2400" b="1" i="1" u="none" strike="noStrike" cap="none" normalizeH="0" baseline="-25000">
                          <a:ln>
                            <a:noFill/>
                          </a:ln>
                          <a:solidFill>
                            <a:schemeClr val="tx1"/>
                          </a:solidFill>
                          <a:effectLst/>
                          <a:latin typeface="宋体" pitchFamily="2" charset="-122"/>
                          <a:ea typeface="宋体" pitchFamily="2" charset="-122"/>
                        </a:rPr>
                        <a:t>2</a:t>
                      </a:r>
                      <a:r>
                        <a:rPr kumimoji="0" lang="en-US" altLang="zh-CN" sz="2400" b="1" i="1" u="none" strike="noStrike" cap="none" normalizeH="0" baseline="0">
                          <a:ln>
                            <a:noFill/>
                          </a:ln>
                          <a:solidFill>
                            <a:schemeClr val="tx1"/>
                          </a:solidFill>
                          <a:effectLst/>
                          <a:latin typeface="宋体" pitchFamily="2" charset="-122"/>
                          <a:ea typeface="宋体" pitchFamily="2" charset="-122"/>
                        </a:rPr>
                        <a:t>/B</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r>
                        <a:rPr kumimoji="0" lang="en-US" altLang="zh-CN" sz="2400" b="1" i="1" u="none" strike="noStrike" cap="none" normalizeH="0" baseline="0">
                          <a:ln>
                            <a:noFill/>
                          </a:ln>
                          <a:solidFill>
                            <a:schemeClr val="tx1"/>
                          </a:solidFill>
                          <a:effectLst/>
                          <a:latin typeface="宋体" pitchFamily="2" charset="-122"/>
                          <a:ea typeface="宋体" pitchFamily="2" charset="-122"/>
                        </a:rPr>
                        <a:t>B</a:t>
                      </a:r>
                      <a:r>
                        <a:rPr kumimoji="0" lang="en-US" altLang="zh-CN" sz="2400" b="1" i="1" u="none" strike="noStrike" cap="none" normalizeH="0" baseline="-25000">
                          <a:ln>
                            <a:noFill/>
                          </a:ln>
                          <a:solidFill>
                            <a:schemeClr val="tx1"/>
                          </a:solidFill>
                          <a:effectLst/>
                          <a:latin typeface="宋体" pitchFamily="2" charset="-122"/>
                          <a:ea typeface="宋体" pitchFamily="2" charset="-122"/>
                        </a:rPr>
                        <a:t>1</a:t>
                      </a:r>
                      <a:r>
                        <a:rPr kumimoji="0" lang="en-US" altLang="zh-CN" sz="2400" b="1" i="1" u="none" strike="noStrike" cap="none" normalizeH="0" baseline="0">
                          <a:ln>
                            <a:noFill/>
                          </a:ln>
                          <a:solidFill>
                            <a:schemeClr val="tx1"/>
                          </a:solidFill>
                          <a:effectLst/>
                          <a:latin typeface="宋体" pitchFamily="2" charset="-122"/>
                          <a:ea typeface="宋体" pitchFamily="2" charset="-122"/>
                        </a:rPr>
                        <a:t>/A</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r>
                        <a:rPr kumimoji="0" lang="en-US" altLang="zh-CN" sz="2400" b="1" i="1" u="none" strike="noStrike" cap="none" normalizeH="0" baseline="0">
                          <a:ln>
                            <a:noFill/>
                          </a:ln>
                          <a:solidFill>
                            <a:schemeClr val="tx1"/>
                          </a:solidFill>
                          <a:effectLst/>
                          <a:latin typeface="宋体" pitchFamily="2" charset="-122"/>
                          <a:ea typeface="宋体" pitchFamily="2" charset="-122"/>
                        </a:rPr>
                        <a:t>B</a:t>
                      </a:r>
                      <a:r>
                        <a:rPr kumimoji="0" lang="en-US" altLang="zh-CN" sz="2400" b="1" i="1" u="none" strike="noStrike" cap="none" normalizeH="0" baseline="-25000">
                          <a:ln>
                            <a:noFill/>
                          </a:ln>
                          <a:solidFill>
                            <a:schemeClr val="tx1"/>
                          </a:solidFill>
                          <a:effectLst/>
                          <a:latin typeface="宋体" pitchFamily="2" charset="-122"/>
                          <a:ea typeface="宋体" pitchFamily="2" charset="-122"/>
                        </a:rPr>
                        <a:t>21</a:t>
                      </a:r>
                      <a:r>
                        <a:rPr kumimoji="0" lang="en-US" altLang="zh-CN" sz="2400" b="1" i="1" u="none" strike="noStrike" cap="none" normalizeH="0" baseline="0">
                          <a:ln>
                            <a:noFill/>
                          </a:ln>
                          <a:solidFill>
                            <a:schemeClr val="tx1"/>
                          </a:solidFill>
                          <a:effectLst/>
                          <a:latin typeface="宋体" pitchFamily="2" charset="-122"/>
                          <a:ea typeface="宋体" pitchFamily="2" charset="-122"/>
                        </a:rPr>
                        <a:t>/A</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r>
                        <a:rPr kumimoji="0" lang="en-US" altLang="zh-CN" sz="2400" b="1" i="1" u="none" strike="noStrike" cap="none" normalizeH="0" baseline="0">
                          <a:ln>
                            <a:noFill/>
                          </a:ln>
                          <a:solidFill>
                            <a:schemeClr val="tx1"/>
                          </a:solidFill>
                          <a:effectLst/>
                          <a:latin typeface="宋体" pitchFamily="2" charset="-122"/>
                          <a:ea typeface="宋体" pitchFamily="2" charset="-122"/>
                        </a:rPr>
                        <a:t>B</a:t>
                      </a:r>
                      <a:r>
                        <a:rPr kumimoji="0" lang="en-US" altLang="zh-CN" sz="2400" b="1" i="1" u="none" strike="noStrike" cap="none" normalizeH="0" baseline="-25000">
                          <a:ln>
                            <a:noFill/>
                          </a:ln>
                          <a:solidFill>
                            <a:schemeClr val="tx1"/>
                          </a:solidFill>
                          <a:effectLst/>
                          <a:latin typeface="宋体" pitchFamily="2" charset="-122"/>
                          <a:ea typeface="宋体" pitchFamily="2" charset="-122"/>
                        </a:rPr>
                        <a:t>22</a:t>
                      </a:r>
                      <a:r>
                        <a:rPr kumimoji="0" lang="en-US" altLang="zh-CN" sz="2400" b="1" i="1" u="none" strike="noStrike" cap="none" normalizeH="0" baseline="0">
                          <a:ln>
                            <a:noFill/>
                          </a:ln>
                          <a:solidFill>
                            <a:schemeClr val="tx1"/>
                          </a:solidFill>
                          <a:effectLst/>
                          <a:latin typeface="宋体" pitchFamily="2" charset="-122"/>
                          <a:ea typeface="宋体" pitchFamily="2" charset="-122"/>
                        </a:rPr>
                        <a:t>/A</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r>
                        <a:rPr kumimoji="0" lang="en-US" altLang="zh-CN" sz="2400" b="1" i="1" u="none" strike="noStrike" cap="none" normalizeH="0" baseline="0">
                          <a:ln>
                            <a:noFill/>
                          </a:ln>
                          <a:solidFill>
                            <a:schemeClr val="tx1"/>
                          </a:solidFill>
                          <a:effectLst/>
                          <a:latin typeface="宋体" pitchFamily="2" charset="-122"/>
                          <a:ea typeface="宋体" pitchFamily="2" charset="-122"/>
                        </a:rPr>
                        <a:t>B</a:t>
                      </a:r>
                      <a:r>
                        <a:rPr kumimoji="0" lang="en-US" altLang="zh-CN" sz="2400" b="1" i="1" u="none" strike="noStrike" cap="none" normalizeH="0" baseline="-25000">
                          <a:ln>
                            <a:noFill/>
                          </a:ln>
                          <a:solidFill>
                            <a:schemeClr val="tx1"/>
                          </a:solidFill>
                          <a:effectLst/>
                          <a:latin typeface="宋体" pitchFamily="2" charset="-122"/>
                          <a:ea typeface="宋体" pitchFamily="2" charset="-122"/>
                        </a:rPr>
                        <a:t>3</a:t>
                      </a:r>
                      <a:r>
                        <a:rPr kumimoji="0" lang="en-US" altLang="zh-CN" sz="2400" b="1" i="1" u="none" strike="noStrike" cap="none" normalizeH="0" baseline="0">
                          <a:ln>
                            <a:noFill/>
                          </a:ln>
                          <a:solidFill>
                            <a:schemeClr val="tx1"/>
                          </a:solidFill>
                          <a:effectLst/>
                          <a:latin typeface="宋体" pitchFamily="2" charset="-122"/>
                          <a:ea typeface="宋体" pitchFamily="2" charset="-122"/>
                        </a:rPr>
                        <a:t>/A</a:t>
                      </a: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9717">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endParaRPr kumimoji="0" lang="zh-CN" altLang="en-US" sz="4800" b="1" i="0" u="none" strike="noStrike" cap="none" normalizeH="0" baseline="0" dirty="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3.039</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2</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3.039</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3.02</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3.003</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3.117</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717">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endParaRPr kumimoji="0" lang="zh-CN" altLang="en-US" sz="4800" b="1" i="0" u="none" strike="noStrike" cap="none" normalizeH="0" baseline="0" dirty="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0.0194</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0.0194</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0.01</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0.002</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0.058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9717">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endParaRPr kumimoji="0" lang="zh-CN" altLang="en-US" sz="4800" b="1" i="0" u="none" strike="noStrike" cap="none" normalizeH="0" baseline="0" dirty="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0.58</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cs typeface="Times New Roman" pitchFamily="18" charset="0"/>
                        </a:rPr>
                        <a:t>－</a:t>
                      </a:r>
                      <a:endParaRPr kumimoji="0" lang="zh-CN" altLang="en-US"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0.58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0.58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0.58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0.58</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49717">
                <a:tc>
                  <a:txBody>
                    <a:bodyPr/>
                    <a:lstStyle/>
                    <a:p>
                      <a:pPr marL="0" marR="0" lvl="0" indent="0" algn="l" defTabSz="914400" rtl="0" eaLnBrk="0" fontAlgn="base" latinLnBrk="0" hangingPunct="0">
                        <a:lnSpc>
                          <a:spcPct val="90000"/>
                        </a:lnSpc>
                        <a:spcBef>
                          <a:spcPct val="20000"/>
                        </a:spcBef>
                        <a:spcAft>
                          <a:spcPct val="0"/>
                        </a:spcAft>
                        <a:buClr>
                          <a:schemeClr val="tx2"/>
                        </a:buClr>
                        <a:buSzPct val="75000"/>
                        <a:buFont typeface="Wingdings" pitchFamily="2" charset="2"/>
                        <a:buNone/>
                        <a:tabLst/>
                      </a:pPr>
                      <a:endParaRPr kumimoji="0" lang="zh-CN" altLang="en-US" sz="4800" b="1" i="0" u="none" strike="noStrike" cap="none" normalizeH="0" baseline="0">
                        <a:ln>
                          <a:noFill/>
                        </a:ln>
                        <a:solidFill>
                          <a:schemeClr val="tx1"/>
                        </a:solidFill>
                        <a:effectLst/>
                        <a:latin typeface="宋体" pitchFamily="2" charset="-122"/>
                        <a:ea typeface="宋体" pitchFamily="2" charset="-122"/>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0.033</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0.033</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0.002</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宋体" pitchFamily="2" charset="-122"/>
                          <a:ea typeface="宋体" pitchFamily="2" charset="-122"/>
                          <a:cs typeface="Times New Roman" pitchFamily="18" charset="0"/>
                        </a:rPr>
                        <a:t>0.003</a:t>
                      </a:r>
                      <a:endParaRPr kumimoji="0" lang="en-US" altLang="zh-CN" sz="3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宋体" pitchFamily="2" charset="-122"/>
                          <a:ea typeface="宋体" pitchFamily="2" charset="-122"/>
                          <a:cs typeface="Times New Roman" pitchFamily="18" charset="0"/>
                        </a:rPr>
                        <a:t>0.10</a:t>
                      </a:r>
                      <a:endParaRPr kumimoji="0" lang="en-US" altLang="zh-CN" sz="3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5846225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5523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5.</a:t>
            </a:r>
            <a:r>
              <a:rPr lang="zh-CN" altLang="en-US" sz="2400" spc="300" dirty="0">
                <a:latin typeface="微软雅黑" panose="020B0503020204020204" pitchFamily="34" charset="-122"/>
                <a:ea typeface="微软雅黑" panose="020B0503020204020204" pitchFamily="34" charset="-122"/>
              </a:rPr>
              <a:t>总排序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88376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总排序：是指最底层各指标以最高层目标层为准则的相对重要性标度求解。</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总排序的方法：线性加权和</a:t>
            </a:r>
          </a:p>
        </p:txBody>
      </p:sp>
      <p:grpSp>
        <p:nvGrpSpPr>
          <p:cNvPr id="6" name="Group 8">
            <a:extLst>
              <a:ext uri="{FF2B5EF4-FFF2-40B4-BE49-F238E27FC236}">
                <a16:creationId xmlns:a16="http://schemas.microsoft.com/office/drawing/2014/main" id="{7ED45DDF-40B2-489E-9856-4DD8E6088102}"/>
              </a:ext>
            </a:extLst>
          </p:cNvPr>
          <p:cNvGrpSpPr>
            <a:grpSpLocks/>
          </p:cNvGrpSpPr>
          <p:nvPr/>
        </p:nvGrpSpPr>
        <p:grpSpPr bwMode="auto">
          <a:xfrm>
            <a:off x="1143000" y="1727196"/>
            <a:ext cx="6858000" cy="3276600"/>
            <a:chOff x="1056" y="2304"/>
            <a:chExt cx="3120" cy="1412"/>
          </a:xfrm>
        </p:grpSpPr>
        <p:sp>
          <p:nvSpPr>
            <p:cNvPr id="7" name="Rectangle 9">
              <a:extLst>
                <a:ext uri="{FF2B5EF4-FFF2-40B4-BE49-F238E27FC236}">
                  <a16:creationId xmlns:a16="http://schemas.microsoft.com/office/drawing/2014/main" id="{B8DFA08A-AC45-494D-B652-C14E0F8D0E8D}"/>
                </a:ext>
              </a:extLst>
            </p:cNvPr>
            <p:cNvSpPr>
              <a:spLocks noChangeArrowheads="1"/>
            </p:cNvSpPr>
            <p:nvPr/>
          </p:nvSpPr>
          <p:spPr bwMode="auto">
            <a:xfrm>
              <a:off x="1056" y="2304"/>
              <a:ext cx="3120" cy="1392"/>
            </a:xfrm>
            <a:prstGeom prst="rect">
              <a:avLst/>
            </a:prstGeom>
            <a:solidFill>
              <a:schemeClr val="tx1"/>
            </a:solidFill>
            <a:ln w="9525" algn="ctr">
              <a:solidFill>
                <a:schemeClr val="accent2"/>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8" name="Picture 10">
              <a:extLst>
                <a:ext uri="{FF2B5EF4-FFF2-40B4-BE49-F238E27FC236}">
                  <a16:creationId xmlns:a16="http://schemas.microsoft.com/office/drawing/2014/main" id="{4BA02302-7528-42AB-B3D1-A873B62D3755}"/>
                </a:ext>
              </a:extLst>
            </p:cNvPr>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l="11507" r="1015"/>
            <a:stretch>
              <a:fillRect/>
            </a:stretch>
          </p:blipFill>
          <p:spPr bwMode="auto">
            <a:xfrm>
              <a:off x="1105" y="2448"/>
              <a:ext cx="2928" cy="1268"/>
            </a:xfrm>
            <a:prstGeom prst="rect">
              <a:avLst/>
            </a:prstGeom>
            <a:solidFill>
              <a:schemeClr val="tx1"/>
            </a:solidFill>
            <a:ln w="9525" algn="ctr">
              <a:solidFill>
                <a:schemeClr val="accent2"/>
              </a:solidFill>
              <a:miter lim="800000"/>
              <a:headEnd/>
              <a:tailEnd/>
            </a:ln>
          </p:spPr>
        </p:pic>
      </p:grpSp>
    </p:spTree>
    <p:extLst>
      <p:ext uri="{BB962C8B-B14F-4D97-AF65-F5344CB8AC3E}">
        <p14:creationId xmlns:p14="http://schemas.microsoft.com/office/powerpoint/2010/main" val="4888685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5523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5.</a:t>
            </a:r>
            <a:r>
              <a:rPr lang="zh-CN" altLang="en-US" sz="2400" spc="300" dirty="0">
                <a:latin typeface="微软雅黑" panose="020B0503020204020204" pitchFamily="34" charset="-122"/>
                <a:ea typeface="微软雅黑" panose="020B0503020204020204" pitchFamily="34" charset="-122"/>
              </a:rPr>
              <a:t>总排序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88376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总排序：是指最底层各指标以最高层目标层为准则的相对重要性标度求解。</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总排序的方法：线性加权和</a:t>
            </a:r>
          </a:p>
        </p:txBody>
      </p:sp>
      <p:sp>
        <p:nvSpPr>
          <p:cNvPr id="11" name="Rectangle 11">
            <a:extLst>
              <a:ext uri="{FF2B5EF4-FFF2-40B4-BE49-F238E27FC236}">
                <a16:creationId xmlns:a16="http://schemas.microsoft.com/office/drawing/2014/main" id="{2B64C415-B2F4-458B-9C4E-AFC00BDBD69F}"/>
              </a:ext>
            </a:extLst>
          </p:cNvPr>
          <p:cNvSpPr>
            <a:spLocks noChangeArrowheads="1"/>
          </p:cNvSpPr>
          <p:nvPr/>
        </p:nvSpPr>
        <p:spPr bwMode="auto">
          <a:xfrm>
            <a:off x="0" y="1379772"/>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2" name="Rectangle 12">
            <a:extLst>
              <a:ext uri="{FF2B5EF4-FFF2-40B4-BE49-F238E27FC236}">
                <a16:creationId xmlns:a16="http://schemas.microsoft.com/office/drawing/2014/main" id="{B1F6C175-D246-4D37-9456-9C2375D67E75}"/>
              </a:ext>
            </a:extLst>
          </p:cNvPr>
          <p:cNvSpPr>
            <a:spLocks noChangeArrowheads="1"/>
          </p:cNvSpPr>
          <p:nvPr/>
        </p:nvSpPr>
        <p:spPr bwMode="auto">
          <a:xfrm>
            <a:off x="0" y="1375009"/>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3" name="Rectangle 13">
            <a:extLst>
              <a:ext uri="{FF2B5EF4-FFF2-40B4-BE49-F238E27FC236}">
                <a16:creationId xmlns:a16="http://schemas.microsoft.com/office/drawing/2014/main" id="{89889FE6-0905-405B-BF77-8012A5C06AEE}"/>
              </a:ext>
            </a:extLst>
          </p:cNvPr>
          <p:cNvSpPr>
            <a:spLocks noChangeArrowheads="1"/>
          </p:cNvSpPr>
          <p:nvPr/>
        </p:nvSpPr>
        <p:spPr bwMode="auto">
          <a:xfrm>
            <a:off x="0" y="1375009"/>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nvGrpSpPr>
          <p:cNvPr id="14" name="Group 14">
            <a:extLst>
              <a:ext uri="{FF2B5EF4-FFF2-40B4-BE49-F238E27FC236}">
                <a16:creationId xmlns:a16="http://schemas.microsoft.com/office/drawing/2014/main" id="{9286A87B-5993-4D07-8178-4570C80CFE36}"/>
              </a:ext>
            </a:extLst>
          </p:cNvPr>
          <p:cNvGrpSpPr>
            <a:grpSpLocks/>
          </p:cNvGrpSpPr>
          <p:nvPr/>
        </p:nvGrpSpPr>
        <p:grpSpPr bwMode="auto">
          <a:xfrm>
            <a:off x="228600" y="1946509"/>
            <a:ext cx="8763000" cy="2514600"/>
            <a:chOff x="672" y="2256"/>
            <a:chExt cx="3024" cy="816"/>
          </a:xfrm>
        </p:grpSpPr>
        <p:sp>
          <p:nvSpPr>
            <p:cNvPr id="15" name="Rectangle 15">
              <a:extLst>
                <a:ext uri="{FF2B5EF4-FFF2-40B4-BE49-F238E27FC236}">
                  <a16:creationId xmlns:a16="http://schemas.microsoft.com/office/drawing/2014/main" id="{707CCE00-1189-4AF2-B3D0-24B98B0F0970}"/>
                </a:ext>
              </a:extLst>
            </p:cNvPr>
            <p:cNvSpPr>
              <a:spLocks noChangeArrowheads="1"/>
            </p:cNvSpPr>
            <p:nvPr/>
          </p:nvSpPr>
          <p:spPr bwMode="auto">
            <a:xfrm>
              <a:off x="672" y="2256"/>
              <a:ext cx="3024" cy="816"/>
            </a:xfrm>
            <a:prstGeom prst="rect">
              <a:avLst/>
            </a:prstGeom>
            <a:solidFill>
              <a:schemeClr val="tx1"/>
            </a:solidFill>
            <a:ln w="9525" algn="ctr">
              <a:solidFill>
                <a:srgbClr val="800000"/>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6" name="Object 16">
              <a:extLst>
                <a:ext uri="{FF2B5EF4-FFF2-40B4-BE49-F238E27FC236}">
                  <a16:creationId xmlns:a16="http://schemas.microsoft.com/office/drawing/2014/main" id="{DC4CC0C7-6F6D-4F2F-90BB-546108B1AC79}"/>
                </a:ext>
              </a:extLst>
            </p:cNvPr>
            <p:cNvGraphicFramePr>
              <a:graphicFrameLocks noChangeAspect="1"/>
            </p:cNvGraphicFramePr>
            <p:nvPr/>
          </p:nvGraphicFramePr>
          <p:xfrm>
            <a:off x="768" y="2304"/>
            <a:ext cx="2766" cy="138"/>
          </p:xfrm>
          <a:graphic>
            <a:graphicData uri="http://schemas.openxmlformats.org/presentationml/2006/ole">
              <mc:AlternateContent xmlns:mc="http://schemas.openxmlformats.org/markup-compatibility/2006">
                <mc:Choice xmlns:v="urn:schemas-microsoft-com:vml" Requires="v">
                  <p:oleObj name="Equation" r:id="rId3" imgW="4394200" imgH="215900" progId="Equation.DSMT4">
                    <p:embed/>
                  </p:oleObj>
                </mc:Choice>
                <mc:Fallback>
                  <p:oleObj name="Equation" r:id="rId3" imgW="4394200" imgH="215900" progId="Equation.DSMT4">
                    <p:embed/>
                    <p:pic>
                      <p:nvPicPr>
                        <p:cNvPr id="16" name="Object 16">
                          <a:extLst>
                            <a:ext uri="{FF2B5EF4-FFF2-40B4-BE49-F238E27FC236}">
                              <a16:creationId xmlns:a16="http://schemas.microsoft.com/office/drawing/2014/main" id="{DC4CC0C7-6F6D-4F2F-90BB-546108B1AC79}"/>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768" y="2304"/>
                          <a:ext cx="2766" cy="138"/>
                        </a:xfrm>
                        <a:prstGeom prst="rect">
                          <a:avLst/>
                        </a:prstGeom>
                        <a:solidFill>
                          <a:schemeClr val="tx1"/>
                        </a:solidFill>
                        <a:ln w="9525">
                          <a:solidFill>
                            <a:srgbClr val="800000"/>
                          </a:solidFill>
                          <a:miter lim="800000"/>
                          <a:headEnd/>
                          <a:tailEnd/>
                        </a:ln>
                      </p:spPr>
                    </p:pic>
                  </p:oleObj>
                </mc:Fallback>
              </mc:AlternateContent>
            </a:graphicData>
          </a:graphic>
        </p:graphicFrame>
        <p:graphicFrame>
          <p:nvGraphicFramePr>
            <p:cNvPr id="17" name="Object 17">
              <a:extLst>
                <a:ext uri="{FF2B5EF4-FFF2-40B4-BE49-F238E27FC236}">
                  <a16:creationId xmlns:a16="http://schemas.microsoft.com/office/drawing/2014/main" id="{3ABD5EAA-8B52-4037-AD37-2AE1DCDA02CF}"/>
                </a:ext>
              </a:extLst>
            </p:cNvPr>
            <p:cNvGraphicFramePr>
              <a:graphicFrameLocks noChangeAspect="1"/>
            </p:cNvGraphicFramePr>
            <p:nvPr/>
          </p:nvGraphicFramePr>
          <p:xfrm>
            <a:off x="768" y="2592"/>
            <a:ext cx="2712" cy="144"/>
          </p:xfrm>
          <a:graphic>
            <a:graphicData uri="http://schemas.openxmlformats.org/presentationml/2006/ole">
              <mc:AlternateContent xmlns:mc="http://schemas.openxmlformats.org/markup-compatibility/2006">
                <mc:Choice xmlns:v="urn:schemas-microsoft-com:vml" Requires="v">
                  <p:oleObj name="Equation" r:id="rId5" imgW="4305300" imgH="228600" progId="Equation.DSMT4">
                    <p:embed/>
                  </p:oleObj>
                </mc:Choice>
                <mc:Fallback>
                  <p:oleObj name="Equation" r:id="rId5" imgW="4305300" imgH="228600" progId="Equation.DSMT4">
                    <p:embed/>
                    <p:pic>
                      <p:nvPicPr>
                        <p:cNvPr id="17" name="Object 17">
                          <a:extLst>
                            <a:ext uri="{FF2B5EF4-FFF2-40B4-BE49-F238E27FC236}">
                              <a16:creationId xmlns:a16="http://schemas.microsoft.com/office/drawing/2014/main" id="{3ABD5EAA-8B52-4037-AD37-2AE1DCDA02CF}"/>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768" y="2592"/>
                          <a:ext cx="2712" cy="144"/>
                        </a:xfrm>
                        <a:prstGeom prst="rect">
                          <a:avLst/>
                        </a:prstGeom>
                        <a:solidFill>
                          <a:schemeClr val="tx1"/>
                        </a:solidFill>
                        <a:ln w="9525">
                          <a:solidFill>
                            <a:srgbClr val="800000"/>
                          </a:solidFill>
                          <a:miter lim="800000"/>
                          <a:headEnd/>
                          <a:tailEnd/>
                        </a:ln>
                      </p:spPr>
                    </p:pic>
                  </p:oleObj>
                </mc:Fallback>
              </mc:AlternateContent>
            </a:graphicData>
          </a:graphic>
        </p:graphicFrame>
        <p:graphicFrame>
          <p:nvGraphicFramePr>
            <p:cNvPr id="18" name="Object 18">
              <a:extLst>
                <a:ext uri="{FF2B5EF4-FFF2-40B4-BE49-F238E27FC236}">
                  <a16:creationId xmlns:a16="http://schemas.microsoft.com/office/drawing/2014/main" id="{78A37A79-CB83-4D19-9740-A59F58AE931A}"/>
                </a:ext>
              </a:extLst>
            </p:cNvPr>
            <p:cNvGraphicFramePr>
              <a:graphicFrameLocks noChangeAspect="1"/>
            </p:cNvGraphicFramePr>
            <p:nvPr/>
          </p:nvGraphicFramePr>
          <p:xfrm>
            <a:off x="768" y="2880"/>
            <a:ext cx="2694" cy="144"/>
          </p:xfrm>
          <a:graphic>
            <a:graphicData uri="http://schemas.openxmlformats.org/presentationml/2006/ole">
              <mc:AlternateContent xmlns:mc="http://schemas.openxmlformats.org/markup-compatibility/2006">
                <mc:Choice xmlns:v="urn:schemas-microsoft-com:vml" Requires="v">
                  <p:oleObj name="Equation" r:id="rId7" imgW="4279900" imgH="228600" progId="Equation.DSMT4">
                    <p:embed/>
                  </p:oleObj>
                </mc:Choice>
                <mc:Fallback>
                  <p:oleObj name="Equation" r:id="rId7" imgW="4279900" imgH="228600" progId="Equation.DSMT4">
                    <p:embed/>
                    <p:pic>
                      <p:nvPicPr>
                        <p:cNvPr id="18" name="Object 18">
                          <a:extLst>
                            <a:ext uri="{FF2B5EF4-FFF2-40B4-BE49-F238E27FC236}">
                              <a16:creationId xmlns:a16="http://schemas.microsoft.com/office/drawing/2014/main" id="{78A37A79-CB83-4D19-9740-A59F58AE931A}"/>
                            </a:ext>
                          </a:extLst>
                        </p:cNvPr>
                        <p:cNvPicPr>
                          <a:picLocks noChangeAspect="1" noChangeArrowheads="1"/>
                        </p:cNvPicPr>
                        <p:nvPr/>
                      </p:nvPicPr>
                      <p:blipFill>
                        <a:blip r:embed="rId8">
                          <a:lum bright="70000" contrast="-70000"/>
                          <a:extLst>
                            <a:ext uri="{28A0092B-C50C-407E-A947-70E740481C1C}">
                              <a14:useLocalDpi xmlns:a14="http://schemas.microsoft.com/office/drawing/2010/main" val="0"/>
                            </a:ext>
                          </a:extLst>
                        </a:blip>
                        <a:srcRect/>
                        <a:stretch>
                          <a:fillRect/>
                        </a:stretch>
                      </p:blipFill>
                      <p:spPr bwMode="auto">
                        <a:xfrm>
                          <a:off x="768" y="2880"/>
                          <a:ext cx="2694" cy="144"/>
                        </a:xfrm>
                        <a:prstGeom prst="rect">
                          <a:avLst/>
                        </a:prstGeom>
                        <a:solidFill>
                          <a:schemeClr val="tx1"/>
                        </a:solidFill>
                        <a:ln w="9525">
                          <a:solidFill>
                            <a:srgbClr val="800000"/>
                          </a:solidFill>
                          <a:miter lim="800000"/>
                          <a:headEnd/>
                          <a:tailEnd/>
                        </a:ln>
                      </p:spPr>
                    </p:pic>
                  </p:oleObj>
                </mc:Fallback>
              </mc:AlternateContent>
            </a:graphicData>
          </a:graphic>
        </p:graphicFrame>
      </p:grpSp>
    </p:spTree>
    <p:extLst>
      <p:ext uri="{BB962C8B-B14F-4D97-AF65-F5344CB8AC3E}">
        <p14:creationId xmlns:p14="http://schemas.microsoft.com/office/powerpoint/2010/main" val="359343192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关联矩阵法</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层次分析法（</a:t>
            </a:r>
            <a:r>
              <a:rPr lang="en-US" altLang="zh-CN" dirty="0">
                <a:latin typeface="华文楷体" panose="02010600040101010101" pitchFamily="2" charset="-122"/>
                <a:ea typeface="华文楷体" panose="02010600040101010101" pitchFamily="2" charset="-122"/>
              </a:rPr>
              <a:t>AHP</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模糊综合评判法</a:t>
            </a:r>
            <a:endParaRPr lang="en-US" altLang="zh-CN"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718996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模糊综合评价法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模糊现象</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是指人们对事物（或问题）认识上的一种边界不清晰、含义不确切的一种现象（或问题）。</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确定性数学数理逻辑的基础：“非此即彼”的刚性法则</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模糊数学：非刚性模糊表述更能客观地、全面地反映人们的判断意识，得到可观的结果。</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模糊综合评价法的基本原理：是一个由刚性→模糊性→刚性的变换过程</a:t>
            </a:r>
          </a:p>
        </p:txBody>
      </p:sp>
      <p:sp>
        <p:nvSpPr>
          <p:cNvPr id="3" name="Oval 3">
            <a:extLst>
              <a:ext uri="{FF2B5EF4-FFF2-40B4-BE49-F238E27FC236}">
                <a16:creationId xmlns:a16="http://schemas.microsoft.com/office/drawing/2014/main" id="{A1A8A9FB-9A2F-4BB5-B29A-581894F81A50}"/>
              </a:ext>
            </a:extLst>
          </p:cNvPr>
          <p:cNvSpPr>
            <a:spLocks noChangeArrowheads="1"/>
          </p:cNvSpPr>
          <p:nvPr/>
        </p:nvSpPr>
        <p:spPr bwMode="auto">
          <a:xfrm>
            <a:off x="457200" y="1854200"/>
            <a:ext cx="2376488" cy="1223963"/>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dirty="0">
                <a:latin typeface="华文楷体" panose="02010600040101010101" pitchFamily="2" charset="-122"/>
                <a:ea typeface="华文楷体" panose="02010600040101010101" pitchFamily="2" charset="-122"/>
              </a:rPr>
              <a:t>模糊问题</a:t>
            </a:r>
          </a:p>
          <a:p>
            <a:pPr algn="ctr"/>
            <a:r>
              <a:rPr lang="zh-CN" altLang="en-US" dirty="0">
                <a:latin typeface="华文楷体" panose="02010600040101010101" pitchFamily="2" charset="-122"/>
                <a:ea typeface="华文楷体" panose="02010600040101010101" pitchFamily="2" charset="-122"/>
              </a:rPr>
              <a:t>（模糊现象）的出现</a:t>
            </a:r>
          </a:p>
        </p:txBody>
      </p:sp>
      <p:sp>
        <p:nvSpPr>
          <p:cNvPr id="4" name="Line 4">
            <a:extLst>
              <a:ext uri="{FF2B5EF4-FFF2-40B4-BE49-F238E27FC236}">
                <a16:creationId xmlns:a16="http://schemas.microsoft.com/office/drawing/2014/main" id="{8D14E101-4995-41A7-865B-556A2EE26064}"/>
              </a:ext>
            </a:extLst>
          </p:cNvPr>
          <p:cNvSpPr>
            <a:spLocks noChangeShapeType="1"/>
          </p:cNvSpPr>
          <p:nvPr/>
        </p:nvSpPr>
        <p:spPr bwMode="auto">
          <a:xfrm>
            <a:off x="2833688" y="2573338"/>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Oval 5">
            <a:extLst>
              <a:ext uri="{FF2B5EF4-FFF2-40B4-BE49-F238E27FC236}">
                <a16:creationId xmlns:a16="http://schemas.microsoft.com/office/drawing/2014/main" id="{9801B216-0A31-43A7-9FCF-DD2C02FA9D1B}"/>
              </a:ext>
            </a:extLst>
          </p:cNvPr>
          <p:cNvSpPr>
            <a:spLocks noChangeArrowheads="1"/>
          </p:cNvSpPr>
          <p:nvPr/>
        </p:nvSpPr>
        <p:spPr bwMode="auto">
          <a:xfrm>
            <a:off x="3697288" y="1781175"/>
            <a:ext cx="2376487" cy="1296988"/>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latin typeface="华文楷体" panose="02010600040101010101" pitchFamily="2" charset="-122"/>
                <a:ea typeface="华文楷体" panose="02010600040101010101" pitchFamily="2" charset="-122"/>
              </a:rPr>
              <a:t>基于“不精确描述”</a:t>
            </a:r>
          </a:p>
          <a:p>
            <a:pPr algn="ctr"/>
            <a:r>
              <a:rPr lang="zh-CN" altLang="en-US" u="none" dirty="0">
                <a:latin typeface="华文楷体" panose="02010600040101010101" pitchFamily="2" charset="-122"/>
                <a:ea typeface="华文楷体" panose="02010600040101010101" pitchFamily="2" charset="-122"/>
              </a:rPr>
              <a:t>的定量表示方法</a:t>
            </a:r>
          </a:p>
        </p:txBody>
      </p:sp>
      <p:sp>
        <p:nvSpPr>
          <p:cNvPr id="7" name="Line 6">
            <a:extLst>
              <a:ext uri="{FF2B5EF4-FFF2-40B4-BE49-F238E27FC236}">
                <a16:creationId xmlns:a16="http://schemas.microsoft.com/office/drawing/2014/main" id="{556DC1A8-CFE8-4BF1-8D51-249DECDD21FB}"/>
              </a:ext>
            </a:extLst>
          </p:cNvPr>
          <p:cNvSpPr>
            <a:spLocks noChangeShapeType="1"/>
          </p:cNvSpPr>
          <p:nvPr/>
        </p:nvSpPr>
        <p:spPr bwMode="auto">
          <a:xfrm>
            <a:off x="6073775" y="2573338"/>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Oval 7">
            <a:extLst>
              <a:ext uri="{FF2B5EF4-FFF2-40B4-BE49-F238E27FC236}">
                <a16:creationId xmlns:a16="http://schemas.microsoft.com/office/drawing/2014/main" id="{2CC096D5-6949-42AA-89D0-14C3F3EBEF28}"/>
              </a:ext>
            </a:extLst>
          </p:cNvPr>
          <p:cNvSpPr>
            <a:spLocks noChangeArrowheads="1"/>
          </p:cNvSpPr>
          <p:nvPr/>
        </p:nvSpPr>
        <p:spPr bwMode="auto">
          <a:xfrm>
            <a:off x="6900863" y="1925638"/>
            <a:ext cx="2052637" cy="1152525"/>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dirty="0">
                <a:latin typeface="华文楷体" panose="02010600040101010101" pitchFamily="2" charset="-122"/>
                <a:ea typeface="华文楷体" panose="02010600040101010101" pitchFamily="2" charset="-122"/>
              </a:rPr>
              <a:t>模糊数学</a:t>
            </a:r>
          </a:p>
          <a:p>
            <a:pPr algn="ctr"/>
            <a:r>
              <a:rPr lang="zh-CN" altLang="en-US" dirty="0">
                <a:latin typeface="华文楷体" panose="02010600040101010101" pitchFamily="2" charset="-122"/>
                <a:ea typeface="华文楷体" panose="02010600040101010101" pitchFamily="2" charset="-122"/>
              </a:rPr>
              <a:t>诞生</a:t>
            </a:r>
          </a:p>
        </p:txBody>
      </p:sp>
    </p:spTree>
    <p:extLst>
      <p:ext uri="{BB962C8B-B14F-4D97-AF65-F5344CB8AC3E}">
        <p14:creationId xmlns:p14="http://schemas.microsoft.com/office/powerpoint/2010/main" val="1457505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模糊综合评价法</a:t>
            </a:r>
          </a:p>
        </p:txBody>
      </p:sp>
      <p:grpSp>
        <p:nvGrpSpPr>
          <p:cNvPr id="64" name="组合 63">
            <a:extLst>
              <a:ext uri="{FF2B5EF4-FFF2-40B4-BE49-F238E27FC236}">
                <a16:creationId xmlns:a16="http://schemas.microsoft.com/office/drawing/2014/main" id="{9B3FCEB4-86F6-4F24-8EC7-44A212C0AE40}"/>
              </a:ext>
            </a:extLst>
          </p:cNvPr>
          <p:cNvGrpSpPr/>
          <p:nvPr/>
        </p:nvGrpSpPr>
        <p:grpSpPr>
          <a:xfrm>
            <a:off x="692091" y="671966"/>
            <a:ext cx="7759818" cy="4292991"/>
            <a:chOff x="-6468" y="704792"/>
            <a:chExt cx="8964612" cy="5072164"/>
          </a:xfrm>
        </p:grpSpPr>
        <p:sp>
          <p:nvSpPr>
            <p:cNvPr id="3" name="Text Box 3">
              <a:extLst>
                <a:ext uri="{FF2B5EF4-FFF2-40B4-BE49-F238E27FC236}">
                  <a16:creationId xmlns:a16="http://schemas.microsoft.com/office/drawing/2014/main" id="{BFA87B52-5DE4-4379-B3B5-F205FD2004A0}"/>
                </a:ext>
              </a:extLst>
            </p:cNvPr>
            <p:cNvSpPr txBox="1">
              <a:spLocks noChangeArrowheads="1"/>
            </p:cNvSpPr>
            <p:nvPr/>
          </p:nvSpPr>
          <p:spPr bwMode="auto">
            <a:xfrm>
              <a:off x="1649294" y="704792"/>
              <a:ext cx="3889375"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latin typeface="华文楷体" panose="02010600040101010101" pitchFamily="2" charset="-122"/>
                  <a:ea typeface="华文楷体" panose="02010600040101010101" pitchFamily="2" charset="-122"/>
                </a:rPr>
                <a:t>确定评价主体和评价对象</a:t>
              </a:r>
              <a:r>
                <a:rPr lang="en-US" altLang="zh-CN" sz="1400" u="none">
                  <a:latin typeface="华文楷体" panose="02010600040101010101" pitchFamily="2" charset="-122"/>
                  <a:ea typeface="华文楷体" panose="02010600040101010101" pitchFamily="2" charset="-122"/>
                </a:rPr>
                <a:t>A</a:t>
              </a:r>
            </a:p>
          </p:txBody>
        </p:sp>
        <p:sp>
          <p:nvSpPr>
            <p:cNvPr id="4" name="Text Box 4">
              <a:extLst>
                <a:ext uri="{FF2B5EF4-FFF2-40B4-BE49-F238E27FC236}">
                  <a16:creationId xmlns:a16="http://schemas.microsoft.com/office/drawing/2014/main" id="{19953BA2-A7DB-41BC-ADA1-AB9EA8CB4ABE}"/>
                </a:ext>
              </a:extLst>
            </p:cNvPr>
            <p:cNvSpPr txBox="1">
              <a:spLocks noChangeArrowheads="1"/>
            </p:cNvSpPr>
            <p:nvPr/>
          </p:nvSpPr>
          <p:spPr bwMode="auto">
            <a:xfrm>
              <a:off x="1649294" y="1352492"/>
              <a:ext cx="3960813"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dirty="0">
                  <a:latin typeface="华文楷体" panose="02010600040101010101" pitchFamily="2" charset="-122"/>
                  <a:ea typeface="华文楷体" panose="02010600040101010101" pitchFamily="2" charset="-122"/>
                </a:rPr>
                <a:t>确定待评因素论域</a:t>
              </a:r>
              <a:r>
                <a:rPr lang="en-US" altLang="zh-CN" sz="1400" u="none" dirty="0">
                  <a:latin typeface="华文楷体" panose="02010600040101010101" pitchFamily="2" charset="-122"/>
                  <a:ea typeface="华文楷体" panose="02010600040101010101" pitchFamily="2" charset="-122"/>
                </a:rPr>
                <a:t>X</a:t>
              </a:r>
              <a:r>
                <a:rPr lang="zh-CN" altLang="en-US" sz="1400" u="none" dirty="0">
                  <a:latin typeface="华文楷体" panose="02010600040101010101" pitchFamily="2" charset="-122"/>
                  <a:ea typeface="华文楷体" panose="02010600040101010101" pitchFamily="2" charset="-122"/>
                </a:rPr>
                <a:t>与权重</a:t>
              </a:r>
              <a:r>
                <a:rPr lang="en-US" altLang="zh-CN" sz="1400" u="none" dirty="0">
                  <a:latin typeface="华文楷体" panose="02010600040101010101" pitchFamily="2" charset="-122"/>
                  <a:ea typeface="华文楷体" panose="02010600040101010101" pitchFamily="2" charset="-122"/>
                </a:rPr>
                <a:t>W</a:t>
              </a:r>
            </a:p>
          </p:txBody>
        </p:sp>
        <p:sp>
          <p:nvSpPr>
            <p:cNvPr id="5" name="Text Box 5">
              <a:extLst>
                <a:ext uri="{FF2B5EF4-FFF2-40B4-BE49-F238E27FC236}">
                  <a16:creationId xmlns:a16="http://schemas.microsoft.com/office/drawing/2014/main" id="{DB3044FB-A433-4108-A1E5-070807FD2C43}"/>
                </a:ext>
              </a:extLst>
            </p:cNvPr>
            <p:cNvSpPr txBox="1">
              <a:spLocks noChangeArrowheads="1"/>
            </p:cNvSpPr>
            <p:nvPr/>
          </p:nvSpPr>
          <p:spPr bwMode="auto">
            <a:xfrm>
              <a:off x="1649294" y="2000192"/>
              <a:ext cx="6408738"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dirty="0">
                  <a:latin typeface="华文楷体" panose="02010600040101010101" pitchFamily="2" charset="-122"/>
                  <a:ea typeface="华文楷体" panose="02010600040101010101" pitchFamily="2" charset="-122"/>
                </a:rPr>
                <a:t>确定待评对象的因素论域的隶属度等级</a:t>
              </a:r>
              <a:r>
                <a:rPr lang="en-US" altLang="zh-CN" sz="1400" u="none" dirty="0">
                  <a:latin typeface="华文楷体" panose="02010600040101010101" pitchFamily="2" charset="-122"/>
                  <a:ea typeface="华文楷体" panose="02010600040101010101" pitchFamily="2" charset="-122"/>
                </a:rPr>
                <a:t>U</a:t>
              </a:r>
              <a:r>
                <a:rPr lang="zh-CN" altLang="en-US" sz="1400" u="none" dirty="0">
                  <a:latin typeface="华文楷体" panose="02010600040101010101" pitchFamily="2" charset="-122"/>
                  <a:ea typeface="华文楷体" panose="02010600040101010101" pitchFamily="2" charset="-122"/>
                </a:rPr>
                <a:t>与对应等级分</a:t>
              </a:r>
              <a:r>
                <a:rPr lang="en-US" altLang="zh-CN" sz="1400" u="none" dirty="0">
                  <a:latin typeface="华文楷体" panose="02010600040101010101" pitchFamily="2" charset="-122"/>
                  <a:ea typeface="华文楷体" panose="02010600040101010101" pitchFamily="2" charset="-122"/>
                </a:rPr>
                <a:t>F</a:t>
              </a:r>
            </a:p>
          </p:txBody>
        </p:sp>
        <p:sp>
          <p:nvSpPr>
            <p:cNvPr id="7" name="Text Box 6">
              <a:extLst>
                <a:ext uri="{FF2B5EF4-FFF2-40B4-BE49-F238E27FC236}">
                  <a16:creationId xmlns:a16="http://schemas.microsoft.com/office/drawing/2014/main" id="{C43D28A4-D87D-4C02-9FC2-201C67F2956A}"/>
                </a:ext>
              </a:extLst>
            </p:cNvPr>
            <p:cNvSpPr txBox="1">
              <a:spLocks noChangeArrowheads="1"/>
            </p:cNvSpPr>
            <p:nvPr/>
          </p:nvSpPr>
          <p:spPr bwMode="auto">
            <a:xfrm>
              <a:off x="1433395" y="2647892"/>
              <a:ext cx="4361563"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计算指标与等级的关系矩阵</a:t>
              </a:r>
              <a:r>
                <a:rPr lang="en-US" altLang="zh-CN" sz="1400" u="none">
                  <a:latin typeface="华文楷体" panose="02010600040101010101" pitchFamily="2" charset="-122"/>
                  <a:ea typeface="华文楷体" panose="02010600040101010101" pitchFamily="2" charset="-122"/>
                </a:rPr>
                <a:t>R,</a:t>
              </a:r>
              <a:r>
                <a:rPr lang="zh-CN" altLang="en-US" sz="1400" u="none">
                  <a:latin typeface="华文楷体" panose="02010600040101010101" pitchFamily="2" charset="-122"/>
                  <a:ea typeface="华文楷体" panose="02010600040101010101" pitchFamily="2" charset="-122"/>
                </a:rPr>
                <a:t>建立综合评价表</a:t>
              </a:r>
              <a:endParaRPr lang="zh-CN" altLang="el-GR" sz="1400" u="none">
                <a:latin typeface="华文楷体" panose="02010600040101010101" pitchFamily="2" charset="-122"/>
                <a:ea typeface="华文楷体" panose="02010600040101010101" pitchFamily="2" charset="-122"/>
              </a:endParaRPr>
            </a:p>
          </p:txBody>
        </p:sp>
        <p:sp>
          <p:nvSpPr>
            <p:cNvPr id="9" name="Text Box 7">
              <a:extLst>
                <a:ext uri="{FF2B5EF4-FFF2-40B4-BE49-F238E27FC236}">
                  <a16:creationId xmlns:a16="http://schemas.microsoft.com/office/drawing/2014/main" id="{7496611D-4EA0-4718-81D3-B4445F23E6C6}"/>
                </a:ext>
              </a:extLst>
            </p:cNvPr>
            <p:cNvSpPr txBox="1">
              <a:spLocks noChangeArrowheads="1"/>
            </p:cNvSpPr>
            <p:nvPr/>
          </p:nvSpPr>
          <p:spPr bwMode="auto">
            <a:xfrm>
              <a:off x="1722319" y="3297179"/>
              <a:ext cx="3957851"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计算各方案属于某等级的综合隶属度</a:t>
              </a:r>
              <a:r>
                <a:rPr lang="en-US" altLang="zh-CN" sz="1400" u="none">
                  <a:latin typeface="华文楷体" panose="02010600040101010101" pitchFamily="2" charset="-122"/>
                  <a:ea typeface="华文楷体" panose="02010600040101010101" pitchFamily="2" charset="-122"/>
                </a:rPr>
                <a:t>Vj(k)</a:t>
              </a:r>
            </a:p>
          </p:txBody>
        </p:sp>
        <p:sp>
          <p:nvSpPr>
            <p:cNvPr id="11" name="Text Box 8">
              <a:extLst>
                <a:ext uri="{FF2B5EF4-FFF2-40B4-BE49-F238E27FC236}">
                  <a16:creationId xmlns:a16="http://schemas.microsoft.com/office/drawing/2014/main" id="{76305B9B-DD92-4214-958D-D04C71617E28}"/>
                </a:ext>
              </a:extLst>
            </p:cNvPr>
            <p:cNvSpPr txBox="1">
              <a:spLocks noChangeArrowheads="1"/>
            </p:cNvSpPr>
            <p:nvPr/>
          </p:nvSpPr>
          <p:spPr bwMode="auto">
            <a:xfrm>
              <a:off x="2009657" y="5413318"/>
              <a:ext cx="3959225"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latin typeface="华文楷体" panose="02010600040101010101" pitchFamily="2" charset="-122"/>
                  <a:ea typeface="华文楷体" panose="02010600040101010101" pitchFamily="2" charset="-122"/>
                </a:rPr>
                <a:t>对各方案做方案排序</a:t>
              </a:r>
              <a:endParaRPr lang="en-US" altLang="zh-CN" sz="1400" u="none">
                <a:latin typeface="华文楷体" panose="02010600040101010101" pitchFamily="2" charset="-122"/>
                <a:ea typeface="华文楷体" panose="02010600040101010101" pitchFamily="2" charset="-122"/>
              </a:endParaRPr>
            </a:p>
          </p:txBody>
        </p:sp>
        <p:sp>
          <p:nvSpPr>
            <p:cNvPr id="13" name="Text Box 9">
              <a:extLst>
                <a:ext uri="{FF2B5EF4-FFF2-40B4-BE49-F238E27FC236}">
                  <a16:creationId xmlns:a16="http://schemas.microsoft.com/office/drawing/2014/main" id="{E130BD54-095C-4179-B75E-83A749C18B99}"/>
                </a:ext>
              </a:extLst>
            </p:cNvPr>
            <p:cNvSpPr txBox="1">
              <a:spLocks noChangeArrowheads="1"/>
            </p:cNvSpPr>
            <p:nvPr/>
          </p:nvSpPr>
          <p:spPr bwMode="auto">
            <a:xfrm>
              <a:off x="6618169" y="3728979"/>
              <a:ext cx="2160588" cy="61818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计算各方案综合价值量</a:t>
              </a:r>
              <a:endParaRPr lang="en-US" altLang="zh-CN" sz="1400" u="none">
                <a:latin typeface="华文楷体" panose="02010600040101010101" pitchFamily="2" charset="-122"/>
                <a:ea typeface="华文楷体" panose="02010600040101010101" pitchFamily="2" charset="-122"/>
              </a:endParaRPr>
            </a:p>
          </p:txBody>
        </p:sp>
        <p:sp>
          <p:nvSpPr>
            <p:cNvPr id="15" name="AutoShape 10">
              <a:extLst>
                <a:ext uri="{FF2B5EF4-FFF2-40B4-BE49-F238E27FC236}">
                  <a16:creationId xmlns:a16="http://schemas.microsoft.com/office/drawing/2014/main" id="{F1B490EA-C286-4A16-A4C7-0C29B664BE92}"/>
                </a:ext>
              </a:extLst>
            </p:cNvPr>
            <p:cNvSpPr>
              <a:spLocks noChangeArrowheads="1"/>
            </p:cNvSpPr>
            <p:nvPr/>
          </p:nvSpPr>
          <p:spPr bwMode="auto">
            <a:xfrm>
              <a:off x="1433394" y="3944879"/>
              <a:ext cx="4248150" cy="503238"/>
            </a:xfrm>
            <a:prstGeom prst="diamond">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latin typeface="华文楷体" panose="02010600040101010101" pitchFamily="2" charset="-122"/>
                  <a:ea typeface="华文楷体" panose="02010600040101010101" pitchFamily="2" charset="-122"/>
                </a:rPr>
                <a:t>选择决策规则？</a:t>
              </a:r>
            </a:p>
          </p:txBody>
        </p:sp>
        <p:sp>
          <p:nvSpPr>
            <p:cNvPr id="17" name="Line 11">
              <a:extLst>
                <a:ext uri="{FF2B5EF4-FFF2-40B4-BE49-F238E27FC236}">
                  <a16:creationId xmlns:a16="http://schemas.microsoft.com/office/drawing/2014/main" id="{9B3A873F-DE05-4077-BAC4-4083E79B6B97}"/>
                </a:ext>
              </a:extLst>
            </p:cNvPr>
            <p:cNvSpPr>
              <a:spLocks noChangeShapeType="1"/>
            </p:cNvSpPr>
            <p:nvPr/>
          </p:nvSpPr>
          <p:spPr bwMode="auto">
            <a:xfrm>
              <a:off x="3522544" y="1065154"/>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19" name="Line 12">
              <a:extLst>
                <a:ext uri="{FF2B5EF4-FFF2-40B4-BE49-F238E27FC236}">
                  <a16:creationId xmlns:a16="http://schemas.microsoft.com/office/drawing/2014/main" id="{468BFA20-4AEE-47AD-A42A-42B992134665}"/>
                </a:ext>
              </a:extLst>
            </p:cNvPr>
            <p:cNvSpPr>
              <a:spLocks noChangeShapeType="1"/>
            </p:cNvSpPr>
            <p:nvPr/>
          </p:nvSpPr>
          <p:spPr bwMode="auto">
            <a:xfrm>
              <a:off x="3522544" y="1712854"/>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21" name="Line 13">
              <a:extLst>
                <a:ext uri="{FF2B5EF4-FFF2-40B4-BE49-F238E27FC236}">
                  <a16:creationId xmlns:a16="http://schemas.microsoft.com/office/drawing/2014/main" id="{5A02BED7-37FF-4F83-B1A8-71DB828E1EC9}"/>
                </a:ext>
              </a:extLst>
            </p:cNvPr>
            <p:cNvSpPr>
              <a:spLocks noChangeShapeType="1"/>
            </p:cNvSpPr>
            <p:nvPr/>
          </p:nvSpPr>
          <p:spPr bwMode="auto">
            <a:xfrm>
              <a:off x="3522544" y="2360554"/>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23" name="Line 14">
              <a:extLst>
                <a:ext uri="{FF2B5EF4-FFF2-40B4-BE49-F238E27FC236}">
                  <a16:creationId xmlns:a16="http://schemas.microsoft.com/office/drawing/2014/main" id="{5F1871AE-C120-40D1-90EC-0C7587F952D8}"/>
                </a:ext>
              </a:extLst>
            </p:cNvPr>
            <p:cNvSpPr>
              <a:spLocks noChangeShapeType="1"/>
            </p:cNvSpPr>
            <p:nvPr/>
          </p:nvSpPr>
          <p:spPr bwMode="auto">
            <a:xfrm>
              <a:off x="3522544" y="3008254"/>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25" name="Line 15">
              <a:extLst>
                <a:ext uri="{FF2B5EF4-FFF2-40B4-BE49-F238E27FC236}">
                  <a16:creationId xmlns:a16="http://schemas.microsoft.com/office/drawing/2014/main" id="{75A74BC5-1B6A-466F-90EB-19FBF973905F}"/>
                </a:ext>
              </a:extLst>
            </p:cNvPr>
            <p:cNvSpPr>
              <a:spLocks noChangeShapeType="1"/>
            </p:cNvSpPr>
            <p:nvPr/>
          </p:nvSpPr>
          <p:spPr bwMode="auto">
            <a:xfrm>
              <a:off x="3522544" y="3655954"/>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27" name="Line 16">
              <a:extLst>
                <a:ext uri="{FF2B5EF4-FFF2-40B4-BE49-F238E27FC236}">
                  <a16:creationId xmlns:a16="http://schemas.microsoft.com/office/drawing/2014/main" id="{AD00A8BA-E5CA-4D7B-98D2-0A5EDE5D271A}"/>
                </a:ext>
              </a:extLst>
            </p:cNvPr>
            <p:cNvSpPr>
              <a:spLocks noChangeShapeType="1"/>
            </p:cNvSpPr>
            <p:nvPr/>
          </p:nvSpPr>
          <p:spPr bwMode="auto">
            <a:xfrm>
              <a:off x="3522544" y="4448117"/>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29" name="Line 17">
              <a:extLst>
                <a:ext uri="{FF2B5EF4-FFF2-40B4-BE49-F238E27FC236}">
                  <a16:creationId xmlns:a16="http://schemas.microsoft.com/office/drawing/2014/main" id="{F8B9FF0B-0DE1-4E4B-A9DA-368927E9C302}"/>
                </a:ext>
              </a:extLst>
            </p:cNvPr>
            <p:cNvSpPr>
              <a:spLocks noChangeShapeType="1"/>
            </p:cNvSpPr>
            <p:nvPr/>
          </p:nvSpPr>
          <p:spPr bwMode="auto">
            <a:xfrm>
              <a:off x="5681544" y="4232217"/>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31" name="Text Box 18">
              <a:extLst>
                <a:ext uri="{FF2B5EF4-FFF2-40B4-BE49-F238E27FC236}">
                  <a16:creationId xmlns:a16="http://schemas.microsoft.com/office/drawing/2014/main" id="{81783FF5-4222-4F7A-B4EF-23988799E71A}"/>
                </a:ext>
              </a:extLst>
            </p:cNvPr>
            <p:cNvSpPr txBox="1">
              <a:spLocks noChangeArrowheads="1"/>
            </p:cNvSpPr>
            <p:nvPr/>
          </p:nvSpPr>
          <p:spPr bwMode="auto">
            <a:xfrm>
              <a:off x="-6468" y="1784292"/>
              <a:ext cx="1079500" cy="61818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latin typeface="华文楷体" panose="02010600040101010101" pitchFamily="2" charset="-122"/>
                  <a:ea typeface="华文楷体" panose="02010600040101010101" pitchFamily="2" charset="-122"/>
                </a:rPr>
                <a:t>调查</a:t>
              </a:r>
            </a:p>
            <a:p>
              <a:pPr algn="ctr"/>
              <a:r>
                <a:rPr lang="zh-CN" altLang="en-US" sz="1400" u="none">
                  <a:latin typeface="华文楷体" panose="02010600040101010101" pitchFamily="2" charset="-122"/>
                  <a:ea typeface="华文楷体" panose="02010600040101010101" pitchFamily="2" charset="-122"/>
                </a:rPr>
                <a:t>统计法</a:t>
              </a:r>
            </a:p>
          </p:txBody>
        </p:sp>
        <p:sp>
          <p:nvSpPr>
            <p:cNvPr id="39" name="Text Box 19">
              <a:extLst>
                <a:ext uri="{FF2B5EF4-FFF2-40B4-BE49-F238E27FC236}">
                  <a16:creationId xmlns:a16="http://schemas.microsoft.com/office/drawing/2014/main" id="{4C1AEB9F-AA16-4E5F-8286-F787E7A5EE6B}"/>
                </a:ext>
              </a:extLst>
            </p:cNvPr>
            <p:cNvSpPr txBox="1">
              <a:spLocks noChangeArrowheads="1"/>
            </p:cNvSpPr>
            <p:nvPr/>
          </p:nvSpPr>
          <p:spPr bwMode="auto">
            <a:xfrm>
              <a:off x="5610108" y="3873442"/>
              <a:ext cx="1150936" cy="3636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选（</a:t>
              </a:r>
              <a:r>
                <a:rPr lang="en-US" altLang="zh-CN" sz="1400" u="none">
                  <a:latin typeface="华文楷体" panose="02010600040101010101" pitchFamily="2" charset="-122"/>
                  <a:ea typeface="华文楷体" panose="02010600040101010101" pitchFamily="2" charset="-122"/>
                </a:rPr>
                <a:t>2</a:t>
              </a:r>
              <a:r>
                <a:rPr lang="zh-CN" altLang="en-US" sz="1400" u="none">
                  <a:latin typeface="华文楷体" panose="02010600040101010101" pitchFamily="2" charset="-122"/>
                  <a:ea typeface="华文楷体" panose="02010600040101010101" pitchFamily="2" charset="-122"/>
                </a:rPr>
                <a:t>）</a:t>
              </a:r>
            </a:p>
          </p:txBody>
        </p:sp>
        <p:sp>
          <p:nvSpPr>
            <p:cNvPr id="41" name="Line 20">
              <a:extLst>
                <a:ext uri="{FF2B5EF4-FFF2-40B4-BE49-F238E27FC236}">
                  <a16:creationId xmlns:a16="http://schemas.microsoft.com/office/drawing/2014/main" id="{84828650-95BE-438A-9A88-403B4C8671BA}"/>
                </a:ext>
              </a:extLst>
            </p:cNvPr>
            <p:cNvSpPr>
              <a:spLocks noChangeShapeType="1"/>
            </p:cNvSpPr>
            <p:nvPr/>
          </p:nvSpPr>
          <p:spPr bwMode="auto">
            <a:xfrm>
              <a:off x="7770694" y="4376679"/>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43" name="Text Box 21">
              <a:extLst>
                <a:ext uri="{FF2B5EF4-FFF2-40B4-BE49-F238E27FC236}">
                  <a16:creationId xmlns:a16="http://schemas.microsoft.com/office/drawing/2014/main" id="{9E720461-FB84-4712-9CFE-D70CF7DB615C}"/>
                </a:ext>
              </a:extLst>
            </p:cNvPr>
            <p:cNvSpPr txBox="1">
              <a:spLocks noChangeArrowheads="1"/>
            </p:cNvSpPr>
            <p:nvPr/>
          </p:nvSpPr>
          <p:spPr bwMode="auto">
            <a:xfrm>
              <a:off x="6546732" y="4665604"/>
              <a:ext cx="2411412"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求解各方案所属等级</a:t>
              </a:r>
              <a:endParaRPr lang="en-US" altLang="zh-CN" sz="1400" u="none">
                <a:latin typeface="华文楷体" panose="02010600040101010101" pitchFamily="2" charset="-122"/>
                <a:ea typeface="华文楷体" panose="02010600040101010101" pitchFamily="2" charset="-122"/>
              </a:endParaRPr>
            </a:p>
          </p:txBody>
        </p:sp>
        <p:sp>
          <p:nvSpPr>
            <p:cNvPr id="45" name="Text Box 22">
              <a:extLst>
                <a:ext uri="{FF2B5EF4-FFF2-40B4-BE49-F238E27FC236}">
                  <a16:creationId xmlns:a16="http://schemas.microsoft.com/office/drawing/2014/main" id="{3C761D5C-B05E-4937-8C1A-93D2251C618A}"/>
                </a:ext>
              </a:extLst>
            </p:cNvPr>
            <p:cNvSpPr txBox="1">
              <a:spLocks noChangeArrowheads="1"/>
            </p:cNvSpPr>
            <p:nvPr/>
          </p:nvSpPr>
          <p:spPr bwMode="auto">
            <a:xfrm>
              <a:off x="2514482" y="4737042"/>
              <a:ext cx="2411412" cy="36363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求解各方案所属等级</a:t>
              </a:r>
              <a:endParaRPr lang="en-US" altLang="zh-CN" sz="1400" u="none">
                <a:latin typeface="华文楷体" panose="02010600040101010101" pitchFamily="2" charset="-122"/>
                <a:ea typeface="华文楷体" panose="02010600040101010101" pitchFamily="2" charset="-122"/>
              </a:endParaRPr>
            </a:p>
          </p:txBody>
        </p:sp>
        <p:sp>
          <p:nvSpPr>
            <p:cNvPr id="47" name="Line 23">
              <a:extLst>
                <a:ext uri="{FF2B5EF4-FFF2-40B4-BE49-F238E27FC236}">
                  <a16:creationId xmlns:a16="http://schemas.microsoft.com/office/drawing/2014/main" id="{23D85E3D-7BC4-4942-B766-C25EA250AAC3}"/>
                </a:ext>
              </a:extLst>
            </p:cNvPr>
            <p:cNvSpPr>
              <a:spLocks noChangeShapeType="1"/>
            </p:cNvSpPr>
            <p:nvPr/>
          </p:nvSpPr>
          <p:spPr bwMode="auto">
            <a:xfrm>
              <a:off x="3522544" y="5168842"/>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49" name="Line 24">
              <a:extLst>
                <a:ext uri="{FF2B5EF4-FFF2-40B4-BE49-F238E27FC236}">
                  <a16:creationId xmlns:a16="http://schemas.microsoft.com/office/drawing/2014/main" id="{86165AD4-9453-4BE2-8FF7-ADC5CB1B724E}"/>
                </a:ext>
              </a:extLst>
            </p:cNvPr>
            <p:cNvSpPr>
              <a:spLocks noChangeShapeType="1"/>
            </p:cNvSpPr>
            <p:nvPr/>
          </p:nvSpPr>
          <p:spPr bwMode="auto">
            <a:xfrm>
              <a:off x="7770694" y="5024379"/>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51" name="Line 25">
              <a:extLst>
                <a:ext uri="{FF2B5EF4-FFF2-40B4-BE49-F238E27FC236}">
                  <a16:creationId xmlns:a16="http://schemas.microsoft.com/office/drawing/2014/main" id="{0F115A97-2CBF-431B-88BB-48F79245C727}"/>
                </a:ext>
              </a:extLst>
            </p:cNvPr>
            <p:cNvSpPr>
              <a:spLocks noChangeShapeType="1"/>
            </p:cNvSpPr>
            <p:nvPr/>
          </p:nvSpPr>
          <p:spPr bwMode="auto">
            <a:xfrm flipH="1">
              <a:off x="5970469" y="5600642"/>
              <a:ext cx="18002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53" name="Line 26">
              <a:extLst>
                <a:ext uri="{FF2B5EF4-FFF2-40B4-BE49-F238E27FC236}">
                  <a16:creationId xmlns:a16="http://schemas.microsoft.com/office/drawing/2014/main" id="{3201F9BC-506E-4B86-BA55-1B8839CA4430}"/>
                </a:ext>
              </a:extLst>
            </p:cNvPr>
            <p:cNvSpPr>
              <a:spLocks noChangeShapeType="1"/>
            </p:cNvSpPr>
            <p:nvPr/>
          </p:nvSpPr>
          <p:spPr bwMode="auto">
            <a:xfrm>
              <a:off x="425332" y="2431992"/>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55" name="Line 27">
              <a:extLst>
                <a:ext uri="{FF2B5EF4-FFF2-40B4-BE49-F238E27FC236}">
                  <a16:creationId xmlns:a16="http://schemas.microsoft.com/office/drawing/2014/main" id="{C6C5475B-5FEB-488A-A0EC-682611348A2C}"/>
                </a:ext>
              </a:extLst>
            </p:cNvPr>
            <p:cNvSpPr>
              <a:spLocks noChangeShapeType="1"/>
            </p:cNvSpPr>
            <p:nvPr/>
          </p:nvSpPr>
          <p:spPr bwMode="auto">
            <a:xfrm>
              <a:off x="425332" y="2792354"/>
              <a:ext cx="10080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57" name="Text Box 28">
              <a:extLst>
                <a:ext uri="{FF2B5EF4-FFF2-40B4-BE49-F238E27FC236}">
                  <a16:creationId xmlns:a16="http://schemas.microsoft.com/office/drawing/2014/main" id="{B19E37F4-2E99-4E99-8AC9-1F7ADD907AC2}"/>
                </a:ext>
              </a:extLst>
            </p:cNvPr>
            <p:cNvSpPr txBox="1">
              <a:spLocks noChangeArrowheads="1"/>
            </p:cNvSpPr>
            <p:nvPr/>
          </p:nvSpPr>
          <p:spPr bwMode="auto">
            <a:xfrm>
              <a:off x="3522544" y="4376679"/>
              <a:ext cx="1150938" cy="3636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1400" u="none">
                  <a:latin typeface="华文楷体" panose="02010600040101010101" pitchFamily="2" charset="-122"/>
                  <a:ea typeface="华文楷体" panose="02010600040101010101" pitchFamily="2" charset="-122"/>
                </a:rPr>
                <a:t>选（</a:t>
              </a:r>
              <a:r>
                <a:rPr lang="en-US" altLang="zh-CN" sz="1400" u="none">
                  <a:latin typeface="华文楷体" panose="02010600040101010101" pitchFamily="2" charset="-122"/>
                  <a:ea typeface="华文楷体" panose="02010600040101010101" pitchFamily="2" charset="-122"/>
                </a:rPr>
                <a:t>1</a:t>
              </a:r>
              <a:r>
                <a:rPr lang="zh-CN" altLang="en-US" sz="1400" u="none">
                  <a:latin typeface="华文楷体" panose="02010600040101010101" pitchFamily="2" charset="-122"/>
                  <a:ea typeface="华文楷体" panose="02010600040101010101" pitchFamily="2" charset="-122"/>
                </a:rPr>
                <a:t>）</a:t>
              </a:r>
            </a:p>
          </p:txBody>
        </p:sp>
        <p:sp>
          <p:nvSpPr>
            <p:cNvPr id="59" name="Oval 29">
              <a:extLst>
                <a:ext uri="{FF2B5EF4-FFF2-40B4-BE49-F238E27FC236}">
                  <a16:creationId xmlns:a16="http://schemas.microsoft.com/office/drawing/2014/main" id="{1E3BF543-3454-4947-BF78-142590859192}"/>
                </a:ext>
              </a:extLst>
            </p:cNvPr>
            <p:cNvSpPr>
              <a:spLocks noChangeArrowheads="1"/>
            </p:cNvSpPr>
            <p:nvPr/>
          </p:nvSpPr>
          <p:spPr bwMode="auto">
            <a:xfrm>
              <a:off x="4386144" y="1281054"/>
              <a:ext cx="792163" cy="503238"/>
            </a:xfrm>
            <a:prstGeom prst="ellipse">
              <a:avLst/>
            </a:prstGeom>
            <a:noFill/>
            <a:ln w="9525" algn="ctr">
              <a:solidFill>
                <a:srgbClr val="06661D"/>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华文楷体" panose="02010600040101010101" pitchFamily="2" charset="-122"/>
                <a:ea typeface="华文楷体" panose="02010600040101010101" pitchFamily="2" charset="-122"/>
              </a:endParaRPr>
            </a:p>
          </p:txBody>
        </p:sp>
        <p:sp>
          <p:nvSpPr>
            <p:cNvPr id="61" name="Line 30">
              <a:extLst>
                <a:ext uri="{FF2B5EF4-FFF2-40B4-BE49-F238E27FC236}">
                  <a16:creationId xmlns:a16="http://schemas.microsoft.com/office/drawing/2014/main" id="{0E703F15-D99E-47D6-811E-933BF0E09CE7}"/>
                </a:ext>
              </a:extLst>
            </p:cNvPr>
            <p:cNvSpPr>
              <a:spLocks noChangeShapeType="1"/>
            </p:cNvSpPr>
            <p:nvPr/>
          </p:nvSpPr>
          <p:spPr bwMode="auto">
            <a:xfrm rot="21275500" flipV="1">
              <a:off x="5173544" y="1341379"/>
              <a:ext cx="1295400" cy="71438"/>
            </a:xfrm>
            <a:prstGeom prst="line">
              <a:avLst/>
            </a:prstGeom>
            <a:noFill/>
            <a:ln w="9525">
              <a:solidFill>
                <a:srgbClr val="06661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华文楷体" panose="02010600040101010101" pitchFamily="2" charset="-122"/>
                <a:ea typeface="华文楷体" panose="02010600040101010101" pitchFamily="2" charset="-122"/>
              </a:endParaRPr>
            </a:p>
          </p:txBody>
        </p:sp>
        <p:sp>
          <p:nvSpPr>
            <p:cNvPr id="63" name="Oval 31">
              <a:extLst>
                <a:ext uri="{FF2B5EF4-FFF2-40B4-BE49-F238E27FC236}">
                  <a16:creationId xmlns:a16="http://schemas.microsoft.com/office/drawing/2014/main" id="{E5571682-DD64-4B92-A06E-66A257A74DCE}"/>
                </a:ext>
              </a:extLst>
            </p:cNvPr>
            <p:cNvSpPr>
              <a:spLocks noChangeArrowheads="1"/>
            </p:cNvSpPr>
            <p:nvPr/>
          </p:nvSpPr>
          <p:spPr bwMode="auto">
            <a:xfrm>
              <a:off x="6473707" y="776229"/>
              <a:ext cx="2089150" cy="1008063"/>
            </a:xfrm>
            <a:prstGeom prst="ellipse">
              <a:avLst/>
            </a:prstGeom>
            <a:noFill/>
            <a:ln w="9525" algn="ctr">
              <a:solidFill>
                <a:srgbClr val="06661D"/>
              </a:solidFill>
              <a:prstDash val="dashDot"/>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1400" u="none">
                  <a:solidFill>
                    <a:schemeClr val="accent2"/>
                  </a:solidFill>
                  <a:latin typeface="华文楷体" panose="02010600040101010101" pitchFamily="2" charset="-122"/>
                  <a:ea typeface="华文楷体" panose="02010600040101010101" pitchFamily="2" charset="-122"/>
                </a:rPr>
                <a:t>二分比较法、</a:t>
              </a:r>
            </a:p>
            <a:p>
              <a:pPr algn="ctr"/>
              <a:r>
                <a:rPr lang="zh-CN" altLang="en-US" sz="1400" u="none">
                  <a:solidFill>
                    <a:schemeClr val="accent2"/>
                  </a:solidFill>
                  <a:latin typeface="华文楷体" panose="02010600040101010101" pitchFamily="2" charset="-122"/>
                  <a:ea typeface="华文楷体" panose="02010600040101010101" pitchFamily="2" charset="-122"/>
                </a:rPr>
                <a:t>九分比较法</a:t>
              </a:r>
            </a:p>
          </p:txBody>
        </p:sp>
      </p:grpSp>
    </p:spTree>
    <p:extLst>
      <p:ext uri="{BB962C8B-B14F-4D97-AF65-F5344CB8AC3E}">
        <p14:creationId xmlns:p14="http://schemas.microsoft.com/office/powerpoint/2010/main" val="144114905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模糊现象表</a:t>
            </a:r>
          </a:p>
        </p:txBody>
      </p:sp>
      <p:graphicFrame>
        <p:nvGraphicFramePr>
          <p:cNvPr id="4" name="Group 22">
            <a:extLst>
              <a:ext uri="{FF2B5EF4-FFF2-40B4-BE49-F238E27FC236}">
                <a16:creationId xmlns:a16="http://schemas.microsoft.com/office/drawing/2014/main" id="{AB895405-822F-427B-B65B-31D64B860583}"/>
              </a:ext>
            </a:extLst>
          </p:cNvPr>
          <p:cNvGraphicFramePr>
            <a:graphicFrameLocks noGrp="1"/>
          </p:cNvGraphicFramePr>
          <p:nvPr>
            <p:extLst>
              <p:ext uri="{D42A27DB-BD31-4B8C-83A1-F6EECF244321}">
                <p14:modId xmlns:p14="http://schemas.microsoft.com/office/powerpoint/2010/main" val="3619972195"/>
              </p:ext>
            </p:extLst>
          </p:nvPr>
        </p:nvGraphicFramePr>
        <p:xfrm>
          <a:off x="723900" y="731262"/>
          <a:ext cx="7696200" cy="1786491"/>
        </p:xfrm>
        <a:graphic>
          <a:graphicData uri="http://schemas.openxmlformats.org/drawingml/2006/table">
            <a:tbl>
              <a:tblPr/>
              <a:tblGrid>
                <a:gridCol w="3500438">
                  <a:extLst>
                    <a:ext uri="{9D8B030D-6E8A-4147-A177-3AD203B41FA5}">
                      <a16:colId xmlns:a16="http://schemas.microsoft.com/office/drawing/2014/main" val="20000"/>
                    </a:ext>
                  </a:extLst>
                </a:gridCol>
                <a:gridCol w="4195762">
                  <a:extLst>
                    <a:ext uri="{9D8B030D-6E8A-4147-A177-3AD203B41FA5}">
                      <a16:colId xmlns:a16="http://schemas.microsoft.com/office/drawing/2014/main" val="20001"/>
                    </a:ext>
                  </a:extLst>
                </a:gridCol>
              </a:tblGrid>
              <a:tr h="333560">
                <a:tc>
                  <a:txBody>
                    <a:bodyPr/>
                    <a:lstStyle/>
                    <a:p>
                      <a:pPr marL="0" marR="0" lvl="0" indent="0" algn="ctr" defTabSz="914400" rtl="0" eaLnBrk="0" fontAlgn="base" latinLnBrk="0" hangingPunct="0">
                        <a:lnSpc>
                          <a:spcPct val="120000"/>
                        </a:lnSpc>
                        <a:spcBef>
                          <a:spcPct val="0"/>
                        </a:spcBef>
                        <a:spcAft>
                          <a:spcPct val="0"/>
                        </a:spcAft>
                        <a:buClrTx/>
                        <a:buSzTx/>
                        <a:buFontTx/>
                        <a:buNone/>
                        <a:tabLst>
                          <a:tab pos="342900" algn="l"/>
                        </a:tabLst>
                      </a:pPr>
                      <a:r>
                        <a:rPr kumimoji="0" lang="zh-CN" altLang="en-US" sz="1600" b="1" i="0" u="none" strike="noStrike" cap="none" normalizeH="0" baseline="0" dirty="0">
                          <a:ln>
                            <a:noFill/>
                          </a:ln>
                          <a:solidFill>
                            <a:srgbClr val="800000"/>
                          </a:solidFill>
                          <a:effectLst/>
                          <a:latin typeface="宋体" pitchFamily="2" charset="-122"/>
                          <a:ea typeface="黑体" pitchFamily="2" charset="-122"/>
                          <a:cs typeface="Times New Roman" pitchFamily="18" charset="0"/>
                        </a:rPr>
                        <a:t>软件工程管理人员</a:t>
                      </a:r>
                      <a:endParaRPr kumimoji="0" lang="zh-CN" altLang="en-US" sz="4000" b="1" i="0" u="none" strike="noStrike" cap="none" normalizeH="0" baseline="0" dirty="0">
                        <a:ln>
                          <a:noFill/>
                        </a:ln>
                        <a:solidFill>
                          <a:srgbClr val="800000"/>
                        </a:solidFill>
                        <a:effectLst/>
                        <a:latin typeface="Arial" charset="0"/>
                        <a:ea typeface="黑体" pitchFamily="2" charset="-122"/>
                        <a:cs typeface="Times New Roman" pitchFamily="18" charset="0"/>
                      </a:endParaRPr>
                    </a:p>
                  </a:txBody>
                  <a:tcPr marT="46119" marB="461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0000"/>
                        </a:lnSpc>
                        <a:spcBef>
                          <a:spcPct val="0"/>
                        </a:spcBef>
                        <a:spcAft>
                          <a:spcPct val="0"/>
                        </a:spcAft>
                        <a:buClrTx/>
                        <a:buSzTx/>
                        <a:buFontTx/>
                        <a:buNone/>
                        <a:tabLst>
                          <a:tab pos="342900" algn="l"/>
                        </a:tabLst>
                      </a:pPr>
                      <a:r>
                        <a:rPr kumimoji="0" lang="zh-CN" altLang="en-US" sz="1600" b="1" i="0" u="none" strike="noStrike" cap="none" normalizeH="0" baseline="0" dirty="0">
                          <a:ln>
                            <a:noFill/>
                          </a:ln>
                          <a:solidFill>
                            <a:srgbClr val="800000"/>
                          </a:solidFill>
                          <a:effectLst/>
                          <a:latin typeface="宋体" pitchFamily="2" charset="-122"/>
                          <a:ea typeface="黑体" pitchFamily="2" charset="-122"/>
                          <a:cs typeface="Times New Roman" pitchFamily="18" charset="0"/>
                        </a:rPr>
                        <a:t>软件项目开发</a:t>
                      </a:r>
                      <a:endParaRPr kumimoji="0" lang="zh-CN" altLang="en-US" sz="4000" b="1" i="0" u="none" strike="noStrike" cap="none" normalizeH="0" baseline="0" dirty="0">
                        <a:ln>
                          <a:noFill/>
                        </a:ln>
                        <a:solidFill>
                          <a:srgbClr val="800000"/>
                        </a:solidFill>
                        <a:effectLst/>
                        <a:latin typeface="Arial" charset="0"/>
                        <a:ea typeface="黑体" pitchFamily="2" charset="-122"/>
                        <a:cs typeface="Times New Roman" pitchFamily="18" charset="0"/>
                      </a:endParaRPr>
                    </a:p>
                  </a:txBody>
                  <a:tcPr marT="46119" marB="461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30728">
                <a:tc>
                  <a:txBody>
                    <a:bodyPr/>
                    <a:lstStyle/>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与人沟通能力的强与弱</a:t>
                      </a:r>
                    </a:p>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团队精神的有无</a:t>
                      </a:r>
                    </a:p>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创新能力的强与弱</a:t>
                      </a:r>
                    </a:p>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管理经验的丰富与贫乏</a:t>
                      </a:r>
                      <a:endParaRPr kumimoji="0" lang="zh-CN" altLang="en-US" sz="1600" b="0" i="0" u="none" strike="noStrike" cap="none" normalizeH="0" baseline="0" dirty="0">
                        <a:ln>
                          <a:noFill/>
                        </a:ln>
                        <a:solidFill>
                          <a:schemeClr val="tx1"/>
                        </a:solidFill>
                        <a:effectLst/>
                        <a:latin typeface="Arial" charset="0"/>
                        <a:ea typeface="黑体" pitchFamily="2" charset="-122"/>
                        <a:cs typeface="Times New Roman" pitchFamily="18" charset="0"/>
                      </a:endParaRPr>
                    </a:p>
                  </a:txBody>
                  <a:tcPr marT="46119" marB="461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经济效益高、中、低</a:t>
                      </a:r>
                    </a:p>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规划设计方案的科学或不科学</a:t>
                      </a:r>
                    </a:p>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开发过程的正常或异常</a:t>
                      </a:r>
                    </a:p>
                    <a:p>
                      <a:pPr marL="0" marR="0" lvl="0" indent="0" algn="ctr" defTabSz="914400" rtl="0" eaLnBrk="0" fontAlgn="base" latinLnBrk="0" hangingPunct="0">
                        <a:lnSpc>
                          <a:spcPct val="140000"/>
                        </a:lnSpc>
                        <a:spcBef>
                          <a:spcPct val="0"/>
                        </a:spcBef>
                        <a:spcAft>
                          <a:spcPct val="0"/>
                        </a:spcAft>
                        <a:buClrTx/>
                        <a:buSzTx/>
                        <a:buFontTx/>
                        <a:buNone/>
                        <a:tabLst>
                          <a:tab pos="342900" algn="l"/>
                        </a:tabLst>
                      </a:pPr>
                      <a:r>
                        <a:rPr kumimoji="0" lang="zh-CN" altLang="en-US" sz="1600" b="0" i="0" u="none" strike="noStrike" cap="none" normalizeH="0" baseline="0" dirty="0">
                          <a:ln>
                            <a:noFill/>
                          </a:ln>
                          <a:solidFill>
                            <a:schemeClr val="tx1"/>
                          </a:solidFill>
                          <a:effectLst/>
                          <a:latin typeface="宋体" pitchFamily="2" charset="-122"/>
                          <a:ea typeface="黑体" pitchFamily="2" charset="-122"/>
                          <a:cs typeface="Times New Roman" pitchFamily="18" charset="0"/>
                        </a:rPr>
                        <a:t>软件故障的多或少</a:t>
                      </a:r>
                      <a:endParaRPr kumimoji="0" lang="zh-CN" altLang="en-US" sz="1600" b="0" i="0" u="none" strike="noStrike" cap="none" normalizeH="0" baseline="0" dirty="0">
                        <a:ln>
                          <a:noFill/>
                        </a:ln>
                        <a:solidFill>
                          <a:schemeClr val="tx1"/>
                        </a:solidFill>
                        <a:effectLst/>
                        <a:latin typeface="Arial" charset="0"/>
                        <a:ea typeface="黑体" pitchFamily="2" charset="-122"/>
                        <a:cs typeface="Times New Roman" pitchFamily="18" charset="0"/>
                      </a:endParaRPr>
                    </a:p>
                  </a:txBody>
                  <a:tcPr marT="46119" marB="461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矩形 6">
            <a:extLst>
              <a:ext uri="{FF2B5EF4-FFF2-40B4-BE49-F238E27FC236}">
                <a16:creationId xmlns:a16="http://schemas.microsoft.com/office/drawing/2014/main" id="{76C9BF91-6722-44FF-B067-92345E354A05}"/>
              </a:ext>
            </a:extLst>
          </p:cNvPr>
          <p:cNvSpPr/>
          <p:nvPr/>
        </p:nvSpPr>
        <p:spPr>
          <a:xfrm>
            <a:off x="611831" y="2639654"/>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FD={A,Z,W,U,F,R}, </a:t>
            </a:r>
            <a:r>
              <a:rPr lang="zh-CN" altLang="en-US" dirty="0">
                <a:solidFill>
                  <a:srgbClr val="000000"/>
                </a:solidFill>
                <a:latin typeface="华文楷体" panose="02010600040101010101" pitchFamily="2" charset="-122"/>
                <a:ea typeface="华文楷体" panose="02010600040101010101" pitchFamily="2" charset="-122"/>
              </a:rPr>
              <a:t>其中</a:t>
            </a:r>
            <a:r>
              <a:rPr lang="en-US" altLang="zh-CN" dirty="0">
                <a:solidFill>
                  <a:srgbClr val="000000"/>
                </a:solidFill>
                <a:latin typeface="华文楷体" panose="02010600040101010101" pitchFamily="2" charset="-122"/>
                <a:ea typeface="华文楷体" panose="02010600040101010101" pitchFamily="2" charset="-122"/>
              </a:rPr>
              <a:t>A,Z,W</a:t>
            </a:r>
            <a:r>
              <a:rPr lang="zh-CN" altLang="en-US" dirty="0">
                <a:solidFill>
                  <a:srgbClr val="000000"/>
                </a:solidFill>
                <a:latin typeface="华文楷体" panose="02010600040101010101" pitchFamily="2" charset="-122"/>
                <a:ea typeface="华文楷体" panose="02010600040101010101" pitchFamily="2" charset="-122"/>
              </a:rPr>
              <a:t>含义与前同</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U=(U1,U2,…Ul)</a:t>
            </a:r>
            <a:r>
              <a:rPr lang="zh-CN" altLang="en-US" dirty="0">
                <a:solidFill>
                  <a:srgbClr val="000000"/>
                </a:solidFill>
                <a:latin typeface="华文楷体" panose="02010600040101010101" pitchFamily="2" charset="-122"/>
                <a:ea typeface="华文楷体" panose="02010600040101010101" pitchFamily="2" charset="-122"/>
              </a:rPr>
              <a:t>为等级集合</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F=(F1,F2,…Fl)</a:t>
            </a:r>
            <a:r>
              <a:rPr lang="zh-CN" altLang="en-US" dirty="0">
                <a:solidFill>
                  <a:srgbClr val="000000"/>
                </a:solidFill>
                <a:latin typeface="华文楷体" panose="02010600040101010101" pitchFamily="2" charset="-122"/>
                <a:ea typeface="华文楷体" panose="02010600040101010101" pitchFamily="2" charset="-122"/>
              </a:rPr>
              <a:t>为等级分集合，其中</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a:t>
            </a:r>
            <a:r>
              <a:rPr lang="en-US" altLang="zh-CN" dirty="0">
                <a:solidFill>
                  <a:srgbClr val="000000"/>
                </a:solidFill>
                <a:latin typeface="华文楷体" panose="02010600040101010101" pitchFamily="2" charset="-122"/>
                <a:ea typeface="华文楷体" panose="02010600040101010101" pitchFamily="2" charset="-122"/>
              </a:rPr>
              <a:t>1≤ Fj≤100, j=1~l</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R=(</a:t>
            </a:r>
            <a:r>
              <a:rPr lang="en-US" altLang="zh-CN" dirty="0" err="1">
                <a:solidFill>
                  <a:srgbClr val="000000"/>
                </a:solidFill>
                <a:latin typeface="华文楷体" panose="02010600040101010101" pitchFamily="2" charset="-122"/>
                <a:ea typeface="华文楷体" panose="02010600040101010101" pitchFamily="2" charset="-122"/>
              </a:rPr>
              <a:t>rjp</a:t>
            </a:r>
            <a:r>
              <a:rPr lang="en-US" altLang="zh-CN" dirty="0">
                <a:solidFill>
                  <a:srgbClr val="000000"/>
                </a:solidFill>
                <a:latin typeface="华文楷体" panose="02010600040101010101" pitchFamily="2" charset="-122"/>
                <a:ea typeface="华文楷体" panose="02010600040101010101" pitchFamily="2" charset="-122"/>
              </a:rPr>
              <a:t>)</a:t>
            </a:r>
            <a:r>
              <a:rPr lang="en-US" altLang="zh-CN" dirty="0" err="1">
                <a:solidFill>
                  <a:srgbClr val="000000"/>
                </a:solidFill>
                <a:latin typeface="华文楷体" panose="02010600040101010101" pitchFamily="2" charset="-122"/>
                <a:ea typeface="华文楷体" panose="02010600040101010101" pitchFamily="2" charset="-122"/>
              </a:rPr>
              <a:t>n×l</a:t>
            </a:r>
            <a:r>
              <a:rPr lang="zh-CN" altLang="en-US" dirty="0">
                <a:solidFill>
                  <a:srgbClr val="000000"/>
                </a:solidFill>
                <a:latin typeface="华文楷体" panose="02010600040101010101" pitchFamily="2" charset="-122"/>
                <a:ea typeface="华文楷体" panose="02010600040101010101" pitchFamily="2" charset="-122"/>
              </a:rPr>
              <a:t>为关系矩阵</a:t>
            </a:r>
          </a:p>
        </p:txBody>
      </p:sp>
      <p:graphicFrame>
        <p:nvGraphicFramePr>
          <p:cNvPr id="9" name="Object 17">
            <a:extLst>
              <a:ext uri="{FF2B5EF4-FFF2-40B4-BE49-F238E27FC236}">
                <a16:creationId xmlns:a16="http://schemas.microsoft.com/office/drawing/2014/main" id="{B3280909-7B81-4569-A711-E53F42EAC86A}"/>
              </a:ext>
            </a:extLst>
          </p:cNvPr>
          <p:cNvGraphicFramePr>
            <a:graphicFrameLocks noChangeAspect="1"/>
          </p:cNvGraphicFramePr>
          <p:nvPr>
            <p:extLst>
              <p:ext uri="{D42A27DB-BD31-4B8C-83A1-F6EECF244321}">
                <p14:modId xmlns:p14="http://schemas.microsoft.com/office/powerpoint/2010/main" val="2059911971"/>
              </p:ext>
            </p:extLst>
          </p:nvPr>
        </p:nvGraphicFramePr>
        <p:xfrm>
          <a:off x="4781403" y="3133456"/>
          <a:ext cx="4038600" cy="917575"/>
        </p:xfrm>
        <a:graphic>
          <a:graphicData uri="http://schemas.openxmlformats.org/presentationml/2006/ole">
            <mc:AlternateContent xmlns:mc="http://schemas.openxmlformats.org/markup-compatibility/2006">
              <mc:Choice xmlns:v="urn:schemas-microsoft-com:vml" Requires="v">
                <p:oleObj name="Equation" r:id="rId3" imgW="1955520" imgH="444240" progId="Equation.DSMT4">
                  <p:embed/>
                </p:oleObj>
              </mc:Choice>
              <mc:Fallback>
                <p:oleObj name="Equation" r:id="rId3" imgW="1955520" imgH="444240" progId="Equation.DSMT4">
                  <p:embed/>
                  <p:pic>
                    <p:nvPicPr>
                      <p:cNvPr id="9" name="Object 17">
                        <a:extLst>
                          <a:ext uri="{FF2B5EF4-FFF2-40B4-BE49-F238E27FC236}">
                            <a16:creationId xmlns:a16="http://schemas.microsoft.com/office/drawing/2014/main" id="{B3280909-7B81-4569-A711-E53F42EAC86A}"/>
                          </a:ext>
                        </a:extLst>
                      </p:cNvPr>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781403" y="3133456"/>
                        <a:ext cx="4038600" cy="917575"/>
                      </a:xfrm>
                      <a:prstGeom prst="rect">
                        <a:avLst/>
                      </a:prstGeom>
                      <a:solidFill>
                        <a:schemeClr val="tx1"/>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521803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综合评价表</a:t>
            </a:r>
          </a:p>
        </p:txBody>
      </p:sp>
      <p:graphicFrame>
        <p:nvGraphicFramePr>
          <p:cNvPr id="3" name="Group 65">
            <a:extLst>
              <a:ext uri="{FF2B5EF4-FFF2-40B4-BE49-F238E27FC236}">
                <a16:creationId xmlns:a16="http://schemas.microsoft.com/office/drawing/2014/main" id="{C66B5DD7-0C33-4BD6-9026-14B3C5391A71}"/>
              </a:ext>
            </a:extLst>
          </p:cNvPr>
          <p:cNvGraphicFramePr>
            <a:graphicFrameLocks noGrp="1"/>
          </p:cNvGraphicFramePr>
          <p:nvPr>
            <p:extLst>
              <p:ext uri="{D42A27DB-BD31-4B8C-83A1-F6EECF244321}">
                <p14:modId xmlns:p14="http://schemas.microsoft.com/office/powerpoint/2010/main" val="4155257914"/>
              </p:ext>
            </p:extLst>
          </p:nvPr>
        </p:nvGraphicFramePr>
        <p:xfrm>
          <a:off x="838200" y="921027"/>
          <a:ext cx="7467600" cy="3171529"/>
        </p:xfrm>
        <a:graphic>
          <a:graphicData uri="http://schemas.openxmlformats.org/drawingml/2006/table">
            <a:tbl>
              <a:tblPr/>
              <a:tblGrid>
                <a:gridCol w="1708150">
                  <a:extLst>
                    <a:ext uri="{9D8B030D-6E8A-4147-A177-3AD203B41FA5}">
                      <a16:colId xmlns:a16="http://schemas.microsoft.com/office/drawing/2014/main" val="20000"/>
                    </a:ext>
                  </a:extLst>
                </a:gridCol>
                <a:gridCol w="1065213">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2346325">
                  <a:extLst>
                    <a:ext uri="{9D8B030D-6E8A-4147-A177-3AD203B41FA5}">
                      <a16:colId xmlns:a16="http://schemas.microsoft.com/office/drawing/2014/main" val="20003"/>
                    </a:ext>
                  </a:extLst>
                </a:gridCol>
                <a:gridCol w="1281112">
                  <a:extLst>
                    <a:ext uri="{9D8B030D-6E8A-4147-A177-3AD203B41FA5}">
                      <a16:colId xmlns:a16="http://schemas.microsoft.com/office/drawing/2014/main" val="20004"/>
                    </a:ext>
                  </a:extLst>
                </a:gridCol>
              </a:tblGrid>
              <a:tr h="60069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u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r</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z</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6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6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6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168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z</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(w</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1l</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168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Z</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(w</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21</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22</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2l</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168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168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z</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(w</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n1</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n1</a:t>
                      </a: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ｒ</a:t>
                      </a:r>
                      <a:r>
                        <a:rPr kumimoji="0" lang="en-US" altLang="zh-CN" sz="1800" b="0" i="0" u="none" strike="noStrike" cap="none" normalizeH="0" baseline="-3000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nl</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3972">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综合隶属度</a:t>
                      </a:r>
                      <a:endParaRPr kumimoji="0" lang="zh-CN" altLang="en-US" sz="32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V</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V</a:t>
                      </a:r>
                      <a:r>
                        <a:rPr kumimoji="0" lang="en-US" altLang="zh-CN" sz="1800" b="0" i="0" u="none" strike="noStrike" cap="none" normalizeH="0" baseline="-30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V</a:t>
                      </a:r>
                      <a:r>
                        <a:rPr kumimoji="0" lang="en-US" altLang="zh-CN" sz="1800" b="0" i="0" u="none" strike="noStrike" cap="none" normalizeH="0" baseline="-3000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k</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159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综合价值量</a:t>
                      </a:r>
                      <a:endParaRPr kumimoji="0" lang="zh-CN" altLang="en-US" sz="2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1133475"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V(k)</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6" marB="457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6239068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综合评价表</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3144365" y="731260"/>
                <a:ext cx="2855269" cy="2190087"/>
              </a:xfrm>
              <a:prstGeom prst="rect">
                <a:avLst/>
              </a:prstGeom>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𝑗</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𝑘</m:t>
                          </m:r>
                        </m:e>
                      </m:d>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𝑤</m:t>
                              </m:r>
                            </m:e>
                            <m:sub>
                              <m:r>
                                <a:rPr lang="zh-CN" altLang="en-US" i="1">
                                  <a:solidFill>
                                    <a:srgbClr val="000000"/>
                                  </a:solidFill>
                                  <a:latin typeface="Cambria Math" panose="02040503050406030204" pitchFamily="18" charset="0"/>
                                </a:rPr>
                                <m:t>𝑖</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𝑖𝑗</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𝑘</m:t>
                              </m:r>
                            </m:e>
                          </m:d>
                        </m:e>
                      </m:nary>
                    </m:oMath>
                  </m:oMathPara>
                </a14:m>
                <a:endParaRPr lang="en-US" altLang="zh-CN" dirty="0"/>
              </a:p>
              <a:p>
                <a:pPr algn="ctr"/>
                <a:r>
                  <a:rPr lang="pt-BR" altLang="zh-CN" dirty="0"/>
                  <a:t>k=1,2……m  </a:t>
                </a:r>
                <a:r>
                  <a:rPr lang="zh-CN" altLang="pt-BR" dirty="0"/>
                  <a:t>；</a:t>
                </a:r>
                <a:r>
                  <a:rPr lang="pt-BR" altLang="zh-CN" dirty="0"/>
                  <a:t>j=1,2……n</a:t>
                </a:r>
                <a:endParaRPr lang="en-US" altLang="zh-CN" dirty="0"/>
              </a:p>
              <a:p>
                <a:pPr/>
                <a14:m>
                  <m:oMathPara xmlns:m="http://schemas.openxmlformats.org/officeDocument/2006/math">
                    <m:oMathParaPr>
                      <m:jc m:val="center"/>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oMath>
                  </m:oMathPara>
                </a14:m>
                <a:endParaRPr lang="en-US" altLang="zh-CN" dirty="0"/>
              </a:p>
              <a:p>
                <a:pPr algn="ctr"/>
                <a:r>
                  <a:rPr lang="en-US" altLang="zh-CN" dirty="0"/>
                  <a:t>k=1,2……m </a:t>
                </a:r>
                <a:endParaRPr lang="zh-CN" altLang="en-US" dirty="0"/>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3144365" y="731260"/>
                <a:ext cx="2855269" cy="2190087"/>
              </a:xfrm>
              <a:prstGeom prst="rect">
                <a:avLst/>
              </a:prstGeom>
              <a:blipFill>
                <a:blip r:embed="rId3"/>
                <a:stretch>
                  <a:fillRect b="-36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887843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决策方法</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2411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在模糊数学中，若已得到方案</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时，可以采用如下两种决策规则来解决上述问题。</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a:t>
                </a:r>
                <a:r>
                  <a:rPr lang="zh-CN" altLang="en-US" b="1" dirty="0">
                    <a:solidFill>
                      <a:srgbClr val="FF0000"/>
                    </a:solidFill>
                    <a:latin typeface="华文楷体" panose="02010600040101010101" pitchFamily="2" charset="-122"/>
                    <a:ea typeface="华文楷体" panose="02010600040101010101" pitchFamily="2" charset="-122"/>
                  </a:rPr>
                  <a:t>最大隶属度规则</a:t>
                </a:r>
                <a:r>
                  <a:rPr lang="zh-CN" altLang="en-US" dirty="0">
                    <a:solidFill>
                      <a:srgbClr val="000000"/>
                    </a:solidFill>
                    <a:latin typeface="华文楷体" panose="02010600040101010101" pitchFamily="2" charset="-122"/>
                    <a:ea typeface="华文楷体" panose="02010600040101010101" pitchFamily="2" charset="-122"/>
                  </a:rPr>
                  <a:t>：若有 </a:t>
                </a:r>
                <a14:m>
                  <m:oMath xmlns:m="http://schemas.openxmlformats.org/officeDocument/2006/math">
                    <m:limLow>
                      <m:limLowPr>
                        <m:ctrlPr>
                          <a:rPr lang="zh-CN" altLang="en-US" i="1" smtClean="0">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l</m:t>
                        </m:r>
                        <m:r>
                          <m:rPr>
                            <m:nor/>
                          </m:rPr>
                          <a:rPr lang="zh-CN" altLang="en-US" i="0">
                            <a:solidFill>
                              <a:srgbClr val="000000"/>
                            </a:solidFill>
                            <a:latin typeface="Cambria Math" panose="02040503050406030204" pitchFamily="18" charset="0"/>
                          </a:rPr>
                          <m:t> </m:t>
                        </m:r>
                      </m:lim>
                    </m:limLow>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0</m:t>
                            </m:r>
                          </m:sub>
                        </m:sSub>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oMath>
                </a14:m>
                <a:r>
                  <a:rPr lang="zh-CN" altLang="en-US" dirty="0">
                    <a:solidFill>
                      <a:srgbClr val="000000"/>
                    </a:solidFill>
                    <a:latin typeface="华文楷体" panose="02010600040101010101" pitchFamily="2" charset="-122"/>
                    <a:ea typeface="华文楷体" panose="02010600040101010101" pitchFamily="2" charset="-122"/>
                  </a:rPr>
                  <a:t>，则认为</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属于等级</a:t>
                </a:r>
                <a:r>
                  <a:rPr lang="en-US" altLang="zh-CN" dirty="0">
                    <a:solidFill>
                      <a:srgbClr val="000000"/>
                    </a:solidFill>
                    <a:latin typeface="华文楷体" panose="02010600040101010101" pitchFamily="2" charset="-122"/>
                    <a:ea typeface="华文楷体" panose="02010600040101010101" pitchFamily="2" charset="-122"/>
                  </a:rPr>
                  <a:t>Up0</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a:t>
                </a:r>
                <a:r>
                  <a:rPr lang="zh-CN" altLang="en-US" b="1" dirty="0">
                    <a:solidFill>
                      <a:srgbClr val="FF0000"/>
                    </a:solidFill>
                    <a:latin typeface="华文楷体" panose="02010600040101010101" pitchFamily="2" charset="-122"/>
                    <a:ea typeface="华文楷体" panose="02010600040101010101" pitchFamily="2" charset="-122"/>
                  </a:rPr>
                  <a:t>最临近（贴近）规则</a:t>
                </a:r>
                <a:r>
                  <a:rPr lang="zh-CN" altLang="en-US" dirty="0">
                    <a:solidFill>
                      <a:srgbClr val="000000"/>
                    </a:solidFill>
                    <a:latin typeface="华文楷体" panose="02010600040101010101" pitchFamily="2" charset="-122"/>
                    <a:ea typeface="华文楷体" panose="02010600040101010101" pitchFamily="2" charset="-122"/>
                  </a:rPr>
                  <a:t>：若有</a:t>
                </a:r>
                <a14:m>
                  <m:oMath xmlns:m="http://schemas.openxmlformats.org/officeDocument/2006/math">
                    <m:limLow>
                      <m:limLowPr>
                        <m:ctrlPr>
                          <a:rPr lang="zh-CN" altLang="en-US" i="1" smtClean="0">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min</m:t>
                        </m:r>
                      </m:e>
                      <m:lim>
                        <m:r>
                          <a:rPr lang="zh-CN" altLang="en-US" i="1">
                            <a:solidFill>
                              <a:srgbClr val="000000"/>
                            </a:solidFill>
                            <a:latin typeface="Cambria Math" panose="02040503050406030204" pitchFamily="18" charset="0"/>
                          </a:rPr>
                          <m:t>1≤</m:t>
                        </m:r>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l</m:t>
                        </m:r>
                        <m:r>
                          <m:rPr>
                            <m:nor/>
                          </m:rPr>
                          <a:rPr lang="zh-CN" altLang="en-US" i="0">
                            <a:solidFill>
                              <a:srgbClr val="000000"/>
                            </a:solidFill>
                            <a:latin typeface="Cambria Math" panose="02040503050406030204" pitchFamily="18" charset="0"/>
                          </a:rPr>
                          <m:t> </m:t>
                        </m:r>
                      </m:lim>
                    </m:limLow>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m:rPr>
                                <m:sty m:val="p"/>
                              </m:rPr>
                              <a:rPr lang="zh-CN" altLang="en-US" i="0">
                                <a:solidFill>
                                  <a:srgbClr val="000000"/>
                                </a:solidFill>
                                <a:latin typeface="Cambria Math" panose="02040503050406030204" pitchFamily="18" charset="0"/>
                              </a:rPr>
                              <m:t>k</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𝑝</m:t>
                            </m:r>
                          </m:sub>
                        </m:sSub>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0</m:t>
                                </m:r>
                              </m:sub>
                            </m:sSub>
                          </m:sub>
                        </m:sSub>
                      </m:e>
                    </m:d>
                  </m:oMath>
                </a14:m>
                <a:r>
                  <a:rPr lang="zh-CN" altLang="en-US" dirty="0">
                    <a:solidFill>
                      <a:srgbClr val="000000"/>
                    </a:solidFill>
                    <a:latin typeface="华文楷体" panose="02010600040101010101" pitchFamily="2" charset="-122"/>
                    <a:ea typeface="华文楷体" panose="02010600040101010101" pitchFamily="2" charset="-122"/>
                  </a:rPr>
                  <a:t>，则认为</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属于等级</a:t>
                </a:r>
                <a:r>
                  <a:rPr lang="en-US" altLang="zh-CN" dirty="0">
                    <a:solidFill>
                      <a:srgbClr val="000000"/>
                    </a:solidFill>
                    <a:latin typeface="华文楷体" panose="02010600040101010101" pitchFamily="2" charset="-122"/>
                    <a:ea typeface="华文楷体" panose="02010600040101010101" pitchFamily="2" charset="-122"/>
                  </a:rPr>
                  <a:t>Up0</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2624116"/>
              </a:xfrm>
              <a:prstGeom prst="rect">
                <a:avLst/>
              </a:prstGeom>
              <a:blipFill>
                <a:blip r:embed="rId3"/>
                <a:stretch>
                  <a:fillRect l="-462" r="-615" b="-27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10260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091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某软件企业为开发一重要的网络信息系统（</a:t>
            </a:r>
            <a:r>
              <a:rPr lang="en-US" altLang="zh-CN" dirty="0">
                <a:solidFill>
                  <a:srgbClr val="000000"/>
                </a:solidFill>
                <a:latin typeface="华文楷体" panose="02010600040101010101" pitchFamily="2" charset="-122"/>
                <a:ea typeface="华文楷体" panose="02010600040101010101" pitchFamily="2" charset="-122"/>
              </a:rPr>
              <a:t>NIS</a:t>
            </a:r>
            <a:r>
              <a:rPr lang="zh-CN" altLang="en-US" dirty="0">
                <a:solidFill>
                  <a:srgbClr val="000000"/>
                </a:solidFill>
                <a:latin typeface="华文楷体" panose="02010600040101010101" pitchFamily="2" charset="-122"/>
                <a:ea typeface="华文楷体" panose="02010600040101010101" pitchFamily="2" charset="-122"/>
              </a:rPr>
              <a:t>），需从企业内外选择一名项目经理。企业高层主管确定此人才选拔的评价准则与指标体系与相对权重见表</a:t>
            </a:r>
            <a:r>
              <a:rPr lang="en-US" altLang="zh-CN" dirty="0">
                <a:solidFill>
                  <a:srgbClr val="000000"/>
                </a:solidFill>
                <a:latin typeface="华文楷体" panose="02010600040101010101" pitchFamily="2" charset="-122"/>
                <a:ea typeface="华文楷体" panose="02010600040101010101" pitchFamily="2" charset="-122"/>
              </a:rPr>
              <a:t>2.16.</a:t>
            </a:r>
            <a:r>
              <a:rPr lang="zh-CN" altLang="en-US" dirty="0">
                <a:solidFill>
                  <a:srgbClr val="000000"/>
                </a:solidFill>
                <a:latin typeface="华文楷体" panose="02010600040101010101" pitchFamily="2" charset="-122"/>
                <a:ea typeface="华文楷体" panose="02010600040101010101" pitchFamily="2" charset="-122"/>
              </a:rPr>
              <a:t>人力资源部邀请</a:t>
            </a:r>
            <a:r>
              <a:rPr lang="en-US" altLang="zh-CN" dirty="0">
                <a:solidFill>
                  <a:srgbClr val="000000"/>
                </a:solidFill>
                <a:latin typeface="华文楷体" panose="02010600040101010101" pitchFamily="2" charset="-122"/>
                <a:ea typeface="华文楷体" panose="02010600040101010101" pitchFamily="2" charset="-122"/>
              </a:rPr>
              <a:t>25</a:t>
            </a:r>
            <a:r>
              <a:rPr lang="zh-CN" altLang="en-US" dirty="0">
                <a:solidFill>
                  <a:srgbClr val="000000"/>
                </a:solidFill>
                <a:latin typeface="华文楷体" panose="02010600040101010101" pitchFamily="2" charset="-122"/>
                <a:ea typeface="华文楷体" panose="02010600040101010101" pitchFamily="2" charset="-122"/>
              </a:rPr>
              <a:t>个专家对每一个待评价对象</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关于每个评价指标</a:t>
            </a:r>
            <a:r>
              <a:rPr lang="en-US" altLang="zh-CN" dirty="0" err="1">
                <a:solidFill>
                  <a:srgbClr val="000000"/>
                </a:solidFill>
                <a:latin typeface="华文楷体" panose="02010600040101010101" pitchFamily="2" charset="-122"/>
                <a:ea typeface="华文楷体" panose="02010600040101010101" pitchFamily="2" charset="-122"/>
              </a:rPr>
              <a:t>zi</a:t>
            </a:r>
            <a:r>
              <a:rPr lang="zh-CN" altLang="en-US" dirty="0">
                <a:solidFill>
                  <a:srgbClr val="000000"/>
                </a:solidFill>
                <a:latin typeface="华文楷体" panose="02010600040101010101" pitchFamily="2" charset="-122"/>
                <a:ea typeface="华文楷体" panose="02010600040101010101" pitchFamily="2" charset="-122"/>
              </a:rPr>
              <a:t>的所属等级</a:t>
            </a:r>
            <a:r>
              <a:rPr lang="en-US" altLang="zh-CN" dirty="0" err="1">
                <a:solidFill>
                  <a:srgbClr val="000000"/>
                </a:solidFill>
                <a:latin typeface="华文楷体" panose="02010600040101010101" pitchFamily="2" charset="-122"/>
                <a:ea typeface="华文楷体" panose="02010600040101010101" pitchFamily="2" charset="-122"/>
              </a:rPr>
              <a:t>Uj</a:t>
            </a:r>
            <a:r>
              <a:rPr lang="zh-CN" altLang="en-US" dirty="0">
                <a:solidFill>
                  <a:srgbClr val="000000"/>
                </a:solidFill>
                <a:latin typeface="华文楷体" panose="02010600040101010101" pitchFamily="2" charset="-122"/>
                <a:ea typeface="华文楷体" panose="02010600040101010101" pitchFamily="2" charset="-122"/>
              </a:rPr>
              <a:t>作出判断，并据此得到某评价对象</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关于各指标的等级频率分布见表</a:t>
            </a:r>
            <a:r>
              <a:rPr lang="en-US" altLang="zh-CN" dirty="0">
                <a:solidFill>
                  <a:srgbClr val="000000"/>
                </a:solidFill>
                <a:latin typeface="华文楷体" panose="02010600040101010101" pitchFamily="2" charset="-122"/>
                <a:ea typeface="华文楷体" panose="02010600040101010101" pitchFamily="2" charset="-122"/>
              </a:rPr>
              <a:t>2.17</a:t>
            </a:r>
            <a:r>
              <a:rPr lang="zh-CN" altLang="en-US" dirty="0">
                <a:solidFill>
                  <a:srgbClr val="000000"/>
                </a:solidFill>
                <a:latin typeface="华文楷体" panose="02010600040101010101" pitchFamily="2" charset="-122"/>
                <a:ea typeface="华文楷体" panose="02010600040101010101" pitchFamily="2" charset="-122"/>
              </a:rPr>
              <a:t>（此中将等级分为四级：好，较好，一般，较差）。试根据表</a:t>
            </a:r>
            <a:r>
              <a:rPr lang="en-US" altLang="zh-CN" dirty="0">
                <a:solidFill>
                  <a:srgbClr val="000000"/>
                </a:solidFill>
                <a:latin typeface="华文楷体" panose="02010600040101010101" pitchFamily="2" charset="-122"/>
                <a:ea typeface="华文楷体" panose="02010600040101010101" pitchFamily="2" charset="-122"/>
              </a:rPr>
              <a:t>2.17</a:t>
            </a:r>
            <a:r>
              <a:rPr lang="zh-CN" altLang="en-US" dirty="0">
                <a:solidFill>
                  <a:srgbClr val="000000"/>
                </a:solidFill>
                <a:latin typeface="华文楷体" panose="02010600040101010101" pitchFamily="2" charset="-122"/>
                <a:ea typeface="华文楷体" panose="02010600040101010101" pitchFamily="2" charset="-122"/>
              </a:rPr>
              <a:t>计算待评价对象</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的综合隶属度与综合价值量，并据此作出</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的所属等级。</a:t>
            </a: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3807278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人才选拔属性表</a:t>
            </a:r>
          </a:p>
        </p:txBody>
      </p:sp>
      <p:graphicFrame>
        <p:nvGraphicFramePr>
          <p:cNvPr id="6" name="Group 3">
            <a:extLst>
              <a:ext uri="{FF2B5EF4-FFF2-40B4-BE49-F238E27FC236}">
                <a16:creationId xmlns:a16="http://schemas.microsoft.com/office/drawing/2014/main" id="{D699F0EE-C8AC-403E-ABFC-4EC6E7C326BE}"/>
              </a:ext>
            </a:extLst>
          </p:cNvPr>
          <p:cNvGraphicFramePr>
            <a:graphicFrameLocks/>
          </p:cNvGraphicFramePr>
          <p:nvPr>
            <p:extLst>
              <p:ext uri="{D42A27DB-BD31-4B8C-83A1-F6EECF244321}">
                <p14:modId xmlns:p14="http://schemas.microsoft.com/office/powerpoint/2010/main" val="883167987"/>
              </p:ext>
            </p:extLst>
          </p:nvPr>
        </p:nvGraphicFramePr>
        <p:xfrm>
          <a:off x="107156" y="731260"/>
          <a:ext cx="8929687" cy="4090988"/>
        </p:xfrm>
        <a:graphic>
          <a:graphicData uri="http://schemas.openxmlformats.org/drawingml/2006/table">
            <a:tbl>
              <a:tblPr/>
              <a:tblGrid>
                <a:gridCol w="863600">
                  <a:extLst>
                    <a:ext uri="{9D8B030D-6E8A-4147-A177-3AD203B41FA5}">
                      <a16:colId xmlns:a16="http://schemas.microsoft.com/office/drawing/2014/main" val="4136567409"/>
                    </a:ext>
                  </a:extLst>
                </a:gridCol>
                <a:gridCol w="1512887">
                  <a:extLst>
                    <a:ext uri="{9D8B030D-6E8A-4147-A177-3AD203B41FA5}">
                      <a16:colId xmlns:a16="http://schemas.microsoft.com/office/drawing/2014/main" val="2852930213"/>
                    </a:ext>
                  </a:extLst>
                </a:gridCol>
                <a:gridCol w="5688013">
                  <a:extLst>
                    <a:ext uri="{9D8B030D-6E8A-4147-A177-3AD203B41FA5}">
                      <a16:colId xmlns:a16="http://schemas.microsoft.com/office/drawing/2014/main" val="606360936"/>
                    </a:ext>
                  </a:extLst>
                </a:gridCol>
                <a:gridCol w="865187">
                  <a:extLst>
                    <a:ext uri="{9D8B030D-6E8A-4147-A177-3AD203B41FA5}">
                      <a16:colId xmlns:a16="http://schemas.microsoft.com/office/drawing/2014/main" val="2673625033"/>
                    </a:ext>
                  </a:extLst>
                </a:gridCol>
              </a:tblGrid>
              <a:tr h="431800">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目标</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准则</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指标（因素论域）</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权重</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2417852"/>
                  </a:ext>
                </a:extLst>
              </a:tr>
              <a:tr h="1219200">
                <a:tc rowSpan="3">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项</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目</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经</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理</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选</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拔</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组织协调</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能力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人格魅力、感召力和组织能力（</a:t>
                      </a: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1</a:t>
                      </a: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与上下级进行有效沟通能力（</a:t>
                      </a: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2</a:t>
                      </a: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完成任务的主动性、灵活性和创新性 </a:t>
                      </a: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3</a:t>
                      </a: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0.15</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94698618"/>
                  </a:ext>
                </a:extLst>
              </a:tr>
              <a:tr h="1220788">
                <a:tc vMerge="1">
                  <a:txBody>
                    <a:bodyPr/>
                    <a:lstStyle/>
                    <a:p>
                      <a:endParaRPr lang="zh-CN" altLang="en-US"/>
                    </a:p>
                  </a:txBody>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知识与专业技术能力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具有系统思维能力，对成本、工期、人力投入作权衡分析的能力（</a:t>
                      </a: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4</a:t>
                      </a: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软件规划、设计、编码、测试能力（</a:t>
                      </a: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5</a:t>
                      </a: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硬件、网络等知识（</a:t>
                      </a: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6</a:t>
                      </a: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0.15</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endPar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endParaRP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40011900"/>
                  </a:ext>
                </a:extLst>
              </a:tr>
              <a:tr h="1219200">
                <a:tc vMerge="1">
                  <a:txBody>
                    <a:bodyPr/>
                    <a:lstStyle/>
                    <a:p>
                      <a:endParaRPr lang="zh-CN" altLang="en-US"/>
                    </a:p>
                  </a:txBody>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管理和决策能力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项目管理的实践与经验（</a:t>
                      </a: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7</a:t>
                      </a: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对成本、工期人力投入计划制定与过程控制能力（</a:t>
                      </a: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X</a:t>
                      </a:r>
                      <a:r>
                        <a:rPr kumimoji="0" lang="en-US" altLang="zh-CN" sz="14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8</a:t>
                      </a:r>
                      <a:r>
                        <a:rPr kumimoji="0" lang="zh-CN" altLang="en-US"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0.15</a:t>
                      </a:r>
                    </a:p>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14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519617"/>
                  </a:ext>
                </a:extLst>
              </a:tr>
            </a:tbl>
          </a:graphicData>
        </a:graphic>
      </p:graphicFrame>
    </p:spTree>
    <p:extLst>
      <p:ext uri="{BB962C8B-B14F-4D97-AF65-F5344CB8AC3E}">
        <p14:creationId xmlns:p14="http://schemas.microsoft.com/office/powerpoint/2010/main" val="40291569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4022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a:t>
            </a:r>
            <a:r>
              <a:rPr lang="zh-CN" altLang="en-US" sz="2400" spc="300" dirty="0">
                <a:latin typeface="微软雅黑" panose="020B0503020204020204" pitchFamily="34" charset="-122"/>
                <a:ea typeface="微软雅黑" panose="020B0503020204020204" pitchFamily="34" charset="-122"/>
              </a:rPr>
              <a:t>建立综合评价表</a:t>
            </a:r>
          </a:p>
        </p:txBody>
      </p:sp>
      <p:graphicFrame>
        <p:nvGraphicFramePr>
          <p:cNvPr id="6" name="Group 3">
            <a:extLst>
              <a:ext uri="{FF2B5EF4-FFF2-40B4-BE49-F238E27FC236}">
                <a16:creationId xmlns:a16="http://schemas.microsoft.com/office/drawing/2014/main" id="{B618D14C-ADA2-4FE4-8278-05B434E3C2E1}"/>
              </a:ext>
            </a:extLst>
          </p:cNvPr>
          <p:cNvGraphicFramePr>
            <a:graphicFrameLocks/>
          </p:cNvGraphicFramePr>
          <p:nvPr/>
        </p:nvGraphicFramePr>
        <p:xfrm>
          <a:off x="355600" y="731260"/>
          <a:ext cx="8516938" cy="4358640"/>
        </p:xfrm>
        <a:graphic>
          <a:graphicData uri="http://schemas.openxmlformats.org/drawingml/2006/table">
            <a:tbl>
              <a:tblPr/>
              <a:tblGrid>
                <a:gridCol w="1703388">
                  <a:extLst>
                    <a:ext uri="{9D8B030D-6E8A-4147-A177-3AD203B41FA5}">
                      <a16:colId xmlns:a16="http://schemas.microsoft.com/office/drawing/2014/main" val="1077049589"/>
                    </a:ext>
                  </a:extLst>
                </a:gridCol>
                <a:gridCol w="1703387">
                  <a:extLst>
                    <a:ext uri="{9D8B030D-6E8A-4147-A177-3AD203B41FA5}">
                      <a16:colId xmlns:a16="http://schemas.microsoft.com/office/drawing/2014/main" val="1120829530"/>
                    </a:ext>
                  </a:extLst>
                </a:gridCol>
                <a:gridCol w="1703388">
                  <a:extLst>
                    <a:ext uri="{9D8B030D-6E8A-4147-A177-3AD203B41FA5}">
                      <a16:colId xmlns:a16="http://schemas.microsoft.com/office/drawing/2014/main" val="3313024682"/>
                    </a:ext>
                  </a:extLst>
                </a:gridCol>
                <a:gridCol w="1703387">
                  <a:extLst>
                    <a:ext uri="{9D8B030D-6E8A-4147-A177-3AD203B41FA5}">
                      <a16:colId xmlns:a16="http://schemas.microsoft.com/office/drawing/2014/main" val="1982941555"/>
                    </a:ext>
                  </a:extLst>
                </a:gridCol>
                <a:gridCol w="1703388">
                  <a:extLst>
                    <a:ext uri="{9D8B030D-6E8A-4147-A177-3AD203B41FA5}">
                      <a16:colId xmlns:a16="http://schemas.microsoft.com/office/drawing/2014/main" val="4073389510"/>
                    </a:ext>
                  </a:extLst>
                </a:gridCol>
              </a:tblGrid>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endParaRPr kumimoji="0" lang="zh-CN" altLang="en-US"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好 </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100</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较好 </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一般 </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差 </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9463948"/>
                  </a:ext>
                </a:extLst>
              </a:tr>
              <a:tr h="368300">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1</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0.15</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5620295"/>
                  </a:ext>
                </a:extLst>
              </a:tr>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2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5890016"/>
                  </a:ext>
                </a:extLst>
              </a:tr>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3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3234583"/>
                  </a:ext>
                </a:extLst>
              </a:tr>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4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0.15</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6670906"/>
                  </a:ext>
                </a:extLst>
              </a:tr>
              <a:tr h="368300">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5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78675243"/>
                  </a:ext>
                </a:extLst>
              </a:tr>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6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0.10</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2462486"/>
                  </a:ext>
                </a:extLst>
              </a:tr>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7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0.15</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0.08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0796385"/>
                  </a:ext>
                </a:extLst>
              </a:tr>
              <a:tr h="369888">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X</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8 </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0.15</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0.08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7254807"/>
                  </a:ext>
                </a:extLst>
              </a:tr>
              <a:tr h="368300">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V</a:t>
                      </a:r>
                      <a:r>
                        <a:rPr kumimoji="0" lang="en-US" altLang="zh-CN"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rPr>
                        <a:t>j</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 k</a:t>
                      </a:r>
                      <a:r>
                        <a:rPr kumimoji="0" lang="zh-CN" altLang="en-US"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endParaRPr kumimoji="0" lang="zh-CN" altLang="en-US" sz="2000" b="0" i="0" u="none" strike="noStrike" cap="none" normalizeH="0" baseline="-25000">
                        <a:ln>
                          <a:noFill/>
                        </a:ln>
                        <a:solidFill>
                          <a:schemeClr val="tx1"/>
                        </a:solidFill>
                        <a:effectLst/>
                        <a:latin typeface="华文楷体" panose="02010600040101010101" pitchFamily="2" charset="-122"/>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0.162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0.444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0.348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0.046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8210208"/>
                  </a:ext>
                </a:extLst>
              </a:tr>
              <a:tr h="369888">
                <a:tc gridSpan="5">
                  <a:txBody>
                    <a:bodyPr/>
                    <a:lstStyle>
                      <a:lvl1pPr>
                        <a:spcBef>
                          <a:spcPct val="20000"/>
                        </a:spcBef>
                        <a:buClr>
                          <a:srgbClr val="0066CC"/>
                        </a:buClr>
                        <a:buFont typeface="Bookshelf Symbol 7" panose="05010101010101010101" pitchFamily="2" charset="2"/>
                        <a:defRPr sz="2800">
                          <a:solidFill>
                            <a:schemeClr val="tx1"/>
                          </a:solidFill>
                          <a:latin typeface="Arial" panose="020B0604020202020204" pitchFamily="34" charset="0"/>
                        </a:defRPr>
                      </a:lvl1pPr>
                      <a:lvl2pPr>
                        <a:spcBef>
                          <a:spcPct val="20000"/>
                        </a:spcBef>
                        <a:buClr>
                          <a:schemeClr val="accent1"/>
                        </a:buClr>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0066CC"/>
                        </a:buClr>
                        <a:buSzTx/>
                        <a:buFont typeface="Bookshelf Symbol 7" panose="05010101010101010101" pitchFamily="2" charset="2"/>
                        <a:buNone/>
                        <a:tabLst/>
                      </a:pPr>
                      <a:r>
                        <a:rPr kumimoji="0" lang="en-US" altLang="zh-CN" sz="2000" b="0" i="0" u="none" strike="noStrike" cap="none" normalizeH="0" baseline="0" dirty="0" err="1">
                          <a:ln>
                            <a:noFill/>
                          </a:ln>
                          <a:solidFill>
                            <a:schemeClr val="tx1"/>
                          </a:solidFill>
                          <a:effectLst/>
                          <a:latin typeface="华文楷体" panose="02010600040101010101" pitchFamily="2" charset="-122"/>
                          <a:ea typeface="华文楷体" panose="02010600040101010101" pitchFamily="2" charset="-122"/>
                        </a:rPr>
                        <a:t>V</a:t>
                      </a:r>
                      <a:r>
                        <a:rPr kumimoji="0" lang="en-US" altLang="zh-CN" sz="2000" b="0" i="0" u="none" strike="noStrike" cap="none" normalizeH="0" baseline="-25000" dirty="0" err="1">
                          <a:ln>
                            <a:noFill/>
                          </a:ln>
                          <a:solidFill>
                            <a:schemeClr val="tx1"/>
                          </a:solidFill>
                          <a:effectLst/>
                          <a:latin typeface="华文楷体" panose="02010600040101010101" pitchFamily="2" charset="-122"/>
                          <a:ea typeface="华文楷体" panose="02010600040101010101" pitchFamily="2" charset="-122"/>
                        </a:rPr>
                        <a:t>k</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=F</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1</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V</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1</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(k)+ </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 F</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2</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V</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2</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(k)+ </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F</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3</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V</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3</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(k)+ </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F</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rPr>
                        <a:t>4</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V</a:t>
                      </a:r>
                      <a:r>
                        <a:rPr kumimoji="0" lang="en-US" altLang="zh-CN" sz="2000" b="0" i="0" u="none" strike="noStrike" cap="none" normalizeH="0" baseline="-2500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4</a:t>
                      </a:r>
                      <a:r>
                        <a:rPr kumimoji="0" lang="en-US"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sym typeface="Bookshelf Symbol 7" panose="05010101010101010101" pitchFamily="2" charset="2"/>
                        </a:rPr>
                        <a:t>(k)=80.83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85476507"/>
                  </a:ext>
                </a:extLst>
              </a:tr>
            </a:tbl>
          </a:graphicData>
        </a:graphic>
      </p:graphicFrame>
    </p:spTree>
    <p:extLst>
      <p:ext uri="{BB962C8B-B14F-4D97-AF65-F5344CB8AC3E}">
        <p14:creationId xmlns:p14="http://schemas.microsoft.com/office/powerpoint/2010/main" val="387486535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综合评价表的建立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调查统计法</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当待评定对象的指标为定性指标时，</a:t>
            </a:r>
            <a:r>
              <a:rPr lang="en-US" altLang="zh-CN"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当待评定对象的指标为定量指标时，</a:t>
            </a:r>
            <a:r>
              <a:rPr lang="en-US" altLang="zh-CN"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思考：</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）针对本例题，指标与等级的关系矩阵</a:t>
            </a:r>
            <a:r>
              <a:rPr lang="en-US" altLang="zh-CN" dirty="0">
                <a:solidFill>
                  <a:srgbClr val="000000"/>
                </a:solidFill>
                <a:latin typeface="华文楷体" panose="02010600040101010101" pitchFamily="2" charset="-122"/>
                <a:ea typeface="华文楷体" panose="02010600040101010101" pitchFamily="2" charset="-122"/>
              </a:rPr>
              <a:t>R</a:t>
            </a:r>
            <a:r>
              <a:rPr lang="zh-CN" altLang="en-US" dirty="0">
                <a:solidFill>
                  <a:srgbClr val="000000"/>
                </a:solidFill>
                <a:latin typeface="华文楷体" panose="02010600040101010101" pitchFamily="2" charset="-122"/>
                <a:ea typeface="华文楷体" panose="02010600040101010101" pitchFamily="2" charset="-122"/>
              </a:rPr>
              <a:t>是如何建立的？</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）将</a:t>
            </a:r>
            <a:r>
              <a:rPr lang="en-US" altLang="zh-CN" dirty="0">
                <a:solidFill>
                  <a:srgbClr val="000000"/>
                </a:solidFill>
                <a:latin typeface="华文楷体" panose="02010600040101010101" pitchFamily="2" charset="-122"/>
                <a:ea typeface="华文楷体" panose="02010600040101010101" pitchFamily="2" charset="-122"/>
              </a:rPr>
              <a:t>R</a:t>
            </a:r>
            <a:r>
              <a:rPr lang="zh-CN" altLang="en-US" dirty="0">
                <a:solidFill>
                  <a:srgbClr val="000000"/>
                </a:solidFill>
                <a:latin typeface="华文楷体" panose="02010600040101010101" pitchFamily="2" charset="-122"/>
                <a:ea typeface="华文楷体" panose="02010600040101010101" pitchFamily="2" charset="-122"/>
              </a:rPr>
              <a:t>与关联矩阵法中的等级分比较，有什么的不同？</a:t>
            </a:r>
          </a:p>
          <a:p>
            <a:pPr marL="742950" lvl="1"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79300328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二者的区别：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关联矩阵法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根据等级分表确定价值矩阵采用的是：“非此即彼”的刚性法则</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“非此即彼”的刚性法则是确定性数学数理逻辑的基础。</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模糊数学法 </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打破了这一刚性法则。引入了方案</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关于指标</a:t>
            </a:r>
            <a:r>
              <a:rPr lang="en-US" altLang="zh-CN" dirty="0" err="1">
                <a:solidFill>
                  <a:srgbClr val="000000"/>
                </a:solidFill>
                <a:latin typeface="华文楷体" panose="02010600040101010101" pitchFamily="2" charset="-122"/>
                <a:ea typeface="华文楷体" panose="02010600040101010101" pitchFamily="2" charset="-122"/>
              </a:rPr>
              <a:t>X</a:t>
            </a:r>
            <a:r>
              <a:rPr lang="en-US" altLang="zh-CN" baseline="-25000" dirty="0" err="1">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的属于等级</a:t>
            </a:r>
            <a:r>
              <a:rPr lang="en-US" altLang="zh-CN" dirty="0" err="1">
                <a:solidFill>
                  <a:srgbClr val="000000"/>
                </a:solidFill>
                <a:latin typeface="华文楷体" panose="02010600040101010101" pitchFamily="2" charset="-122"/>
                <a:ea typeface="华文楷体" panose="02010600040101010101" pitchFamily="2" charset="-122"/>
              </a:rPr>
              <a:t>U</a:t>
            </a:r>
            <a:r>
              <a:rPr lang="en-US" altLang="zh-CN" baseline="-25000" dirty="0" err="1">
                <a:solidFill>
                  <a:srgbClr val="000000"/>
                </a:solidFill>
                <a:latin typeface="华文楷体" panose="02010600040101010101" pitchFamily="2" charset="-122"/>
                <a:ea typeface="华文楷体" panose="02010600040101010101" pitchFamily="2" charset="-122"/>
              </a:rPr>
              <a:t>j</a:t>
            </a:r>
            <a:r>
              <a:rPr lang="zh-CN" altLang="en-US" dirty="0">
                <a:solidFill>
                  <a:srgbClr val="000000"/>
                </a:solidFill>
                <a:latin typeface="华文楷体" panose="02010600040101010101" pitchFamily="2" charset="-122"/>
                <a:ea typeface="华文楷体" panose="02010600040101010101" pitchFamily="2" charset="-122"/>
              </a:rPr>
              <a:t>的隶属度</a:t>
            </a:r>
            <a:r>
              <a:rPr lang="en-US" altLang="zh-CN" dirty="0" err="1">
                <a:solidFill>
                  <a:srgbClr val="000000"/>
                </a:solidFill>
                <a:latin typeface="华文楷体" panose="02010600040101010101" pitchFamily="2" charset="-122"/>
                <a:ea typeface="华文楷体" panose="02010600040101010101" pitchFamily="2" charset="-122"/>
              </a:rPr>
              <a:t>r</a:t>
            </a:r>
            <a:r>
              <a:rPr lang="en-US" altLang="zh-CN" baseline="-25000" dirty="0" err="1">
                <a:solidFill>
                  <a:srgbClr val="000000"/>
                </a:solidFill>
                <a:latin typeface="华文楷体" panose="02010600040101010101" pitchFamily="2" charset="-122"/>
                <a:ea typeface="华文楷体" panose="02010600040101010101" pitchFamily="2" charset="-122"/>
              </a:rPr>
              <a:t>ij</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的概念。</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非刚性模糊表述更能客观地、全面地反映人们的判断意识，得到客观的结果。</a:t>
            </a:r>
          </a:p>
          <a:p>
            <a:pPr marL="285750"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154035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9398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a:t>
            </a:r>
            <a:r>
              <a:rPr lang="zh-CN" altLang="en-US" sz="2400" spc="300" dirty="0">
                <a:latin typeface="微软雅黑" panose="020B0503020204020204" pitchFamily="34" charset="-122"/>
                <a:ea typeface="微软雅黑" panose="020B0503020204020204" pitchFamily="34" charset="-122"/>
              </a:rPr>
              <a:t>选择决策规则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最大隶属度规则：</a:t>
            </a:r>
          </a:p>
          <a:p>
            <a:pPr marL="285750" indent="-285750" algn="ctr">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若有</a:t>
            </a:r>
            <a:r>
              <a:rPr lang="en-US" altLang="zh-CN" dirty="0" err="1">
                <a:solidFill>
                  <a:srgbClr val="000000"/>
                </a:solidFill>
                <a:latin typeface="华文楷体" panose="02010600040101010101" pitchFamily="2" charset="-122"/>
                <a:ea typeface="华文楷体" panose="02010600040101010101" pitchFamily="2" charset="-122"/>
              </a:rPr>
              <a:t>maxV</a:t>
            </a:r>
            <a:r>
              <a:rPr lang="en-US" altLang="zh-CN" baseline="-25000" dirty="0" err="1">
                <a:solidFill>
                  <a:srgbClr val="000000"/>
                </a:solidFill>
                <a:latin typeface="华文楷体" panose="02010600040101010101" pitchFamily="2" charset="-122"/>
                <a:ea typeface="华文楷体" panose="02010600040101010101" pitchFamily="2" charset="-122"/>
              </a:rPr>
              <a:t>p</a:t>
            </a:r>
            <a:r>
              <a:rPr lang="en-US" altLang="zh-CN" dirty="0">
                <a:solidFill>
                  <a:srgbClr val="000000"/>
                </a:solidFill>
                <a:latin typeface="华文楷体" panose="02010600040101010101" pitchFamily="2" charset="-122"/>
                <a:ea typeface="华文楷体" panose="02010600040101010101" pitchFamily="2" charset="-122"/>
              </a:rPr>
              <a:t>(k)=V</a:t>
            </a:r>
            <a:r>
              <a:rPr lang="en-US" altLang="zh-CN" baseline="-25000" dirty="0">
                <a:solidFill>
                  <a:srgbClr val="000000"/>
                </a:solidFill>
                <a:latin typeface="华文楷体" panose="02010600040101010101" pitchFamily="2" charset="-122"/>
                <a:ea typeface="华文楷体" panose="02010600040101010101" pitchFamily="2" charset="-122"/>
              </a:rPr>
              <a:t>p0</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，则认为</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属于等级</a:t>
            </a:r>
            <a:r>
              <a:rPr lang="en-US" altLang="zh-CN" dirty="0">
                <a:solidFill>
                  <a:srgbClr val="000000"/>
                </a:solidFill>
                <a:latin typeface="华文楷体" panose="02010600040101010101" pitchFamily="2" charset="-122"/>
                <a:ea typeface="华文楷体" panose="02010600040101010101" pitchFamily="2" charset="-122"/>
              </a:rPr>
              <a:t>U</a:t>
            </a:r>
            <a:r>
              <a:rPr lang="en-US" altLang="zh-CN" baseline="-25000" dirty="0">
                <a:solidFill>
                  <a:srgbClr val="000000"/>
                </a:solidFill>
                <a:latin typeface="华文楷体" panose="02010600040101010101" pitchFamily="2" charset="-122"/>
                <a:ea typeface="华文楷体" panose="02010600040101010101" pitchFamily="2" charset="-122"/>
              </a:rPr>
              <a:t>P0</a:t>
            </a:r>
            <a:r>
              <a:rPr lang="en-US" altLang="zh-CN" dirty="0">
                <a:solidFill>
                  <a:srgbClr val="000000"/>
                </a:solidFill>
                <a:latin typeface="华文楷体" panose="02010600040101010101" pitchFamily="2" charset="-122"/>
                <a:ea typeface="华文楷体" panose="02010600040101010101" pitchFamily="2" charset="-122"/>
              </a:rPr>
              <a:t>                    </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最临近规则：</a:t>
            </a:r>
          </a:p>
          <a:p>
            <a:pPr marL="285750" indent="-285750" algn="ctr">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若有</a:t>
            </a:r>
            <a:r>
              <a:rPr lang="en-US" altLang="zh-CN" dirty="0" err="1">
                <a:solidFill>
                  <a:srgbClr val="000000"/>
                </a:solidFill>
                <a:latin typeface="华文楷体" panose="02010600040101010101" pitchFamily="2" charset="-122"/>
                <a:ea typeface="华文楷体" panose="02010600040101010101" pitchFamily="2" charset="-122"/>
              </a:rPr>
              <a:t>min|V</a:t>
            </a:r>
            <a:r>
              <a:rPr lang="en-US" altLang="zh-CN" baseline="-25000" dirty="0" err="1">
                <a:solidFill>
                  <a:srgbClr val="000000"/>
                </a:solidFill>
                <a:latin typeface="华文楷体" panose="02010600040101010101" pitchFamily="2" charset="-122"/>
                <a:ea typeface="华文楷体" panose="02010600040101010101" pitchFamily="2" charset="-122"/>
              </a:rPr>
              <a:t>k</a:t>
            </a:r>
            <a:r>
              <a:rPr lang="en-US" altLang="zh-CN" dirty="0" err="1">
                <a:solidFill>
                  <a:srgbClr val="000000"/>
                </a:solidFill>
                <a:latin typeface="华文楷体" panose="02010600040101010101" pitchFamily="2" charset="-122"/>
                <a:ea typeface="华文楷体" panose="02010600040101010101" pitchFamily="2" charset="-122"/>
              </a:rPr>
              <a:t>-F</a:t>
            </a:r>
            <a:r>
              <a:rPr lang="en-US" altLang="zh-CN" baseline="-25000" dirty="0" err="1">
                <a:solidFill>
                  <a:srgbClr val="000000"/>
                </a:solidFill>
                <a:latin typeface="华文楷体" panose="02010600040101010101" pitchFamily="2" charset="-122"/>
                <a:ea typeface="华文楷体" panose="02010600040101010101" pitchFamily="2" charset="-122"/>
              </a:rPr>
              <a:t>p</a:t>
            </a:r>
            <a:r>
              <a:rPr lang="en-US" altLang="zh-CN" dirty="0">
                <a:solidFill>
                  <a:srgbClr val="000000"/>
                </a:solidFill>
                <a:latin typeface="华文楷体" panose="02010600040101010101" pitchFamily="2" charset="-122"/>
                <a:ea typeface="华文楷体" panose="02010600040101010101" pitchFamily="2" charset="-122"/>
              </a:rPr>
              <a:t>|=|V</a:t>
            </a:r>
            <a:r>
              <a:rPr lang="en-US" altLang="zh-CN" baseline="-25000" dirty="0">
                <a:solidFill>
                  <a:srgbClr val="000000"/>
                </a:solidFill>
                <a:latin typeface="华文楷体" panose="02010600040101010101" pitchFamily="2" charset="-122"/>
                <a:ea typeface="华文楷体" panose="02010600040101010101" pitchFamily="2" charset="-122"/>
              </a:rPr>
              <a:t>k</a:t>
            </a:r>
            <a:r>
              <a:rPr lang="en-US" altLang="zh-CN" dirty="0">
                <a:solidFill>
                  <a:srgbClr val="000000"/>
                </a:solidFill>
                <a:latin typeface="华文楷体" panose="02010600040101010101" pitchFamily="2" charset="-122"/>
                <a:ea typeface="华文楷体" panose="02010600040101010101" pitchFamily="2" charset="-122"/>
              </a:rPr>
              <a:t>-F</a:t>
            </a:r>
            <a:r>
              <a:rPr lang="en-US" altLang="zh-CN" baseline="-25000" dirty="0">
                <a:solidFill>
                  <a:srgbClr val="000000"/>
                </a:solidFill>
                <a:latin typeface="华文楷体" panose="02010600040101010101" pitchFamily="2" charset="-122"/>
                <a:ea typeface="华文楷体" panose="02010600040101010101" pitchFamily="2" charset="-122"/>
              </a:rPr>
              <a:t>p0</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，则认为</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属于等级</a:t>
            </a:r>
            <a:r>
              <a:rPr lang="en-US" altLang="zh-CN" dirty="0">
                <a:solidFill>
                  <a:srgbClr val="000000"/>
                </a:solidFill>
                <a:latin typeface="华文楷体" panose="02010600040101010101" pitchFamily="2" charset="-122"/>
                <a:ea typeface="华文楷体" panose="02010600040101010101" pitchFamily="2" charset="-122"/>
              </a:rPr>
              <a:t>U</a:t>
            </a:r>
            <a:r>
              <a:rPr lang="en-US" altLang="zh-CN" baseline="-25000" dirty="0">
                <a:solidFill>
                  <a:srgbClr val="000000"/>
                </a:solidFill>
                <a:latin typeface="华文楷体" panose="02010600040101010101" pitchFamily="2" charset="-122"/>
                <a:ea typeface="华文楷体" panose="02010600040101010101" pitchFamily="2" charset="-122"/>
              </a:rPr>
              <a:t>P0</a:t>
            </a: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0737897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091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解</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438158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利用表</a:t>
                </a:r>
                <a:r>
                  <a:rPr lang="en-US" altLang="zh-CN" dirty="0">
                    <a:solidFill>
                      <a:srgbClr val="000000"/>
                    </a:solidFill>
                    <a:latin typeface="华文楷体" panose="02010600040101010101" pitchFamily="2" charset="-122"/>
                    <a:ea typeface="华文楷体" panose="02010600040101010101" pitchFamily="2" charset="-122"/>
                  </a:rPr>
                  <a:t>2.17</a:t>
                </a:r>
                <a:r>
                  <a:rPr lang="zh-CN" altLang="en-US" dirty="0">
                    <a:solidFill>
                      <a:srgbClr val="000000"/>
                    </a:solidFill>
                    <a:latin typeface="华文楷体" panose="02010600040101010101" pitchFamily="2" charset="-122"/>
                    <a:ea typeface="华文楷体" panose="02010600040101010101" pitchFamily="2" charset="-122"/>
                  </a:rPr>
                  <a:t>及（</a:t>
                </a:r>
                <a:r>
                  <a:rPr lang="en-US" altLang="zh-CN" dirty="0">
                    <a:solidFill>
                      <a:srgbClr val="000000"/>
                    </a:solidFill>
                    <a:latin typeface="华文楷体" panose="02010600040101010101" pitchFamily="2" charset="-122"/>
                    <a:ea typeface="华文楷体" panose="02010600040101010101" pitchFamily="2" charset="-122"/>
                  </a:rPr>
                  <a:t>2.19</a:t>
                </a:r>
                <a:r>
                  <a:rPr lang="zh-CN" altLang="en-US" dirty="0">
                    <a:solidFill>
                      <a:srgbClr val="000000"/>
                    </a:solidFill>
                    <a:latin typeface="华文楷体" panose="02010600040101010101" pitchFamily="2" charset="-122"/>
                    <a:ea typeface="华文楷体" panose="02010600040101010101" pitchFamily="2" charset="-122"/>
                  </a:rPr>
                  <a:t>）式可算出</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关于四个等级的综合隶属度：</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V1(k)=0.162</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V2(k)=0.444</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V3(k)=0.348</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V4(k)=0.046</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再计算</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综合价值量：</a:t>
                </a:r>
              </a:p>
              <a:p>
                <a:pPr algn="ctr">
                  <a:lnSpc>
                    <a:spcPct val="150000"/>
                  </a:lnSpc>
                </a:pPr>
                <a:r>
                  <a:rPr lang="en-US" altLang="zh-CN" dirty="0" err="1">
                    <a:solidFill>
                      <a:srgbClr val="000000"/>
                    </a:solidFill>
                    <a:latin typeface="华文楷体" panose="02010600040101010101" pitchFamily="2" charset="-122"/>
                    <a:ea typeface="华文楷体" panose="02010600040101010101" pitchFamily="2" charset="-122"/>
                  </a:rPr>
                  <a:t>Vk</a:t>
                </a:r>
                <a:r>
                  <a:rPr lang="en-US" altLang="zh-CN" dirty="0">
                    <a:solidFill>
                      <a:srgbClr val="000000"/>
                    </a:solidFill>
                    <a:latin typeface="华文楷体" panose="02010600040101010101" pitchFamily="2" charset="-122"/>
                    <a:ea typeface="华文楷体" panose="02010600040101010101" pitchFamily="2" charset="-122"/>
                  </a:rPr>
                  <a:t>=80.83</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）由最大隶属度规则有：</a:t>
                </a:r>
              </a:p>
              <a:p>
                <a:pPr algn="just">
                  <a:lnSpc>
                    <a:spcPct val="150000"/>
                  </a:lnSpc>
                </a:pPr>
                <a14:m>
                  <m:oMathPara xmlns:m="http://schemas.openxmlformats.org/officeDocument/2006/math">
                    <m:oMathParaPr>
                      <m:jc m:val="centerGroup"/>
                    </m:oMathParaPr>
                    <m:oMath xmlns:m="http://schemas.openxmlformats.org/officeDocument/2006/math">
                      <m:limLow>
                        <m:limLowPr>
                          <m:ctrlPr>
                            <a:rPr lang="zh-CN" altLang="en-US" i="1" smtClean="0">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≤4</m:t>
                          </m:r>
                        </m:lim>
                      </m:limLow>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0.162,0.444,0.348,0.046=0.444=</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oMath>
                  </m:oMathPara>
                </a14:m>
                <a:endParaRPr lang="zh-CN" altLang="en-US"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由此可知待评对象</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综合评价结果属等级</a:t>
                </a:r>
                <a:r>
                  <a:rPr lang="en-US" altLang="zh-CN" dirty="0">
                    <a:solidFill>
                      <a:srgbClr val="000000"/>
                    </a:solidFill>
                    <a:latin typeface="华文楷体" panose="02010600040101010101" pitchFamily="2" charset="-122"/>
                    <a:ea typeface="华文楷体" panose="02010600040101010101" pitchFamily="2" charset="-122"/>
                  </a:rPr>
                  <a:t>U2 </a:t>
                </a:r>
                <a:r>
                  <a:rPr lang="zh-CN" altLang="en-US" dirty="0">
                    <a:solidFill>
                      <a:srgbClr val="000000"/>
                    </a:solidFill>
                    <a:latin typeface="华文楷体" panose="02010600040101010101" pitchFamily="2" charset="-122"/>
                    <a:ea typeface="华文楷体" panose="02010600040101010101" pitchFamily="2" charset="-122"/>
                  </a:rPr>
                  <a:t>，即“较好”。 </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31260"/>
                <a:ext cx="7920338" cy="4381584"/>
              </a:xfrm>
              <a:prstGeom prst="rect">
                <a:avLst/>
              </a:prstGeom>
              <a:blipFill>
                <a:blip r:embed="rId3"/>
                <a:stretch>
                  <a:fillRect l="-462" b="-12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899149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091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解</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16201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由最邻近规则有：</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14:m>
                  <m:oMath xmlns:m="http://schemas.openxmlformats.org/officeDocument/2006/math">
                    <m:limLow>
                      <m:limLowPr>
                        <m:ctrlPr>
                          <a:rPr lang="zh-CN" altLang="en-US" i="1" smtClean="0">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min</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≤4</m:t>
                        </m:r>
                      </m:lim>
                    </m:limLow>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𝑘</m:t>
                            </m:r>
                          </m:sub>
                        </m:sSub>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𝑝</m:t>
                            </m:r>
                          </m:sub>
                        </m:sSub>
                      </m:e>
                    </m:d>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min</m:t>
                        </m:r>
                      </m:fName>
                      <m:e>
                        <m:r>
                          <a:rPr lang="zh-CN" altLang="en-US" i="1">
                            <a:solidFill>
                              <a:srgbClr val="000000"/>
                            </a:solidFill>
                            <a:latin typeface="Cambria Math" panose="02040503050406030204" pitchFamily="18" charset="0"/>
                          </a:rPr>
                          <m:t>{</m:t>
                        </m:r>
                      </m:e>
                    </m:func>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80.83−100</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80.83−85</m:t>
                        </m:r>
                      </m:e>
                    </m:d>
                    <m:r>
                      <a:rPr lang="zh-CN" altLang="en-US" i="1">
                        <a:solidFill>
                          <a:srgbClr val="000000"/>
                        </a:solidFill>
                        <a:latin typeface="Cambria Math" panose="02040503050406030204" pitchFamily="18" charset="0"/>
                      </a:rPr>
                      <m:t>,</m:t>
                    </m:r>
                  </m:oMath>
                </a14:m>
                <a:br>
                  <a:rPr lang="zh-CN" altLang="en-US" i="1" dirty="0">
                    <a:solidFill>
                      <a:srgbClr val="000000"/>
                    </a:solidFill>
                    <a:latin typeface="Cambria Math" panose="02040503050406030204" pitchFamily="18" charset="0"/>
                  </a:rPr>
                </a:br>
                <a14:m>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80.83−70</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80.83−55</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80.83−55</m:t>
                        </m:r>
                      </m:e>
                    </m:d>
                  </m:oMath>
                </a14:m>
                <a:br>
                  <a:rPr lang="zh-CN" altLang="en-US" i="1" dirty="0">
                    <a:solidFill>
                      <a:srgbClr val="000000"/>
                    </a:solidFill>
                    <a:latin typeface="Cambria Math" panose="02040503050406030204" pitchFamily="18" charset="0"/>
                  </a:rPr>
                </a:br>
                <a14:m>
                  <m:oMath xmlns:m="http://schemas.openxmlformats.org/officeDocument/2006/math">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2</m:t>
                            </m:r>
                          </m:sub>
                        </m:sSub>
                      </m:e>
                    </m:d>
                  </m:oMath>
                </a14:m>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由此可知待评对象</a:t>
                </a:r>
                <a:r>
                  <a:rPr lang="en-US" altLang="zh-CN" dirty="0">
                    <a:solidFill>
                      <a:srgbClr val="000000"/>
                    </a:solidFill>
                    <a:latin typeface="华文楷体" panose="02010600040101010101" pitchFamily="2" charset="-122"/>
                    <a:ea typeface="华文楷体" panose="02010600040101010101" pitchFamily="2" charset="-122"/>
                  </a:rPr>
                  <a:t>Ak</a:t>
                </a:r>
                <a:r>
                  <a:rPr lang="zh-CN" altLang="en-US" dirty="0">
                    <a:solidFill>
                      <a:srgbClr val="000000"/>
                    </a:solidFill>
                    <a:latin typeface="华文楷体" panose="02010600040101010101" pitchFamily="2" charset="-122"/>
                    <a:ea typeface="华文楷体" panose="02010600040101010101" pitchFamily="2" charset="-122"/>
                  </a:rPr>
                  <a:t>综合评价结果属等级</a:t>
                </a:r>
                <a:r>
                  <a:rPr lang="en-US" altLang="zh-CN" dirty="0">
                    <a:solidFill>
                      <a:srgbClr val="000000"/>
                    </a:solidFill>
                    <a:latin typeface="华文楷体" panose="02010600040101010101" pitchFamily="2" charset="-122"/>
                    <a:ea typeface="华文楷体" panose="02010600040101010101" pitchFamily="2" charset="-122"/>
                  </a:rPr>
                  <a:t>U2 </a:t>
                </a:r>
                <a:r>
                  <a:rPr lang="zh-CN" altLang="en-US" dirty="0">
                    <a:solidFill>
                      <a:srgbClr val="000000"/>
                    </a:solidFill>
                    <a:latin typeface="华文楷体" panose="02010600040101010101" pitchFamily="2" charset="-122"/>
                    <a:ea typeface="华文楷体" panose="02010600040101010101" pitchFamily="2" charset="-122"/>
                  </a:rPr>
                  <a:t>，即“较好”。</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若候选对象有</a:t>
                </a:r>
                <a:r>
                  <a:rPr lang="en-US" altLang="zh-CN" dirty="0">
                    <a:solidFill>
                      <a:srgbClr val="000000"/>
                    </a:solidFill>
                    <a:latin typeface="华文楷体" panose="02010600040101010101" pitchFamily="2" charset="-122"/>
                    <a:ea typeface="华文楷体" panose="02010600040101010101" pitchFamily="2" charset="-122"/>
                  </a:rPr>
                  <a:t>5</a:t>
                </a:r>
                <a:r>
                  <a:rPr lang="zh-CN" altLang="en-US" dirty="0">
                    <a:solidFill>
                      <a:srgbClr val="000000"/>
                    </a:solidFill>
                    <a:latin typeface="华文楷体" panose="02010600040101010101" pitchFamily="2" charset="-122"/>
                    <a:ea typeface="华文楷体" panose="02010600040101010101" pitchFamily="2" charset="-122"/>
                  </a:rPr>
                  <a:t>人，经上述评价过程有</a:t>
                </a:r>
                <a:r>
                  <a:rPr lang="en-US" altLang="zh-CN" dirty="0">
                    <a:solidFill>
                      <a:srgbClr val="000000"/>
                    </a:solidFill>
                    <a:latin typeface="华文楷体" panose="02010600040101010101" pitchFamily="2" charset="-122"/>
                    <a:ea typeface="华文楷体" panose="02010600040101010101" pitchFamily="2" charset="-122"/>
                  </a:rPr>
                  <a:t>A1 </a:t>
                </a:r>
                <a:r>
                  <a:rPr lang="zh-CN" altLang="en-US" dirty="0">
                    <a:solidFill>
                      <a:srgbClr val="000000"/>
                    </a:solidFill>
                    <a:latin typeface="华文楷体" panose="02010600040101010101" pitchFamily="2" charset="-122"/>
                    <a:ea typeface="华文楷体" panose="02010600040101010101" pitchFamily="2" charset="-122"/>
                  </a:rPr>
                  <a:t>， </a:t>
                </a:r>
                <a:r>
                  <a:rPr lang="en-US" altLang="zh-CN" dirty="0">
                    <a:solidFill>
                      <a:srgbClr val="000000"/>
                    </a:solidFill>
                    <a:latin typeface="华文楷体" panose="02010600040101010101" pitchFamily="2" charset="-122"/>
                    <a:ea typeface="华文楷体" panose="02010600040101010101" pitchFamily="2" charset="-122"/>
                  </a:rPr>
                  <a:t>A2</a:t>
                </a:r>
                <a:r>
                  <a:rPr lang="zh-CN" altLang="en-US" dirty="0">
                    <a:solidFill>
                      <a:srgbClr val="000000"/>
                    </a:solidFill>
                    <a:latin typeface="华文楷体" panose="02010600040101010101" pitchFamily="2" charset="-122"/>
                    <a:ea typeface="华文楷体" panose="02010600040101010101" pitchFamily="2" charset="-122"/>
                  </a:rPr>
                  <a:t>属“较好”，</a:t>
                </a:r>
                <a:r>
                  <a:rPr lang="en-US" altLang="zh-CN" dirty="0">
                    <a:solidFill>
                      <a:srgbClr val="000000"/>
                    </a:solidFill>
                    <a:latin typeface="华文楷体" panose="02010600040101010101" pitchFamily="2" charset="-122"/>
                    <a:ea typeface="华文楷体" panose="02010600040101010101" pitchFamily="2" charset="-122"/>
                  </a:rPr>
                  <a:t>A3</a:t>
                </a:r>
                <a:r>
                  <a:rPr lang="zh-CN" altLang="en-US" dirty="0">
                    <a:solidFill>
                      <a:srgbClr val="000000"/>
                    </a:solidFill>
                    <a:latin typeface="华文楷体" panose="02010600040101010101" pitchFamily="2" charset="-122"/>
                    <a:ea typeface="华文楷体" panose="02010600040101010101" pitchFamily="2" charset="-122"/>
                  </a:rPr>
                  <a:t>属“好”，</a:t>
                </a:r>
                <a:r>
                  <a:rPr lang="en-US" altLang="zh-CN" dirty="0">
                    <a:solidFill>
                      <a:srgbClr val="000000"/>
                    </a:solidFill>
                    <a:latin typeface="华文楷体" panose="02010600040101010101" pitchFamily="2" charset="-122"/>
                    <a:ea typeface="华文楷体" panose="02010600040101010101" pitchFamily="2" charset="-122"/>
                  </a:rPr>
                  <a:t>A4 </a:t>
                </a:r>
                <a:r>
                  <a:rPr lang="zh-CN" altLang="en-US" dirty="0">
                    <a:solidFill>
                      <a:srgbClr val="000000"/>
                    </a:solidFill>
                    <a:latin typeface="华文楷体" panose="02010600040101010101" pitchFamily="2" charset="-122"/>
                    <a:ea typeface="华文楷体" panose="02010600040101010101" pitchFamily="2" charset="-122"/>
                  </a:rPr>
                  <a:t>， </a:t>
                </a:r>
                <a:r>
                  <a:rPr lang="en-US" altLang="zh-CN" dirty="0">
                    <a:solidFill>
                      <a:srgbClr val="000000"/>
                    </a:solidFill>
                    <a:latin typeface="华文楷体" panose="02010600040101010101" pitchFamily="2" charset="-122"/>
                    <a:ea typeface="华文楷体" panose="02010600040101010101" pitchFamily="2" charset="-122"/>
                  </a:rPr>
                  <a:t>A5</a:t>
                </a:r>
                <a:r>
                  <a:rPr lang="zh-CN" altLang="en-US" dirty="0">
                    <a:solidFill>
                      <a:srgbClr val="000000"/>
                    </a:solidFill>
                    <a:latin typeface="华文楷体" panose="02010600040101010101" pitchFamily="2" charset="-122"/>
                    <a:ea typeface="华文楷体" panose="02010600040101010101" pitchFamily="2" charset="-122"/>
                  </a:rPr>
                  <a:t>属“一般”，则可将</a:t>
                </a:r>
                <a:r>
                  <a:rPr lang="en-US" altLang="zh-CN" dirty="0">
                    <a:solidFill>
                      <a:srgbClr val="000000"/>
                    </a:solidFill>
                    <a:latin typeface="华文楷体" panose="02010600040101010101" pitchFamily="2" charset="-122"/>
                    <a:ea typeface="华文楷体" panose="02010600040101010101" pitchFamily="2" charset="-122"/>
                  </a:rPr>
                  <a:t>A3</a:t>
                </a:r>
                <a:r>
                  <a:rPr lang="zh-CN" altLang="en-US" dirty="0">
                    <a:solidFill>
                      <a:srgbClr val="000000"/>
                    </a:solidFill>
                    <a:latin typeface="华文楷体" panose="02010600040101010101" pitchFamily="2" charset="-122"/>
                    <a:ea typeface="华文楷体" panose="02010600040101010101" pitchFamily="2" charset="-122"/>
                  </a:rPr>
                  <a:t>选择为项目经理。 </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31260"/>
                <a:ext cx="7920338" cy="3162019"/>
              </a:xfrm>
              <a:prstGeom prst="rect">
                <a:avLst/>
              </a:prstGeom>
              <a:blipFill>
                <a:blip r:embed="rId3"/>
                <a:stretch>
                  <a:fillRect l="-462" t="-385" r="-615" b="-21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287050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等级划分</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6633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需说明的是在很多应用实践中，人们并不需要对每个待评方案（或人）区分出属于哪个等级，而只是需要区分合格与不合格，优良或非优良，此时还可以引进如下结构优良度与比例优良度的概念来解决上述问题。</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结构优良度：</a:t>
                </a:r>
                <a14:m>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𝐷</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num>
                      <m:den>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4</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𝑝</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e>
                        </m:nary>
                      </m:den>
                    </m:f>
                  </m:oMath>
                </a14:m>
                <a:r>
                  <a:rPr lang="zh-CN" altLang="en-US" dirty="0">
                    <a:solidFill>
                      <a:srgbClr val="000000"/>
                    </a:solidFill>
                    <a:latin typeface="华文楷体" panose="02010600040101010101" pitchFamily="2" charset="-122"/>
                    <a:ea typeface="华文楷体" panose="02010600040101010101" pitchFamily="2" charset="-122"/>
                  </a:rPr>
                  <a:t>                  </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比例优良度：</a:t>
                </a:r>
                <a14:m>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𝐷</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0">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0">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den>
                    </m:f>
                  </m:oMath>
                </a14:m>
                <a:endParaRPr lang="zh-CN" altLang="en-US" dirty="0">
                  <a:solidFill>
                    <a:srgbClr val="000000"/>
                  </a:solidFill>
                  <a:latin typeface="华文楷体" panose="02010600040101010101" pitchFamily="2" charset="-122"/>
                  <a:ea typeface="华文楷体" panose="02010600040101010101" pitchFamily="2" charset="-122"/>
                </a:endParaRP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31260"/>
                <a:ext cx="7920338" cy="2663358"/>
              </a:xfrm>
              <a:prstGeom prst="rect">
                <a:avLst/>
              </a:prstGeom>
              <a:blipFill>
                <a:blip r:embed="rId3"/>
                <a:stretch>
                  <a:fillRect l="-462" r="-615" b="-4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8951410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等级划分</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34018"/>
                <a:ext cx="7920338" cy="43622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若只需区分合格与不合格，优良与非优良，引入：</a:t>
                </a:r>
              </a:p>
              <a:p>
                <a:pPr marL="742950" lvl="1" indent="-285750" algn="just">
                  <a:lnSpc>
                    <a:spcPct val="150000"/>
                  </a:lnSpc>
                  <a:buFont typeface="Arial" panose="020B0604020202020204" pitchFamily="34" charset="0"/>
                  <a:buChar char="•"/>
                </a:pPr>
                <a:r>
                  <a:rPr lang="zh-CN" altLang="en-US" dirty="0">
                    <a:solidFill>
                      <a:srgbClr val="7030A0"/>
                    </a:solidFill>
                    <a:latin typeface="华文楷体" panose="02010600040101010101" pitchFamily="2" charset="-122"/>
                    <a:ea typeface="华文楷体" panose="02010600040101010101" pitchFamily="2" charset="-122"/>
                  </a:rPr>
                  <a:t>结构优良度</a:t>
                </a:r>
                <a:r>
                  <a:rPr lang="zh-CN" altLang="en-US" dirty="0">
                    <a:solidFill>
                      <a:srgbClr val="000000"/>
                    </a:solidFill>
                    <a:latin typeface="华文楷体" panose="02010600040101010101" pitchFamily="2" charset="-122"/>
                    <a:ea typeface="华文楷体" panose="02010600040101010101" pitchFamily="2" charset="-122"/>
                  </a:rPr>
                  <a:t>：    </a:t>
                </a:r>
                <a:endParaRPr lang="en-US" altLang="zh-CN" i="1" dirty="0">
                  <a:solidFill>
                    <a:srgbClr val="000000"/>
                  </a:solidFill>
                  <a:latin typeface="Cambria Math" panose="02040503050406030204" pitchFamily="18" charset="0"/>
                  <a:ea typeface="华文楷体" panose="02010600040101010101" pitchFamily="2" charset="-122"/>
                </a:endParaRPr>
              </a:p>
              <a:p>
                <a:pPr marL="742950" lvl="1" indent="-285750" algn="ctr">
                  <a:lnSpc>
                    <a:spcPct val="150000"/>
                  </a:lnSpc>
                  <a:buFont typeface="Arial" panose="020B0604020202020204" pitchFamily="34" charset="0"/>
                  <a:buChar char="•"/>
                </a:pPr>
                <a14:m>
                  <m:oMath xmlns:m="http://schemas.openxmlformats.org/officeDocument/2006/math">
                    <m:sSub>
                      <m:sSubPr>
                        <m:ctrlPr>
                          <a:rPr lang="en-US" altLang="zh-CN" i="1" smtClean="0">
                            <a:solidFill>
                              <a:srgbClr val="000000"/>
                            </a:solidFill>
                            <a:latin typeface="Cambria Math" panose="02040503050406030204" pitchFamily="18" charset="0"/>
                            <a:ea typeface="华文楷体" panose="02010600040101010101" pitchFamily="2" charset="-122"/>
                          </a:rPr>
                        </m:ctrlPr>
                      </m:sSubPr>
                      <m:e>
                        <m:r>
                          <a:rPr lang="en-US" altLang="zh-CN" b="0" i="1" smtClean="0">
                            <a:solidFill>
                              <a:srgbClr val="000000"/>
                            </a:solidFill>
                            <a:latin typeface="Cambria Math" panose="02040503050406030204" pitchFamily="18" charset="0"/>
                            <a:ea typeface="华文楷体" panose="02010600040101010101" pitchFamily="2" charset="-122"/>
                          </a:rPr>
                          <m:t>𝐷</m:t>
                        </m:r>
                      </m:e>
                      <m:sub>
                        <m:r>
                          <a:rPr lang="en-US" altLang="zh-CN" i="1">
                            <a:solidFill>
                              <a:srgbClr val="000000"/>
                            </a:solidFill>
                            <a:latin typeface="Cambria Math" panose="02040503050406030204" pitchFamily="18" charset="0"/>
                            <a:ea typeface="华文楷体" panose="02010600040101010101" pitchFamily="2" charset="-122"/>
                          </a:rPr>
                          <m:t>1</m:t>
                        </m:r>
                      </m:sub>
                    </m:sSub>
                    <m:d>
                      <m:dPr>
                        <m:ctrlPr>
                          <a:rPr lang="en-US" altLang="zh-CN" b="0" i="1" smtClean="0">
                            <a:solidFill>
                              <a:srgbClr val="000000"/>
                            </a:solidFill>
                            <a:latin typeface="Cambria Math" panose="02040503050406030204" pitchFamily="18" charset="0"/>
                            <a:ea typeface="华文楷体" panose="02010600040101010101" pitchFamily="2" charset="-122"/>
                          </a:rPr>
                        </m:ctrlPr>
                      </m:dPr>
                      <m:e>
                        <m:r>
                          <a:rPr lang="en-US" altLang="zh-CN" b="0" i="1" smtClean="0">
                            <a:solidFill>
                              <a:srgbClr val="000000"/>
                            </a:solidFill>
                            <a:latin typeface="Cambria Math" panose="02040503050406030204" pitchFamily="18" charset="0"/>
                            <a:ea typeface="华文楷体" panose="02010600040101010101" pitchFamily="2" charset="-122"/>
                          </a:rPr>
                          <m:t>𝑘</m:t>
                        </m:r>
                      </m:e>
                    </m:d>
                    <m:r>
                      <a:rPr lang="en-US" altLang="zh-CN" b="0" i="1" smtClean="0">
                        <a:solidFill>
                          <a:srgbClr val="000000"/>
                        </a:solidFill>
                        <a:latin typeface="Cambria Math" panose="02040503050406030204" pitchFamily="18" charset="0"/>
                        <a:ea typeface="华文楷体" panose="02010600040101010101" pitchFamily="2" charset="-122"/>
                      </a:rPr>
                      <m:t>=</m:t>
                    </m:r>
                    <m:f>
                      <m:fPr>
                        <m:ctrlPr>
                          <a:rPr lang="en-US" altLang="zh-CN" b="0" i="1" smtClean="0">
                            <a:solidFill>
                              <a:srgbClr val="000000"/>
                            </a:solidFill>
                            <a:latin typeface="Cambria Math" panose="02040503050406030204" pitchFamily="18" charset="0"/>
                            <a:ea typeface="华文楷体" panose="02010600040101010101" pitchFamily="2" charset="-122"/>
                          </a:rPr>
                        </m:ctrlPr>
                      </m:fPr>
                      <m:num>
                        <m:sSub>
                          <m:sSubPr>
                            <m:ctrlPr>
                              <a:rPr lang="en-US" altLang="zh-CN" b="0" i="1" smtClean="0">
                                <a:solidFill>
                                  <a:srgbClr val="000000"/>
                                </a:solidFill>
                                <a:latin typeface="Cambria Math" panose="02040503050406030204" pitchFamily="18" charset="0"/>
                                <a:ea typeface="华文楷体" panose="02010600040101010101" pitchFamily="2" charset="-122"/>
                              </a:rPr>
                            </m:ctrlPr>
                          </m:sSubPr>
                          <m:e>
                            <m:r>
                              <a:rPr lang="en-US" altLang="zh-CN" b="0" i="1" smtClean="0">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1</m:t>
                            </m:r>
                          </m:sub>
                        </m:sSub>
                        <m:d>
                          <m:dPr>
                            <m:ctrlPr>
                              <a:rPr lang="en-US" altLang="zh-CN" b="0" i="1" smtClean="0">
                                <a:solidFill>
                                  <a:srgbClr val="000000"/>
                                </a:solidFill>
                                <a:latin typeface="Cambria Math" panose="02040503050406030204" pitchFamily="18" charset="0"/>
                                <a:ea typeface="华文楷体" panose="02010600040101010101" pitchFamily="2" charset="-122"/>
                              </a:rPr>
                            </m:ctrlPr>
                          </m:dPr>
                          <m:e>
                            <m:r>
                              <a:rPr lang="en-US" altLang="zh-CN" b="0" i="1" smtClean="0">
                                <a:solidFill>
                                  <a:srgbClr val="000000"/>
                                </a:solidFill>
                                <a:latin typeface="Cambria Math" panose="02040503050406030204" pitchFamily="18" charset="0"/>
                                <a:ea typeface="华文楷体" panose="02010600040101010101" pitchFamily="2" charset="-122"/>
                              </a:rPr>
                              <m:t>𝐾</m:t>
                            </m:r>
                          </m:e>
                        </m:d>
                        <m:r>
                          <a:rPr lang="en-US" altLang="zh-CN" b="0" i="1" smtClean="0">
                            <a:solidFill>
                              <a:srgbClr val="000000"/>
                            </a:solidFill>
                            <a:latin typeface="Cambria Math" panose="02040503050406030204" pitchFamily="18" charset="0"/>
                            <a:ea typeface="华文楷体" panose="02010600040101010101" pitchFamily="2" charset="-122"/>
                          </a:rPr>
                          <m:t>+</m:t>
                        </m:r>
                        <m:sSub>
                          <m:sSubPr>
                            <m:ctrlPr>
                              <a:rPr lang="en-US" altLang="zh-CN" i="1">
                                <a:solidFill>
                                  <a:srgbClr val="000000"/>
                                </a:solidFill>
                                <a:latin typeface="Cambria Math" panose="02040503050406030204" pitchFamily="18" charset="0"/>
                                <a:ea typeface="华文楷体" panose="02010600040101010101" pitchFamily="2" charset="-122"/>
                              </a:rPr>
                            </m:ctrlPr>
                          </m:sSubPr>
                          <m:e>
                            <m:r>
                              <a:rPr lang="en-US" altLang="zh-CN" i="1">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2</m:t>
                            </m:r>
                          </m:sub>
                        </m:sSub>
                        <m:r>
                          <a:rPr lang="en-US" altLang="zh-CN" i="1">
                            <a:solidFill>
                              <a:srgbClr val="000000"/>
                            </a:solidFill>
                            <a:latin typeface="Cambria Math" panose="02040503050406030204" pitchFamily="18" charset="0"/>
                            <a:ea typeface="华文楷体" panose="02010600040101010101" pitchFamily="2" charset="-122"/>
                          </a:rPr>
                          <m:t>(</m:t>
                        </m:r>
                        <m:r>
                          <a:rPr lang="en-US" altLang="zh-CN" i="1">
                            <a:solidFill>
                              <a:srgbClr val="000000"/>
                            </a:solidFill>
                            <a:latin typeface="Cambria Math" panose="02040503050406030204" pitchFamily="18" charset="0"/>
                            <a:ea typeface="华文楷体" panose="02010600040101010101" pitchFamily="2" charset="-122"/>
                          </a:rPr>
                          <m:t>𝐾</m:t>
                        </m:r>
                        <m:r>
                          <a:rPr lang="en-US" altLang="zh-CN" i="1">
                            <a:solidFill>
                              <a:srgbClr val="000000"/>
                            </a:solidFill>
                            <a:latin typeface="Cambria Math" panose="02040503050406030204" pitchFamily="18" charset="0"/>
                            <a:ea typeface="华文楷体" panose="02010600040101010101" pitchFamily="2" charset="-122"/>
                          </a:rPr>
                          <m:t>)</m:t>
                        </m:r>
                      </m:num>
                      <m:den>
                        <m:nary>
                          <m:naryPr>
                            <m:chr m:val="∑"/>
                            <m:ctrlPr>
                              <a:rPr lang="en-US" altLang="zh-CN" b="0" i="1" smtClean="0">
                                <a:solidFill>
                                  <a:srgbClr val="000000"/>
                                </a:solidFill>
                                <a:latin typeface="Cambria Math" panose="02040503050406030204" pitchFamily="18" charset="0"/>
                                <a:ea typeface="华文楷体" panose="02010600040101010101" pitchFamily="2" charset="-122"/>
                              </a:rPr>
                            </m:ctrlPr>
                          </m:naryPr>
                          <m:sub>
                            <m:r>
                              <m:rPr>
                                <m:brk m:alnAt="23"/>
                              </m:rPr>
                              <a:rPr lang="en-US" altLang="zh-CN" b="0" i="1" smtClean="0">
                                <a:solidFill>
                                  <a:srgbClr val="000000"/>
                                </a:solidFill>
                                <a:latin typeface="Cambria Math" panose="02040503050406030204" pitchFamily="18" charset="0"/>
                                <a:ea typeface="华文楷体" panose="02010600040101010101" pitchFamily="2" charset="-122"/>
                              </a:rPr>
                              <m:t>𝑝</m:t>
                            </m:r>
                            <m:r>
                              <a:rPr lang="en-US" altLang="zh-CN" b="0" i="1" smtClean="0">
                                <a:solidFill>
                                  <a:srgbClr val="000000"/>
                                </a:solidFill>
                                <a:latin typeface="Cambria Math" panose="02040503050406030204" pitchFamily="18" charset="0"/>
                                <a:ea typeface="华文楷体" panose="02010600040101010101" pitchFamily="2" charset="-122"/>
                              </a:rPr>
                              <m:t>=1</m:t>
                            </m:r>
                          </m:sub>
                          <m:sup>
                            <m:r>
                              <a:rPr lang="en-US" altLang="zh-CN" b="0" i="1" smtClean="0">
                                <a:solidFill>
                                  <a:srgbClr val="000000"/>
                                </a:solidFill>
                                <a:latin typeface="Cambria Math" panose="02040503050406030204" pitchFamily="18" charset="0"/>
                                <a:ea typeface="华文楷体" panose="02010600040101010101" pitchFamily="2" charset="-122"/>
                              </a:rPr>
                              <m:t>4</m:t>
                            </m:r>
                          </m:sup>
                          <m:e>
                            <m:sSub>
                              <m:sSubPr>
                                <m:ctrlPr>
                                  <a:rPr lang="en-US" altLang="zh-CN" b="0" i="1" smtClean="0">
                                    <a:solidFill>
                                      <a:srgbClr val="000000"/>
                                    </a:solidFill>
                                    <a:latin typeface="Cambria Math" panose="02040503050406030204" pitchFamily="18" charset="0"/>
                                    <a:ea typeface="华文楷体" panose="02010600040101010101" pitchFamily="2" charset="-122"/>
                                  </a:rPr>
                                </m:ctrlPr>
                              </m:sSubPr>
                              <m:e>
                                <m:r>
                                  <a:rPr lang="en-US" altLang="zh-CN" b="0" i="1" smtClean="0">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𝑝</m:t>
                                </m:r>
                                <m:r>
                                  <a:rPr lang="en-US" altLang="zh-CN" b="0" i="1" smtClean="0">
                                    <a:solidFill>
                                      <a:srgbClr val="000000"/>
                                    </a:solidFill>
                                    <a:latin typeface="Cambria Math" panose="02040503050406030204" pitchFamily="18" charset="0"/>
                                    <a:ea typeface="华文楷体" panose="02010600040101010101" pitchFamily="2" charset="-122"/>
                                  </a:rPr>
                                  <m:t>(</m:t>
                                </m:r>
                                <m:r>
                                  <a:rPr lang="en-US" altLang="zh-CN" b="0" i="1" smtClean="0">
                                    <a:solidFill>
                                      <a:srgbClr val="000000"/>
                                    </a:solidFill>
                                    <a:latin typeface="Cambria Math" panose="02040503050406030204" pitchFamily="18" charset="0"/>
                                    <a:ea typeface="华文楷体" panose="02010600040101010101" pitchFamily="2" charset="-122"/>
                                  </a:rPr>
                                  <m:t>𝑘</m:t>
                                </m:r>
                                <m:r>
                                  <a:rPr lang="en-US" altLang="zh-CN" b="0" i="1" smtClean="0">
                                    <a:solidFill>
                                      <a:srgbClr val="000000"/>
                                    </a:solidFill>
                                    <a:latin typeface="Cambria Math" panose="02040503050406030204" pitchFamily="18" charset="0"/>
                                    <a:ea typeface="华文楷体" panose="02010600040101010101" pitchFamily="2" charset="-122"/>
                                  </a:rPr>
                                  <m:t>)</m:t>
                                </m:r>
                              </m:sub>
                            </m:sSub>
                          </m:e>
                        </m:nary>
                      </m:den>
                    </m:f>
                  </m:oMath>
                </a14:m>
                <a:r>
                  <a:rPr lang="zh-CN" altLang="en-US" dirty="0">
                    <a:solidFill>
                      <a:srgbClr val="000000"/>
                    </a:solidFill>
                    <a:latin typeface="华文楷体" panose="02010600040101010101" pitchFamily="2" charset="-122"/>
                    <a:ea typeface="华文楷体" panose="02010600040101010101" pitchFamily="2" charset="-122"/>
                  </a:rPr>
                  <a:t>        </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若有</a:t>
                </a:r>
                <a:r>
                  <a:rPr lang="en-US" altLang="zh-CN" dirty="0">
                    <a:solidFill>
                      <a:srgbClr val="000000"/>
                    </a:solidFill>
                    <a:latin typeface="华文楷体" panose="02010600040101010101" pitchFamily="2" charset="-122"/>
                    <a:ea typeface="华文楷体" panose="02010600040101010101" pitchFamily="2" charset="-122"/>
                  </a:rPr>
                  <a:t>D</a:t>
                </a:r>
                <a:r>
                  <a:rPr lang="en-US" altLang="zh-CN" baseline="-25000" dirty="0">
                    <a:solidFill>
                      <a:srgbClr val="000000"/>
                    </a:solidFill>
                    <a:latin typeface="华文楷体" panose="02010600040101010101" pitchFamily="2" charset="-122"/>
                    <a:ea typeface="华文楷体" panose="02010600040101010101" pitchFamily="2" charset="-122"/>
                  </a:rPr>
                  <a:t>1</a:t>
                </a:r>
                <a:r>
                  <a:rPr lang="en-US" altLang="zh-CN" dirty="0">
                    <a:solidFill>
                      <a:srgbClr val="000000"/>
                    </a:solidFill>
                    <a:latin typeface="华文楷体" panose="02010600040101010101" pitchFamily="2" charset="-122"/>
                    <a:ea typeface="华文楷体" panose="02010600040101010101" pitchFamily="2" charset="-122"/>
                  </a:rPr>
                  <a:t>(K) ≥0.6</a:t>
                </a:r>
                <a:r>
                  <a:rPr lang="zh-CN" altLang="en-US" dirty="0">
                    <a:solidFill>
                      <a:srgbClr val="000000"/>
                    </a:solidFill>
                    <a:latin typeface="华文楷体" panose="02010600040101010101" pitchFamily="2" charset="-122"/>
                    <a:ea typeface="华文楷体" panose="02010600040101010101" pitchFamily="2" charset="-122"/>
                  </a:rPr>
                  <a:t>，则可认为</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属于合格类或者优良类，否则属于不合格或者较差类。</a:t>
                </a:r>
              </a:p>
              <a:p>
                <a:pPr marL="742950" lvl="1" indent="-285750" algn="just">
                  <a:lnSpc>
                    <a:spcPct val="150000"/>
                  </a:lnSpc>
                  <a:buFont typeface="Arial" panose="020B0604020202020204" pitchFamily="34" charset="0"/>
                  <a:buChar char="•"/>
                </a:pPr>
                <a:r>
                  <a:rPr lang="zh-CN" altLang="en-US" dirty="0">
                    <a:solidFill>
                      <a:srgbClr val="7030A0"/>
                    </a:solidFill>
                    <a:latin typeface="华文楷体" panose="02010600040101010101" pitchFamily="2" charset="-122"/>
                    <a:ea typeface="华文楷体" panose="02010600040101010101" pitchFamily="2" charset="-122"/>
                  </a:rPr>
                  <a:t>比例优良度</a:t>
                </a:r>
                <a:r>
                  <a:rPr lang="zh-CN" altLang="en-US" dirty="0">
                    <a:solidFill>
                      <a:srgbClr val="000000"/>
                    </a:solidFill>
                    <a:latin typeface="华文楷体" panose="02010600040101010101" pitchFamily="2" charset="-122"/>
                    <a:ea typeface="华文楷体" panose="02010600040101010101" pitchFamily="2" charset="-122"/>
                  </a:rPr>
                  <a:t>：</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ctr">
                  <a:lnSpc>
                    <a:spcPct val="150000"/>
                  </a:lnSpc>
                  <a:buFont typeface="Arial" panose="020B0604020202020204" pitchFamily="34" charset="0"/>
                  <a:buChar char="•"/>
                </a:pPr>
                <a14:m>
                  <m:oMath xmlns:m="http://schemas.openxmlformats.org/officeDocument/2006/math">
                    <m:sSub>
                      <m:sSubPr>
                        <m:ctrlPr>
                          <a:rPr lang="en-US" altLang="zh-CN" i="1" smtClean="0">
                            <a:solidFill>
                              <a:srgbClr val="000000"/>
                            </a:solidFill>
                            <a:latin typeface="Cambria Math" panose="02040503050406030204" pitchFamily="18" charset="0"/>
                            <a:ea typeface="华文楷体" panose="02010600040101010101" pitchFamily="2" charset="-122"/>
                          </a:rPr>
                        </m:ctrlPr>
                      </m:sSubPr>
                      <m:e>
                        <m:r>
                          <a:rPr lang="en-US" altLang="zh-CN" b="0" i="1" smtClean="0">
                            <a:solidFill>
                              <a:srgbClr val="000000"/>
                            </a:solidFill>
                            <a:latin typeface="Cambria Math" panose="02040503050406030204" pitchFamily="18" charset="0"/>
                            <a:ea typeface="华文楷体" panose="02010600040101010101" pitchFamily="2" charset="-122"/>
                          </a:rPr>
                          <m:t>𝐷</m:t>
                        </m:r>
                      </m:e>
                      <m:sub>
                        <m:r>
                          <a:rPr lang="en-US" altLang="zh-CN" b="0" i="1" smtClean="0">
                            <a:solidFill>
                              <a:srgbClr val="000000"/>
                            </a:solidFill>
                            <a:latin typeface="Cambria Math" panose="02040503050406030204" pitchFamily="18" charset="0"/>
                            <a:ea typeface="华文楷体" panose="02010600040101010101" pitchFamily="2" charset="-122"/>
                          </a:rPr>
                          <m:t>2</m:t>
                        </m:r>
                      </m:sub>
                    </m:sSub>
                    <m:d>
                      <m:dPr>
                        <m:ctrlPr>
                          <a:rPr lang="en-US" altLang="zh-CN" b="0" i="1" smtClean="0">
                            <a:solidFill>
                              <a:srgbClr val="000000"/>
                            </a:solidFill>
                            <a:latin typeface="Cambria Math" panose="02040503050406030204" pitchFamily="18" charset="0"/>
                            <a:ea typeface="华文楷体" panose="02010600040101010101" pitchFamily="2" charset="-122"/>
                          </a:rPr>
                        </m:ctrlPr>
                      </m:dPr>
                      <m:e>
                        <m:r>
                          <a:rPr lang="en-US" altLang="zh-CN" b="0" i="1" smtClean="0">
                            <a:solidFill>
                              <a:srgbClr val="000000"/>
                            </a:solidFill>
                            <a:latin typeface="Cambria Math" panose="02040503050406030204" pitchFamily="18" charset="0"/>
                            <a:ea typeface="华文楷体" panose="02010600040101010101" pitchFamily="2" charset="-122"/>
                          </a:rPr>
                          <m:t>𝑘</m:t>
                        </m:r>
                      </m:e>
                    </m:d>
                    <m:r>
                      <a:rPr lang="en-US" altLang="zh-CN" b="0" i="1" smtClean="0">
                        <a:solidFill>
                          <a:srgbClr val="000000"/>
                        </a:solidFill>
                        <a:latin typeface="Cambria Math" panose="02040503050406030204" pitchFamily="18" charset="0"/>
                        <a:ea typeface="华文楷体" panose="02010600040101010101" pitchFamily="2" charset="-122"/>
                      </a:rPr>
                      <m:t>=</m:t>
                    </m:r>
                    <m:f>
                      <m:fPr>
                        <m:ctrlPr>
                          <a:rPr lang="en-US" altLang="zh-CN" b="0" i="1" smtClean="0">
                            <a:solidFill>
                              <a:srgbClr val="000000"/>
                            </a:solidFill>
                            <a:latin typeface="Cambria Math" panose="02040503050406030204" pitchFamily="18" charset="0"/>
                            <a:ea typeface="华文楷体" panose="02010600040101010101" pitchFamily="2" charset="-122"/>
                          </a:rPr>
                        </m:ctrlPr>
                      </m:fPr>
                      <m:num>
                        <m:sSub>
                          <m:sSubPr>
                            <m:ctrlPr>
                              <a:rPr lang="en-US" altLang="zh-CN" b="0" i="1" smtClean="0">
                                <a:solidFill>
                                  <a:srgbClr val="000000"/>
                                </a:solidFill>
                                <a:latin typeface="Cambria Math" panose="02040503050406030204" pitchFamily="18" charset="0"/>
                                <a:ea typeface="华文楷体" panose="02010600040101010101" pitchFamily="2" charset="-122"/>
                              </a:rPr>
                            </m:ctrlPr>
                          </m:sSubPr>
                          <m:e>
                            <m:r>
                              <a:rPr lang="en-US" altLang="zh-CN" b="0" i="1" smtClean="0">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1</m:t>
                            </m:r>
                          </m:sub>
                        </m:sSub>
                        <m:d>
                          <m:dPr>
                            <m:ctrlPr>
                              <a:rPr lang="en-US" altLang="zh-CN" b="0" i="1" smtClean="0">
                                <a:solidFill>
                                  <a:srgbClr val="000000"/>
                                </a:solidFill>
                                <a:latin typeface="Cambria Math" panose="02040503050406030204" pitchFamily="18" charset="0"/>
                                <a:ea typeface="华文楷体" panose="02010600040101010101" pitchFamily="2" charset="-122"/>
                              </a:rPr>
                            </m:ctrlPr>
                          </m:dPr>
                          <m:e>
                            <m:r>
                              <a:rPr lang="en-US" altLang="zh-CN" b="0" i="1" smtClean="0">
                                <a:solidFill>
                                  <a:srgbClr val="000000"/>
                                </a:solidFill>
                                <a:latin typeface="Cambria Math" panose="02040503050406030204" pitchFamily="18" charset="0"/>
                                <a:ea typeface="华文楷体" panose="02010600040101010101" pitchFamily="2" charset="-122"/>
                              </a:rPr>
                              <m:t>𝐾</m:t>
                            </m:r>
                          </m:e>
                        </m:d>
                        <m:r>
                          <a:rPr lang="en-US" altLang="zh-CN" b="0" i="1" smtClean="0">
                            <a:solidFill>
                              <a:srgbClr val="000000"/>
                            </a:solidFill>
                            <a:latin typeface="Cambria Math" panose="02040503050406030204" pitchFamily="18" charset="0"/>
                            <a:ea typeface="华文楷体" panose="02010600040101010101" pitchFamily="2" charset="-122"/>
                          </a:rPr>
                          <m:t>+</m:t>
                        </m:r>
                        <m:sSub>
                          <m:sSubPr>
                            <m:ctrlPr>
                              <a:rPr lang="en-US" altLang="zh-CN" i="1">
                                <a:solidFill>
                                  <a:srgbClr val="000000"/>
                                </a:solidFill>
                                <a:latin typeface="Cambria Math" panose="02040503050406030204" pitchFamily="18" charset="0"/>
                                <a:ea typeface="华文楷体" panose="02010600040101010101" pitchFamily="2" charset="-122"/>
                              </a:rPr>
                            </m:ctrlPr>
                          </m:sSubPr>
                          <m:e>
                            <m:r>
                              <a:rPr lang="en-US" altLang="zh-CN" i="1">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2</m:t>
                            </m:r>
                          </m:sub>
                        </m:sSub>
                        <m:r>
                          <a:rPr lang="en-US" altLang="zh-CN" i="1">
                            <a:solidFill>
                              <a:srgbClr val="000000"/>
                            </a:solidFill>
                            <a:latin typeface="Cambria Math" panose="02040503050406030204" pitchFamily="18" charset="0"/>
                            <a:ea typeface="华文楷体" panose="02010600040101010101" pitchFamily="2" charset="-122"/>
                          </a:rPr>
                          <m:t>(</m:t>
                        </m:r>
                        <m:r>
                          <a:rPr lang="en-US" altLang="zh-CN" i="1">
                            <a:solidFill>
                              <a:srgbClr val="000000"/>
                            </a:solidFill>
                            <a:latin typeface="Cambria Math" panose="02040503050406030204" pitchFamily="18" charset="0"/>
                            <a:ea typeface="华文楷体" panose="02010600040101010101" pitchFamily="2" charset="-122"/>
                          </a:rPr>
                          <m:t>𝐾</m:t>
                        </m:r>
                        <m:r>
                          <a:rPr lang="en-US" altLang="zh-CN" i="1">
                            <a:solidFill>
                              <a:srgbClr val="000000"/>
                            </a:solidFill>
                            <a:latin typeface="Cambria Math" panose="02040503050406030204" pitchFamily="18" charset="0"/>
                            <a:ea typeface="华文楷体" panose="02010600040101010101" pitchFamily="2" charset="-122"/>
                          </a:rPr>
                          <m:t>)</m:t>
                        </m:r>
                      </m:num>
                      <m:den>
                        <m:sSub>
                          <m:sSubPr>
                            <m:ctrlPr>
                              <a:rPr lang="en-US" altLang="zh-CN" i="1">
                                <a:solidFill>
                                  <a:srgbClr val="000000"/>
                                </a:solidFill>
                                <a:latin typeface="Cambria Math" panose="02040503050406030204" pitchFamily="18" charset="0"/>
                                <a:ea typeface="华文楷体" panose="02010600040101010101" pitchFamily="2" charset="-122"/>
                              </a:rPr>
                            </m:ctrlPr>
                          </m:sSubPr>
                          <m:e>
                            <m:r>
                              <a:rPr lang="en-US" altLang="zh-CN" i="1">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3</m:t>
                            </m:r>
                          </m:sub>
                        </m:sSub>
                        <m:d>
                          <m:dPr>
                            <m:ctrlPr>
                              <a:rPr lang="en-US" altLang="zh-CN" i="1">
                                <a:solidFill>
                                  <a:srgbClr val="000000"/>
                                </a:solidFill>
                                <a:latin typeface="Cambria Math" panose="02040503050406030204" pitchFamily="18" charset="0"/>
                                <a:ea typeface="华文楷体" panose="02010600040101010101" pitchFamily="2" charset="-122"/>
                              </a:rPr>
                            </m:ctrlPr>
                          </m:dPr>
                          <m:e>
                            <m:r>
                              <a:rPr lang="en-US" altLang="zh-CN" i="1">
                                <a:solidFill>
                                  <a:srgbClr val="000000"/>
                                </a:solidFill>
                                <a:latin typeface="Cambria Math" panose="02040503050406030204" pitchFamily="18" charset="0"/>
                                <a:ea typeface="华文楷体" panose="02010600040101010101" pitchFamily="2" charset="-122"/>
                              </a:rPr>
                              <m:t>𝐾</m:t>
                            </m:r>
                          </m:e>
                        </m:d>
                        <m:r>
                          <a:rPr lang="en-US" altLang="zh-CN" i="1">
                            <a:solidFill>
                              <a:srgbClr val="000000"/>
                            </a:solidFill>
                            <a:latin typeface="Cambria Math" panose="02040503050406030204" pitchFamily="18" charset="0"/>
                            <a:ea typeface="华文楷体" panose="02010600040101010101" pitchFamily="2" charset="-122"/>
                          </a:rPr>
                          <m:t>+</m:t>
                        </m:r>
                        <m:sSub>
                          <m:sSubPr>
                            <m:ctrlPr>
                              <a:rPr lang="en-US" altLang="zh-CN" i="1">
                                <a:solidFill>
                                  <a:srgbClr val="000000"/>
                                </a:solidFill>
                                <a:latin typeface="Cambria Math" panose="02040503050406030204" pitchFamily="18" charset="0"/>
                                <a:ea typeface="华文楷体" panose="02010600040101010101" pitchFamily="2" charset="-122"/>
                              </a:rPr>
                            </m:ctrlPr>
                          </m:sSubPr>
                          <m:e>
                            <m:r>
                              <a:rPr lang="en-US" altLang="zh-CN" i="1">
                                <a:solidFill>
                                  <a:srgbClr val="000000"/>
                                </a:solidFill>
                                <a:latin typeface="Cambria Math" panose="02040503050406030204" pitchFamily="18" charset="0"/>
                                <a:ea typeface="华文楷体" panose="02010600040101010101" pitchFamily="2" charset="-122"/>
                              </a:rPr>
                              <m:t>𝑉</m:t>
                            </m:r>
                          </m:e>
                          <m:sub>
                            <m:r>
                              <a:rPr lang="en-US" altLang="zh-CN" b="0" i="1" smtClean="0">
                                <a:solidFill>
                                  <a:srgbClr val="000000"/>
                                </a:solidFill>
                                <a:latin typeface="Cambria Math" panose="02040503050406030204" pitchFamily="18" charset="0"/>
                                <a:ea typeface="华文楷体" panose="02010600040101010101" pitchFamily="2" charset="-122"/>
                              </a:rPr>
                              <m:t>4</m:t>
                            </m:r>
                          </m:sub>
                        </m:sSub>
                        <m:r>
                          <a:rPr lang="en-US" altLang="zh-CN" i="1">
                            <a:solidFill>
                              <a:srgbClr val="000000"/>
                            </a:solidFill>
                            <a:latin typeface="Cambria Math" panose="02040503050406030204" pitchFamily="18" charset="0"/>
                            <a:ea typeface="华文楷体" panose="02010600040101010101" pitchFamily="2" charset="-122"/>
                          </a:rPr>
                          <m:t>(</m:t>
                        </m:r>
                        <m:r>
                          <a:rPr lang="en-US" altLang="zh-CN" i="1">
                            <a:solidFill>
                              <a:srgbClr val="000000"/>
                            </a:solidFill>
                            <a:latin typeface="Cambria Math" panose="02040503050406030204" pitchFamily="18" charset="0"/>
                            <a:ea typeface="华文楷体" panose="02010600040101010101" pitchFamily="2" charset="-122"/>
                          </a:rPr>
                          <m:t>𝐾</m:t>
                        </m:r>
                        <m:r>
                          <a:rPr lang="en-US" altLang="zh-CN" i="1">
                            <a:solidFill>
                              <a:srgbClr val="000000"/>
                            </a:solidFill>
                            <a:latin typeface="Cambria Math" panose="02040503050406030204" pitchFamily="18" charset="0"/>
                            <a:ea typeface="华文楷体" panose="02010600040101010101" pitchFamily="2" charset="-122"/>
                          </a:rPr>
                          <m:t>)</m:t>
                        </m:r>
                      </m:den>
                    </m:f>
                  </m:oMath>
                </a14:m>
                <a:endParaRPr lang="en-US" altLang="zh-CN"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若有 </a:t>
                </a:r>
                <a:r>
                  <a:rPr lang="en-US" altLang="zh-CN" dirty="0">
                    <a:solidFill>
                      <a:srgbClr val="000000"/>
                    </a:solidFill>
                    <a:latin typeface="华文楷体" panose="02010600040101010101" pitchFamily="2" charset="-122"/>
                    <a:ea typeface="华文楷体" panose="02010600040101010101" pitchFamily="2" charset="-122"/>
                  </a:rPr>
                  <a:t>D2(K) ≥1.5</a:t>
                </a:r>
                <a:r>
                  <a:rPr lang="zh-CN" altLang="en-US" dirty="0">
                    <a:solidFill>
                      <a:srgbClr val="000000"/>
                    </a:solidFill>
                    <a:latin typeface="华文楷体" panose="02010600040101010101" pitchFamily="2" charset="-122"/>
                    <a:ea typeface="华文楷体" panose="02010600040101010101" pitchFamily="2" charset="-122"/>
                  </a:rPr>
                  <a:t>，则可认为</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属于合格类或者优良类，否则属于不合格或者较差类。</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34018"/>
                <a:ext cx="7920338" cy="4362220"/>
              </a:xfrm>
              <a:prstGeom prst="rect">
                <a:avLst/>
              </a:prstGeom>
              <a:blipFill>
                <a:blip r:embed="rId3"/>
                <a:stretch>
                  <a:fillRect l="-462" r="-615" b="-12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977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327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5.</a:t>
            </a:r>
            <a:r>
              <a:rPr lang="zh-CN" altLang="en-US" sz="2400" spc="300" dirty="0">
                <a:latin typeface="微软雅黑" panose="020B0503020204020204" pitchFamily="34" charset="-122"/>
                <a:ea typeface="微软雅黑" panose="020B0503020204020204" pitchFamily="34" charset="-122"/>
              </a:rPr>
              <a:t>对各方案做方案排序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平均值法</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集结思想是计算每个待评方案</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在不同综合评价方法求解结果中的平均“优序”数，并依据每个待评方案的平均优序数大小来决定该方案的排序位置。</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当所有方案</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A</a:t>
            </a:r>
            <a:r>
              <a:rPr lang="en-US" altLang="zh-CN" baseline="-25000" dirty="0">
                <a:solidFill>
                  <a:srgbClr val="000000"/>
                </a:solidFill>
                <a:latin typeface="华文楷体" panose="02010600040101010101" pitchFamily="2" charset="-122"/>
                <a:ea typeface="华文楷体" panose="02010600040101010101" pitchFamily="2" charset="-122"/>
              </a:rPr>
              <a:t>m</a:t>
            </a:r>
            <a:r>
              <a:rPr lang="zh-CN" altLang="en-US" dirty="0">
                <a:solidFill>
                  <a:srgbClr val="000000"/>
                </a:solidFill>
                <a:latin typeface="华文楷体" panose="02010600040101010101" pitchFamily="2" charset="-122"/>
                <a:ea typeface="华文楷体" panose="02010600040101010101" pitchFamily="2" charset="-122"/>
              </a:rPr>
              <a:t>之所属等级均已确定后，即可据此对各方案做出排序。</a:t>
            </a:r>
          </a:p>
        </p:txBody>
      </p:sp>
    </p:spTree>
    <p:extLst>
      <p:ext uri="{BB962C8B-B14F-4D97-AF65-F5344CB8AC3E}">
        <p14:creationId xmlns:p14="http://schemas.microsoft.com/office/powerpoint/2010/main" val="359299963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3401"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不同排序方法的集结方法</a:t>
            </a:r>
          </a:p>
        </p:txBody>
      </p:sp>
      <p:grpSp>
        <p:nvGrpSpPr>
          <p:cNvPr id="6" name="Group 2">
            <a:extLst>
              <a:ext uri="{FF2B5EF4-FFF2-40B4-BE49-F238E27FC236}">
                <a16:creationId xmlns:a16="http://schemas.microsoft.com/office/drawing/2014/main" id="{5BD886D5-0FE0-4E5D-BE23-1AF5718D4501}"/>
              </a:ext>
            </a:extLst>
          </p:cNvPr>
          <p:cNvGrpSpPr>
            <a:grpSpLocks/>
          </p:cNvGrpSpPr>
          <p:nvPr/>
        </p:nvGrpSpPr>
        <p:grpSpPr bwMode="auto">
          <a:xfrm>
            <a:off x="2366962" y="912583"/>
            <a:ext cx="4410075" cy="3606803"/>
            <a:chOff x="864" y="1248"/>
            <a:chExt cx="2544" cy="1584"/>
          </a:xfrm>
        </p:grpSpPr>
        <p:sp>
          <p:nvSpPr>
            <p:cNvPr id="7" name="Rectangle 3">
              <a:extLst>
                <a:ext uri="{FF2B5EF4-FFF2-40B4-BE49-F238E27FC236}">
                  <a16:creationId xmlns:a16="http://schemas.microsoft.com/office/drawing/2014/main" id="{A89F7FE4-96B9-49F3-9D17-F5C76E0ADF53}"/>
                </a:ext>
              </a:extLst>
            </p:cNvPr>
            <p:cNvSpPr>
              <a:spLocks noChangeArrowheads="1"/>
            </p:cNvSpPr>
            <p:nvPr/>
          </p:nvSpPr>
          <p:spPr bwMode="auto">
            <a:xfrm>
              <a:off x="864" y="1248"/>
              <a:ext cx="2544" cy="1584"/>
            </a:xfrm>
            <a:prstGeom prst="rect">
              <a:avLst/>
            </a:prstGeom>
            <a:solidFill>
              <a:schemeClr val="tx1">
                <a:alpha val="0"/>
              </a:schemeClr>
            </a:solidFill>
            <a:ln w="9525" algn="ctr">
              <a:solidFill>
                <a:schemeClr val="bg2"/>
              </a:solidFill>
              <a:miter lim="800000"/>
              <a:headEnd/>
              <a:tailEnd/>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8" name="Picture 4">
              <a:extLst>
                <a:ext uri="{FF2B5EF4-FFF2-40B4-BE49-F238E27FC236}">
                  <a16:creationId xmlns:a16="http://schemas.microsoft.com/office/drawing/2014/main" id="{7BA5924E-D657-4C72-89FB-2B756356BDEB}"/>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l="11224" r="17218" b="4636"/>
            <a:stretch>
              <a:fillRect/>
            </a:stretch>
          </p:blipFill>
          <p:spPr bwMode="auto">
            <a:xfrm>
              <a:off x="912" y="1296"/>
              <a:ext cx="2448" cy="1440"/>
            </a:xfrm>
            <a:prstGeom prst="rect">
              <a:avLst/>
            </a:prstGeom>
            <a:noFill/>
            <a:ln w="952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9923220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软件工程经济学基础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关联矩阵法</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层次分析法（</a:t>
            </a:r>
            <a:r>
              <a:rPr lang="en-US" altLang="zh-CN" dirty="0">
                <a:latin typeface="华文楷体" panose="02010600040101010101" pitchFamily="2" charset="-122"/>
                <a:ea typeface="华文楷体" panose="02010600040101010101" pitchFamily="2" charset="-122"/>
              </a:rPr>
              <a:t>AHP</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模糊综合评判法</a:t>
            </a:r>
            <a:endParaRPr lang="en-US" altLang="zh-CN" dirty="0">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动态规划</a:t>
            </a:r>
            <a:endParaRPr lang="en-US" altLang="zh-CN"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86766067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软件项目动态规划</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当软件项目的各个方案的评价指标值域为连续（或片段连续）且不同指标间存在复杂非线性映射关系时，或指标随时间变化出现阶段性关联时，可以采用动态规划的方法求解最好方案。</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多阶段决策问题中，一般来说是与时间有关的，决策依赖于当前状态，又随即引起状态的转移，一个决策序列就是在变化的状态中产生出来的，故有“动态”的含义，称这种解决多阶段决策最优化问题的方法为动态规划方法。</a:t>
            </a:r>
          </a:p>
        </p:txBody>
      </p:sp>
    </p:spTree>
    <p:extLst>
      <p:ext uri="{BB962C8B-B14F-4D97-AF65-F5344CB8AC3E}">
        <p14:creationId xmlns:p14="http://schemas.microsoft.com/office/powerpoint/2010/main" val="202634395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软件项目动态规划</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922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建立动态规划模型的步骤</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、划分阶段</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划分阶段是运用动态规划求解多阶段决策问题的第一步，在确定多阶段特性后，按时间或空间先后顺序，将过程划分为若干相互联系的阶段。对于静态问题要人为地赋予“时间”概念，以便划分阶段。</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、正确选择状态变量</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选择变量既要能确切描述过程演变又要满足无后效性，而且各阶段状态变量的取值能够确定、一般地，状态变量的选择是从过程演变的特点中寻找。</a:t>
            </a:r>
          </a:p>
        </p:txBody>
      </p:sp>
    </p:spTree>
    <p:extLst>
      <p:ext uri="{BB962C8B-B14F-4D97-AF65-F5344CB8AC3E}">
        <p14:creationId xmlns:p14="http://schemas.microsoft.com/office/powerpoint/2010/main" val="19530796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软件项目动态规划</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3</a:t>
            </a:r>
            <a:r>
              <a:rPr lang="zh-CN" altLang="en-US" dirty="0">
                <a:solidFill>
                  <a:srgbClr val="000000"/>
                </a:solidFill>
                <a:latin typeface="华文楷体" panose="02010600040101010101" pitchFamily="2" charset="-122"/>
                <a:ea typeface="华文楷体" panose="02010600040101010101" pitchFamily="2" charset="-122"/>
              </a:rPr>
              <a:t>、确定决策变量及允许决策集合</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通常选择所求解问题的关键变量作为决策变量，同时要给出决策变量的取值范围。即确定允许决策集合。</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4</a:t>
            </a:r>
            <a:r>
              <a:rPr lang="zh-CN" altLang="en-US" dirty="0">
                <a:solidFill>
                  <a:srgbClr val="000000"/>
                </a:solidFill>
                <a:latin typeface="华文楷体" panose="02010600040101010101" pitchFamily="2" charset="-122"/>
                <a:ea typeface="华文楷体" panose="02010600040101010101" pitchFamily="2" charset="-122"/>
              </a:rPr>
              <a:t>、确定状态转移方程</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根据</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阶段状态变量和决策变量，写出</a:t>
            </a:r>
            <a:r>
              <a:rPr lang="en-US" altLang="zh-CN" dirty="0">
                <a:solidFill>
                  <a:srgbClr val="000000"/>
                </a:solidFill>
                <a:latin typeface="华文楷体" panose="02010600040101010101" pitchFamily="2" charset="-122"/>
                <a:ea typeface="华文楷体" panose="02010600040101010101" pitchFamily="2" charset="-122"/>
              </a:rPr>
              <a:t>k+1</a:t>
            </a:r>
            <a:r>
              <a:rPr lang="zh-CN" altLang="en-US" dirty="0">
                <a:solidFill>
                  <a:srgbClr val="000000"/>
                </a:solidFill>
                <a:latin typeface="华文楷体" panose="02010600040101010101" pitchFamily="2" charset="-122"/>
                <a:ea typeface="华文楷体" panose="02010600040101010101" pitchFamily="2" charset="-122"/>
              </a:rPr>
              <a:t>阶段状态变量，状态转移方程应当具有递推关系。</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4283646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软件项目动态规划</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5</a:t>
            </a:r>
            <a:r>
              <a:rPr lang="zh-CN" altLang="en-US" dirty="0">
                <a:solidFill>
                  <a:srgbClr val="000000"/>
                </a:solidFill>
                <a:latin typeface="华文楷体" panose="02010600040101010101" pitchFamily="2" charset="-122"/>
                <a:ea typeface="华文楷体" panose="02010600040101010101" pitchFamily="2" charset="-122"/>
              </a:rPr>
              <a:t>、确定阶段指标函数和最优指标函数，建立动态规划基本方程</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阶段指标函数是指第</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阶段的收益，最优指标函数是指从第</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阶段状态出发到第</a:t>
            </a:r>
            <a:r>
              <a:rPr lang="en-US" altLang="zh-CN" dirty="0">
                <a:solidFill>
                  <a:srgbClr val="000000"/>
                </a:solidFill>
                <a:latin typeface="华文楷体" panose="02010600040101010101" pitchFamily="2" charset="-122"/>
                <a:ea typeface="华文楷体" panose="02010600040101010101" pitchFamily="2" charset="-122"/>
              </a:rPr>
              <a:t>n</a:t>
            </a:r>
            <a:r>
              <a:rPr lang="zh-CN" altLang="en-US" dirty="0">
                <a:solidFill>
                  <a:srgbClr val="000000"/>
                </a:solidFill>
                <a:latin typeface="华文楷体" panose="02010600040101010101" pitchFamily="2" charset="-122"/>
                <a:ea typeface="华文楷体" panose="02010600040101010101" pitchFamily="2" charset="-122"/>
              </a:rPr>
              <a:t>阶段末所获得收益的最优值，最后写出动态规划基本方程。</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上五步是建立动态规划数学模型的一般步骤。由于动态规划模型与线性规划模型不同，动态规划模型没有统一的模式，建模时必须根据具体问题具体分析，只有通过不断实践总结，才能较好掌握建模方法与技巧。</a:t>
            </a:r>
          </a:p>
        </p:txBody>
      </p:sp>
    </p:spTree>
    <p:extLst>
      <p:ext uri="{BB962C8B-B14F-4D97-AF65-F5344CB8AC3E}">
        <p14:creationId xmlns:p14="http://schemas.microsoft.com/office/powerpoint/2010/main" val="127566634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资源分配问题</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现有数量</a:t>
            </a:r>
            <a:r>
              <a:rPr lang="en-US" altLang="zh-CN" dirty="0">
                <a:solidFill>
                  <a:srgbClr val="000000"/>
                </a:solidFill>
                <a:latin typeface="华文楷体" panose="02010600040101010101" pitchFamily="2" charset="-122"/>
                <a:ea typeface="华文楷体" panose="02010600040101010101" pitchFamily="2" charset="-122"/>
              </a:rPr>
              <a:t>α</a:t>
            </a:r>
            <a:r>
              <a:rPr lang="zh-CN" altLang="en-US" dirty="0">
                <a:solidFill>
                  <a:srgbClr val="000000"/>
                </a:solidFill>
                <a:latin typeface="华文楷体" panose="02010600040101010101" pitchFamily="2" charset="-122"/>
                <a:ea typeface="华文楷体" panose="02010600040101010101" pitchFamily="2" charset="-122"/>
              </a:rPr>
              <a:t>（万元）的资金，计划分配给</a:t>
            </a:r>
            <a:r>
              <a:rPr lang="en-US" altLang="zh-CN" dirty="0">
                <a:solidFill>
                  <a:srgbClr val="000000"/>
                </a:solidFill>
                <a:latin typeface="华文楷体" panose="02010600040101010101" pitchFamily="2" charset="-122"/>
                <a:ea typeface="华文楷体" panose="02010600040101010101" pitchFamily="2" charset="-122"/>
              </a:rPr>
              <a:t>n</a:t>
            </a:r>
            <a:r>
              <a:rPr lang="zh-CN" altLang="en-US" dirty="0">
                <a:solidFill>
                  <a:srgbClr val="000000"/>
                </a:solidFill>
                <a:latin typeface="华文楷体" panose="02010600040101010101" pitchFamily="2" charset="-122"/>
                <a:ea typeface="华文楷体" panose="02010600040101010101" pitchFamily="2" charset="-122"/>
              </a:rPr>
              <a:t>个工厂，用于扩大再生产。假设：</a:t>
            </a:r>
            <a:r>
              <a:rPr lang="en-US" altLang="zh-CN" dirty="0" err="1">
                <a:solidFill>
                  <a:srgbClr val="000000"/>
                </a:solidFill>
                <a:latin typeface="华文楷体" panose="02010600040101010101" pitchFamily="2" charset="-122"/>
                <a:ea typeface="华文楷体" panose="02010600040101010101" pitchFamily="2" charset="-122"/>
              </a:rPr>
              <a:t>χi</a:t>
            </a:r>
            <a:r>
              <a:rPr lang="zh-CN" altLang="en-US" dirty="0">
                <a:solidFill>
                  <a:srgbClr val="000000"/>
                </a:solidFill>
                <a:latin typeface="华文楷体" panose="02010600040101010101" pitchFamily="2" charset="-122"/>
                <a:ea typeface="华文楷体" panose="02010600040101010101" pitchFamily="2" charset="-122"/>
              </a:rPr>
              <a:t>为分配给第</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个工厂的资金数量（万元）；</a:t>
            </a:r>
            <a:r>
              <a:rPr lang="en-US" altLang="zh-CN" dirty="0" err="1">
                <a:solidFill>
                  <a:srgbClr val="000000"/>
                </a:solidFill>
                <a:latin typeface="华文楷体" panose="02010600040101010101" pitchFamily="2" charset="-122"/>
                <a:ea typeface="华文楷体" panose="02010600040101010101" pitchFamily="2" charset="-122"/>
              </a:rPr>
              <a:t>gi</a:t>
            </a:r>
            <a:r>
              <a:rPr lang="zh-CN" altLang="en-US" dirty="0">
                <a:solidFill>
                  <a:srgbClr val="000000"/>
                </a:solidFill>
                <a:latin typeface="华文楷体" panose="02010600040101010101" pitchFamily="2" charset="-122"/>
                <a:ea typeface="华文楷体" panose="02010600040101010101" pitchFamily="2" charset="-122"/>
              </a:rPr>
              <a:t>（</a:t>
            </a:r>
            <a:r>
              <a:rPr lang="en-US" altLang="zh-CN" dirty="0">
                <a:solidFill>
                  <a:srgbClr val="000000"/>
                </a:solidFill>
                <a:latin typeface="华文楷体" panose="02010600040101010101" pitchFamily="2" charset="-122"/>
                <a:ea typeface="华文楷体" panose="02010600040101010101" pitchFamily="2" charset="-122"/>
              </a:rPr>
              <a:t>xi</a:t>
            </a:r>
            <a:r>
              <a:rPr lang="zh-CN" altLang="en-US" dirty="0">
                <a:solidFill>
                  <a:srgbClr val="000000"/>
                </a:solidFill>
                <a:latin typeface="华文楷体" panose="02010600040101010101" pitchFamily="2" charset="-122"/>
                <a:ea typeface="华文楷体" panose="02010600040101010101" pitchFamily="2" charset="-122"/>
              </a:rPr>
              <a:t>）为第</a:t>
            </a:r>
            <a:r>
              <a:rPr lang="en-US" altLang="zh-CN" dirty="0" err="1">
                <a:solidFill>
                  <a:srgbClr val="000000"/>
                </a:solidFill>
                <a:latin typeface="华文楷体" panose="02010600040101010101" pitchFamily="2" charset="-122"/>
                <a:ea typeface="华文楷体" panose="02010600040101010101" pitchFamily="2" charset="-122"/>
              </a:rPr>
              <a:t>i</a:t>
            </a:r>
            <a:r>
              <a:rPr lang="zh-CN" altLang="en-US" dirty="0">
                <a:solidFill>
                  <a:srgbClr val="000000"/>
                </a:solidFill>
                <a:latin typeface="华文楷体" panose="02010600040101010101" pitchFamily="2" charset="-122"/>
                <a:ea typeface="华文楷体" panose="02010600040101010101" pitchFamily="2" charset="-122"/>
              </a:rPr>
              <a:t>个工厂得到资金后提供的利润值（万元）。问题是如何确定个工厂的资金数，使得总的利润为最大。</a:t>
            </a:r>
          </a:p>
        </p:txBody>
      </p:sp>
      <p:pic>
        <p:nvPicPr>
          <p:cNvPr id="3" name="图片 2">
            <a:extLst>
              <a:ext uri="{FF2B5EF4-FFF2-40B4-BE49-F238E27FC236}">
                <a16:creationId xmlns:a16="http://schemas.microsoft.com/office/drawing/2014/main" id="{39AAB599-8225-42D9-9CA4-319B86250E70}"/>
              </a:ext>
            </a:extLst>
          </p:cNvPr>
          <p:cNvPicPr>
            <a:picLocks noChangeAspect="1"/>
          </p:cNvPicPr>
          <p:nvPr/>
        </p:nvPicPr>
        <p:blipFill>
          <a:blip r:embed="rId3"/>
          <a:stretch>
            <a:fillRect/>
          </a:stretch>
        </p:blipFill>
        <p:spPr>
          <a:xfrm>
            <a:off x="3561396" y="2248986"/>
            <a:ext cx="2021207" cy="2558192"/>
          </a:xfrm>
          <a:prstGeom prst="rect">
            <a:avLst/>
          </a:prstGeom>
        </p:spPr>
      </p:pic>
    </p:spTree>
    <p:extLst>
      <p:ext uri="{BB962C8B-B14F-4D97-AF65-F5344CB8AC3E}">
        <p14:creationId xmlns:p14="http://schemas.microsoft.com/office/powerpoint/2010/main" val="331461728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软件项目动态规划</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令：</a:t>
            </a:r>
            <a:r>
              <a:rPr lang="en-US" altLang="zh-CN" dirty="0" err="1">
                <a:solidFill>
                  <a:srgbClr val="000000"/>
                </a:solidFill>
                <a:latin typeface="华文楷体" panose="02010600040101010101" pitchFamily="2" charset="-122"/>
                <a:ea typeface="华文楷体" panose="02010600040101010101" pitchFamily="2" charset="-122"/>
              </a:rPr>
              <a:t>fk</a:t>
            </a:r>
            <a:r>
              <a:rPr lang="en-US" altLang="zh-CN" dirty="0">
                <a:solidFill>
                  <a:srgbClr val="000000"/>
                </a:solidFill>
                <a:latin typeface="华文楷体" panose="02010600040101010101" pitchFamily="2" charset="-122"/>
                <a:ea typeface="华文楷体" panose="02010600040101010101" pitchFamily="2" charset="-122"/>
              </a:rPr>
              <a:t>(x)=</a:t>
            </a:r>
            <a:r>
              <a:rPr lang="zh-CN" altLang="en-US" dirty="0">
                <a:solidFill>
                  <a:srgbClr val="000000"/>
                </a:solidFill>
                <a:latin typeface="华文楷体" panose="02010600040101010101" pitchFamily="2" charset="-122"/>
                <a:ea typeface="华文楷体" panose="02010600040101010101" pitchFamily="2" charset="-122"/>
              </a:rPr>
              <a:t>以数量为</a:t>
            </a:r>
            <a:r>
              <a:rPr lang="en-US" altLang="zh-CN" dirty="0">
                <a:solidFill>
                  <a:srgbClr val="000000"/>
                </a:solidFill>
                <a:latin typeface="华文楷体" panose="02010600040101010101" pitchFamily="2" charset="-122"/>
                <a:ea typeface="华文楷体" panose="02010600040101010101" pitchFamily="2" charset="-122"/>
              </a:rPr>
              <a:t>x</a:t>
            </a:r>
            <a:r>
              <a:rPr lang="zh-CN" altLang="en-US" dirty="0">
                <a:solidFill>
                  <a:srgbClr val="000000"/>
                </a:solidFill>
                <a:latin typeface="华文楷体" panose="02010600040101010101" pitchFamily="2" charset="-122"/>
                <a:ea typeface="华文楷体" panose="02010600040101010101" pitchFamily="2" charset="-122"/>
              </a:rPr>
              <a:t>的资金分配给前</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个工厂所得到的最大利润值。</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用动态规划求解，就是就</a:t>
            </a:r>
            <a:r>
              <a:rPr lang="en-US" altLang="zh-CN" dirty="0" err="1">
                <a:solidFill>
                  <a:srgbClr val="000000"/>
                </a:solidFill>
                <a:latin typeface="华文楷体" panose="02010600040101010101" pitchFamily="2" charset="-122"/>
                <a:ea typeface="华文楷体" panose="02010600040101010101" pitchFamily="2" charset="-122"/>
              </a:rPr>
              <a:t>fn</a:t>
            </a:r>
            <a:r>
              <a:rPr lang="en-US" altLang="zh-CN" dirty="0">
                <a:solidFill>
                  <a:srgbClr val="000000"/>
                </a:solidFill>
                <a:latin typeface="华文楷体" panose="02010600040101010101" pitchFamily="2" charset="-122"/>
                <a:ea typeface="华文楷体" panose="02010600040101010101" pitchFamily="2" charset="-122"/>
              </a:rPr>
              <a:t>(α)</a:t>
            </a:r>
            <a:r>
              <a:rPr lang="zh-CN" altLang="en-US" dirty="0">
                <a:solidFill>
                  <a:srgbClr val="000000"/>
                </a:solidFill>
                <a:latin typeface="华文楷体" panose="02010600040101010101" pitchFamily="2" charset="-122"/>
                <a:ea typeface="华文楷体" panose="02010600040101010101" pitchFamily="2" charset="-122"/>
              </a:rPr>
              <a:t>的问题。</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a:t>
            </a:r>
            <a:r>
              <a:rPr lang="en-US" altLang="zh-CN" dirty="0">
                <a:solidFill>
                  <a:srgbClr val="000000"/>
                </a:solidFill>
                <a:latin typeface="华文楷体" panose="02010600040101010101" pitchFamily="2" charset="-122"/>
                <a:ea typeface="华文楷体" panose="02010600040101010101" pitchFamily="2" charset="-122"/>
              </a:rPr>
              <a:t>k=1</a:t>
            </a:r>
            <a:r>
              <a:rPr lang="zh-CN" altLang="en-US" dirty="0">
                <a:solidFill>
                  <a:srgbClr val="000000"/>
                </a:solidFill>
                <a:latin typeface="华文楷体" panose="02010600040101010101" pitchFamily="2" charset="-122"/>
                <a:ea typeface="华文楷体" panose="02010600040101010101" pitchFamily="2" charset="-122"/>
              </a:rPr>
              <a:t>时</a:t>
            </a:r>
            <a:r>
              <a:rPr lang="en-US" altLang="zh-CN" dirty="0">
                <a:solidFill>
                  <a:srgbClr val="000000"/>
                </a:solidFill>
                <a:latin typeface="华文楷体" panose="02010600040101010101" pitchFamily="2" charset="-122"/>
                <a:ea typeface="华文楷体" panose="02010600040101010101" pitchFamily="2" charset="-122"/>
              </a:rPr>
              <a:t>:f1(x)=g1(x) </a:t>
            </a:r>
            <a:r>
              <a:rPr lang="zh-CN" altLang="en-US" dirty="0">
                <a:solidFill>
                  <a:srgbClr val="000000"/>
                </a:solidFill>
                <a:latin typeface="华文楷体" panose="02010600040101010101" pitchFamily="2" charset="-122"/>
                <a:ea typeface="华文楷体" panose="02010600040101010101" pitchFamily="2" charset="-122"/>
              </a:rPr>
              <a:t>（因为只给一个工厂）</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当</a:t>
            </a:r>
            <a:r>
              <a:rPr lang="en-US" altLang="zh-CN" dirty="0">
                <a:solidFill>
                  <a:srgbClr val="000000"/>
                </a:solidFill>
                <a:latin typeface="华文楷体" panose="02010600040101010101" pitchFamily="2" charset="-122"/>
                <a:ea typeface="华文楷体" panose="02010600040101010101" pitchFamily="2" charset="-122"/>
              </a:rPr>
              <a:t>1&lt;k ≤n</a:t>
            </a:r>
            <a:r>
              <a:rPr lang="zh-CN" altLang="en-US" dirty="0">
                <a:solidFill>
                  <a:srgbClr val="000000"/>
                </a:solidFill>
                <a:latin typeface="华文楷体" panose="02010600040101010101" pitchFamily="2" charset="-122"/>
                <a:ea typeface="华文楷体" panose="02010600040101010101" pitchFamily="2" charset="-122"/>
              </a:rPr>
              <a:t>时</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其递推关系如下：</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设：</a:t>
            </a:r>
            <a:r>
              <a:rPr lang="en-US" altLang="zh-CN" dirty="0">
                <a:solidFill>
                  <a:srgbClr val="000000"/>
                </a:solidFill>
                <a:latin typeface="华文楷体" panose="02010600040101010101" pitchFamily="2" charset="-122"/>
                <a:ea typeface="华文楷体" panose="02010600040101010101" pitchFamily="2" charset="-122"/>
              </a:rPr>
              <a:t>y</a:t>
            </a:r>
            <a:r>
              <a:rPr lang="zh-CN" altLang="en-US" dirty="0">
                <a:solidFill>
                  <a:srgbClr val="000000"/>
                </a:solidFill>
                <a:latin typeface="华文楷体" panose="02010600040101010101" pitchFamily="2" charset="-122"/>
                <a:ea typeface="华文楷体" panose="02010600040101010101" pitchFamily="2" charset="-122"/>
              </a:rPr>
              <a:t>为分给第</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个工厂的资金（其中</a:t>
            </a:r>
            <a:r>
              <a:rPr lang="en-US" altLang="zh-CN" dirty="0">
                <a:solidFill>
                  <a:srgbClr val="000000"/>
                </a:solidFill>
                <a:latin typeface="华文楷体" panose="02010600040101010101" pitchFamily="2" charset="-122"/>
                <a:ea typeface="华文楷体" panose="02010600040101010101" pitchFamily="2" charset="-122"/>
              </a:rPr>
              <a:t>0≤y≤x</a:t>
            </a:r>
            <a:r>
              <a:rPr lang="zh-CN" altLang="en-US" dirty="0">
                <a:solidFill>
                  <a:srgbClr val="000000"/>
                </a:solidFill>
                <a:latin typeface="华文楷体" panose="02010600040101010101" pitchFamily="2" charset="-122"/>
                <a:ea typeface="华文楷体" panose="02010600040101010101" pitchFamily="2" charset="-122"/>
              </a:rPr>
              <a:t>），此时还剩</a:t>
            </a:r>
            <a:r>
              <a:rPr lang="en-US" altLang="zh-CN" dirty="0">
                <a:solidFill>
                  <a:srgbClr val="000000"/>
                </a:solidFill>
                <a:latin typeface="华文楷体" panose="02010600040101010101" pitchFamily="2" charset="-122"/>
                <a:ea typeface="华文楷体" panose="02010600040101010101" pitchFamily="2" charset="-122"/>
              </a:rPr>
              <a:t>x-y</a:t>
            </a:r>
            <a:r>
              <a:rPr lang="zh-CN" altLang="en-US" dirty="0">
                <a:solidFill>
                  <a:srgbClr val="000000"/>
                </a:solidFill>
                <a:latin typeface="华文楷体" panose="02010600040101010101" pitchFamily="2" charset="-122"/>
                <a:ea typeface="华文楷体" panose="02010600040101010101" pitchFamily="2" charset="-122"/>
              </a:rPr>
              <a:t>（万元）的资金需要分配给前</a:t>
            </a:r>
            <a:r>
              <a:rPr lang="en-US" altLang="zh-CN" dirty="0">
                <a:solidFill>
                  <a:srgbClr val="000000"/>
                </a:solidFill>
                <a:latin typeface="华文楷体" panose="02010600040101010101" pitchFamily="2" charset="-122"/>
                <a:ea typeface="华文楷体" panose="02010600040101010101" pitchFamily="2" charset="-122"/>
              </a:rPr>
              <a:t>k-1</a:t>
            </a:r>
            <a:r>
              <a:rPr lang="zh-CN" altLang="en-US" dirty="0">
                <a:solidFill>
                  <a:srgbClr val="000000"/>
                </a:solidFill>
                <a:latin typeface="华文楷体" panose="02010600040101010101" pitchFamily="2" charset="-122"/>
                <a:ea typeface="华文楷体" panose="02010600040101010101" pitchFamily="2" charset="-122"/>
              </a:rPr>
              <a:t>个工厂，如果采取最优策略，则得到的最大利润为</a:t>
            </a:r>
            <a:r>
              <a:rPr lang="en-US" altLang="zh-CN" dirty="0">
                <a:solidFill>
                  <a:srgbClr val="000000"/>
                </a:solidFill>
                <a:latin typeface="华文楷体" panose="02010600040101010101" pitchFamily="2" charset="-122"/>
                <a:ea typeface="华文楷体" panose="02010600040101010101" pitchFamily="2" charset="-122"/>
              </a:rPr>
              <a:t>fk-1(x-y)</a:t>
            </a:r>
            <a:r>
              <a:rPr lang="zh-CN" altLang="en-US" dirty="0">
                <a:solidFill>
                  <a:srgbClr val="000000"/>
                </a:solidFill>
                <a:latin typeface="华文楷体" panose="02010600040101010101" pitchFamily="2" charset="-122"/>
                <a:ea typeface="华文楷体" panose="02010600040101010101" pitchFamily="2" charset="-122"/>
              </a:rPr>
              <a:t>，因此总的利润为</a:t>
            </a:r>
            <a:r>
              <a:rPr lang="en-US" altLang="zh-CN" dirty="0">
                <a:solidFill>
                  <a:srgbClr val="000000"/>
                </a:solidFill>
                <a:latin typeface="华文楷体" panose="02010600040101010101" pitchFamily="2" charset="-122"/>
                <a:ea typeface="华文楷体" panose="02010600040101010101" pitchFamily="2" charset="-122"/>
              </a:rPr>
              <a:t>:</a:t>
            </a:r>
          </a:p>
          <a:p>
            <a:pPr algn="ctr">
              <a:lnSpc>
                <a:spcPct val="150000"/>
              </a:lnSpc>
            </a:pPr>
            <a:r>
              <a:rPr lang="en-US" altLang="zh-CN" dirty="0" err="1">
                <a:solidFill>
                  <a:srgbClr val="000000"/>
                </a:solidFill>
                <a:latin typeface="华文楷体" panose="02010600040101010101" pitchFamily="2" charset="-122"/>
                <a:ea typeface="华文楷体" panose="02010600040101010101" pitchFamily="2" charset="-122"/>
              </a:rPr>
              <a:t>gk</a:t>
            </a:r>
            <a:r>
              <a:rPr lang="en-US" altLang="zh-CN" dirty="0">
                <a:solidFill>
                  <a:srgbClr val="000000"/>
                </a:solidFill>
                <a:latin typeface="华文楷体" panose="02010600040101010101" pitchFamily="2" charset="-122"/>
                <a:ea typeface="华文楷体" panose="02010600040101010101" pitchFamily="2" charset="-122"/>
              </a:rPr>
              <a:t>(y)+fk-1(x-y)</a:t>
            </a: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79944849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5465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软件项目动态规划</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所以，根据动态规划的最优化原理，有下式：</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如果是</a:t>
            </a:r>
            <a:r>
              <a:rPr lang="en-US" altLang="zh-CN" dirty="0">
                <a:solidFill>
                  <a:srgbClr val="000000"/>
                </a:solidFill>
                <a:latin typeface="华文楷体" panose="02010600040101010101" pitchFamily="2" charset="-122"/>
                <a:ea typeface="华文楷体" panose="02010600040101010101" pitchFamily="2" charset="-122"/>
              </a:rPr>
              <a:t>α</a:t>
            </a:r>
            <a:r>
              <a:rPr lang="zh-CN" altLang="en-US" dirty="0">
                <a:solidFill>
                  <a:srgbClr val="000000"/>
                </a:solidFill>
                <a:latin typeface="华文楷体" panose="02010600040101010101" pitchFamily="2" charset="-122"/>
                <a:ea typeface="华文楷体" panose="02010600040101010101" pitchFamily="2" charset="-122"/>
              </a:rPr>
              <a:t>是以万元资金分配单位，则式中的</a:t>
            </a:r>
            <a:r>
              <a:rPr lang="en-US" altLang="zh-CN" dirty="0">
                <a:solidFill>
                  <a:srgbClr val="000000"/>
                </a:solidFill>
                <a:latin typeface="华文楷体" panose="02010600040101010101" pitchFamily="2" charset="-122"/>
                <a:ea typeface="华文楷体" panose="02010600040101010101" pitchFamily="2" charset="-122"/>
              </a:rPr>
              <a:t>y</a:t>
            </a:r>
            <a:r>
              <a:rPr lang="zh-CN" altLang="en-US" dirty="0">
                <a:solidFill>
                  <a:srgbClr val="000000"/>
                </a:solidFill>
                <a:latin typeface="华文楷体" panose="02010600040101010101" pitchFamily="2" charset="-122"/>
                <a:ea typeface="华文楷体" panose="02010600040101010101" pitchFamily="2" charset="-122"/>
              </a:rPr>
              <a:t>只去非负整数</a:t>
            </a:r>
            <a:r>
              <a:rPr lang="en-US" altLang="zh-CN" dirty="0">
                <a:solidFill>
                  <a:srgbClr val="000000"/>
                </a:solidFill>
                <a:latin typeface="华文楷体" panose="02010600040101010101" pitchFamily="2" charset="-122"/>
                <a:ea typeface="华文楷体" panose="02010600040101010101" pitchFamily="2" charset="-122"/>
              </a:rPr>
              <a:t>0,1,2,...,x</a:t>
            </a:r>
            <a:r>
              <a:rPr lang="zh-CN" altLang="en-US"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上式可变为</a:t>
            </a:r>
          </a:p>
        </p:txBody>
      </p:sp>
      <p:pic>
        <p:nvPicPr>
          <p:cNvPr id="3" name="图片 2">
            <a:extLst>
              <a:ext uri="{FF2B5EF4-FFF2-40B4-BE49-F238E27FC236}">
                <a16:creationId xmlns:a16="http://schemas.microsoft.com/office/drawing/2014/main" id="{28DE5F0D-01DE-4862-BBD5-95CB3725E759}"/>
              </a:ext>
            </a:extLst>
          </p:cNvPr>
          <p:cNvPicPr>
            <a:picLocks noChangeAspect="1"/>
          </p:cNvPicPr>
          <p:nvPr/>
        </p:nvPicPr>
        <p:blipFill>
          <a:blip r:embed="rId3"/>
          <a:stretch>
            <a:fillRect/>
          </a:stretch>
        </p:blipFill>
        <p:spPr>
          <a:xfrm>
            <a:off x="3049666" y="1319167"/>
            <a:ext cx="3044667" cy="758162"/>
          </a:xfrm>
          <a:prstGeom prst="rect">
            <a:avLst/>
          </a:prstGeom>
        </p:spPr>
      </p:pic>
      <p:pic>
        <p:nvPicPr>
          <p:cNvPr id="4" name="图片 3">
            <a:extLst>
              <a:ext uri="{FF2B5EF4-FFF2-40B4-BE49-F238E27FC236}">
                <a16:creationId xmlns:a16="http://schemas.microsoft.com/office/drawing/2014/main" id="{C61EBDE1-1BB6-4378-85A8-557780700164}"/>
              </a:ext>
            </a:extLst>
          </p:cNvPr>
          <p:cNvPicPr>
            <a:picLocks noChangeAspect="1"/>
          </p:cNvPicPr>
          <p:nvPr/>
        </p:nvPicPr>
        <p:blipFill>
          <a:blip r:embed="rId4"/>
          <a:stretch>
            <a:fillRect/>
          </a:stretch>
        </p:blipFill>
        <p:spPr>
          <a:xfrm>
            <a:off x="2922460" y="3061712"/>
            <a:ext cx="3299080" cy="611022"/>
          </a:xfrm>
          <a:prstGeom prst="rect">
            <a:avLst/>
          </a:prstGeom>
        </p:spPr>
      </p:pic>
    </p:spTree>
    <p:extLst>
      <p:ext uri="{BB962C8B-B14F-4D97-AF65-F5344CB8AC3E}">
        <p14:creationId xmlns:p14="http://schemas.microsoft.com/office/powerpoint/2010/main" val="225002236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514250D-E2D7-4F68-9BD8-629D8BB354A8}"/>
              </a:ext>
            </a:extLst>
          </p:cNvPr>
          <p:cNvPicPr>
            <a:picLocks noChangeAspect="1"/>
          </p:cNvPicPr>
          <p:nvPr/>
        </p:nvPicPr>
        <p:blipFill>
          <a:blip r:embed="rId3"/>
          <a:stretch>
            <a:fillRect/>
          </a:stretch>
        </p:blipFill>
        <p:spPr>
          <a:xfrm>
            <a:off x="572619" y="81464"/>
            <a:ext cx="7998761" cy="4980571"/>
          </a:xfrm>
          <a:prstGeom prst="rect">
            <a:avLst/>
          </a:prstGeom>
        </p:spPr>
      </p:pic>
    </p:spTree>
    <p:extLst>
      <p:ext uri="{BB962C8B-B14F-4D97-AF65-F5344CB8AC3E}">
        <p14:creationId xmlns:p14="http://schemas.microsoft.com/office/powerpoint/2010/main" val="4104473262"/>
      </p:ext>
    </p:extLst>
  </p:cSld>
  <p:clrMapOvr>
    <a:masterClrMapping/>
  </p:clrMapOvr>
  <p:transition spd="slow">
    <p:pull/>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E4202AE-C75F-4372-8677-BEF6CA8C2CD5}"/>
              </a:ext>
            </a:extLst>
          </p:cNvPr>
          <p:cNvPicPr>
            <a:picLocks noChangeAspect="1"/>
          </p:cNvPicPr>
          <p:nvPr/>
        </p:nvPicPr>
        <p:blipFill>
          <a:blip r:embed="rId3"/>
          <a:stretch>
            <a:fillRect/>
          </a:stretch>
        </p:blipFill>
        <p:spPr>
          <a:xfrm>
            <a:off x="565089" y="76775"/>
            <a:ext cx="8013822" cy="4989949"/>
          </a:xfrm>
          <a:prstGeom prst="rect">
            <a:avLst/>
          </a:prstGeom>
        </p:spPr>
      </p:pic>
    </p:spTree>
    <p:extLst>
      <p:ext uri="{BB962C8B-B14F-4D97-AF65-F5344CB8AC3E}">
        <p14:creationId xmlns:p14="http://schemas.microsoft.com/office/powerpoint/2010/main" val="950673039"/>
      </p:ext>
    </p:extLst>
  </p:cSld>
  <p:clrMapOvr>
    <a:masterClrMapping/>
  </p:clrMapOvr>
  <p:transition spd="slow">
    <p:pull/>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8ECACF8-3D1B-4B07-BA32-07379E5E6C49}"/>
              </a:ext>
            </a:extLst>
          </p:cNvPr>
          <p:cNvPicPr>
            <a:picLocks noChangeAspect="1"/>
          </p:cNvPicPr>
          <p:nvPr/>
        </p:nvPicPr>
        <p:blipFill>
          <a:blip r:embed="rId3"/>
          <a:stretch>
            <a:fillRect/>
          </a:stretch>
        </p:blipFill>
        <p:spPr>
          <a:xfrm>
            <a:off x="505330" y="39565"/>
            <a:ext cx="8133340" cy="5064369"/>
          </a:xfrm>
          <a:prstGeom prst="rect">
            <a:avLst/>
          </a:prstGeom>
        </p:spPr>
      </p:pic>
    </p:spTree>
    <p:extLst>
      <p:ext uri="{BB962C8B-B14F-4D97-AF65-F5344CB8AC3E}">
        <p14:creationId xmlns:p14="http://schemas.microsoft.com/office/powerpoint/2010/main" val="1051272334"/>
      </p:ext>
    </p:extLst>
  </p:cSld>
  <p:clrMapOvr>
    <a:masterClrMapping/>
  </p:clrMapOvr>
  <p:transition spd="slow">
    <p:pull/>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D6FCD6-58FF-482E-B2E7-0A4035A239F9}"/>
              </a:ext>
            </a:extLst>
          </p:cNvPr>
          <p:cNvPicPr>
            <a:picLocks noChangeAspect="1"/>
          </p:cNvPicPr>
          <p:nvPr/>
        </p:nvPicPr>
        <p:blipFill>
          <a:blip r:embed="rId3"/>
          <a:stretch>
            <a:fillRect/>
          </a:stretch>
        </p:blipFill>
        <p:spPr>
          <a:xfrm>
            <a:off x="978252" y="175249"/>
            <a:ext cx="7187495" cy="4793002"/>
          </a:xfrm>
          <a:prstGeom prst="rect">
            <a:avLst/>
          </a:prstGeom>
        </p:spPr>
      </p:pic>
    </p:spTree>
    <p:extLst>
      <p:ext uri="{BB962C8B-B14F-4D97-AF65-F5344CB8AC3E}">
        <p14:creationId xmlns:p14="http://schemas.microsoft.com/office/powerpoint/2010/main" val="2234784318"/>
      </p:ext>
    </p:extLst>
  </p:cSld>
  <p:clrMapOvr>
    <a:masterClrMapping/>
  </p:clrMapOvr>
  <p:transition spd="slow">
    <p:pull/>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C3F9BC2-ED48-4431-B5AE-AF3F7B2FC63F}"/>
              </a:ext>
            </a:extLst>
          </p:cNvPr>
          <p:cNvPicPr>
            <a:picLocks noChangeAspect="1"/>
          </p:cNvPicPr>
          <p:nvPr/>
        </p:nvPicPr>
        <p:blipFill>
          <a:blip r:embed="rId3"/>
          <a:stretch>
            <a:fillRect/>
          </a:stretch>
        </p:blipFill>
        <p:spPr>
          <a:xfrm>
            <a:off x="986792" y="137735"/>
            <a:ext cx="7170415" cy="4868029"/>
          </a:xfrm>
          <a:prstGeom prst="rect">
            <a:avLst/>
          </a:prstGeom>
        </p:spPr>
      </p:pic>
    </p:spTree>
    <p:extLst>
      <p:ext uri="{BB962C8B-B14F-4D97-AF65-F5344CB8AC3E}">
        <p14:creationId xmlns:p14="http://schemas.microsoft.com/office/powerpoint/2010/main" val="2831946406"/>
      </p:ext>
    </p:extLst>
  </p:cSld>
  <p:clrMapOvr>
    <a:masterClrMapping/>
  </p:clrMapOvr>
  <p:transition spd="slow">
    <p:pull/>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113FD6E-DC5D-4365-AAB1-51218157D1DD}"/>
              </a:ext>
            </a:extLst>
          </p:cNvPr>
          <p:cNvPicPr>
            <a:picLocks noChangeAspect="1"/>
          </p:cNvPicPr>
          <p:nvPr/>
        </p:nvPicPr>
        <p:blipFill>
          <a:blip r:embed="rId3"/>
          <a:stretch>
            <a:fillRect/>
          </a:stretch>
        </p:blipFill>
        <p:spPr>
          <a:xfrm>
            <a:off x="690936" y="155136"/>
            <a:ext cx="7762127" cy="4833227"/>
          </a:xfrm>
          <a:prstGeom prst="rect">
            <a:avLst/>
          </a:prstGeom>
        </p:spPr>
      </p:pic>
    </p:spTree>
    <p:extLst>
      <p:ext uri="{BB962C8B-B14F-4D97-AF65-F5344CB8AC3E}">
        <p14:creationId xmlns:p14="http://schemas.microsoft.com/office/powerpoint/2010/main" val="4126611322"/>
      </p:ext>
    </p:extLst>
  </p:cSld>
  <p:clrMapOvr>
    <a:masterClrMapping/>
  </p:clrMapOvr>
  <p:transition spd="slow">
    <p:pull/>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42851D1-0AFE-471A-98C6-9B5A9CB766C5}"/>
              </a:ext>
            </a:extLst>
          </p:cNvPr>
          <p:cNvPicPr>
            <a:picLocks noChangeAspect="1"/>
          </p:cNvPicPr>
          <p:nvPr/>
        </p:nvPicPr>
        <p:blipFill>
          <a:blip r:embed="rId3"/>
          <a:stretch>
            <a:fillRect/>
          </a:stretch>
        </p:blipFill>
        <p:spPr>
          <a:xfrm>
            <a:off x="683287" y="150374"/>
            <a:ext cx="7777425" cy="4842752"/>
          </a:xfrm>
          <a:prstGeom prst="rect">
            <a:avLst/>
          </a:prstGeom>
        </p:spPr>
      </p:pic>
    </p:spTree>
    <p:extLst>
      <p:ext uri="{BB962C8B-B14F-4D97-AF65-F5344CB8AC3E}">
        <p14:creationId xmlns:p14="http://schemas.microsoft.com/office/powerpoint/2010/main" val="4269747514"/>
      </p:ext>
    </p:extLst>
  </p:cSld>
  <p:clrMapOvr>
    <a:masterClrMapping/>
  </p:clrMapOvr>
  <p:transition spd="slow">
    <p:pull/>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3A7D050-2299-4C72-B242-798338944E92}"/>
              </a:ext>
            </a:extLst>
          </p:cNvPr>
          <p:cNvPicPr>
            <a:picLocks noChangeAspect="1"/>
          </p:cNvPicPr>
          <p:nvPr/>
        </p:nvPicPr>
        <p:blipFill>
          <a:blip r:embed="rId3"/>
          <a:stretch>
            <a:fillRect/>
          </a:stretch>
        </p:blipFill>
        <p:spPr>
          <a:xfrm>
            <a:off x="690936" y="155136"/>
            <a:ext cx="7762127" cy="4833227"/>
          </a:xfrm>
          <a:prstGeom prst="rect">
            <a:avLst/>
          </a:prstGeom>
        </p:spPr>
      </p:pic>
    </p:spTree>
    <p:extLst>
      <p:ext uri="{BB962C8B-B14F-4D97-AF65-F5344CB8AC3E}">
        <p14:creationId xmlns:p14="http://schemas.microsoft.com/office/powerpoint/2010/main" val="200546756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57CD2A0-A76F-4CB4-9C05-E93D69EFB032}"/>
              </a:ext>
            </a:extLst>
          </p:cNvPr>
          <p:cNvPicPr>
            <a:picLocks noChangeAspect="1"/>
          </p:cNvPicPr>
          <p:nvPr/>
        </p:nvPicPr>
        <p:blipFill>
          <a:blip r:embed="rId3"/>
          <a:stretch>
            <a:fillRect/>
          </a:stretch>
        </p:blipFill>
        <p:spPr>
          <a:xfrm>
            <a:off x="818775" y="234738"/>
            <a:ext cx="7506449" cy="4674024"/>
          </a:xfrm>
          <a:prstGeom prst="rect">
            <a:avLst/>
          </a:prstGeom>
        </p:spPr>
      </p:pic>
    </p:spTree>
    <p:extLst>
      <p:ext uri="{BB962C8B-B14F-4D97-AF65-F5344CB8AC3E}">
        <p14:creationId xmlns:p14="http://schemas.microsoft.com/office/powerpoint/2010/main" val="1279787455"/>
      </p:ext>
    </p:extLst>
  </p:cSld>
  <p:clrMapOvr>
    <a:masterClrMapping/>
  </p:clrMapOvr>
  <p:transition spd="slow">
    <p:pull/>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preview">
            <a:extLst>
              <a:ext uri="{FF2B5EF4-FFF2-40B4-BE49-F238E27FC236}">
                <a16:creationId xmlns:a16="http://schemas.microsoft.com/office/drawing/2014/main" id="{1681BFA2-268E-4DEB-84C8-854BA6D8C0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0"/>
            <a:ext cx="87122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296585"/>
      </p:ext>
    </p:extLst>
  </p:cSld>
  <p:clrMapOvr>
    <a:masterClrMapping/>
  </p:clrMapOvr>
  <p:transition spd="slow">
    <p:pull/>
  </p:transition>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_white">
  <a:themeElements>
    <a:clrScheme name="">
      <a:dk1>
        <a:srgbClr val="000000"/>
      </a:dk1>
      <a:lt1>
        <a:srgbClr val="FFFFFF"/>
      </a:lt1>
      <a:dk2>
        <a:srgbClr val="000099"/>
      </a:dk2>
      <a:lt2>
        <a:srgbClr val="FF9900"/>
      </a:lt2>
      <a:accent1>
        <a:srgbClr val="339933"/>
      </a:accent1>
      <a:accent2>
        <a:srgbClr val="800000"/>
      </a:accent2>
      <a:accent3>
        <a:srgbClr val="FFFFFF"/>
      </a:accent3>
      <a:accent4>
        <a:srgbClr val="000000"/>
      </a:accent4>
      <a:accent5>
        <a:srgbClr val="ADCAAD"/>
      </a:accent5>
      <a:accent6>
        <a:srgbClr val="730000"/>
      </a:accent6>
      <a:hlink>
        <a:srgbClr val="0033CC"/>
      </a:hlink>
      <a:folHlink>
        <a:srgbClr val="FFCC66"/>
      </a:folHlink>
    </a:clrScheme>
    <a:fontScheme name="Blue_white">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altLang="zh-CN" sz="16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altLang="zh-CN" sz="16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defRPr>
        </a:defPPr>
      </a:lstStyle>
    </a:lnDef>
  </a:objectDefaults>
  <a:extraClrSchemeLst>
    <a:extraClrScheme>
      <a:clrScheme name="Blue_whi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ue_whi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ue_whi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ue_whi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ue_whi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ue_whi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ue_whi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13414</TotalTime>
  <Words>13674</Words>
  <Application>Microsoft Office PowerPoint</Application>
  <PresentationFormat>全屏显示(16:9)</PresentationFormat>
  <Paragraphs>2073</Paragraphs>
  <Slides>202</Slides>
  <Notes>173</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4</vt:i4>
      </vt:variant>
      <vt:variant>
        <vt:lpstr>幻灯片标题</vt:lpstr>
      </vt:variant>
      <vt:variant>
        <vt:i4>202</vt:i4>
      </vt:variant>
    </vt:vector>
  </HeadingPairs>
  <TitlesOfParts>
    <vt:vector size="220" baseType="lpstr">
      <vt:lpstr>黑体</vt:lpstr>
      <vt:lpstr>华文楷体</vt:lpstr>
      <vt:lpstr>宋体</vt:lpstr>
      <vt:lpstr>微软雅黑</vt:lpstr>
      <vt:lpstr>Arial</vt:lpstr>
      <vt:lpstr>Bodoni MT</vt:lpstr>
      <vt:lpstr>Bookshelf Symbol 7</vt:lpstr>
      <vt:lpstr>Calibri</vt:lpstr>
      <vt:lpstr>Cambria Math</vt:lpstr>
      <vt:lpstr>Tahoma</vt:lpstr>
      <vt:lpstr>Times New Roman</vt:lpstr>
      <vt:lpstr>Wingdings</vt:lpstr>
      <vt:lpstr>清风素材 https://12sc.taobao.com/</vt:lpstr>
      <vt:lpstr>Blue_white</vt:lpstr>
      <vt:lpstr>公式</vt:lpstr>
      <vt:lpstr>Equation.3</vt:lpstr>
      <vt:lpstr>工作表</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ＡＨＰ的基本原理</vt:lpstr>
      <vt:lpstr>ＡＨＰ的基本原理</vt:lpstr>
      <vt:lpstr>ＡＨＰ的基本原理</vt:lpstr>
      <vt:lpstr>PowerPoint 演示文稿</vt:lpstr>
      <vt:lpstr>PowerPoint 演示文稿</vt:lpstr>
      <vt:lpstr>建立多级递阶层次结构</vt:lpstr>
      <vt:lpstr>建立多级递阶层次结构</vt:lpstr>
      <vt:lpstr>建立多级递阶层次结构</vt:lpstr>
      <vt:lpstr>建立多级递阶层次结构</vt:lpstr>
      <vt:lpstr>建立判断矩阵</vt:lpstr>
      <vt:lpstr>建立判断矩阵</vt:lpstr>
      <vt:lpstr>建立判断矩阵</vt:lpstr>
      <vt:lpstr>PowerPoint 演示文稿</vt:lpstr>
      <vt:lpstr>PowerPoint 演示文稿</vt:lpstr>
      <vt:lpstr>相对重要度计算和一致性检验</vt:lpstr>
      <vt:lpstr>相对重要度计算和一致性检验</vt:lpstr>
      <vt:lpstr>相对重要度计算和一致性检验</vt:lpstr>
      <vt:lpstr>相对重要度计算和一致性检验</vt:lpstr>
      <vt:lpstr>相对重要度计算和一致性检验</vt:lpstr>
      <vt:lpstr>相对重要度计算和一致性检验</vt:lpstr>
      <vt:lpstr>PowerPoint 演示文稿</vt:lpstr>
      <vt:lpstr>PowerPoint 演示文稿</vt:lpstr>
      <vt:lpstr>PowerPoint 演示文稿</vt:lpstr>
      <vt:lpstr>PowerPoint 演示文稿</vt:lpstr>
      <vt:lpstr>PowerPoint 演示文稿</vt:lpstr>
      <vt:lpstr>课堂练习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www.microsoft.com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dc:title>
  <dc:subject>12sc.taobao.com</dc:subject>
  <dc:creator>清风素材;User</dc:creator>
  <cp:keywords>12sc.taobao.com</cp:keywords>
  <dc:description>12sc.taobao.com</dc:description>
  <cp:lastModifiedBy>jingtao guo</cp:lastModifiedBy>
  <cp:revision>198</cp:revision>
  <dcterms:created xsi:type="dcterms:W3CDTF">2015-01-23T04:02:00Z</dcterms:created>
  <dcterms:modified xsi:type="dcterms:W3CDTF">2023-10-11T09:37:28Z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